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17474184" cy="10963656"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Editable reconstruction from the supplied reference image. All diagram elements are native PowerPoint text boxes and vector shapes. The SVG counterpart retains editable text, paths and gradients. Gray paper surfaces use editable vector stippling.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ckground / 0001 white background"/>
          <p:cNvSpPr/>
          <p:nvPr/>
        </p:nvSpPr>
        <p:spPr>
          <a:xfrm>
            <a:off x="0" y="0"/>
            <a:ext cx="17474184" cy="10963656"/>
          </a:xfrm>
          <a:custGeom>
            <a:avLst/>
            <a:gdLst/>
            <a:ahLst/>
            <a:cxnLst/>
            <a:rect l="0" t="0" r="r" b="b"/>
            <a:pathLst>
              <a:path w="1911000" h="1199000" fill="norm" stroke="1" extrusionOk="0">
                <a:moveTo>
                  <a:pt x="0" y="0"/>
                </a:moveTo>
                <a:lnTo>
                  <a:pt x="1911000" y="0"/>
                </a:lnTo>
                <a:lnTo>
                  <a:pt x="1911000" y="1199000"/>
                </a:lnTo>
                <a:lnTo>
                  <a:pt x="0" y="1199000"/>
                </a:lnTo>
                <a:close/>
              </a:path>
            </a:pathLst>
          </a:custGeom>
          <a:solidFill>
            <a:srgbClr val="FFFFFF"/>
          </a:solidFill>
          <a:ln w="0" cap="rnd" cmpd="sng" algn="ctr">
            <a:solidFill>
              <a:srgbClr val="FFFFFF">
                <a:alpha val="0"/>
              </a:srgbClr>
            </a:solidFill>
            <a:round/>
            <a:headEnd type="none"/>
            <a:tailEnd type="none"/>
          </a:ln>
        </p:spPr>
      </p:sp>
      <p:sp>
        <p:nvSpPr>
          <p:cNvPr id="3" name="synapse projection / 0002 red projection"/>
          <p:cNvSpPr/>
          <p:nvPr/>
        </p:nvSpPr>
        <p:spPr>
          <a:xfrm>
            <a:off x="3730752" y="1005840"/>
            <a:ext cx="3739896" cy="374904"/>
          </a:xfrm>
          <a:custGeom>
            <a:avLst/>
            <a:gdLst/>
            <a:ahLst/>
            <a:cxnLst/>
            <a:rect l="0" t="0" r="r" b="b"/>
            <a:pathLst>
              <a:path w="409000" h="41000" fill="none" stroke="1" extrusionOk="0">
                <a:moveTo>
                  <a:pt x="0" y="0"/>
                </a:moveTo>
                <a:lnTo>
                  <a:pt x="259000" y="33000"/>
                </a:lnTo>
                <a:lnTo>
                  <a:pt x="409000" y="41000"/>
                </a:lnTo>
              </a:path>
            </a:pathLst>
          </a:custGeom>
          <a:noFill/>
          <a:ln w="155448" cap="rnd" cmpd="sng" algn="ctr">
            <a:solidFill>
              <a:srgbClr val="FF543C">
                <a:alpha val="2500"/>
              </a:srgbClr>
            </a:solidFill>
            <a:round/>
            <a:headEnd type="none"/>
            <a:tailEnd type="none"/>
          </a:ln>
        </p:spPr>
      </p:sp>
      <p:sp>
        <p:nvSpPr>
          <p:cNvPr id="4" name="synapse projection / 0003 red projection"/>
          <p:cNvSpPr/>
          <p:nvPr/>
        </p:nvSpPr>
        <p:spPr>
          <a:xfrm>
            <a:off x="3730752" y="1005840"/>
            <a:ext cx="3739896" cy="374904"/>
          </a:xfrm>
          <a:custGeom>
            <a:avLst/>
            <a:gdLst/>
            <a:ahLst/>
            <a:cxnLst/>
            <a:rect l="0" t="0" r="r" b="b"/>
            <a:pathLst>
              <a:path w="409000" h="41000" fill="none" stroke="1" extrusionOk="0">
                <a:moveTo>
                  <a:pt x="0" y="0"/>
                </a:moveTo>
                <a:lnTo>
                  <a:pt x="259000" y="33000"/>
                </a:lnTo>
                <a:lnTo>
                  <a:pt x="409000" y="41000"/>
                </a:lnTo>
              </a:path>
            </a:pathLst>
          </a:custGeom>
          <a:noFill/>
          <a:ln w="91440" cap="rnd" cmpd="sng" algn="ctr">
            <a:solidFill>
              <a:srgbClr val="FF543C">
                <a:alpha val="5000"/>
              </a:srgbClr>
            </a:solidFill>
            <a:round/>
            <a:headEnd type="none"/>
            <a:tailEnd type="none"/>
          </a:ln>
        </p:spPr>
      </p:sp>
      <p:sp>
        <p:nvSpPr>
          <p:cNvPr id="5" name="synapse projection / 0004 red projection"/>
          <p:cNvSpPr/>
          <p:nvPr/>
        </p:nvSpPr>
        <p:spPr>
          <a:xfrm>
            <a:off x="3730752" y="1005840"/>
            <a:ext cx="3739896" cy="374904"/>
          </a:xfrm>
          <a:custGeom>
            <a:avLst/>
            <a:gdLst/>
            <a:ahLst/>
            <a:cxnLst/>
            <a:rect l="0" t="0" r="r" b="b"/>
            <a:pathLst>
              <a:path w="409000" h="41000" fill="none" stroke="1" extrusionOk="0">
                <a:moveTo>
                  <a:pt x="0" y="0"/>
                </a:moveTo>
                <a:lnTo>
                  <a:pt x="259000" y="33000"/>
                </a:lnTo>
                <a:lnTo>
                  <a:pt x="409000" y="41000"/>
                </a:lnTo>
              </a:path>
            </a:pathLst>
          </a:custGeom>
          <a:noFill/>
          <a:ln w="45720" cap="rnd" cmpd="sng" algn="ctr">
            <a:solidFill>
              <a:srgbClr val="FF543C">
                <a:alpha val="8000"/>
              </a:srgbClr>
            </a:solidFill>
            <a:round/>
            <a:headEnd type="none"/>
            <a:tailEnd type="none"/>
          </a:ln>
        </p:spPr>
      </p:sp>
      <p:sp>
        <p:nvSpPr>
          <p:cNvPr id="6" name="synapse projection / 0005 red projection"/>
          <p:cNvSpPr/>
          <p:nvPr/>
        </p:nvSpPr>
        <p:spPr>
          <a:xfrm>
            <a:off x="3840480" y="2816352"/>
            <a:ext cx="2459736" cy="1170432"/>
          </a:xfrm>
          <a:custGeom>
            <a:avLst/>
            <a:gdLst/>
            <a:ahLst/>
            <a:cxnLst/>
            <a:rect l="0" t="0" r="r" b="b"/>
            <a:pathLst>
              <a:path w="269000" h="128000" fill="none" stroke="1" extrusionOk="0">
                <a:moveTo>
                  <a:pt x="0" y="0"/>
                </a:moveTo>
                <a:lnTo>
                  <a:pt x="269000" y="128000"/>
                </a:lnTo>
              </a:path>
            </a:pathLst>
          </a:custGeom>
          <a:noFill/>
          <a:ln w="155448" cap="rnd" cmpd="sng" algn="ctr">
            <a:solidFill>
              <a:srgbClr val="FF543C">
                <a:alpha val="2500"/>
              </a:srgbClr>
            </a:solidFill>
            <a:round/>
            <a:headEnd type="none"/>
            <a:tailEnd type="none"/>
          </a:ln>
        </p:spPr>
      </p:sp>
      <p:sp>
        <p:nvSpPr>
          <p:cNvPr id="7" name="synapse projection / 0006 red projection"/>
          <p:cNvSpPr/>
          <p:nvPr/>
        </p:nvSpPr>
        <p:spPr>
          <a:xfrm>
            <a:off x="3840480" y="2816352"/>
            <a:ext cx="2459736" cy="1170432"/>
          </a:xfrm>
          <a:custGeom>
            <a:avLst/>
            <a:gdLst/>
            <a:ahLst/>
            <a:cxnLst/>
            <a:rect l="0" t="0" r="r" b="b"/>
            <a:pathLst>
              <a:path w="269000" h="128000" fill="none" stroke="1" extrusionOk="0">
                <a:moveTo>
                  <a:pt x="0" y="0"/>
                </a:moveTo>
                <a:lnTo>
                  <a:pt x="269000" y="128000"/>
                </a:lnTo>
              </a:path>
            </a:pathLst>
          </a:custGeom>
          <a:noFill/>
          <a:ln w="91440" cap="rnd" cmpd="sng" algn="ctr">
            <a:solidFill>
              <a:srgbClr val="FF543C">
                <a:alpha val="5000"/>
              </a:srgbClr>
            </a:solidFill>
            <a:round/>
            <a:headEnd type="none"/>
            <a:tailEnd type="none"/>
          </a:ln>
        </p:spPr>
      </p:sp>
      <p:sp>
        <p:nvSpPr>
          <p:cNvPr id="8" name="synapse projection / 0007 red projection"/>
          <p:cNvSpPr/>
          <p:nvPr/>
        </p:nvSpPr>
        <p:spPr>
          <a:xfrm>
            <a:off x="3840480" y="2816352"/>
            <a:ext cx="2459736" cy="1170432"/>
          </a:xfrm>
          <a:custGeom>
            <a:avLst/>
            <a:gdLst/>
            <a:ahLst/>
            <a:cxnLst/>
            <a:rect l="0" t="0" r="r" b="b"/>
            <a:pathLst>
              <a:path w="269000" h="128000" fill="none" stroke="1" extrusionOk="0">
                <a:moveTo>
                  <a:pt x="0" y="0"/>
                </a:moveTo>
                <a:lnTo>
                  <a:pt x="269000" y="128000"/>
                </a:lnTo>
              </a:path>
            </a:pathLst>
          </a:custGeom>
          <a:noFill/>
          <a:ln w="45720" cap="rnd" cmpd="sng" algn="ctr">
            <a:solidFill>
              <a:srgbClr val="FF543C">
                <a:alpha val="8000"/>
              </a:srgbClr>
            </a:solidFill>
            <a:round/>
            <a:headEnd type="none"/>
            <a:tailEnd type="none"/>
          </a:ln>
        </p:spPr>
      </p:sp>
      <p:sp>
        <p:nvSpPr>
          <p:cNvPr id="9" name="synapse projection / 0008 red projection"/>
          <p:cNvSpPr/>
          <p:nvPr/>
        </p:nvSpPr>
        <p:spPr>
          <a:xfrm>
            <a:off x="14154912" y="978408"/>
            <a:ext cx="2029968" cy="402336"/>
          </a:xfrm>
          <a:custGeom>
            <a:avLst/>
            <a:gdLst/>
            <a:ahLst/>
            <a:cxnLst/>
            <a:rect l="0" t="0" r="r" b="b"/>
            <a:pathLst>
              <a:path w="222000" h="44000" fill="none" stroke="1" extrusionOk="0">
                <a:moveTo>
                  <a:pt x="0" y="44000"/>
                </a:moveTo>
                <a:lnTo>
                  <a:pt x="222000" y="0"/>
                </a:lnTo>
              </a:path>
            </a:pathLst>
          </a:custGeom>
          <a:noFill/>
          <a:ln w="155448" cap="rnd" cmpd="sng" algn="ctr">
            <a:solidFill>
              <a:srgbClr val="FF543C">
                <a:alpha val="2500"/>
              </a:srgbClr>
            </a:solidFill>
            <a:round/>
            <a:headEnd type="none"/>
            <a:tailEnd type="none"/>
          </a:ln>
        </p:spPr>
      </p:sp>
      <p:sp>
        <p:nvSpPr>
          <p:cNvPr id="10" name="synapse projection / 0009 red projection"/>
          <p:cNvSpPr/>
          <p:nvPr/>
        </p:nvSpPr>
        <p:spPr>
          <a:xfrm>
            <a:off x="14154912" y="978408"/>
            <a:ext cx="2029968" cy="402336"/>
          </a:xfrm>
          <a:custGeom>
            <a:avLst/>
            <a:gdLst/>
            <a:ahLst/>
            <a:cxnLst/>
            <a:rect l="0" t="0" r="r" b="b"/>
            <a:pathLst>
              <a:path w="222000" h="44000" fill="none" stroke="1" extrusionOk="0">
                <a:moveTo>
                  <a:pt x="0" y="44000"/>
                </a:moveTo>
                <a:lnTo>
                  <a:pt x="222000" y="0"/>
                </a:lnTo>
              </a:path>
            </a:pathLst>
          </a:custGeom>
          <a:noFill/>
          <a:ln w="91440" cap="rnd" cmpd="sng" algn="ctr">
            <a:solidFill>
              <a:srgbClr val="FF543C">
                <a:alpha val="5000"/>
              </a:srgbClr>
            </a:solidFill>
            <a:round/>
            <a:headEnd type="none"/>
            <a:tailEnd type="none"/>
          </a:ln>
        </p:spPr>
      </p:sp>
      <p:sp>
        <p:nvSpPr>
          <p:cNvPr id="11" name="synapse projection / 0010 red projection"/>
          <p:cNvSpPr/>
          <p:nvPr/>
        </p:nvSpPr>
        <p:spPr>
          <a:xfrm>
            <a:off x="14154912" y="978408"/>
            <a:ext cx="2029968" cy="402336"/>
          </a:xfrm>
          <a:custGeom>
            <a:avLst/>
            <a:gdLst/>
            <a:ahLst/>
            <a:cxnLst/>
            <a:rect l="0" t="0" r="r" b="b"/>
            <a:pathLst>
              <a:path w="222000" h="44000" fill="none" stroke="1" extrusionOk="0">
                <a:moveTo>
                  <a:pt x="0" y="44000"/>
                </a:moveTo>
                <a:lnTo>
                  <a:pt x="222000" y="0"/>
                </a:lnTo>
              </a:path>
            </a:pathLst>
          </a:custGeom>
          <a:noFill/>
          <a:ln w="45720" cap="rnd" cmpd="sng" algn="ctr">
            <a:solidFill>
              <a:srgbClr val="FF543C">
                <a:alpha val="8000"/>
              </a:srgbClr>
            </a:solidFill>
            <a:round/>
            <a:headEnd type="none"/>
            <a:tailEnd type="none"/>
          </a:ln>
        </p:spPr>
      </p:sp>
      <p:sp>
        <p:nvSpPr>
          <p:cNvPr id="12" name="synapse projection / 0011 red projection"/>
          <p:cNvSpPr/>
          <p:nvPr/>
        </p:nvSpPr>
        <p:spPr>
          <a:xfrm>
            <a:off x="14154912" y="2715768"/>
            <a:ext cx="2029968" cy="2020824"/>
          </a:xfrm>
          <a:custGeom>
            <a:avLst/>
            <a:gdLst/>
            <a:ahLst/>
            <a:cxnLst/>
            <a:rect l="0" t="0" r="r" b="b"/>
            <a:pathLst>
              <a:path w="222000" h="221000" fill="none" stroke="1" extrusionOk="0">
                <a:moveTo>
                  <a:pt x="0" y="221000"/>
                </a:moveTo>
                <a:lnTo>
                  <a:pt x="222000" y="0"/>
                </a:lnTo>
              </a:path>
            </a:pathLst>
          </a:custGeom>
          <a:noFill/>
          <a:ln w="155448" cap="rnd" cmpd="sng" algn="ctr">
            <a:solidFill>
              <a:srgbClr val="FF543C">
                <a:alpha val="2500"/>
              </a:srgbClr>
            </a:solidFill>
            <a:round/>
            <a:headEnd type="none"/>
            <a:tailEnd type="none"/>
          </a:ln>
        </p:spPr>
      </p:sp>
      <p:sp>
        <p:nvSpPr>
          <p:cNvPr id="13" name="synapse projection / 0012 red projection"/>
          <p:cNvSpPr/>
          <p:nvPr/>
        </p:nvSpPr>
        <p:spPr>
          <a:xfrm>
            <a:off x="14154912" y="2715768"/>
            <a:ext cx="2029968" cy="2020824"/>
          </a:xfrm>
          <a:custGeom>
            <a:avLst/>
            <a:gdLst/>
            <a:ahLst/>
            <a:cxnLst/>
            <a:rect l="0" t="0" r="r" b="b"/>
            <a:pathLst>
              <a:path w="222000" h="221000" fill="none" stroke="1" extrusionOk="0">
                <a:moveTo>
                  <a:pt x="0" y="221000"/>
                </a:moveTo>
                <a:lnTo>
                  <a:pt x="222000" y="0"/>
                </a:lnTo>
              </a:path>
            </a:pathLst>
          </a:custGeom>
          <a:noFill/>
          <a:ln w="91440" cap="rnd" cmpd="sng" algn="ctr">
            <a:solidFill>
              <a:srgbClr val="FF543C">
                <a:alpha val="5000"/>
              </a:srgbClr>
            </a:solidFill>
            <a:round/>
            <a:headEnd type="none"/>
            <a:tailEnd type="none"/>
          </a:ln>
        </p:spPr>
      </p:sp>
      <p:sp>
        <p:nvSpPr>
          <p:cNvPr id="14" name="synapse projection / 0013 red projection"/>
          <p:cNvSpPr/>
          <p:nvPr/>
        </p:nvSpPr>
        <p:spPr>
          <a:xfrm>
            <a:off x="14154912" y="2715768"/>
            <a:ext cx="2029968" cy="2020824"/>
          </a:xfrm>
          <a:custGeom>
            <a:avLst/>
            <a:gdLst/>
            <a:ahLst/>
            <a:cxnLst/>
            <a:rect l="0" t="0" r="r" b="b"/>
            <a:pathLst>
              <a:path w="222000" h="221000" fill="none" stroke="1" extrusionOk="0">
                <a:moveTo>
                  <a:pt x="0" y="221000"/>
                </a:moveTo>
                <a:lnTo>
                  <a:pt x="222000" y="0"/>
                </a:lnTo>
              </a:path>
            </a:pathLst>
          </a:custGeom>
          <a:noFill/>
          <a:ln w="45720" cap="rnd" cmpd="sng" algn="ctr">
            <a:solidFill>
              <a:srgbClr val="FF543C">
                <a:alpha val="8000"/>
              </a:srgbClr>
            </a:solidFill>
            <a:round/>
            <a:headEnd type="none"/>
            <a:tailEnd type="none"/>
          </a:ln>
        </p:spPr>
      </p:sp>
      <p:sp>
        <p:nvSpPr>
          <p:cNvPr id="15" name="synapse model / 0014 synaptic connection"/>
          <p:cNvSpPr/>
          <p:nvPr/>
        </p:nvSpPr>
        <p:spPr>
          <a:xfrm>
            <a:off x="1133856" y="1234440"/>
            <a:ext cx="1929384" cy="36576"/>
          </a:xfrm>
          <a:custGeom>
            <a:avLst/>
            <a:gdLst/>
            <a:ahLst/>
            <a:cxnLst/>
            <a:rect l="0" t="0" r="r" b="b"/>
            <a:pathLst>
              <a:path w="211000" h="4000" fill="none" stroke="1" extrusionOk="0">
                <a:moveTo>
                  <a:pt x="0" y="0"/>
                </a:moveTo>
                <a:lnTo>
                  <a:pt x="211000" y="4000"/>
                </a:lnTo>
              </a:path>
            </a:pathLst>
          </a:custGeom>
          <a:noFill/>
          <a:ln w="12802" cap="rnd" cmpd="sng" algn="ctr">
            <a:solidFill>
              <a:srgbClr val="5246FF">
                <a:alpha val="20000"/>
              </a:srgbClr>
            </a:solidFill>
            <a:round/>
            <a:headEnd type="none"/>
            <a:tailEnd type="none"/>
          </a:ln>
        </p:spPr>
      </p:sp>
      <p:sp>
        <p:nvSpPr>
          <p:cNvPr id="16" name="synapse model / 0015 synaptic connection"/>
          <p:cNvSpPr/>
          <p:nvPr/>
        </p:nvSpPr>
        <p:spPr>
          <a:xfrm>
            <a:off x="1133856" y="1234440"/>
            <a:ext cx="1929384" cy="339242"/>
          </a:xfrm>
          <a:custGeom>
            <a:avLst/>
            <a:gdLst/>
            <a:ahLst/>
            <a:cxnLst/>
            <a:rect l="0" t="0" r="r" b="b"/>
            <a:pathLst>
              <a:path w="211000" h="37100" fill="none" stroke="1" extrusionOk="0">
                <a:moveTo>
                  <a:pt x="0" y="0"/>
                </a:moveTo>
                <a:lnTo>
                  <a:pt x="211000" y="37100"/>
                </a:lnTo>
              </a:path>
            </a:pathLst>
          </a:custGeom>
          <a:noFill/>
          <a:ln w="12802" cap="rnd" cmpd="sng" algn="ctr">
            <a:solidFill>
              <a:srgbClr val="5246FF">
                <a:alpha val="20000"/>
              </a:srgbClr>
            </a:solidFill>
            <a:round/>
            <a:headEnd type="none"/>
            <a:tailEnd type="none"/>
          </a:ln>
        </p:spPr>
      </p:sp>
      <p:sp>
        <p:nvSpPr>
          <p:cNvPr id="17" name="synapse model / 0016 synaptic connection"/>
          <p:cNvSpPr/>
          <p:nvPr/>
        </p:nvSpPr>
        <p:spPr>
          <a:xfrm>
            <a:off x="1133856" y="1234440"/>
            <a:ext cx="1929384" cy="641909"/>
          </a:xfrm>
          <a:custGeom>
            <a:avLst/>
            <a:gdLst/>
            <a:ahLst/>
            <a:cxnLst/>
            <a:rect l="0" t="0" r="r" b="b"/>
            <a:pathLst>
              <a:path w="211000" h="70200" fill="none" stroke="1" extrusionOk="0">
                <a:moveTo>
                  <a:pt x="0" y="0"/>
                </a:moveTo>
                <a:lnTo>
                  <a:pt x="211000" y="70200"/>
                </a:lnTo>
              </a:path>
            </a:pathLst>
          </a:custGeom>
          <a:noFill/>
          <a:ln w="12802" cap="rnd" cmpd="sng" algn="ctr">
            <a:solidFill>
              <a:srgbClr val="5246FF">
                <a:alpha val="20000"/>
              </a:srgbClr>
            </a:solidFill>
            <a:round/>
            <a:headEnd type="none"/>
            <a:tailEnd type="none"/>
          </a:ln>
        </p:spPr>
      </p:sp>
      <p:sp>
        <p:nvSpPr>
          <p:cNvPr id="18" name="synapse model / 0017 synaptic connection"/>
          <p:cNvSpPr/>
          <p:nvPr/>
        </p:nvSpPr>
        <p:spPr>
          <a:xfrm>
            <a:off x="1133856" y="1234440"/>
            <a:ext cx="1929384" cy="944575"/>
          </a:xfrm>
          <a:custGeom>
            <a:avLst/>
            <a:gdLst/>
            <a:ahLst/>
            <a:cxnLst/>
            <a:rect l="0" t="0" r="r" b="b"/>
            <a:pathLst>
              <a:path w="211000" h="103300" fill="none" stroke="1" extrusionOk="0">
                <a:moveTo>
                  <a:pt x="0" y="0"/>
                </a:moveTo>
                <a:lnTo>
                  <a:pt x="211000" y="103300"/>
                </a:lnTo>
              </a:path>
            </a:pathLst>
          </a:custGeom>
          <a:noFill/>
          <a:ln w="12802" cap="rnd" cmpd="sng" algn="ctr">
            <a:solidFill>
              <a:srgbClr val="5246FF">
                <a:alpha val="20000"/>
              </a:srgbClr>
            </a:solidFill>
            <a:round/>
            <a:headEnd type="none"/>
            <a:tailEnd type="none"/>
          </a:ln>
        </p:spPr>
      </p:sp>
      <p:sp>
        <p:nvSpPr>
          <p:cNvPr id="19" name="synapse model / 0018 synaptic connection"/>
          <p:cNvSpPr/>
          <p:nvPr/>
        </p:nvSpPr>
        <p:spPr>
          <a:xfrm>
            <a:off x="1133856" y="1234440"/>
            <a:ext cx="1929384" cy="1247242"/>
          </a:xfrm>
          <a:custGeom>
            <a:avLst/>
            <a:gdLst/>
            <a:ahLst/>
            <a:cxnLst/>
            <a:rect l="0" t="0" r="r" b="b"/>
            <a:pathLst>
              <a:path w="211000" h="136400" fill="none" stroke="1" extrusionOk="0">
                <a:moveTo>
                  <a:pt x="0" y="0"/>
                </a:moveTo>
                <a:lnTo>
                  <a:pt x="211000" y="136400"/>
                </a:lnTo>
              </a:path>
            </a:pathLst>
          </a:custGeom>
          <a:noFill/>
          <a:ln w="12802" cap="rnd" cmpd="sng" algn="ctr">
            <a:solidFill>
              <a:srgbClr val="5246FF">
                <a:alpha val="20000"/>
              </a:srgbClr>
            </a:solidFill>
            <a:round/>
            <a:headEnd type="none"/>
            <a:tailEnd type="none"/>
          </a:ln>
        </p:spPr>
      </p:sp>
      <p:sp>
        <p:nvSpPr>
          <p:cNvPr id="20" name="synapse model / 0019 synaptic connection"/>
          <p:cNvSpPr/>
          <p:nvPr/>
        </p:nvSpPr>
        <p:spPr>
          <a:xfrm>
            <a:off x="1133856" y="1234440"/>
            <a:ext cx="1929384" cy="1549908"/>
          </a:xfrm>
          <a:custGeom>
            <a:avLst/>
            <a:gdLst/>
            <a:ahLst/>
            <a:cxnLst/>
            <a:rect l="0" t="0" r="r" b="b"/>
            <a:pathLst>
              <a:path w="211000" h="169500" fill="none" stroke="1" extrusionOk="0">
                <a:moveTo>
                  <a:pt x="0" y="0"/>
                </a:moveTo>
                <a:lnTo>
                  <a:pt x="211000" y="169500"/>
                </a:lnTo>
              </a:path>
            </a:pathLst>
          </a:custGeom>
          <a:noFill/>
          <a:ln w="12802" cap="rnd" cmpd="sng" algn="ctr">
            <a:solidFill>
              <a:srgbClr val="5246FF">
                <a:alpha val="20000"/>
              </a:srgbClr>
            </a:solidFill>
            <a:round/>
            <a:headEnd type="none"/>
            <a:tailEnd type="none"/>
          </a:ln>
        </p:spPr>
      </p:sp>
      <p:sp>
        <p:nvSpPr>
          <p:cNvPr id="21" name="synapse model / 0020 synaptic connection"/>
          <p:cNvSpPr/>
          <p:nvPr/>
        </p:nvSpPr>
        <p:spPr>
          <a:xfrm>
            <a:off x="1133856" y="1234440"/>
            <a:ext cx="1929384" cy="1852574"/>
          </a:xfrm>
          <a:custGeom>
            <a:avLst/>
            <a:gdLst/>
            <a:ahLst/>
            <a:cxnLst/>
            <a:rect l="0" t="0" r="r" b="b"/>
            <a:pathLst>
              <a:path w="211000" h="202600" fill="none" stroke="1" extrusionOk="0">
                <a:moveTo>
                  <a:pt x="0" y="0"/>
                </a:moveTo>
                <a:lnTo>
                  <a:pt x="211000" y="202600"/>
                </a:lnTo>
              </a:path>
            </a:pathLst>
          </a:custGeom>
          <a:noFill/>
          <a:ln w="12802" cap="rnd" cmpd="sng" algn="ctr">
            <a:solidFill>
              <a:srgbClr val="5246FF">
                <a:alpha val="20000"/>
              </a:srgbClr>
            </a:solidFill>
            <a:round/>
            <a:headEnd type="none"/>
            <a:tailEnd type="none"/>
          </a:ln>
        </p:spPr>
      </p:sp>
      <p:sp>
        <p:nvSpPr>
          <p:cNvPr id="22" name="synapse model / 0021 synaptic connection"/>
          <p:cNvSpPr/>
          <p:nvPr/>
        </p:nvSpPr>
        <p:spPr>
          <a:xfrm>
            <a:off x="1133856" y="1234440"/>
            <a:ext cx="1929384" cy="2155241"/>
          </a:xfrm>
          <a:custGeom>
            <a:avLst/>
            <a:gdLst/>
            <a:ahLst/>
            <a:cxnLst/>
            <a:rect l="0" t="0" r="r" b="b"/>
            <a:pathLst>
              <a:path w="211000" h="235700" fill="none" stroke="1" extrusionOk="0">
                <a:moveTo>
                  <a:pt x="0" y="0"/>
                </a:moveTo>
                <a:lnTo>
                  <a:pt x="211000" y="235700"/>
                </a:lnTo>
              </a:path>
            </a:pathLst>
          </a:custGeom>
          <a:noFill/>
          <a:ln w="12802" cap="rnd" cmpd="sng" algn="ctr">
            <a:solidFill>
              <a:srgbClr val="5246FF">
                <a:alpha val="20000"/>
              </a:srgbClr>
            </a:solidFill>
            <a:round/>
            <a:headEnd type="none"/>
            <a:tailEnd type="none"/>
          </a:ln>
        </p:spPr>
      </p:sp>
      <p:sp>
        <p:nvSpPr>
          <p:cNvPr id="23" name="synapse model / 0022 synaptic connection"/>
          <p:cNvSpPr/>
          <p:nvPr/>
        </p:nvSpPr>
        <p:spPr>
          <a:xfrm>
            <a:off x="1133856" y="1234440"/>
            <a:ext cx="1929384" cy="2457907"/>
          </a:xfrm>
          <a:custGeom>
            <a:avLst/>
            <a:gdLst/>
            <a:ahLst/>
            <a:cxnLst/>
            <a:rect l="0" t="0" r="r" b="b"/>
            <a:pathLst>
              <a:path w="211000" h="268800" fill="none" stroke="1" extrusionOk="0">
                <a:moveTo>
                  <a:pt x="0" y="0"/>
                </a:moveTo>
                <a:lnTo>
                  <a:pt x="211000" y="268800"/>
                </a:lnTo>
              </a:path>
            </a:pathLst>
          </a:custGeom>
          <a:noFill/>
          <a:ln w="12802" cap="rnd" cmpd="sng" algn="ctr">
            <a:solidFill>
              <a:srgbClr val="5246FF">
                <a:alpha val="20000"/>
              </a:srgbClr>
            </a:solidFill>
            <a:round/>
            <a:headEnd type="none"/>
            <a:tailEnd type="none"/>
          </a:ln>
        </p:spPr>
      </p:sp>
      <p:sp>
        <p:nvSpPr>
          <p:cNvPr id="24" name="synapse model / 0023 synaptic connection"/>
          <p:cNvSpPr/>
          <p:nvPr/>
        </p:nvSpPr>
        <p:spPr>
          <a:xfrm>
            <a:off x="1133856" y="1234440"/>
            <a:ext cx="1929384" cy="2760574"/>
          </a:xfrm>
          <a:custGeom>
            <a:avLst/>
            <a:gdLst/>
            <a:ahLst/>
            <a:cxnLst/>
            <a:rect l="0" t="0" r="r" b="b"/>
            <a:pathLst>
              <a:path w="211000" h="301900" fill="none" stroke="1" extrusionOk="0">
                <a:moveTo>
                  <a:pt x="0" y="0"/>
                </a:moveTo>
                <a:lnTo>
                  <a:pt x="211000" y="301900"/>
                </a:lnTo>
              </a:path>
            </a:pathLst>
          </a:custGeom>
          <a:noFill/>
          <a:ln w="12802" cap="rnd" cmpd="sng" algn="ctr">
            <a:solidFill>
              <a:srgbClr val="5246FF">
                <a:alpha val="20000"/>
              </a:srgbClr>
            </a:solidFill>
            <a:round/>
            <a:headEnd type="none"/>
            <a:tailEnd type="none"/>
          </a:ln>
        </p:spPr>
      </p:sp>
      <p:sp>
        <p:nvSpPr>
          <p:cNvPr id="25" name="synapse model / 0024 synaptic connection"/>
          <p:cNvSpPr/>
          <p:nvPr/>
        </p:nvSpPr>
        <p:spPr>
          <a:xfrm>
            <a:off x="1133856" y="1234440"/>
            <a:ext cx="1929384" cy="3063240"/>
          </a:xfrm>
          <a:custGeom>
            <a:avLst/>
            <a:gdLst/>
            <a:ahLst/>
            <a:cxnLst/>
            <a:rect l="0" t="0" r="r" b="b"/>
            <a:pathLst>
              <a:path w="211000" h="335000" fill="none" stroke="1" extrusionOk="0">
                <a:moveTo>
                  <a:pt x="0" y="0"/>
                </a:moveTo>
                <a:lnTo>
                  <a:pt x="211000" y="335000"/>
                </a:lnTo>
              </a:path>
            </a:pathLst>
          </a:custGeom>
          <a:noFill/>
          <a:ln w="12802" cap="rnd" cmpd="sng" algn="ctr">
            <a:solidFill>
              <a:srgbClr val="5246FF">
                <a:alpha val="20000"/>
              </a:srgbClr>
            </a:solidFill>
            <a:round/>
            <a:headEnd type="none"/>
            <a:tailEnd type="none"/>
          </a:ln>
        </p:spPr>
      </p:sp>
      <p:sp>
        <p:nvSpPr>
          <p:cNvPr id="26" name="synapse model / 0025 synaptic connection"/>
          <p:cNvSpPr/>
          <p:nvPr/>
        </p:nvSpPr>
        <p:spPr>
          <a:xfrm>
            <a:off x="1133856" y="1234440"/>
            <a:ext cx="1929384" cy="3365906"/>
          </a:xfrm>
          <a:custGeom>
            <a:avLst/>
            <a:gdLst/>
            <a:ahLst/>
            <a:cxnLst/>
            <a:rect l="0" t="0" r="r" b="b"/>
            <a:pathLst>
              <a:path w="211000" h="368100" fill="none" stroke="1" extrusionOk="0">
                <a:moveTo>
                  <a:pt x="0" y="0"/>
                </a:moveTo>
                <a:lnTo>
                  <a:pt x="211000" y="368100"/>
                </a:lnTo>
              </a:path>
            </a:pathLst>
          </a:custGeom>
          <a:noFill/>
          <a:ln w="12802" cap="rnd" cmpd="sng" algn="ctr">
            <a:solidFill>
              <a:srgbClr val="5246FF">
                <a:alpha val="20000"/>
              </a:srgbClr>
            </a:solidFill>
            <a:round/>
            <a:headEnd type="none"/>
            <a:tailEnd type="none"/>
          </a:ln>
        </p:spPr>
      </p:sp>
      <p:sp>
        <p:nvSpPr>
          <p:cNvPr id="27" name="synapse model / 0026 synaptic connection"/>
          <p:cNvSpPr/>
          <p:nvPr/>
        </p:nvSpPr>
        <p:spPr>
          <a:xfrm>
            <a:off x="1133856" y="1234440"/>
            <a:ext cx="1929384" cy="3668573"/>
          </a:xfrm>
          <a:custGeom>
            <a:avLst/>
            <a:gdLst/>
            <a:ahLst/>
            <a:cxnLst/>
            <a:rect l="0" t="0" r="r" b="b"/>
            <a:pathLst>
              <a:path w="211000" h="401200" fill="none" stroke="1" extrusionOk="0">
                <a:moveTo>
                  <a:pt x="0" y="0"/>
                </a:moveTo>
                <a:lnTo>
                  <a:pt x="211000" y="401200"/>
                </a:lnTo>
              </a:path>
            </a:pathLst>
          </a:custGeom>
          <a:noFill/>
          <a:ln w="12802" cap="rnd" cmpd="sng" algn="ctr">
            <a:solidFill>
              <a:srgbClr val="5246FF">
                <a:alpha val="20000"/>
              </a:srgbClr>
            </a:solidFill>
            <a:round/>
            <a:headEnd type="none"/>
            <a:tailEnd type="none"/>
          </a:ln>
        </p:spPr>
      </p:sp>
      <p:sp>
        <p:nvSpPr>
          <p:cNvPr id="28" name="synapse model / 0027 synaptic connection"/>
          <p:cNvSpPr/>
          <p:nvPr/>
        </p:nvSpPr>
        <p:spPr>
          <a:xfrm>
            <a:off x="1133856" y="1271016"/>
            <a:ext cx="1929384" cy="267005"/>
          </a:xfrm>
          <a:custGeom>
            <a:avLst/>
            <a:gdLst/>
            <a:ahLst/>
            <a:cxnLst/>
            <a:rect l="0" t="0" r="r" b="b"/>
            <a:pathLst>
              <a:path w="211000" h="29200" fill="none" stroke="1" extrusionOk="0">
                <a:moveTo>
                  <a:pt x="0" y="29200"/>
                </a:moveTo>
                <a:lnTo>
                  <a:pt x="211000" y="0"/>
                </a:lnTo>
              </a:path>
            </a:pathLst>
          </a:custGeom>
          <a:noFill/>
          <a:ln w="12802" cap="rnd" cmpd="sng" algn="ctr">
            <a:solidFill>
              <a:srgbClr val="5246FF">
                <a:alpha val="20000"/>
              </a:srgbClr>
            </a:solidFill>
            <a:round/>
            <a:headEnd type="none"/>
            <a:tailEnd type="none"/>
          </a:ln>
        </p:spPr>
      </p:sp>
      <p:sp>
        <p:nvSpPr>
          <p:cNvPr id="29" name="synapse model / 0028 synaptic connection"/>
          <p:cNvSpPr/>
          <p:nvPr/>
        </p:nvSpPr>
        <p:spPr>
          <a:xfrm>
            <a:off x="1133856" y="1538021"/>
            <a:ext cx="1929384" cy="35662"/>
          </a:xfrm>
          <a:custGeom>
            <a:avLst/>
            <a:gdLst/>
            <a:ahLst/>
            <a:cxnLst/>
            <a:rect l="0" t="0" r="r" b="b"/>
            <a:pathLst>
              <a:path w="211000" h="3900" fill="none" stroke="1" extrusionOk="0">
                <a:moveTo>
                  <a:pt x="0" y="0"/>
                </a:moveTo>
                <a:lnTo>
                  <a:pt x="211000" y="3900"/>
                </a:lnTo>
              </a:path>
            </a:pathLst>
          </a:custGeom>
          <a:noFill/>
          <a:ln w="12802" cap="rnd" cmpd="sng" algn="ctr">
            <a:solidFill>
              <a:srgbClr val="5246FF">
                <a:alpha val="20000"/>
              </a:srgbClr>
            </a:solidFill>
            <a:round/>
            <a:headEnd type="none"/>
            <a:tailEnd type="none"/>
          </a:ln>
        </p:spPr>
      </p:sp>
      <p:sp>
        <p:nvSpPr>
          <p:cNvPr id="30" name="synapse model / 0029 synaptic connection"/>
          <p:cNvSpPr/>
          <p:nvPr/>
        </p:nvSpPr>
        <p:spPr>
          <a:xfrm>
            <a:off x="1133856" y="1538021"/>
            <a:ext cx="1929384" cy="338328"/>
          </a:xfrm>
          <a:custGeom>
            <a:avLst/>
            <a:gdLst/>
            <a:ahLst/>
            <a:cxnLst/>
            <a:rect l="0" t="0" r="r" b="b"/>
            <a:pathLst>
              <a:path w="211000" h="37000" fill="none" stroke="1" extrusionOk="0">
                <a:moveTo>
                  <a:pt x="0" y="0"/>
                </a:moveTo>
                <a:lnTo>
                  <a:pt x="211000" y="37000"/>
                </a:lnTo>
              </a:path>
            </a:pathLst>
          </a:custGeom>
          <a:noFill/>
          <a:ln w="12802" cap="rnd" cmpd="sng" algn="ctr">
            <a:solidFill>
              <a:srgbClr val="5246FF">
                <a:alpha val="20000"/>
              </a:srgbClr>
            </a:solidFill>
            <a:round/>
            <a:headEnd type="none"/>
            <a:tailEnd type="none"/>
          </a:ln>
        </p:spPr>
      </p:sp>
      <p:sp>
        <p:nvSpPr>
          <p:cNvPr id="31" name="synapse model / 0030 synaptic connection"/>
          <p:cNvSpPr/>
          <p:nvPr/>
        </p:nvSpPr>
        <p:spPr>
          <a:xfrm>
            <a:off x="1133856" y="1538021"/>
            <a:ext cx="1929384" cy="640994"/>
          </a:xfrm>
          <a:custGeom>
            <a:avLst/>
            <a:gdLst/>
            <a:ahLst/>
            <a:cxnLst/>
            <a:rect l="0" t="0" r="r" b="b"/>
            <a:pathLst>
              <a:path w="211000" h="70100" fill="none" stroke="1" extrusionOk="0">
                <a:moveTo>
                  <a:pt x="0" y="0"/>
                </a:moveTo>
                <a:lnTo>
                  <a:pt x="211000" y="70100"/>
                </a:lnTo>
              </a:path>
            </a:pathLst>
          </a:custGeom>
          <a:noFill/>
          <a:ln w="12802" cap="rnd" cmpd="sng" algn="ctr">
            <a:solidFill>
              <a:srgbClr val="5246FF">
                <a:alpha val="20000"/>
              </a:srgbClr>
            </a:solidFill>
            <a:round/>
            <a:headEnd type="none"/>
            <a:tailEnd type="none"/>
          </a:ln>
        </p:spPr>
      </p:sp>
      <p:sp>
        <p:nvSpPr>
          <p:cNvPr id="32" name="synapse model / 0031 synaptic connection"/>
          <p:cNvSpPr/>
          <p:nvPr/>
        </p:nvSpPr>
        <p:spPr>
          <a:xfrm>
            <a:off x="1133856" y="1538021"/>
            <a:ext cx="1929384" cy="943661"/>
          </a:xfrm>
          <a:custGeom>
            <a:avLst/>
            <a:gdLst/>
            <a:ahLst/>
            <a:cxnLst/>
            <a:rect l="0" t="0" r="r" b="b"/>
            <a:pathLst>
              <a:path w="211000" h="103200" fill="none" stroke="1" extrusionOk="0">
                <a:moveTo>
                  <a:pt x="0" y="0"/>
                </a:moveTo>
                <a:lnTo>
                  <a:pt x="211000" y="103200"/>
                </a:lnTo>
              </a:path>
            </a:pathLst>
          </a:custGeom>
          <a:noFill/>
          <a:ln w="12802" cap="rnd" cmpd="sng" algn="ctr">
            <a:solidFill>
              <a:srgbClr val="5246FF">
                <a:alpha val="20000"/>
              </a:srgbClr>
            </a:solidFill>
            <a:round/>
            <a:headEnd type="none"/>
            <a:tailEnd type="none"/>
          </a:ln>
        </p:spPr>
      </p:sp>
      <p:sp>
        <p:nvSpPr>
          <p:cNvPr id="33" name="synapse model / 0032 synaptic connection"/>
          <p:cNvSpPr/>
          <p:nvPr/>
        </p:nvSpPr>
        <p:spPr>
          <a:xfrm>
            <a:off x="1133856" y="1538021"/>
            <a:ext cx="1929384" cy="1246327"/>
          </a:xfrm>
          <a:custGeom>
            <a:avLst/>
            <a:gdLst/>
            <a:ahLst/>
            <a:cxnLst/>
            <a:rect l="0" t="0" r="r" b="b"/>
            <a:pathLst>
              <a:path w="211000" h="136300" fill="none" stroke="1" extrusionOk="0">
                <a:moveTo>
                  <a:pt x="0" y="0"/>
                </a:moveTo>
                <a:lnTo>
                  <a:pt x="211000" y="136300"/>
                </a:lnTo>
              </a:path>
            </a:pathLst>
          </a:custGeom>
          <a:noFill/>
          <a:ln w="12802" cap="rnd" cmpd="sng" algn="ctr">
            <a:solidFill>
              <a:srgbClr val="5246FF">
                <a:alpha val="20000"/>
              </a:srgbClr>
            </a:solidFill>
            <a:round/>
            <a:headEnd type="none"/>
            <a:tailEnd type="none"/>
          </a:ln>
        </p:spPr>
      </p:sp>
      <p:sp>
        <p:nvSpPr>
          <p:cNvPr id="34" name="synapse model / 0033 synaptic connection"/>
          <p:cNvSpPr/>
          <p:nvPr/>
        </p:nvSpPr>
        <p:spPr>
          <a:xfrm>
            <a:off x="1133856" y="1538021"/>
            <a:ext cx="1929384" cy="1548994"/>
          </a:xfrm>
          <a:custGeom>
            <a:avLst/>
            <a:gdLst/>
            <a:ahLst/>
            <a:cxnLst/>
            <a:rect l="0" t="0" r="r" b="b"/>
            <a:pathLst>
              <a:path w="211000" h="169400" fill="none" stroke="1" extrusionOk="0">
                <a:moveTo>
                  <a:pt x="0" y="0"/>
                </a:moveTo>
                <a:lnTo>
                  <a:pt x="211000" y="169400"/>
                </a:lnTo>
              </a:path>
            </a:pathLst>
          </a:custGeom>
          <a:noFill/>
          <a:ln w="12802" cap="rnd" cmpd="sng" algn="ctr">
            <a:solidFill>
              <a:srgbClr val="5246FF">
                <a:alpha val="20000"/>
              </a:srgbClr>
            </a:solidFill>
            <a:round/>
            <a:headEnd type="none"/>
            <a:tailEnd type="none"/>
          </a:ln>
        </p:spPr>
      </p:sp>
      <p:sp>
        <p:nvSpPr>
          <p:cNvPr id="35" name="synapse model / 0034 synaptic connection"/>
          <p:cNvSpPr/>
          <p:nvPr/>
        </p:nvSpPr>
        <p:spPr>
          <a:xfrm>
            <a:off x="1133856" y="1538021"/>
            <a:ext cx="1929384" cy="1851660"/>
          </a:xfrm>
          <a:custGeom>
            <a:avLst/>
            <a:gdLst/>
            <a:ahLst/>
            <a:cxnLst/>
            <a:rect l="0" t="0" r="r" b="b"/>
            <a:pathLst>
              <a:path w="211000" h="202500" fill="none" stroke="1" extrusionOk="0">
                <a:moveTo>
                  <a:pt x="0" y="0"/>
                </a:moveTo>
                <a:lnTo>
                  <a:pt x="211000" y="202500"/>
                </a:lnTo>
              </a:path>
            </a:pathLst>
          </a:custGeom>
          <a:noFill/>
          <a:ln w="12802" cap="rnd" cmpd="sng" algn="ctr">
            <a:solidFill>
              <a:srgbClr val="5246FF">
                <a:alpha val="20000"/>
              </a:srgbClr>
            </a:solidFill>
            <a:round/>
            <a:headEnd type="none"/>
            <a:tailEnd type="none"/>
          </a:ln>
        </p:spPr>
      </p:sp>
      <p:sp>
        <p:nvSpPr>
          <p:cNvPr id="36" name="synapse model / 0035 synaptic connection"/>
          <p:cNvSpPr/>
          <p:nvPr/>
        </p:nvSpPr>
        <p:spPr>
          <a:xfrm>
            <a:off x="1133856" y="1538021"/>
            <a:ext cx="1929384" cy="2154326"/>
          </a:xfrm>
          <a:custGeom>
            <a:avLst/>
            <a:gdLst/>
            <a:ahLst/>
            <a:cxnLst/>
            <a:rect l="0" t="0" r="r" b="b"/>
            <a:pathLst>
              <a:path w="211000" h="235600" fill="none" stroke="1" extrusionOk="0">
                <a:moveTo>
                  <a:pt x="0" y="0"/>
                </a:moveTo>
                <a:lnTo>
                  <a:pt x="211000" y="235600"/>
                </a:lnTo>
              </a:path>
            </a:pathLst>
          </a:custGeom>
          <a:noFill/>
          <a:ln w="12802" cap="rnd" cmpd="sng" algn="ctr">
            <a:solidFill>
              <a:srgbClr val="5246FF">
                <a:alpha val="20000"/>
              </a:srgbClr>
            </a:solidFill>
            <a:round/>
            <a:headEnd type="none"/>
            <a:tailEnd type="none"/>
          </a:ln>
        </p:spPr>
      </p:sp>
      <p:sp>
        <p:nvSpPr>
          <p:cNvPr id="37" name="synapse model / 0036 synaptic connection"/>
          <p:cNvSpPr/>
          <p:nvPr/>
        </p:nvSpPr>
        <p:spPr>
          <a:xfrm>
            <a:off x="1133856" y="1538021"/>
            <a:ext cx="1929384" cy="2456993"/>
          </a:xfrm>
          <a:custGeom>
            <a:avLst/>
            <a:gdLst/>
            <a:ahLst/>
            <a:cxnLst/>
            <a:rect l="0" t="0" r="r" b="b"/>
            <a:pathLst>
              <a:path w="211000" h="268700" fill="none" stroke="1" extrusionOk="0">
                <a:moveTo>
                  <a:pt x="0" y="0"/>
                </a:moveTo>
                <a:lnTo>
                  <a:pt x="211000" y="268700"/>
                </a:lnTo>
              </a:path>
            </a:pathLst>
          </a:custGeom>
          <a:noFill/>
          <a:ln w="12802" cap="rnd" cmpd="sng" algn="ctr">
            <a:solidFill>
              <a:srgbClr val="5246FF">
                <a:alpha val="20000"/>
              </a:srgbClr>
            </a:solidFill>
            <a:round/>
            <a:headEnd type="none"/>
            <a:tailEnd type="none"/>
          </a:ln>
        </p:spPr>
      </p:sp>
      <p:sp>
        <p:nvSpPr>
          <p:cNvPr id="38" name="synapse model / 0037 synaptic connection"/>
          <p:cNvSpPr/>
          <p:nvPr/>
        </p:nvSpPr>
        <p:spPr>
          <a:xfrm>
            <a:off x="1133856" y="1538021"/>
            <a:ext cx="1929384" cy="2759659"/>
          </a:xfrm>
          <a:custGeom>
            <a:avLst/>
            <a:gdLst/>
            <a:ahLst/>
            <a:cxnLst/>
            <a:rect l="0" t="0" r="r" b="b"/>
            <a:pathLst>
              <a:path w="211000" h="301800" fill="none" stroke="1" extrusionOk="0">
                <a:moveTo>
                  <a:pt x="0" y="0"/>
                </a:moveTo>
                <a:lnTo>
                  <a:pt x="211000" y="301800"/>
                </a:lnTo>
              </a:path>
            </a:pathLst>
          </a:custGeom>
          <a:noFill/>
          <a:ln w="12802" cap="rnd" cmpd="sng" algn="ctr">
            <a:solidFill>
              <a:srgbClr val="5246FF">
                <a:alpha val="20000"/>
              </a:srgbClr>
            </a:solidFill>
            <a:round/>
            <a:headEnd type="none"/>
            <a:tailEnd type="none"/>
          </a:ln>
        </p:spPr>
      </p:sp>
      <p:sp>
        <p:nvSpPr>
          <p:cNvPr id="39" name="synapse model / 0038 synaptic connection"/>
          <p:cNvSpPr/>
          <p:nvPr/>
        </p:nvSpPr>
        <p:spPr>
          <a:xfrm>
            <a:off x="1133856" y="1538021"/>
            <a:ext cx="1929384" cy="3062326"/>
          </a:xfrm>
          <a:custGeom>
            <a:avLst/>
            <a:gdLst/>
            <a:ahLst/>
            <a:cxnLst/>
            <a:rect l="0" t="0" r="r" b="b"/>
            <a:pathLst>
              <a:path w="211000" h="334900" fill="none" stroke="1" extrusionOk="0">
                <a:moveTo>
                  <a:pt x="0" y="0"/>
                </a:moveTo>
                <a:lnTo>
                  <a:pt x="211000" y="334900"/>
                </a:lnTo>
              </a:path>
            </a:pathLst>
          </a:custGeom>
          <a:noFill/>
          <a:ln w="12802" cap="rnd" cmpd="sng" algn="ctr">
            <a:solidFill>
              <a:srgbClr val="5246FF">
                <a:alpha val="20000"/>
              </a:srgbClr>
            </a:solidFill>
            <a:round/>
            <a:headEnd type="none"/>
            <a:tailEnd type="none"/>
          </a:ln>
        </p:spPr>
      </p:sp>
      <p:sp>
        <p:nvSpPr>
          <p:cNvPr id="40" name="synapse model / 0039 synaptic connection"/>
          <p:cNvSpPr/>
          <p:nvPr/>
        </p:nvSpPr>
        <p:spPr>
          <a:xfrm>
            <a:off x="1133856" y="1538021"/>
            <a:ext cx="1929384" cy="3364992"/>
          </a:xfrm>
          <a:custGeom>
            <a:avLst/>
            <a:gdLst/>
            <a:ahLst/>
            <a:cxnLst/>
            <a:rect l="0" t="0" r="r" b="b"/>
            <a:pathLst>
              <a:path w="211000" h="368000" fill="none" stroke="1" extrusionOk="0">
                <a:moveTo>
                  <a:pt x="0" y="0"/>
                </a:moveTo>
                <a:lnTo>
                  <a:pt x="211000" y="368000"/>
                </a:lnTo>
              </a:path>
            </a:pathLst>
          </a:custGeom>
          <a:noFill/>
          <a:ln w="12802" cap="rnd" cmpd="sng" algn="ctr">
            <a:solidFill>
              <a:srgbClr val="5246FF">
                <a:alpha val="20000"/>
              </a:srgbClr>
            </a:solidFill>
            <a:round/>
            <a:headEnd type="none"/>
            <a:tailEnd type="none"/>
          </a:ln>
        </p:spPr>
      </p:sp>
      <p:sp>
        <p:nvSpPr>
          <p:cNvPr id="41" name="synapse model / 0040 synaptic connection"/>
          <p:cNvSpPr/>
          <p:nvPr/>
        </p:nvSpPr>
        <p:spPr>
          <a:xfrm>
            <a:off x="1133856" y="1271016"/>
            <a:ext cx="1929384" cy="570586"/>
          </a:xfrm>
          <a:custGeom>
            <a:avLst/>
            <a:gdLst/>
            <a:ahLst/>
            <a:cxnLst/>
            <a:rect l="0" t="0" r="r" b="b"/>
            <a:pathLst>
              <a:path w="211000" h="62400" fill="none" stroke="1" extrusionOk="0">
                <a:moveTo>
                  <a:pt x="0" y="62400"/>
                </a:moveTo>
                <a:lnTo>
                  <a:pt x="211000" y="0"/>
                </a:lnTo>
              </a:path>
            </a:pathLst>
          </a:custGeom>
          <a:noFill/>
          <a:ln w="12802" cap="rnd" cmpd="sng" algn="ctr">
            <a:solidFill>
              <a:srgbClr val="5246FF">
                <a:alpha val="20000"/>
              </a:srgbClr>
            </a:solidFill>
            <a:round/>
            <a:headEnd type="none"/>
            <a:tailEnd type="none"/>
          </a:ln>
        </p:spPr>
      </p:sp>
      <p:sp>
        <p:nvSpPr>
          <p:cNvPr id="42" name="synapse model / 0041 synaptic connection"/>
          <p:cNvSpPr/>
          <p:nvPr/>
        </p:nvSpPr>
        <p:spPr>
          <a:xfrm>
            <a:off x="1133856" y="1573682"/>
            <a:ext cx="1929384" cy="267919"/>
          </a:xfrm>
          <a:custGeom>
            <a:avLst/>
            <a:gdLst/>
            <a:ahLst/>
            <a:cxnLst/>
            <a:rect l="0" t="0" r="r" b="b"/>
            <a:pathLst>
              <a:path w="211000" h="29300" fill="none" stroke="1" extrusionOk="0">
                <a:moveTo>
                  <a:pt x="0" y="29300"/>
                </a:moveTo>
                <a:lnTo>
                  <a:pt x="211000" y="0"/>
                </a:lnTo>
              </a:path>
            </a:pathLst>
          </a:custGeom>
          <a:noFill/>
          <a:ln w="12802" cap="rnd" cmpd="sng" algn="ctr">
            <a:solidFill>
              <a:srgbClr val="5246FF">
                <a:alpha val="20000"/>
              </a:srgbClr>
            </a:solidFill>
            <a:round/>
            <a:headEnd type="none"/>
            <a:tailEnd type="none"/>
          </a:ln>
        </p:spPr>
      </p:sp>
      <p:sp>
        <p:nvSpPr>
          <p:cNvPr id="43" name="synapse model / 0042 synaptic connection"/>
          <p:cNvSpPr/>
          <p:nvPr/>
        </p:nvSpPr>
        <p:spPr>
          <a:xfrm>
            <a:off x="1133856" y="1841602"/>
            <a:ext cx="1929384" cy="34747"/>
          </a:xfrm>
          <a:custGeom>
            <a:avLst/>
            <a:gdLst/>
            <a:ahLst/>
            <a:cxnLst/>
            <a:rect l="0" t="0" r="r" b="b"/>
            <a:pathLst>
              <a:path w="211000" h="3800" fill="none" stroke="1" extrusionOk="0">
                <a:moveTo>
                  <a:pt x="0" y="0"/>
                </a:moveTo>
                <a:lnTo>
                  <a:pt x="211000" y="3800"/>
                </a:lnTo>
              </a:path>
            </a:pathLst>
          </a:custGeom>
          <a:noFill/>
          <a:ln w="12802" cap="rnd" cmpd="sng" algn="ctr">
            <a:solidFill>
              <a:srgbClr val="5246FF">
                <a:alpha val="20000"/>
              </a:srgbClr>
            </a:solidFill>
            <a:round/>
            <a:headEnd type="none"/>
            <a:tailEnd type="none"/>
          </a:ln>
        </p:spPr>
      </p:sp>
      <p:sp>
        <p:nvSpPr>
          <p:cNvPr id="44" name="synapse model / 0043 synaptic connection"/>
          <p:cNvSpPr/>
          <p:nvPr/>
        </p:nvSpPr>
        <p:spPr>
          <a:xfrm>
            <a:off x="1133856" y="1841602"/>
            <a:ext cx="1929384" cy="337414"/>
          </a:xfrm>
          <a:custGeom>
            <a:avLst/>
            <a:gdLst/>
            <a:ahLst/>
            <a:cxnLst/>
            <a:rect l="0" t="0" r="r" b="b"/>
            <a:pathLst>
              <a:path w="211000" h="36900" fill="none" stroke="1" extrusionOk="0">
                <a:moveTo>
                  <a:pt x="0" y="0"/>
                </a:moveTo>
                <a:lnTo>
                  <a:pt x="211000" y="36900"/>
                </a:lnTo>
              </a:path>
            </a:pathLst>
          </a:custGeom>
          <a:noFill/>
          <a:ln w="12802" cap="rnd" cmpd="sng" algn="ctr">
            <a:solidFill>
              <a:srgbClr val="5246FF">
                <a:alpha val="20000"/>
              </a:srgbClr>
            </a:solidFill>
            <a:round/>
            <a:headEnd type="none"/>
            <a:tailEnd type="none"/>
          </a:ln>
        </p:spPr>
      </p:sp>
      <p:sp>
        <p:nvSpPr>
          <p:cNvPr id="45" name="synapse model / 0044 synaptic connection"/>
          <p:cNvSpPr/>
          <p:nvPr/>
        </p:nvSpPr>
        <p:spPr>
          <a:xfrm>
            <a:off x="1133856" y="1841602"/>
            <a:ext cx="1929384" cy="640080"/>
          </a:xfrm>
          <a:custGeom>
            <a:avLst/>
            <a:gdLst/>
            <a:ahLst/>
            <a:cxnLst/>
            <a:rect l="0" t="0" r="r" b="b"/>
            <a:pathLst>
              <a:path w="211000" h="70000" fill="none" stroke="1" extrusionOk="0">
                <a:moveTo>
                  <a:pt x="0" y="0"/>
                </a:moveTo>
                <a:lnTo>
                  <a:pt x="211000" y="70000"/>
                </a:lnTo>
              </a:path>
            </a:pathLst>
          </a:custGeom>
          <a:noFill/>
          <a:ln w="12802" cap="rnd" cmpd="sng" algn="ctr">
            <a:solidFill>
              <a:srgbClr val="5246FF">
                <a:alpha val="20000"/>
              </a:srgbClr>
            </a:solidFill>
            <a:round/>
            <a:headEnd type="none"/>
            <a:tailEnd type="none"/>
          </a:ln>
        </p:spPr>
      </p:sp>
      <p:sp>
        <p:nvSpPr>
          <p:cNvPr id="46" name="synapse model / 0045 synaptic connection"/>
          <p:cNvSpPr/>
          <p:nvPr/>
        </p:nvSpPr>
        <p:spPr>
          <a:xfrm>
            <a:off x="1133856" y="1841602"/>
            <a:ext cx="1929384" cy="942746"/>
          </a:xfrm>
          <a:custGeom>
            <a:avLst/>
            <a:gdLst/>
            <a:ahLst/>
            <a:cxnLst/>
            <a:rect l="0" t="0" r="r" b="b"/>
            <a:pathLst>
              <a:path w="211000" h="103100" fill="none" stroke="1" extrusionOk="0">
                <a:moveTo>
                  <a:pt x="0" y="0"/>
                </a:moveTo>
                <a:lnTo>
                  <a:pt x="211000" y="103100"/>
                </a:lnTo>
              </a:path>
            </a:pathLst>
          </a:custGeom>
          <a:noFill/>
          <a:ln w="12802" cap="rnd" cmpd="sng" algn="ctr">
            <a:solidFill>
              <a:srgbClr val="5246FF">
                <a:alpha val="20000"/>
              </a:srgbClr>
            </a:solidFill>
            <a:round/>
            <a:headEnd type="none"/>
            <a:tailEnd type="none"/>
          </a:ln>
        </p:spPr>
      </p:sp>
      <p:sp>
        <p:nvSpPr>
          <p:cNvPr id="47" name="synapse model / 0046 synaptic connection"/>
          <p:cNvSpPr/>
          <p:nvPr/>
        </p:nvSpPr>
        <p:spPr>
          <a:xfrm>
            <a:off x="1133856" y="1841602"/>
            <a:ext cx="1929384" cy="1245413"/>
          </a:xfrm>
          <a:custGeom>
            <a:avLst/>
            <a:gdLst/>
            <a:ahLst/>
            <a:cxnLst/>
            <a:rect l="0" t="0" r="r" b="b"/>
            <a:pathLst>
              <a:path w="211000" h="136200" fill="none" stroke="1" extrusionOk="0">
                <a:moveTo>
                  <a:pt x="0" y="0"/>
                </a:moveTo>
                <a:lnTo>
                  <a:pt x="211000" y="136200"/>
                </a:lnTo>
              </a:path>
            </a:pathLst>
          </a:custGeom>
          <a:noFill/>
          <a:ln w="12802" cap="rnd" cmpd="sng" algn="ctr">
            <a:solidFill>
              <a:srgbClr val="5246FF">
                <a:alpha val="20000"/>
              </a:srgbClr>
            </a:solidFill>
            <a:round/>
            <a:headEnd type="none"/>
            <a:tailEnd type="none"/>
          </a:ln>
        </p:spPr>
      </p:sp>
      <p:sp>
        <p:nvSpPr>
          <p:cNvPr id="48" name="synapse model / 0047 synaptic connection"/>
          <p:cNvSpPr/>
          <p:nvPr/>
        </p:nvSpPr>
        <p:spPr>
          <a:xfrm>
            <a:off x="1133856" y="1841602"/>
            <a:ext cx="1929384" cy="1548079"/>
          </a:xfrm>
          <a:custGeom>
            <a:avLst/>
            <a:gdLst/>
            <a:ahLst/>
            <a:cxnLst/>
            <a:rect l="0" t="0" r="r" b="b"/>
            <a:pathLst>
              <a:path w="211000" h="169300" fill="none" stroke="1" extrusionOk="0">
                <a:moveTo>
                  <a:pt x="0" y="0"/>
                </a:moveTo>
                <a:lnTo>
                  <a:pt x="211000" y="169300"/>
                </a:lnTo>
              </a:path>
            </a:pathLst>
          </a:custGeom>
          <a:noFill/>
          <a:ln w="12802" cap="rnd" cmpd="sng" algn="ctr">
            <a:solidFill>
              <a:srgbClr val="5246FF">
                <a:alpha val="20000"/>
              </a:srgbClr>
            </a:solidFill>
            <a:round/>
            <a:headEnd type="none"/>
            <a:tailEnd type="none"/>
          </a:ln>
        </p:spPr>
      </p:sp>
      <p:sp>
        <p:nvSpPr>
          <p:cNvPr id="49" name="synapse model / 0048 synaptic connection"/>
          <p:cNvSpPr/>
          <p:nvPr/>
        </p:nvSpPr>
        <p:spPr>
          <a:xfrm>
            <a:off x="1133856" y="1841602"/>
            <a:ext cx="1929384" cy="1850746"/>
          </a:xfrm>
          <a:custGeom>
            <a:avLst/>
            <a:gdLst/>
            <a:ahLst/>
            <a:cxnLst/>
            <a:rect l="0" t="0" r="r" b="b"/>
            <a:pathLst>
              <a:path w="211000" h="202400" fill="none" stroke="1" extrusionOk="0">
                <a:moveTo>
                  <a:pt x="0" y="0"/>
                </a:moveTo>
                <a:lnTo>
                  <a:pt x="211000" y="202400"/>
                </a:lnTo>
              </a:path>
            </a:pathLst>
          </a:custGeom>
          <a:noFill/>
          <a:ln w="12802" cap="rnd" cmpd="sng" algn="ctr">
            <a:solidFill>
              <a:srgbClr val="5246FF">
                <a:alpha val="20000"/>
              </a:srgbClr>
            </a:solidFill>
            <a:round/>
            <a:headEnd type="none"/>
            <a:tailEnd type="none"/>
          </a:ln>
        </p:spPr>
      </p:sp>
      <p:sp>
        <p:nvSpPr>
          <p:cNvPr id="50" name="synapse model / 0049 synaptic connection"/>
          <p:cNvSpPr/>
          <p:nvPr/>
        </p:nvSpPr>
        <p:spPr>
          <a:xfrm>
            <a:off x="1133856" y="1841602"/>
            <a:ext cx="1929384" cy="2153412"/>
          </a:xfrm>
          <a:custGeom>
            <a:avLst/>
            <a:gdLst/>
            <a:ahLst/>
            <a:cxnLst/>
            <a:rect l="0" t="0" r="r" b="b"/>
            <a:pathLst>
              <a:path w="211000" h="235500" fill="none" stroke="1" extrusionOk="0">
                <a:moveTo>
                  <a:pt x="0" y="0"/>
                </a:moveTo>
                <a:lnTo>
                  <a:pt x="211000" y="235500"/>
                </a:lnTo>
              </a:path>
            </a:pathLst>
          </a:custGeom>
          <a:noFill/>
          <a:ln w="12802" cap="rnd" cmpd="sng" algn="ctr">
            <a:solidFill>
              <a:srgbClr val="5246FF">
                <a:alpha val="20000"/>
              </a:srgbClr>
            </a:solidFill>
            <a:round/>
            <a:headEnd type="none"/>
            <a:tailEnd type="none"/>
          </a:ln>
        </p:spPr>
      </p:sp>
      <p:sp>
        <p:nvSpPr>
          <p:cNvPr id="51" name="synapse model / 0050 synaptic connection"/>
          <p:cNvSpPr/>
          <p:nvPr/>
        </p:nvSpPr>
        <p:spPr>
          <a:xfrm>
            <a:off x="1133856" y="1841602"/>
            <a:ext cx="1929384" cy="2456078"/>
          </a:xfrm>
          <a:custGeom>
            <a:avLst/>
            <a:gdLst/>
            <a:ahLst/>
            <a:cxnLst/>
            <a:rect l="0" t="0" r="r" b="b"/>
            <a:pathLst>
              <a:path w="211000" h="268600" fill="none" stroke="1" extrusionOk="0">
                <a:moveTo>
                  <a:pt x="0" y="0"/>
                </a:moveTo>
                <a:lnTo>
                  <a:pt x="211000" y="268600"/>
                </a:lnTo>
              </a:path>
            </a:pathLst>
          </a:custGeom>
          <a:noFill/>
          <a:ln w="12802" cap="rnd" cmpd="sng" algn="ctr">
            <a:solidFill>
              <a:srgbClr val="5246FF">
                <a:alpha val="20000"/>
              </a:srgbClr>
            </a:solidFill>
            <a:round/>
            <a:headEnd type="none"/>
            <a:tailEnd type="none"/>
          </a:ln>
        </p:spPr>
      </p:sp>
      <p:sp>
        <p:nvSpPr>
          <p:cNvPr id="52" name="synapse model / 0051 synaptic connection"/>
          <p:cNvSpPr/>
          <p:nvPr/>
        </p:nvSpPr>
        <p:spPr>
          <a:xfrm>
            <a:off x="1133856" y="1841602"/>
            <a:ext cx="1929384" cy="2758745"/>
          </a:xfrm>
          <a:custGeom>
            <a:avLst/>
            <a:gdLst/>
            <a:ahLst/>
            <a:cxnLst/>
            <a:rect l="0" t="0" r="r" b="b"/>
            <a:pathLst>
              <a:path w="211000" h="301700" fill="none" stroke="1" extrusionOk="0">
                <a:moveTo>
                  <a:pt x="0" y="0"/>
                </a:moveTo>
                <a:lnTo>
                  <a:pt x="211000" y="301700"/>
                </a:lnTo>
              </a:path>
            </a:pathLst>
          </a:custGeom>
          <a:noFill/>
          <a:ln w="12802" cap="rnd" cmpd="sng" algn="ctr">
            <a:solidFill>
              <a:srgbClr val="5246FF">
                <a:alpha val="20000"/>
              </a:srgbClr>
            </a:solidFill>
            <a:round/>
            <a:headEnd type="none"/>
            <a:tailEnd type="none"/>
          </a:ln>
        </p:spPr>
      </p:sp>
      <p:sp>
        <p:nvSpPr>
          <p:cNvPr id="53" name="synapse model / 0052 synaptic connection"/>
          <p:cNvSpPr/>
          <p:nvPr/>
        </p:nvSpPr>
        <p:spPr>
          <a:xfrm>
            <a:off x="1133856" y="1841602"/>
            <a:ext cx="1929384" cy="3061411"/>
          </a:xfrm>
          <a:custGeom>
            <a:avLst/>
            <a:gdLst/>
            <a:ahLst/>
            <a:cxnLst/>
            <a:rect l="0" t="0" r="r" b="b"/>
            <a:pathLst>
              <a:path w="211000" h="334800" fill="none" stroke="1" extrusionOk="0">
                <a:moveTo>
                  <a:pt x="0" y="0"/>
                </a:moveTo>
                <a:lnTo>
                  <a:pt x="211000" y="334800"/>
                </a:lnTo>
              </a:path>
            </a:pathLst>
          </a:custGeom>
          <a:noFill/>
          <a:ln w="12802" cap="rnd" cmpd="sng" algn="ctr">
            <a:solidFill>
              <a:srgbClr val="5246FF">
                <a:alpha val="20000"/>
              </a:srgbClr>
            </a:solidFill>
            <a:round/>
            <a:headEnd type="none"/>
            <a:tailEnd type="none"/>
          </a:ln>
        </p:spPr>
      </p:sp>
      <p:sp>
        <p:nvSpPr>
          <p:cNvPr id="54" name="synapse model / 0053 synaptic connection"/>
          <p:cNvSpPr/>
          <p:nvPr/>
        </p:nvSpPr>
        <p:spPr>
          <a:xfrm>
            <a:off x="1133856" y="1271016"/>
            <a:ext cx="1929384" cy="874166"/>
          </a:xfrm>
          <a:custGeom>
            <a:avLst/>
            <a:gdLst/>
            <a:ahLst/>
            <a:cxnLst/>
            <a:rect l="0" t="0" r="r" b="b"/>
            <a:pathLst>
              <a:path w="211000" h="95600" fill="none" stroke="1" extrusionOk="0">
                <a:moveTo>
                  <a:pt x="0" y="95600"/>
                </a:moveTo>
                <a:lnTo>
                  <a:pt x="211000" y="0"/>
                </a:lnTo>
              </a:path>
            </a:pathLst>
          </a:custGeom>
          <a:noFill/>
          <a:ln w="12802" cap="rnd" cmpd="sng" algn="ctr">
            <a:solidFill>
              <a:srgbClr val="5246FF">
                <a:alpha val="20000"/>
              </a:srgbClr>
            </a:solidFill>
            <a:round/>
            <a:headEnd type="none"/>
            <a:tailEnd type="none"/>
          </a:ln>
        </p:spPr>
      </p:sp>
      <p:sp>
        <p:nvSpPr>
          <p:cNvPr id="55" name="synapse model / 0054 synaptic connection"/>
          <p:cNvSpPr/>
          <p:nvPr/>
        </p:nvSpPr>
        <p:spPr>
          <a:xfrm>
            <a:off x="1133856" y="1573682"/>
            <a:ext cx="1929384" cy="571500"/>
          </a:xfrm>
          <a:custGeom>
            <a:avLst/>
            <a:gdLst/>
            <a:ahLst/>
            <a:cxnLst/>
            <a:rect l="0" t="0" r="r" b="b"/>
            <a:pathLst>
              <a:path w="211000" h="62500" fill="none" stroke="1" extrusionOk="0">
                <a:moveTo>
                  <a:pt x="0" y="62500"/>
                </a:moveTo>
                <a:lnTo>
                  <a:pt x="211000" y="0"/>
                </a:lnTo>
              </a:path>
            </a:pathLst>
          </a:custGeom>
          <a:noFill/>
          <a:ln w="12802" cap="rnd" cmpd="sng" algn="ctr">
            <a:solidFill>
              <a:srgbClr val="5246FF">
                <a:alpha val="20000"/>
              </a:srgbClr>
            </a:solidFill>
            <a:round/>
            <a:headEnd type="none"/>
            <a:tailEnd type="none"/>
          </a:ln>
        </p:spPr>
      </p:sp>
      <p:sp>
        <p:nvSpPr>
          <p:cNvPr id="56" name="synapse model / 0055 synaptic connection"/>
          <p:cNvSpPr/>
          <p:nvPr/>
        </p:nvSpPr>
        <p:spPr>
          <a:xfrm>
            <a:off x="1133856" y="1876349"/>
            <a:ext cx="1929384" cy="268834"/>
          </a:xfrm>
          <a:custGeom>
            <a:avLst/>
            <a:gdLst/>
            <a:ahLst/>
            <a:cxnLst/>
            <a:rect l="0" t="0" r="r" b="b"/>
            <a:pathLst>
              <a:path w="211000" h="29400" fill="none" stroke="1" extrusionOk="0">
                <a:moveTo>
                  <a:pt x="0" y="29400"/>
                </a:moveTo>
                <a:lnTo>
                  <a:pt x="211000" y="0"/>
                </a:lnTo>
              </a:path>
            </a:pathLst>
          </a:custGeom>
          <a:noFill/>
          <a:ln w="12802" cap="rnd" cmpd="sng" algn="ctr">
            <a:solidFill>
              <a:srgbClr val="5246FF">
                <a:alpha val="20000"/>
              </a:srgbClr>
            </a:solidFill>
            <a:round/>
            <a:headEnd type="none"/>
            <a:tailEnd type="none"/>
          </a:ln>
        </p:spPr>
      </p:sp>
      <p:sp>
        <p:nvSpPr>
          <p:cNvPr id="57" name="synapse model / 0056 synaptic connection"/>
          <p:cNvSpPr/>
          <p:nvPr/>
        </p:nvSpPr>
        <p:spPr>
          <a:xfrm>
            <a:off x="1133856" y="2145182"/>
            <a:ext cx="1929384" cy="33833"/>
          </a:xfrm>
          <a:custGeom>
            <a:avLst/>
            <a:gdLst/>
            <a:ahLst/>
            <a:cxnLst/>
            <a:rect l="0" t="0" r="r" b="b"/>
            <a:pathLst>
              <a:path w="211000" h="3700" fill="none" stroke="1" extrusionOk="0">
                <a:moveTo>
                  <a:pt x="0" y="0"/>
                </a:moveTo>
                <a:lnTo>
                  <a:pt x="211000" y="3700"/>
                </a:lnTo>
              </a:path>
            </a:pathLst>
          </a:custGeom>
          <a:noFill/>
          <a:ln w="12802" cap="rnd" cmpd="sng" algn="ctr">
            <a:solidFill>
              <a:srgbClr val="5246FF">
                <a:alpha val="20000"/>
              </a:srgbClr>
            </a:solidFill>
            <a:round/>
            <a:headEnd type="none"/>
            <a:tailEnd type="none"/>
          </a:ln>
        </p:spPr>
      </p:sp>
      <p:sp>
        <p:nvSpPr>
          <p:cNvPr id="58" name="synapse model / 0057 synaptic connection"/>
          <p:cNvSpPr/>
          <p:nvPr/>
        </p:nvSpPr>
        <p:spPr>
          <a:xfrm>
            <a:off x="1133856" y="2145182"/>
            <a:ext cx="1929384" cy="336499"/>
          </a:xfrm>
          <a:custGeom>
            <a:avLst/>
            <a:gdLst/>
            <a:ahLst/>
            <a:cxnLst/>
            <a:rect l="0" t="0" r="r" b="b"/>
            <a:pathLst>
              <a:path w="211000" h="36800" fill="none" stroke="1" extrusionOk="0">
                <a:moveTo>
                  <a:pt x="0" y="0"/>
                </a:moveTo>
                <a:lnTo>
                  <a:pt x="211000" y="36800"/>
                </a:lnTo>
              </a:path>
            </a:pathLst>
          </a:custGeom>
          <a:noFill/>
          <a:ln w="12802" cap="rnd" cmpd="sng" algn="ctr">
            <a:solidFill>
              <a:srgbClr val="5246FF">
                <a:alpha val="20000"/>
              </a:srgbClr>
            </a:solidFill>
            <a:round/>
            <a:headEnd type="none"/>
            <a:tailEnd type="none"/>
          </a:ln>
        </p:spPr>
      </p:sp>
      <p:sp>
        <p:nvSpPr>
          <p:cNvPr id="59" name="synapse model / 0058 synaptic connection"/>
          <p:cNvSpPr/>
          <p:nvPr/>
        </p:nvSpPr>
        <p:spPr>
          <a:xfrm>
            <a:off x="1133856" y="2145182"/>
            <a:ext cx="1929384" cy="639166"/>
          </a:xfrm>
          <a:custGeom>
            <a:avLst/>
            <a:gdLst/>
            <a:ahLst/>
            <a:cxnLst/>
            <a:rect l="0" t="0" r="r" b="b"/>
            <a:pathLst>
              <a:path w="211000" h="69900" fill="none" stroke="1" extrusionOk="0">
                <a:moveTo>
                  <a:pt x="0" y="0"/>
                </a:moveTo>
                <a:lnTo>
                  <a:pt x="211000" y="69900"/>
                </a:lnTo>
              </a:path>
            </a:pathLst>
          </a:custGeom>
          <a:noFill/>
          <a:ln w="12802" cap="rnd" cmpd="sng" algn="ctr">
            <a:solidFill>
              <a:srgbClr val="5246FF">
                <a:alpha val="20000"/>
              </a:srgbClr>
            </a:solidFill>
            <a:round/>
            <a:headEnd type="none"/>
            <a:tailEnd type="none"/>
          </a:ln>
        </p:spPr>
      </p:sp>
      <p:sp>
        <p:nvSpPr>
          <p:cNvPr id="60" name="synapse model / 0059 synaptic connection"/>
          <p:cNvSpPr/>
          <p:nvPr/>
        </p:nvSpPr>
        <p:spPr>
          <a:xfrm>
            <a:off x="1133856" y="2145182"/>
            <a:ext cx="1929384" cy="941832"/>
          </a:xfrm>
          <a:custGeom>
            <a:avLst/>
            <a:gdLst/>
            <a:ahLst/>
            <a:cxnLst/>
            <a:rect l="0" t="0" r="r" b="b"/>
            <a:pathLst>
              <a:path w="211000" h="103000" fill="none" stroke="1" extrusionOk="0">
                <a:moveTo>
                  <a:pt x="0" y="0"/>
                </a:moveTo>
                <a:lnTo>
                  <a:pt x="211000" y="103000"/>
                </a:lnTo>
              </a:path>
            </a:pathLst>
          </a:custGeom>
          <a:noFill/>
          <a:ln w="12802" cap="rnd" cmpd="sng" algn="ctr">
            <a:solidFill>
              <a:srgbClr val="5246FF">
                <a:alpha val="20000"/>
              </a:srgbClr>
            </a:solidFill>
            <a:round/>
            <a:headEnd type="none"/>
            <a:tailEnd type="none"/>
          </a:ln>
        </p:spPr>
      </p:sp>
      <p:sp>
        <p:nvSpPr>
          <p:cNvPr id="61" name="synapse model / 0060 synaptic connection"/>
          <p:cNvSpPr/>
          <p:nvPr/>
        </p:nvSpPr>
        <p:spPr>
          <a:xfrm>
            <a:off x="1133856" y="2145182"/>
            <a:ext cx="1929384" cy="1244498"/>
          </a:xfrm>
          <a:custGeom>
            <a:avLst/>
            <a:gdLst/>
            <a:ahLst/>
            <a:cxnLst/>
            <a:rect l="0" t="0" r="r" b="b"/>
            <a:pathLst>
              <a:path w="211000" h="136100" fill="none" stroke="1" extrusionOk="0">
                <a:moveTo>
                  <a:pt x="0" y="0"/>
                </a:moveTo>
                <a:lnTo>
                  <a:pt x="211000" y="136100"/>
                </a:lnTo>
              </a:path>
            </a:pathLst>
          </a:custGeom>
          <a:noFill/>
          <a:ln w="12802" cap="rnd" cmpd="sng" algn="ctr">
            <a:solidFill>
              <a:srgbClr val="5246FF">
                <a:alpha val="20000"/>
              </a:srgbClr>
            </a:solidFill>
            <a:round/>
            <a:headEnd type="none"/>
            <a:tailEnd type="none"/>
          </a:ln>
        </p:spPr>
      </p:sp>
      <p:sp>
        <p:nvSpPr>
          <p:cNvPr id="62" name="synapse model / 0061 synaptic connection"/>
          <p:cNvSpPr/>
          <p:nvPr/>
        </p:nvSpPr>
        <p:spPr>
          <a:xfrm>
            <a:off x="1133856" y="2145182"/>
            <a:ext cx="1929384" cy="1547165"/>
          </a:xfrm>
          <a:custGeom>
            <a:avLst/>
            <a:gdLst/>
            <a:ahLst/>
            <a:cxnLst/>
            <a:rect l="0" t="0" r="r" b="b"/>
            <a:pathLst>
              <a:path w="211000" h="169200" fill="none" stroke="1" extrusionOk="0">
                <a:moveTo>
                  <a:pt x="0" y="0"/>
                </a:moveTo>
                <a:lnTo>
                  <a:pt x="211000" y="169200"/>
                </a:lnTo>
              </a:path>
            </a:pathLst>
          </a:custGeom>
          <a:noFill/>
          <a:ln w="12802" cap="rnd" cmpd="sng" algn="ctr">
            <a:solidFill>
              <a:srgbClr val="5246FF">
                <a:alpha val="20000"/>
              </a:srgbClr>
            </a:solidFill>
            <a:round/>
            <a:headEnd type="none"/>
            <a:tailEnd type="none"/>
          </a:ln>
        </p:spPr>
      </p:sp>
      <p:sp>
        <p:nvSpPr>
          <p:cNvPr id="63" name="synapse model / 0062 synaptic connection"/>
          <p:cNvSpPr/>
          <p:nvPr/>
        </p:nvSpPr>
        <p:spPr>
          <a:xfrm>
            <a:off x="1133856" y="2145182"/>
            <a:ext cx="1929384" cy="1849831"/>
          </a:xfrm>
          <a:custGeom>
            <a:avLst/>
            <a:gdLst/>
            <a:ahLst/>
            <a:cxnLst/>
            <a:rect l="0" t="0" r="r" b="b"/>
            <a:pathLst>
              <a:path w="211000" h="202300" fill="none" stroke="1" extrusionOk="0">
                <a:moveTo>
                  <a:pt x="0" y="0"/>
                </a:moveTo>
                <a:lnTo>
                  <a:pt x="211000" y="202300"/>
                </a:lnTo>
              </a:path>
            </a:pathLst>
          </a:custGeom>
          <a:noFill/>
          <a:ln w="12802" cap="rnd" cmpd="sng" algn="ctr">
            <a:solidFill>
              <a:srgbClr val="5246FF">
                <a:alpha val="20000"/>
              </a:srgbClr>
            </a:solidFill>
            <a:round/>
            <a:headEnd type="none"/>
            <a:tailEnd type="none"/>
          </a:ln>
        </p:spPr>
      </p:sp>
      <p:sp>
        <p:nvSpPr>
          <p:cNvPr id="64" name="synapse model / 0063 synaptic connection"/>
          <p:cNvSpPr/>
          <p:nvPr/>
        </p:nvSpPr>
        <p:spPr>
          <a:xfrm>
            <a:off x="1133856" y="2145182"/>
            <a:ext cx="1929384" cy="2152498"/>
          </a:xfrm>
          <a:custGeom>
            <a:avLst/>
            <a:gdLst/>
            <a:ahLst/>
            <a:cxnLst/>
            <a:rect l="0" t="0" r="r" b="b"/>
            <a:pathLst>
              <a:path w="211000" h="235400" fill="none" stroke="1" extrusionOk="0">
                <a:moveTo>
                  <a:pt x="0" y="0"/>
                </a:moveTo>
                <a:lnTo>
                  <a:pt x="211000" y="235400"/>
                </a:lnTo>
              </a:path>
            </a:pathLst>
          </a:custGeom>
          <a:noFill/>
          <a:ln w="12802" cap="rnd" cmpd="sng" algn="ctr">
            <a:solidFill>
              <a:srgbClr val="5246FF">
                <a:alpha val="20000"/>
              </a:srgbClr>
            </a:solidFill>
            <a:round/>
            <a:headEnd type="none"/>
            <a:tailEnd type="none"/>
          </a:ln>
        </p:spPr>
      </p:sp>
      <p:sp>
        <p:nvSpPr>
          <p:cNvPr id="65" name="synapse model / 0064 synaptic connection"/>
          <p:cNvSpPr/>
          <p:nvPr/>
        </p:nvSpPr>
        <p:spPr>
          <a:xfrm>
            <a:off x="1133856" y="2145182"/>
            <a:ext cx="1929384" cy="2455164"/>
          </a:xfrm>
          <a:custGeom>
            <a:avLst/>
            <a:gdLst/>
            <a:ahLst/>
            <a:cxnLst/>
            <a:rect l="0" t="0" r="r" b="b"/>
            <a:pathLst>
              <a:path w="211000" h="268500" fill="none" stroke="1" extrusionOk="0">
                <a:moveTo>
                  <a:pt x="0" y="0"/>
                </a:moveTo>
                <a:lnTo>
                  <a:pt x="211000" y="268500"/>
                </a:lnTo>
              </a:path>
            </a:pathLst>
          </a:custGeom>
          <a:noFill/>
          <a:ln w="12802" cap="rnd" cmpd="sng" algn="ctr">
            <a:solidFill>
              <a:srgbClr val="5246FF">
                <a:alpha val="20000"/>
              </a:srgbClr>
            </a:solidFill>
            <a:round/>
            <a:headEnd type="none"/>
            <a:tailEnd type="none"/>
          </a:ln>
        </p:spPr>
      </p:sp>
      <p:sp>
        <p:nvSpPr>
          <p:cNvPr id="66" name="synapse model / 0065 synaptic connection"/>
          <p:cNvSpPr/>
          <p:nvPr/>
        </p:nvSpPr>
        <p:spPr>
          <a:xfrm>
            <a:off x="1133856" y="2145182"/>
            <a:ext cx="1929384" cy="2757830"/>
          </a:xfrm>
          <a:custGeom>
            <a:avLst/>
            <a:gdLst/>
            <a:ahLst/>
            <a:cxnLst/>
            <a:rect l="0" t="0" r="r" b="b"/>
            <a:pathLst>
              <a:path w="211000" h="301600" fill="none" stroke="1" extrusionOk="0">
                <a:moveTo>
                  <a:pt x="0" y="0"/>
                </a:moveTo>
                <a:lnTo>
                  <a:pt x="211000" y="301600"/>
                </a:lnTo>
              </a:path>
            </a:pathLst>
          </a:custGeom>
          <a:noFill/>
          <a:ln w="12802" cap="rnd" cmpd="sng" algn="ctr">
            <a:solidFill>
              <a:srgbClr val="5246FF">
                <a:alpha val="20000"/>
              </a:srgbClr>
            </a:solidFill>
            <a:round/>
            <a:headEnd type="none"/>
            <a:tailEnd type="none"/>
          </a:ln>
        </p:spPr>
      </p:sp>
      <p:sp>
        <p:nvSpPr>
          <p:cNvPr id="67" name="synapse model / 0066 synaptic connection"/>
          <p:cNvSpPr/>
          <p:nvPr/>
        </p:nvSpPr>
        <p:spPr>
          <a:xfrm>
            <a:off x="1133856" y="1271016"/>
            <a:ext cx="1929384" cy="1177747"/>
          </a:xfrm>
          <a:custGeom>
            <a:avLst/>
            <a:gdLst/>
            <a:ahLst/>
            <a:cxnLst/>
            <a:rect l="0" t="0" r="r" b="b"/>
            <a:pathLst>
              <a:path w="211000" h="128800" fill="none" stroke="1" extrusionOk="0">
                <a:moveTo>
                  <a:pt x="0" y="128800"/>
                </a:moveTo>
                <a:lnTo>
                  <a:pt x="211000" y="0"/>
                </a:lnTo>
              </a:path>
            </a:pathLst>
          </a:custGeom>
          <a:noFill/>
          <a:ln w="12802" cap="rnd" cmpd="sng" algn="ctr">
            <a:solidFill>
              <a:srgbClr val="5246FF">
                <a:alpha val="20000"/>
              </a:srgbClr>
            </a:solidFill>
            <a:round/>
            <a:headEnd type="none"/>
            <a:tailEnd type="none"/>
          </a:ln>
        </p:spPr>
      </p:sp>
      <p:sp>
        <p:nvSpPr>
          <p:cNvPr id="68" name="synapse model / 0067 synaptic connection"/>
          <p:cNvSpPr/>
          <p:nvPr/>
        </p:nvSpPr>
        <p:spPr>
          <a:xfrm>
            <a:off x="1133856" y="1573682"/>
            <a:ext cx="1929384" cy="875081"/>
          </a:xfrm>
          <a:custGeom>
            <a:avLst/>
            <a:gdLst/>
            <a:ahLst/>
            <a:cxnLst/>
            <a:rect l="0" t="0" r="r" b="b"/>
            <a:pathLst>
              <a:path w="211000" h="95700" fill="none" stroke="1" extrusionOk="0">
                <a:moveTo>
                  <a:pt x="0" y="95700"/>
                </a:moveTo>
                <a:lnTo>
                  <a:pt x="211000" y="0"/>
                </a:lnTo>
              </a:path>
            </a:pathLst>
          </a:custGeom>
          <a:noFill/>
          <a:ln w="12802" cap="rnd" cmpd="sng" algn="ctr">
            <a:solidFill>
              <a:srgbClr val="5246FF">
                <a:alpha val="20000"/>
              </a:srgbClr>
            </a:solidFill>
            <a:round/>
            <a:headEnd type="none"/>
            <a:tailEnd type="none"/>
          </a:ln>
        </p:spPr>
      </p:sp>
      <p:sp>
        <p:nvSpPr>
          <p:cNvPr id="69" name="synapse model / 0068 synaptic connection"/>
          <p:cNvSpPr/>
          <p:nvPr/>
        </p:nvSpPr>
        <p:spPr>
          <a:xfrm>
            <a:off x="1133856" y="1876349"/>
            <a:ext cx="1929384" cy="572414"/>
          </a:xfrm>
          <a:custGeom>
            <a:avLst/>
            <a:gdLst/>
            <a:ahLst/>
            <a:cxnLst/>
            <a:rect l="0" t="0" r="r" b="b"/>
            <a:pathLst>
              <a:path w="211000" h="62600" fill="none" stroke="1" extrusionOk="0">
                <a:moveTo>
                  <a:pt x="0" y="62600"/>
                </a:moveTo>
                <a:lnTo>
                  <a:pt x="211000" y="0"/>
                </a:lnTo>
              </a:path>
            </a:pathLst>
          </a:custGeom>
          <a:noFill/>
          <a:ln w="12802" cap="rnd" cmpd="sng" algn="ctr">
            <a:solidFill>
              <a:srgbClr val="5246FF">
                <a:alpha val="20000"/>
              </a:srgbClr>
            </a:solidFill>
            <a:round/>
            <a:headEnd type="none"/>
            <a:tailEnd type="none"/>
          </a:ln>
        </p:spPr>
      </p:sp>
      <p:sp>
        <p:nvSpPr>
          <p:cNvPr id="70" name="synapse model / 0069 synaptic connection"/>
          <p:cNvSpPr/>
          <p:nvPr/>
        </p:nvSpPr>
        <p:spPr>
          <a:xfrm>
            <a:off x="1133856" y="2179015"/>
            <a:ext cx="1929384" cy="269748"/>
          </a:xfrm>
          <a:custGeom>
            <a:avLst/>
            <a:gdLst/>
            <a:ahLst/>
            <a:cxnLst/>
            <a:rect l="0" t="0" r="r" b="b"/>
            <a:pathLst>
              <a:path w="211000" h="29500" fill="none" stroke="1" extrusionOk="0">
                <a:moveTo>
                  <a:pt x="0" y="29500"/>
                </a:moveTo>
                <a:lnTo>
                  <a:pt x="211000" y="0"/>
                </a:lnTo>
              </a:path>
            </a:pathLst>
          </a:custGeom>
          <a:noFill/>
          <a:ln w="12802" cap="rnd" cmpd="sng" algn="ctr">
            <a:solidFill>
              <a:srgbClr val="5246FF">
                <a:alpha val="20000"/>
              </a:srgbClr>
            </a:solidFill>
            <a:round/>
            <a:headEnd type="none"/>
            <a:tailEnd type="none"/>
          </a:ln>
        </p:spPr>
      </p:sp>
      <p:sp>
        <p:nvSpPr>
          <p:cNvPr id="71" name="synapse model / 0070 synaptic connection"/>
          <p:cNvSpPr/>
          <p:nvPr/>
        </p:nvSpPr>
        <p:spPr>
          <a:xfrm>
            <a:off x="1133856" y="2448763"/>
            <a:ext cx="1929384" cy="32918"/>
          </a:xfrm>
          <a:custGeom>
            <a:avLst/>
            <a:gdLst/>
            <a:ahLst/>
            <a:cxnLst/>
            <a:rect l="0" t="0" r="r" b="b"/>
            <a:pathLst>
              <a:path w="211000" h="3600" fill="none" stroke="1" extrusionOk="0">
                <a:moveTo>
                  <a:pt x="0" y="0"/>
                </a:moveTo>
                <a:lnTo>
                  <a:pt x="211000" y="3600"/>
                </a:lnTo>
              </a:path>
            </a:pathLst>
          </a:custGeom>
          <a:noFill/>
          <a:ln w="12802" cap="rnd" cmpd="sng" algn="ctr">
            <a:solidFill>
              <a:srgbClr val="5246FF">
                <a:alpha val="20000"/>
              </a:srgbClr>
            </a:solidFill>
            <a:round/>
            <a:headEnd type="none"/>
            <a:tailEnd type="none"/>
          </a:ln>
        </p:spPr>
      </p:sp>
      <p:sp>
        <p:nvSpPr>
          <p:cNvPr id="72" name="synapse model / 0071 synaptic connection"/>
          <p:cNvSpPr/>
          <p:nvPr/>
        </p:nvSpPr>
        <p:spPr>
          <a:xfrm>
            <a:off x="1133856" y="2448763"/>
            <a:ext cx="1929384" cy="335585"/>
          </a:xfrm>
          <a:custGeom>
            <a:avLst/>
            <a:gdLst/>
            <a:ahLst/>
            <a:cxnLst/>
            <a:rect l="0" t="0" r="r" b="b"/>
            <a:pathLst>
              <a:path w="211000" h="36700" fill="none" stroke="1" extrusionOk="0">
                <a:moveTo>
                  <a:pt x="0" y="0"/>
                </a:moveTo>
                <a:lnTo>
                  <a:pt x="211000" y="36700"/>
                </a:lnTo>
              </a:path>
            </a:pathLst>
          </a:custGeom>
          <a:noFill/>
          <a:ln w="12802" cap="rnd" cmpd="sng" algn="ctr">
            <a:solidFill>
              <a:srgbClr val="5246FF">
                <a:alpha val="20000"/>
              </a:srgbClr>
            </a:solidFill>
            <a:round/>
            <a:headEnd type="none"/>
            <a:tailEnd type="none"/>
          </a:ln>
        </p:spPr>
      </p:sp>
      <p:sp>
        <p:nvSpPr>
          <p:cNvPr id="73" name="synapse model / 0072 synaptic connection"/>
          <p:cNvSpPr/>
          <p:nvPr/>
        </p:nvSpPr>
        <p:spPr>
          <a:xfrm>
            <a:off x="1133856" y="2448763"/>
            <a:ext cx="1929384" cy="638251"/>
          </a:xfrm>
          <a:custGeom>
            <a:avLst/>
            <a:gdLst/>
            <a:ahLst/>
            <a:cxnLst/>
            <a:rect l="0" t="0" r="r" b="b"/>
            <a:pathLst>
              <a:path w="211000" h="69800" fill="none" stroke="1" extrusionOk="0">
                <a:moveTo>
                  <a:pt x="0" y="0"/>
                </a:moveTo>
                <a:lnTo>
                  <a:pt x="211000" y="69800"/>
                </a:lnTo>
              </a:path>
            </a:pathLst>
          </a:custGeom>
          <a:noFill/>
          <a:ln w="12802" cap="rnd" cmpd="sng" algn="ctr">
            <a:solidFill>
              <a:srgbClr val="5246FF">
                <a:alpha val="20000"/>
              </a:srgbClr>
            </a:solidFill>
            <a:round/>
            <a:headEnd type="none"/>
            <a:tailEnd type="none"/>
          </a:ln>
        </p:spPr>
      </p:sp>
      <p:sp>
        <p:nvSpPr>
          <p:cNvPr id="74" name="synapse model / 0073 synaptic connection"/>
          <p:cNvSpPr/>
          <p:nvPr/>
        </p:nvSpPr>
        <p:spPr>
          <a:xfrm>
            <a:off x="1133856" y="2448763"/>
            <a:ext cx="1929384" cy="940918"/>
          </a:xfrm>
          <a:custGeom>
            <a:avLst/>
            <a:gdLst/>
            <a:ahLst/>
            <a:cxnLst/>
            <a:rect l="0" t="0" r="r" b="b"/>
            <a:pathLst>
              <a:path w="211000" h="102900" fill="none" stroke="1" extrusionOk="0">
                <a:moveTo>
                  <a:pt x="0" y="0"/>
                </a:moveTo>
                <a:lnTo>
                  <a:pt x="211000" y="102900"/>
                </a:lnTo>
              </a:path>
            </a:pathLst>
          </a:custGeom>
          <a:noFill/>
          <a:ln w="12802" cap="rnd" cmpd="sng" algn="ctr">
            <a:solidFill>
              <a:srgbClr val="5246FF">
                <a:alpha val="20000"/>
              </a:srgbClr>
            </a:solidFill>
            <a:round/>
            <a:headEnd type="none"/>
            <a:tailEnd type="none"/>
          </a:ln>
        </p:spPr>
      </p:sp>
      <p:sp>
        <p:nvSpPr>
          <p:cNvPr id="75" name="synapse model / 0074 synaptic connection"/>
          <p:cNvSpPr/>
          <p:nvPr/>
        </p:nvSpPr>
        <p:spPr>
          <a:xfrm>
            <a:off x="1133856" y="2448763"/>
            <a:ext cx="1929384" cy="1243584"/>
          </a:xfrm>
          <a:custGeom>
            <a:avLst/>
            <a:gdLst/>
            <a:ahLst/>
            <a:cxnLst/>
            <a:rect l="0" t="0" r="r" b="b"/>
            <a:pathLst>
              <a:path w="211000" h="136000" fill="none" stroke="1" extrusionOk="0">
                <a:moveTo>
                  <a:pt x="0" y="0"/>
                </a:moveTo>
                <a:lnTo>
                  <a:pt x="211000" y="136000"/>
                </a:lnTo>
              </a:path>
            </a:pathLst>
          </a:custGeom>
          <a:noFill/>
          <a:ln w="12802" cap="rnd" cmpd="sng" algn="ctr">
            <a:solidFill>
              <a:srgbClr val="5246FF">
                <a:alpha val="20000"/>
              </a:srgbClr>
            </a:solidFill>
            <a:round/>
            <a:headEnd type="none"/>
            <a:tailEnd type="none"/>
          </a:ln>
        </p:spPr>
      </p:sp>
      <p:sp>
        <p:nvSpPr>
          <p:cNvPr id="76" name="synapse model / 0075 synaptic connection"/>
          <p:cNvSpPr/>
          <p:nvPr/>
        </p:nvSpPr>
        <p:spPr>
          <a:xfrm>
            <a:off x="1133856" y="2448763"/>
            <a:ext cx="1929384" cy="1546250"/>
          </a:xfrm>
          <a:custGeom>
            <a:avLst/>
            <a:gdLst/>
            <a:ahLst/>
            <a:cxnLst/>
            <a:rect l="0" t="0" r="r" b="b"/>
            <a:pathLst>
              <a:path w="211000" h="169100" fill="none" stroke="1" extrusionOk="0">
                <a:moveTo>
                  <a:pt x="0" y="0"/>
                </a:moveTo>
                <a:lnTo>
                  <a:pt x="211000" y="169100"/>
                </a:lnTo>
              </a:path>
            </a:pathLst>
          </a:custGeom>
          <a:noFill/>
          <a:ln w="12802" cap="rnd" cmpd="sng" algn="ctr">
            <a:solidFill>
              <a:srgbClr val="5246FF">
                <a:alpha val="20000"/>
              </a:srgbClr>
            </a:solidFill>
            <a:round/>
            <a:headEnd type="none"/>
            <a:tailEnd type="none"/>
          </a:ln>
        </p:spPr>
      </p:sp>
      <p:sp>
        <p:nvSpPr>
          <p:cNvPr id="77" name="synapse model / 0076 synaptic connection"/>
          <p:cNvSpPr/>
          <p:nvPr/>
        </p:nvSpPr>
        <p:spPr>
          <a:xfrm>
            <a:off x="1133856" y="2448763"/>
            <a:ext cx="1929384" cy="1848917"/>
          </a:xfrm>
          <a:custGeom>
            <a:avLst/>
            <a:gdLst/>
            <a:ahLst/>
            <a:cxnLst/>
            <a:rect l="0" t="0" r="r" b="b"/>
            <a:pathLst>
              <a:path w="211000" h="202200" fill="none" stroke="1" extrusionOk="0">
                <a:moveTo>
                  <a:pt x="0" y="0"/>
                </a:moveTo>
                <a:lnTo>
                  <a:pt x="211000" y="202200"/>
                </a:lnTo>
              </a:path>
            </a:pathLst>
          </a:custGeom>
          <a:noFill/>
          <a:ln w="12802" cap="rnd" cmpd="sng" algn="ctr">
            <a:solidFill>
              <a:srgbClr val="5246FF">
                <a:alpha val="20000"/>
              </a:srgbClr>
            </a:solidFill>
            <a:round/>
            <a:headEnd type="none"/>
            <a:tailEnd type="none"/>
          </a:ln>
        </p:spPr>
      </p:sp>
      <p:sp>
        <p:nvSpPr>
          <p:cNvPr id="78" name="synapse model / 0077 synaptic connection"/>
          <p:cNvSpPr/>
          <p:nvPr/>
        </p:nvSpPr>
        <p:spPr>
          <a:xfrm>
            <a:off x="1133856" y="2448763"/>
            <a:ext cx="1929384" cy="2151583"/>
          </a:xfrm>
          <a:custGeom>
            <a:avLst/>
            <a:gdLst/>
            <a:ahLst/>
            <a:cxnLst/>
            <a:rect l="0" t="0" r="r" b="b"/>
            <a:pathLst>
              <a:path w="211000" h="235300" fill="none" stroke="1" extrusionOk="0">
                <a:moveTo>
                  <a:pt x="0" y="0"/>
                </a:moveTo>
                <a:lnTo>
                  <a:pt x="211000" y="235300"/>
                </a:lnTo>
              </a:path>
            </a:pathLst>
          </a:custGeom>
          <a:noFill/>
          <a:ln w="12802" cap="rnd" cmpd="sng" algn="ctr">
            <a:solidFill>
              <a:srgbClr val="5246FF">
                <a:alpha val="20000"/>
              </a:srgbClr>
            </a:solidFill>
            <a:round/>
            <a:headEnd type="none"/>
            <a:tailEnd type="none"/>
          </a:ln>
        </p:spPr>
      </p:sp>
      <p:sp>
        <p:nvSpPr>
          <p:cNvPr id="79" name="synapse model / 0078 synaptic connection"/>
          <p:cNvSpPr/>
          <p:nvPr/>
        </p:nvSpPr>
        <p:spPr>
          <a:xfrm>
            <a:off x="1133856" y="2448763"/>
            <a:ext cx="1929384" cy="2454250"/>
          </a:xfrm>
          <a:custGeom>
            <a:avLst/>
            <a:gdLst/>
            <a:ahLst/>
            <a:cxnLst/>
            <a:rect l="0" t="0" r="r" b="b"/>
            <a:pathLst>
              <a:path w="211000" h="268400" fill="none" stroke="1" extrusionOk="0">
                <a:moveTo>
                  <a:pt x="0" y="0"/>
                </a:moveTo>
                <a:lnTo>
                  <a:pt x="211000" y="268400"/>
                </a:lnTo>
              </a:path>
            </a:pathLst>
          </a:custGeom>
          <a:noFill/>
          <a:ln w="12802" cap="rnd" cmpd="sng" algn="ctr">
            <a:solidFill>
              <a:srgbClr val="5246FF">
                <a:alpha val="20000"/>
              </a:srgbClr>
            </a:solidFill>
            <a:round/>
            <a:headEnd type="none"/>
            <a:tailEnd type="none"/>
          </a:ln>
        </p:spPr>
      </p:sp>
      <p:sp>
        <p:nvSpPr>
          <p:cNvPr id="80" name="synapse model / 0079 synaptic connection"/>
          <p:cNvSpPr/>
          <p:nvPr/>
        </p:nvSpPr>
        <p:spPr>
          <a:xfrm>
            <a:off x="1133856" y="1271016"/>
            <a:ext cx="1929384" cy="1481328"/>
          </a:xfrm>
          <a:custGeom>
            <a:avLst/>
            <a:gdLst/>
            <a:ahLst/>
            <a:cxnLst/>
            <a:rect l="0" t="0" r="r" b="b"/>
            <a:pathLst>
              <a:path w="211000" h="162000" fill="none" stroke="1" extrusionOk="0">
                <a:moveTo>
                  <a:pt x="0" y="162000"/>
                </a:moveTo>
                <a:lnTo>
                  <a:pt x="211000" y="0"/>
                </a:lnTo>
              </a:path>
            </a:pathLst>
          </a:custGeom>
          <a:noFill/>
          <a:ln w="12802" cap="rnd" cmpd="sng" algn="ctr">
            <a:solidFill>
              <a:srgbClr val="5246FF">
                <a:alpha val="20000"/>
              </a:srgbClr>
            </a:solidFill>
            <a:round/>
            <a:headEnd type="none"/>
            <a:tailEnd type="none"/>
          </a:ln>
        </p:spPr>
      </p:sp>
      <p:sp>
        <p:nvSpPr>
          <p:cNvPr id="81" name="synapse model / 0080 synaptic connection"/>
          <p:cNvSpPr/>
          <p:nvPr/>
        </p:nvSpPr>
        <p:spPr>
          <a:xfrm>
            <a:off x="1133856" y="1573682"/>
            <a:ext cx="1929384" cy="1178662"/>
          </a:xfrm>
          <a:custGeom>
            <a:avLst/>
            <a:gdLst/>
            <a:ahLst/>
            <a:cxnLst/>
            <a:rect l="0" t="0" r="r" b="b"/>
            <a:pathLst>
              <a:path w="211000" h="128900" fill="none" stroke="1" extrusionOk="0">
                <a:moveTo>
                  <a:pt x="0" y="128900"/>
                </a:moveTo>
                <a:lnTo>
                  <a:pt x="211000" y="0"/>
                </a:lnTo>
              </a:path>
            </a:pathLst>
          </a:custGeom>
          <a:noFill/>
          <a:ln w="12802" cap="rnd" cmpd="sng" algn="ctr">
            <a:solidFill>
              <a:srgbClr val="5246FF">
                <a:alpha val="20000"/>
              </a:srgbClr>
            </a:solidFill>
            <a:round/>
            <a:headEnd type="none"/>
            <a:tailEnd type="none"/>
          </a:ln>
        </p:spPr>
      </p:sp>
      <p:sp>
        <p:nvSpPr>
          <p:cNvPr id="82" name="synapse model / 0081 synaptic connection"/>
          <p:cNvSpPr/>
          <p:nvPr/>
        </p:nvSpPr>
        <p:spPr>
          <a:xfrm>
            <a:off x="1133856" y="1876349"/>
            <a:ext cx="1929384" cy="875995"/>
          </a:xfrm>
          <a:custGeom>
            <a:avLst/>
            <a:gdLst/>
            <a:ahLst/>
            <a:cxnLst/>
            <a:rect l="0" t="0" r="r" b="b"/>
            <a:pathLst>
              <a:path w="211000" h="95800" fill="none" stroke="1" extrusionOk="0">
                <a:moveTo>
                  <a:pt x="0" y="95800"/>
                </a:moveTo>
                <a:lnTo>
                  <a:pt x="211000" y="0"/>
                </a:lnTo>
              </a:path>
            </a:pathLst>
          </a:custGeom>
          <a:noFill/>
          <a:ln w="12802" cap="rnd" cmpd="sng" algn="ctr">
            <a:solidFill>
              <a:srgbClr val="5246FF">
                <a:alpha val="20000"/>
              </a:srgbClr>
            </a:solidFill>
            <a:round/>
            <a:headEnd type="none"/>
            <a:tailEnd type="none"/>
          </a:ln>
        </p:spPr>
      </p:sp>
      <p:sp>
        <p:nvSpPr>
          <p:cNvPr id="83" name="synapse model / 0082 synaptic connection"/>
          <p:cNvSpPr/>
          <p:nvPr/>
        </p:nvSpPr>
        <p:spPr>
          <a:xfrm>
            <a:off x="1133856" y="2179015"/>
            <a:ext cx="1929384" cy="573329"/>
          </a:xfrm>
          <a:custGeom>
            <a:avLst/>
            <a:gdLst/>
            <a:ahLst/>
            <a:cxnLst/>
            <a:rect l="0" t="0" r="r" b="b"/>
            <a:pathLst>
              <a:path w="211000" h="62700" fill="none" stroke="1" extrusionOk="0">
                <a:moveTo>
                  <a:pt x="0" y="62700"/>
                </a:moveTo>
                <a:lnTo>
                  <a:pt x="211000" y="0"/>
                </a:lnTo>
              </a:path>
            </a:pathLst>
          </a:custGeom>
          <a:noFill/>
          <a:ln w="12802" cap="rnd" cmpd="sng" algn="ctr">
            <a:solidFill>
              <a:srgbClr val="5246FF">
                <a:alpha val="20000"/>
              </a:srgbClr>
            </a:solidFill>
            <a:round/>
            <a:headEnd type="none"/>
            <a:tailEnd type="none"/>
          </a:ln>
        </p:spPr>
      </p:sp>
      <p:sp>
        <p:nvSpPr>
          <p:cNvPr id="84" name="synapse model / 0083 synaptic connection"/>
          <p:cNvSpPr/>
          <p:nvPr/>
        </p:nvSpPr>
        <p:spPr>
          <a:xfrm>
            <a:off x="1133856" y="2481682"/>
            <a:ext cx="1929384" cy="270662"/>
          </a:xfrm>
          <a:custGeom>
            <a:avLst/>
            <a:gdLst/>
            <a:ahLst/>
            <a:cxnLst/>
            <a:rect l="0" t="0" r="r" b="b"/>
            <a:pathLst>
              <a:path w="211000" h="29600" fill="none" stroke="1" extrusionOk="0">
                <a:moveTo>
                  <a:pt x="0" y="29600"/>
                </a:moveTo>
                <a:lnTo>
                  <a:pt x="211000" y="0"/>
                </a:lnTo>
              </a:path>
            </a:pathLst>
          </a:custGeom>
          <a:noFill/>
          <a:ln w="12802" cap="rnd" cmpd="sng" algn="ctr">
            <a:solidFill>
              <a:srgbClr val="5246FF">
                <a:alpha val="20000"/>
              </a:srgbClr>
            </a:solidFill>
            <a:round/>
            <a:headEnd type="none"/>
            <a:tailEnd type="none"/>
          </a:ln>
        </p:spPr>
      </p:sp>
      <p:sp>
        <p:nvSpPr>
          <p:cNvPr id="85" name="synapse model / 0084 synaptic connection"/>
          <p:cNvSpPr/>
          <p:nvPr/>
        </p:nvSpPr>
        <p:spPr>
          <a:xfrm>
            <a:off x="1133856" y="2752344"/>
            <a:ext cx="1929384" cy="32004"/>
          </a:xfrm>
          <a:custGeom>
            <a:avLst/>
            <a:gdLst/>
            <a:ahLst/>
            <a:cxnLst/>
            <a:rect l="0" t="0" r="r" b="b"/>
            <a:pathLst>
              <a:path w="211000" h="3500" fill="none" stroke="1" extrusionOk="0">
                <a:moveTo>
                  <a:pt x="0" y="0"/>
                </a:moveTo>
                <a:lnTo>
                  <a:pt x="211000" y="3500"/>
                </a:lnTo>
              </a:path>
            </a:pathLst>
          </a:custGeom>
          <a:noFill/>
          <a:ln w="12802" cap="rnd" cmpd="sng" algn="ctr">
            <a:solidFill>
              <a:srgbClr val="5246FF">
                <a:alpha val="20000"/>
              </a:srgbClr>
            </a:solidFill>
            <a:round/>
            <a:headEnd type="none"/>
            <a:tailEnd type="none"/>
          </a:ln>
        </p:spPr>
      </p:sp>
      <p:sp>
        <p:nvSpPr>
          <p:cNvPr id="86" name="synapse model / 0085 synaptic connection"/>
          <p:cNvSpPr/>
          <p:nvPr/>
        </p:nvSpPr>
        <p:spPr>
          <a:xfrm>
            <a:off x="1133856" y="2752344"/>
            <a:ext cx="1929384" cy="334670"/>
          </a:xfrm>
          <a:custGeom>
            <a:avLst/>
            <a:gdLst/>
            <a:ahLst/>
            <a:cxnLst/>
            <a:rect l="0" t="0" r="r" b="b"/>
            <a:pathLst>
              <a:path w="211000" h="36600" fill="none" stroke="1" extrusionOk="0">
                <a:moveTo>
                  <a:pt x="0" y="0"/>
                </a:moveTo>
                <a:lnTo>
                  <a:pt x="211000" y="36600"/>
                </a:lnTo>
              </a:path>
            </a:pathLst>
          </a:custGeom>
          <a:noFill/>
          <a:ln w="12802" cap="rnd" cmpd="sng" algn="ctr">
            <a:solidFill>
              <a:srgbClr val="5246FF">
                <a:alpha val="20000"/>
              </a:srgbClr>
            </a:solidFill>
            <a:round/>
            <a:headEnd type="none"/>
            <a:tailEnd type="none"/>
          </a:ln>
        </p:spPr>
      </p:sp>
      <p:sp>
        <p:nvSpPr>
          <p:cNvPr id="87" name="synapse model / 0086 synaptic connection"/>
          <p:cNvSpPr/>
          <p:nvPr/>
        </p:nvSpPr>
        <p:spPr>
          <a:xfrm>
            <a:off x="1133856" y="2752344"/>
            <a:ext cx="1929384" cy="637337"/>
          </a:xfrm>
          <a:custGeom>
            <a:avLst/>
            <a:gdLst/>
            <a:ahLst/>
            <a:cxnLst/>
            <a:rect l="0" t="0" r="r" b="b"/>
            <a:pathLst>
              <a:path w="211000" h="69700" fill="none" stroke="1" extrusionOk="0">
                <a:moveTo>
                  <a:pt x="0" y="0"/>
                </a:moveTo>
                <a:lnTo>
                  <a:pt x="211000" y="69700"/>
                </a:lnTo>
              </a:path>
            </a:pathLst>
          </a:custGeom>
          <a:noFill/>
          <a:ln w="12802" cap="rnd" cmpd="sng" algn="ctr">
            <a:solidFill>
              <a:srgbClr val="5246FF">
                <a:alpha val="20000"/>
              </a:srgbClr>
            </a:solidFill>
            <a:round/>
            <a:headEnd type="none"/>
            <a:tailEnd type="none"/>
          </a:ln>
        </p:spPr>
      </p:sp>
      <p:sp>
        <p:nvSpPr>
          <p:cNvPr id="88" name="synapse model / 0087 synaptic connection"/>
          <p:cNvSpPr/>
          <p:nvPr/>
        </p:nvSpPr>
        <p:spPr>
          <a:xfrm>
            <a:off x="1133856" y="2752344"/>
            <a:ext cx="1929384" cy="940003"/>
          </a:xfrm>
          <a:custGeom>
            <a:avLst/>
            <a:gdLst/>
            <a:ahLst/>
            <a:cxnLst/>
            <a:rect l="0" t="0" r="r" b="b"/>
            <a:pathLst>
              <a:path w="211000" h="102800" fill="none" stroke="1" extrusionOk="0">
                <a:moveTo>
                  <a:pt x="0" y="0"/>
                </a:moveTo>
                <a:lnTo>
                  <a:pt x="211000" y="102800"/>
                </a:lnTo>
              </a:path>
            </a:pathLst>
          </a:custGeom>
          <a:noFill/>
          <a:ln w="12802" cap="rnd" cmpd="sng" algn="ctr">
            <a:solidFill>
              <a:srgbClr val="5246FF">
                <a:alpha val="20000"/>
              </a:srgbClr>
            </a:solidFill>
            <a:round/>
            <a:headEnd type="none"/>
            <a:tailEnd type="none"/>
          </a:ln>
        </p:spPr>
      </p:sp>
      <p:sp>
        <p:nvSpPr>
          <p:cNvPr id="89" name="synapse model / 0088 synaptic connection"/>
          <p:cNvSpPr/>
          <p:nvPr/>
        </p:nvSpPr>
        <p:spPr>
          <a:xfrm>
            <a:off x="1133856" y="2752344"/>
            <a:ext cx="1929384" cy="1242670"/>
          </a:xfrm>
          <a:custGeom>
            <a:avLst/>
            <a:gdLst/>
            <a:ahLst/>
            <a:cxnLst/>
            <a:rect l="0" t="0" r="r" b="b"/>
            <a:pathLst>
              <a:path w="211000" h="135900" fill="none" stroke="1" extrusionOk="0">
                <a:moveTo>
                  <a:pt x="0" y="0"/>
                </a:moveTo>
                <a:lnTo>
                  <a:pt x="211000" y="135900"/>
                </a:lnTo>
              </a:path>
            </a:pathLst>
          </a:custGeom>
          <a:noFill/>
          <a:ln w="12802" cap="rnd" cmpd="sng" algn="ctr">
            <a:solidFill>
              <a:srgbClr val="5246FF">
                <a:alpha val="20000"/>
              </a:srgbClr>
            </a:solidFill>
            <a:round/>
            <a:headEnd type="none"/>
            <a:tailEnd type="none"/>
          </a:ln>
        </p:spPr>
      </p:sp>
      <p:sp>
        <p:nvSpPr>
          <p:cNvPr id="90" name="synapse model / 0089 synaptic connection"/>
          <p:cNvSpPr/>
          <p:nvPr/>
        </p:nvSpPr>
        <p:spPr>
          <a:xfrm>
            <a:off x="1133856" y="2752344"/>
            <a:ext cx="1929384" cy="1545336"/>
          </a:xfrm>
          <a:custGeom>
            <a:avLst/>
            <a:gdLst/>
            <a:ahLst/>
            <a:cxnLst/>
            <a:rect l="0" t="0" r="r" b="b"/>
            <a:pathLst>
              <a:path w="211000" h="169000" fill="none" stroke="1" extrusionOk="0">
                <a:moveTo>
                  <a:pt x="0" y="0"/>
                </a:moveTo>
                <a:lnTo>
                  <a:pt x="211000" y="169000"/>
                </a:lnTo>
              </a:path>
            </a:pathLst>
          </a:custGeom>
          <a:noFill/>
          <a:ln w="12802" cap="rnd" cmpd="sng" algn="ctr">
            <a:solidFill>
              <a:srgbClr val="5246FF">
                <a:alpha val="20000"/>
              </a:srgbClr>
            </a:solidFill>
            <a:round/>
            <a:headEnd type="none"/>
            <a:tailEnd type="none"/>
          </a:ln>
        </p:spPr>
      </p:sp>
      <p:sp>
        <p:nvSpPr>
          <p:cNvPr id="91" name="synapse model / 0090 synaptic connection"/>
          <p:cNvSpPr/>
          <p:nvPr/>
        </p:nvSpPr>
        <p:spPr>
          <a:xfrm>
            <a:off x="1133856" y="2752344"/>
            <a:ext cx="1929384" cy="1848002"/>
          </a:xfrm>
          <a:custGeom>
            <a:avLst/>
            <a:gdLst/>
            <a:ahLst/>
            <a:cxnLst/>
            <a:rect l="0" t="0" r="r" b="b"/>
            <a:pathLst>
              <a:path w="211000" h="202100" fill="none" stroke="1" extrusionOk="0">
                <a:moveTo>
                  <a:pt x="0" y="0"/>
                </a:moveTo>
                <a:lnTo>
                  <a:pt x="211000" y="202100"/>
                </a:lnTo>
              </a:path>
            </a:pathLst>
          </a:custGeom>
          <a:noFill/>
          <a:ln w="12802" cap="rnd" cmpd="sng" algn="ctr">
            <a:solidFill>
              <a:srgbClr val="5246FF">
                <a:alpha val="20000"/>
              </a:srgbClr>
            </a:solidFill>
            <a:round/>
            <a:headEnd type="none"/>
            <a:tailEnd type="none"/>
          </a:ln>
        </p:spPr>
      </p:sp>
      <p:sp>
        <p:nvSpPr>
          <p:cNvPr id="92" name="synapse model / 0091 synaptic connection"/>
          <p:cNvSpPr/>
          <p:nvPr/>
        </p:nvSpPr>
        <p:spPr>
          <a:xfrm>
            <a:off x="1133856" y="2752344"/>
            <a:ext cx="1929384" cy="2150669"/>
          </a:xfrm>
          <a:custGeom>
            <a:avLst/>
            <a:gdLst/>
            <a:ahLst/>
            <a:cxnLst/>
            <a:rect l="0" t="0" r="r" b="b"/>
            <a:pathLst>
              <a:path w="211000" h="235200" fill="none" stroke="1" extrusionOk="0">
                <a:moveTo>
                  <a:pt x="0" y="0"/>
                </a:moveTo>
                <a:lnTo>
                  <a:pt x="211000" y="235200"/>
                </a:lnTo>
              </a:path>
            </a:pathLst>
          </a:custGeom>
          <a:noFill/>
          <a:ln w="12802" cap="rnd" cmpd="sng" algn="ctr">
            <a:solidFill>
              <a:srgbClr val="5246FF">
                <a:alpha val="20000"/>
              </a:srgbClr>
            </a:solidFill>
            <a:round/>
            <a:headEnd type="none"/>
            <a:tailEnd type="none"/>
          </a:ln>
        </p:spPr>
      </p:sp>
      <p:sp>
        <p:nvSpPr>
          <p:cNvPr id="93" name="synapse model / 0092 synaptic connection"/>
          <p:cNvSpPr/>
          <p:nvPr/>
        </p:nvSpPr>
        <p:spPr>
          <a:xfrm>
            <a:off x="1133856" y="1271016"/>
            <a:ext cx="1929384" cy="1784909"/>
          </a:xfrm>
          <a:custGeom>
            <a:avLst/>
            <a:gdLst/>
            <a:ahLst/>
            <a:cxnLst/>
            <a:rect l="0" t="0" r="r" b="b"/>
            <a:pathLst>
              <a:path w="211000" h="195200" fill="none" stroke="1" extrusionOk="0">
                <a:moveTo>
                  <a:pt x="0" y="195200"/>
                </a:moveTo>
                <a:lnTo>
                  <a:pt x="211000" y="0"/>
                </a:lnTo>
              </a:path>
            </a:pathLst>
          </a:custGeom>
          <a:noFill/>
          <a:ln w="12802" cap="rnd" cmpd="sng" algn="ctr">
            <a:solidFill>
              <a:srgbClr val="5246FF">
                <a:alpha val="20000"/>
              </a:srgbClr>
            </a:solidFill>
            <a:round/>
            <a:headEnd type="none"/>
            <a:tailEnd type="none"/>
          </a:ln>
        </p:spPr>
      </p:sp>
      <p:sp>
        <p:nvSpPr>
          <p:cNvPr id="94" name="synapse model / 0093 synaptic connection"/>
          <p:cNvSpPr/>
          <p:nvPr/>
        </p:nvSpPr>
        <p:spPr>
          <a:xfrm>
            <a:off x="1133856" y="1573682"/>
            <a:ext cx="1929384" cy="1482242"/>
          </a:xfrm>
          <a:custGeom>
            <a:avLst/>
            <a:gdLst/>
            <a:ahLst/>
            <a:cxnLst/>
            <a:rect l="0" t="0" r="r" b="b"/>
            <a:pathLst>
              <a:path w="211000" h="162100" fill="none" stroke="1" extrusionOk="0">
                <a:moveTo>
                  <a:pt x="0" y="162100"/>
                </a:moveTo>
                <a:lnTo>
                  <a:pt x="211000" y="0"/>
                </a:lnTo>
              </a:path>
            </a:pathLst>
          </a:custGeom>
          <a:noFill/>
          <a:ln w="12802" cap="rnd" cmpd="sng" algn="ctr">
            <a:solidFill>
              <a:srgbClr val="5246FF">
                <a:alpha val="20000"/>
              </a:srgbClr>
            </a:solidFill>
            <a:round/>
            <a:headEnd type="none"/>
            <a:tailEnd type="none"/>
          </a:ln>
        </p:spPr>
      </p:sp>
      <p:sp>
        <p:nvSpPr>
          <p:cNvPr id="95" name="synapse model / 0094 synaptic connection"/>
          <p:cNvSpPr/>
          <p:nvPr/>
        </p:nvSpPr>
        <p:spPr>
          <a:xfrm>
            <a:off x="1133856" y="1876349"/>
            <a:ext cx="1929384" cy="1179576"/>
          </a:xfrm>
          <a:custGeom>
            <a:avLst/>
            <a:gdLst/>
            <a:ahLst/>
            <a:cxnLst/>
            <a:rect l="0" t="0" r="r" b="b"/>
            <a:pathLst>
              <a:path w="211000" h="129000" fill="none" stroke="1" extrusionOk="0">
                <a:moveTo>
                  <a:pt x="0" y="129000"/>
                </a:moveTo>
                <a:lnTo>
                  <a:pt x="211000" y="0"/>
                </a:lnTo>
              </a:path>
            </a:pathLst>
          </a:custGeom>
          <a:noFill/>
          <a:ln w="12802" cap="rnd" cmpd="sng" algn="ctr">
            <a:solidFill>
              <a:srgbClr val="5246FF">
                <a:alpha val="20000"/>
              </a:srgbClr>
            </a:solidFill>
            <a:round/>
            <a:headEnd type="none"/>
            <a:tailEnd type="none"/>
          </a:ln>
        </p:spPr>
      </p:sp>
      <p:sp>
        <p:nvSpPr>
          <p:cNvPr id="96" name="synapse model / 0095 synaptic connection"/>
          <p:cNvSpPr/>
          <p:nvPr/>
        </p:nvSpPr>
        <p:spPr>
          <a:xfrm>
            <a:off x="1133856" y="2179015"/>
            <a:ext cx="1929384" cy="876910"/>
          </a:xfrm>
          <a:custGeom>
            <a:avLst/>
            <a:gdLst/>
            <a:ahLst/>
            <a:cxnLst/>
            <a:rect l="0" t="0" r="r" b="b"/>
            <a:pathLst>
              <a:path w="211000" h="95900" fill="none" stroke="1" extrusionOk="0">
                <a:moveTo>
                  <a:pt x="0" y="95900"/>
                </a:moveTo>
                <a:lnTo>
                  <a:pt x="211000" y="0"/>
                </a:lnTo>
              </a:path>
            </a:pathLst>
          </a:custGeom>
          <a:noFill/>
          <a:ln w="12802" cap="rnd" cmpd="sng" algn="ctr">
            <a:solidFill>
              <a:srgbClr val="5246FF">
                <a:alpha val="20000"/>
              </a:srgbClr>
            </a:solidFill>
            <a:round/>
            <a:headEnd type="none"/>
            <a:tailEnd type="none"/>
          </a:ln>
        </p:spPr>
      </p:sp>
      <p:sp>
        <p:nvSpPr>
          <p:cNvPr id="97" name="synapse model / 0096 synaptic connection"/>
          <p:cNvSpPr/>
          <p:nvPr/>
        </p:nvSpPr>
        <p:spPr>
          <a:xfrm>
            <a:off x="1133856" y="2481682"/>
            <a:ext cx="1929384" cy="574243"/>
          </a:xfrm>
          <a:custGeom>
            <a:avLst/>
            <a:gdLst/>
            <a:ahLst/>
            <a:cxnLst/>
            <a:rect l="0" t="0" r="r" b="b"/>
            <a:pathLst>
              <a:path w="211000" h="62800" fill="none" stroke="1" extrusionOk="0">
                <a:moveTo>
                  <a:pt x="0" y="62800"/>
                </a:moveTo>
                <a:lnTo>
                  <a:pt x="211000" y="0"/>
                </a:lnTo>
              </a:path>
            </a:pathLst>
          </a:custGeom>
          <a:noFill/>
          <a:ln w="12802" cap="rnd" cmpd="sng" algn="ctr">
            <a:solidFill>
              <a:srgbClr val="5246FF">
                <a:alpha val="20000"/>
              </a:srgbClr>
            </a:solidFill>
            <a:round/>
            <a:headEnd type="none"/>
            <a:tailEnd type="none"/>
          </a:ln>
        </p:spPr>
      </p:sp>
      <p:sp>
        <p:nvSpPr>
          <p:cNvPr id="98" name="synapse model / 0097 synaptic connection"/>
          <p:cNvSpPr/>
          <p:nvPr/>
        </p:nvSpPr>
        <p:spPr>
          <a:xfrm>
            <a:off x="1133856" y="2784348"/>
            <a:ext cx="1929384" cy="271577"/>
          </a:xfrm>
          <a:custGeom>
            <a:avLst/>
            <a:gdLst/>
            <a:ahLst/>
            <a:cxnLst/>
            <a:rect l="0" t="0" r="r" b="b"/>
            <a:pathLst>
              <a:path w="211000" h="29700" fill="none" stroke="1" extrusionOk="0">
                <a:moveTo>
                  <a:pt x="0" y="29700"/>
                </a:moveTo>
                <a:lnTo>
                  <a:pt x="211000" y="0"/>
                </a:lnTo>
              </a:path>
            </a:pathLst>
          </a:custGeom>
          <a:noFill/>
          <a:ln w="12802" cap="rnd" cmpd="sng" algn="ctr">
            <a:solidFill>
              <a:srgbClr val="5246FF">
                <a:alpha val="20000"/>
              </a:srgbClr>
            </a:solidFill>
            <a:round/>
            <a:headEnd type="none"/>
            <a:tailEnd type="none"/>
          </a:ln>
        </p:spPr>
      </p:sp>
      <p:sp>
        <p:nvSpPr>
          <p:cNvPr id="99" name="synapse model / 0098 synaptic connection"/>
          <p:cNvSpPr/>
          <p:nvPr/>
        </p:nvSpPr>
        <p:spPr>
          <a:xfrm>
            <a:off x="1133856" y="3055925"/>
            <a:ext cx="1929384" cy="31090"/>
          </a:xfrm>
          <a:custGeom>
            <a:avLst/>
            <a:gdLst/>
            <a:ahLst/>
            <a:cxnLst/>
            <a:rect l="0" t="0" r="r" b="b"/>
            <a:pathLst>
              <a:path w="211000" h="3400" fill="none" stroke="1" extrusionOk="0">
                <a:moveTo>
                  <a:pt x="0" y="0"/>
                </a:moveTo>
                <a:lnTo>
                  <a:pt x="211000" y="3400"/>
                </a:lnTo>
              </a:path>
            </a:pathLst>
          </a:custGeom>
          <a:noFill/>
          <a:ln w="12802" cap="rnd" cmpd="sng" algn="ctr">
            <a:solidFill>
              <a:srgbClr val="5246FF">
                <a:alpha val="20000"/>
              </a:srgbClr>
            </a:solidFill>
            <a:round/>
            <a:headEnd type="none"/>
            <a:tailEnd type="none"/>
          </a:ln>
        </p:spPr>
      </p:sp>
      <p:sp>
        <p:nvSpPr>
          <p:cNvPr id="100" name="synapse model / 0099 synaptic connection"/>
          <p:cNvSpPr/>
          <p:nvPr/>
        </p:nvSpPr>
        <p:spPr>
          <a:xfrm>
            <a:off x="1133856" y="3055925"/>
            <a:ext cx="1929384" cy="333756"/>
          </a:xfrm>
          <a:custGeom>
            <a:avLst/>
            <a:gdLst/>
            <a:ahLst/>
            <a:cxnLst/>
            <a:rect l="0" t="0" r="r" b="b"/>
            <a:pathLst>
              <a:path w="211000" h="36500" fill="none" stroke="1" extrusionOk="0">
                <a:moveTo>
                  <a:pt x="0" y="0"/>
                </a:moveTo>
                <a:lnTo>
                  <a:pt x="211000" y="36500"/>
                </a:lnTo>
              </a:path>
            </a:pathLst>
          </a:custGeom>
          <a:noFill/>
          <a:ln w="12802" cap="rnd" cmpd="sng" algn="ctr">
            <a:solidFill>
              <a:srgbClr val="5246FF">
                <a:alpha val="20000"/>
              </a:srgbClr>
            </a:solidFill>
            <a:round/>
            <a:headEnd type="none"/>
            <a:tailEnd type="none"/>
          </a:ln>
        </p:spPr>
      </p:sp>
      <p:sp>
        <p:nvSpPr>
          <p:cNvPr id="101" name="synapse model / 0100 synaptic connection"/>
          <p:cNvSpPr/>
          <p:nvPr/>
        </p:nvSpPr>
        <p:spPr>
          <a:xfrm>
            <a:off x="1133856" y="3055925"/>
            <a:ext cx="1929384" cy="636422"/>
          </a:xfrm>
          <a:custGeom>
            <a:avLst/>
            <a:gdLst/>
            <a:ahLst/>
            <a:cxnLst/>
            <a:rect l="0" t="0" r="r" b="b"/>
            <a:pathLst>
              <a:path w="211000" h="69600" fill="none" stroke="1" extrusionOk="0">
                <a:moveTo>
                  <a:pt x="0" y="0"/>
                </a:moveTo>
                <a:lnTo>
                  <a:pt x="211000" y="69600"/>
                </a:lnTo>
              </a:path>
            </a:pathLst>
          </a:custGeom>
          <a:noFill/>
          <a:ln w="12802" cap="rnd" cmpd="sng" algn="ctr">
            <a:solidFill>
              <a:srgbClr val="5246FF">
                <a:alpha val="20000"/>
              </a:srgbClr>
            </a:solidFill>
            <a:round/>
            <a:headEnd type="none"/>
            <a:tailEnd type="none"/>
          </a:ln>
        </p:spPr>
      </p:sp>
      <p:sp>
        <p:nvSpPr>
          <p:cNvPr id="102" name="synapse model / 0101 synaptic connection"/>
          <p:cNvSpPr/>
          <p:nvPr/>
        </p:nvSpPr>
        <p:spPr>
          <a:xfrm>
            <a:off x="1133856" y="3055925"/>
            <a:ext cx="1929384" cy="939089"/>
          </a:xfrm>
          <a:custGeom>
            <a:avLst/>
            <a:gdLst/>
            <a:ahLst/>
            <a:cxnLst/>
            <a:rect l="0" t="0" r="r" b="b"/>
            <a:pathLst>
              <a:path w="211000" h="102700" fill="none" stroke="1" extrusionOk="0">
                <a:moveTo>
                  <a:pt x="0" y="0"/>
                </a:moveTo>
                <a:lnTo>
                  <a:pt x="211000" y="102700"/>
                </a:lnTo>
              </a:path>
            </a:pathLst>
          </a:custGeom>
          <a:noFill/>
          <a:ln w="12802" cap="rnd" cmpd="sng" algn="ctr">
            <a:solidFill>
              <a:srgbClr val="5246FF">
                <a:alpha val="20000"/>
              </a:srgbClr>
            </a:solidFill>
            <a:round/>
            <a:headEnd type="none"/>
            <a:tailEnd type="none"/>
          </a:ln>
        </p:spPr>
      </p:sp>
      <p:sp>
        <p:nvSpPr>
          <p:cNvPr id="103" name="synapse model / 0102 synaptic connection"/>
          <p:cNvSpPr/>
          <p:nvPr/>
        </p:nvSpPr>
        <p:spPr>
          <a:xfrm>
            <a:off x="1133856" y="3055925"/>
            <a:ext cx="1929384" cy="1241755"/>
          </a:xfrm>
          <a:custGeom>
            <a:avLst/>
            <a:gdLst/>
            <a:ahLst/>
            <a:cxnLst/>
            <a:rect l="0" t="0" r="r" b="b"/>
            <a:pathLst>
              <a:path w="211000" h="135800" fill="none" stroke="1" extrusionOk="0">
                <a:moveTo>
                  <a:pt x="0" y="0"/>
                </a:moveTo>
                <a:lnTo>
                  <a:pt x="211000" y="135800"/>
                </a:lnTo>
              </a:path>
            </a:pathLst>
          </a:custGeom>
          <a:noFill/>
          <a:ln w="12802" cap="rnd" cmpd="sng" algn="ctr">
            <a:solidFill>
              <a:srgbClr val="5246FF">
                <a:alpha val="20000"/>
              </a:srgbClr>
            </a:solidFill>
            <a:round/>
            <a:headEnd type="none"/>
            <a:tailEnd type="none"/>
          </a:ln>
        </p:spPr>
      </p:sp>
      <p:sp>
        <p:nvSpPr>
          <p:cNvPr id="104" name="synapse model / 0103 synaptic connection"/>
          <p:cNvSpPr/>
          <p:nvPr/>
        </p:nvSpPr>
        <p:spPr>
          <a:xfrm>
            <a:off x="1133856" y="3055925"/>
            <a:ext cx="1929384" cy="1544422"/>
          </a:xfrm>
          <a:custGeom>
            <a:avLst/>
            <a:gdLst/>
            <a:ahLst/>
            <a:cxnLst/>
            <a:rect l="0" t="0" r="r" b="b"/>
            <a:pathLst>
              <a:path w="211000" h="168900" fill="none" stroke="1" extrusionOk="0">
                <a:moveTo>
                  <a:pt x="0" y="0"/>
                </a:moveTo>
                <a:lnTo>
                  <a:pt x="211000" y="168900"/>
                </a:lnTo>
              </a:path>
            </a:pathLst>
          </a:custGeom>
          <a:noFill/>
          <a:ln w="12802" cap="rnd" cmpd="sng" algn="ctr">
            <a:solidFill>
              <a:srgbClr val="5246FF">
                <a:alpha val="20000"/>
              </a:srgbClr>
            </a:solidFill>
            <a:round/>
            <a:headEnd type="none"/>
            <a:tailEnd type="none"/>
          </a:ln>
        </p:spPr>
      </p:sp>
      <p:sp>
        <p:nvSpPr>
          <p:cNvPr id="105" name="synapse model / 0104 synaptic connection"/>
          <p:cNvSpPr/>
          <p:nvPr/>
        </p:nvSpPr>
        <p:spPr>
          <a:xfrm>
            <a:off x="1133856" y="3055925"/>
            <a:ext cx="1929384" cy="1847088"/>
          </a:xfrm>
          <a:custGeom>
            <a:avLst/>
            <a:gdLst/>
            <a:ahLst/>
            <a:cxnLst/>
            <a:rect l="0" t="0" r="r" b="b"/>
            <a:pathLst>
              <a:path w="211000" h="202000" fill="none" stroke="1" extrusionOk="0">
                <a:moveTo>
                  <a:pt x="0" y="0"/>
                </a:moveTo>
                <a:lnTo>
                  <a:pt x="211000" y="202000"/>
                </a:lnTo>
              </a:path>
            </a:pathLst>
          </a:custGeom>
          <a:noFill/>
          <a:ln w="12802" cap="rnd" cmpd="sng" algn="ctr">
            <a:solidFill>
              <a:srgbClr val="5246FF">
                <a:alpha val="20000"/>
              </a:srgbClr>
            </a:solidFill>
            <a:round/>
            <a:headEnd type="none"/>
            <a:tailEnd type="none"/>
          </a:ln>
        </p:spPr>
      </p:sp>
      <p:sp>
        <p:nvSpPr>
          <p:cNvPr id="106" name="synapse model / 0105 synaptic connection"/>
          <p:cNvSpPr/>
          <p:nvPr/>
        </p:nvSpPr>
        <p:spPr>
          <a:xfrm>
            <a:off x="1133856" y="1271016"/>
            <a:ext cx="1929384" cy="2088490"/>
          </a:xfrm>
          <a:custGeom>
            <a:avLst/>
            <a:gdLst/>
            <a:ahLst/>
            <a:cxnLst/>
            <a:rect l="0" t="0" r="r" b="b"/>
            <a:pathLst>
              <a:path w="211000" h="228400" fill="none" stroke="1" extrusionOk="0">
                <a:moveTo>
                  <a:pt x="0" y="228400"/>
                </a:moveTo>
                <a:lnTo>
                  <a:pt x="211000" y="0"/>
                </a:lnTo>
              </a:path>
            </a:pathLst>
          </a:custGeom>
          <a:noFill/>
          <a:ln w="12802" cap="rnd" cmpd="sng" algn="ctr">
            <a:solidFill>
              <a:srgbClr val="5246FF">
                <a:alpha val="20000"/>
              </a:srgbClr>
            </a:solidFill>
            <a:round/>
            <a:headEnd type="none"/>
            <a:tailEnd type="none"/>
          </a:ln>
        </p:spPr>
      </p:sp>
      <p:sp>
        <p:nvSpPr>
          <p:cNvPr id="107" name="synapse model / 0106 synaptic connection"/>
          <p:cNvSpPr/>
          <p:nvPr/>
        </p:nvSpPr>
        <p:spPr>
          <a:xfrm>
            <a:off x="1133856" y="1573682"/>
            <a:ext cx="1929384" cy="1785823"/>
          </a:xfrm>
          <a:custGeom>
            <a:avLst/>
            <a:gdLst/>
            <a:ahLst/>
            <a:cxnLst/>
            <a:rect l="0" t="0" r="r" b="b"/>
            <a:pathLst>
              <a:path w="211000" h="195300" fill="none" stroke="1" extrusionOk="0">
                <a:moveTo>
                  <a:pt x="0" y="195300"/>
                </a:moveTo>
                <a:lnTo>
                  <a:pt x="211000" y="0"/>
                </a:lnTo>
              </a:path>
            </a:pathLst>
          </a:custGeom>
          <a:noFill/>
          <a:ln w="12802" cap="rnd" cmpd="sng" algn="ctr">
            <a:solidFill>
              <a:srgbClr val="5246FF">
                <a:alpha val="20000"/>
              </a:srgbClr>
            </a:solidFill>
            <a:round/>
            <a:headEnd type="none"/>
            <a:tailEnd type="none"/>
          </a:ln>
        </p:spPr>
      </p:sp>
      <p:sp>
        <p:nvSpPr>
          <p:cNvPr id="108" name="synapse model / 0107 synaptic connection"/>
          <p:cNvSpPr/>
          <p:nvPr/>
        </p:nvSpPr>
        <p:spPr>
          <a:xfrm>
            <a:off x="1133856" y="1876349"/>
            <a:ext cx="1929384" cy="1483157"/>
          </a:xfrm>
          <a:custGeom>
            <a:avLst/>
            <a:gdLst/>
            <a:ahLst/>
            <a:cxnLst/>
            <a:rect l="0" t="0" r="r" b="b"/>
            <a:pathLst>
              <a:path w="211000" h="162200" fill="none" stroke="1" extrusionOk="0">
                <a:moveTo>
                  <a:pt x="0" y="162200"/>
                </a:moveTo>
                <a:lnTo>
                  <a:pt x="211000" y="0"/>
                </a:lnTo>
              </a:path>
            </a:pathLst>
          </a:custGeom>
          <a:noFill/>
          <a:ln w="12802" cap="rnd" cmpd="sng" algn="ctr">
            <a:solidFill>
              <a:srgbClr val="5246FF">
                <a:alpha val="20000"/>
              </a:srgbClr>
            </a:solidFill>
            <a:round/>
            <a:headEnd type="none"/>
            <a:tailEnd type="none"/>
          </a:ln>
        </p:spPr>
      </p:sp>
      <p:sp>
        <p:nvSpPr>
          <p:cNvPr id="109" name="synapse model / 0108 synaptic connection"/>
          <p:cNvSpPr/>
          <p:nvPr/>
        </p:nvSpPr>
        <p:spPr>
          <a:xfrm>
            <a:off x="1133856" y="2179015"/>
            <a:ext cx="1929384" cy="1180490"/>
          </a:xfrm>
          <a:custGeom>
            <a:avLst/>
            <a:gdLst/>
            <a:ahLst/>
            <a:cxnLst/>
            <a:rect l="0" t="0" r="r" b="b"/>
            <a:pathLst>
              <a:path w="211000" h="129100" fill="none" stroke="1" extrusionOk="0">
                <a:moveTo>
                  <a:pt x="0" y="129100"/>
                </a:moveTo>
                <a:lnTo>
                  <a:pt x="211000" y="0"/>
                </a:lnTo>
              </a:path>
            </a:pathLst>
          </a:custGeom>
          <a:noFill/>
          <a:ln w="12802" cap="rnd" cmpd="sng" algn="ctr">
            <a:solidFill>
              <a:srgbClr val="5246FF">
                <a:alpha val="20000"/>
              </a:srgbClr>
            </a:solidFill>
            <a:round/>
            <a:headEnd type="none"/>
            <a:tailEnd type="none"/>
          </a:ln>
        </p:spPr>
      </p:sp>
      <p:sp>
        <p:nvSpPr>
          <p:cNvPr id="110" name="synapse model / 0109 synaptic connection"/>
          <p:cNvSpPr/>
          <p:nvPr/>
        </p:nvSpPr>
        <p:spPr>
          <a:xfrm>
            <a:off x="1133856" y="2481682"/>
            <a:ext cx="1929384" cy="877824"/>
          </a:xfrm>
          <a:custGeom>
            <a:avLst/>
            <a:gdLst/>
            <a:ahLst/>
            <a:cxnLst/>
            <a:rect l="0" t="0" r="r" b="b"/>
            <a:pathLst>
              <a:path w="211000" h="96000" fill="none" stroke="1" extrusionOk="0">
                <a:moveTo>
                  <a:pt x="0" y="96000"/>
                </a:moveTo>
                <a:lnTo>
                  <a:pt x="211000" y="0"/>
                </a:lnTo>
              </a:path>
            </a:pathLst>
          </a:custGeom>
          <a:noFill/>
          <a:ln w="12802" cap="rnd" cmpd="sng" algn="ctr">
            <a:solidFill>
              <a:srgbClr val="5246FF">
                <a:alpha val="20000"/>
              </a:srgbClr>
            </a:solidFill>
            <a:round/>
            <a:headEnd type="none"/>
            <a:tailEnd type="none"/>
          </a:ln>
        </p:spPr>
      </p:sp>
      <p:sp>
        <p:nvSpPr>
          <p:cNvPr id="111" name="synapse model / 0110 synaptic connection"/>
          <p:cNvSpPr/>
          <p:nvPr/>
        </p:nvSpPr>
        <p:spPr>
          <a:xfrm>
            <a:off x="1133856" y="2784348"/>
            <a:ext cx="1929384" cy="575158"/>
          </a:xfrm>
          <a:custGeom>
            <a:avLst/>
            <a:gdLst/>
            <a:ahLst/>
            <a:cxnLst/>
            <a:rect l="0" t="0" r="r" b="b"/>
            <a:pathLst>
              <a:path w="211000" h="62900" fill="none" stroke="1" extrusionOk="0">
                <a:moveTo>
                  <a:pt x="0" y="62900"/>
                </a:moveTo>
                <a:lnTo>
                  <a:pt x="211000" y="0"/>
                </a:lnTo>
              </a:path>
            </a:pathLst>
          </a:custGeom>
          <a:noFill/>
          <a:ln w="12802" cap="rnd" cmpd="sng" algn="ctr">
            <a:solidFill>
              <a:srgbClr val="5246FF">
                <a:alpha val="20000"/>
              </a:srgbClr>
            </a:solidFill>
            <a:round/>
            <a:headEnd type="none"/>
            <a:tailEnd type="none"/>
          </a:ln>
        </p:spPr>
      </p:sp>
      <p:sp>
        <p:nvSpPr>
          <p:cNvPr id="112" name="synapse model / 0111 synaptic connection"/>
          <p:cNvSpPr/>
          <p:nvPr/>
        </p:nvSpPr>
        <p:spPr>
          <a:xfrm>
            <a:off x="1133856" y="3087014"/>
            <a:ext cx="1929384" cy="272491"/>
          </a:xfrm>
          <a:custGeom>
            <a:avLst/>
            <a:gdLst/>
            <a:ahLst/>
            <a:cxnLst/>
            <a:rect l="0" t="0" r="r" b="b"/>
            <a:pathLst>
              <a:path w="211000" h="29800" fill="none" stroke="1" extrusionOk="0">
                <a:moveTo>
                  <a:pt x="0" y="29800"/>
                </a:moveTo>
                <a:lnTo>
                  <a:pt x="211000" y="0"/>
                </a:lnTo>
              </a:path>
            </a:pathLst>
          </a:custGeom>
          <a:noFill/>
          <a:ln w="12802" cap="rnd" cmpd="sng" algn="ctr">
            <a:solidFill>
              <a:srgbClr val="5246FF">
                <a:alpha val="20000"/>
              </a:srgbClr>
            </a:solidFill>
            <a:round/>
            <a:headEnd type="none"/>
            <a:tailEnd type="none"/>
          </a:ln>
        </p:spPr>
      </p:sp>
      <p:sp>
        <p:nvSpPr>
          <p:cNvPr id="113" name="synapse model / 0112 synaptic connection"/>
          <p:cNvSpPr/>
          <p:nvPr/>
        </p:nvSpPr>
        <p:spPr>
          <a:xfrm>
            <a:off x="1133856" y="3359506"/>
            <a:ext cx="1929384" cy="30175"/>
          </a:xfrm>
          <a:custGeom>
            <a:avLst/>
            <a:gdLst/>
            <a:ahLst/>
            <a:cxnLst/>
            <a:rect l="0" t="0" r="r" b="b"/>
            <a:pathLst>
              <a:path w="211000" h="3300" fill="none" stroke="1" extrusionOk="0">
                <a:moveTo>
                  <a:pt x="0" y="0"/>
                </a:moveTo>
                <a:lnTo>
                  <a:pt x="211000" y="3300"/>
                </a:lnTo>
              </a:path>
            </a:pathLst>
          </a:custGeom>
          <a:noFill/>
          <a:ln w="12802" cap="rnd" cmpd="sng" algn="ctr">
            <a:solidFill>
              <a:srgbClr val="5246FF">
                <a:alpha val="20000"/>
              </a:srgbClr>
            </a:solidFill>
            <a:round/>
            <a:headEnd type="none"/>
            <a:tailEnd type="none"/>
          </a:ln>
        </p:spPr>
      </p:sp>
      <p:sp>
        <p:nvSpPr>
          <p:cNvPr id="114" name="synapse model / 0113 synaptic connection"/>
          <p:cNvSpPr/>
          <p:nvPr/>
        </p:nvSpPr>
        <p:spPr>
          <a:xfrm>
            <a:off x="1133856" y="3359506"/>
            <a:ext cx="1929384" cy="332842"/>
          </a:xfrm>
          <a:custGeom>
            <a:avLst/>
            <a:gdLst/>
            <a:ahLst/>
            <a:cxnLst/>
            <a:rect l="0" t="0" r="r" b="b"/>
            <a:pathLst>
              <a:path w="211000" h="36400" fill="none" stroke="1" extrusionOk="0">
                <a:moveTo>
                  <a:pt x="0" y="0"/>
                </a:moveTo>
                <a:lnTo>
                  <a:pt x="211000" y="36400"/>
                </a:lnTo>
              </a:path>
            </a:pathLst>
          </a:custGeom>
          <a:noFill/>
          <a:ln w="12802" cap="rnd" cmpd="sng" algn="ctr">
            <a:solidFill>
              <a:srgbClr val="5246FF">
                <a:alpha val="20000"/>
              </a:srgbClr>
            </a:solidFill>
            <a:round/>
            <a:headEnd type="none"/>
            <a:tailEnd type="none"/>
          </a:ln>
        </p:spPr>
      </p:sp>
      <p:sp>
        <p:nvSpPr>
          <p:cNvPr id="115" name="synapse model / 0114 synaptic connection"/>
          <p:cNvSpPr/>
          <p:nvPr/>
        </p:nvSpPr>
        <p:spPr>
          <a:xfrm>
            <a:off x="1133856" y="3359506"/>
            <a:ext cx="1929384" cy="635508"/>
          </a:xfrm>
          <a:custGeom>
            <a:avLst/>
            <a:gdLst/>
            <a:ahLst/>
            <a:cxnLst/>
            <a:rect l="0" t="0" r="r" b="b"/>
            <a:pathLst>
              <a:path w="211000" h="69500" fill="none" stroke="1" extrusionOk="0">
                <a:moveTo>
                  <a:pt x="0" y="0"/>
                </a:moveTo>
                <a:lnTo>
                  <a:pt x="211000" y="69500"/>
                </a:lnTo>
              </a:path>
            </a:pathLst>
          </a:custGeom>
          <a:noFill/>
          <a:ln w="12802" cap="rnd" cmpd="sng" algn="ctr">
            <a:solidFill>
              <a:srgbClr val="5246FF">
                <a:alpha val="20000"/>
              </a:srgbClr>
            </a:solidFill>
            <a:round/>
            <a:headEnd type="none"/>
            <a:tailEnd type="none"/>
          </a:ln>
        </p:spPr>
      </p:sp>
      <p:sp>
        <p:nvSpPr>
          <p:cNvPr id="116" name="synapse model / 0115 synaptic connection"/>
          <p:cNvSpPr/>
          <p:nvPr/>
        </p:nvSpPr>
        <p:spPr>
          <a:xfrm>
            <a:off x="1133856" y="3359506"/>
            <a:ext cx="1929384" cy="938174"/>
          </a:xfrm>
          <a:custGeom>
            <a:avLst/>
            <a:gdLst/>
            <a:ahLst/>
            <a:cxnLst/>
            <a:rect l="0" t="0" r="r" b="b"/>
            <a:pathLst>
              <a:path w="211000" h="102600" fill="none" stroke="1" extrusionOk="0">
                <a:moveTo>
                  <a:pt x="0" y="0"/>
                </a:moveTo>
                <a:lnTo>
                  <a:pt x="211000" y="102600"/>
                </a:lnTo>
              </a:path>
            </a:pathLst>
          </a:custGeom>
          <a:noFill/>
          <a:ln w="12802" cap="rnd" cmpd="sng" algn="ctr">
            <a:solidFill>
              <a:srgbClr val="5246FF">
                <a:alpha val="20000"/>
              </a:srgbClr>
            </a:solidFill>
            <a:round/>
            <a:headEnd type="none"/>
            <a:tailEnd type="none"/>
          </a:ln>
        </p:spPr>
      </p:sp>
      <p:sp>
        <p:nvSpPr>
          <p:cNvPr id="117" name="synapse model / 0116 synaptic connection"/>
          <p:cNvSpPr/>
          <p:nvPr/>
        </p:nvSpPr>
        <p:spPr>
          <a:xfrm>
            <a:off x="1133856" y="3359506"/>
            <a:ext cx="1929384" cy="1240841"/>
          </a:xfrm>
          <a:custGeom>
            <a:avLst/>
            <a:gdLst/>
            <a:ahLst/>
            <a:cxnLst/>
            <a:rect l="0" t="0" r="r" b="b"/>
            <a:pathLst>
              <a:path w="211000" h="135700" fill="none" stroke="1" extrusionOk="0">
                <a:moveTo>
                  <a:pt x="0" y="0"/>
                </a:moveTo>
                <a:lnTo>
                  <a:pt x="211000" y="135700"/>
                </a:lnTo>
              </a:path>
            </a:pathLst>
          </a:custGeom>
          <a:noFill/>
          <a:ln w="12802" cap="rnd" cmpd="sng" algn="ctr">
            <a:solidFill>
              <a:srgbClr val="5246FF">
                <a:alpha val="20000"/>
              </a:srgbClr>
            </a:solidFill>
            <a:round/>
            <a:headEnd type="none"/>
            <a:tailEnd type="none"/>
          </a:ln>
        </p:spPr>
      </p:sp>
      <p:sp>
        <p:nvSpPr>
          <p:cNvPr id="118" name="synapse model / 0117 synaptic connection"/>
          <p:cNvSpPr/>
          <p:nvPr/>
        </p:nvSpPr>
        <p:spPr>
          <a:xfrm>
            <a:off x="1133856" y="3359506"/>
            <a:ext cx="1929384" cy="1543507"/>
          </a:xfrm>
          <a:custGeom>
            <a:avLst/>
            <a:gdLst/>
            <a:ahLst/>
            <a:cxnLst/>
            <a:rect l="0" t="0" r="r" b="b"/>
            <a:pathLst>
              <a:path w="211000" h="168800" fill="none" stroke="1" extrusionOk="0">
                <a:moveTo>
                  <a:pt x="0" y="0"/>
                </a:moveTo>
                <a:lnTo>
                  <a:pt x="211000" y="168800"/>
                </a:lnTo>
              </a:path>
            </a:pathLst>
          </a:custGeom>
          <a:noFill/>
          <a:ln w="12802" cap="rnd" cmpd="sng" algn="ctr">
            <a:solidFill>
              <a:srgbClr val="5246FF">
                <a:alpha val="20000"/>
              </a:srgbClr>
            </a:solidFill>
            <a:round/>
            <a:headEnd type="none"/>
            <a:tailEnd type="none"/>
          </a:ln>
        </p:spPr>
      </p:sp>
      <p:sp>
        <p:nvSpPr>
          <p:cNvPr id="119" name="synapse model / 0118 synaptic connection"/>
          <p:cNvSpPr/>
          <p:nvPr/>
        </p:nvSpPr>
        <p:spPr>
          <a:xfrm>
            <a:off x="1133856" y="1271016"/>
            <a:ext cx="1929384" cy="2392070"/>
          </a:xfrm>
          <a:custGeom>
            <a:avLst/>
            <a:gdLst/>
            <a:ahLst/>
            <a:cxnLst/>
            <a:rect l="0" t="0" r="r" b="b"/>
            <a:pathLst>
              <a:path w="211000" h="261600" fill="none" stroke="1" extrusionOk="0">
                <a:moveTo>
                  <a:pt x="0" y="261600"/>
                </a:moveTo>
                <a:lnTo>
                  <a:pt x="211000" y="0"/>
                </a:lnTo>
              </a:path>
            </a:pathLst>
          </a:custGeom>
          <a:noFill/>
          <a:ln w="12802" cap="rnd" cmpd="sng" algn="ctr">
            <a:solidFill>
              <a:srgbClr val="5246FF">
                <a:alpha val="20000"/>
              </a:srgbClr>
            </a:solidFill>
            <a:round/>
            <a:headEnd type="none"/>
            <a:tailEnd type="none"/>
          </a:ln>
        </p:spPr>
      </p:sp>
      <p:sp>
        <p:nvSpPr>
          <p:cNvPr id="120" name="synapse model / 0119 synaptic connection"/>
          <p:cNvSpPr/>
          <p:nvPr/>
        </p:nvSpPr>
        <p:spPr>
          <a:xfrm>
            <a:off x="1133856" y="1573682"/>
            <a:ext cx="1929384" cy="2089404"/>
          </a:xfrm>
          <a:custGeom>
            <a:avLst/>
            <a:gdLst/>
            <a:ahLst/>
            <a:cxnLst/>
            <a:rect l="0" t="0" r="r" b="b"/>
            <a:pathLst>
              <a:path w="211000" h="228500" fill="none" stroke="1" extrusionOk="0">
                <a:moveTo>
                  <a:pt x="0" y="228500"/>
                </a:moveTo>
                <a:lnTo>
                  <a:pt x="211000" y="0"/>
                </a:lnTo>
              </a:path>
            </a:pathLst>
          </a:custGeom>
          <a:noFill/>
          <a:ln w="12802" cap="rnd" cmpd="sng" algn="ctr">
            <a:solidFill>
              <a:srgbClr val="5246FF">
                <a:alpha val="20000"/>
              </a:srgbClr>
            </a:solidFill>
            <a:round/>
            <a:headEnd type="none"/>
            <a:tailEnd type="none"/>
          </a:ln>
        </p:spPr>
      </p:sp>
      <p:sp>
        <p:nvSpPr>
          <p:cNvPr id="121" name="synapse model / 0120 synaptic connection"/>
          <p:cNvSpPr/>
          <p:nvPr/>
        </p:nvSpPr>
        <p:spPr>
          <a:xfrm>
            <a:off x="1133856" y="1876349"/>
            <a:ext cx="1929384" cy="1786738"/>
          </a:xfrm>
          <a:custGeom>
            <a:avLst/>
            <a:gdLst/>
            <a:ahLst/>
            <a:cxnLst/>
            <a:rect l="0" t="0" r="r" b="b"/>
            <a:pathLst>
              <a:path w="211000" h="195400" fill="none" stroke="1" extrusionOk="0">
                <a:moveTo>
                  <a:pt x="0" y="195400"/>
                </a:moveTo>
                <a:lnTo>
                  <a:pt x="211000" y="0"/>
                </a:lnTo>
              </a:path>
            </a:pathLst>
          </a:custGeom>
          <a:noFill/>
          <a:ln w="12802" cap="rnd" cmpd="sng" algn="ctr">
            <a:solidFill>
              <a:srgbClr val="5246FF">
                <a:alpha val="20000"/>
              </a:srgbClr>
            </a:solidFill>
            <a:round/>
            <a:headEnd type="none"/>
            <a:tailEnd type="none"/>
          </a:ln>
        </p:spPr>
      </p:sp>
      <p:sp>
        <p:nvSpPr>
          <p:cNvPr id="122" name="synapse model / 0121 synaptic connection"/>
          <p:cNvSpPr/>
          <p:nvPr/>
        </p:nvSpPr>
        <p:spPr>
          <a:xfrm>
            <a:off x="1133856" y="2179015"/>
            <a:ext cx="1929384" cy="1484071"/>
          </a:xfrm>
          <a:custGeom>
            <a:avLst/>
            <a:gdLst/>
            <a:ahLst/>
            <a:cxnLst/>
            <a:rect l="0" t="0" r="r" b="b"/>
            <a:pathLst>
              <a:path w="211000" h="162300" fill="none" stroke="1" extrusionOk="0">
                <a:moveTo>
                  <a:pt x="0" y="162300"/>
                </a:moveTo>
                <a:lnTo>
                  <a:pt x="211000" y="0"/>
                </a:lnTo>
              </a:path>
            </a:pathLst>
          </a:custGeom>
          <a:noFill/>
          <a:ln w="12802" cap="rnd" cmpd="sng" algn="ctr">
            <a:solidFill>
              <a:srgbClr val="5246FF">
                <a:alpha val="20000"/>
              </a:srgbClr>
            </a:solidFill>
            <a:round/>
            <a:headEnd type="none"/>
            <a:tailEnd type="none"/>
          </a:ln>
        </p:spPr>
      </p:sp>
      <p:sp>
        <p:nvSpPr>
          <p:cNvPr id="123" name="synapse model / 0122 synaptic connection"/>
          <p:cNvSpPr/>
          <p:nvPr/>
        </p:nvSpPr>
        <p:spPr>
          <a:xfrm>
            <a:off x="1133856" y="2481682"/>
            <a:ext cx="1929384" cy="1181405"/>
          </a:xfrm>
          <a:custGeom>
            <a:avLst/>
            <a:gdLst/>
            <a:ahLst/>
            <a:cxnLst/>
            <a:rect l="0" t="0" r="r" b="b"/>
            <a:pathLst>
              <a:path w="211000" h="129200" fill="none" stroke="1" extrusionOk="0">
                <a:moveTo>
                  <a:pt x="0" y="129200"/>
                </a:moveTo>
                <a:lnTo>
                  <a:pt x="211000" y="0"/>
                </a:lnTo>
              </a:path>
            </a:pathLst>
          </a:custGeom>
          <a:noFill/>
          <a:ln w="12802" cap="rnd" cmpd="sng" algn="ctr">
            <a:solidFill>
              <a:srgbClr val="5246FF">
                <a:alpha val="20000"/>
              </a:srgbClr>
            </a:solidFill>
            <a:round/>
            <a:headEnd type="none"/>
            <a:tailEnd type="none"/>
          </a:ln>
        </p:spPr>
      </p:sp>
      <p:sp>
        <p:nvSpPr>
          <p:cNvPr id="124" name="synapse model / 0123 synaptic connection"/>
          <p:cNvSpPr/>
          <p:nvPr/>
        </p:nvSpPr>
        <p:spPr>
          <a:xfrm>
            <a:off x="1133856" y="2784348"/>
            <a:ext cx="1929384" cy="878738"/>
          </a:xfrm>
          <a:custGeom>
            <a:avLst/>
            <a:gdLst/>
            <a:ahLst/>
            <a:cxnLst/>
            <a:rect l="0" t="0" r="r" b="b"/>
            <a:pathLst>
              <a:path w="211000" h="96100" fill="none" stroke="1" extrusionOk="0">
                <a:moveTo>
                  <a:pt x="0" y="96100"/>
                </a:moveTo>
                <a:lnTo>
                  <a:pt x="211000" y="0"/>
                </a:lnTo>
              </a:path>
            </a:pathLst>
          </a:custGeom>
          <a:noFill/>
          <a:ln w="12802" cap="rnd" cmpd="sng" algn="ctr">
            <a:solidFill>
              <a:srgbClr val="5246FF">
                <a:alpha val="20000"/>
              </a:srgbClr>
            </a:solidFill>
            <a:round/>
            <a:headEnd type="none"/>
            <a:tailEnd type="none"/>
          </a:ln>
        </p:spPr>
      </p:sp>
      <p:sp>
        <p:nvSpPr>
          <p:cNvPr id="125" name="synapse model / 0124 synaptic connection"/>
          <p:cNvSpPr/>
          <p:nvPr/>
        </p:nvSpPr>
        <p:spPr>
          <a:xfrm>
            <a:off x="1133856" y="3087014"/>
            <a:ext cx="1929384" cy="576072"/>
          </a:xfrm>
          <a:custGeom>
            <a:avLst/>
            <a:gdLst/>
            <a:ahLst/>
            <a:cxnLst/>
            <a:rect l="0" t="0" r="r" b="b"/>
            <a:pathLst>
              <a:path w="211000" h="63000" fill="none" stroke="1" extrusionOk="0">
                <a:moveTo>
                  <a:pt x="0" y="63000"/>
                </a:moveTo>
                <a:lnTo>
                  <a:pt x="211000" y="0"/>
                </a:lnTo>
              </a:path>
            </a:pathLst>
          </a:custGeom>
          <a:noFill/>
          <a:ln w="12802" cap="rnd" cmpd="sng" algn="ctr">
            <a:solidFill>
              <a:srgbClr val="5246FF">
                <a:alpha val="20000"/>
              </a:srgbClr>
            </a:solidFill>
            <a:round/>
            <a:headEnd type="none"/>
            <a:tailEnd type="none"/>
          </a:ln>
        </p:spPr>
      </p:sp>
      <p:sp>
        <p:nvSpPr>
          <p:cNvPr id="126" name="synapse model / 0125 synaptic connection"/>
          <p:cNvSpPr/>
          <p:nvPr/>
        </p:nvSpPr>
        <p:spPr>
          <a:xfrm>
            <a:off x="1133856" y="3389681"/>
            <a:ext cx="1929384" cy="273406"/>
          </a:xfrm>
          <a:custGeom>
            <a:avLst/>
            <a:gdLst/>
            <a:ahLst/>
            <a:cxnLst/>
            <a:rect l="0" t="0" r="r" b="b"/>
            <a:pathLst>
              <a:path w="211000" h="29900" fill="none" stroke="1" extrusionOk="0">
                <a:moveTo>
                  <a:pt x="0" y="29900"/>
                </a:moveTo>
                <a:lnTo>
                  <a:pt x="211000" y="0"/>
                </a:lnTo>
              </a:path>
            </a:pathLst>
          </a:custGeom>
          <a:noFill/>
          <a:ln w="12802" cap="rnd" cmpd="sng" algn="ctr">
            <a:solidFill>
              <a:srgbClr val="5246FF">
                <a:alpha val="20000"/>
              </a:srgbClr>
            </a:solidFill>
            <a:round/>
            <a:headEnd type="none"/>
            <a:tailEnd type="none"/>
          </a:ln>
        </p:spPr>
      </p:sp>
      <p:sp>
        <p:nvSpPr>
          <p:cNvPr id="127" name="synapse model / 0126 synaptic connection"/>
          <p:cNvSpPr/>
          <p:nvPr/>
        </p:nvSpPr>
        <p:spPr>
          <a:xfrm>
            <a:off x="1133856" y="3663086"/>
            <a:ext cx="1929384" cy="29261"/>
          </a:xfrm>
          <a:custGeom>
            <a:avLst/>
            <a:gdLst/>
            <a:ahLst/>
            <a:cxnLst/>
            <a:rect l="0" t="0" r="r" b="b"/>
            <a:pathLst>
              <a:path w="211000" h="3200" fill="none" stroke="1" extrusionOk="0">
                <a:moveTo>
                  <a:pt x="0" y="0"/>
                </a:moveTo>
                <a:lnTo>
                  <a:pt x="211000" y="3200"/>
                </a:lnTo>
              </a:path>
            </a:pathLst>
          </a:custGeom>
          <a:noFill/>
          <a:ln w="12802" cap="rnd" cmpd="sng" algn="ctr">
            <a:solidFill>
              <a:srgbClr val="5246FF">
                <a:alpha val="20000"/>
              </a:srgbClr>
            </a:solidFill>
            <a:round/>
            <a:headEnd type="none"/>
            <a:tailEnd type="none"/>
          </a:ln>
        </p:spPr>
      </p:sp>
      <p:sp>
        <p:nvSpPr>
          <p:cNvPr id="128" name="synapse model / 0127 synaptic connection"/>
          <p:cNvSpPr/>
          <p:nvPr/>
        </p:nvSpPr>
        <p:spPr>
          <a:xfrm>
            <a:off x="1133856" y="3663086"/>
            <a:ext cx="1929384" cy="331927"/>
          </a:xfrm>
          <a:custGeom>
            <a:avLst/>
            <a:gdLst/>
            <a:ahLst/>
            <a:cxnLst/>
            <a:rect l="0" t="0" r="r" b="b"/>
            <a:pathLst>
              <a:path w="211000" h="36300" fill="none" stroke="1" extrusionOk="0">
                <a:moveTo>
                  <a:pt x="0" y="0"/>
                </a:moveTo>
                <a:lnTo>
                  <a:pt x="211000" y="36300"/>
                </a:lnTo>
              </a:path>
            </a:pathLst>
          </a:custGeom>
          <a:noFill/>
          <a:ln w="12802" cap="rnd" cmpd="sng" algn="ctr">
            <a:solidFill>
              <a:srgbClr val="5246FF">
                <a:alpha val="20000"/>
              </a:srgbClr>
            </a:solidFill>
            <a:round/>
            <a:headEnd type="none"/>
            <a:tailEnd type="none"/>
          </a:ln>
        </p:spPr>
      </p:sp>
      <p:sp>
        <p:nvSpPr>
          <p:cNvPr id="129" name="synapse model / 0128 synaptic connection"/>
          <p:cNvSpPr/>
          <p:nvPr/>
        </p:nvSpPr>
        <p:spPr>
          <a:xfrm>
            <a:off x="1133856" y="3663086"/>
            <a:ext cx="1929384" cy="634594"/>
          </a:xfrm>
          <a:custGeom>
            <a:avLst/>
            <a:gdLst/>
            <a:ahLst/>
            <a:cxnLst/>
            <a:rect l="0" t="0" r="r" b="b"/>
            <a:pathLst>
              <a:path w="211000" h="69400" fill="none" stroke="1" extrusionOk="0">
                <a:moveTo>
                  <a:pt x="0" y="0"/>
                </a:moveTo>
                <a:lnTo>
                  <a:pt x="211000" y="69400"/>
                </a:lnTo>
              </a:path>
            </a:pathLst>
          </a:custGeom>
          <a:noFill/>
          <a:ln w="12802" cap="rnd" cmpd="sng" algn="ctr">
            <a:solidFill>
              <a:srgbClr val="5246FF">
                <a:alpha val="20000"/>
              </a:srgbClr>
            </a:solidFill>
            <a:round/>
            <a:headEnd type="none"/>
            <a:tailEnd type="none"/>
          </a:ln>
        </p:spPr>
      </p:sp>
      <p:sp>
        <p:nvSpPr>
          <p:cNvPr id="130" name="synapse model / 0129 synaptic connection"/>
          <p:cNvSpPr/>
          <p:nvPr/>
        </p:nvSpPr>
        <p:spPr>
          <a:xfrm>
            <a:off x="1133856" y="3663086"/>
            <a:ext cx="1929384" cy="937260"/>
          </a:xfrm>
          <a:custGeom>
            <a:avLst/>
            <a:gdLst/>
            <a:ahLst/>
            <a:cxnLst/>
            <a:rect l="0" t="0" r="r" b="b"/>
            <a:pathLst>
              <a:path w="211000" h="102500" fill="none" stroke="1" extrusionOk="0">
                <a:moveTo>
                  <a:pt x="0" y="0"/>
                </a:moveTo>
                <a:lnTo>
                  <a:pt x="211000" y="102500"/>
                </a:lnTo>
              </a:path>
            </a:pathLst>
          </a:custGeom>
          <a:noFill/>
          <a:ln w="12802" cap="rnd" cmpd="sng" algn="ctr">
            <a:solidFill>
              <a:srgbClr val="5246FF">
                <a:alpha val="20000"/>
              </a:srgbClr>
            </a:solidFill>
            <a:round/>
            <a:headEnd type="none"/>
            <a:tailEnd type="none"/>
          </a:ln>
        </p:spPr>
      </p:sp>
      <p:sp>
        <p:nvSpPr>
          <p:cNvPr id="131" name="synapse model / 0130 synaptic connection"/>
          <p:cNvSpPr/>
          <p:nvPr/>
        </p:nvSpPr>
        <p:spPr>
          <a:xfrm>
            <a:off x="1133856" y="3663086"/>
            <a:ext cx="1929384" cy="1239926"/>
          </a:xfrm>
          <a:custGeom>
            <a:avLst/>
            <a:gdLst/>
            <a:ahLst/>
            <a:cxnLst/>
            <a:rect l="0" t="0" r="r" b="b"/>
            <a:pathLst>
              <a:path w="211000" h="135600" fill="none" stroke="1" extrusionOk="0">
                <a:moveTo>
                  <a:pt x="0" y="0"/>
                </a:moveTo>
                <a:lnTo>
                  <a:pt x="211000" y="135600"/>
                </a:lnTo>
              </a:path>
            </a:pathLst>
          </a:custGeom>
          <a:noFill/>
          <a:ln w="12802" cap="rnd" cmpd="sng" algn="ctr">
            <a:solidFill>
              <a:srgbClr val="5246FF">
                <a:alpha val="20000"/>
              </a:srgbClr>
            </a:solidFill>
            <a:round/>
            <a:headEnd type="none"/>
            <a:tailEnd type="none"/>
          </a:ln>
        </p:spPr>
      </p:sp>
      <p:sp>
        <p:nvSpPr>
          <p:cNvPr id="132" name="synapse model / 0131 synaptic connection"/>
          <p:cNvSpPr/>
          <p:nvPr/>
        </p:nvSpPr>
        <p:spPr>
          <a:xfrm>
            <a:off x="1133856" y="1271016"/>
            <a:ext cx="1929384" cy="2695651"/>
          </a:xfrm>
          <a:custGeom>
            <a:avLst/>
            <a:gdLst/>
            <a:ahLst/>
            <a:cxnLst/>
            <a:rect l="0" t="0" r="r" b="b"/>
            <a:pathLst>
              <a:path w="211000" h="294800" fill="none" stroke="1" extrusionOk="0">
                <a:moveTo>
                  <a:pt x="0" y="294800"/>
                </a:moveTo>
                <a:lnTo>
                  <a:pt x="211000" y="0"/>
                </a:lnTo>
              </a:path>
            </a:pathLst>
          </a:custGeom>
          <a:noFill/>
          <a:ln w="12802" cap="rnd" cmpd="sng" algn="ctr">
            <a:solidFill>
              <a:srgbClr val="5246FF">
                <a:alpha val="20000"/>
              </a:srgbClr>
            </a:solidFill>
            <a:round/>
            <a:headEnd type="none"/>
            <a:tailEnd type="none"/>
          </a:ln>
        </p:spPr>
      </p:sp>
      <p:sp>
        <p:nvSpPr>
          <p:cNvPr id="133" name="synapse model / 0132 synaptic connection"/>
          <p:cNvSpPr/>
          <p:nvPr/>
        </p:nvSpPr>
        <p:spPr>
          <a:xfrm>
            <a:off x="1133856" y="1573682"/>
            <a:ext cx="1929384" cy="2392985"/>
          </a:xfrm>
          <a:custGeom>
            <a:avLst/>
            <a:gdLst/>
            <a:ahLst/>
            <a:cxnLst/>
            <a:rect l="0" t="0" r="r" b="b"/>
            <a:pathLst>
              <a:path w="211000" h="261700" fill="none" stroke="1" extrusionOk="0">
                <a:moveTo>
                  <a:pt x="0" y="261700"/>
                </a:moveTo>
                <a:lnTo>
                  <a:pt x="211000" y="0"/>
                </a:lnTo>
              </a:path>
            </a:pathLst>
          </a:custGeom>
          <a:noFill/>
          <a:ln w="12802" cap="rnd" cmpd="sng" algn="ctr">
            <a:solidFill>
              <a:srgbClr val="5246FF">
                <a:alpha val="20000"/>
              </a:srgbClr>
            </a:solidFill>
            <a:round/>
            <a:headEnd type="none"/>
            <a:tailEnd type="none"/>
          </a:ln>
        </p:spPr>
      </p:sp>
      <p:sp>
        <p:nvSpPr>
          <p:cNvPr id="134" name="synapse model / 0133 synaptic connection"/>
          <p:cNvSpPr/>
          <p:nvPr/>
        </p:nvSpPr>
        <p:spPr>
          <a:xfrm>
            <a:off x="1133856" y="1876349"/>
            <a:ext cx="1929384" cy="2090318"/>
          </a:xfrm>
          <a:custGeom>
            <a:avLst/>
            <a:gdLst/>
            <a:ahLst/>
            <a:cxnLst/>
            <a:rect l="0" t="0" r="r" b="b"/>
            <a:pathLst>
              <a:path w="211000" h="228600" fill="none" stroke="1" extrusionOk="0">
                <a:moveTo>
                  <a:pt x="0" y="228600"/>
                </a:moveTo>
                <a:lnTo>
                  <a:pt x="211000" y="0"/>
                </a:lnTo>
              </a:path>
            </a:pathLst>
          </a:custGeom>
          <a:noFill/>
          <a:ln w="12802" cap="rnd" cmpd="sng" algn="ctr">
            <a:solidFill>
              <a:srgbClr val="5246FF">
                <a:alpha val="20000"/>
              </a:srgbClr>
            </a:solidFill>
            <a:round/>
            <a:headEnd type="none"/>
            <a:tailEnd type="none"/>
          </a:ln>
        </p:spPr>
      </p:sp>
      <p:sp>
        <p:nvSpPr>
          <p:cNvPr id="135" name="synapse model / 0134 synaptic connection"/>
          <p:cNvSpPr/>
          <p:nvPr/>
        </p:nvSpPr>
        <p:spPr>
          <a:xfrm>
            <a:off x="1133856" y="2179015"/>
            <a:ext cx="1929384" cy="1787652"/>
          </a:xfrm>
          <a:custGeom>
            <a:avLst/>
            <a:gdLst/>
            <a:ahLst/>
            <a:cxnLst/>
            <a:rect l="0" t="0" r="r" b="b"/>
            <a:pathLst>
              <a:path w="211000" h="195500" fill="none" stroke="1" extrusionOk="0">
                <a:moveTo>
                  <a:pt x="0" y="195500"/>
                </a:moveTo>
                <a:lnTo>
                  <a:pt x="211000" y="0"/>
                </a:lnTo>
              </a:path>
            </a:pathLst>
          </a:custGeom>
          <a:noFill/>
          <a:ln w="12802" cap="rnd" cmpd="sng" algn="ctr">
            <a:solidFill>
              <a:srgbClr val="5246FF">
                <a:alpha val="20000"/>
              </a:srgbClr>
            </a:solidFill>
            <a:round/>
            <a:headEnd type="none"/>
            <a:tailEnd type="none"/>
          </a:ln>
        </p:spPr>
      </p:sp>
      <p:sp>
        <p:nvSpPr>
          <p:cNvPr id="136" name="synapse model / 0135 synaptic connection"/>
          <p:cNvSpPr/>
          <p:nvPr/>
        </p:nvSpPr>
        <p:spPr>
          <a:xfrm>
            <a:off x="1133856" y="2481682"/>
            <a:ext cx="1929384" cy="1484986"/>
          </a:xfrm>
          <a:custGeom>
            <a:avLst/>
            <a:gdLst/>
            <a:ahLst/>
            <a:cxnLst/>
            <a:rect l="0" t="0" r="r" b="b"/>
            <a:pathLst>
              <a:path w="211000" h="162400" fill="none" stroke="1" extrusionOk="0">
                <a:moveTo>
                  <a:pt x="0" y="162400"/>
                </a:moveTo>
                <a:lnTo>
                  <a:pt x="211000" y="0"/>
                </a:lnTo>
              </a:path>
            </a:pathLst>
          </a:custGeom>
          <a:noFill/>
          <a:ln w="12802" cap="rnd" cmpd="sng" algn="ctr">
            <a:solidFill>
              <a:srgbClr val="5246FF">
                <a:alpha val="20000"/>
              </a:srgbClr>
            </a:solidFill>
            <a:round/>
            <a:headEnd type="none"/>
            <a:tailEnd type="none"/>
          </a:ln>
        </p:spPr>
      </p:sp>
      <p:sp>
        <p:nvSpPr>
          <p:cNvPr id="137" name="synapse model / 0136 synaptic connection"/>
          <p:cNvSpPr/>
          <p:nvPr/>
        </p:nvSpPr>
        <p:spPr>
          <a:xfrm>
            <a:off x="1133856" y="2784348"/>
            <a:ext cx="1929384" cy="1182319"/>
          </a:xfrm>
          <a:custGeom>
            <a:avLst/>
            <a:gdLst/>
            <a:ahLst/>
            <a:cxnLst/>
            <a:rect l="0" t="0" r="r" b="b"/>
            <a:pathLst>
              <a:path w="211000" h="129300" fill="none" stroke="1" extrusionOk="0">
                <a:moveTo>
                  <a:pt x="0" y="129300"/>
                </a:moveTo>
                <a:lnTo>
                  <a:pt x="211000" y="0"/>
                </a:lnTo>
              </a:path>
            </a:pathLst>
          </a:custGeom>
          <a:noFill/>
          <a:ln w="12802" cap="rnd" cmpd="sng" algn="ctr">
            <a:solidFill>
              <a:srgbClr val="5246FF">
                <a:alpha val="20000"/>
              </a:srgbClr>
            </a:solidFill>
            <a:round/>
            <a:headEnd type="none"/>
            <a:tailEnd type="none"/>
          </a:ln>
        </p:spPr>
      </p:sp>
      <p:sp>
        <p:nvSpPr>
          <p:cNvPr id="138" name="synapse model / 0137 synaptic connection"/>
          <p:cNvSpPr/>
          <p:nvPr/>
        </p:nvSpPr>
        <p:spPr>
          <a:xfrm>
            <a:off x="1133856" y="3087014"/>
            <a:ext cx="1929384" cy="879653"/>
          </a:xfrm>
          <a:custGeom>
            <a:avLst/>
            <a:gdLst/>
            <a:ahLst/>
            <a:cxnLst/>
            <a:rect l="0" t="0" r="r" b="b"/>
            <a:pathLst>
              <a:path w="211000" h="96200" fill="none" stroke="1" extrusionOk="0">
                <a:moveTo>
                  <a:pt x="0" y="96200"/>
                </a:moveTo>
                <a:lnTo>
                  <a:pt x="211000" y="0"/>
                </a:lnTo>
              </a:path>
            </a:pathLst>
          </a:custGeom>
          <a:noFill/>
          <a:ln w="12802" cap="rnd" cmpd="sng" algn="ctr">
            <a:solidFill>
              <a:srgbClr val="5246FF">
                <a:alpha val="20000"/>
              </a:srgbClr>
            </a:solidFill>
            <a:round/>
            <a:headEnd type="none"/>
            <a:tailEnd type="none"/>
          </a:ln>
        </p:spPr>
      </p:sp>
      <p:sp>
        <p:nvSpPr>
          <p:cNvPr id="139" name="synapse model / 0138 synaptic connection"/>
          <p:cNvSpPr/>
          <p:nvPr/>
        </p:nvSpPr>
        <p:spPr>
          <a:xfrm>
            <a:off x="1133856" y="3389681"/>
            <a:ext cx="1929384" cy="576986"/>
          </a:xfrm>
          <a:custGeom>
            <a:avLst/>
            <a:gdLst/>
            <a:ahLst/>
            <a:cxnLst/>
            <a:rect l="0" t="0" r="r" b="b"/>
            <a:pathLst>
              <a:path w="211000" h="63100" fill="none" stroke="1" extrusionOk="0">
                <a:moveTo>
                  <a:pt x="0" y="63100"/>
                </a:moveTo>
                <a:lnTo>
                  <a:pt x="211000" y="0"/>
                </a:lnTo>
              </a:path>
            </a:pathLst>
          </a:custGeom>
          <a:noFill/>
          <a:ln w="12802" cap="rnd" cmpd="sng" algn="ctr">
            <a:solidFill>
              <a:srgbClr val="5246FF">
                <a:alpha val="20000"/>
              </a:srgbClr>
            </a:solidFill>
            <a:round/>
            <a:headEnd type="none"/>
            <a:tailEnd type="none"/>
          </a:ln>
        </p:spPr>
      </p:sp>
      <p:sp>
        <p:nvSpPr>
          <p:cNvPr id="140" name="synapse model / 0139 synaptic connection"/>
          <p:cNvSpPr/>
          <p:nvPr/>
        </p:nvSpPr>
        <p:spPr>
          <a:xfrm>
            <a:off x="1133856" y="3692347"/>
            <a:ext cx="1929384" cy="274320"/>
          </a:xfrm>
          <a:custGeom>
            <a:avLst/>
            <a:gdLst/>
            <a:ahLst/>
            <a:cxnLst/>
            <a:rect l="0" t="0" r="r" b="b"/>
            <a:pathLst>
              <a:path w="211000" h="30000" fill="none" stroke="1" extrusionOk="0">
                <a:moveTo>
                  <a:pt x="0" y="30000"/>
                </a:moveTo>
                <a:lnTo>
                  <a:pt x="211000" y="0"/>
                </a:lnTo>
              </a:path>
            </a:pathLst>
          </a:custGeom>
          <a:noFill/>
          <a:ln w="12802" cap="rnd" cmpd="sng" algn="ctr">
            <a:solidFill>
              <a:srgbClr val="5246FF">
                <a:alpha val="20000"/>
              </a:srgbClr>
            </a:solidFill>
            <a:round/>
            <a:headEnd type="none"/>
            <a:tailEnd type="none"/>
          </a:ln>
        </p:spPr>
      </p:sp>
      <p:sp>
        <p:nvSpPr>
          <p:cNvPr id="141" name="synapse model / 0140 synaptic connection"/>
          <p:cNvSpPr/>
          <p:nvPr/>
        </p:nvSpPr>
        <p:spPr>
          <a:xfrm>
            <a:off x="1133856" y="3966667"/>
            <a:ext cx="1929384" cy="28346"/>
          </a:xfrm>
          <a:custGeom>
            <a:avLst/>
            <a:gdLst/>
            <a:ahLst/>
            <a:cxnLst/>
            <a:rect l="0" t="0" r="r" b="b"/>
            <a:pathLst>
              <a:path w="211000" h="3100" fill="none" stroke="1" extrusionOk="0">
                <a:moveTo>
                  <a:pt x="0" y="0"/>
                </a:moveTo>
                <a:lnTo>
                  <a:pt x="211000" y="3100"/>
                </a:lnTo>
              </a:path>
            </a:pathLst>
          </a:custGeom>
          <a:noFill/>
          <a:ln w="12802" cap="rnd" cmpd="sng" algn="ctr">
            <a:solidFill>
              <a:srgbClr val="5246FF">
                <a:alpha val="20000"/>
              </a:srgbClr>
            </a:solidFill>
            <a:round/>
            <a:headEnd type="none"/>
            <a:tailEnd type="none"/>
          </a:ln>
        </p:spPr>
      </p:sp>
      <p:sp>
        <p:nvSpPr>
          <p:cNvPr id="142" name="synapse model / 0141 synaptic connection"/>
          <p:cNvSpPr/>
          <p:nvPr/>
        </p:nvSpPr>
        <p:spPr>
          <a:xfrm>
            <a:off x="1133856" y="3966667"/>
            <a:ext cx="1929384" cy="331013"/>
          </a:xfrm>
          <a:custGeom>
            <a:avLst/>
            <a:gdLst/>
            <a:ahLst/>
            <a:cxnLst/>
            <a:rect l="0" t="0" r="r" b="b"/>
            <a:pathLst>
              <a:path w="211000" h="36200" fill="none" stroke="1" extrusionOk="0">
                <a:moveTo>
                  <a:pt x="0" y="0"/>
                </a:moveTo>
                <a:lnTo>
                  <a:pt x="211000" y="36200"/>
                </a:lnTo>
              </a:path>
            </a:pathLst>
          </a:custGeom>
          <a:noFill/>
          <a:ln w="12802" cap="rnd" cmpd="sng" algn="ctr">
            <a:solidFill>
              <a:srgbClr val="5246FF">
                <a:alpha val="20000"/>
              </a:srgbClr>
            </a:solidFill>
            <a:round/>
            <a:headEnd type="none"/>
            <a:tailEnd type="none"/>
          </a:ln>
        </p:spPr>
      </p:sp>
      <p:sp>
        <p:nvSpPr>
          <p:cNvPr id="143" name="synapse model / 0142 synaptic connection"/>
          <p:cNvSpPr/>
          <p:nvPr/>
        </p:nvSpPr>
        <p:spPr>
          <a:xfrm>
            <a:off x="1133856" y="3966667"/>
            <a:ext cx="1929384" cy="633679"/>
          </a:xfrm>
          <a:custGeom>
            <a:avLst/>
            <a:gdLst/>
            <a:ahLst/>
            <a:cxnLst/>
            <a:rect l="0" t="0" r="r" b="b"/>
            <a:pathLst>
              <a:path w="211000" h="69300" fill="none" stroke="1" extrusionOk="0">
                <a:moveTo>
                  <a:pt x="0" y="0"/>
                </a:moveTo>
                <a:lnTo>
                  <a:pt x="211000" y="69300"/>
                </a:lnTo>
              </a:path>
            </a:pathLst>
          </a:custGeom>
          <a:noFill/>
          <a:ln w="12802" cap="rnd" cmpd="sng" algn="ctr">
            <a:solidFill>
              <a:srgbClr val="5246FF">
                <a:alpha val="20000"/>
              </a:srgbClr>
            </a:solidFill>
            <a:round/>
            <a:headEnd type="none"/>
            <a:tailEnd type="none"/>
          </a:ln>
        </p:spPr>
      </p:sp>
      <p:sp>
        <p:nvSpPr>
          <p:cNvPr id="144" name="synapse model / 0143 synaptic connection"/>
          <p:cNvSpPr/>
          <p:nvPr/>
        </p:nvSpPr>
        <p:spPr>
          <a:xfrm>
            <a:off x="1133856" y="3966667"/>
            <a:ext cx="1929384" cy="936346"/>
          </a:xfrm>
          <a:custGeom>
            <a:avLst/>
            <a:gdLst/>
            <a:ahLst/>
            <a:cxnLst/>
            <a:rect l="0" t="0" r="r" b="b"/>
            <a:pathLst>
              <a:path w="211000" h="102400" fill="none" stroke="1" extrusionOk="0">
                <a:moveTo>
                  <a:pt x="0" y="0"/>
                </a:moveTo>
                <a:lnTo>
                  <a:pt x="211000" y="102400"/>
                </a:lnTo>
              </a:path>
            </a:pathLst>
          </a:custGeom>
          <a:noFill/>
          <a:ln w="12802" cap="rnd" cmpd="sng" algn="ctr">
            <a:solidFill>
              <a:srgbClr val="5246FF">
                <a:alpha val="20000"/>
              </a:srgbClr>
            </a:solidFill>
            <a:round/>
            <a:headEnd type="none"/>
            <a:tailEnd type="none"/>
          </a:ln>
        </p:spPr>
      </p:sp>
      <p:sp>
        <p:nvSpPr>
          <p:cNvPr id="145" name="synapse model / 0144 synaptic connection"/>
          <p:cNvSpPr/>
          <p:nvPr/>
        </p:nvSpPr>
        <p:spPr>
          <a:xfrm>
            <a:off x="1133856" y="1271016"/>
            <a:ext cx="1929384" cy="2999232"/>
          </a:xfrm>
          <a:custGeom>
            <a:avLst/>
            <a:gdLst/>
            <a:ahLst/>
            <a:cxnLst/>
            <a:rect l="0" t="0" r="r" b="b"/>
            <a:pathLst>
              <a:path w="211000" h="328000" fill="none" stroke="1" extrusionOk="0">
                <a:moveTo>
                  <a:pt x="0" y="328000"/>
                </a:moveTo>
                <a:lnTo>
                  <a:pt x="211000" y="0"/>
                </a:lnTo>
              </a:path>
            </a:pathLst>
          </a:custGeom>
          <a:noFill/>
          <a:ln w="12802" cap="rnd" cmpd="sng" algn="ctr">
            <a:solidFill>
              <a:srgbClr val="5246FF">
                <a:alpha val="20000"/>
              </a:srgbClr>
            </a:solidFill>
            <a:round/>
            <a:headEnd type="none"/>
            <a:tailEnd type="none"/>
          </a:ln>
        </p:spPr>
      </p:sp>
      <p:sp>
        <p:nvSpPr>
          <p:cNvPr id="146" name="synapse model / 0145 synaptic connection"/>
          <p:cNvSpPr/>
          <p:nvPr/>
        </p:nvSpPr>
        <p:spPr>
          <a:xfrm>
            <a:off x="1133856" y="1573682"/>
            <a:ext cx="1929384" cy="2696566"/>
          </a:xfrm>
          <a:custGeom>
            <a:avLst/>
            <a:gdLst/>
            <a:ahLst/>
            <a:cxnLst/>
            <a:rect l="0" t="0" r="r" b="b"/>
            <a:pathLst>
              <a:path w="211000" h="294900" fill="none" stroke="1" extrusionOk="0">
                <a:moveTo>
                  <a:pt x="0" y="294900"/>
                </a:moveTo>
                <a:lnTo>
                  <a:pt x="211000" y="0"/>
                </a:lnTo>
              </a:path>
            </a:pathLst>
          </a:custGeom>
          <a:noFill/>
          <a:ln w="12802" cap="rnd" cmpd="sng" algn="ctr">
            <a:solidFill>
              <a:srgbClr val="5246FF">
                <a:alpha val="20000"/>
              </a:srgbClr>
            </a:solidFill>
            <a:round/>
            <a:headEnd type="none"/>
            <a:tailEnd type="none"/>
          </a:ln>
        </p:spPr>
      </p:sp>
      <p:sp>
        <p:nvSpPr>
          <p:cNvPr id="147" name="synapse model / 0146 synaptic connection"/>
          <p:cNvSpPr/>
          <p:nvPr/>
        </p:nvSpPr>
        <p:spPr>
          <a:xfrm>
            <a:off x="1133856" y="1876349"/>
            <a:ext cx="1929384" cy="2393899"/>
          </a:xfrm>
          <a:custGeom>
            <a:avLst/>
            <a:gdLst/>
            <a:ahLst/>
            <a:cxnLst/>
            <a:rect l="0" t="0" r="r" b="b"/>
            <a:pathLst>
              <a:path w="211000" h="261800" fill="none" stroke="1" extrusionOk="0">
                <a:moveTo>
                  <a:pt x="0" y="261800"/>
                </a:moveTo>
                <a:lnTo>
                  <a:pt x="211000" y="0"/>
                </a:lnTo>
              </a:path>
            </a:pathLst>
          </a:custGeom>
          <a:noFill/>
          <a:ln w="12802" cap="rnd" cmpd="sng" algn="ctr">
            <a:solidFill>
              <a:srgbClr val="5246FF">
                <a:alpha val="20000"/>
              </a:srgbClr>
            </a:solidFill>
            <a:round/>
            <a:headEnd type="none"/>
            <a:tailEnd type="none"/>
          </a:ln>
        </p:spPr>
      </p:sp>
      <p:sp>
        <p:nvSpPr>
          <p:cNvPr id="148" name="synapse model / 0147 synaptic connection"/>
          <p:cNvSpPr/>
          <p:nvPr/>
        </p:nvSpPr>
        <p:spPr>
          <a:xfrm>
            <a:off x="1133856" y="2179015"/>
            <a:ext cx="1929384" cy="2091233"/>
          </a:xfrm>
          <a:custGeom>
            <a:avLst/>
            <a:gdLst/>
            <a:ahLst/>
            <a:cxnLst/>
            <a:rect l="0" t="0" r="r" b="b"/>
            <a:pathLst>
              <a:path w="211000" h="228700" fill="none" stroke="1" extrusionOk="0">
                <a:moveTo>
                  <a:pt x="0" y="228700"/>
                </a:moveTo>
                <a:lnTo>
                  <a:pt x="211000" y="0"/>
                </a:lnTo>
              </a:path>
            </a:pathLst>
          </a:custGeom>
          <a:noFill/>
          <a:ln w="12802" cap="rnd" cmpd="sng" algn="ctr">
            <a:solidFill>
              <a:srgbClr val="5246FF">
                <a:alpha val="20000"/>
              </a:srgbClr>
            </a:solidFill>
            <a:round/>
            <a:headEnd type="none"/>
            <a:tailEnd type="none"/>
          </a:ln>
        </p:spPr>
      </p:sp>
      <p:sp>
        <p:nvSpPr>
          <p:cNvPr id="149" name="synapse model / 0148 synaptic connection"/>
          <p:cNvSpPr/>
          <p:nvPr/>
        </p:nvSpPr>
        <p:spPr>
          <a:xfrm>
            <a:off x="1133856" y="2481682"/>
            <a:ext cx="1929384" cy="1788566"/>
          </a:xfrm>
          <a:custGeom>
            <a:avLst/>
            <a:gdLst/>
            <a:ahLst/>
            <a:cxnLst/>
            <a:rect l="0" t="0" r="r" b="b"/>
            <a:pathLst>
              <a:path w="211000" h="195600" fill="none" stroke="1" extrusionOk="0">
                <a:moveTo>
                  <a:pt x="0" y="195600"/>
                </a:moveTo>
                <a:lnTo>
                  <a:pt x="211000" y="0"/>
                </a:lnTo>
              </a:path>
            </a:pathLst>
          </a:custGeom>
          <a:noFill/>
          <a:ln w="12802" cap="rnd" cmpd="sng" algn="ctr">
            <a:solidFill>
              <a:srgbClr val="5246FF">
                <a:alpha val="20000"/>
              </a:srgbClr>
            </a:solidFill>
            <a:round/>
            <a:headEnd type="none"/>
            <a:tailEnd type="none"/>
          </a:ln>
        </p:spPr>
      </p:sp>
      <p:sp>
        <p:nvSpPr>
          <p:cNvPr id="150" name="synapse model / 0149 synaptic connection"/>
          <p:cNvSpPr/>
          <p:nvPr/>
        </p:nvSpPr>
        <p:spPr>
          <a:xfrm>
            <a:off x="1133856" y="2784348"/>
            <a:ext cx="1929384" cy="1485900"/>
          </a:xfrm>
          <a:custGeom>
            <a:avLst/>
            <a:gdLst/>
            <a:ahLst/>
            <a:cxnLst/>
            <a:rect l="0" t="0" r="r" b="b"/>
            <a:pathLst>
              <a:path w="211000" h="162500" fill="none" stroke="1" extrusionOk="0">
                <a:moveTo>
                  <a:pt x="0" y="162500"/>
                </a:moveTo>
                <a:lnTo>
                  <a:pt x="211000" y="0"/>
                </a:lnTo>
              </a:path>
            </a:pathLst>
          </a:custGeom>
          <a:noFill/>
          <a:ln w="12802" cap="rnd" cmpd="sng" algn="ctr">
            <a:solidFill>
              <a:srgbClr val="5246FF">
                <a:alpha val="20000"/>
              </a:srgbClr>
            </a:solidFill>
            <a:round/>
            <a:headEnd type="none"/>
            <a:tailEnd type="none"/>
          </a:ln>
        </p:spPr>
      </p:sp>
      <p:sp>
        <p:nvSpPr>
          <p:cNvPr id="151" name="synapse model / 0150 synaptic connection"/>
          <p:cNvSpPr/>
          <p:nvPr/>
        </p:nvSpPr>
        <p:spPr>
          <a:xfrm>
            <a:off x="1133856" y="3087014"/>
            <a:ext cx="1929384" cy="1183234"/>
          </a:xfrm>
          <a:custGeom>
            <a:avLst/>
            <a:gdLst/>
            <a:ahLst/>
            <a:cxnLst/>
            <a:rect l="0" t="0" r="r" b="b"/>
            <a:pathLst>
              <a:path w="211000" h="129400" fill="none" stroke="1" extrusionOk="0">
                <a:moveTo>
                  <a:pt x="0" y="129400"/>
                </a:moveTo>
                <a:lnTo>
                  <a:pt x="211000" y="0"/>
                </a:lnTo>
              </a:path>
            </a:pathLst>
          </a:custGeom>
          <a:noFill/>
          <a:ln w="12802" cap="rnd" cmpd="sng" algn="ctr">
            <a:solidFill>
              <a:srgbClr val="5246FF">
                <a:alpha val="20000"/>
              </a:srgbClr>
            </a:solidFill>
            <a:round/>
            <a:headEnd type="none"/>
            <a:tailEnd type="none"/>
          </a:ln>
        </p:spPr>
      </p:sp>
      <p:sp>
        <p:nvSpPr>
          <p:cNvPr id="152" name="synapse model / 0151 synaptic connection"/>
          <p:cNvSpPr/>
          <p:nvPr/>
        </p:nvSpPr>
        <p:spPr>
          <a:xfrm>
            <a:off x="1133856" y="3389681"/>
            <a:ext cx="1929384" cy="880567"/>
          </a:xfrm>
          <a:custGeom>
            <a:avLst/>
            <a:gdLst/>
            <a:ahLst/>
            <a:cxnLst/>
            <a:rect l="0" t="0" r="r" b="b"/>
            <a:pathLst>
              <a:path w="211000" h="96300" fill="none" stroke="1" extrusionOk="0">
                <a:moveTo>
                  <a:pt x="0" y="96300"/>
                </a:moveTo>
                <a:lnTo>
                  <a:pt x="211000" y="0"/>
                </a:lnTo>
              </a:path>
            </a:pathLst>
          </a:custGeom>
          <a:noFill/>
          <a:ln w="12802" cap="rnd" cmpd="sng" algn="ctr">
            <a:solidFill>
              <a:srgbClr val="5246FF">
                <a:alpha val="20000"/>
              </a:srgbClr>
            </a:solidFill>
            <a:round/>
            <a:headEnd type="none"/>
            <a:tailEnd type="none"/>
          </a:ln>
        </p:spPr>
      </p:sp>
      <p:sp>
        <p:nvSpPr>
          <p:cNvPr id="153" name="synapse model / 0152 synaptic connection"/>
          <p:cNvSpPr/>
          <p:nvPr/>
        </p:nvSpPr>
        <p:spPr>
          <a:xfrm>
            <a:off x="1133856" y="3692347"/>
            <a:ext cx="1929384" cy="577901"/>
          </a:xfrm>
          <a:custGeom>
            <a:avLst/>
            <a:gdLst/>
            <a:ahLst/>
            <a:cxnLst/>
            <a:rect l="0" t="0" r="r" b="b"/>
            <a:pathLst>
              <a:path w="211000" h="63200" fill="none" stroke="1" extrusionOk="0">
                <a:moveTo>
                  <a:pt x="0" y="63200"/>
                </a:moveTo>
                <a:lnTo>
                  <a:pt x="211000" y="0"/>
                </a:lnTo>
              </a:path>
            </a:pathLst>
          </a:custGeom>
          <a:noFill/>
          <a:ln w="12802" cap="rnd" cmpd="sng" algn="ctr">
            <a:solidFill>
              <a:srgbClr val="5246FF">
                <a:alpha val="20000"/>
              </a:srgbClr>
            </a:solidFill>
            <a:round/>
            <a:headEnd type="none"/>
            <a:tailEnd type="none"/>
          </a:ln>
        </p:spPr>
      </p:sp>
      <p:sp>
        <p:nvSpPr>
          <p:cNvPr id="154" name="synapse model / 0153 synaptic connection"/>
          <p:cNvSpPr/>
          <p:nvPr/>
        </p:nvSpPr>
        <p:spPr>
          <a:xfrm>
            <a:off x="1133856" y="3995014"/>
            <a:ext cx="1929384" cy="275234"/>
          </a:xfrm>
          <a:custGeom>
            <a:avLst/>
            <a:gdLst/>
            <a:ahLst/>
            <a:cxnLst/>
            <a:rect l="0" t="0" r="r" b="b"/>
            <a:pathLst>
              <a:path w="211000" h="30100" fill="none" stroke="1" extrusionOk="0">
                <a:moveTo>
                  <a:pt x="0" y="30100"/>
                </a:moveTo>
                <a:lnTo>
                  <a:pt x="211000" y="0"/>
                </a:lnTo>
              </a:path>
            </a:pathLst>
          </a:custGeom>
          <a:noFill/>
          <a:ln w="12802" cap="rnd" cmpd="sng" algn="ctr">
            <a:solidFill>
              <a:srgbClr val="5246FF">
                <a:alpha val="20000"/>
              </a:srgbClr>
            </a:solidFill>
            <a:round/>
            <a:headEnd type="none"/>
            <a:tailEnd type="none"/>
          </a:ln>
        </p:spPr>
      </p:sp>
      <p:sp>
        <p:nvSpPr>
          <p:cNvPr id="155" name="synapse model / 0154 synaptic connection"/>
          <p:cNvSpPr/>
          <p:nvPr/>
        </p:nvSpPr>
        <p:spPr>
          <a:xfrm>
            <a:off x="1133856" y="4270248"/>
            <a:ext cx="1929384" cy="27432"/>
          </a:xfrm>
          <a:custGeom>
            <a:avLst/>
            <a:gdLst/>
            <a:ahLst/>
            <a:cxnLst/>
            <a:rect l="0" t="0" r="r" b="b"/>
            <a:pathLst>
              <a:path w="211000" h="3000" fill="none" stroke="1" extrusionOk="0">
                <a:moveTo>
                  <a:pt x="0" y="0"/>
                </a:moveTo>
                <a:lnTo>
                  <a:pt x="211000" y="3000"/>
                </a:lnTo>
              </a:path>
            </a:pathLst>
          </a:custGeom>
          <a:noFill/>
          <a:ln w="12802" cap="rnd" cmpd="sng" algn="ctr">
            <a:solidFill>
              <a:srgbClr val="5246FF">
                <a:alpha val="20000"/>
              </a:srgbClr>
            </a:solidFill>
            <a:round/>
            <a:headEnd type="none"/>
            <a:tailEnd type="none"/>
          </a:ln>
        </p:spPr>
      </p:sp>
      <p:sp>
        <p:nvSpPr>
          <p:cNvPr id="156" name="synapse model / 0155 synaptic connection"/>
          <p:cNvSpPr/>
          <p:nvPr/>
        </p:nvSpPr>
        <p:spPr>
          <a:xfrm>
            <a:off x="1133856" y="4270248"/>
            <a:ext cx="1929384" cy="330098"/>
          </a:xfrm>
          <a:custGeom>
            <a:avLst/>
            <a:gdLst/>
            <a:ahLst/>
            <a:cxnLst/>
            <a:rect l="0" t="0" r="r" b="b"/>
            <a:pathLst>
              <a:path w="211000" h="36100" fill="none" stroke="1" extrusionOk="0">
                <a:moveTo>
                  <a:pt x="0" y="0"/>
                </a:moveTo>
                <a:lnTo>
                  <a:pt x="211000" y="36100"/>
                </a:lnTo>
              </a:path>
            </a:pathLst>
          </a:custGeom>
          <a:noFill/>
          <a:ln w="12802" cap="rnd" cmpd="sng" algn="ctr">
            <a:solidFill>
              <a:srgbClr val="5246FF">
                <a:alpha val="20000"/>
              </a:srgbClr>
            </a:solidFill>
            <a:round/>
            <a:headEnd type="none"/>
            <a:tailEnd type="none"/>
          </a:ln>
        </p:spPr>
      </p:sp>
      <p:sp>
        <p:nvSpPr>
          <p:cNvPr id="157" name="synapse model / 0156 synaptic connection"/>
          <p:cNvSpPr/>
          <p:nvPr/>
        </p:nvSpPr>
        <p:spPr>
          <a:xfrm>
            <a:off x="1133856" y="4270248"/>
            <a:ext cx="1929384" cy="632765"/>
          </a:xfrm>
          <a:custGeom>
            <a:avLst/>
            <a:gdLst/>
            <a:ahLst/>
            <a:cxnLst/>
            <a:rect l="0" t="0" r="r" b="b"/>
            <a:pathLst>
              <a:path w="211000" h="69200" fill="none" stroke="1" extrusionOk="0">
                <a:moveTo>
                  <a:pt x="0" y="0"/>
                </a:moveTo>
                <a:lnTo>
                  <a:pt x="211000" y="69200"/>
                </a:lnTo>
              </a:path>
            </a:pathLst>
          </a:custGeom>
          <a:noFill/>
          <a:ln w="12802" cap="rnd" cmpd="sng" algn="ctr">
            <a:solidFill>
              <a:srgbClr val="5246FF">
                <a:alpha val="20000"/>
              </a:srgbClr>
            </a:solidFill>
            <a:round/>
            <a:headEnd type="none"/>
            <a:tailEnd type="none"/>
          </a:ln>
        </p:spPr>
      </p:sp>
      <p:sp>
        <p:nvSpPr>
          <p:cNvPr id="158" name="synapse model / 0157 synaptic connection"/>
          <p:cNvSpPr/>
          <p:nvPr/>
        </p:nvSpPr>
        <p:spPr>
          <a:xfrm>
            <a:off x="1133856" y="1271016"/>
            <a:ext cx="1929384" cy="3302813"/>
          </a:xfrm>
          <a:custGeom>
            <a:avLst/>
            <a:gdLst/>
            <a:ahLst/>
            <a:cxnLst/>
            <a:rect l="0" t="0" r="r" b="b"/>
            <a:pathLst>
              <a:path w="211000" h="361200" fill="none" stroke="1" extrusionOk="0">
                <a:moveTo>
                  <a:pt x="0" y="361200"/>
                </a:moveTo>
                <a:lnTo>
                  <a:pt x="211000" y="0"/>
                </a:lnTo>
              </a:path>
            </a:pathLst>
          </a:custGeom>
          <a:noFill/>
          <a:ln w="12802" cap="rnd" cmpd="sng" algn="ctr">
            <a:solidFill>
              <a:srgbClr val="5246FF">
                <a:alpha val="20000"/>
              </a:srgbClr>
            </a:solidFill>
            <a:round/>
            <a:headEnd type="none"/>
            <a:tailEnd type="none"/>
          </a:ln>
        </p:spPr>
      </p:sp>
      <p:sp>
        <p:nvSpPr>
          <p:cNvPr id="159" name="synapse model / 0158 synaptic connection"/>
          <p:cNvSpPr/>
          <p:nvPr/>
        </p:nvSpPr>
        <p:spPr>
          <a:xfrm>
            <a:off x="1133856" y="1573682"/>
            <a:ext cx="1929384" cy="3000146"/>
          </a:xfrm>
          <a:custGeom>
            <a:avLst/>
            <a:gdLst/>
            <a:ahLst/>
            <a:cxnLst/>
            <a:rect l="0" t="0" r="r" b="b"/>
            <a:pathLst>
              <a:path w="211000" h="328100" fill="none" stroke="1" extrusionOk="0">
                <a:moveTo>
                  <a:pt x="0" y="328100"/>
                </a:moveTo>
                <a:lnTo>
                  <a:pt x="211000" y="0"/>
                </a:lnTo>
              </a:path>
            </a:pathLst>
          </a:custGeom>
          <a:noFill/>
          <a:ln w="12802" cap="rnd" cmpd="sng" algn="ctr">
            <a:solidFill>
              <a:srgbClr val="5246FF">
                <a:alpha val="20000"/>
              </a:srgbClr>
            </a:solidFill>
            <a:round/>
            <a:headEnd type="none"/>
            <a:tailEnd type="none"/>
          </a:ln>
        </p:spPr>
      </p:sp>
      <p:sp>
        <p:nvSpPr>
          <p:cNvPr id="160" name="synapse model / 0159 synaptic connection"/>
          <p:cNvSpPr/>
          <p:nvPr/>
        </p:nvSpPr>
        <p:spPr>
          <a:xfrm>
            <a:off x="1133856" y="1876349"/>
            <a:ext cx="1929384" cy="2697480"/>
          </a:xfrm>
          <a:custGeom>
            <a:avLst/>
            <a:gdLst/>
            <a:ahLst/>
            <a:cxnLst/>
            <a:rect l="0" t="0" r="r" b="b"/>
            <a:pathLst>
              <a:path w="211000" h="295000" fill="none" stroke="1" extrusionOk="0">
                <a:moveTo>
                  <a:pt x="0" y="295000"/>
                </a:moveTo>
                <a:lnTo>
                  <a:pt x="211000" y="0"/>
                </a:lnTo>
              </a:path>
            </a:pathLst>
          </a:custGeom>
          <a:noFill/>
          <a:ln w="12802" cap="rnd" cmpd="sng" algn="ctr">
            <a:solidFill>
              <a:srgbClr val="5246FF">
                <a:alpha val="20000"/>
              </a:srgbClr>
            </a:solidFill>
            <a:round/>
            <a:headEnd type="none"/>
            <a:tailEnd type="none"/>
          </a:ln>
        </p:spPr>
      </p:sp>
      <p:sp>
        <p:nvSpPr>
          <p:cNvPr id="161" name="synapse model / 0160 synaptic connection"/>
          <p:cNvSpPr/>
          <p:nvPr/>
        </p:nvSpPr>
        <p:spPr>
          <a:xfrm>
            <a:off x="1133856" y="2179015"/>
            <a:ext cx="1929384" cy="2394814"/>
          </a:xfrm>
          <a:custGeom>
            <a:avLst/>
            <a:gdLst/>
            <a:ahLst/>
            <a:cxnLst/>
            <a:rect l="0" t="0" r="r" b="b"/>
            <a:pathLst>
              <a:path w="211000" h="261900" fill="none" stroke="1" extrusionOk="0">
                <a:moveTo>
                  <a:pt x="0" y="261900"/>
                </a:moveTo>
                <a:lnTo>
                  <a:pt x="211000" y="0"/>
                </a:lnTo>
              </a:path>
            </a:pathLst>
          </a:custGeom>
          <a:noFill/>
          <a:ln w="12802" cap="rnd" cmpd="sng" algn="ctr">
            <a:solidFill>
              <a:srgbClr val="5246FF">
                <a:alpha val="20000"/>
              </a:srgbClr>
            </a:solidFill>
            <a:round/>
            <a:headEnd type="none"/>
            <a:tailEnd type="none"/>
          </a:ln>
        </p:spPr>
      </p:sp>
      <p:sp>
        <p:nvSpPr>
          <p:cNvPr id="162" name="synapse model / 0161 synaptic connection"/>
          <p:cNvSpPr/>
          <p:nvPr/>
        </p:nvSpPr>
        <p:spPr>
          <a:xfrm>
            <a:off x="1133856" y="2481682"/>
            <a:ext cx="1929384" cy="2092147"/>
          </a:xfrm>
          <a:custGeom>
            <a:avLst/>
            <a:gdLst/>
            <a:ahLst/>
            <a:cxnLst/>
            <a:rect l="0" t="0" r="r" b="b"/>
            <a:pathLst>
              <a:path w="211000" h="228800" fill="none" stroke="1" extrusionOk="0">
                <a:moveTo>
                  <a:pt x="0" y="228800"/>
                </a:moveTo>
                <a:lnTo>
                  <a:pt x="211000" y="0"/>
                </a:lnTo>
              </a:path>
            </a:pathLst>
          </a:custGeom>
          <a:noFill/>
          <a:ln w="12802" cap="rnd" cmpd="sng" algn="ctr">
            <a:solidFill>
              <a:srgbClr val="5246FF">
                <a:alpha val="20000"/>
              </a:srgbClr>
            </a:solidFill>
            <a:round/>
            <a:headEnd type="none"/>
            <a:tailEnd type="none"/>
          </a:ln>
        </p:spPr>
      </p:sp>
      <p:sp>
        <p:nvSpPr>
          <p:cNvPr id="163" name="synapse model / 0162 synaptic connection"/>
          <p:cNvSpPr/>
          <p:nvPr/>
        </p:nvSpPr>
        <p:spPr>
          <a:xfrm>
            <a:off x="1133856" y="2784348"/>
            <a:ext cx="1929384" cy="1789481"/>
          </a:xfrm>
          <a:custGeom>
            <a:avLst/>
            <a:gdLst/>
            <a:ahLst/>
            <a:cxnLst/>
            <a:rect l="0" t="0" r="r" b="b"/>
            <a:pathLst>
              <a:path w="211000" h="195700" fill="none" stroke="1" extrusionOk="0">
                <a:moveTo>
                  <a:pt x="0" y="195700"/>
                </a:moveTo>
                <a:lnTo>
                  <a:pt x="211000" y="0"/>
                </a:lnTo>
              </a:path>
            </a:pathLst>
          </a:custGeom>
          <a:noFill/>
          <a:ln w="12802" cap="rnd" cmpd="sng" algn="ctr">
            <a:solidFill>
              <a:srgbClr val="5246FF">
                <a:alpha val="20000"/>
              </a:srgbClr>
            </a:solidFill>
            <a:round/>
            <a:headEnd type="none"/>
            <a:tailEnd type="none"/>
          </a:ln>
        </p:spPr>
      </p:sp>
      <p:sp>
        <p:nvSpPr>
          <p:cNvPr id="164" name="synapse model / 0163 synaptic connection"/>
          <p:cNvSpPr/>
          <p:nvPr/>
        </p:nvSpPr>
        <p:spPr>
          <a:xfrm>
            <a:off x="1133856" y="3087014"/>
            <a:ext cx="1929384" cy="1486814"/>
          </a:xfrm>
          <a:custGeom>
            <a:avLst/>
            <a:gdLst/>
            <a:ahLst/>
            <a:cxnLst/>
            <a:rect l="0" t="0" r="r" b="b"/>
            <a:pathLst>
              <a:path w="211000" h="162600" fill="none" stroke="1" extrusionOk="0">
                <a:moveTo>
                  <a:pt x="0" y="162600"/>
                </a:moveTo>
                <a:lnTo>
                  <a:pt x="211000" y="0"/>
                </a:lnTo>
              </a:path>
            </a:pathLst>
          </a:custGeom>
          <a:noFill/>
          <a:ln w="12802" cap="rnd" cmpd="sng" algn="ctr">
            <a:solidFill>
              <a:srgbClr val="5246FF">
                <a:alpha val="20000"/>
              </a:srgbClr>
            </a:solidFill>
            <a:round/>
            <a:headEnd type="none"/>
            <a:tailEnd type="none"/>
          </a:ln>
        </p:spPr>
      </p:sp>
      <p:sp>
        <p:nvSpPr>
          <p:cNvPr id="165" name="synapse model / 0164 synaptic connection"/>
          <p:cNvSpPr/>
          <p:nvPr/>
        </p:nvSpPr>
        <p:spPr>
          <a:xfrm>
            <a:off x="1133856" y="3389681"/>
            <a:ext cx="1929384" cy="1184148"/>
          </a:xfrm>
          <a:custGeom>
            <a:avLst/>
            <a:gdLst/>
            <a:ahLst/>
            <a:cxnLst/>
            <a:rect l="0" t="0" r="r" b="b"/>
            <a:pathLst>
              <a:path w="211000" h="129500" fill="none" stroke="1" extrusionOk="0">
                <a:moveTo>
                  <a:pt x="0" y="129500"/>
                </a:moveTo>
                <a:lnTo>
                  <a:pt x="211000" y="0"/>
                </a:lnTo>
              </a:path>
            </a:pathLst>
          </a:custGeom>
          <a:noFill/>
          <a:ln w="12802" cap="rnd" cmpd="sng" algn="ctr">
            <a:solidFill>
              <a:srgbClr val="5246FF">
                <a:alpha val="20000"/>
              </a:srgbClr>
            </a:solidFill>
            <a:round/>
            <a:headEnd type="none"/>
            <a:tailEnd type="none"/>
          </a:ln>
        </p:spPr>
      </p:sp>
      <p:sp>
        <p:nvSpPr>
          <p:cNvPr id="166" name="synapse model / 0165 synaptic connection"/>
          <p:cNvSpPr/>
          <p:nvPr/>
        </p:nvSpPr>
        <p:spPr>
          <a:xfrm>
            <a:off x="1133856" y="3692347"/>
            <a:ext cx="1929384" cy="881482"/>
          </a:xfrm>
          <a:custGeom>
            <a:avLst/>
            <a:gdLst/>
            <a:ahLst/>
            <a:cxnLst/>
            <a:rect l="0" t="0" r="r" b="b"/>
            <a:pathLst>
              <a:path w="211000" h="96400" fill="none" stroke="1" extrusionOk="0">
                <a:moveTo>
                  <a:pt x="0" y="96400"/>
                </a:moveTo>
                <a:lnTo>
                  <a:pt x="211000" y="0"/>
                </a:lnTo>
              </a:path>
            </a:pathLst>
          </a:custGeom>
          <a:noFill/>
          <a:ln w="12802" cap="rnd" cmpd="sng" algn="ctr">
            <a:solidFill>
              <a:srgbClr val="5246FF">
                <a:alpha val="20000"/>
              </a:srgbClr>
            </a:solidFill>
            <a:round/>
            <a:headEnd type="none"/>
            <a:tailEnd type="none"/>
          </a:ln>
        </p:spPr>
      </p:sp>
      <p:sp>
        <p:nvSpPr>
          <p:cNvPr id="167" name="synapse model / 0166 synaptic connection"/>
          <p:cNvSpPr/>
          <p:nvPr/>
        </p:nvSpPr>
        <p:spPr>
          <a:xfrm>
            <a:off x="1133856" y="3995014"/>
            <a:ext cx="1929384" cy="578815"/>
          </a:xfrm>
          <a:custGeom>
            <a:avLst/>
            <a:gdLst/>
            <a:ahLst/>
            <a:cxnLst/>
            <a:rect l="0" t="0" r="r" b="b"/>
            <a:pathLst>
              <a:path w="211000" h="63300" fill="none" stroke="1" extrusionOk="0">
                <a:moveTo>
                  <a:pt x="0" y="63300"/>
                </a:moveTo>
                <a:lnTo>
                  <a:pt x="211000" y="0"/>
                </a:lnTo>
              </a:path>
            </a:pathLst>
          </a:custGeom>
          <a:noFill/>
          <a:ln w="12802" cap="rnd" cmpd="sng" algn="ctr">
            <a:solidFill>
              <a:srgbClr val="5246FF">
                <a:alpha val="20000"/>
              </a:srgbClr>
            </a:solidFill>
            <a:round/>
            <a:headEnd type="none"/>
            <a:tailEnd type="none"/>
          </a:ln>
        </p:spPr>
      </p:sp>
      <p:sp>
        <p:nvSpPr>
          <p:cNvPr id="168" name="synapse model / 0167 synaptic connection"/>
          <p:cNvSpPr/>
          <p:nvPr/>
        </p:nvSpPr>
        <p:spPr>
          <a:xfrm>
            <a:off x="1133856" y="4297680"/>
            <a:ext cx="1929384" cy="276149"/>
          </a:xfrm>
          <a:custGeom>
            <a:avLst/>
            <a:gdLst/>
            <a:ahLst/>
            <a:cxnLst/>
            <a:rect l="0" t="0" r="r" b="b"/>
            <a:pathLst>
              <a:path w="211000" h="30200" fill="none" stroke="1" extrusionOk="0">
                <a:moveTo>
                  <a:pt x="0" y="30200"/>
                </a:moveTo>
                <a:lnTo>
                  <a:pt x="211000" y="0"/>
                </a:lnTo>
              </a:path>
            </a:pathLst>
          </a:custGeom>
          <a:noFill/>
          <a:ln w="12802" cap="rnd" cmpd="sng" algn="ctr">
            <a:solidFill>
              <a:srgbClr val="5246FF">
                <a:alpha val="20000"/>
              </a:srgbClr>
            </a:solidFill>
            <a:round/>
            <a:headEnd type="none"/>
            <a:tailEnd type="none"/>
          </a:ln>
        </p:spPr>
      </p:sp>
      <p:sp>
        <p:nvSpPr>
          <p:cNvPr id="169" name="synapse model / 0168 synaptic connection"/>
          <p:cNvSpPr/>
          <p:nvPr/>
        </p:nvSpPr>
        <p:spPr>
          <a:xfrm>
            <a:off x="1133856" y="4573829"/>
            <a:ext cx="1929384" cy="26518"/>
          </a:xfrm>
          <a:custGeom>
            <a:avLst/>
            <a:gdLst/>
            <a:ahLst/>
            <a:cxnLst/>
            <a:rect l="0" t="0" r="r" b="b"/>
            <a:pathLst>
              <a:path w="211000" h="2900" fill="none" stroke="1" extrusionOk="0">
                <a:moveTo>
                  <a:pt x="0" y="0"/>
                </a:moveTo>
                <a:lnTo>
                  <a:pt x="211000" y="2900"/>
                </a:lnTo>
              </a:path>
            </a:pathLst>
          </a:custGeom>
          <a:noFill/>
          <a:ln w="12802" cap="rnd" cmpd="sng" algn="ctr">
            <a:solidFill>
              <a:srgbClr val="5246FF">
                <a:alpha val="20000"/>
              </a:srgbClr>
            </a:solidFill>
            <a:round/>
            <a:headEnd type="none"/>
            <a:tailEnd type="none"/>
          </a:ln>
        </p:spPr>
      </p:sp>
      <p:sp>
        <p:nvSpPr>
          <p:cNvPr id="170" name="synapse model / 0169 synaptic connection"/>
          <p:cNvSpPr/>
          <p:nvPr/>
        </p:nvSpPr>
        <p:spPr>
          <a:xfrm>
            <a:off x="1133856" y="4573829"/>
            <a:ext cx="1929384" cy="329184"/>
          </a:xfrm>
          <a:custGeom>
            <a:avLst/>
            <a:gdLst/>
            <a:ahLst/>
            <a:cxnLst/>
            <a:rect l="0" t="0" r="r" b="b"/>
            <a:pathLst>
              <a:path w="211000" h="36000" fill="none" stroke="1" extrusionOk="0">
                <a:moveTo>
                  <a:pt x="0" y="0"/>
                </a:moveTo>
                <a:lnTo>
                  <a:pt x="211000" y="36000"/>
                </a:lnTo>
              </a:path>
            </a:pathLst>
          </a:custGeom>
          <a:noFill/>
          <a:ln w="12802" cap="rnd" cmpd="sng" algn="ctr">
            <a:solidFill>
              <a:srgbClr val="5246FF">
                <a:alpha val="20000"/>
              </a:srgbClr>
            </a:solidFill>
            <a:round/>
            <a:headEnd type="none"/>
            <a:tailEnd type="none"/>
          </a:ln>
        </p:spPr>
      </p:sp>
      <p:sp>
        <p:nvSpPr>
          <p:cNvPr id="171" name="synapse model / 0170 synaptic connection"/>
          <p:cNvSpPr/>
          <p:nvPr/>
        </p:nvSpPr>
        <p:spPr>
          <a:xfrm>
            <a:off x="1133856" y="1271016"/>
            <a:ext cx="1929384" cy="3606394"/>
          </a:xfrm>
          <a:custGeom>
            <a:avLst/>
            <a:gdLst/>
            <a:ahLst/>
            <a:cxnLst/>
            <a:rect l="0" t="0" r="r" b="b"/>
            <a:pathLst>
              <a:path w="211000" h="394400" fill="none" stroke="1" extrusionOk="0">
                <a:moveTo>
                  <a:pt x="0" y="394400"/>
                </a:moveTo>
                <a:lnTo>
                  <a:pt x="211000" y="0"/>
                </a:lnTo>
              </a:path>
            </a:pathLst>
          </a:custGeom>
          <a:noFill/>
          <a:ln w="12802" cap="rnd" cmpd="sng" algn="ctr">
            <a:solidFill>
              <a:srgbClr val="5246FF">
                <a:alpha val="20000"/>
              </a:srgbClr>
            </a:solidFill>
            <a:round/>
            <a:headEnd type="none"/>
            <a:tailEnd type="none"/>
          </a:ln>
        </p:spPr>
      </p:sp>
      <p:sp>
        <p:nvSpPr>
          <p:cNvPr id="172" name="synapse model / 0171 synaptic connection"/>
          <p:cNvSpPr/>
          <p:nvPr/>
        </p:nvSpPr>
        <p:spPr>
          <a:xfrm>
            <a:off x="1133856" y="1573682"/>
            <a:ext cx="1929384" cy="3303727"/>
          </a:xfrm>
          <a:custGeom>
            <a:avLst/>
            <a:gdLst/>
            <a:ahLst/>
            <a:cxnLst/>
            <a:rect l="0" t="0" r="r" b="b"/>
            <a:pathLst>
              <a:path w="211000" h="361300" fill="none" stroke="1" extrusionOk="0">
                <a:moveTo>
                  <a:pt x="0" y="361300"/>
                </a:moveTo>
                <a:lnTo>
                  <a:pt x="211000" y="0"/>
                </a:lnTo>
              </a:path>
            </a:pathLst>
          </a:custGeom>
          <a:noFill/>
          <a:ln w="12802" cap="rnd" cmpd="sng" algn="ctr">
            <a:solidFill>
              <a:srgbClr val="5246FF">
                <a:alpha val="20000"/>
              </a:srgbClr>
            </a:solidFill>
            <a:round/>
            <a:headEnd type="none"/>
            <a:tailEnd type="none"/>
          </a:ln>
        </p:spPr>
      </p:sp>
      <p:sp>
        <p:nvSpPr>
          <p:cNvPr id="173" name="synapse model / 0172 synaptic connection"/>
          <p:cNvSpPr/>
          <p:nvPr/>
        </p:nvSpPr>
        <p:spPr>
          <a:xfrm>
            <a:off x="1133856" y="1876349"/>
            <a:ext cx="1929384" cy="3001061"/>
          </a:xfrm>
          <a:custGeom>
            <a:avLst/>
            <a:gdLst/>
            <a:ahLst/>
            <a:cxnLst/>
            <a:rect l="0" t="0" r="r" b="b"/>
            <a:pathLst>
              <a:path w="211000" h="328200" fill="none" stroke="1" extrusionOk="0">
                <a:moveTo>
                  <a:pt x="0" y="328200"/>
                </a:moveTo>
                <a:lnTo>
                  <a:pt x="211000" y="0"/>
                </a:lnTo>
              </a:path>
            </a:pathLst>
          </a:custGeom>
          <a:noFill/>
          <a:ln w="12802" cap="rnd" cmpd="sng" algn="ctr">
            <a:solidFill>
              <a:srgbClr val="5246FF">
                <a:alpha val="20000"/>
              </a:srgbClr>
            </a:solidFill>
            <a:round/>
            <a:headEnd type="none"/>
            <a:tailEnd type="none"/>
          </a:ln>
        </p:spPr>
      </p:sp>
      <p:sp>
        <p:nvSpPr>
          <p:cNvPr id="174" name="synapse model / 0173 synaptic connection"/>
          <p:cNvSpPr/>
          <p:nvPr/>
        </p:nvSpPr>
        <p:spPr>
          <a:xfrm>
            <a:off x="1133856" y="2179015"/>
            <a:ext cx="1929384" cy="2698394"/>
          </a:xfrm>
          <a:custGeom>
            <a:avLst/>
            <a:gdLst/>
            <a:ahLst/>
            <a:cxnLst/>
            <a:rect l="0" t="0" r="r" b="b"/>
            <a:pathLst>
              <a:path w="211000" h="295100" fill="none" stroke="1" extrusionOk="0">
                <a:moveTo>
                  <a:pt x="0" y="295100"/>
                </a:moveTo>
                <a:lnTo>
                  <a:pt x="211000" y="0"/>
                </a:lnTo>
              </a:path>
            </a:pathLst>
          </a:custGeom>
          <a:noFill/>
          <a:ln w="12802" cap="rnd" cmpd="sng" algn="ctr">
            <a:solidFill>
              <a:srgbClr val="5246FF">
                <a:alpha val="20000"/>
              </a:srgbClr>
            </a:solidFill>
            <a:round/>
            <a:headEnd type="none"/>
            <a:tailEnd type="none"/>
          </a:ln>
        </p:spPr>
      </p:sp>
      <p:sp>
        <p:nvSpPr>
          <p:cNvPr id="175" name="synapse model / 0174 synaptic connection"/>
          <p:cNvSpPr/>
          <p:nvPr/>
        </p:nvSpPr>
        <p:spPr>
          <a:xfrm>
            <a:off x="1133856" y="2481682"/>
            <a:ext cx="1929384" cy="2395728"/>
          </a:xfrm>
          <a:custGeom>
            <a:avLst/>
            <a:gdLst/>
            <a:ahLst/>
            <a:cxnLst/>
            <a:rect l="0" t="0" r="r" b="b"/>
            <a:pathLst>
              <a:path w="211000" h="262000" fill="none" stroke="1" extrusionOk="0">
                <a:moveTo>
                  <a:pt x="0" y="262000"/>
                </a:moveTo>
                <a:lnTo>
                  <a:pt x="211000" y="0"/>
                </a:lnTo>
              </a:path>
            </a:pathLst>
          </a:custGeom>
          <a:noFill/>
          <a:ln w="12802" cap="rnd" cmpd="sng" algn="ctr">
            <a:solidFill>
              <a:srgbClr val="5246FF">
                <a:alpha val="20000"/>
              </a:srgbClr>
            </a:solidFill>
            <a:round/>
            <a:headEnd type="none"/>
            <a:tailEnd type="none"/>
          </a:ln>
        </p:spPr>
      </p:sp>
      <p:sp>
        <p:nvSpPr>
          <p:cNvPr id="176" name="synapse model / 0175 synaptic connection"/>
          <p:cNvSpPr/>
          <p:nvPr/>
        </p:nvSpPr>
        <p:spPr>
          <a:xfrm>
            <a:off x="1133856" y="2784348"/>
            <a:ext cx="1929384" cy="2093062"/>
          </a:xfrm>
          <a:custGeom>
            <a:avLst/>
            <a:gdLst/>
            <a:ahLst/>
            <a:cxnLst/>
            <a:rect l="0" t="0" r="r" b="b"/>
            <a:pathLst>
              <a:path w="211000" h="228900" fill="none" stroke="1" extrusionOk="0">
                <a:moveTo>
                  <a:pt x="0" y="228900"/>
                </a:moveTo>
                <a:lnTo>
                  <a:pt x="211000" y="0"/>
                </a:lnTo>
              </a:path>
            </a:pathLst>
          </a:custGeom>
          <a:noFill/>
          <a:ln w="12802" cap="rnd" cmpd="sng" algn="ctr">
            <a:solidFill>
              <a:srgbClr val="5246FF">
                <a:alpha val="20000"/>
              </a:srgbClr>
            </a:solidFill>
            <a:round/>
            <a:headEnd type="none"/>
            <a:tailEnd type="none"/>
          </a:ln>
        </p:spPr>
      </p:sp>
      <p:sp>
        <p:nvSpPr>
          <p:cNvPr id="177" name="synapse model / 0176 synaptic connection"/>
          <p:cNvSpPr/>
          <p:nvPr/>
        </p:nvSpPr>
        <p:spPr>
          <a:xfrm>
            <a:off x="1133856" y="3087014"/>
            <a:ext cx="1929384" cy="1790395"/>
          </a:xfrm>
          <a:custGeom>
            <a:avLst/>
            <a:gdLst/>
            <a:ahLst/>
            <a:cxnLst/>
            <a:rect l="0" t="0" r="r" b="b"/>
            <a:pathLst>
              <a:path w="211000" h="195800" fill="none" stroke="1" extrusionOk="0">
                <a:moveTo>
                  <a:pt x="0" y="195800"/>
                </a:moveTo>
                <a:lnTo>
                  <a:pt x="211000" y="0"/>
                </a:lnTo>
              </a:path>
            </a:pathLst>
          </a:custGeom>
          <a:noFill/>
          <a:ln w="12802" cap="rnd" cmpd="sng" algn="ctr">
            <a:solidFill>
              <a:srgbClr val="5246FF">
                <a:alpha val="20000"/>
              </a:srgbClr>
            </a:solidFill>
            <a:round/>
            <a:headEnd type="none"/>
            <a:tailEnd type="none"/>
          </a:ln>
        </p:spPr>
      </p:sp>
      <p:sp>
        <p:nvSpPr>
          <p:cNvPr id="178" name="synapse model / 0177 synaptic connection"/>
          <p:cNvSpPr/>
          <p:nvPr/>
        </p:nvSpPr>
        <p:spPr>
          <a:xfrm>
            <a:off x="1133856" y="3389681"/>
            <a:ext cx="1929384" cy="1487729"/>
          </a:xfrm>
          <a:custGeom>
            <a:avLst/>
            <a:gdLst/>
            <a:ahLst/>
            <a:cxnLst/>
            <a:rect l="0" t="0" r="r" b="b"/>
            <a:pathLst>
              <a:path w="211000" h="162700" fill="none" stroke="1" extrusionOk="0">
                <a:moveTo>
                  <a:pt x="0" y="162700"/>
                </a:moveTo>
                <a:lnTo>
                  <a:pt x="211000" y="0"/>
                </a:lnTo>
              </a:path>
            </a:pathLst>
          </a:custGeom>
          <a:noFill/>
          <a:ln w="12802" cap="rnd" cmpd="sng" algn="ctr">
            <a:solidFill>
              <a:srgbClr val="5246FF">
                <a:alpha val="20000"/>
              </a:srgbClr>
            </a:solidFill>
            <a:round/>
            <a:headEnd type="none"/>
            <a:tailEnd type="none"/>
          </a:ln>
        </p:spPr>
      </p:sp>
      <p:sp>
        <p:nvSpPr>
          <p:cNvPr id="179" name="synapse model / 0178 synaptic connection"/>
          <p:cNvSpPr/>
          <p:nvPr/>
        </p:nvSpPr>
        <p:spPr>
          <a:xfrm>
            <a:off x="1133856" y="3692347"/>
            <a:ext cx="1929384" cy="1185062"/>
          </a:xfrm>
          <a:custGeom>
            <a:avLst/>
            <a:gdLst/>
            <a:ahLst/>
            <a:cxnLst/>
            <a:rect l="0" t="0" r="r" b="b"/>
            <a:pathLst>
              <a:path w="211000" h="129600" fill="none" stroke="1" extrusionOk="0">
                <a:moveTo>
                  <a:pt x="0" y="129600"/>
                </a:moveTo>
                <a:lnTo>
                  <a:pt x="211000" y="0"/>
                </a:lnTo>
              </a:path>
            </a:pathLst>
          </a:custGeom>
          <a:noFill/>
          <a:ln w="12802" cap="rnd" cmpd="sng" algn="ctr">
            <a:solidFill>
              <a:srgbClr val="5246FF">
                <a:alpha val="20000"/>
              </a:srgbClr>
            </a:solidFill>
            <a:round/>
            <a:headEnd type="none"/>
            <a:tailEnd type="none"/>
          </a:ln>
        </p:spPr>
      </p:sp>
      <p:sp>
        <p:nvSpPr>
          <p:cNvPr id="180" name="synapse model / 0179 synaptic connection"/>
          <p:cNvSpPr/>
          <p:nvPr/>
        </p:nvSpPr>
        <p:spPr>
          <a:xfrm>
            <a:off x="1133856" y="3995014"/>
            <a:ext cx="1929384" cy="882396"/>
          </a:xfrm>
          <a:custGeom>
            <a:avLst/>
            <a:gdLst/>
            <a:ahLst/>
            <a:cxnLst/>
            <a:rect l="0" t="0" r="r" b="b"/>
            <a:pathLst>
              <a:path w="211000" h="96500" fill="none" stroke="1" extrusionOk="0">
                <a:moveTo>
                  <a:pt x="0" y="96500"/>
                </a:moveTo>
                <a:lnTo>
                  <a:pt x="211000" y="0"/>
                </a:lnTo>
              </a:path>
            </a:pathLst>
          </a:custGeom>
          <a:noFill/>
          <a:ln w="12802" cap="rnd" cmpd="sng" algn="ctr">
            <a:solidFill>
              <a:srgbClr val="5246FF">
                <a:alpha val="20000"/>
              </a:srgbClr>
            </a:solidFill>
            <a:round/>
            <a:headEnd type="none"/>
            <a:tailEnd type="none"/>
          </a:ln>
        </p:spPr>
      </p:sp>
      <p:sp>
        <p:nvSpPr>
          <p:cNvPr id="181" name="synapse model / 0180 synaptic connection"/>
          <p:cNvSpPr/>
          <p:nvPr/>
        </p:nvSpPr>
        <p:spPr>
          <a:xfrm>
            <a:off x="1133856" y="4297680"/>
            <a:ext cx="1929384" cy="579730"/>
          </a:xfrm>
          <a:custGeom>
            <a:avLst/>
            <a:gdLst/>
            <a:ahLst/>
            <a:cxnLst/>
            <a:rect l="0" t="0" r="r" b="b"/>
            <a:pathLst>
              <a:path w="211000" h="63400" fill="none" stroke="1" extrusionOk="0">
                <a:moveTo>
                  <a:pt x="0" y="63400"/>
                </a:moveTo>
                <a:lnTo>
                  <a:pt x="211000" y="0"/>
                </a:lnTo>
              </a:path>
            </a:pathLst>
          </a:custGeom>
          <a:noFill/>
          <a:ln w="12802" cap="rnd" cmpd="sng" algn="ctr">
            <a:solidFill>
              <a:srgbClr val="5246FF">
                <a:alpha val="20000"/>
              </a:srgbClr>
            </a:solidFill>
            <a:round/>
            <a:headEnd type="none"/>
            <a:tailEnd type="none"/>
          </a:ln>
        </p:spPr>
      </p:sp>
      <p:sp>
        <p:nvSpPr>
          <p:cNvPr id="182" name="synapse model / 0181 synaptic connection"/>
          <p:cNvSpPr/>
          <p:nvPr/>
        </p:nvSpPr>
        <p:spPr>
          <a:xfrm>
            <a:off x="1133856" y="4600346"/>
            <a:ext cx="1929384" cy="277063"/>
          </a:xfrm>
          <a:custGeom>
            <a:avLst/>
            <a:gdLst/>
            <a:ahLst/>
            <a:cxnLst/>
            <a:rect l="0" t="0" r="r" b="b"/>
            <a:pathLst>
              <a:path w="211000" h="30300" fill="none" stroke="1" extrusionOk="0">
                <a:moveTo>
                  <a:pt x="0" y="30300"/>
                </a:moveTo>
                <a:lnTo>
                  <a:pt x="211000" y="0"/>
                </a:lnTo>
              </a:path>
            </a:pathLst>
          </a:custGeom>
          <a:noFill/>
          <a:ln w="12802" cap="rnd" cmpd="sng" algn="ctr">
            <a:solidFill>
              <a:srgbClr val="5246FF">
                <a:alpha val="20000"/>
              </a:srgbClr>
            </a:solidFill>
            <a:round/>
            <a:headEnd type="none"/>
            <a:tailEnd type="none"/>
          </a:ln>
        </p:spPr>
      </p:sp>
      <p:sp>
        <p:nvSpPr>
          <p:cNvPr id="183" name="synapse model / 0182 synaptic connection"/>
          <p:cNvSpPr/>
          <p:nvPr/>
        </p:nvSpPr>
        <p:spPr>
          <a:xfrm>
            <a:off x="1133856" y="4877410"/>
            <a:ext cx="1929384" cy="25603"/>
          </a:xfrm>
          <a:custGeom>
            <a:avLst/>
            <a:gdLst/>
            <a:ahLst/>
            <a:cxnLst/>
            <a:rect l="0" t="0" r="r" b="b"/>
            <a:pathLst>
              <a:path w="211000" h="2800" fill="none" stroke="1" extrusionOk="0">
                <a:moveTo>
                  <a:pt x="0" y="0"/>
                </a:moveTo>
                <a:lnTo>
                  <a:pt x="211000" y="2800"/>
                </a:lnTo>
              </a:path>
            </a:pathLst>
          </a:custGeom>
          <a:noFill/>
          <a:ln w="12802" cap="rnd" cmpd="sng" algn="ctr">
            <a:solidFill>
              <a:srgbClr val="5246FF">
                <a:alpha val="20000"/>
              </a:srgbClr>
            </a:solidFill>
            <a:round/>
            <a:headEnd type="none"/>
            <a:tailEnd type="none"/>
          </a:ln>
        </p:spPr>
      </p:sp>
      <p:sp>
        <p:nvSpPr>
          <p:cNvPr id="184" name="synapse model / 0183 synaptic connection"/>
          <p:cNvSpPr/>
          <p:nvPr/>
        </p:nvSpPr>
        <p:spPr>
          <a:xfrm>
            <a:off x="1133856" y="1271016"/>
            <a:ext cx="1929384" cy="4069080"/>
          </a:xfrm>
          <a:custGeom>
            <a:avLst/>
            <a:gdLst/>
            <a:ahLst/>
            <a:cxnLst/>
            <a:rect l="0" t="0" r="r" b="b"/>
            <a:pathLst>
              <a:path w="211000" h="445000" fill="none" stroke="1" extrusionOk="0">
                <a:moveTo>
                  <a:pt x="0" y="445000"/>
                </a:moveTo>
                <a:lnTo>
                  <a:pt x="211000" y="0"/>
                </a:lnTo>
              </a:path>
            </a:pathLst>
          </a:custGeom>
          <a:noFill/>
          <a:ln w="12802" cap="rnd" cmpd="sng" algn="ctr">
            <a:solidFill>
              <a:srgbClr val="5246FF">
                <a:alpha val="20000"/>
              </a:srgbClr>
            </a:solidFill>
            <a:round/>
            <a:headEnd type="none"/>
            <a:tailEnd type="none"/>
          </a:ln>
        </p:spPr>
      </p:sp>
      <p:sp>
        <p:nvSpPr>
          <p:cNvPr id="185" name="synapse model / 0184 synaptic connection"/>
          <p:cNvSpPr/>
          <p:nvPr/>
        </p:nvSpPr>
        <p:spPr>
          <a:xfrm>
            <a:off x="1133856" y="1573682"/>
            <a:ext cx="1929384" cy="3766414"/>
          </a:xfrm>
          <a:custGeom>
            <a:avLst/>
            <a:gdLst/>
            <a:ahLst/>
            <a:cxnLst/>
            <a:rect l="0" t="0" r="r" b="b"/>
            <a:pathLst>
              <a:path w="211000" h="411900" fill="none" stroke="1" extrusionOk="0">
                <a:moveTo>
                  <a:pt x="0" y="411900"/>
                </a:moveTo>
                <a:lnTo>
                  <a:pt x="211000" y="0"/>
                </a:lnTo>
              </a:path>
            </a:pathLst>
          </a:custGeom>
          <a:noFill/>
          <a:ln w="12802" cap="rnd" cmpd="sng" algn="ctr">
            <a:solidFill>
              <a:srgbClr val="5246FF">
                <a:alpha val="20000"/>
              </a:srgbClr>
            </a:solidFill>
            <a:round/>
            <a:headEnd type="none"/>
            <a:tailEnd type="none"/>
          </a:ln>
        </p:spPr>
      </p:sp>
      <p:sp>
        <p:nvSpPr>
          <p:cNvPr id="186" name="synapse model / 0185 synaptic connection"/>
          <p:cNvSpPr/>
          <p:nvPr/>
        </p:nvSpPr>
        <p:spPr>
          <a:xfrm>
            <a:off x="1133856" y="1876349"/>
            <a:ext cx="1929384" cy="3463747"/>
          </a:xfrm>
          <a:custGeom>
            <a:avLst/>
            <a:gdLst/>
            <a:ahLst/>
            <a:cxnLst/>
            <a:rect l="0" t="0" r="r" b="b"/>
            <a:pathLst>
              <a:path w="211000" h="378800" fill="none" stroke="1" extrusionOk="0">
                <a:moveTo>
                  <a:pt x="0" y="378800"/>
                </a:moveTo>
                <a:lnTo>
                  <a:pt x="211000" y="0"/>
                </a:lnTo>
              </a:path>
            </a:pathLst>
          </a:custGeom>
          <a:noFill/>
          <a:ln w="12802" cap="rnd" cmpd="sng" algn="ctr">
            <a:solidFill>
              <a:srgbClr val="5246FF">
                <a:alpha val="20000"/>
              </a:srgbClr>
            </a:solidFill>
            <a:round/>
            <a:headEnd type="none"/>
            <a:tailEnd type="none"/>
          </a:ln>
        </p:spPr>
      </p:sp>
      <p:sp>
        <p:nvSpPr>
          <p:cNvPr id="187" name="synapse model / 0186 synaptic connection"/>
          <p:cNvSpPr/>
          <p:nvPr/>
        </p:nvSpPr>
        <p:spPr>
          <a:xfrm>
            <a:off x="1133856" y="2179015"/>
            <a:ext cx="1929384" cy="3161081"/>
          </a:xfrm>
          <a:custGeom>
            <a:avLst/>
            <a:gdLst/>
            <a:ahLst/>
            <a:cxnLst/>
            <a:rect l="0" t="0" r="r" b="b"/>
            <a:pathLst>
              <a:path w="211000" h="345700" fill="none" stroke="1" extrusionOk="0">
                <a:moveTo>
                  <a:pt x="0" y="345700"/>
                </a:moveTo>
                <a:lnTo>
                  <a:pt x="211000" y="0"/>
                </a:lnTo>
              </a:path>
            </a:pathLst>
          </a:custGeom>
          <a:noFill/>
          <a:ln w="12802" cap="rnd" cmpd="sng" algn="ctr">
            <a:solidFill>
              <a:srgbClr val="5246FF">
                <a:alpha val="20000"/>
              </a:srgbClr>
            </a:solidFill>
            <a:round/>
            <a:headEnd type="none"/>
            <a:tailEnd type="none"/>
          </a:ln>
        </p:spPr>
      </p:sp>
      <p:sp>
        <p:nvSpPr>
          <p:cNvPr id="188" name="synapse model / 0187 synaptic connection"/>
          <p:cNvSpPr/>
          <p:nvPr/>
        </p:nvSpPr>
        <p:spPr>
          <a:xfrm>
            <a:off x="1133856" y="2481682"/>
            <a:ext cx="1929384" cy="2858414"/>
          </a:xfrm>
          <a:custGeom>
            <a:avLst/>
            <a:gdLst/>
            <a:ahLst/>
            <a:cxnLst/>
            <a:rect l="0" t="0" r="r" b="b"/>
            <a:pathLst>
              <a:path w="211000" h="312600" fill="none" stroke="1" extrusionOk="0">
                <a:moveTo>
                  <a:pt x="0" y="312600"/>
                </a:moveTo>
                <a:lnTo>
                  <a:pt x="211000" y="0"/>
                </a:lnTo>
              </a:path>
            </a:pathLst>
          </a:custGeom>
          <a:noFill/>
          <a:ln w="12802" cap="rnd" cmpd="sng" algn="ctr">
            <a:solidFill>
              <a:srgbClr val="5246FF">
                <a:alpha val="20000"/>
              </a:srgbClr>
            </a:solidFill>
            <a:round/>
            <a:headEnd type="none"/>
            <a:tailEnd type="none"/>
          </a:ln>
        </p:spPr>
      </p:sp>
      <p:sp>
        <p:nvSpPr>
          <p:cNvPr id="189" name="synapse model / 0188 synaptic connection"/>
          <p:cNvSpPr/>
          <p:nvPr/>
        </p:nvSpPr>
        <p:spPr>
          <a:xfrm>
            <a:off x="1133856" y="2784348"/>
            <a:ext cx="1929384" cy="2555748"/>
          </a:xfrm>
          <a:custGeom>
            <a:avLst/>
            <a:gdLst/>
            <a:ahLst/>
            <a:cxnLst/>
            <a:rect l="0" t="0" r="r" b="b"/>
            <a:pathLst>
              <a:path w="211000" h="279500" fill="none" stroke="1" extrusionOk="0">
                <a:moveTo>
                  <a:pt x="0" y="279500"/>
                </a:moveTo>
                <a:lnTo>
                  <a:pt x="211000" y="0"/>
                </a:lnTo>
              </a:path>
            </a:pathLst>
          </a:custGeom>
          <a:noFill/>
          <a:ln w="12802" cap="rnd" cmpd="sng" algn="ctr">
            <a:solidFill>
              <a:srgbClr val="5246FF">
                <a:alpha val="20000"/>
              </a:srgbClr>
            </a:solidFill>
            <a:round/>
            <a:headEnd type="none"/>
            <a:tailEnd type="none"/>
          </a:ln>
        </p:spPr>
      </p:sp>
      <p:sp>
        <p:nvSpPr>
          <p:cNvPr id="190" name="synapse model / 0189 synaptic connection"/>
          <p:cNvSpPr/>
          <p:nvPr/>
        </p:nvSpPr>
        <p:spPr>
          <a:xfrm>
            <a:off x="1133856" y="3087014"/>
            <a:ext cx="1929384" cy="2253082"/>
          </a:xfrm>
          <a:custGeom>
            <a:avLst/>
            <a:gdLst/>
            <a:ahLst/>
            <a:cxnLst/>
            <a:rect l="0" t="0" r="r" b="b"/>
            <a:pathLst>
              <a:path w="211000" h="246400" fill="none" stroke="1" extrusionOk="0">
                <a:moveTo>
                  <a:pt x="0" y="246400"/>
                </a:moveTo>
                <a:lnTo>
                  <a:pt x="211000" y="0"/>
                </a:lnTo>
              </a:path>
            </a:pathLst>
          </a:custGeom>
          <a:noFill/>
          <a:ln w="12802" cap="rnd" cmpd="sng" algn="ctr">
            <a:solidFill>
              <a:srgbClr val="5246FF">
                <a:alpha val="20000"/>
              </a:srgbClr>
            </a:solidFill>
            <a:round/>
            <a:headEnd type="none"/>
            <a:tailEnd type="none"/>
          </a:ln>
        </p:spPr>
      </p:sp>
      <p:sp>
        <p:nvSpPr>
          <p:cNvPr id="191" name="synapse model / 0190 synaptic connection"/>
          <p:cNvSpPr/>
          <p:nvPr/>
        </p:nvSpPr>
        <p:spPr>
          <a:xfrm>
            <a:off x="1133856" y="3389681"/>
            <a:ext cx="1929384" cy="1950415"/>
          </a:xfrm>
          <a:custGeom>
            <a:avLst/>
            <a:gdLst/>
            <a:ahLst/>
            <a:cxnLst/>
            <a:rect l="0" t="0" r="r" b="b"/>
            <a:pathLst>
              <a:path w="211000" h="213300" fill="none" stroke="1" extrusionOk="0">
                <a:moveTo>
                  <a:pt x="0" y="213300"/>
                </a:moveTo>
                <a:lnTo>
                  <a:pt x="211000" y="0"/>
                </a:lnTo>
              </a:path>
            </a:pathLst>
          </a:custGeom>
          <a:noFill/>
          <a:ln w="12802" cap="rnd" cmpd="sng" algn="ctr">
            <a:solidFill>
              <a:srgbClr val="5246FF">
                <a:alpha val="20000"/>
              </a:srgbClr>
            </a:solidFill>
            <a:round/>
            <a:headEnd type="none"/>
            <a:tailEnd type="none"/>
          </a:ln>
        </p:spPr>
      </p:sp>
      <p:sp>
        <p:nvSpPr>
          <p:cNvPr id="192" name="synapse model / 0191 synaptic connection"/>
          <p:cNvSpPr/>
          <p:nvPr/>
        </p:nvSpPr>
        <p:spPr>
          <a:xfrm>
            <a:off x="1133856" y="3692347"/>
            <a:ext cx="1929384" cy="1647749"/>
          </a:xfrm>
          <a:custGeom>
            <a:avLst/>
            <a:gdLst/>
            <a:ahLst/>
            <a:cxnLst/>
            <a:rect l="0" t="0" r="r" b="b"/>
            <a:pathLst>
              <a:path w="211000" h="180200" fill="none" stroke="1" extrusionOk="0">
                <a:moveTo>
                  <a:pt x="0" y="180200"/>
                </a:moveTo>
                <a:lnTo>
                  <a:pt x="211000" y="0"/>
                </a:lnTo>
              </a:path>
            </a:pathLst>
          </a:custGeom>
          <a:noFill/>
          <a:ln w="12802" cap="rnd" cmpd="sng" algn="ctr">
            <a:solidFill>
              <a:srgbClr val="5246FF">
                <a:alpha val="20000"/>
              </a:srgbClr>
            </a:solidFill>
            <a:round/>
            <a:headEnd type="none"/>
            <a:tailEnd type="none"/>
          </a:ln>
        </p:spPr>
      </p:sp>
      <p:sp>
        <p:nvSpPr>
          <p:cNvPr id="193" name="synapse model / 0192 synaptic connection"/>
          <p:cNvSpPr/>
          <p:nvPr/>
        </p:nvSpPr>
        <p:spPr>
          <a:xfrm>
            <a:off x="1133856" y="3995014"/>
            <a:ext cx="1929384" cy="1345082"/>
          </a:xfrm>
          <a:custGeom>
            <a:avLst/>
            <a:gdLst/>
            <a:ahLst/>
            <a:cxnLst/>
            <a:rect l="0" t="0" r="r" b="b"/>
            <a:pathLst>
              <a:path w="211000" h="147100" fill="none" stroke="1" extrusionOk="0">
                <a:moveTo>
                  <a:pt x="0" y="147100"/>
                </a:moveTo>
                <a:lnTo>
                  <a:pt x="211000" y="0"/>
                </a:lnTo>
              </a:path>
            </a:pathLst>
          </a:custGeom>
          <a:noFill/>
          <a:ln w="12802" cap="rnd" cmpd="sng" algn="ctr">
            <a:solidFill>
              <a:srgbClr val="5246FF">
                <a:alpha val="20000"/>
              </a:srgbClr>
            </a:solidFill>
            <a:round/>
            <a:headEnd type="none"/>
            <a:tailEnd type="none"/>
          </a:ln>
        </p:spPr>
      </p:sp>
      <p:sp>
        <p:nvSpPr>
          <p:cNvPr id="194" name="synapse model / 0193 synaptic connection"/>
          <p:cNvSpPr/>
          <p:nvPr/>
        </p:nvSpPr>
        <p:spPr>
          <a:xfrm>
            <a:off x="1133856" y="4297680"/>
            <a:ext cx="1929384" cy="1042416"/>
          </a:xfrm>
          <a:custGeom>
            <a:avLst/>
            <a:gdLst/>
            <a:ahLst/>
            <a:cxnLst/>
            <a:rect l="0" t="0" r="r" b="b"/>
            <a:pathLst>
              <a:path w="211000" h="114000" fill="none" stroke="1" extrusionOk="0">
                <a:moveTo>
                  <a:pt x="0" y="114000"/>
                </a:moveTo>
                <a:lnTo>
                  <a:pt x="211000" y="0"/>
                </a:lnTo>
              </a:path>
            </a:pathLst>
          </a:custGeom>
          <a:noFill/>
          <a:ln w="12802" cap="rnd" cmpd="sng" algn="ctr">
            <a:solidFill>
              <a:srgbClr val="5246FF">
                <a:alpha val="20000"/>
              </a:srgbClr>
            </a:solidFill>
            <a:round/>
            <a:headEnd type="none"/>
            <a:tailEnd type="none"/>
          </a:ln>
        </p:spPr>
      </p:sp>
      <p:sp>
        <p:nvSpPr>
          <p:cNvPr id="195" name="synapse model / 0194 synaptic connection"/>
          <p:cNvSpPr/>
          <p:nvPr/>
        </p:nvSpPr>
        <p:spPr>
          <a:xfrm>
            <a:off x="1133856" y="4600346"/>
            <a:ext cx="1929384" cy="739750"/>
          </a:xfrm>
          <a:custGeom>
            <a:avLst/>
            <a:gdLst/>
            <a:ahLst/>
            <a:cxnLst/>
            <a:rect l="0" t="0" r="r" b="b"/>
            <a:pathLst>
              <a:path w="211000" h="80900" fill="none" stroke="1" extrusionOk="0">
                <a:moveTo>
                  <a:pt x="0" y="80900"/>
                </a:moveTo>
                <a:lnTo>
                  <a:pt x="211000" y="0"/>
                </a:lnTo>
              </a:path>
            </a:pathLst>
          </a:custGeom>
          <a:noFill/>
          <a:ln w="12802" cap="rnd" cmpd="sng" algn="ctr">
            <a:solidFill>
              <a:srgbClr val="5246FF">
                <a:alpha val="20000"/>
              </a:srgbClr>
            </a:solidFill>
            <a:round/>
            <a:headEnd type="none"/>
            <a:tailEnd type="none"/>
          </a:ln>
        </p:spPr>
      </p:sp>
      <p:sp>
        <p:nvSpPr>
          <p:cNvPr id="196" name="synapse model / 0195 synaptic connection"/>
          <p:cNvSpPr/>
          <p:nvPr/>
        </p:nvSpPr>
        <p:spPr>
          <a:xfrm>
            <a:off x="1133856" y="4903013"/>
            <a:ext cx="1929384" cy="437083"/>
          </a:xfrm>
          <a:custGeom>
            <a:avLst/>
            <a:gdLst/>
            <a:ahLst/>
            <a:cxnLst/>
            <a:rect l="0" t="0" r="r" b="b"/>
            <a:pathLst>
              <a:path w="211000" h="47800" fill="none" stroke="1" extrusionOk="0">
                <a:moveTo>
                  <a:pt x="0" y="47800"/>
                </a:moveTo>
                <a:lnTo>
                  <a:pt x="211000" y="0"/>
                </a:lnTo>
              </a:path>
            </a:pathLst>
          </a:custGeom>
          <a:noFill/>
          <a:ln w="12802" cap="rnd" cmpd="sng" algn="ctr">
            <a:solidFill>
              <a:srgbClr val="5246FF">
                <a:alpha val="20000"/>
              </a:srgbClr>
            </a:solidFill>
            <a:round/>
            <a:headEnd type="none"/>
            <a:tailEnd type="none"/>
          </a:ln>
        </p:spPr>
      </p:sp>
      <p:sp>
        <p:nvSpPr>
          <p:cNvPr id="197" name="synapse model / 0196 synaptic connection"/>
          <p:cNvSpPr/>
          <p:nvPr/>
        </p:nvSpPr>
        <p:spPr>
          <a:xfrm>
            <a:off x="1133856" y="1271016"/>
            <a:ext cx="1929384" cy="4407408"/>
          </a:xfrm>
          <a:custGeom>
            <a:avLst/>
            <a:gdLst/>
            <a:ahLst/>
            <a:cxnLst/>
            <a:rect l="0" t="0" r="r" b="b"/>
            <a:pathLst>
              <a:path w="211000" h="482000" fill="none" stroke="1" extrusionOk="0">
                <a:moveTo>
                  <a:pt x="0" y="482000"/>
                </a:moveTo>
                <a:lnTo>
                  <a:pt x="211000" y="0"/>
                </a:lnTo>
              </a:path>
            </a:pathLst>
          </a:custGeom>
          <a:noFill/>
          <a:ln w="12802" cap="rnd" cmpd="sng" algn="ctr">
            <a:solidFill>
              <a:srgbClr val="5246FF">
                <a:alpha val="20000"/>
              </a:srgbClr>
            </a:solidFill>
            <a:round/>
            <a:headEnd type="none"/>
            <a:tailEnd type="none"/>
          </a:ln>
        </p:spPr>
      </p:sp>
      <p:sp>
        <p:nvSpPr>
          <p:cNvPr id="198" name="synapse model / 0197 synaptic connection"/>
          <p:cNvSpPr/>
          <p:nvPr/>
        </p:nvSpPr>
        <p:spPr>
          <a:xfrm>
            <a:off x="1133856" y="1573682"/>
            <a:ext cx="1929384" cy="4104742"/>
          </a:xfrm>
          <a:custGeom>
            <a:avLst/>
            <a:gdLst/>
            <a:ahLst/>
            <a:cxnLst/>
            <a:rect l="0" t="0" r="r" b="b"/>
            <a:pathLst>
              <a:path w="211000" h="448900" fill="none" stroke="1" extrusionOk="0">
                <a:moveTo>
                  <a:pt x="0" y="448900"/>
                </a:moveTo>
                <a:lnTo>
                  <a:pt x="211000" y="0"/>
                </a:lnTo>
              </a:path>
            </a:pathLst>
          </a:custGeom>
          <a:noFill/>
          <a:ln w="12802" cap="rnd" cmpd="sng" algn="ctr">
            <a:solidFill>
              <a:srgbClr val="5246FF">
                <a:alpha val="20000"/>
              </a:srgbClr>
            </a:solidFill>
            <a:round/>
            <a:headEnd type="none"/>
            <a:tailEnd type="none"/>
          </a:ln>
        </p:spPr>
      </p:sp>
      <p:sp>
        <p:nvSpPr>
          <p:cNvPr id="199" name="synapse model / 0198 synaptic connection"/>
          <p:cNvSpPr/>
          <p:nvPr/>
        </p:nvSpPr>
        <p:spPr>
          <a:xfrm>
            <a:off x="1133856" y="1876349"/>
            <a:ext cx="1929384" cy="3802075"/>
          </a:xfrm>
          <a:custGeom>
            <a:avLst/>
            <a:gdLst/>
            <a:ahLst/>
            <a:cxnLst/>
            <a:rect l="0" t="0" r="r" b="b"/>
            <a:pathLst>
              <a:path w="211000" h="415800" fill="none" stroke="1" extrusionOk="0">
                <a:moveTo>
                  <a:pt x="0" y="415800"/>
                </a:moveTo>
                <a:lnTo>
                  <a:pt x="211000" y="0"/>
                </a:lnTo>
              </a:path>
            </a:pathLst>
          </a:custGeom>
          <a:noFill/>
          <a:ln w="12802" cap="rnd" cmpd="sng" algn="ctr">
            <a:solidFill>
              <a:srgbClr val="5246FF">
                <a:alpha val="20000"/>
              </a:srgbClr>
            </a:solidFill>
            <a:round/>
            <a:headEnd type="none"/>
            <a:tailEnd type="none"/>
          </a:ln>
        </p:spPr>
      </p:sp>
      <p:sp>
        <p:nvSpPr>
          <p:cNvPr id="200" name="synapse model / 0199 synaptic connection"/>
          <p:cNvSpPr/>
          <p:nvPr/>
        </p:nvSpPr>
        <p:spPr>
          <a:xfrm>
            <a:off x="1133856" y="2179015"/>
            <a:ext cx="1929384" cy="3499409"/>
          </a:xfrm>
          <a:custGeom>
            <a:avLst/>
            <a:gdLst/>
            <a:ahLst/>
            <a:cxnLst/>
            <a:rect l="0" t="0" r="r" b="b"/>
            <a:pathLst>
              <a:path w="211000" h="382700" fill="none" stroke="1" extrusionOk="0">
                <a:moveTo>
                  <a:pt x="0" y="382700"/>
                </a:moveTo>
                <a:lnTo>
                  <a:pt x="211000" y="0"/>
                </a:lnTo>
              </a:path>
            </a:pathLst>
          </a:custGeom>
          <a:noFill/>
          <a:ln w="12802" cap="rnd" cmpd="sng" algn="ctr">
            <a:solidFill>
              <a:srgbClr val="5246FF">
                <a:alpha val="20000"/>
              </a:srgbClr>
            </a:solidFill>
            <a:round/>
            <a:headEnd type="none"/>
            <a:tailEnd type="none"/>
          </a:ln>
        </p:spPr>
      </p:sp>
      <p:sp>
        <p:nvSpPr>
          <p:cNvPr id="201" name="synapse model / 0200 synaptic connection"/>
          <p:cNvSpPr/>
          <p:nvPr/>
        </p:nvSpPr>
        <p:spPr>
          <a:xfrm>
            <a:off x="1133856" y="2481682"/>
            <a:ext cx="1929384" cy="3196742"/>
          </a:xfrm>
          <a:custGeom>
            <a:avLst/>
            <a:gdLst/>
            <a:ahLst/>
            <a:cxnLst/>
            <a:rect l="0" t="0" r="r" b="b"/>
            <a:pathLst>
              <a:path w="211000" h="349600" fill="none" stroke="1" extrusionOk="0">
                <a:moveTo>
                  <a:pt x="0" y="349600"/>
                </a:moveTo>
                <a:lnTo>
                  <a:pt x="211000" y="0"/>
                </a:lnTo>
              </a:path>
            </a:pathLst>
          </a:custGeom>
          <a:noFill/>
          <a:ln w="12802" cap="rnd" cmpd="sng" algn="ctr">
            <a:solidFill>
              <a:srgbClr val="5246FF">
                <a:alpha val="20000"/>
              </a:srgbClr>
            </a:solidFill>
            <a:round/>
            <a:headEnd type="none"/>
            <a:tailEnd type="none"/>
          </a:ln>
        </p:spPr>
      </p:sp>
      <p:sp>
        <p:nvSpPr>
          <p:cNvPr id="202" name="synapse model / 0201 synaptic connection"/>
          <p:cNvSpPr/>
          <p:nvPr/>
        </p:nvSpPr>
        <p:spPr>
          <a:xfrm>
            <a:off x="1133856" y="2784348"/>
            <a:ext cx="1929384" cy="2894076"/>
          </a:xfrm>
          <a:custGeom>
            <a:avLst/>
            <a:gdLst/>
            <a:ahLst/>
            <a:cxnLst/>
            <a:rect l="0" t="0" r="r" b="b"/>
            <a:pathLst>
              <a:path w="211000" h="316500" fill="none" stroke="1" extrusionOk="0">
                <a:moveTo>
                  <a:pt x="0" y="316500"/>
                </a:moveTo>
                <a:lnTo>
                  <a:pt x="211000" y="0"/>
                </a:lnTo>
              </a:path>
            </a:pathLst>
          </a:custGeom>
          <a:noFill/>
          <a:ln w="12802" cap="rnd" cmpd="sng" algn="ctr">
            <a:solidFill>
              <a:srgbClr val="5246FF">
                <a:alpha val="20000"/>
              </a:srgbClr>
            </a:solidFill>
            <a:round/>
            <a:headEnd type="none"/>
            <a:tailEnd type="none"/>
          </a:ln>
        </p:spPr>
      </p:sp>
      <p:sp>
        <p:nvSpPr>
          <p:cNvPr id="203" name="synapse model / 0202 synaptic connection"/>
          <p:cNvSpPr/>
          <p:nvPr/>
        </p:nvSpPr>
        <p:spPr>
          <a:xfrm>
            <a:off x="1133856" y="3087014"/>
            <a:ext cx="1929384" cy="2591410"/>
          </a:xfrm>
          <a:custGeom>
            <a:avLst/>
            <a:gdLst/>
            <a:ahLst/>
            <a:cxnLst/>
            <a:rect l="0" t="0" r="r" b="b"/>
            <a:pathLst>
              <a:path w="211000" h="283400" fill="none" stroke="1" extrusionOk="0">
                <a:moveTo>
                  <a:pt x="0" y="283400"/>
                </a:moveTo>
                <a:lnTo>
                  <a:pt x="211000" y="0"/>
                </a:lnTo>
              </a:path>
            </a:pathLst>
          </a:custGeom>
          <a:noFill/>
          <a:ln w="12802" cap="rnd" cmpd="sng" algn="ctr">
            <a:solidFill>
              <a:srgbClr val="5246FF">
                <a:alpha val="20000"/>
              </a:srgbClr>
            </a:solidFill>
            <a:round/>
            <a:headEnd type="none"/>
            <a:tailEnd type="none"/>
          </a:ln>
        </p:spPr>
      </p:sp>
      <p:sp>
        <p:nvSpPr>
          <p:cNvPr id="204" name="synapse model / 0203 synaptic connection"/>
          <p:cNvSpPr/>
          <p:nvPr/>
        </p:nvSpPr>
        <p:spPr>
          <a:xfrm>
            <a:off x="1133856" y="3389681"/>
            <a:ext cx="1929384" cy="2288743"/>
          </a:xfrm>
          <a:custGeom>
            <a:avLst/>
            <a:gdLst/>
            <a:ahLst/>
            <a:cxnLst/>
            <a:rect l="0" t="0" r="r" b="b"/>
            <a:pathLst>
              <a:path w="211000" h="250300" fill="none" stroke="1" extrusionOk="0">
                <a:moveTo>
                  <a:pt x="0" y="250300"/>
                </a:moveTo>
                <a:lnTo>
                  <a:pt x="211000" y="0"/>
                </a:lnTo>
              </a:path>
            </a:pathLst>
          </a:custGeom>
          <a:noFill/>
          <a:ln w="12802" cap="rnd" cmpd="sng" algn="ctr">
            <a:solidFill>
              <a:srgbClr val="5246FF">
                <a:alpha val="20000"/>
              </a:srgbClr>
            </a:solidFill>
            <a:round/>
            <a:headEnd type="none"/>
            <a:tailEnd type="none"/>
          </a:ln>
        </p:spPr>
      </p:sp>
      <p:sp>
        <p:nvSpPr>
          <p:cNvPr id="205" name="synapse model / 0204 synaptic connection"/>
          <p:cNvSpPr/>
          <p:nvPr/>
        </p:nvSpPr>
        <p:spPr>
          <a:xfrm>
            <a:off x="1133856" y="3692347"/>
            <a:ext cx="1929384" cy="1986077"/>
          </a:xfrm>
          <a:custGeom>
            <a:avLst/>
            <a:gdLst/>
            <a:ahLst/>
            <a:cxnLst/>
            <a:rect l="0" t="0" r="r" b="b"/>
            <a:pathLst>
              <a:path w="211000" h="217200" fill="none" stroke="1" extrusionOk="0">
                <a:moveTo>
                  <a:pt x="0" y="217200"/>
                </a:moveTo>
                <a:lnTo>
                  <a:pt x="211000" y="0"/>
                </a:lnTo>
              </a:path>
            </a:pathLst>
          </a:custGeom>
          <a:noFill/>
          <a:ln w="12802" cap="rnd" cmpd="sng" algn="ctr">
            <a:solidFill>
              <a:srgbClr val="5246FF">
                <a:alpha val="20000"/>
              </a:srgbClr>
            </a:solidFill>
            <a:round/>
            <a:headEnd type="none"/>
            <a:tailEnd type="none"/>
          </a:ln>
        </p:spPr>
      </p:sp>
      <p:sp>
        <p:nvSpPr>
          <p:cNvPr id="206" name="synapse model / 0205 synaptic connection"/>
          <p:cNvSpPr/>
          <p:nvPr/>
        </p:nvSpPr>
        <p:spPr>
          <a:xfrm>
            <a:off x="1133856" y="3995014"/>
            <a:ext cx="1929384" cy="1683410"/>
          </a:xfrm>
          <a:custGeom>
            <a:avLst/>
            <a:gdLst/>
            <a:ahLst/>
            <a:cxnLst/>
            <a:rect l="0" t="0" r="r" b="b"/>
            <a:pathLst>
              <a:path w="211000" h="184100" fill="none" stroke="1" extrusionOk="0">
                <a:moveTo>
                  <a:pt x="0" y="184100"/>
                </a:moveTo>
                <a:lnTo>
                  <a:pt x="211000" y="0"/>
                </a:lnTo>
              </a:path>
            </a:pathLst>
          </a:custGeom>
          <a:noFill/>
          <a:ln w="12802" cap="rnd" cmpd="sng" algn="ctr">
            <a:solidFill>
              <a:srgbClr val="5246FF">
                <a:alpha val="20000"/>
              </a:srgbClr>
            </a:solidFill>
            <a:round/>
            <a:headEnd type="none"/>
            <a:tailEnd type="none"/>
          </a:ln>
        </p:spPr>
      </p:sp>
      <p:sp>
        <p:nvSpPr>
          <p:cNvPr id="207" name="synapse model / 0206 synaptic connection"/>
          <p:cNvSpPr/>
          <p:nvPr/>
        </p:nvSpPr>
        <p:spPr>
          <a:xfrm>
            <a:off x="1133856" y="4297680"/>
            <a:ext cx="1929384" cy="1380744"/>
          </a:xfrm>
          <a:custGeom>
            <a:avLst/>
            <a:gdLst/>
            <a:ahLst/>
            <a:cxnLst/>
            <a:rect l="0" t="0" r="r" b="b"/>
            <a:pathLst>
              <a:path w="211000" h="151000" fill="none" stroke="1" extrusionOk="0">
                <a:moveTo>
                  <a:pt x="0" y="151000"/>
                </a:moveTo>
                <a:lnTo>
                  <a:pt x="211000" y="0"/>
                </a:lnTo>
              </a:path>
            </a:pathLst>
          </a:custGeom>
          <a:noFill/>
          <a:ln w="12802" cap="rnd" cmpd="sng" algn="ctr">
            <a:solidFill>
              <a:srgbClr val="5246FF">
                <a:alpha val="20000"/>
              </a:srgbClr>
            </a:solidFill>
            <a:round/>
            <a:headEnd type="none"/>
            <a:tailEnd type="none"/>
          </a:ln>
        </p:spPr>
      </p:sp>
      <p:sp>
        <p:nvSpPr>
          <p:cNvPr id="208" name="synapse model / 0207 synaptic connection"/>
          <p:cNvSpPr/>
          <p:nvPr/>
        </p:nvSpPr>
        <p:spPr>
          <a:xfrm>
            <a:off x="1133856" y="4600346"/>
            <a:ext cx="1929384" cy="1078078"/>
          </a:xfrm>
          <a:custGeom>
            <a:avLst/>
            <a:gdLst/>
            <a:ahLst/>
            <a:cxnLst/>
            <a:rect l="0" t="0" r="r" b="b"/>
            <a:pathLst>
              <a:path w="211000" h="117900" fill="none" stroke="1" extrusionOk="0">
                <a:moveTo>
                  <a:pt x="0" y="117900"/>
                </a:moveTo>
                <a:lnTo>
                  <a:pt x="211000" y="0"/>
                </a:lnTo>
              </a:path>
            </a:pathLst>
          </a:custGeom>
          <a:noFill/>
          <a:ln w="12802" cap="rnd" cmpd="sng" algn="ctr">
            <a:solidFill>
              <a:srgbClr val="5246FF">
                <a:alpha val="20000"/>
              </a:srgbClr>
            </a:solidFill>
            <a:round/>
            <a:headEnd type="none"/>
            <a:tailEnd type="none"/>
          </a:ln>
        </p:spPr>
      </p:sp>
      <p:sp>
        <p:nvSpPr>
          <p:cNvPr id="209" name="synapse model / 0208 synaptic connection"/>
          <p:cNvSpPr/>
          <p:nvPr/>
        </p:nvSpPr>
        <p:spPr>
          <a:xfrm>
            <a:off x="1133856" y="4903013"/>
            <a:ext cx="1929384" cy="775411"/>
          </a:xfrm>
          <a:custGeom>
            <a:avLst/>
            <a:gdLst/>
            <a:ahLst/>
            <a:cxnLst/>
            <a:rect l="0" t="0" r="r" b="b"/>
            <a:pathLst>
              <a:path w="211000" h="84800" fill="none" stroke="1" extrusionOk="0">
                <a:moveTo>
                  <a:pt x="0" y="84800"/>
                </a:moveTo>
                <a:lnTo>
                  <a:pt x="211000" y="0"/>
                </a:lnTo>
              </a:path>
            </a:pathLst>
          </a:custGeom>
          <a:noFill/>
          <a:ln w="12802" cap="rnd" cmpd="sng" algn="ctr">
            <a:solidFill>
              <a:srgbClr val="5246FF">
                <a:alpha val="20000"/>
              </a:srgbClr>
            </a:solidFill>
            <a:round/>
            <a:headEnd type="none"/>
            <a:tailEnd type="none"/>
          </a:ln>
        </p:spPr>
      </p:sp>
      <p:sp>
        <p:nvSpPr>
          <p:cNvPr id="210" name="synapse model / 0209 synaptic connection"/>
          <p:cNvSpPr/>
          <p:nvPr/>
        </p:nvSpPr>
        <p:spPr>
          <a:xfrm>
            <a:off x="1133856" y="1271016"/>
            <a:ext cx="1929384" cy="4754880"/>
          </a:xfrm>
          <a:custGeom>
            <a:avLst/>
            <a:gdLst/>
            <a:ahLst/>
            <a:cxnLst/>
            <a:rect l="0" t="0" r="r" b="b"/>
            <a:pathLst>
              <a:path w="211000" h="520000" fill="none" stroke="1" extrusionOk="0">
                <a:moveTo>
                  <a:pt x="0" y="520000"/>
                </a:moveTo>
                <a:lnTo>
                  <a:pt x="211000" y="0"/>
                </a:lnTo>
              </a:path>
            </a:pathLst>
          </a:custGeom>
          <a:noFill/>
          <a:ln w="12802" cap="rnd" cmpd="sng" algn="ctr">
            <a:solidFill>
              <a:srgbClr val="5246FF">
                <a:alpha val="20000"/>
              </a:srgbClr>
            </a:solidFill>
            <a:round/>
            <a:headEnd type="none"/>
            <a:tailEnd type="none"/>
          </a:ln>
        </p:spPr>
      </p:sp>
      <p:sp>
        <p:nvSpPr>
          <p:cNvPr id="211" name="synapse model / 0210 synaptic connection"/>
          <p:cNvSpPr/>
          <p:nvPr/>
        </p:nvSpPr>
        <p:spPr>
          <a:xfrm>
            <a:off x="1133856" y="1573682"/>
            <a:ext cx="1929384" cy="4452214"/>
          </a:xfrm>
          <a:custGeom>
            <a:avLst/>
            <a:gdLst/>
            <a:ahLst/>
            <a:cxnLst/>
            <a:rect l="0" t="0" r="r" b="b"/>
            <a:pathLst>
              <a:path w="211000" h="486900" fill="none" stroke="1" extrusionOk="0">
                <a:moveTo>
                  <a:pt x="0" y="486900"/>
                </a:moveTo>
                <a:lnTo>
                  <a:pt x="211000" y="0"/>
                </a:lnTo>
              </a:path>
            </a:pathLst>
          </a:custGeom>
          <a:noFill/>
          <a:ln w="12802" cap="rnd" cmpd="sng" algn="ctr">
            <a:solidFill>
              <a:srgbClr val="5246FF">
                <a:alpha val="20000"/>
              </a:srgbClr>
            </a:solidFill>
            <a:round/>
            <a:headEnd type="none"/>
            <a:tailEnd type="none"/>
          </a:ln>
        </p:spPr>
      </p:sp>
      <p:sp>
        <p:nvSpPr>
          <p:cNvPr id="212" name="synapse model / 0211 synaptic connection"/>
          <p:cNvSpPr/>
          <p:nvPr/>
        </p:nvSpPr>
        <p:spPr>
          <a:xfrm>
            <a:off x="1133856" y="1876349"/>
            <a:ext cx="1929384" cy="4149547"/>
          </a:xfrm>
          <a:custGeom>
            <a:avLst/>
            <a:gdLst/>
            <a:ahLst/>
            <a:cxnLst/>
            <a:rect l="0" t="0" r="r" b="b"/>
            <a:pathLst>
              <a:path w="211000" h="453800" fill="none" stroke="1" extrusionOk="0">
                <a:moveTo>
                  <a:pt x="0" y="453800"/>
                </a:moveTo>
                <a:lnTo>
                  <a:pt x="211000" y="0"/>
                </a:lnTo>
              </a:path>
            </a:pathLst>
          </a:custGeom>
          <a:noFill/>
          <a:ln w="12802" cap="rnd" cmpd="sng" algn="ctr">
            <a:solidFill>
              <a:srgbClr val="5246FF">
                <a:alpha val="20000"/>
              </a:srgbClr>
            </a:solidFill>
            <a:round/>
            <a:headEnd type="none"/>
            <a:tailEnd type="none"/>
          </a:ln>
        </p:spPr>
      </p:sp>
      <p:sp>
        <p:nvSpPr>
          <p:cNvPr id="213" name="synapse model / 0212 synaptic connection"/>
          <p:cNvSpPr/>
          <p:nvPr/>
        </p:nvSpPr>
        <p:spPr>
          <a:xfrm>
            <a:off x="1133856" y="2179015"/>
            <a:ext cx="1929384" cy="3846881"/>
          </a:xfrm>
          <a:custGeom>
            <a:avLst/>
            <a:gdLst/>
            <a:ahLst/>
            <a:cxnLst/>
            <a:rect l="0" t="0" r="r" b="b"/>
            <a:pathLst>
              <a:path w="211000" h="420700" fill="none" stroke="1" extrusionOk="0">
                <a:moveTo>
                  <a:pt x="0" y="420700"/>
                </a:moveTo>
                <a:lnTo>
                  <a:pt x="211000" y="0"/>
                </a:lnTo>
              </a:path>
            </a:pathLst>
          </a:custGeom>
          <a:noFill/>
          <a:ln w="12802" cap="rnd" cmpd="sng" algn="ctr">
            <a:solidFill>
              <a:srgbClr val="5246FF">
                <a:alpha val="20000"/>
              </a:srgbClr>
            </a:solidFill>
            <a:round/>
            <a:headEnd type="none"/>
            <a:tailEnd type="none"/>
          </a:ln>
        </p:spPr>
      </p:sp>
      <p:sp>
        <p:nvSpPr>
          <p:cNvPr id="214" name="synapse model / 0213 synaptic connection"/>
          <p:cNvSpPr/>
          <p:nvPr/>
        </p:nvSpPr>
        <p:spPr>
          <a:xfrm>
            <a:off x="1133856" y="2481682"/>
            <a:ext cx="1929384" cy="3544214"/>
          </a:xfrm>
          <a:custGeom>
            <a:avLst/>
            <a:gdLst/>
            <a:ahLst/>
            <a:cxnLst/>
            <a:rect l="0" t="0" r="r" b="b"/>
            <a:pathLst>
              <a:path w="211000" h="387600" fill="none" stroke="1" extrusionOk="0">
                <a:moveTo>
                  <a:pt x="0" y="387600"/>
                </a:moveTo>
                <a:lnTo>
                  <a:pt x="211000" y="0"/>
                </a:lnTo>
              </a:path>
            </a:pathLst>
          </a:custGeom>
          <a:noFill/>
          <a:ln w="12802" cap="rnd" cmpd="sng" algn="ctr">
            <a:solidFill>
              <a:srgbClr val="5246FF">
                <a:alpha val="20000"/>
              </a:srgbClr>
            </a:solidFill>
            <a:round/>
            <a:headEnd type="none"/>
            <a:tailEnd type="none"/>
          </a:ln>
        </p:spPr>
      </p:sp>
      <p:sp>
        <p:nvSpPr>
          <p:cNvPr id="215" name="synapse model / 0214 synaptic connection"/>
          <p:cNvSpPr/>
          <p:nvPr/>
        </p:nvSpPr>
        <p:spPr>
          <a:xfrm>
            <a:off x="1133856" y="2784348"/>
            <a:ext cx="1929384" cy="3241548"/>
          </a:xfrm>
          <a:custGeom>
            <a:avLst/>
            <a:gdLst/>
            <a:ahLst/>
            <a:cxnLst/>
            <a:rect l="0" t="0" r="r" b="b"/>
            <a:pathLst>
              <a:path w="211000" h="354500" fill="none" stroke="1" extrusionOk="0">
                <a:moveTo>
                  <a:pt x="0" y="354500"/>
                </a:moveTo>
                <a:lnTo>
                  <a:pt x="211000" y="0"/>
                </a:lnTo>
              </a:path>
            </a:pathLst>
          </a:custGeom>
          <a:noFill/>
          <a:ln w="12802" cap="rnd" cmpd="sng" algn="ctr">
            <a:solidFill>
              <a:srgbClr val="5246FF">
                <a:alpha val="20000"/>
              </a:srgbClr>
            </a:solidFill>
            <a:round/>
            <a:headEnd type="none"/>
            <a:tailEnd type="none"/>
          </a:ln>
        </p:spPr>
      </p:sp>
      <p:sp>
        <p:nvSpPr>
          <p:cNvPr id="216" name="synapse model / 0215 synaptic connection"/>
          <p:cNvSpPr/>
          <p:nvPr/>
        </p:nvSpPr>
        <p:spPr>
          <a:xfrm>
            <a:off x="1133856" y="3087014"/>
            <a:ext cx="1929384" cy="2938882"/>
          </a:xfrm>
          <a:custGeom>
            <a:avLst/>
            <a:gdLst/>
            <a:ahLst/>
            <a:cxnLst/>
            <a:rect l="0" t="0" r="r" b="b"/>
            <a:pathLst>
              <a:path w="211000" h="321400" fill="none" stroke="1" extrusionOk="0">
                <a:moveTo>
                  <a:pt x="0" y="321400"/>
                </a:moveTo>
                <a:lnTo>
                  <a:pt x="211000" y="0"/>
                </a:lnTo>
              </a:path>
            </a:pathLst>
          </a:custGeom>
          <a:noFill/>
          <a:ln w="12802" cap="rnd" cmpd="sng" algn="ctr">
            <a:solidFill>
              <a:srgbClr val="5246FF">
                <a:alpha val="20000"/>
              </a:srgbClr>
            </a:solidFill>
            <a:round/>
            <a:headEnd type="none"/>
            <a:tailEnd type="none"/>
          </a:ln>
        </p:spPr>
      </p:sp>
      <p:sp>
        <p:nvSpPr>
          <p:cNvPr id="217" name="synapse model / 0216 synaptic connection"/>
          <p:cNvSpPr/>
          <p:nvPr/>
        </p:nvSpPr>
        <p:spPr>
          <a:xfrm>
            <a:off x="1133856" y="3389681"/>
            <a:ext cx="1929384" cy="2636215"/>
          </a:xfrm>
          <a:custGeom>
            <a:avLst/>
            <a:gdLst/>
            <a:ahLst/>
            <a:cxnLst/>
            <a:rect l="0" t="0" r="r" b="b"/>
            <a:pathLst>
              <a:path w="211000" h="288300" fill="none" stroke="1" extrusionOk="0">
                <a:moveTo>
                  <a:pt x="0" y="288300"/>
                </a:moveTo>
                <a:lnTo>
                  <a:pt x="211000" y="0"/>
                </a:lnTo>
              </a:path>
            </a:pathLst>
          </a:custGeom>
          <a:noFill/>
          <a:ln w="12802" cap="rnd" cmpd="sng" algn="ctr">
            <a:solidFill>
              <a:srgbClr val="5246FF">
                <a:alpha val="20000"/>
              </a:srgbClr>
            </a:solidFill>
            <a:round/>
            <a:headEnd type="none"/>
            <a:tailEnd type="none"/>
          </a:ln>
        </p:spPr>
      </p:sp>
      <p:sp>
        <p:nvSpPr>
          <p:cNvPr id="218" name="synapse model / 0217 synaptic connection"/>
          <p:cNvSpPr/>
          <p:nvPr/>
        </p:nvSpPr>
        <p:spPr>
          <a:xfrm>
            <a:off x="1133856" y="3692347"/>
            <a:ext cx="1929384" cy="2333549"/>
          </a:xfrm>
          <a:custGeom>
            <a:avLst/>
            <a:gdLst/>
            <a:ahLst/>
            <a:cxnLst/>
            <a:rect l="0" t="0" r="r" b="b"/>
            <a:pathLst>
              <a:path w="211000" h="255200" fill="none" stroke="1" extrusionOk="0">
                <a:moveTo>
                  <a:pt x="0" y="255200"/>
                </a:moveTo>
                <a:lnTo>
                  <a:pt x="211000" y="0"/>
                </a:lnTo>
              </a:path>
            </a:pathLst>
          </a:custGeom>
          <a:noFill/>
          <a:ln w="12802" cap="rnd" cmpd="sng" algn="ctr">
            <a:solidFill>
              <a:srgbClr val="5246FF">
                <a:alpha val="20000"/>
              </a:srgbClr>
            </a:solidFill>
            <a:round/>
            <a:headEnd type="none"/>
            <a:tailEnd type="none"/>
          </a:ln>
        </p:spPr>
      </p:sp>
      <p:sp>
        <p:nvSpPr>
          <p:cNvPr id="219" name="synapse model / 0218 synaptic connection"/>
          <p:cNvSpPr/>
          <p:nvPr/>
        </p:nvSpPr>
        <p:spPr>
          <a:xfrm>
            <a:off x="1133856" y="3995014"/>
            <a:ext cx="1929384" cy="2030882"/>
          </a:xfrm>
          <a:custGeom>
            <a:avLst/>
            <a:gdLst/>
            <a:ahLst/>
            <a:cxnLst/>
            <a:rect l="0" t="0" r="r" b="b"/>
            <a:pathLst>
              <a:path w="211000" h="222100" fill="none" stroke="1" extrusionOk="0">
                <a:moveTo>
                  <a:pt x="0" y="222100"/>
                </a:moveTo>
                <a:lnTo>
                  <a:pt x="211000" y="0"/>
                </a:lnTo>
              </a:path>
            </a:pathLst>
          </a:custGeom>
          <a:noFill/>
          <a:ln w="12802" cap="rnd" cmpd="sng" algn="ctr">
            <a:solidFill>
              <a:srgbClr val="5246FF">
                <a:alpha val="20000"/>
              </a:srgbClr>
            </a:solidFill>
            <a:round/>
            <a:headEnd type="none"/>
            <a:tailEnd type="none"/>
          </a:ln>
        </p:spPr>
      </p:sp>
      <p:sp>
        <p:nvSpPr>
          <p:cNvPr id="220" name="synapse model / 0219 synaptic connection"/>
          <p:cNvSpPr/>
          <p:nvPr/>
        </p:nvSpPr>
        <p:spPr>
          <a:xfrm>
            <a:off x="1133856" y="4297680"/>
            <a:ext cx="1929384" cy="1728216"/>
          </a:xfrm>
          <a:custGeom>
            <a:avLst/>
            <a:gdLst/>
            <a:ahLst/>
            <a:cxnLst/>
            <a:rect l="0" t="0" r="r" b="b"/>
            <a:pathLst>
              <a:path w="211000" h="189000" fill="none" stroke="1" extrusionOk="0">
                <a:moveTo>
                  <a:pt x="0" y="189000"/>
                </a:moveTo>
                <a:lnTo>
                  <a:pt x="211000" y="0"/>
                </a:lnTo>
              </a:path>
            </a:pathLst>
          </a:custGeom>
          <a:noFill/>
          <a:ln w="12802" cap="rnd" cmpd="sng" algn="ctr">
            <a:solidFill>
              <a:srgbClr val="5246FF">
                <a:alpha val="20000"/>
              </a:srgbClr>
            </a:solidFill>
            <a:round/>
            <a:headEnd type="none"/>
            <a:tailEnd type="none"/>
          </a:ln>
        </p:spPr>
      </p:sp>
      <p:sp>
        <p:nvSpPr>
          <p:cNvPr id="221" name="synapse model / 0220 synaptic connection"/>
          <p:cNvSpPr/>
          <p:nvPr/>
        </p:nvSpPr>
        <p:spPr>
          <a:xfrm>
            <a:off x="1133856" y="4600346"/>
            <a:ext cx="1929384" cy="1425550"/>
          </a:xfrm>
          <a:custGeom>
            <a:avLst/>
            <a:gdLst/>
            <a:ahLst/>
            <a:cxnLst/>
            <a:rect l="0" t="0" r="r" b="b"/>
            <a:pathLst>
              <a:path w="211000" h="155900" fill="none" stroke="1" extrusionOk="0">
                <a:moveTo>
                  <a:pt x="0" y="155900"/>
                </a:moveTo>
                <a:lnTo>
                  <a:pt x="211000" y="0"/>
                </a:lnTo>
              </a:path>
            </a:pathLst>
          </a:custGeom>
          <a:noFill/>
          <a:ln w="12802" cap="rnd" cmpd="sng" algn="ctr">
            <a:solidFill>
              <a:srgbClr val="5246FF">
                <a:alpha val="20000"/>
              </a:srgbClr>
            </a:solidFill>
            <a:round/>
            <a:headEnd type="none"/>
            <a:tailEnd type="none"/>
          </a:ln>
        </p:spPr>
      </p:sp>
      <p:sp>
        <p:nvSpPr>
          <p:cNvPr id="222" name="synapse model / 0221 synaptic connection"/>
          <p:cNvSpPr/>
          <p:nvPr/>
        </p:nvSpPr>
        <p:spPr>
          <a:xfrm>
            <a:off x="1133856" y="4903013"/>
            <a:ext cx="1929384" cy="1122883"/>
          </a:xfrm>
          <a:custGeom>
            <a:avLst/>
            <a:gdLst/>
            <a:ahLst/>
            <a:cxnLst/>
            <a:rect l="0" t="0" r="r" b="b"/>
            <a:pathLst>
              <a:path w="211000" h="122800" fill="none" stroke="1" extrusionOk="0">
                <a:moveTo>
                  <a:pt x="0" y="122800"/>
                </a:moveTo>
                <a:lnTo>
                  <a:pt x="211000" y="0"/>
                </a:lnTo>
              </a:path>
            </a:pathLst>
          </a:custGeom>
          <a:noFill/>
          <a:ln w="12802" cap="rnd" cmpd="sng" algn="ctr">
            <a:solidFill>
              <a:srgbClr val="5246FF">
                <a:alpha val="20000"/>
              </a:srgbClr>
            </a:solidFill>
            <a:round/>
            <a:headEnd type="none"/>
            <a:tailEnd type="none"/>
          </a:ln>
        </p:spPr>
      </p:sp>
      <p:sp>
        <p:nvSpPr>
          <p:cNvPr id="223" name="synapse model / 0222 synaptic connection"/>
          <p:cNvSpPr/>
          <p:nvPr/>
        </p:nvSpPr>
        <p:spPr>
          <a:xfrm>
            <a:off x="1133856" y="1271016"/>
            <a:ext cx="1929384" cy="5084064"/>
          </a:xfrm>
          <a:custGeom>
            <a:avLst/>
            <a:gdLst/>
            <a:ahLst/>
            <a:cxnLst/>
            <a:rect l="0" t="0" r="r" b="b"/>
            <a:pathLst>
              <a:path w="211000" h="556000" fill="none" stroke="1" extrusionOk="0">
                <a:moveTo>
                  <a:pt x="0" y="556000"/>
                </a:moveTo>
                <a:lnTo>
                  <a:pt x="211000" y="0"/>
                </a:lnTo>
              </a:path>
            </a:pathLst>
          </a:custGeom>
          <a:noFill/>
          <a:ln w="12802" cap="rnd" cmpd="sng" algn="ctr">
            <a:solidFill>
              <a:srgbClr val="5246FF">
                <a:alpha val="20000"/>
              </a:srgbClr>
            </a:solidFill>
            <a:round/>
            <a:headEnd type="none"/>
            <a:tailEnd type="none"/>
          </a:ln>
        </p:spPr>
      </p:sp>
      <p:sp>
        <p:nvSpPr>
          <p:cNvPr id="224" name="synapse model / 0223 synaptic connection"/>
          <p:cNvSpPr/>
          <p:nvPr/>
        </p:nvSpPr>
        <p:spPr>
          <a:xfrm>
            <a:off x="1133856" y="1573682"/>
            <a:ext cx="1929384" cy="4781398"/>
          </a:xfrm>
          <a:custGeom>
            <a:avLst/>
            <a:gdLst/>
            <a:ahLst/>
            <a:cxnLst/>
            <a:rect l="0" t="0" r="r" b="b"/>
            <a:pathLst>
              <a:path w="211000" h="522900" fill="none" stroke="1" extrusionOk="0">
                <a:moveTo>
                  <a:pt x="0" y="522900"/>
                </a:moveTo>
                <a:lnTo>
                  <a:pt x="211000" y="0"/>
                </a:lnTo>
              </a:path>
            </a:pathLst>
          </a:custGeom>
          <a:noFill/>
          <a:ln w="12802" cap="rnd" cmpd="sng" algn="ctr">
            <a:solidFill>
              <a:srgbClr val="5246FF">
                <a:alpha val="20000"/>
              </a:srgbClr>
            </a:solidFill>
            <a:round/>
            <a:headEnd type="none"/>
            <a:tailEnd type="none"/>
          </a:ln>
        </p:spPr>
      </p:sp>
      <p:sp>
        <p:nvSpPr>
          <p:cNvPr id="225" name="synapse model / 0224 synaptic connection"/>
          <p:cNvSpPr/>
          <p:nvPr/>
        </p:nvSpPr>
        <p:spPr>
          <a:xfrm>
            <a:off x="1133856" y="1876349"/>
            <a:ext cx="1929384" cy="4478731"/>
          </a:xfrm>
          <a:custGeom>
            <a:avLst/>
            <a:gdLst/>
            <a:ahLst/>
            <a:cxnLst/>
            <a:rect l="0" t="0" r="r" b="b"/>
            <a:pathLst>
              <a:path w="211000" h="489800" fill="none" stroke="1" extrusionOk="0">
                <a:moveTo>
                  <a:pt x="0" y="489800"/>
                </a:moveTo>
                <a:lnTo>
                  <a:pt x="211000" y="0"/>
                </a:lnTo>
              </a:path>
            </a:pathLst>
          </a:custGeom>
          <a:noFill/>
          <a:ln w="12802" cap="rnd" cmpd="sng" algn="ctr">
            <a:solidFill>
              <a:srgbClr val="5246FF">
                <a:alpha val="20000"/>
              </a:srgbClr>
            </a:solidFill>
            <a:round/>
            <a:headEnd type="none"/>
            <a:tailEnd type="none"/>
          </a:ln>
        </p:spPr>
      </p:sp>
      <p:sp>
        <p:nvSpPr>
          <p:cNvPr id="226" name="synapse model / 0225 synaptic connection"/>
          <p:cNvSpPr/>
          <p:nvPr/>
        </p:nvSpPr>
        <p:spPr>
          <a:xfrm>
            <a:off x="1133856" y="2179015"/>
            <a:ext cx="1929384" cy="4176065"/>
          </a:xfrm>
          <a:custGeom>
            <a:avLst/>
            <a:gdLst/>
            <a:ahLst/>
            <a:cxnLst/>
            <a:rect l="0" t="0" r="r" b="b"/>
            <a:pathLst>
              <a:path w="211000" h="456700" fill="none" stroke="1" extrusionOk="0">
                <a:moveTo>
                  <a:pt x="0" y="456700"/>
                </a:moveTo>
                <a:lnTo>
                  <a:pt x="211000" y="0"/>
                </a:lnTo>
              </a:path>
            </a:pathLst>
          </a:custGeom>
          <a:noFill/>
          <a:ln w="12802" cap="rnd" cmpd="sng" algn="ctr">
            <a:solidFill>
              <a:srgbClr val="5246FF">
                <a:alpha val="20000"/>
              </a:srgbClr>
            </a:solidFill>
            <a:round/>
            <a:headEnd type="none"/>
            <a:tailEnd type="none"/>
          </a:ln>
        </p:spPr>
      </p:sp>
      <p:sp>
        <p:nvSpPr>
          <p:cNvPr id="227" name="synapse model / 0226 synaptic connection"/>
          <p:cNvSpPr/>
          <p:nvPr/>
        </p:nvSpPr>
        <p:spPr>
          <a:xfrm>
            <a:off x="1133856" y="2481682"/>
            <a:ext cx="1929384" cy="3873398"/>
          </a:xfrm>
          <a:custGeom>
            <a:avLst/>
            <a:gdLst/>
            <a:ahLst/>
            <a:cxnLst/>
            <a:rect l="0" t="0" r="r" b="b"/>
            <a:pathLst>
              <a:path w="211000" h="423600" fill="none" stroke="1" extrusionOk="0">
                <a:moveTo>
                  <a:pt x="0" y="423600"/>
                </a:moveTo>
                <a:lnTo>
                  <a:pt x="211000" y="0"/>
                </a:lnTo>
              </a:path>
            </a:pathLst>
          </a:custGeom>
          <a:noFill/>
          <a:ln w="12802" cap="rnd" cmpd="sng" algn="ctr">
            <a:solidFill>
              <a:srgbClr val="5246FF">
                <a:alpha val="20000"/>
              </a:srgbClr>
            </a:solidFill>
            <a:round/>
            <a:headEnd type="none"/>
            <a:tailEnd type="none"/>
          </a:ln>
        </p:spPr>
      </p:sp>
      <p:sp>
        <p:nvSpPr>
          <p:cNvPr id="228" name="synapse model / 0227 synaptic connection"/>
          <p:cNvSpPr/>
          <p:nvPr/>
        </p:nvSpPr>
        <p:spPr>
          <a:xfrm>
            <a:off x="1133856" y="2784348"/>
            <a:ext cx="1929384" cy="3570732"/>
          </a:xfrm>
          <a:custGeom>
            <a:avLst/>
            <a:gdLst/>
            <a:ahLst/>
            <a:cxnLst/>
            <a:rect l="0" t="0" r="r" b="b"/>
            <a:pathLst>
              <a:path w="211000" h="390500" fill="none" stroke="1" extrusionOk="0">
                <a:moveTo>
                  <a:pt x="0" y="390500"/>
                </a:moveTo>
                <a:lnTo>
                  <a:pt x="211000" y="0"/>
                </a:lnTo>
              </a:path>
            </a:pathLst>
          </a:custGeom>
          <a:noFill/>
          <a:ln w="12802" cap="rnd" cmpd="sng" algn="ctr">
            <a:solidFill>
              <a:srgbClr val="5246FF">
                <a:alpha val="20000"/>
              </a:srgbClr>
            </a:solidFill>
            <a:round/>
            <a:headEnd type="none"/>
            <a:tailEnd type="none"/>
          </a:ln>
        </p:spPr>
      </p:sp>
      <p:sp>
        <p:nvSpPr>
          <p:cNvPr id="229" name="synapse model / 0228 synaptic connection"/>
          <p:cNvSpPr/>
          <p:nvPr/>
        </p:nvSpPr>
        <p:spPr>
          <a:xfrm>
            <a:off x="1133856" y="3087014"/>
            <a:ext cx="1929384" cy="3268066"/>
          </a:xfrm>
          <a:custGeom>
            <a:avLst/>
            <a:gdLst/>
            <a:ahLst/>
            <a:cxnLst/>
            <a:rect l="0" t="0" r="r" b="b"/>
            <a:pathLst>
              <a:path w="211000" h="357400" fill="none" stroke="1" extrusionOk="0">
                <a:moveTo>
                  <a:pt x="0" y="357400"/>
                </a:moveTo>
                <a:lnTo>
                  <a:pt x="211000" y="0"/>
                </a:lnTo>
              </a:path>
            </a:pathLst>
          </a:custGeom>
          <a:noFill/>
          <a:ln w="12802" cap="rnd" cmpd="sng" algn="ctr">
            <a:solidFill>
              <a:srgbClr val="5246FF">
                <a:alpha val="20000"/>
              </a:srgbClr>
            </a:solidFill>
            <a:round/>
            <a:headEnd type="none"/>
            <a:tailEnd type="none"/>
          </a:ln>
        </p:spPr>
      </p:sp>
      <p:sp>
        <p:nvSpPr>
          <p:cNvPr id="230" name="synapse model / 0229 synaptic connection"/>
          <p:cNvSpPr/>
          <p:nvPr/>
        </p:nvSpPr>
        <p:spPr>
          <a:xfrm>
            <a:off x="1133856" y="3389681"/>
            <a:ext cx="1929384" cy="2965399"/>
          </a:xfrm>
          <a:custGeom>
            <a:avLst/>
            <a:gdLst/>
            <a:ahLst/>
            <a:cxnLst/>
            <a:rect l="0" t="0" r="r" b="b"/>
            <a:pathLst>
              <a:path w="211000" h="324300" fill="none" stroke="1" extrusionOk="0">
                <a:moveTo>
                  <a:pt x="0" y="324300"/>
                </a:moveTo>
                <a:lnTo>
                  <a:pt x="211000" y="0"/>
                </a:lnTo>
              </a:path>
            </a:pathLst>
          </a:custGeom>
          <a:noFill/>
          <a:ln w="12802" cap="rnd" cmpd="sng" algn="ctr">
            <a:solidFill>
              <a:srgbClr val="5246FF">
                <a:alpha val="20000"/>
              </a:srgbClr>
            </a:solidFill>
            <a:round/>
            <a:headEnd type="none"/>
            <a:tailEnd type="none"/>
          </a:ln>
        </p:spPr>
      </p:sp>
      <p:sp>
        <p:nvSpPr>
          <p:cNvPr id="231" name="synapse model / 0230 synaptic connection"/>
          <p:cNvSpPr/>
          <p:nvPr/>
        </p:nvSpPr>
        <p:spPr>
          <a:xfrm>
            <a:off x="1133856" y="3692347"/>
            <a:ext cx="1929384" cy="2662733"/>
          </a:xfrm>
          <a:custGeom>
            <a:avLst/>
            <a:gdLst/>
            <a:ahLst/>
            <a:cxnLst/>
            <a:rect l="0" t="0" r="r" b="b"/>
            <a:pathLst>
              <a:path w="211000" h="291200" fill="none" stroke="1" extrusionOk="0">
                <a:moveTo>
                  <a:pt x="0" y="291200"/>
                </a:moveTo>
                <a:lnTo>
                  <a:pt x="211000" y="0"/>
                </a:lnTo>
              </a:path>
            </a:pathLst>
          </a:custGeom>
          <a:noFill/>
          <a:ln w="12802" cap="rnd" cmpd="sng" algn="ctr">
            <a:solidFill>
              <a:srgbClr val="5246FF">
                <a:alpha val="20000"/>
              </a:srgbClr>
            </a:solidFill>
            <a:round/>
            <a:headEnd type="none"/>
            <a:tailEnd type="none"/>
          </a:ln>
        </p:spPr>
      </p:sp>
      <p:sp>
        <p:nvSpPr>
          <p:cNvPr id="232" name="synapse model / 0231 synaptic connection"/>
          <p:cNvSpPr/>
          <p:nvPr/>
        </p:nvSpPr>
        <p:spPr>
          <a:xfrm>
            <a:off x="1133856" y="3995014"/>
            <a:ext cx="1929384" cy="2360066"/>
          </a:xfrm>
          <a:custGeom>
            <a:avLst/>
            <a:gdLst/>
            <a:ahLst/>
            <a:cxnLst/>
            <a:rect l="0" t="0" r="r" b="b"/>
            <a:pathLst>
              <a:path w="211000" h="258100" fill="none" stroke="1" extrusionOk="0">
                <a:moveTo>
                  <a:pt x="0" y="258100"/>
                </a:moveTo>
                <a:lnTo>
                  <a:pt x="211000" y="0"/>
                </a:lnTo>
              </a:path>
            </a:pathLst>
          </a:custGeom>
          <a:noFill/>
          <a:ln w="12802" cap="rnd" cmpd="sng" algn="ctr">
            <a:solidFill>
              <a:srgbClr val="5246FF">
                <a:alpha val="20000"/>
              </a:srgbClr>
            </a:solidFill>
            <a:round/>
            <a:headEnd type="none"/>
            <a:tailEnd type="none"/>
          </a:ln>
        </p:spPr>
      </p:sp>
      <p:sp>
        <p:nvSpPr>
          <p:cNvPr id="233" name="synapse model / 0232 synaptic connection"/>
          <p:cNvSpPr/>
          <p:nvPr/>
        </p:nvSpPr>
        <p:spPr>
          <a:xfrm>
            <a:off x="1133856" y="4297680"/>
            <a:ext cx="1929384" cy="2057400"/>
          </a:xfrm>
          <a:custGeom>
            <a:avLst/>
            <a:gdLst/>
            <a:ahLst/>
            <a:cxnLst/>
            <a:rect l="0" t="0" r="r" b="b"/>
            <a:pathLst>
              <a:path w="211000" h="225000" fill="none" stroke="1" extrusionOk="0">
                <a:moveTo>
                  <a:pt x="0" y="225000"/>
                </a:moveTo>
                <a:lnTo>
                  <a:pt x="211000" y="0"/>
                </a:lnTo>
              </a:path>
            </a:pathLst>
          </a:custGeom>
          <a:noFill/>
          <a:ln w="12802" cap="rnd" cmpd="sng" algn="ctr">
            <a:solidFill>
              <a:srgbClr val="5246FF">
                <a:alpha val="20000"/>
              </a:srgbClr>
            </a:solidFill>
            <a:round/>
            <a:headEnd type="none"/>
            <a:tailEnd type="none"/>
          </a:ln>
        </p:spPr>
      </p:sp>
      <p:sp>
        <p:nvSpPr>
          <p:cNvPr id="234" name="synapse model / 0233 synaptic connection"/>
          <p:cNvSpPr/>
          <p:nvPr/>
        </p:nvSpPr>
        <p:spPr>
          <a:xfrm>
            <a:off x="1133856" y="4600346"/>
            <a:ext cx="1929384" cy="1754734"/>
          </a:xfrm>
          <a:custGeom>
            <a:avLst/>
            <a:gdLst/>
            <a:ahLst/>
            <a:cxnLst/>
            <a:rect l="0" t="0" r="r" b="b"/>
            <a:pathLst>
              <a:path w="211000" h="191900" fill="none" stroke="1" extrusionOk="0">
                <a:moveTo>
                  <a:pt x="0" y="191900"/>
                </a:moveTo>
                <a:lnTo>
                  <a:pt x="211000" y="0"/>
                </a:lnTo>
              </a:path>
            </a:pathLst>
          </a:custGeom>
          <a:noFill/>
          <a:ln w="12802" cap="rnd" cmpd="sng" algn="ctr">
            <a:solidFill>
              <a:srgbClr val="5246FF">
                <a:alpha val="20000"/>
              </a:srgbClr>
            </a:solidFill>
            <a:round/>
            <a:headEnd type="none"/>
            <a:tailEnd type="none"/>
          </a:ln>
        </p:spPr>
      </p:sp>
      <p:sp>
        <p:nvSpPr>
          <p:cNvPr id="235" name="synapse model / 0234 synaptic connection"/>
          <p:cNvSpPr/>
          <p:nvPr/>
        </p:nvSpPr>
        <p:spPr>
          <a:xfrm>
            <a:off x="1133856" y="4903013"/>
            <a:ext cx="1929384" cy="1452067"/>
          </a:xfrm>
          <a:custGeom>
            <a:avLst/>
            <a:gdLst/>
            <a:ahLst/>
            <a:cxnLst/>
            <a:rect l="0" t="0" r="r" b="b"/>
            <a:pathLst>
              <a:path w="211000" h="158800" fill="none" stroke="1" extrusionOk="0">
                <a:moveTo>
                  <a:pt x="0" y="158800"/>
                </a:moveTo>
                <a:lnTo>
                  <a:pt x="211000" y="0"/>
                </a:lnTo>
              </a:path>
            </a:pathLst>
          </a:custGeom>
          <a:noFill/>
          <a:ln w="12802" cap="rnd" cmpd="sng" algn="ctr">
            <a:solidFill>
              <a:srgbClr val="5246FF">
                <a:alpha val="20000"/>
              </a:srgbClr>
            </a:solidFill>
            <a:round/>
            <a:headEnd type="none"/>
            <a:tailEnd type="none"/>
          </a:ln>
        </p:spPr>
      </p:sp>
      <p:sp>
        <p:nvSpPr>
          <p:cNvPr id="236" name="synapse model / 0235 input to hidden connection"/>
          <p:cNvSpPr/>
          <p:nvPr/>
        </p:nvSpPr>
        <p:spPr>
          <a:xfrm>
            <a:off x="1143000" y="1234440"/>
            <a:ext cx="594360" cy="1261872"/>
          </a:xfrm>
          <a:custGeom>
            <a:avLst/>
            <a:gdLst/>
            <a:ahLst/>
            <a:cxnLst/>
            <a:rect l="0" t="0" r="r" b="b"/>
            <a:pathLst>
              <a:path w="65000" h="138000" fill="none" stroke="1" extrusionOk="0">
                <a:moveTo>
                  <a:pt x="0" y="0"/>
                </a:moveTo>
                <a:lnTo>
                  <a:pt x="65000" y="138000"/>
                </a:lnTo>
              </a:path>
            </a:pathLst>
          </a:custGeom>
          <a:noFill/>
          <a:ln w="15545" cap="rnd" cmpd="sng" algn="ctr">
            <a:solidFill>
              <a:srgbClr val="3020FF">
                <a:alpha val="29000"/>
              </a:srgbClr>
            </a:solidFill>
            <a:round/>
            <a:headEnd type="none"/>
            <a:tailEnd type="none"/>
          </a:ln>
        </p:spPr>
      </p:sp>
      <p:sp>
        <p:nvSpPr>
          <p:cNvPr id="237" name="synapse model / 0236 input to hidden connection"/>
          <p:cNvSpPr/>
          <p:nvPr/>
        </p:nvSpPr>
        <p:spPr>
          <a:xfrm>
            <a:off x="1143000" y="1234440"/>
            <a:ext cx="594360" cy="1609344"/>
          </a:xfrm>
          <a:custGeom>
            <a:avLst/>
            <a:gdLst/>
            <a:ahLst/>
            <a:cxnLst/>
            <a:rect l="0" t="0" r="r" b="b"/>
            <a:pathLst>
              <a:path w="65000" h="176000" fill="none" stroke="1" extrusionOk="0">
                <a:moveTo>
                  <a:pt x="0" y="0"/>
                </a:moveTo>
                <a:lnTo>
                  <a:pt x="65000" y="176000"/>
                </a:lnTo>
              </a:path>
            </a:pathLst>
          </a:custGeom>
          <a:noFill/>
          <a:ln w="15545" cap="rnd" cmpd="sng" algn="ctr">
            <a:solidFill>
              <a:srgbClr val="3020FF">
                <a:alpha val="29000"/>
              </a:srgbClr>
            </a:solidFill>
            <a:round/>
            <a:headEnd type="none"/>
            <a:tailEnd type="none"/>
          </a:ln>
        </p:spPr>
      </p:sp>
      <p:sp>
        <p:nvSpPr>
          <p:cNvPr id="238" name="synapse model / 0237 input to hidden connection"/>
          <p:cNvSpPr/>
          <p:nvPr/>
        </p:nvSpPr>
        <p:spPr>
          <a:xfrm>
            <a:off x="1143000" y="1234440"/>
            <a:ext cx="594360" cy="1956816"/>
          </a:xfrm>
          <a:custGeom>
            <a:avLst/>
            <a:gdLst/>
            <a:ahLst/>
            <a:cxnLst/>
            <a:rect l="0" t="0" r="r" b="b"/>
            <a:pathLst>
              <a:path w="65000" h="214000" fill="none" stroke="1" extrusionOk="0">
                <a:moveTo>
                  <a:pt x="0" y="0"/>
                </a:moveTo>
                <a:lnTo>
                  <a:pt x="65000" y="214000"/>
                </a:lnTo>
              </a:path>
            </a:pathLst>
          </a:custGeom>
          <a:noFill/>
          <a:ln w="15545" cap="rnd" cmpd="sng" algn="ctr">
            <a:solidFill>
              <a:srgbClr val="3020FF">
                <a:alpha val="29000"/>
              </a:srgbClr>
            </a:solidFill>
            <a:round/>
            <a:headEnd type="none"/>
            <a:tailEnd type="none"/>
          </a:ln>
        </p:spPr>
      </p:sp>
      <p:sp>
        <p:nvSpPr>
          <p:cNvPr id="239" name="synapse model / 0238 input to hidden connection"/>
          <p:cNvSpPr/>
          <p:nvPr/>
        </p:nvSpPr>
        <p:spPr>
          <a:xfrm>
            <a:off x="1143000" y="1234440"/>
            <a:ext cx="594360" cy="2295144"/>
          </a:xfrm>
          <a:custGeom>
            <a:avLst/>
            <a:gdLst/>
            <a:ahLst/>
            <a:cxnLst/>
            <a:rect l="0" t="0" r="r" b="b"/>
            <a:pathLst>
              <a:path w="65000" h="251000" fill="none" stroke="1" extrusionOk="0">
                <a:moveTo>
                  <a:pt x="0" y="0"/>
                </a:moveTo>
                <a:lnTo>
                  <a:pt x="65000" y="251000"/>
                </a:lnTo>
              </a:path>
            </a:pathLst>
          </a:custGeom>
          <a:noFill/>
          <a:ln w="15545" cap="rnd" cmpd="sng" algn="ctr">
            <a:solidFill>
              <a:srgbClr val="3020FF">
                <a:alpha val="29000"/>
              </a:srgbClr>
            </a:solidFill>
            <a:round/>
            <a:headEnd type="none"/>
            <a:tailEnd type="none"/>
          </a:ln>
        </p:spPr>
      </p:sp>
      <p:sp>
        <p:nvSpPr>
          <p:cNvPr id="240" name="synapse model / 0239 input to hidden connection"/>
          <p:cNvSpPr/>
          <p:nvPr/>
        </p:nvSpPr>
        <p:spPr>
          <a:xfrm>
            <a:off x="1143000" y="1538021"/>
            <a:ext cx="594360" cy="958291"/>
          </a:xfrm>
          <a:custGeom>
            <a:avLst/>
            <a:gdLst/>
            <a:ahLst/>
            <a:cxnLst/>
            <a:rect l="0" t="0" r="r" b="b"/>
            <a:pathLst>
              <a:path w="65000" h="104800" fill="none" stroke="1" extrusionOk="0">
                <a:moveTo>
                  <a:pt x="0" y="0"/>
                </a:moveTo>
                <a:lnTo>
                  <a:pt x="65000" y="104800"/>
                </a:lnTo>
              </a:path>
            </a:pathLst>
          </a:custGeom>
          <a:noFill/>
          <a:ln w="15545" cap="rnd" cmpd="sng" algn="ctr">
            <a:solidFill>
              <a:srgbClr val="3020FF">
                <a:alpha val="29000"/>
              </a:srgbClr>
            </a:solidFill>
            <a:round/>
            <a:headEnd type="none"/>
            <a:tailEnd type="none"/>
          </a:ln>
        </p:spPr>
      </p:sp>
      <p:sp>
        <p:nvSpPr>
          <p:cNvPr id="241" name="synapse model / 0240 input to hidden connection"/>
          <p:cNvSpPr/>
          <p:nvPr/>
        </p:nvSpPr>
        <p:spPr>
          <a:xfrm>
            <a:off x="1143000" y="1538021"/>
            <a:ext cx="594360" cy="1305763"/>
          </a:xfrm>
          <a:custGeom>
            <a:avLst/>
            <a:gdLst/>
            <a:ahLst/>
            <a:cxnLst/>
            <a:rect l="0" t="0" r="r" b="b"/>
            <a:pathLst>
              <a:path w="65000" h="142800" fill="none" stroke="1" extrusionOk="0">
                <a:moveTo>
                  <a:pt x="0" y="0"/>
                </a:moveTo>
                <a:lnTo>
                  <a:pt x="65000" y="142800"/>
                </a:lnTo>
              </a:path>
            </a:pathLst>
          </a:custGeom>
          <a:noFill/>
          <a:ln w="15545" cap="rnd" cmpd="sng" algn="ctr">
            <a:solidFill>
              <a:srgbClr val="3020FF">
                <a:alpha val="29000"/>
              </a:srgbClr>
            </a:solidFill>
            <a:round/>
            <a:headEnd type="none"/>
            <a:tailEnd type="none"/>
          </a:ln>
        </p:spPr>
      </p:sp>
      <p:sp>
        <p:nvSpPr>
          <p:cNvPr id="242" name="synapse model / 0241 input to hidden connection"/>
          <p:cNvSpPr/>
          <p:nvPr/>
        </p:nvSpPr>
        <p:spPr>
          <a:xfrm>
            <a:off x="1143000" y="1538021"/>
            <a:ext cx="594360" cy="1653235"/>
          </a:xfrm>
          <a:custGeom>
            <a:avLst/>
            <a:gdLst/>
            <a:ahLst/>
            <a:cxnLst/>
            <a:rect l="0" t="0" r="r" b="b"/>
            <a:pathLst>
              <a:path w="65000" h="180800" fill="none" stroke="1" extrusionOk="0">
                <a:moveTo>
                  <a:pt x="0" y="0"/>
                </a:moveTo>
                <a:lnTo>
                  <a:pt x="65000" y="180800"/>
                </a:lnTo>
              </a:path>
            </a:pathLst>
          </a:custGeom>
          <a:noFill/>
          <a:ln w="15545" cap="rnd" cmpd="sng" algn="ctr">
            <a:solidFill>
              <a:srgbClr val="3020FF">
                <a:alpha val="29000"/>
              </a:srgbClr>
            </a:solidFill>
            <a:round/>
            <a:headEnd type="none"/>
            <a:tailEnd type="none"/>
          </a:ln>
        </p:spPr>
      </p:sp>
      <p:sp>
        <p:nvSpPr>
          <p:cNvPr id="243" name="synapse model / 0242 input to hidden connection"/>
          <p:cNvSpPr/>
          <p:nvPr/>
        </p:nvSpPr>
        <p:spPr>
          <a:xfrm>
            <a:off x="1143000" y="1538021"/>
            <a:ext cx="594360" cy="1991563"/>
          </a:xfrm>
          <a:custGeom>
            <a:avLst/>
            <a:gdLst/>
            <a:ahLst/>
            <a:cxnLst/>
            <a:rect l="0" t="0" r="r" b="b"/>
            <a:pathLst>
              <a:path w="65000" h="217800" fill="none" stroke="1" extrusionOk="0">
                <a:moveTo>
                  <a:pt x="0" y="0"/>
                </a:moveTo>
                <a:lnTo>
                  <a:pt x="65000" y="217800"/>
                </a:lnTo>
              </a:path>
            </a:pathLst>
          </a:custGeom>
          <a:noFill/>
          <a:ln w="15545" cap="rnd" cmpd="sng" algn="ctr">
            <a:solidFill>
              <a:srgbClr val="3020FF">
                <a:alpha val="29000"/>
              </a:srgbClr>
            </a:solidFill>
            <a:round/>
            <a:headEnd type="none"/>
            <a:tailEnd type="none"/>
          </a:ln>
        </p:spPr>
      </p:sp>
      <p:sp>
        <p:nvSpPr>
          <p:cNvPr id="244" name="synapse model / 0243 input to hidden connection"/>
          <p:cNvSpPr/>
          <p:nvPr/>
        </p:nvSpPr>
        <p:spPr>
          <a:xfrm>
            <a:off x="1143000" y="1841602"/>
            <a:ext cx="594360" cy="654710"/>
          </a:xfrm>
          <a:custGeom>
            <a:avLst/>
            <a:gdLst/>
            <a:ahLst/>
            <a:cxnLst/>
            <a:rect l="0" t="0" r="r" b="b"/>
            <a:pathLst>
              <a:path w="65000" h="71600" fill="none" stroke="1" extrusionOk="0">
                <a:moveTo>
                  <a:pt x="0" y="0"/>
                </a:moveTo>
                <a:lnTo>
                  <a:pt x="65000" y="71600"/>
                </a:lnTo>
              </a:path>
            </a:pathLst>
          </a:custGeom>
          <a:noFill/>
          <a:ln w="15545" cap="rnd" cmpd="sng" algn="ctr">
            <a:solidFill>
              <a:srgbClr val="3020FF">
                <a:alpha val="29000"/>
              </a:srgbClr>
            </a:solidFill>
            <a:round/>
            <a:headEnd type="none"/>
            <a:tailEnd type="none"/>
          </a:ln>
        </p:spPr>
      </p:sp>
      <p:sp>
        <p:nvSpPr>
          <p:cNvPr id="245" name="synapse model / 0244 input to hidden connection"/>
          <p:cNvSpPr/>
          <p:nvPr/>
        </p:nvSpPr>
        <p:spPr>
          <a:xfrm>
            <a:off x="1143000" y="1841602"/>
            <a:ext cx="594360" cy="1002182"/>
          </a:xfrm>
          <a:custGeom>
            <a:avLst/>
            <a:gdLst/>
            <a:ahLst/>
            <a:cxnLst/>
            <a:rect l="0" t="0" r="r" b="b"/>
            <a:pathLst>
              <a:path w="65000" h="109600" fill="none" stroke="1" extrusionOk="0">
                <a:moveTo>
                  <a:pt x="0" y="0"/>
                </a:moveTo>
                <a:lnTo>
                  <a:pt x="65000" y="109600"/>
                </a:lnTo>
              </a:path>
            </a:pathLst>
          </a:custGeom>
          <a:noFill/>
          <a:ln w="15545" cap="rnd" cmpd="sng" algn="ctr">
            <a:solidFill>
              <a:srgbClr val="3020FF">
                <a:alpha val="29000"/>
              </a:srgbClr>
            </a:solidFill>
            <a:round/>
            <a:headEnd type="none"/>
            <a:tailEnd type="none"/>
          </a:ln>
        </p:spPr>
      </p:sp>
      <p:sp>
        <p:nvSpPr>
          <p:cNvPr id="246" name="synapse model / 0245 input to hidden connection"/>
          <p:cNvSpPr/>
          <p:nvPr/>
        </p:nvSpPr>
        <p:spPr>
          <a:xfrm>
            <a:off x="1143000" y="1841602"/>
            <a:ext cx="594360" cy="1349654"/>
          </a:xfrm>
          <a:custGeom>
            <a:avLst/>
            <a:gdLst/>
            <a:ahLst/>
            <a:cxnLst/>
            <a:rect l="0" t="0" r="r" b="b"/>
            <a:pathLst>
              <a:path w="65000" h="147600" fill="none" stroke="1" extrusionOk="0">
                <a:moveTo>
                  <a:pt x="0" y="0"/>
                </a:moveTo>
                <a:lnTo>
                  <a:pt x="65000" y="147600"/>
                </a:lnTo>
              </a:path>
            </a:pathLst>
          </a:custGeom>
          <a:noFill/>
          <a:ln w="15545" cap="rnd" cmpd="sng" algn="ctr">
            <a:solidFill>
              <a:srgbClr val="3020FF">
                <a:alpha val="29000"/>
              </a:srgbClr>
            </a:solidFill>
            <a:round/>
            <a:headEnd type="none"/>
            <a:tailEnd type="none"/>
          </a:ln>
        </p:spPr>
      </p:sp>
      <p:sp>
        <p:nvSpPr>
          <p:cNvPr id="247" name="synapse model / 0246 input to hidden connection"/>
          <p:cNvSpPr/>
          <p:nvPr/>
        </p:nvSpPr>
        <p:spPr>
          <a:xfrm>
            <a:off x="1143000" y="1841602"/>
            <a:ext cx="594360" cy="1687982"/>
          </a:xfrm>
          <a:custGeom>
            <a:avLst/>
            <a:gdLst/>
            <a:ahLst/>
            <a:cxnLst/>
            <a:rect l="0" t="0" r="r" b="b"/>
            <a:pathLst>
              <a:path w="65000" h="184600" fill="none" stroke="1" extrusionOk="0">
                <a:moveTo>
                  <a:pt x="0" y="0"/>
                </a:moveTo>
                <a:lnTo>
                  <a:pt x="65000" y="184600"/>
                </a:lnTo>
              </a:path>
            </a:pathLst>
          </a:custGeom>
          <a:noFill/>
          <a:ln w="15545" cap="rnd" cmpd="sng" algn="ctr">
            <a:solidFill>
              <a:srgbClr val="3020FF">
                <a:alpha val="29000"/>
              </a:srgbClr>
            </a:solidFill>
            <a:round/>
            <a:headEnd type="none"/>
            <a:tailEnd type="none"/>
          </a:ln>
        </p:spPr>
      </p:sp>
      <p:sp>
        <p:nvSpPr>
          <p:cNvPr id="248" name="synapse model / 0247 input to hidden connection"/>
          <p:cNvSpPr/>
          <p:nvPr/>
        </p:nvSpPr>
        <p:spPr>
          <a:xfrm>
            <a:off x="1143000" y="2145182"/>
            <a:ext cx="594360" cy="351130"/>
          </a:xfrm>
          <a:custGeom>
            <a:avLst/>
            <a:gdLst/>
            <a:ahLst/>
            <a:cxnLst/>
            <a:rect l="0" t="0" r="r" b="b"/>
            <a:pathLst>
              <a:path w="65000" h="38400" fill="none" stroke="1" extrusionOk="0">
                <a:moveTo>
                  <a:pt x="0" y="0"/>
                </a:moveTo>
                <a:lnTo>
                  <a:pt x="65000" y="38400"/>
                </a:lnTo>
              </a:path>
            </a:pathLst>
          </a:custGeom>
          <a:noFill/>
          <a:ln w="15545" cap="rnd" cmpd="sng" algn="ctr">
            <a:solidFill>
              <a:srgbClr val="3020FF">
                <a:alpha val="29000"/>
              </a:srgbClr>
            </a:solidFill>
            <a:round/>
            <a:headEnd type="none"/>
            <a:tailEnd type="none"/>
          </a:ln>
        </p:spPr>
      </p:sp>
      <p:sp>
        <p:nvSpPr>
          <p:cNvPr id="249" name="synapse model / 0248 input to hidden connection"/>
          <p:cNvSpPr/>
          <p:nvPr/>
        </p:nvSpPr>
        <p:spPr>
          <a:xfrm>
            <a:off x="1143000" y="2145182"/>
            <a:ext cx="594360" cy="698602"/>
          </a:xfrm>
          <a:custGeom>
            <a:avLst/>
            <a:gdLst/>
            <a:ahLst/>
            <a:cxnLst/>
            <a:rect l="0" t="0" r="r" b="b"/>
            <a:pathLst>
              <a:path w="65000" h="76400" fill="none" stroke="1" extrusionOk="0">
                <a:moveTo>
                  <a:pt x="0" y="0"/>
                </a:moveTo>
                <a:lnTo>
                  <a:pt x="65000" y="76400"/>
                </a:lnTo>
              </a:path>
            </a:pathLst>
          </a:custGeom>
          <a:noFill/>
          <a:ln w="15545" cap="rnd" cmpd="sng" algn="ctr">
            <a:solidFill>
              <a:srgbClr val="3020FF">
                <a:alpha val="29000"/>
              </a:srgbClr>
            </a:solidFill>
            <a:round/>
            <a:headEnd type="none"/>
            <a:tailEnd type="none"/>
          </a:ln>
        </p:spPr>
      </p:sp>
      <p:sp>
        <p:nvSpPr>
          <p:cNvPr id="250" name="synapse model / 0249 input to hidden connection"/>
          <p:cNvSpPr/>
          <p:nvPr/>
        </p:nvSpPr>
        <p:spPr>
          <a:xfrm>
            <a:off x="1143000" y="2145182"/>
            <a:ext cx="594360" cy="1046074"/>
          </a:xfrm>
          <a:custGeom>
            <a:avLst/>
            <a:gdLst/>
            <a:ahLst/>
            <a:cxnLst/>
            <a:rect l="0" t="0" r="r" b="b"/>
            <a:pathLst>
              <a:path w="65000" h="114400" fill="none" stroke="1" extrusionOk="0">
                <a:moveTo>
                  <a:pt x="0" y="0"/>
                </a:moveTo>
                <a:lnTo>
                  <a:pt x="65000" y="114400"/>
                </a:lnTo>
              </a:path>
            </a:pathLst>
          </a:custGeom>
          <a:noFill/>
          <a:ln w="15545" cap="rnd" cmpd="sng" algn="ctr">
            <a:solidFill>
              <a:srgbClr val="3020FF">
                <a:alpha val="29000"/>
              </a:srgbClr>
            </a:solidFill>
            <a:round/>
            <a:headEnd type="none"/>
            <a:tailEnd type="none"/>
          </a:ln>
        </p:spPr>
      </p:sp>
      <p:sp>
        <p:nvSpPr>
          <p:cNvPr id="251" name="synapse model / 0250 input to hidden connection"/>
          <p:cNvSpPr/>
          <p:nvPr/>
        </p:nvSpPr>
        <p:spPr>
          <a:xfrm>
            <a:off x="1143000" y="2145182"/>
            <a:ext cx="594360" cy="1384402"/>
          </a:xfrm>
          <a:custGeom>
            <a:avLst/>
            <a:gdLst/>
            <a:ahLst/>
            <a:cxnLst/>
            <a:rect l="0" t="0" r="r" b="b"/>
            <a:pathLst>
              <a:path w="65000" h="151400" fill="none" stroke="1" extrusionOk="0">
                <a:moveTo>
                  <a:pt x="0" y="0"/>
                </a:moveTo>
                <a:lnTo>
                  <a:pt x="65000" y="151400"/>
                </a:lnTo>
              </a:path>
            </a:pathLst>
          </a:custGeom>
          <a:noFill/>
          <a:ln w="15545" cap="rnd" cmpd="sng" algn="ctr">
            <a:solidFill>
              <a:srgbClr val="3020FF">
                <a:alpha val="29000"/>
              </a:srgbClr>
            </a:solidFill>
            <a:round/>
            <a:headEnd type="none"/>
            <a:tailEnd type="none"/>
          </a:ln>
        </p:spPr>
      </p:sp>
      <p:sp>
        <p:nvSpPr>
          <p:cNvPr id="252" name="synapse model / 0251 input to hidden connection"/>
          <p:cNvSpPr/>
          <p:nvPr/>
        </p:nvSpPr>
        <p:spPr>
          <a:xfrm>
            <a:off x="1143000" y="2448763"/>
            <a:ext cx="594360" cy="47549"/>
          </a:xfrm>
          <a:custGeom>
            <a:avLst/>
            <a:gdLst/>
            <a:ahLst/>
            <a:cxnLst/>
            <a:rect l="0" t="0" r="r" b="b"/>
            <a:pathLst>
              <a:path w="65000" h="5200" fill="none" stroke="1" extrusionOk="0">
                <a:moveTo>
                  <a:pt x="0" y="0"/>
                </a:moveTo>
                <a:lnTo>
                  <a:pt x="65000" y="5200"/>
                </a:lnTo>
              </a:path>
            </a:pathLst>
          </a:custGeom>
          <a:noFill/>
          <a:ln w="15545" cap="rnd" cmpd="sng" algn="ctr">
            <a:solidFill>
              <a:srgbClr val="3020FF">
                <a:alpha val="29000"/>
              </a:srgbClr>
            </a:solidFill>
            <a:round/>
            <a:headEnd type="none"/>
            <a:tailEnd type="none"/>
          </a:ln>
        </p:spPr>
      </p:sp>
      <p:sp>
        <p:nvSpPr>
          <p:cNvPr id="253" name="synapse model / 0252 input to hidden connection"/>
          <p:cNvSpPr/>
          <p:nvPr/>
        </p:nvSpPr>
        <p:spPr>
          <a:xfrm>
            <a:off x="1143000" y="2448763"/>
            <a:ext cx="594360" cy="395021"/>
          </a:xfrm>
          <a:custGeom>
            <a:avLst/>
            <a:gdLst/>
            <a:ahLst/>
            <a:cxnLst/>
            <a:rect l="0" t="0" r="r" b="b"/>
            <a:pathLst>
              <a:path w="65000" h="43200" fill="none" stroke="1" extrusionOk="0">
                <a:moveTo>
                  <a:pt x="0" y="0"/>
                </a:moveTo>
                <a:lnTo>
                  <a:pt x="65000" y="43200"/>
                </a:lnTo>
              </a:path>
            </a:pathLst>
          </a:custGeom>
          <a:noFill/>
          <a:ln w="15545" cap="rnd" cmpd="sng" algn="ctr">
            <a:solidFill>
              <a:srgbClr val="3020FF">
                <a:alpha val="29000"/>
              </a:srgbClr>
            </a:solidFill>
            <a:round/>
            <a:headEnd type="none"/>
            <a:tailEnd type="none"/>
          </a:ln>
        </p:spPr>
      </p:sp>
      <p:sp>
        <p:nvSpPr>
          <p:cNvPr id="254" name="synapse model / 0253 input to hidden connection"/>
          <p:cNvSpPr/>
          <p:nvPr/>
        </p:nvSpPr>
        <p:spPr>
          <a:xfrm>
            <a:off x="1143000" y="2448763"/>
            <a:ext cx="594360" cy="742493"/>
          </a:xfrm>
          <a:custGeom>
            <a:avLst/>
            <a:gdLst/>
            <a:ahLst/>
            <a:cxnLst/>
            <a:rect l="0" t="0" r="r" b="b"/>
            <a:pathLst>
              <a:path w="65000" h="81200" fill="none" stroke="1" extrusionOk="0">
                <a:moveTo>
                  <a:pt x="0" y="0"/>
                </a:moveTo>
                <a:lnTo>
                  <a:pt x="65000" y="81200"/>
                </a:lnTo>
              </a:path>
            </a:pathLst>
          </a:custGeom>
          <a:noFill/>
          <a:ln w="15545" cap="rnd" cmpd="sng" algn="ctr">
            <a:solidFill>
              <a:srgbClr val="3020FF">
                <a:alpha val="29000"/>
              </a:srgbClr>
            </a:solidFill>
            <a:round/>
            <a:headEnd type="none"/>
            <a:tailEnd type="none"/>
          </a:ln>
        </p:spPr>
      </p:sp>
      <p:sp>
        <p:nvSpPr>
          <p:cNvPr id="255" name="synapse model / 0254 input to hidden connection"/>
          <p:cNvSpPr/>
          <p:nvPr/>
        </p:nvSpPr>
        <p:spPr>
          <a:xfrm>
            <a:off x="1143000" y="2448763"/>
            <a:ext cx="594360" cy="1080821"/>
          </a:xfrm>
          <a:custGeom>
            <a:avLst/>
            <a:gdLst/>
            <a:ahLst/>
            <a:cxnLst/>
            <a:rect l="0" t="0" r="r" b="b"/>
            <a:pathLst>
              <a:path w="65000" h="118200" fill="none" stroke="1" extrusionOk="0">
                <a:moveTo>
                  <a:pt x="0" y="0"/>
                </a:moveTo>
                <a:lnTo>
                  <a:pt x="65000" y="118200"/>
                </a:lnTo>
              </a:path>
            </a:pathLst>
          </a:custGeom>
          <a:noFill/>
          <a:ln w="15545" cap="rnd" cmpd="sng" algn="ctr">
            <a:solidFill>
              <a:srgbClr val="3020FF">
                <a:alpha val="29000"/>
              </a:srgbClr>
            </a:solidFill>
            <a:round/>
            <a:headEnd type="none"/>
            <a:tailEnd type="none"/>
          </a:ln>
        </p:spPr>
      </p:sp>
      <p:sp>
        <p:nvSpPr>
          <p:cNvPr id="256" name="synapse model / 0255 input to hidden connection"/>
          <p:cNvSpPr/>
          <p:nvPr/>
        </p:nvSpPr>
        <p:spPr>
          <a:xfrm>
            <a:off x="1143000" y="2496312"/>
            <a:ext cx="594360" cy="256032"/>
          </a:xfrm>
          <a:custGeom>
            <a:avLst/>
            <a:gdLst/>
            <a:ahLst/>
            <a:cxnLst/>
            <a:rect l="0" t="0" r="r" b="b"/>
            <a:pathLst>
              <a:path w="65000" h="28000" fill="none" stroke="1" extrusionOk="0">
                <a:moveTo>
                  <a:pt x="0" y="28000"/>
                </a:moveTo>
                <a:lnTo>
                  <a:pt x="65000" y="0"/>
                </a:lnTo>
              </a:path>
            </a:pathLst>
          </a:custGeom>
          <a:noFill/>
          <a:ln w="15545" cap="rnd" cmpd="sng" algn="ctr">
            <a:solidFill>
              <a:srgbClr val="3020FF">
                <a:alpha val="29000"/>
              </a:srgbClr>
            </a:solidFill>
            <a:round/>
            <a:headEnd type="none"/>
            <a:tailEnd type="none"/>
          </a:ln>
        </p:spPr>
      </p:sp>
      <p:sp>
        <p:nvSpPr>
          <p:cNvPr id="257" name="synapse model / 0256 input to hidden connection"/>
          <p:cNvSpPr/>
          <p:nvPr/>
        </p:nvSpPr>
        <p:spPr>
          <a:xfrm>
            <a:off x="1143000" y="2752344"/>
            <a:ext cx="594360" cy="91440"/>
          </a:xfrm>
          <a:custGeom>
            <a:avLst/>
            <a:gdLst/>
            <a:ahLst/>
            <a:cxnLst/>
            <a:rect l="0" t="0" r="r" b="b"/>
            <a:pathLst>
              <a:path w="65000" h="10000" fill="none" stroke="1" extrusionOk="0">
                <a:moveTo>
                  <a:pt x="0" y="0"/>
                </a:moveTo>
                <a:lnTo>
                  <a:pt x="65000" y="10000"/>
                </a:lnTo>
              </a:path>
            </a:pathLst>
          </a:custGeom>
          <a:noFill/>
          <a:ln w="15545" cap="rnd" cmpd="sng" algn="ctr">
            <a:solidFill>
              <a:srgbClr val="3020FF">
                <a:alpha val="29000"/>
              </a:srgbClr>
            </a:solidFill>
            <a:round/>
            <a:headEnd type="none"/>
            <a:tailEnd type="none"/>
          </a:ln>
        </p:spPr>
      </p:sp>
      <p:sp>
        <p:nvSpPr>
          <p:cNvPr id="258" name="synapse model / 0257 input to hidden connection"/>
          <p:cNvSpPr/>
          <p:nvPr/>
        </p:nvSpPr>
        <p:spPr>
          <a:xfrm>
            <a:off x="1143000" y="2752344"/>
            <a:ext cx="594360" cy="438912"/>
          </a:xfrm>
          <a:custGeom>
            <a:avLst/>
            <a:gdLst/>
            <a:ahLst/>
            <a:cxnLst/>
            <a:rect l="0" t="0" r="r" b="b"/>
            <a:pathLst>
              <a:path w="65000" h="48000" fill="none" stroke="1" extrusionOk="0">
                <a:moveTo>
                  <a:pt x="0" y="0"/>
                </a:moveTo>
                <a:lnTo>
                  <a:pt x="65000" y="48000"/>
                </a:lnTo>
              </a:path>
            </a:pathLst>
          </a:custGeom>
          <a:noFill/>
          <a:ln w="15545" cap="rnd" cmpd="sng" algn="ctr">
            <a:solidFill>
              <a:srgbClr val="3020FF">
                <a:alpha val="29000"/>
              </a:srgbClr>
            </a:solidFill>
            <a:round/>
            <a:headEnd type="none"/>
            <a:tailEnd type="none"/>
          </a:ln>
        </p:spPr>
      </p:sp>
      <p:sp>
        <p:nvSpPr>
          <p:cNvPr id="259" name="synapse model / 0258 input to hidden connection"/>
          <p:cNvSpPr/>
          <p:nvPr/>
        </p:nvSpPr>
        <p:spPr>
          <a:xfrm>
            <a:off x="1143000" y="2752344"/>
            <a:ext cx="594360" cy="777240"/>
          </a:xfrm>
          <a:custGeom>
            <a:avLst/>
            <a:gdLst/>
            <a:ahLst/>
            <a:cxnLst/>
            <a:rect l="0" t="0" r="r" b="b"/>
            <a:pathLst>
              <a:path w="65000" h="85000" fill="none" stroke="1" extrusionOk="0">
                <a:moveTo>
                  <a:pt x="0" y="0"/>
                </a:moveTo>
                <a:lnTo>
                  <a:pt x="65000" y="85000"/>
                </a:lnTo>
              </a:path>
            </a:pathLst>
          </a:custGeom>
          <a:noFill/>
          <a:ln w="15545" cap="rnd" cmpd="sng" algn="ctr">
            <a:solidFill>
              <a:srgbClr val="3020FF">
                <a:alpha val="29000"/>
              </a:srgbClr>
            </a:solidFill>
            <a:round/>
            <a:headEnd type="none"/>
            <a:tailEnd type="none"/>
          </a:ln>
        </p:spPr>
      </p:sp>
      <p:sp>
        <p:nvSpPr>
          <p:cNvPr id="260" name="synapse model / 0259 input to hidden connection"/>
          <p:cNvSpPr/>
          <p:nvPr/>
        </p:nvSpPr>
        <p:spPr>
          <a:xfrm>
            <a:off x="1143000" y="2496312"/>
            <a:ext cx="594360" cy="559613"/>
          </a:xfrm>
          <a:custGeom>
            <a:avLst/>
            <a:gdLst/>
            <a:ahLst/>
            <a:cxnLst/>
            <a:rect l="0" t="0" r="r" b="b"/>
            <a:pathLst>
              <a:path w="65000" h="61200" fill="none" stroke="1" extrusionOk="0">
                <a:moveTo>
                  <a:pt x="0" y="61200"/>
                </a:moveTo>
                <a:lnTo>
                  <a:pt x="65000" y="0"/>
                </a:lnTo>
              </a:path>
            </a:pathLst>
          </a:custGeom>
          <a:noFill/>
          <a:ln w="15545" cap="rnd" cmpd="sng" algn="ctr">
            <a:solidFill>
              <a:srgbClr val="3020FF">
                <a:alpha val="29000"/>
              </a:srgbClr>
            </a:solidFill>
            <a:round/>
            <a:headEnd type="none"/>
            <a:tailEnd type="none"/>
          </a:ln>
        </p:spPr>
      </p:sp>
      <p:sp>
        <p:nvSpPr>
          <p:cNvPr id="261" name="synapse model / 0260 input to hidden connection"/>
          <p:cNvSpPr/>
          <p:nvPr/>
        </p:nvSpPr>
        <p:spPr>
          <a:xfrm>
            <a:off x="1143000" y="2843784"/>
            <a:ext cx="594360" cy="212141"/>
          </a:xfrm>
          <a:custGeom>
            <a:avLst/>
            <a:gdLst/>
            <a:ahLst/>
            <a:cxnLst/>
            <a:rect l="0" t="0" r="r" b="b"/>
            <a:pathLst>
              <a:path w="65000" h="23200" fill="none" stroke="1" extrusionOk="0">
                <a:moveTo>
                  <a:pt x="0" y="23200"/>
                </a:moveTo>
                <a:lnTo>
                  <a:pt x="65000" y="0"/>
                </a:lnTo>
              </a:path>
            </a:pathLst>
          </a:custGeom>
          <a:noFill/>
          <a:ln w="15545" cap="rnd" cmpd="sng" algn="ctr">
            <a:solidFill>
              <a:srgbClr val="3020FF">
                <a:alpha val="29000"/>
              </a:srgbClr>
            </a:solidFill>
            <a:round/>
            <a:headEnd type="none"/>
            <a:tailEnd type="none"/>
          </a:ln>
        </p:spPr>
      </p:sp>
      <p:sp>
        <p:nvSpPr>
          <p:cNvPr id="262" name="synapse model / 0261 input to hidden connection"/>
          <p:cNvSpPr/>
          <p:nvPr/>
        </p:nvSpPr>
        <p:spPr>
          <a:xfrm>
            <a:off x="1143000" y="3055925"/>
            <a:ext cx="594360" cy="135331"/>
          </a:xfrm>
          <a:custGeom>
            <a:avLst/>
            <a:gdLst/>
            <a:ahLst/>
            <a:cxnLst/>
            <a:rect l="0" t="0" r="r" b="b"/>
            <a:pathLst>
              <a:path w="65000" h="14800" fill="none" stroke="1" extrusionOk="0">
                <a:moveTo>
                  <a:pt x="0" y="0"/>
                </a:moveTo>
                <a:lnTo>
                  <a:pt x="65000" y="14800"/>
                </a:lnTo>
              </a:path>
            </a:pathLst>
          </a:custGeom>
          <a:noFill/>
          <a:ln w="15545" cap="rnd" cmpd="sng" algn="ctr">
            <a:solidFill>
              <a:srgbClr val="3020FF">
                <a:alpha val="29000"/>
              </a:srgbClr>
            </a:solidFill>
            <a:round/>
            <a:headEnd type="none"/>
            <a:tailEnd type="none"/>
          </a:ln>
        </p:spPr>
      </p:sp>
      <p:sp>
        <p:nvSpPr>
          <p:cNvPr id="263" name="synapse model / 0262 input to hidden connection"/>
          <p:cNvSpPr/>
          <p:nvPr/>
        </p:nvSpPr>
        <p:spPr>
          <a:xfrm>
            <a:off x="1143000" y="3055925"/>
            <a:ext cx="594360" cy="473659"/>
          </a:xfrm>
          <a:custGeom>
            <a:avLst/>
            <a:gdLst/>
            <a:ahLst/>
            <a:cxnLst/>
            <a:rect l="0" t="0" r="r" b="b"/>
            <a:pathLst>
              <a:path w="65000" h="51800" fill="none" stroke="1" extrusionOk="0">
                <a:moveTo>
                  <a:pt x="0" y="0"/>
                </a:moveTo>
                <a:lnTo>
                  <a:pt x="65000" y="51800"/>
                </a:lnTo>
              </a:path>
            </a:pathLst>
          </a:custGeom>
          <a:noFill/>
          <a:ln w="15545" cap="rnd" cmpd="sng" algn="ctr">
            <a:solidFill>
              <a:srgbClr val="3020FF">
                <a:alpha val="29000"/>
              </a:srgbClr>
            </a:solidFill>
            <a:round/>
            <a:headEnd type="none"/>
            <a:tailEnd type="none"/>
          </a:ln>
        </p:spPr>
      </p:sp>
      <p:sp>
        <p:nvSpPr>
          <p:cNvPr id="264" name="synapse model / 0263 input to hidden connection"/>
          <p:cNvSpPr/>
          <p:nvPr/>
        </p:nvSpPr>
        <p:spPr>
          <a:xfrm>
            <a:off x="1143000" y="2496312"/>
            <a:ext cx="594360" cy="863194"/>
          </a:xfrm>
          <a:custGeom>
            <a:avLst/>
            <a:gdLst/>
            <a:ahLst/>
            <a:cxnLst/>
            <a:rect l="0" t="0" r="r" b="b"/>
            <a:pathLst>
              <a:path w="65000" h="94400" fill="none" stroke="1" extrusionOk="0">
                <a:moveTo>
                  <a:pt x="0" y="94400"/>
                </a:moveTo>
                <a:lnTo>
                  <a:pt x="65000" y="0"/>
                </a:lnTo>
              </a:path>
            </a:pathLst>
          </a:custGeom>
          <a:noFill/>
          <a:ln w="15545" cap="rnd" cmpd="sng" algn="ctr">
            <a:solidFill>
              <a:srgbClr val="3020FF">
                <a:alpha val="29000"/>
              </a:srgbClr>
            </a:solidFill>
            <a:round/>
            <a:headEnd type="none"/>
            <a:tailEnd type="none"/>
          </a:ln>
        </p:spPr>
      </p:sp>
      <p:sp>
        <p:nvSpPr>
          <p:cNvPr id="265" name="synapse model / 0264 input to hidden connection"/>
          <p:cNvSpPr/>
          <p:nvPr/>
        </p:nvSpPr>
        <p:spPr>
          <a:xfrm>
            <a:off x="1143000" y="2843784"/>
            <a:ext cx="594360" cy="515722"/>
          </a:xfrm>
          <a:custGeom>
            <a:avLst/>
            <a:gdLst/>
            <a:ahLst/>
            <a:cxnLst/>
            <a:rect l="0" t="0" r="r" b="b"/>
            <a:pathLst>
              <a:path w="65000" h="56400" fill="none" stroke="1" extrusionOk="0">
                <a:moveTo>
                  <a:pt x="0" y="56400"/>
                </a:moveTo>
                <a:lnTo>
                  <a:pt x="65000" y="0"/>
                </a:lnTo>
              </a:path>
            </a:pathLst>
          </a:custGeom>
          <a:noFill/>
          <a:ln w="15545" cap="rnd" cmpd="sng" algn="ctr">
            <a:solidFill>
              <a:srgbClr val="3020FF">
                <a:alpha val="29000"/>
              </a:srgbClr>
            </a:solidFill>
            <a:round/>
            <a:headEnd type="none"/>
            <a:tailEnd type="none"/>
          </a:ln>
        </p:spPr>
      </p:sp>
      <p:sp>
        <p:nvSpPr>
          <p:cNvPr id="266" name="synapse model / 0265 input to hidden connection"/>
          <p:cNvSpPr/>
          <p:nvPr/>
        </p:nvSpPr>
        <p:spPr>
          <a:xfrm>
            <a:off x="1143000" y="3191256"/>
            <a:ext cx="594360" cy="168250"/>
          </a:xfrm>
          <a:custGeom>
            <a:avLst/>
            <a:gdLst/>
            <a:ahLst/>
            <a:cxnLst/>
            <a:rect l="0" t="0" r="r" b="b"/>
            <a:pathLst>
              <a:path w="65000" h="18400" fill="none" stroke="1" extrusionOk="0">
                <a:moveTo>
                  <a:pt x="0" y="18400"/>
                </a:moveTo>
                <a:lnTo>
                  <a:pt x="65000" y="0"/>
                </a:lnTo>
              </a:path>
            </a:pathLst>
          </a:custGeom>
          <a:noFill/>
          <a:ln w="15545" cap="rnd" cmpd="sng" algn="ctr">
            <a:solidFill>
              <a:srgbClr val="3020FF">
                <a:alpha val="29000"/>
              </a:srgbClr>
            </a:solidFill>
            <a:round/>
            <a:headEnd type="none"/>
            <a:tailEnd type="none"/>
          </a:ln>
        </p:spPr>
      </p:sp>
      <p:sp>
        <p:nvSpPr>
          <p:cNvPr id="267" name="synapse model / 0266 input to hidden connection"/>
          <p:cNvSpPr/>
          <p:nvPr/>
        </p:nvSpPr>
        <p:spPr>
          <a:xfrm>
            <a:off x="1143000" y="3359506"/>
            <a:ext cx="594360" cy="170078"/>
          </a:xfrm>
          <a:custGeom>
            <a:avLst/>
            <a:gdLst/>
            <a:ahLst/>
            <a:cxnLst/>
            <a:rect l="0" t="0" r="r" b="b"/>
            <a:pathLst>
              <a:path w="65000" h="18600" fill="none" stroke="1" extrusionOk="0">
                <a:moveTo>
                  <a:pt x="0" y="0"/>
                </a:moveTo>
                <a:lnTo>
                  <a:pt x="65000" y="18600"/>
                </a:lnTo>
              </a:path>
            </a:pathLst>
          </a:custGeom>
          <a:noFill/>
          <a:ln w="15545" cap="rnd" cmpd="sng" algn="ctr">
            <a:solidFill>
              <a:srgbClr val="3020FF">
                <a:alpha val="29000"/>
              </a:srgbClr>
            </a:solidFill>
            <a:round/>
            <a:headEnd type="none"/>
            <a:tailEnd type="none"/>
          </a:ln>
        </p:spPr>
      </p:sp>
      <p:sp>
        <p:nvSpPr>
          <p:cNvPr id="268" name="synapse model / 0267 input to hidden connection"/>
          <p:cNvSpPr/>
          <p:nvPr/>
        </p:nvSpPr>
        <p:spPr>
          <a:xfrm>
            <a:off x="1143000" y="2496312"/>
            <a:ext cx="594360" cy="1166774"/>
          </a:xfrm>
          <a:custGeom>
            <a:avLst/>
            <a:gdLst/>
            <a:ahLst/>
            <a:cxnLst/>
            <a:rect l="0" t="0" r="r" b="b"/>
            <a:pathLst>
              <a:path w="65000" h="127600" fill="none" stroke="1" extrusionOk="0">
                <a:moveTo>
                  <a:pt x="0" y="127600"/>
                </a:moveTo>
                <a:lnTo>
                  <a:pt x="65000" y="0"/>
                </a:lnTo>
              </a:path>
            </a:pathLst>
          </a:custGeom>
          <a:noFill/>
          <a:ln w="15545" cap="rnd" cmpd="sng" algn="ctr">
            <a:solidFill>
              <a:srgbClr val="3020FF">
                <a:alpha val="29000"/>
              </a:srgbClr>
            </a:solidFill>
            <a:round/>
            <a:headEnd type="none"/>
            <a:tailEnd type="none"/>
          </a:ln>
        </p:spPr>
      </p:sp>
      <p:sp>
        <p:nvSpPr>
          <p:cNvPr id="269" name="synapse model / 0268 input to hidden connection"/>
          <p:cNvSpPr/>
          <p:nvPr/>
        </p:nvSpPr>
        <p:spPr>
          <a:xfrm>
            <a:off x="1143000" y="2843784"/>
            <a:ext cx="594360" cy="819302"/>
          </a:xfrm>
          <a:custGeom>
            <a:avLst/>
            <a:gdLst/>
            <a:ahLst/>
            <a:cxnLst/>
            <a:rect l="0" t="0" r="r" b="b"/>
            <a:pathLst>
              <a:path w="65000" h="89600" fill="none" stroke="1" extrusionOk="0">
                <a:moveTo>
                  <a:pt x="0" y="89600"/>
                </a:moveTo>
                <a:lnTo>
                  <a:pt x="65000" y="0"/>
                </a:lnTo>
              </a:path>
            </a:pathLst>
          </a:custGeom>
          <a:noFill/>
          <a:ln w="15545" cap="rnd" cmpd="sng" algn="ctr">
            <a:solidFill>
              <a:srgbClr val="3020FF">
                <a:alpha val="29000"/>
              </a:srgbClr>
            </a:solidFill>
            <a:round/>
            <a:headEnd type="none"/>
            <a:tailEnd type="none"/>
          </a:ln>
        </p:spPr>
      </p:sp>
      <p:sp>
        <p:nvSpPr>
          <p:cNvPr id="270" name="synapse model / 0269 input to hidden connection"/>
          <p:cNvSpPr/>
          <p:nvPr/>
        </p:nvSpPr>
        <p:spPr>
          <a:xfrm>
            <a:off x="1143000" y="3191256"/>
            <a:ext cx="594360" cy="471830"/>
          </a:xfrm>
          <a:custGeom>
            <a:avLst/>
            <a:gdLst/>
            <a:ahLst/>
            <a:cxnLst/>
            <a:rect l="0" t="0" r="r" b="b"/>
            <a:pathLst>
              <a:path w="65000" h="51600" fill="none" stroke="1" extrusionOk="0">
                <a:moveTo>
                  <a:pt x="0" y="51600"/>
                </a:moveTo>
                <a:lnTo>
                  <a:pt x="65000" y="0"/>
                </a:lnTo>
              </a:path>
            </a:pathLst>
          </a:custGeom>
          <a:noFill/>
          <a:ln w="15545" cap="rnd" cmpd="sng" algn="ctr">
            <a:solidFill>
              <a:srgbClr val="3020FF">
                <a:alpha val="29000"/>
              </a:srgbClr>
            </a:solidFill>
            <a:round/>
            <a:headEnd type="none"/>
            <a:tailEnd type="none"/>
          </a:ln>
        </p:spPr>
      </p:sp>
      <p:sp>
        <p:nvSpPr>
          <p:cNvPr id="271" name="synapse model / 0270 input to hidden connection"/>
          <p:cNvSpPr/>
          <p:nvPr/>
        </p:nvSpPr>
        <p:spPr>
          <a:xfrm>
            <a:off x="1143000" y="3529584"/>
            <a:ext cx="594360" cy="133502"/>
          </a:xfrm>
          <a:custGeom>
            <a:avLst/>
            <a:gdLst/>
            <a:ahLst/>
            <a:cxnLst/>
            <a:rect l="0" t="0" r="r" b="b"/>
            <a:pathLst>
              <a:path w="65000" h="14600" fill="none" stroke="1" extrusionOk="0">
                <a:moveTo>
                  <a:pt x="0" y="14600"/>
                </a:moveTo>
                <a:lnTo>
                  <a:pt x="65000" y="0"/>
                </a:lnTo>
              </a:path>
            </a:pathLst>
          </a:custGeom>
          <a:noFill/>
          <a:ln w="15545" cap="rnd" cmpd="sng" algn="ctr">
            <a:solidFill>
              <a:srgbClr val="3020FF">
                <a:alpha val="29000"/>
              </a:srgbClr>
            </a:solidFill>
            <a:round/>
            <a:headEnd type="none"/>
            <a:tailEnd type="none"/>
          </a:ln>
        </p:spPr>
      </p:sp>
      <p:sp>
        <p:nvSpPr>
          <p:cNvPr id="272" name="synapse model / 0271 input to hidden connection"/>
          <p:cNvSpPr/>
          <p:nvPr/>
        </p:nvSpPr>
        <p:spPr>
          <a:xfrm>
            <a:off x="1143000" y="2496312"/>
            <a:ext cx="594360" cy="1470355"/>
          </a:xfrm>
          <a:custGeom>
            <a:avLst/>
            <a:gdLst/>
            <a:ahLst/>
            <a:cxnLst/>
            <a:rect l="0" t="0" r="r" b="b"/>
            <a:pathLst>
              <a:path w="65000" h="160800" fill="none" stroke="1" extrusionOk="0">
                <a:moveTo>
                  <a:pt x="0" y="160800"/>
                </a:moveTo>
                <a:lnTo>
                  <a:pt x="65000" y="0"/>
                </a:lnTo>
              </a:path>
            </a:pathLst>
          </a:custGeom>
          <a:noFill/>
          <a:ln w="15545" cap="rnd" cmpd="sng" algn="ctr">
            <a:solidFill>
              <a:srgbClr val="3020FF">
                <a:alpha val="29000"/>
              </a:srgbClr>
            </a:solidFill>
            <a:round/>
            <a:headEnd type="none"/>
            <a:tailEnd type="none"/>
          </a:ln>
        </p:spPr>
      </p:sp>
      <p:sp>
        <p:nvSpPr>
          <p:cNvPr id="273" name="synapse model / 0272 input to hidden connection"/>
          <p:cNvSpPr/>
          <p:nvPr/>
        </p:nvSpPr>
        <p:spPr>
          <a:xfrm>
            <a:off x="1143000" y="2843784"/>
            <a:ext cx="594360" cy="1122883"/>
          </a:xfrm>
          <a:custGeom>
            <a:avLst/>
            <a:gdLst/>
            <a:ahLst/>
            <a:cxnLst/>
            <a:rect l="0" t="0" r="r" b="b"/>
            <a:pathLst>
              <a:path w="65000" h="122800" fill="none" stroke="1" extrusionOk="0">
                <a:moveTo>
                  <a:pt x="0" y="122800"/>
                </a:moveTo>
                <a:lnTo>
                  <a:pt x="65000" y="0"/>
                </a:lnTo>
              </a:path>
            </a:pathLst>
          </a:custGeom>
          <a:noFill/>
          <a:ln w="15545" cap="rnd" cmpd="sng" algn="ctr">
            <a:solidFill>
              <a:srgbClr val="3020FF">
                <a:alpha val="29000"/>
              </a:srgbClr>
            </a:solidFill>
            <a:round/>
            <a:headEnd type="none"/>
            <a:tailEnd type="none"/>
          </a:ln>
        </p:spPr>
      </p:sp>
      <p:sp>
        <p:nvSpPr>
          <p:cNvPr id="274" name="synapse model / 0273 input to hidden connection"/>
          <p:cNvSpPr/>
          <p:nvPr/>
        </p:nvSpPr>
        <p:spPr>
          <a:xfrm>
            <a:off x="1143000" y="3191256"/>
            <a:ext cx="594360" cy="775411"/>
          </a:xfrm>
          <a:custGeom>
            <a:avLst/>
            <a:gdLst/>
            <a:ahLst/>
            <a:cxnLst/>
            <a:rect l="0" t="0" r="r" b="b"/>
            <a:pathLst>
              <a:path w="65000" h="84800" fill="none" stroke="1" extrusionOk="0">
                <a:moveTo>
                  <a:pt x="0" y="84800"/>
                </a:moveTo>
                <a:lnTo>
                  <a:pt x="65000" y="0"/>
                </a:lnTo>
              </a:path>
            </a:pathLst>
          </a:custGeom>
          <a:noFill/>
          <a:ln w="15545" cap="rnd" cmpd="sng" algn="ctr">
            <a:solidFill>
              <a:srgbClr val="3020FF">
                <a:alpha val="29000"/>
              </a:srgbClr>
            </a:solidFill>
            <a:round/>
            <a:headEnd type="none"/>
            <a:tailEnd type="none"/>
          </a:ln>
        </p:spPr>
      </p:sp>
      <p:sp>
        <p:nvSpPr>
          <p:cNvPr id="275" name="synapse model / 0274 input to hidden connection"/>
          <p:cNvSpPr/>
          <p:nvPr/>
        </p:nvSpPr>
        <p:spPr>
          <a:xfrm>
            <a:off x="1143000" y="3529584"/>
            <a:ext cx="594360" cy="437083"/>
          </a:xfrm>
          <a:custGeom>
            <a:avLst/>
            <a:gdLst/>
            <a:ahLst/>
            <a:cxnLst/>
            <a:rect l="0" t="0" r="r" b="b"/>
            <a:pathLst>
              <a:path w="65000" h="47800" fill="none" stroke="1" extrusionOk="0">
                <a:moveTo>
                  <a:pt x="0" y="47800"/>
                </a:moveTo>
                <a:lnTo>
                  <a:pt x="65000" y="0"/>
                </a:lnTo>
              </a:path>
            </a:pathLst>
          </a:custGeom>
          <a:noFill/>
          <a:ln w="15545" cap="rnd" cmpd="sng" algn="ctr">
            <a:solidFill>
              <a:srgbClr val="3020FF">
                <a:alpha val="29000"/>
              </a:srgbClr>
            </a:solidFill>
            <a:round/>
            <a:headEnd type="none"/>
            <a:tailEnd type="none"/>
          </a:ln>
        </p:spPr>
      </p:sp>
      <p:sp>
        <p:nvSpPr>
          <p:cNvPr id="276" name="synapse model / 0275 input to hidden connection"/>
          <p:cNvSpPr/>
          <p:nvPr/>
        </p:nvSpPr>
        <p:spPr>
          <a:xfrm>
            <a:off x="1143000" y="2496312"/>
            <a:ext cx="594360" cy="1773936"/>
          </a:xfrm>
          <a:custGeom>
            <a:avLst/>
            <a:gdLst/>
            <a:ahLst/>
            <a:cxnLst/>
            <a:rect l="0" t="0" r="r" b="b"/>
            <a:pathLst>
              <a:path w="65000" h="194000" fill="none" stroke="1" extrusionOk="0">
                <a:moveTo>
                  <a:pt x="0" y="194000"/>
                </a:moveTo>
                <a:lnTo>
                  <a:pt x="65000" y="0"/>
                </a:lnTo>
              </a:path>
            </a:pathLst>
          </a:custGeom>
          <a:noFill/>
          <a:ln w="15545" cap="rnd" cmpd="sng" algn="ctr">
            <a:solidFill>
              <a:srgbClr val="3020FF">
                <a:alpha val="29000"/>
              </a:srgbClr>
            </a:solidFill>
            <a:round/>
            <a:headEnd type="none"/>
            <a:tailEnd type="none"/>
          </a:ln>
        </p:spPr>
      </p:sp>
      <p:sp>
        <p:nvSpPr>
          <p:cNvPr id="277" name="synapse model / 0276 input to hidden connection"/>
          <p:cNvSpPr/>
          <p:nvPr/>
        </p:nvSpPr>
        <p:spPr>
          <a:xfrm>
            <a:off x="1143000" y="2843784"/>
            <a:ext cx="594360" cy="1426464"/>
          </a:xfrm>
          <a:custGeom>
            <a:avLst/>
            <a:gdLst/>
            <a:ahLst/>
            <a:cxnLst/>
            <a:rect l="0" t="0" r="r" b="b"/>
            <a:pathLst>
              <a:path w="65000" h="156000" fill="none" stroke="1" extrusionOk="0">
                <a:moveTo>
                  <a:pt x="0" y="156000"/>
                </a:moveTo>
                <a:lnTo>
                  <a:pt x="65000" y="0"/>
                </a:lnTo>
              </a:path>
            </a:pathLst>
          </a:custGeom>
          <a:noFill/>
          <a:ln w="15545" cap="rnd" cmpd="sng" algn="ctr">
            <a:solidFill>
              <a:srgbClr val="3020FF">
                <a:alpha val="29000"/>
              </a:srgbClr>
            </a:solidFill>
            <a:round/>
            <a:headEnd type="none"/>
            <a:tailEnd type="none"/>
          </a:ln>
        </p:spPr>
      </p:sp>
      <p:sp>
        <p:nvSpPr>
          <p:cNvPr id="278" name="synapse model / 0277 input to hidden connection"/>
          <p:cNvSpPr/>
          <p:nvPr/>
        </p:nvSpPr>
        <p:spPr>
          <a:xfrm>
            <a:off x="1143000" y="3191256"/>
            <a:ext cx="594360" cy="1078992"/>
          </a:xfrm>
          <a:custGeom>
            <a:avLst/>
            <a:gdLst/>
            <a:ahLst/>
            <a:cxnLst/>
            <a:rect l="0" t="0" r="r" b="b"/>
            <a:pathLst>
              <a:path w="65000" h="118000" fill="none" stroke="1" extrusionOk="0">
                <a:moveTo>
                  <a:pt x="0" y="118000"/>
                </a:moveTo>
                <a:lnTo>
                  <a:pt x="65000" y="0"/>
                </a:lnTo>
              </a:path>
            </a:pathLst>
          </a:custGeom>
          <a:noFill/>
          <a:ln w="15545" cap="rnd" cmpd="sng" algn="ctr">
            <a:solidFill>
              <a:srgbClr val="3020FF">
                <a:alpha val="29000"/>
              </a:srgbClr>
            </a:solidFill>
            <a:round/>
            <a:headEnd type="none"/>
            <a:tailEnd type="none"/>
          </a:ln>
        </p:spPr>
      </p:sp>
      <p:sp>
        <p:nvSpPr>
          <p:cNvPr id="279" name="synapse model / 0278 input to hidden connection"/>
          <p:cNvSpPr/>
          <p:nvPr/>
        </p:nvSpPr>
        <p:spPr>
          <a:xfrm>
            <a:off x="1143000" y="3529584"/>
            <a:ext cx="594360" cy="740664"/>
          </a:xfrm>
          <a:custGeom>
            <a:avLst/>
            <a:gdLst/>
            <a:ahLst/>
            <a:cxnLst/>
            <a:rect l="0" t="0" r="r" b="b"/>
            <a:pathLst>
              <a:path w="65000" h="81000" fill="none" stroke="1" extrusionOk="0">
                <a:moveTo>
                  <a:pt x="0" y="81000"/>
                </a:moveTo>
                <a:lnTo>
                  <a:pt x="65000" y="0"/>
                </a:lnTo>
              </a:path>
            </a:pathLst>
          </a:custGeom>
          <a:noFill/>
          <a:ln w="15545" cap="rnd" cmpd="sng" algn="ctr">
            <a:solidFill>
              <a:srgbClr val="3020FF">
                <a:alpha val="29000"/>
              </a:srgbClr>
            </a:solidFill>
            <a:round/>
            <a:headEnd type="none"/>
            <a:tailEnd type="none"/>
          </a:ln>
        </p:spPr>
      </p:sp>
      <p:sp>
        <p:nvSpPr>
          <p:cNvPr id="280" name="synapse model / 0279 input to hidden connection"/>
          <p:cNvSpPr/>
          <p:nvPr/>
        </p:nvSpPr>
        <p:spPr>
          <a:xfrm>
            <a:off x="1143000" y="2496312"/>
            <a:ext cx="594360" cy="2077517"/>
          </a:xfrm>
          <a:custGeom>
            <a:avLst/>
            <a:gdLst/>
            <a:ahLst/>
            <a:cxnLst/>
            <a:rect l="0" t="0" r="r" b="b"/>
            <a:pathLst>
              <a:path w="65000" h="227200" fill="none" stroke="1" extrusionOk="0">
                <a:moveTo>
                  <a:pt x="0" y="227200"/>
                </a:moveTo>
                <a:lnTo>
                  <a:pt x="65000" y="0"/>
                </a:lnTo>
              </a:path>
            </a:pathLst>
          </a:custGeom>
          <a:noFill/>
          <a:ln w="15545" cap="rnd" cmpd="sng" algn="ctr">
            <a:solidFill>
              <a:srgbClr val="3020FF">
                <a:alpha val="29000"/>
              </a:srgbClr>
            </a:solidFill>
            <a:round/>
            <a:headEnd type="none"/>
            <a:tailEnd type="none"/>
          </a:ln>
        </p:spPr>
      </p:sp>
      <p:sp>
        <p:nvSpPr>
          <p:cNvPr id="281" name="synapse model / 0280 input to hidden connection"/>
          <p:cNvSpPr/>
          <p:nvPr/>
        </p:nvSpPr>
        <p:spPr>
          <a:xfrm>
            <a:off x="1143000" y="2843784"/>
            <a:ext cx="594360" cy="1730045"/>
          </a:xfrm>
          <a:custGeom>
            <a:avLst/>
            <a:gdLst/>
            <a:ahLst/>
            <a:cxnLst/>
            <a:rect l="0" t="0" r="r" b="b"/>
            <a:pathLst>
              <a:path w="65000" h="189200" fill="none" stroke="1" extrusionOk="0">
                <a:moveTo>
                  <a:pt x="0" y="189200"/>
                </a:moveTo>
                <a:lnTo>
                  <a:pt x="65000" y="0"/>
                </a:lnTo>
              </a:path>
            </a:pathLst>
          </a:custGeom>
          <a:noFill/>
          <a:ln w="15545" cap="rnd" cmpd="sng" algn="ctr">
            <a:solidFill>
              <a:srgbClr val="3020FF">
                <a:alpha val="29000"/>
              </a:srgbClr>
            </a:solidFill>
            <a:round/>
            <a:headEnd type="none"/>
            <a:tailEnd type="none"/>
          </a:ln>
        </p:spPr>
      </p:sp>
      <p:sp>
        <p:nvSpPr>
          <p:cNvPr id="282" name="synapse model / 0281 input to hidden connection"/>
          <p:cNvSpPr/>
          <p:nvPr/>
        </p:nvSpPr>
        <p:spPr>
          <a:xfrm>
            <a:off x="1143000" y="3191256"/>
            <a:ext cx="594360" cy="1382573"/>
          </a:xfrm>
          <a:custGeom>
            <a:avLst/>
            <a:gdLst/>
            <a:ahLst/>
            <a:cxnLst/>
            <a:rect l="0" t="0" r="r" b="b"/>
            <a:pathLst>
              <a:path w="65000" h="151200" fill="none" stroke="1" extrusionOk="0">
                <a:moveTo>
                  <a:pt x="0" y="151200"/>
                </a:moveTo>
                <a:lnTo>
                  <a:pt x="65000" y="0"/>
                </a:lnTo>
              </a:path>
            </a:pathLst>
          </a:custGeom>
          <a:noFill/>
          <a:ln w="15545" cap="rnd" cmpd="sng" algn="ctr">
            <a:solidFill>
              <a:srgbClr val="3020FF">
                <a:alpha val="29000"/>
              </a:srgbClr>
            </a:solidFill>
            <a:round/>
            <a:headEnd type="none"/>
            <a:tailEnd type="none"/>
          </a:ln>
        </p:spPr>
      </p:sp>
      <p:sp>
        <p:nvSpPr>
          <p:cNvPr id="283" name="synapse model / 0282 input to hidden connection"/>
          <p:cNvSpPr/>
          <p:nvPr/>
        </p:nvSpPr>
        <p:spPr>
          <a:xfrm>
            <a:off x="1143000" y="3529584"/>
            <a:ext cx="594360" cy="1044245"/>
          </a:xfrm>
          <a:custGeom>
            <a:avLst/>
            <a:gdLst/>
            <a:ahLst/>
            <a:cxnLst/>
            <a:rect l="0" t="0" r="r" b="b"/>
            <a:pathLst>
              <a:path w="65000" h="114200" fill="none" stroke="1" extrusionOk="0">
                <a:moveTo>
                  <a:pt x="0" y="114200"/>
                </a:moveTo>
                <a:lnTo>
                  <a:pt x="65000" y="0"/>
                </a:lnTo>
              </a:path>
            </a:pathLst>
          </a:custGeom>
          <a:noFill/>
          <a:ln w="15545" cap="rnd" cmpd="sng" algn="ctr">
            <a:solidFill>
              <a:srgbClr val="3020FF">
                <a:alpha val="29000"/>
              </a:srgbClr>
            </a:solidFill>
            <a:round/>
            <a:headEnd type="none"/>
            <a:tailEnd type="none"/>
          </a:ln>
        </p:spPr>
      </p:sp>
      <p:sp>
        <p:nvSpPr>
          <p:cNvPr id="284" name="synapse model / 0283 input to hidden connection"/>
          <p:cNvSpPr/>
          <p:nvPr/>
        </p:nvSpPr>
        <p:spPr>
          <a:xfrm>
            <a:off x="1143000" y="2496312"/>
            <a:ext cx="594360" cy="2381098"/>
          </a:xfrm>
          <a:custGeom>
            <a:avLst/>
            <a:gdLst/>
            <a:ahLst/>
            <a:cxnLst/>
            <a:rect l="0" t="0" r="r" b="b"/>
            <a:pathLst>
              <a:path w="65000" h="260400" fill="none" stroke="1" extrusionOk="0">
                <a:moveTo>
                  <a:pt x="0" y="260400"/>
                </a:moveTo>
                <a:lnTo>
                  <a:pt x="65000" y="0"/>
                </a:lnTo>
              </a:path>
            </a:pathLst>
          </a:custGeom>
          <a:noFill/>
          <a:ln w="15545" cap="rnd" cmpd="sng" algn="ctr">
            <a:solidFill>
              <a:srgbClr val="3020FF">
                <a:alpha val="29000"/>
              </a:srgbClr>
            </a:solidFill>
            <a:round/>
            <a:headEnd type="none"/>
            <a:tailEnd type="none"/>
          </a:ln>
        </p:spPr>
      </p:sp>
      <p:sp>
        <p:nvSpPr>
          <p:cNvPr id="285" name="synapse model / 0284 input to hidden connection"/>
          <p:cNvSpPr/>
          <p:nvPr/>
        </p:nvSpPr>
        <p:spPr>
          <a:xfrm>
            <a:off x="1143000" y="2843784"/>
            <a:ext cx="594360" cy="2033626"/>
          </a:xfrm>
          <a:custGeom>
            <a:avLst/>
            <a:gdLst/>
            <a:ahLst/>
            <a:cxnLst/>
            <a:rect l="0" t="0" r="r" b="b"/>
            <a:pathLst>
              <a:path w="65000" h="222400" fill="none" stroke="1" extrusionOk="0">
                <a:moveTo>
                  <a:pt x="0" y="222400"/>
                </a:moveTo>
                <a:lnTo>
                  <a:pt x="65000" y="0"/>
                </a:lnTo>
              </a:path>
            </a:pathLst>
          </a:custGeom>
          <a:noFill/>
          <a:ln w="15545" cap="rnd" cmpd="sng" algn="ctr">
            <a:solidFill>
              <a:srgbClr val="3020FF">
                <a:alpha val="29000"/>
              </a:srgbClr>
            </a:solidFill>
            <a:round/>
            <a:headEnd type="none"/>
            <a:tailEnd type="none"/>
          </a:ln>
        </p:spPr>
      </p:sp>
      <p:sp>
        <p:nvSpPr>
          <p:cNvPr id="286" name="synapse model / 0285 input to hidden connection"/>
          <p:cNvSpPr/>
          <p:nvPr/>
        </p:nvSpPr>
        <p:spPr>
          <a:xfrm>
            <a:off x="1143000" y="3191256"/>
            <a:ext cx="594360" cy="1686154"/>
          </a:xfrm>
          <a:custGeom>
            <a:avLst/>
            <a:gdLst/>
            <a:ahLst/>
            <a:cxnLst/>
            <a:rect l="0" t="0" r="r" b="b"/>
            <a:pathLst>
              <a:path w="65000" h="184400" fill="none" stroke="1" extrusionOk="0">
                <a:moveTo>
                  <a:pt x="0" y="184400"/>
                </a:moveTo>
                <a:lnTo>
                  <a:pt x="65000" y="0"/>
                </a:lnTo>
              </a:path>
            </a:pathLst>
          </a:custGeom>
          <a:noFill/>
          <a:ln w="15545" cap="rnd" cmpd="sng" algn="ctr">
            <a:solidFill>
              <a:srgbClr val="3020FF">
                <a:alpha val="29000"/>
              </a:srgbClr>
            </a:solidFill>
            <a:round/>
            <a:headEnd type="none"/>
            <a:tailEnd type="none"/>
          </a:ln>
        </p:spPr>
      </p:sp>
      <p:sp>
        <p:nvSpPr>
          <p:cNvPr id="287" name="synapse model / 0286 input to hidden connection"/>
          <p:cNvSpPr/>
          <p:nvPr/>
        </p:nvSpPr>
        <p:spPr>
          <a:xfrm>
            <a:off x="1143000" y="3529584"/>
            <a:ext cx="594360" cy="1347826"/>
          </a:xfrm>
          <a:custGeom>
            <a:avLst/>
            <a:gdLst/>
            <a:ahLst/>
            <a:cxnLst/>
            <a:rect l="0" t="0" r="r" b="b"/>
            <a:pathLst>
              <a:path w="65000" h="147400" fill="none" stroke="1" extrusionOk="0">
                <a:moveTo>
                  <a:pt x="0" y="147400"/>
                </a:moveTo>
                <a:lnTo>
                  <a:pt x="65000" y="0"/>
                </a:lnTo>
              </a:path>
            </a:pathLst>
          </a:custGeom>
          <a:noFill/>
          <a:ln w="15545" cap="rnd" cmpd="sng" algn="ctr">
            <a:solidFill>
              <a:srgbClr val="3020FF">
                <a:alpha val="29000"/>
              </a:srgbClr>
            </a:solidFill>
            <a:round/>
            <a:headEnd type="none"/>
            <a:tailEnd type="none"/>
          </a:ln>
        </p:spPr>
      </p:sp>
      <p:sp>
        <p:nvSpPr>
          <p:cNvPr id="288" name="synapse model / 0287 input to hidden connection"/>
          <p:cNvSpPr/>
          <p:nvPr/>
        </p:nvSpPr>
        <p:spPr>
          <a:xfrm>
            <a:off x="1143000" y="2496312"/>
            <a:ext cx="594360" cy="2843784"/>
          </a:xfrm>
          <a:custGeom>
            <a:avLst/>
            <a:gdLst/>
            <a:ahLst/>
            <a:cxnLst/>
            <a:rect l="0" t="0" r="r" b="b"/>
            <a:pathLst>
              <a:path w="65000" h="311000" fill="none" stroke="1" extrusionOk="0">
                <a:moveTo>
                  <a:pt x="0" y="311000"/>
                </a:moveTo>
                <a:lnTo>
                  <a:pt x="65000" y="0"/>
                </a:lnTo>
              </a:path>
            </a:pathLst>
          </a:custGeom>
          <a:noFill/>
          <a:ln w="15545" cap="rnd" cmpd="sng" algn="ctr">
            <a:solidFill>
              <a:srgbClr val="3020FF">
                <a:alpha val="29000"/>
              </a:srgbClr>
            </a:solidFill>
            <a:round/>
            <a:headEnd type="none"/>
            <a:tailEnd type="none"/>
          </a:ln>
        </p:spPr>
      </p:sp>
      <p:sp>
        <p:nvSpPr>
          <p:cNvPr id="289" name="synapse model / 0288 input to hidden connection"/>
          <p:cNvSpPr/>
          <p:nvPr/>
        </p:nvSpPr>
        <p:spPr>
          <a:xfrm>
            <a:off x="1143000" y="2843784"/>
            <a:ext cx="594360" cy="2496312"/>
          </a:xfrm>
          <a:custGeom>
            <a:avLst/>
            <a:gdLst/>
            <a:ahLst/>
            <a:cxnLst/>
            <a:rect l="0" t="0" r="r" b="b"/>
            <a:pathLst>
              <a:path w="65000" h="273000" fill="none" stroke="1" extrusionOk="0">
                <a:moveTo>
                  <a:pt x="0" y="273000"/>
                </a:moveTo>
                <a:lnTo>
                  <a:pt x="65000" y="0"/>
                </a:lnTo>
              </a:path>
            </a:pathLst>
          </a:custGeom>
          <a:noFill/>
          <a:ln w="15545" cap="rnd" cmpd="sng" algn="ctr">
            <a:solidFill>
              <a:srgbClr val="3020FF">
                <a:alpha val="29000"/>
              </a:srgbClr>
            </a:solidFill>
            <a:round/>
            <a:headEnd type="none"/>
            <a:tailEnd type="none"/>
          </a:ln>
        </p:spPr>
      </p:sp>
      <p:sp>
        <p:nvSpPr>
          <p:cNvPr id="290" name="synapse model / 0289 input to hidden connection"/>
          <p:cNvSpPr/>
          <p:nvPr/>
        </p:nvSpPr>
        <p:spPr>
          <a:xfrm>
            <a:off x="1143000" y="3191256"/>
            <a:ext cx="594360" cy="2148840"/>
          </a:xfrm>
          <a:custGeom>
            <a:avLst/>
            <a:gdLst/>
            <a:ahLst/>
            <a:cxnLst/>
            <a:rect l="0" t="0" r="r" b="b"/>
            <a:pathLst>
              <a:path w="65000" h="235000" fill="none" stroke="1" extrusionOk="0">
                <a:moveTo>
                  <a:pt x="0" y="235000"/>
                </a:moveTo>
                <a:lnTo>
                  <a:pt x="65000" y="0"/>
                </a:lnTo>
              </a:path>
            </a:pathLst>
          </a:custGeom>
          <a:noFill/>
          <a:ln w="15545" cap="rnd" cmpd="sng" algn="ctr">
            <a:solidFill>
              <a:srgbClr val="3020FF">
                <a:alpha val="29000"/>
              </a:srgbClr>
            </a:solidFill>
            <a:round/>
            <a:headEnd type="none"/>
            <a:tailEnd type="none"/>
          </a:ln>
        </p:spPr>
      </p:sp>
      <p:sp>
        <p:nvSpPr>
          <p:cNvPr id="291" name="synapse model / 0290 input to hidden connection"/>
          <p:cNvSpPr/>
          <p:nvPr/>
        </p:nvSpPr>
        <p:spPr>
          <a:xfrm>
            <a:off x="1143000" y="3529584"/>
            <a:ext cx="594360" cy="1810512"/>
          </a:xfrm>
          <a:custGeom>
            <a:avLst/>
            <a:gdLst/>
            <a:ahLst/>
            <a:cxnLst/>
            <a:rect l="0" t="0" r="r" b="b"/>
            <a:pathLst>
              <a:path w="65000" h="198000" fill="none" stroke="1" extrusionOk="0">
                <a:moveTo>
                  <a:pt x="0" y="198000"/>
                </a:moveTo>
                <a:lnTo>
                  <a:pt x="65000" y="0"/>
                </a:lnTo>
              </a:path>
            </a:pathLst>
          </a:custGeom>
          <a:noFill/>
          <a:ln w="15545" cap="rnd" cmpd="sng" algn="ctr">
            <a:solidFill>
              <a:srgbClr val="3020FF">
                <a:alpha val="29000"/>
              </a:srgbClr>
            </a:solidFill>
            <a:round/>
            <a:headEnd type="none"/>
            <a:tailEnd type="none"/>
          </a:ln>
        </p:spPr>
      </p:sp>
      <p:sp>
        <p:nvSpPr>
          <p:cNvPr id="292" name="synapse model / 0291 input to hidden connection"/>
          <p:cNvSpPr/>
          <p:nvPr/>
        </p:nvSpPr>
        <p:spPr>
          <a:xfrm>
            <a:off x="1143000" y="2496312"/>
            <a:ext cx="594360" cy="3182112"/>
          </a:xfrm>
          <a:custGeom>
            <a:avLst/>
            <a:gdLst/>
            <a:ahLst/>
            <a:cxnLst/>
            <a:rect l="0" t="0" r="r" b="b"/>
            <a:pathLst>
              <a:path w="65000" h="348000" fill="none" stroke="1" extrusionOk="0">
                <a:moveTo>
                  <a:pt x="0" y="348000"/>
                </a:moveTo>
                <a:lnTo>
                  <a:pt x="65000" y="0"/>
                </a:lnTo>
              </a:path>
            </a:pathLst>
          </a:custGeom>
          <a:noFill/>
          <a:ln w="15545" cap="rnd" cmpd="sng" algn="ctr">
            <a:solidFill>
              <a:srgbClr val="3020FF">
                <a:alpha val="29000"/>
              </a:srgbClr>
            </a:solidFill>
            <a:round/>
            <a:headEnd type="none"/>
            <a:tailEnd type="none"/>
          </a:ln>
        </p:spPr>
      </p:sp>
      <p:sp>
        <p:nvSpPr>
          <p:cNvPr id="293" name="synapse model / 0292 input to hidden connection"/>
          <p:cNvSpPr/>
          <p:nvPr/>
        </p:nvSpPr>
        <p:spPr>
          <a:xfrm>
            <a:off x="1143000" y="2843784"/>
            <a:ext cx="594360" cy="2834640"/>
          </a:xfrm>
          <a:custGeom>
            <a:avLst/>
            <a:gdLst/>
            <a:ahLst/>
            <a:cxnLst/>
            <a:rect l="0" t="0" r="r" b="b"/>
            <a:pathLst>
              <a:path w="65000" h="310000" fill="none" stroke="1" extrusionOk="0">
                <a:moveTo>
                  <a:pt x="0" y="310000"/>
                </a:moveTo>
                <a:lnTo>
                  <a:pt x="65000" y="0"/>
                </a:lnTo>
              </a:path>
            </a:pathLst>
          </a:custGeom>
          <a:noFill/>
          <a:ln w="15545" cap="rnd" cmpd="sng" algn="ctr">
            <a:solidFill>
              <a:srgbClr val="3020FF">
                <a:alpha val="29000"/>
              </a:srgbClr>
            </a:solidFill>
            <a:round/>
            <a:headEnd type="none"/>
            <a:tailEnd type="none"/>
          </a:ln>
        </p:spPr>
      </p:sp>
      <p:sp>
        <p:nvSpPr>
          <p:cNvPr id="294" name="synapse model / 0293 input to hidden connection"/>
          <p:cNvSpPr/>
          <p:nvPr/>
        </p:nvSpPr>
        <p:spPr>
          <a:xfrm>
            <a:off x="1143000" y="3191256"/>
            <a:ext cx="594360" cy="2487168"/>
          </a:xfrm>
          <a:custGeom>
            <a:avLst/>
            <a:gdLst/>
            <a:ahLst/>
            <a:cxnLst/>
            <a:rect l="0" t="0" r="r" b="b"/>
            <a:pathLst>
              <a:path w="65000" h="272000" fill="none" stroke="1" extrusionOk="0">
                <a:moveTo>
                  <a:pt x="0" y="272000"/>
                </a:moveTo>
                <a:lnTo>
                  <a:pt x="65000" y="0"/>
                </a:lnTo>
              </a:path>
            </a:pathLst>
          </a:custGeom>
          <a:noFill/>
          <a:ln w="15545" cap="rnd" cmpd="sng" algn="ctr">
            <a:solidFill>
              <a:srgbClr val="3020FF">
                <a:alpha val="29000"/>
              </a:srgbClr>
            </a:solidFill>
            <a:round/>
            <a:headEnd type="none"/>
            <a:tailEnd type="none"/>
          </a:ln>
        </p:spPr>
      </p:sp>
      <p:sp>
        <p:nvSpPr>
          <p:cNvPr id="295" name="synapse model / 0294 input to hidden connection"/>
          <p:cNvSpPr/>
          <p:nvPr/>
        </p:nvSpPr>
        <p:spPr>
          <a:xfrm>
            <a:off x="1143000" y="3529584"/>
            <a:ext cx="594360" cy="2148840"/>
          </a:xfrm>
          <a:custGeom>
            <a:avLst/>
            <a:gdLst/>
            <a:ahLst/>
            <a:cxnLst/>
            <a:rect l="0" t="0" r="r" b="b"/>
            <a:pathLst>
              <a:path w="65000" h="235000" fill="none" stroke="1" extrusionOk="0">
                <a:moveTo>
                  <a:pt x="0" y="235000"/>
                </a:moveTo>
                <a:lnTo>
                  <a:pt x="65000" y="0"/>
                </a:lnTo>
              </a:path>
            </a:pathLst>
          </a:custGeom>
          <a:noFill/>
          <a:ln w="15545" cap="rnd" cmpd="sng" algn="ctr">
            <a:solidFill>
              <a:srgbClr val="3020FF">
                <a:alpha val="29000"/>
              </a:srgbClr>
            </a:solidFill>
            <a:round/>
            <a:headEnd type="none"/>
            <a:tailEnd type="none"/>
          </a:ln>
        </p:spPr>
      </p:sp>
      <p:sp>
        <p:nvSpPr>
          <p:cNvPr id="296" name="synapse model / 0295 input to hidden connection"/>
          <p:cNvSpPr/>
          <p:nvPr/>
        </p:nvSpPr>
        <p:spPr>
          <a:xfrm>
            <a:off x="1143000" y="2496312"/>
            <a:ext cx="594360" cy="3529584"/>
          </a:xfrm>
          <a:custGeom>
            <a:avLst/>
            <a:gdLst/>
            <a:ahLst/>
            <a:cxnLst/>
            <a:rect l="0" t="0" r="r" b="b"/>
            <a:pathLst>
              <a:path w="65000" h="386000" fill="none" stroke="1" extrusionOk="0">
                <a:moveTo>
                  <a:pt x="0" y="386000"/>
                </a:moveTo>
                <a:lnTo>
                  <a:pt x="65000" y="0"/>
                </a:lnTo>
              </a:path>
            </a:pathLst>
          </a:custGeom>
          <a:noFill/>
          <a:ln w="15545" cap="rnd" cmpd="sng" algn="ctr">
            <a:solidFill>
              <a:srgbClr val="3020FF">
                <a:alpha val="29000"/>
              </a:srgbClr>
            </a:solidFill>
            <a:round/>
            <a:headEnd type="none"/>
            <a:tailEnd type="none"/>
          </a:ln>
        </p:spPr>
      </p:sp>
      <p:sp>
        <p:nvSpPr>
          <p:cNvPr id="297" name="synapse model / 0296 input to hidden connection"/>
          <p:cNvSpPr/>
          <p:nvPr/>
        </p:nvSpPr>
        <p:spPr>
          <a:xfrm>
            <a:off x="1143000" y="2843784"/>
            <a:ext cx="594360" cy="3182112"/>
          </a:xfrm>
          <a:custGeom>
            <a:avLst/>
            <a:gdLst/>
            <a:ahLst/>
            <a:cxnLst/>
            <a:rect l="0" t="0" r="r" b="b"/>
            <a:pathLst>
              <a:path w="65000" h="348000" fill="none" stroke="1" extrusionOk="0">
                <a:moveTo>
                  <a:pt x="0" y="348000"/>
                </a:moveTo>
                <a:lnTo>
                  <a:pt x="65000" y="0"/>
                </a:lnTo>
              </a:path>
            </a:pathLst>
          </a:custGeom>
          <a:noFill/>
          <a:ln w="15545" cap="rnd" cmpd="sng" algn="ctr">
            <a:solidFill>
              <a:srgbClr val="3020FF">
                <a:alpha val="29000"/>
              </a:srgbClr>
            </a:solidFill>
            <a:round/>
            <a:headEnd type="none"/>
            <a:tailEnd type="none"/>
          </a:ln>
        </p:spPr>
      </p:sp>
      <p:sp>
        <p:nvSpPr>
          <p:cNvPr id="298" name="synapse model / 0297 input to hidden connection"/>
          <p:cNvSpPr/>
          <p:nvPr/>
        </p:nvSpPr>
        <p:spPr>
          <a:xfrm>
            <a:off x="1143000" y="3191256"/>
            <a:ext cx="594360" cy="2834640"/>
          </a:xfrm>
          <a:custGeom>
            <a:avLst/>
            <a:gdLst/>
            <a:ahLst/>
            <a:cxnLst/>
            <a:rect l="0" t="0" r="r" b="b"/>
            <a:pathLst>
              <a:path w="65000" h="310000" fill="none" stroke="1" extrusionOk="0">
                <a:moveTo>
                  <a:pt x="0" y="310000"/>
                </a:moveTo>
                <a:lnTo>
                  <a:pt x="65000" y="0"/>
                </a:lnTo>
              </a:path>
            </a:pathLst>
          </a:custGeom>
          <a:noFill/>
          <a:ln w="15545" cap="rnd" cmpd="sng" algn="ctr">
            <a:solidFill>
              <a:srgbClr val="3020FF">
                <a:alpha val="29000"/>
              </a:srgbClr>
            </a:solidFill>
            <a:round/>
            <a:headEnd type="none"/>
            <a:tailEnd type="none"/>
          </a:ln>
        </p:spPr>
      </p:sp>
      <p:sp>
        <p:nvSpPr>
          <p:cNvPr id="299" name="synapse model / 0298 input to hidden connection"/>
          <p:cNvSpPr/>
          <p:nvPr/>
        </p:nvSpPr>
        <p:spPr>
          <a:xfrm>
            <a:off x="1143000" y="3529584"/>
            <a:ext cx="594360" cy="2496312"/>
          </a:xfrm>
          <a:custGeom>
            <a:avLst/>
            <a:gdLst/>
            <a:ahLst/>
            <a:cxnLst/>
            <a:rect l="0" t="0" r="r" b="b"/>
            <a:pathLst>
              <a:path w="65000" h="273000" fill="none" stroke="1" extrusionOk="0">
                <a:moveTo>
                  <a:pt x="0" y="273000"/>
                </a:moveTo>
                <a:lnTo>
                  <a:pt x="65000" y="0"/>
                </a:lnTo>
              </a:path>
            </a:pathLst>
          </a:custGeom>
          <a:noFill/>
          <a:ln w="15545" cap="rnd" cmpd="sng" algn="ctr">
            <a:solidFill>
              <a:srgbClr val="3020FF">
                <a:alpha val="29000"/>
              </a:srgbClr>
            </a:solidFill>
            <a:round/>
            <a:headEnd type="none"/>
            <a:tailEnd type="none"/>
          </a:ln>
        </p:spPr>
      </p:sp>
      <p:sp>
        <p:nvSpPr>
          <p:cNvPr id="300" name="synapse model / 0299 input to hidden connection"/>
          <p:cNvSpPr/>
          <p:nvPr/>
        </p:nvSpPr>
        <p:spPr>
          <a:xfrm>
            <a:off x="1143000" y="2496312"/>
            <a:ext cx="594360" cy="3858768"/>
          </a:xfrm>
          <a:custGeom>
            <a:avLst/>
            <a:gdLst/>
            <a:ahLst/>
            <a:cxnLst/>
            <a:rect l="0" t="0" r="r" b="b"/>
            <a:pathLst>
              <a:path w="65000" h="422000" fill="none" stroke="1" extrusionOk="0">
                <a:moveTo>
                  <a:pt x="0" y="422000"/>
                </a:moveTo>
                <a:lnTo>
                  <a:pt x="65000" y="0"/>
                </a:lnTo>
              </a:path>
            </a:pathLst>
          </a:custGeom>
          <a:noFill/>
          <a:ln w="15545" cap="rnd" cmpd="sng" algn="ctr">
            <a:solidFill>
              <a:srgbClr val="3020FF">
                <a:alpha val="29000"/>
              </a:srgbClr>
            </a:solidFill>
            <a:round/>
            <a:headEnd type="none"/>
            <a:tailEnd type="none"/>
          </a:ln>
        </p:spPr>
      </p:sp>
      <p:sp>
        <p:nvSpPr>
          <p:cNvPr id="301" name="synapse model / 0300 input to hidden connection"/>
          <p:cNvSpPr/>
          <p:nvPr/>
        </p:nvSpPr>
        <p:spPr>
          <a:xfrm>
            <a:off x="1143000" y="2843784"/>
            <a:ext cx="594360" cy="3511296"/>
          </a:xfrm>
          <a:custGeom>
            <a:avLst/>
            <a:gdLst/>
            <a:ahLst/>
            <a:cxnLst/>
            <a:rect l="0" t="0" r="r" b="b"/>
            <a:pathLst>
              <a:path w="65000" h="384000" fill="none" stroke="1" extrusionOk="0">
                <a:moveTo>
                  <a:pt x="0" y="384000"/>
                </a:moveTo>
                <a:lnTo>
                  <a:pt x="65000" y="0"/>
                </a:lnTo>
              </a:path>
            </a:pathLst>
          </a:custGeom>
          <a:noFill/>
          <a:ln w="15545" cap="rnd" cmpd="sng" algn="ctr">
            <a:solidFill>
              <a:srgbClr val="3020FF">
                <a:alpha val="29000"/>
              </a:srgbClr>
            </a:solidFill>
            <a:round/>
            <a:headEnd type="none"/>
            <a:tailEnd type="none"/>
          </a:ln>
        </p:spPr>
      </p:sp>
      <p:sp>
        <p:nvSpPr>
          <p:cNvPr id="302" name="synapse model / 0301 input to hidden connection"/>
          <p:cNvSpPr/>
          <p:nvPr/>
        </p:nvSpPr>
        <p:spPr>
          <a:xfrm>
            <a:off x="1143000" y="3191256"/>
            <a:ext cx="594360" cy="3163824"/>
          </a:xfrm>
          <a:custGeom>
            <a:avLst/>
            <a:gdLst/>
            <a:ahLst/>
            <a:cxnLst/>
            <a:rect l="0" t="0" r="r" b="b"/>
            <a:pathLst>
              <a:path w="65000" h="346000" fill="none" stroke="1" extrusionOk="0">
                <a:moveTo>
                  <a:pt x="0" y="346000"/>
                </a:moveTo>
                <a:lnTo>
                  <a:pt x="65000" y="0"/>
                </a:lnTo>
              </a:path>
            </a:pathLst>
          </a:custGeom>
          <a:noFill/>
          <a:ln w="15545" cap="rnd" cmpd="sng" algn="ctr">
            <a:solidFill>
              <a:srgbClr val="3020FF">
                <a:alpha val="29000"/>
              </a:srgbClr>
            </a:solidFill>
            <a:round/>
            <a:headEnd type="none"/>
            <a:tailEnd type="none"/>
          </a:ln>
        </p:spPr>
      </p:sp>
      <p:sp>
        <p:nvSpPr>
          <p:cNvPr id="303" name="synapse model / 0302 input to hidden connection"/>
          <p:cNvSpPr/>
          <p:nvPr/>
        </p:nvSpPr>
        <p:spPr>
          <a:xfrm>
            <a:off x="1143000" y="3529584"/>
            <a:ext cx="594360" cy="2825496"/>
          </a:xfrm>
          <a:custGeom>
            <a:avLst/>
            <a:gdLst/>
            <a:ahLst/>
            <a:cxnLst/>
            <a:rect l="0" t="0" r="r" b="b"/>
            <a:pathLst>
              <a:path w="65000" h="309000" fill="none" stroke="1" extrusionOk="0">
                <a:moveTo>
                  <a:pt x="0" y="309000"/>
                </a:moveTo>
                <a:lnTo>
                  <a:pt x="65000" y="0"/>
                </a:lnTo>
              </a:path>
            </a:pathLst>
          </a:custGeom>
          <a:noFill/>
          <a:ln w="15545" cap="rnd" cmpd="sng" algn="ctr">
            <a:solidFill>
              <a:srgbClr val="3020FF">
                <a:alpha val="29000"/>
              </a:srgbClr>
            </a:solidFill>
            <a:round/>
            <a:headEnd type="none"/>
            <a:tailEnd type="none"/>
          </a:ln>
        </p:spPr>
      </p:sp>
      <p:sp>
        <p:nvSpPr>
          <p:cNvPr id="304" name="synapse model / 0303 hidden to pre-activation connection"/>
          <p:cNvSpPr/>
          <p:nvPr/>
        </p:nvSpPr>
        <p:spPr>
          <a:xfrm>
            <a:off x="2478024" y="1271016"/>
            <a:ext cx="585216" cy="1216152"/>
          </a:xfrm>
          <a:custGeom>
            <a:avLst/>
            <a:gdLst/>
            <a:ahLst/>
            <a:cxnLst/>
            <a:rect l="0" t="0" r="r" b="b"/>
            <a:pathLst>
              <a:path w="64000" h="133000" fill="none" stroke="1" extrusionOk="0">
                <a:moveTo>
                  <a:pt x="0" y="133000"/>
                </a:moveTo>
                <a:lnTo>
                  <a:pt x="64000" y="0"/>
                </a:lnTo>
              </a:path>
            </a:pathLst>
          </a:custGeom>
          <a:noFill/>
          <a:ln w="15545" cap="rnd" cmpd="sng" algn="ctr">
            <a:solidFill>
              <a:srgbClr val="3827FF">
                <a:alpha val="29000"/>
              </a:srgbClr>
            </a:solidFill>
            <a:round/>
            <a:headEnd type="none"/>
            <a:tailEnd type="none"/>
          </a:ln>
        </p:spPr>
      </p:sp>
      <p:sp>
        <p:nvSpPr>
          <p:cNvPr id="305" name="synapse model / 0304 hidden to pre-activation connection"/>
          <p:cNvSpPr/>
          <p:nvPr/>
        </p:nvSpPr>
        <p:spPr>
          <a:xfrm>
            <a:off x="2478024" y="1573682"/>
            <a:ext cx="585216" cy="913486"/>
          </a:xfrm>
          <a:custGeom>
            <a:avLst/>
            <a:gdLst/>
            <a:ahLst/>
            <a:cxnLst/>
            <a:rect l="0" t="0" r="r" b="b"/>
            <a:pathLst>
              <a:path w="64000" h="99900" fill="none" stroke="1" extrusionOk="0">
                <a:moveTo>
                  <a:pt x="0" y="99900"/>
                </a:moveTo>
                <a:lnTo>
                  <a:pt x="64000" y="0"/>
                </a:lnTo>
              </a:path>
            </a:pathLst>
          </a:custGeom>
          <a:noFill/>
          <a:ln w="15545" cap="rnd" cmpd="sng" algn="ctr">
            <a:solidFill>
              <a:srgbClr val="3827FF">
                <a:alpha val="29000"/>
              </a:srgbClr>
            </a:solidFill>
            <a:round/>
            <a:headEnd type="none"/>
            <a:tailEnd type="none"/>
          </a:ln>
        </p:spPr>
      </p:sp>
      <p:sp>
        <p:nvSpPr>
          <p:cNvPr id="306" name="synapse model / 0305 hidden to pre-activation connection"/>
          <p:cNvSpPr/>
          <p:nvPr/>
        </p:nvSpPr>
        <p:spPr>
          <a:xfrm>
            <a:off x="2478024" y="1876349"/>
            <a:ext cx="585216" cy="610819"/>
          </a:xfrm>
          <a:custGeom>
            <a:avLst/>
            <a:gdLst/>
            <a:ahLst/>
            <a:cxnLst/>
            <a:rect l="0" t="0" r="r" b="b"/>
            <a:pathLst>
              <a:path w="64000" h="66800" fill="none" stroke="1" extrusionOk="0">
                <a:moveTo>
                  <a:pt x="0" y="66800"/>
                </a:moveTo>
                <a:lnTo>
                  <a:pt x="64000" y="0"/>
                </a:lnTo>
              </a:path>
            </a:pathLst>
          </a:custGeom>
          <a:noFill/>
          <a:ln w="15545" cap="rnd" cmpd="sng" algn="ctr">
            <a:solidFill>
              <a:srgbClr val="3827FF">
                <a:alpha val="29000"/>
              </a:srgbClr>
            </a:solidFill>
            <a:round/>
            <a:headEnd type="none"/>
            <a:tailEnd type="none"/>
          </a:ln>
        </p:spPr>
      </p:sp>
      <p:sp>
        <p:nvSpPr>
          <p:cNvPr id="307" name="synapse model / 0306 hidden to pre-activation connection"/>
          <p:cNvSpPr/>
          <p:nvPr/>
        </p:nvSpPr>
        <p:spPr>
          <a:xfrm>
            <a:off x="2478024" y="2179015"/>
            <a:ext cx="585216" cy="308153"/>
          </a:xfrm>
          <a:custGeom>
            <a:avLst/>
            <a:gdLst/>
            <a:ahLst/>
            <a:cxnLst/>
            <a:rect l="0" t="0" r="r" b="b"/>
            <a:pathLst>
              <a:path w="64000" h="33700" fill="none" stroke="1" extrusionOk="0">
                <a:moveTo>
                  <a:pt x="0" y="33700"/>
                </a:moveTo>
                <a:lnTo>
                  <a:pt x="64000" y="0"/>
                </a:lnTo>
              </a:path>
            </a:pathLst>
          </a:custGeom>
          <a:noFill/>
          <a:ln w="15545" cap="rnd" cmpd="sng" algn="ctr">
            <a:solidFill>
              <a:srgbClr val="3827FF">
                <a:alpha val="29000"/>
              </a:srgbClr>
            </a:solidFill>
            <a:round/>
            <a:headEnd type="none"/>
            <a:tailEnd type="none"/>
          </a:ln>
        </p:spPr>
      </p:sp>
      <p:sp>
        <p:nvSpPr>
          <p:cNvPr id="308" name="synapse model / 0307 hidden to pre-activation connection"/>
          <p:cNvSpPr/>
          <p:nvPr/>
        </p:nvSpPr>
        <p:spPr>
          <a:xfrm>
            <a:off x="2478024" y="2481682"/>
            <a:ext cx="585216" cy="5486"/>
          </a:xfrm>
          <a:custGeom>
            <a:avLst/>
            <a:gdLst/>
            <a:ahLst/>
            <a:cxnLst/>
            <a:rect l="0" t="0" r="r" b="b"/>
            <a:pathLst>
              <a:path w="64000" h="600" fill="none" stroke="1" extrusionOk="0">
                <a:moveTo>
                  <a:pt x="0" y="600"/>
                </a:moveTo>
                <a:lnTo>
                  <a:pt x="64000" y="0"/>
                </a:lnTo>
              </a:path>
            </a:pathLst>
          </a:custGeom>
          <a:noFill/>
          <a:ln w="15545" cap="rnd" cmpd="sng" algn="ctr">
            <a:solidFill>
              <a:srgbClr val="3827FF">
                <a:alpha val="29000"/>
              </a:srgbClr>
            </a:solidFill>
            <a:round/>
            <a:headEnd type="none"/>
            <a:tailEnd type="none"/>
          </a:ln>
        </p:spPr>
      </p:sp>
      <p:sp>
        <p:nvSpPr>
          <p:cNvPr id="309" name="synapse model / 0308 hidden to pre-activation connection"/>
          <p:cNvSpPr/>
          <p:nvPr/>
        </p:nvSpPr>
        <p:spPr>
          <a:xfrm>
            <a:off x="2478024" y="2487168"/>
            <a:ext cx="585216" cy="297180"/>
          </a:xfrm>
          <a:custGeom>
            <a:avLst/>
            <a:gdLst/>
            <a:ahLst/>
            <a:cxnLst/>
            <a:rect l="0" t="0" r="r" b="b"/>
            <a:pathLst>
              <a:path w="64000" h="32500" fill="none" stroke="1" extrusionOk="0">
                <a:moveTo>
                  <a:pt x="0" y="0"/>
                </a:moveTo>
                <a:lnTo>
                  <a:pt x="64000" y="32500"/>
                </a:lnTo>
              </a:path>
            </a:pathLst>
          </a:custGeom>
          <a:noFill/>
          <a:ln w="15545" cap="rnd" cmpd="sng" algn="ctr">
            <a:solidFill>
              <a:srgbClr val="3827FF">
                <a:alpha val="29000"/>
              </a:srgbClr>
            </a:solidFill>
            <a:round/>
            <a:headEnd type="none"/>
            <a:tailEnd type="none"/>
          </a:ln>
        </p:spPr>
      </p:sp>
      <p:sp>
        <p:nvSpPr>
          <p:cNvPr id="310" name="synapse model / 0309 hidden to pre-activation connection"/>
          <p:cNvSpPr/>
          <p:nvPr/>
        </p:nvSpPr>
        <p:spPr>
          <a:xfrm>
            <a:off x="2478024" y="2487168"/>
            <a:ext cx="585216" cy="599846"/>
          </a:xfrm>
          <a:custGeom>
            <a:avLst/>
            <a:gdLst/>
            <a:ahLst/>
            <a:cxnLst/>
            <a:rect l="0" t="0" r="r" b="b"/>
            <a:pathLst>
              <a:path w="64000" h="65600" fill="none" stroke="1" extrusionOk="0">
                <a:moveTo>
                  <a:pt x="0" y="0"/>
                </a:moveTo>
                <a:lnTo>
                  <a:pt x="64000" y="65600"/>
                </a:lnTo>
              </a:path>
            </a:pathLst>
          </a:custGeom>
          <a:noFill/>
          <a:ln w="15545" cap="rnd" cmpd="sng" algn="ctr">
            <a:solidFill>
              <a:srgbClr val="3827FF">
                <a:alpha val="29000"/>
              </a:srgbClr>
            </a:solidFill>
            <a:round/>
            <a:headEnd type="none"/>
            <a:tailEnd type="none"/>
          </a:ln>
        </p:spPr>
      </p:sp>
      <p:sp>
        <p:nvSpPr>
          <p:cNvPr id="311" name="synapse model / 0310 hidden to pre-activation connection"/>
          <p:cNvSpPr/>
          <p:nvPr/>
        </p:nvSpPr>
        <p:spPr>
          <a:xfrm>
            <a:off x="2478024" y="2487168"/>
            <a:ext cx="585216" cy="902513"/>
          </a:xfrm>
          <a:custGeom>
            <a:avLst/>
            <a:gdLst/>
            <a:ahLst/>
            <a:cxnLst/>
            <a:rect l="0" t="0" r="r" b="b"/>
            <a:pathLst>
              <a:path w="64000" h="98700" fill="none" stroke="1" extrusionOk="0">
                <a:moveTo>
                  <a:pt x="0" y="0"/>
                </a:moveTo>
                <a:lnTo>
                  <a:pt x="64000" y="98700"/>
                </a:lnTo>
              </a:path>
            </a:pathLst>
          </a:custGeom>
          <a:noFill/>
          <a:ln w="15545" cap="rnd" cmpd="sng" algn="ctr">
            <a:solidFill>
              <a:srgbClr val="3827FF">
                <a:alpha val="29000"/>
              </a:srgbClr>
            </a:solidFill>
            <a:round/>
            <a:headEnd type="none"/>
            <a:tailEnd type="none"/>
          </a:ln>
        </p:spPr>
      </p:sp>
      <p:sp>
        <p:nvSpPr>
          <p:cNvPr id="312" name="synapse model / 0311 hidden to pre-activation connection"/>
          <p:cNvSpPr/>
          <p:nvPr/>
        </p:nvSpPr>
        <p:spPr>
          <a:xfrm>
            <a:off x="2478024" y="2487168"/>
            <a:ext cx="585216" cy="1205179"/>
          </a:xfrm>
          <a:custGeom>
            <a:avLst/>
            <a:gdLst/>
            <a:ahLst/>
            <a:cxnLst/>
            <a:rect l="0" t="0" r="r" b="b"/>
            <a:pathLst>
              <a:path w="64000" h="131800" fill="none" stroke="1" extrusionOk="0">
                <a:moveTo>
                  <a:pt x="0" y="0"/>
                </a:moveTo>
                <a:lnTo>
                  <a:pt x="64000" y="131800"/>
                </a:lnTo>
              </a:path>
            </a:pathLst>
          </a:custGeom>
          <a:noFill/>
          <a:ln w="15545" cap="rnd" cmpd="sng" algn="ctr">
            <a:solidFill>
              <a:srgbClr val="3827FF">
                <a:alpha val="29000"/>
              </a:srgbClr>
            </a:solidFill>
            <a:round/>
            <a:headEnd type="none"/>
            <a:tailEnd type="none"/>
          </a:ln>
        </p:spPr>
      </p:sp>
      <p:sp>
        <p:nvSpPr>
          <p:cNvPr id="313" name="synapse model / 0312 hidden to pre-activation connection"/>
          <p:cNvSpPr/>
          <p:nvPr/>
        </p:nvSpPr>
        <p:spPr>
          <a:xfrm>
            <a:off x="2478024" y="2487168"/>
            <a:ext cx="585216" cy="1507846"/>
          </a:xfrm>
          <a:custGeom>
            <a:avLst/>
            <a:gdLst/>
            <a:ahLst/>
            <a:cxnLst/>
            <a:rect l="0" t="0" r="r" b="b"/>
            <a:pathLst>
              <a:path w="64000" h="164900" fill="none" stroke="1" extrusionOk="0">
                <a:moveTo>
                  <a:pt x="0" y="0"/>
                </a:moveTo>
                <a:lnTo>
                  <a:pt x="64000" y="164900"/>
                </a:lnTo>
              </a:path>
            </a:pathLst>
          </a:custGeom>
          <a:noFill/>
          <a:ln w="15545" cap="rnd" cmpd="sng" algn="ctr">
            <a:solidFill>
              <a:srgbClr val="3827FF">
                <a:alpha val="29000"/>
              </a:srgbClr>
            </a:solidFill>
            <a:round/>
            <a:headEnd type="none"/>
            <a:tailEnd type="none"/>
          </a:ln>
        </p:spPr>
      </p:sp>
      <p:sp>
        <p:nvSpPr>
          <p:cNvPr id="314" name="synapse model / 0313 hidden to pre-activation connection"/>
          <p:cNvSpPr/>
          <p:nvPr/>
        </p:nvSpPr>
        <p:spPr>
          <a:xfrm>
            <a:off x="2478024" y="2487168"/>
            <a:ext cx="585216" cy="1810512"/>
          </a:xfrm>
          <a:custGeom>
            <a:avLst/>
            <a:gdLst/>
            <a:ahLst/>
            <a:cxnLst/>
            <a:rect l="0" t="0" r="r" b="b"/>
            <a:pathLst>
              <a:path w="64000" h="198000" fill="none" stroke="1" extrusionOk="0">
                <a:moveTo>
                  <a:pt x="0" y="0"/>
                </a:moveTo>
                <a:lnTo>
                  <a:pt x="64000" y="198000"/>
                </a:lnTo>
              </a:path>
            </a:pathLst>
          </a:custGeom>
          <a:noFill/>
          <a:ln w="15545" cap="rnd" cmpd="sng" algn="ctr">
            <a:solidFill>
              <a:srgbClr val="3827FF">
                <a:alpha val="29000"/>
              </a:srgbClr>
            </a:solidFill>
            <a:round/>
            <a:headEnd type="none"/>
            <a:tailEnd type="none"/>
          </a:ln>
        </p:spPr>
      </p:sp>
      <p:sp>
        <p:nvSpPr>
          <p:cNvPr id="315" name="synapse model / 0314 hidden to pre-activation connection"/>
          <p:cNvSpPr/>
          <p:nvPr/>
        </p:nvSpPr>
        <p:spPr>
          <a:xfrm>
            <a:off x="2478024" y="2487168"/>
            <a:ext cx="585216" cy="2113178"/>
          </a:xfrm>
          <a:custGeom>
            <a:avLst/>
            <a:gdLst/>
            <a:ahLst/>
            <a:cxnLst/>
            <a:rect l="0" t="0" r="r" b="b"/>
            <a:pathLst>
              <a:path w="64000" h="231100" fill="none" stroke="1" extrusionOk="0">
                <a:moveTo>
                  <a:pt x="0" y="0"/>
                </a:moveTo>
                <a:lnTo>
                  <a:pt x="64000" y="231100"/>
                </a:lnTo>
              </a:path>
            </a:pathLst>
          </a:custGeom>
          <a:noFill/>
          <a:ln w="15545" cap="rnd" cmpd="sng" algn="ctr">
            <a:solidFill>
              <a:srgbClr val="3827FF">
                <a:alpha val="29000"/>
              </a:srgbClr>
            </a:solidFill>
            <a:round/>
            <a:headEnd type="none"/>
            <a:tailEnd type="none"/>
          </a:ln>
        </p:spPr>
      </p:sp>
      <p:sp>
        <p:nvSpPr>
          <p:cNvPr id="316" name="synapse model / 0315 hidden to pre-activation connection"/>
          <p:cNvSpPr/>
          <p:nvPr/>
        </p:nvSpPr>
        <p:spPr>
          <a:xfrm>
            <a:off x="2478024" y="2487168"/>
            <a:ext cx="585216" cy="2415845"/>
          </a:xfrm>
          <a:custGeom>
            <a:avLst/>
            <a:gdLst/>
            <a:ahLst/>
            <a:cxnLst/>
            <a:rect l="0" t="0" r="r" b="b"/>
            <a:pathLst>
              <a:path w="64000" h="264200" fill="none" stroke="1" extrusionOk="0">
                <a:moveTo>
                  <a:pt x="0" y="0"/>
                </a:moveTo>
                <a:lnTo>
                  <a:pt x="64000" y="264200"/>
                </a:lnTo>
              </a:path>
            </a:pathLst>
          </a:custGeom>
          <a:noFill/>
          <a:ln w="15545" cap="rnd" cmpd="sng" algn="ctr">
            <a:solidFill>
              <a:srgbClr val="3827FF">
                <a:alpha val="29000"/>
              </a:srgbClr>
            </a:solidFill>
            <a:round/>
            <a:headEnd type="none"/>
            <a:tailEnd type="none"/>
          </a:ln>
        </p:spPr>
      </p:sp>
      <p:sp>
        <p:nvSpPr>
          <p:cNvPr id="317" name="synapse model / 0316 hidden to pre-activation connection"/>
          <p:cNvSpPr/>
          <p:nvPr/>
        </p:nvSpPr>
        <p:spPr>
          <a:xfrm>
            <a:off x="2478024" y="1271016"/>
            <a:ext cx="585216" cy="1563624"/>
          </a:xfrm>
          <a:custGeom>
            <a:avLst/>
            <a:gdLst/>
            <a:ahLst/>
            <a:cxnLst/>
            <a:rect l="0" t="0" r="r" b="b"/>
            <a:pathLst>
              <a:path w="64000" h="171000" fill="none" stroke="1" extrusionOk="0">
                <a:moveTo>
                  <a:pt x="0" y="171000"/>
                </a:moveTo>
                <a:lnTo>
                  <a:pt x="64000" y="0"/>
                </a:lnTo>
              </a:path>
            </a:pathLst>
          </a:custGeom>
          <a:noFill/>
          <a:ln w="15545" cap="rnd" cmpd="sng" algn="ctr">
            <a:solidFill>
              <a:srgbClr val="3827FF">
                <a:alpha val="29000"/>
              </a:srgbClr>
            </a:solidFill>
            <a:round/>
            <a:headEnd type="none"/>
            <a:tailEnd type="none"/>
          </a:ln>
        </p:spPr>
      </p:sp>
      <p:sp>
        <p:nvSpPr>
          <p:cNvPr id="318" name="synapse model / 0317 hidden to pre-activation connection"/>
          <p:cNvSpPr/>
          <p:nvPr/>
        </p:nvSpPr>
        <p:spPr>
          <a:xfrm>
            <a:off x="2478024" y="1573682"/>
            <a:ext cx="585216" cy="1260958"/>
          </a:xfrm>
          <a:custGeom>
            <a:avLst/>
            <a:gdLst/>
            <a:ahLst/>
            <a:cxnLst/>
            <a:rect l="0" t="0" r="r" b="b"/>
            <a:pathLst>
              <a:path w="64000" h="137900" fill="none" stroke="1" extrusionOk="0">
                <a:moveTo>
                  <a:pt x="0" y="137900"/>
                </a:moveTo>
                <a:lnTo>
                  <a:pt x="64000" y="0"/>
                </a:lnTo>
              </a:path>
            </a:pathLst>
          </a:custGeom>
          <a:noFill/>
          <a:ln w="15545" cap="rnd" cmpd="sng" algn="ctr">
            <a:solidFill>
              <a:srgbClr val="3827FF">
                <a:alpha val="29000"/>
              </a:srgbClr>
            </a:solidFill>
            <a:round/>
            <a:headEnd type="none"/>
            <a:tailEnd type="none"/>
          </a:ln>
        </p:spPr>
      </p:sp>
      <p:sp>
        <p:nvSpPr>
          <p:cNvPr id="319" name="synapse model / 0318 hidden to pre-activation connection"/>
          <p:cNvSpPr/>
          <p:nvPr/>
        </p:nvSpPr>
        <p:spPr>
          <a:xfrm>
            <a:off x="2478024" y="1876349"/>
            <a:ext cx="585216" cy="958291"/>
          </a:xfrm>
          <a:custGeom>
            <a:avLst/>
            <a:gdLst/>
            <a:ahLst/>
            <a:cxnLst/>
            <a:rect l="0" t="0" r="r" b="b"/>
            <a:pathLst>
              <a:path w="64000" h="104800" fill="none" stroke="1" extrusionOk="0">
                <a:moveTo>
                  <a:pt x="0" y="104800"/>
                </a:moveTo>
                <a:lnTo>
                  <a:pt x="64000" y="0"/>
                </a:lnTo>
              </a:path>
            </a:pathLst>
          </a:custGeom>
          <a:noFill/>
          <a:ln w="15545" cap="rnd" cmpd="sng" algn="ctr">
            <a:solidFill>
              <a:srgbClr val="3827FF">
                <a:alpha val="29000"/>
              </a:srgbClr>
            </a:solidFill>
            <a:round/>
            <a:headEnd type="none"/>
            <a:tailEnd type="none"/>
          </a:ln>
        </p:spPr>
      </p:sp>
      <p:sp>
        <p:nvSpPr>
          <p:cNvPr id="320" name="synapse model / 0319 hidden to pre-activation connection"/>
          <p:cNvSpPr/>
          <p:nvPr/>
        </p:nvSpPr>
        <p:spPr>
          <a:xfrm>
            <a:off x="2478024" y="2179015"/>
            <a:ext cx="585216" cy="655625"/>
          </a:xfrm>
          <a:custGeom>
            <a:avLst/>
            <a:gdLst/>
            <a:ahLst/>
            <a:cxnLst/>
            <a:rect l="0" t="0" r="r" b="b"/>
            <a:pathLst>
              <a:path w="64000" h="71700" fill="none" stroke="1" extrusionOk="0">
                <a:moveTo>
                  <a:pt x="0" y="71700"/>
                </a:moveTo>
                <a:lnTo>
                  <a:pt x="64000" y="0"/>
                </a:lnTo>
              </a:path>
            </a:pathLst>
          </a:custGeom>
          <a:noFill/>
          <a:ln w="15545" cap="rnd" cmpd="sng" algn="ctr">
            <a:solidFill>
              <a:srgbClr val="3827FF">
                <a:alpha val="29000"/>
              </a:srgbClr>
            </a:solidFill>
            <a:round/>
            <a:headEnd type="none"/>
            <a:tailEnd type="none"/>
          </a:ln>
        </p:spPr>
      </p:sp>
      <p:sp>
        <p:nvSpPr>
          <p:cNvPr id="321" name="synapse model / 0320 hidden to pre-activation connection"/>
          <p:cNvSpPr/>
          <p:nvPr/>
        </p:nvSpPr>
        <p:spPr>
          <a:xfrm>
            <a:off x="2478024" y="2481682"/>
            <a:ext cx="585216" cy="352958"/>
          </a:xfrm>
          <a:custGeom>
            <a:avLst/>
            <a:gdLst/>
            <a:ahLst/>
            <a:cxnLst/>
            <a:rect l="0" t="0" r="r" b="b"/>
            <a:pathLst>
              <a:path w="64000" h="38600" fill="none" stroke="1" extrusionOk="0">
                <a:moveTo>
                  <a:pt x="0" y="38600"/>
                </a:moveTo>
                <a:lnTo>
                  <a:pt x="64000" y="0"/>
                </a:lnTo>
              </a:path>
            </a:pathLst>
          </a:custGeom>
          <a:noFill/>
          <a:ln w="15545" cap="rnd" cmpd="sng" algn="ctr">
            <a:solidFill>
              <a:srgbClr val="3827FF">
                <a:alpha val="29000"/>
              </a:srgbClr>
            </a:solidFill>
            <a:round/>
            <a:headEnd type="none"/>
            <a:tailEnd type="none"/>
          </a:ln>
        </p:spPr>
      </p:sp>
      <p:sp>
        <p:nvSpPr>
          <p:cNvPr id="322" name="synapse model / 0321 hidden to pre-activation connection"/>
          <p:cNvSpPr/>
          <p:nvPr/>
        </p:nvSpPr>
        <p:spPr>
          <a:xfrm>
            <a:off x="2478024" y="2784348"/>
            <a:ext cx="585216" cy="50292"/>
          </a:xfrm>
          <a:custGeom>
            <a:avLst/>
            <a:gdLst/>
            <a:ahLst/>
            <a:cxnLst/>
            <a:rect l="0" t="0" r="r" b="b"/>
            <a:pathLst>
              <a:path w="64000" h="5500" fill="none" stroke="1" extrusionOk="0">
                <a:moveTo>
                  <a:pt x="0" y="5500"/>
                </a:moveTo>
                <a:lnTo>
                  <a:pt x="64000" y="0"/>
                </a:lnTo>
              </a:path>
            </a:pathLst>
          </a:custGeom>
          <a:noFill/>
          <a:ln w="15545" cap="rnd" cmpd="sng" algn="ctr">
            <a:solidFill>
              <a:srgbClr val="3827FF">
                <a:alpha val="29000"/>
              </a:srgbClr>
            </a:solidFill>
            <a:round/>
            <a:headEnd type="none"/>
            <a:tailEnd type="none"/>
          </a:ln>
        </p:spPr>
      </p:sp>
      <p:sp>
        <p:nvSpPr>
          <p:cNvPr id="323" name="synapse model / 0322 hidden to pre-activation connection"/>
          <p:cNvSpPr/>
          <p:nvPr/>
        </p:nvSpPr>
        <p:spPr>
          <a:xfrm>
            <a:off x="2478024" y="2834640"/>
            <a:ext cx="585216" cy="252374"/>
          </a:xfrm>
          <a:custGeom>
            <a:avLst/>
            <a:gdLst/>
            <a:ahLst/>
            <a:cxnLst/>
            <a:rect l="0" t="0" r="r" b="b"/>
            <a:pathLst>
              <a:path w="64000" h="27600" fill="none" stroke="1" extrusionOk="0">
                <a:moveTo>
                  <a:pt x="0" y="0"/>
                </a:moveTo>
                <a:lnTo>
                  <a:pt x="64000" y="27600"/>
                </a:lnTo>
              </a:path>
            </a:pathLst>
          </a:custGeom>
          <a:noFill/>
          <a:ln w="15545" cap="rnd" cmpd="sng" algn="ctr">
            <a:solidFill>
              <a:srgbClr val="3827FF">
                <a:alpha val="29000"/>
              </a:srgbClr>
            </a:solidFill>
            <a:round/>
            <a:headEnd type="none"/>
            <a:tailEnd type="none"/>
          </a:ln>
        </p:spPr>
      </p:sp>
      <p:sp>
        <p:nvSpPr>
          <p:cNvPr id="324" name="synapse model / 0323 hidden to pre-activation connection"/>
          <p:cNvSpPr/>
          <p:nvPr/>
        </p:nvSpPr>
        <p:spPr>
          <a:xfrm>
            <a:off x="2478024" y="2834640"/>
            <a:ext cx="585216" cy="555041"/>
          </a:xfrm>
          <a:custGeom>
            <a:avLst/>
            <a:gdLst/>
            <a:ahLst/>
            <a:cxnLst/>
            <a:rect l="0" t="0" r="r" b="b"/>
            <a:pathLst>
              <a:path w="64000" h="60700" fill="none" stroke="1" extrusionOk="0">
                <a:moveTo>
                  <a:pt x="0" y="0"/>
                </a:moveTo>
                <a:lnTo>
                  <a:pt x="64000" y="60700"/>
                </a:lnTo>
              </a:path>
            </a:pathLst>
          </a:custGeom>
          <a:noFill/>
          <a:ln w="15545" cap="rnd" cmpd="sng" algn="ctr">
            <a:solidFill>
              <a:srgbClr val="3827FF">
                <a:alpha val="29000"/>
              </a:srgbClr>
            </a:solidFill>
            <a:round/>
            <a:headEnd type="none"/>
            <a:tailEnd type="none"/>
          </a:ln>
        </p:spPr>
      </p:sp>
      <p:sp>
        <p:nvSpPr>
          <p:cNvPr id="325" name="synapse model / 0324 hidden to pre-activation connection"/>
          <p:cNvSpPr/>
          <p:nvPr/>
        </p:nvSpPr>
        <p:spPr>
          <a:xfrm>
            <a:off x="2478024" y="2834640"/>
            <a:ext cx="585216" cy="857707"/>
          </a:xfrm>
          <a:custGeom>
            <a:avLst/>
            <a:gdLst/>
            <a:ahLst/>
            <a:cxnLst/>
            <a:rect l="0" t="0" r="r" b="b"/>
            <a:pathLst>
              <a:path w="64000" h="93800" fill="none" stroke="1" extrusionOk="0">
                <a:moveTo>
                  <a:pt x="0" y="0"/>
                </a:moveTo>
                <a:lnTo>
                  <a:pt x="64000" y="93800"/>
                </a:lnTo>
              </a:path>
            </a:pathLst>
          </a:custGeom>
          <a:noFill/>
          <a:ln w="15545" cap="rnd" cmpd="sng" algn="ctr">
            <a:solidFill>
              <a:srgbClr val="3827FF">
                <a:alpha val="29000"/>
              </a:srgbClr>
            </a:solidFill>
            <a:round/>
            <a:headEnd type="none"/>
            <a:tailEnd type="none"/>
          </a:ln>
        </p:spPr>
      </p:sp>
      <p:sp>
        <p:nvSpPr>
          <p:cNvPr id="326" name="synapse model / 0325 hidden to pre-activation connection"/>
          <p:cNvSpPr/>
          <p:nvPr/>
        </p:nvSpPr>
        <p:spPr>
          <a:xfrm>
            <a:off x="2478024" y="2834640"/>
            <a:ext cx="585216" cy="1160374"/>
          </a:xfrm>
          <a:custGeom>
            <a:avLst/>
            <a:gdLst/>
            <a:ahLst/>
            <a:cxnLst/>
            <a:rect l="0" t="0" r="r" b="b"/>
            <a:pathLst>
              <a:path w="64000" h="126900" fill="none" stroke="1" extrusionOk="0">
                <a:moveTo>
                  <a:pt x="0" y="0"/>
                </a:moveTo>
                <a:lnTo>
                  <a:pt x="64000" y="126900"/>
                </a:lnTo>
              </a:path>
            </a:pathLst>
          </a:custGeom>
          <a:noFill/>
          <a:ln w="15545" cap="rnd" cmpd="sng" algn="ctr">
            <a:solidFill>
              <a:srgbClr val="3827FF">
                <a:alpha val="29000"/>
              </a:srgbClr>
            </a:solidFill>
            <a:round/>
            <a:headEnd type="none"/>
            <a:tailEnd type="none"/>
          </a:ln>
        </p:spPr>
      </p:sp>
      <p:sp>
        <p:nvSpPr>
          <p:cNvPr id="327" name="synapse model / 0326 hidden to pre-activation connection"/>
          <p:cNvSpPr/>
          <p:nvPr/>
        </p:nvSpPr>
        <p:spPr>
          <a:xfrm>
            <a:off x="2478024" y="2834640"/>
            <a:ext cx="585216" cy="1463040"/>
          </a:xfrm>
          <a:custGeom>
            <a:avLst/>
            <a:gdLst/>
            <a:ahLst/>
            <a:cxnLst/>
            <a:rect l="0" t="0" r="r" b="b"/>
            <a:pathLst>
              <a:path w="64000" h="160000" fill="none" stroke="1" extrusionOk="0">
                <a:moveTo>
                  <a:pt x="0" y="0"/>
                </a:moveTo>
                <a:lnTo>
                  <a:pt x="64000" y="160000"/>
                </a:lnTo>
              </a:path>
            </a:pathLst>
          </a:custGeom>
          <a:noFill/>
          <a:ln w="15545" cap="rnd" cmpd="sng" algn="ctr">
            <a:solidFill>
              <a:srgbClr val="3827FF">
                <a:alpha val="29000"/>
              </a:srgbClr>
            </a:solidFill>
            <a:round/>
            <a:headEnd type="none"/>
            <a:tailEnd type="none"/>
          </a:ln>
        </p:spPr>
      </p:sp>
      <p:sp>
        <p:nvSpPr>
          <p:cNvPr id="328" name="synapse model / 0327 hidden to pre-activation connection"/>
          <p:cNvSpPr/>
          <p:nvPr/>
        </p:nvSpPr>
        <p:spPr>
          <a:xfrm>
            <a:off x="2478024" y="2834640"/>
            <a:ext cx="585216" cy="1765706"/>
          </a:xfrm>
          <a:custGeom>
            <a:avLst/>
            <a:gdLst/>
            <a:ahLst/>
            <a:cxnLst/>
            <a:rect l="0" t="0" r="r" b="b"/>
            <a:pathLst>
              <a:path w="64000" h="193100" fill="none" stroke="1" extrusionOk="0">
                <a:moveTo>
                  <a:pt x="0" y="0"/>
                </a:moveTo>
                <a:lnTo>
                  <a:pt x="64000" y="193100"/>
                </a:lnTo>
              </a:path>
            </a:pathLst>
          </a:custGeom>
          <a:noFill/>
          <a:ln w="15545" cap="rnd" cmpd="sng" algn="ctr">
            <a:solidFill>
              <a:srgbClr val="3827FF">
                <a:alpha val="29000"/>
              </a:srgbClr>
            </a:solidFill>
            <a:round/>
            <a:headEnd type="none"/>
            <a:tailEnd type="none"/>
          </a:ln>
        </p:spPr>
      </p:sp>
      <p:sp>
        <p:nvSpPr>
          <p:cNvPr id="329" name="synapse model / 0328 hidden to pre-activation connection"/>
          <p:cNvSpPr/>
          <p:nvPr/>
        </p:nvSpPr>
        <p:spPr>
          <a:xfrm>
            <a:off x="2478024" y="2834640"/>
            <a:ext cx="585216" cy="2068373"/>
          </a:xfrm>
          <a:custGeom>
            <a:avLst/>
            <a:gdLst/>
            <a:ahLst/>
            <a:cxnLst/>
            <a:rect l="0" t="0" r="r" b="b"/>
            <a:pathLst>
              <a:path w="64000" h="226200" fill="none" stroke="1" extrusionOk="0">
                <a:moveTo>
                  <a:pt x="0" y="0"/>
                </a:moveTo>
                <a:lnTo>
                  <a:pt x="64000" y="226200"/>
                </a:lnTo>
              </a:path>
            </a:pathLst>
          </a:custGeom>
          <a:noFill/>
          <a:ln w="15545" cap="rnd" cmpd="sng" algn="ctr">
            <a:solidFill>
              <a:srgbClr val="3827FF">
                <a:alpha val="29000"/>
              </a:srgbClr>
            </a:solidFill>
            <a:round/>
            <a:headEnd type="none"/>
            <a:tailEnd type="none"/>
          </a:ln>
        </p:spPr>
      </p:sp>
      <p:sp>
        <p:nvSpPr>
          <p:cNvPr id="330" name="synapse model / 0329 hidden to pre-activation connection"/>
          <p:cNvSpPr/>
          <p:nvPr/>
        </p:nvSpPr>
        <p:spPr>
          <a:xfrm>
            <a:off x="2478024" y="1271016"/>
            <a:ext cx="585216" cy="1911096"/>
          </a:xfrm>
          <a:custGeom>
            <a:avLst/>
            <a:gdLst/>
            <a:ahLst/>
            <a:cxnLst/>
            <a:rect l="0" t="0" r="r" b="b"/>
            <a:pathLst>
              <a:path w="64000" h="209000" fill="none" stroke="1" extrusionOk="0">
                <a:moveTo>
                  <a:pt x="0" y="209000"/>
                </a:moveTo>
                <a:lnTo>
                  <a:pt x="64000" y="0"/>
                </a:lnTo>
              </a:path>
            </a:pathLst>
          </a:custGeom>
          <a:noFill/>
          <a:ln w="15545" cap="rnd" cmpd="sng" algn="ctr">
            <a:solidFill>
              <a:srgbClr val="3827FF">
                <a:alpha val="29000"/>
              </a:srgbClr>
            </a:solidFill>
            <a:round/>
            <a:headEnd type="none"/>
            <a:tailEnd type="none"/>
          </a:ln>
        </p:spPr>
      </p:sp>
      <p:sp>
        <p:nvSpPr>
          <p:cNvPr id="331" name="synapse model / 0330 hidden to pre-activation connection"/>
          <p:cNvSpPr/>
          <p:nvPr/>
        </p:nvSpPr>
        <p:spPr>
          <a:xfrm>
            <a:off x="2478024" y="1573682"/>
            <a:ext cx="585216" cy="1608430"/>
          </a:xfrm>
          <a:custGeom>
            <a:avLst/>
            <a:gdLst/>
            <a:ahLst/>
            <a:cxnLst/>
            <a:rect l="0" t="0" r="r" b="b"/>
            <a:pathLst>
              <a:path w="64000" h="175900" fill="none" stroke="1" extrusionOk="0">
                <a:moveTo>
                  <a:pt x="0" y="175900"/>
                </a:moveTo>
                <a:lnTo>
                  <a:pt x="64000" y="0"/>
                </a:lnTo>
              </a:path>
            </a:pathLst>
          </a:custGeom>
          <a:noFill/>
          <a:ln w="15545" cap="rnd" cmpd="sng" algn="ctr">
            <a:solidFill>
              <a:srgbClr val="3827FF">
                <a:alpha val="29000"/>
              </a:srgbClr>
            </a:solidFill>
            <a:round/>
            <a:headEnd type="none"/>
            <a:tailEnd type="none"/>
          </a:ln>
        </p:spPr>
      </p:sp>
      <p:sp>
        <p:nvSpPr>
          <p:cNvPr id="332" name="synapse model / 0331 hidden to pre-activation connection"/>
          <p:cNvSpPr/>
          <p:nvPr/>
        </p:nvSpPr>
        <p:spPr>
          <a:xfrm>
            <a:off x="2478024" y="1876349"/>
            <a:ext cx="585216" cy="1305763"/>
          </a:xfrm>
          <a:custGeom>
            <a:avLst/>
            <a:gdLst/>
            <a:ahLst/>
            <a:cxnLst/>
            <a:rect l="0" t="0" r="r" b="b"/>
            <a:pathLst>
              <a:path w="64000" h="142800" fill="none" stroke="1" extrusionOk="0">
                <a:moveTo>
                  <a:pt x="0" y="142800"/>
                </a:moveTo>
                <a:lnTo>
                  <a:pt x="64000" y="0"/>
                </a:lnTo>
              </a:path>
            </a:pathLst>
          </a:custGeom>
          <a:noFill/>
          <a:ln w="15545" cap="rnd" cmpd="sng" algn="ctr">
            <a:solidFill>
              <a:srgbClr val="3827FF">
                <a:alpha val="29000"/>
              </a:srgbClr>
            </a:solidFill>
            <a:round/>
            <a:headEnd type="none"/>
            <a:tailEnd type="none"/>
          </a:ln>
        </p:spPr>
      </p:sp>
      <p:sp>
        <p:nvSpPr>
          <p:cNvPr id="333" name="synapse model / 0332 hidden to pre-activation connection"/>
          <p:cNvSpPr/>
          <p:nvPr/>
        </p:nvSpPr>
        <p:spPr>
          <a:xfrm>
            <a:off x="2478024" y="2179015"/>
            <a:ext cx="585216" cy="1003097"/>
          </a:xfrm>
          <a:custGeom>
            <a:avLst/>
            <a:gdLst/>
            <a:ahLst/>
            <a:cxnLst/>
            <a:rect l="0" t="0" r="r" b="b"/>
            <a:pathLst>
              <a:path w="64000" h="109700" fill="none" stroke="1" extrusionOk="0">
                <a:moveTo>
                  <a:pt x="0" y="109700"/>
                </a:moveTo>
                <a:lnTo>
                  <a:pt x="64000" y="0"/>
                </a:lnTo>
              </a:path>
            </a:pathLst>
          </a:custGeom>
          <a:noFill/>
          <a:ln w="15545" cap="rnd" cmpd="sng" algn="ctr">
            <a:solidFill>
              <a:srgbClr val="3827FF">
                <a:alpha val="29000"/>
              </a:srgbClr>
            </a:solidFill>
            <a:round/>
            <a:headEnd type="none"/>
            <a:tailEnd type="none"/>
          </a:ln>
        </p:spPr>
      </p:sp>
      <p:sp>
        <p:nvSpPr>
          <p:cNvPr id="334" name="synapse model / 0333 hidden to pre-activation connection"/>
          <p:cNvSpPr/>
          <p:nvPr/>
        </p:nvSpPr>
        <p:spPr>
          <a:xfrm>
            <a:off x="2478024" y="2481682"/>
            <a:ext cx="585216" cy="700430"/>
          </a:xfrm>
          <a:custGeom>
            <a:avLst/>
            <a:gdLst/>
            <a:ahLst/>
            <a:cxnLst/>
            <a:rect l="0" t="0" r="r" b="b"/>
            <a:pathLst>
              <a:path w="64000" h="76600" fill="none" stroke="1" extrusionOk="0">
                <a:moveTo>
                  <a:pt x="0" y="76600"/>
                </a:moveTo>
                <a:lnTo>
                  <a:pt x="64000" y="0"/>
                </a:lnTo>
              </a:path>
            </a:pathLst>
          </a:custGeom>
          <a:noFill/>
          <a:ln w="15545" cap="rnd" cmpd="sng" algn="ctr">
            <a:solidFill>
              <a:srgbClr val="3827FF">
                <a:alpha val="29000"/>
              </a:srgbClr>
            </a:solidFill>
            <a:round/>
            <a:headEnd type="none"/>
            <a:tailEnd type="none"/>
          </a:ln>
        </p:spPr>
      </p:sp>
      <p:sp>
        <p:nvSpPr>
          <p:cNvPr id="335" name="synapse model / 0334 hidden to pre-activation connection"/>
          <p:cNvSpPr/>
          <p:nvPr/>
        </p:nvSpPr>
        <p:spPr>
          <a:xfrm>
            <a:off x="2478024" y="2784348"/>
            <a:ext cx="585216" cy="397764"/>
          </a:xfrm>
          <a:custGeom>
            <a:avLst/>
            <a:gdLst/>
            <a:ahLst/>
            <a:cxnLst/>
            <a:rect l="0" t="0" r="r" b="b"/>
            <a:pathLst>
              <a:path w="64000" h="43500" fill="none" stroke="1" extrusionOk="0">
                <a:moveTo>
                  <a:pt x="0" y="43500"/>
                </a:moveTo>
                <a:lnTo>
                  <a:pt x="64000" y="0"/>
                </a:lnTo>
              </a:path>
            </a:pathLst>
          </a:custGeom>
          <a:noFill/>
          <a:ln w="15545" cap="rnd" cmpd="sng" algn="ctr">
            <a:solidFill>
              <a:srgbClr val="3827FF">
                <a:alpha val="29000"/>
              </a:srgbClr>
            </a:solidFill>
            <a:round/>
            <a:headEnd type="none"/>
            <a:tailEnd type="none"/>
          </a:ln>
        </p:spPr>
      </p:sp>
      <p:sp>
        <p:nvSpPr>
          <p:cNvPr id="336" name="synapse model / 0335 hidden to pre-activation connection"/>
          <p:cNvSpPr/>
          <p:nvPr/>
        </p:nvSpPr>
        <p:spPr>
          <a:xfrm>
            <a:off x="2478024" y="3087014"/>
            <a:ext cx="585216" cy="95098"/>
          </a:xfrm>
          <a:custGeom>
            <a:avLst/>
            <a:gdLst/>
            <a:ahLst/>
            <a:cxnLst/>
            <a:rect l="0" t="0" r="r" b="b"/>
            <a:pathLst>
              <a:path w="64000" h="10400" fill="none" stroke="1" extrusionOk="0">
                <a:moveTo>
                  <a:pt x="0" y="10400"/>
                </a:moveTo>
                <a:lnTo>
                  <a:pt x="64000" y="0"/>
                </a:lnTo>
              </a:path>
            </a:pathLst>
          </a:custGeom>
          <a:noFill/>
          <a:ln w="15545" cap="rnd" cmpd="sng" algn="ctr">
            <a:solidFill>
              <a:srgbClr val="3827FF">
                <a:alpha val="29000"/>
              </a:srgbClr>
            </a:solidFill>
            <a:round/>
            <a:headEnd type="none"/>
            <a:tailEnd type="none"/>
          </a:ln>
        </p:spPr>
      </p:sp>
      <p:sp>
        <p:nvSpPr>
          <p:cNvPr id="337" name="synapse model / 0336 hidden to pre-activation connection"/>
          <p:cNvSpPr/>
          <p:nvPr/>
        </p:nvSpPr>
        <p:spPr>
          <a:xfrm>
            <a:off x="2478024" y="3182112"/>
            <a:ext cx="585216" cy="207569"/>
          </a:xfrm>
          <a:custGeom>
            <a:avLst/>
            <a:gdLst/>
            <a:ahLst/>
            <a:cxnLst/>
            <a:rect l="0" t="0" r="r" b="b"/>
            <a:pathLst>
              <a:path w="64000" h="22700" fill="none" stroke="1" extrusionOk="0">
                <a:moveTo>
                  <a:pt x="0" y="0"/>
                </a:moveTo>
                <a:lnTo>
                  <a:pt x="64000" y="22700"/>
                </a:lnTo>
              </a:path>
            </a:pathLst>
          </a:custGeom>
          <a:noFill/>
          <a:ln w="15545" cap="rnd" cmpd="sng" algn="ctr">
            <a:solidFill>
              <a:srgbClr val="3827FF">
                <a:alpha val="29000"/>
              </a:srgbClr>
            </a:solidFill>
            <a:round/>
            <a:headEnd type="none"/>
            <a:tailEnd type="none"/>
          </a:ln>
        </p:spPr>
      </p:sp>
      <p:sp>
        <p:nvSpPr>
          <p:cNvPr id="338" name="synapse model / 0337 hidden to pre-activation connection"/>
          <p:cNvSpPr/>
          <p:nvPr/>
        </p:nvSpPr>
        <p:spPr>
          <a:xfrm>
            <a:off x="2478024" y="3182112"/>
            <a:ext cx="585216" cy="510235"/>
          </a:xfrm>
          <a:custGeom>
            <a:avLst/>
            <a:gdLst/>
            <a:ahLst/>
            <a:cxnLst/>
            <a:rect l="0" t="0" r="r" b="b"/>
            <a:pathLst>
              <a:path w="64000" h="55800" fill="none" stroke="1" extrusionOk="0">
                <a:moveTo>
                  <a:pt x="0" y="0"/>
                </a:moveTo>
                <a:lnTo>
                  <a:pt x="64000" y="55800"/>
                </a:lnTo>
              </a:path>
            </a:pathLst>
          </a:custGeom>
          <a:noFill/>
          <a:ln w="15545" cap="rnd" cmpd="sng" algn="ctr">
            <a:solidFill>
              <a:srgbClr val="3827FF">
                <a:alpha val="29000"/>
              </a:srgbClr>
            </a:solidFill>
            <a:round/>
            <a:headEnd type="none"/>
            <a:tailEnd type="none"/>
          </a:ln>
        </p:spPr>
      </p:sp>
      <p:sp>
        <p:nvSpPr>
          <p:cNvPr id="339" name="synapse model / 0338 hidden to pre-activation connection"/>
          <p:cNvSpPr/>
          <p:nvPr/>
        </p:nvSpPr>
        <p:spPr>
          <a:xfrm>
            <a:off x="2478024" y="3182112"/>
            <a:ext cx="585216" cy="812902"/>
          </a:xfrm>
          <a:custGeom>
            <a:avLst/>
            <a:gdLst/>
            <a:ahLst/>
            <a:cxnLst/>
            <a:rect l="0" t="0" r="r" b="b"/>
            <a:pathLst>
              <a:path w="64000" h="88900" fill="none" stroke="1" extrusionOk="0">
                <a:moveTo>
                  <a:pt x="0" y="0"/>
                </a:moveTo>
                <a:lnTo>
                  <a:pt x="64000" y="88900"/>
                </a:lnTo>
              </a:path>
            </a:pathLst>
          </a:custGeom>
          <a:noFill/>
          <a:ln w="15545" cap="rnd" cmpd="sng" algn="ctr">
            <a:solidFill>
              <a:srgbClr val="3827FF">
                <a:alpha val="29000"/>
              </a:srgbClr>
            </a:solidFill>
            <a:round/>
            <a:headEnd type="none"/>
            <a:tailEnd type="none"/>
          </a:ln>
        </p:spPr>
      </p:sp>
      <p:sp>
        <p:nvSpPr>
          <p:cNvPr id="340" name="synapse model / 0339 hidden to pre-activation connection"/>
          <p:cNvSpPr/>
          <p:nvPr/>
        </p:nvSpPr>
        <p:spPr>
          <a:xfrm>
            <a:off x="2478024" y="3182112"/>
            <a:ext cx="585216" cy="1115568"/>
          </a:xfrm>
          <a:custGeom>
            <a:avLst/>
            <a:gdLst/>
            <a:ahLst/>
            <a:cxnLst/>
            <a:rect l="0" t="0" r="r" b="b"/>
            <a:pathLst>
              <a:path w="64000" h="122000" fill="none" stroke="1" extrusionOk="0">
                <a:moveTo>
                  <a:pt x="0" y="0"/>
                </a:moveTo>
                <a:lnTo>
                  <a:pt x="64000" y="122000"/>
                </a:lnTo>
              </a:path>
            </a:pathLst>
          </a:custGeom>
          <a:noFill/>
          <a:ln w="15545" cap="rnd" cmpd="sng" algn="ctr">
            <a:solidFill>
              <a:srgbClr val="3827FF">
                <a:alpha val="29000"/>
              </a:srgbClr>
            </a:solidFill>
            <a:round/>
            <a:headEnd type="none"/>
            <a:tailEnd type="none"/>
          </a:ln>
        </p:spPr>
      </p:sp>
      <p:sp>
        <p:nvSpPr>
          <p:cNvPr id="341" name="synapse model / 0340 hidden to pre-activation connection"/>
          <p:cNvSpPr/>
          <p:nvPr/>
        </p:nvSpPr>
        <p:spPr>
          <a:xfrm>
            <a:off x="2478024" y="3182112"/>
            <a:ext cx="585216" cy="1418234"/>
          </a:xfrm>
          <a:custGeom>
            <a:avLst/>
            <a:gdLst/>
            <a:ahLst/>
            <a:cxnLst/>
            <a:rect l="0" t="0" r="r" b="b"/>
            <a:pathLst>
              <a:path w="64000" h="155100" fill="none" stroke="1" extrusionOk="0">
                <a:moveTo>
                  <a:pt x="0" y="0"/>
                </a:moveTo>
                <a:lnTo>
                  <a:pt x="64000" y="155100"/>
                </a:lnTo>
              </a:path>
            </a:pathLst>
          </a:custGeom>
          <a:noFill/>
          <a:ln w="15545" cap="rnd" cmpd="sng" algn="ctr">
            <a:solidFill>
              <a:srgbClr val="3827FF">
                <a:alpha val="29000"/>
              </a:srgbClr>
            </a:solidFill>
            <a:round/>
            <a:headEnd type="none"/>
            <a:tailEnd type="none"/>
          </a:ln>
        </p:spPr>
      </p:sp>
      <p:sp>
        <p:nvSpPr>
          <p:cNvPr id="342" name="synapse model / 0341 hidden to pre-activation connection"/>
          <p:cNvSpPr/>
          <p:nvPr/>
        </p:nvSpPr>
        <p:spPr>
          <a:xfrm>
            <a:off x="2478024" y="3182112"/>
            <a:ext cx="585216" cy="1720901"/>
          </a:xfrm>
          <a:custGeom>
            <a:avLst/>
            <a:gdLst/>
            <a:ahLst/>
            <a:cxnLst/>
            <a:rect l="0" t="0" r="r" b="b"/>
            <a:pathLst>
              <a:path w="64000" h="188200" fill="none" stroke="1" extrusionOk="0">
                <a:moveTo>
                  <a:pt x="0" y="0"/>
                </a:moveTo>
                <a:lnTo>
                  <a:pt x="64000" y="188200"/>
                </a:lnTo>
              </a:path>
            </a:pathLst>
          </a:custGeom>
          <a:noFill/>
          <a:ln w="15545" cap="rnd" cmpd="sng" algn="ctr">
            <a:solidFill>
              <a:srgbClr val="3827FF">
                <a:alpha val="29000"/>
              </a:srgbClr>
            </a:solidFill>
            <a:round/>
            <a:headEnd type="none"/>
            <a:tailEnd type="none"/>
          </a:ln>
        </p:spPr>
      </p:sp>
      <p:sp>
        <p:nvSpPr>
          <p:cNvPr id="343" name="synapse model / 0342 hidden to pre-activation connection"/>
          <p:cNvSpPr/>
          <p:nvPr/>
        </p:nvSpPr>
        <p:spPr>
          <a:xfrm>
            <a:off x="2478024" y="1271016"/>
            <a:ext cx="585216" cy="2258568"/>
          </a:xfrm>
          <a:custGeom>
            <a:avLst/>
            <a:gdLst/>
            <a:ahLst/>
            <a:cxnLst/>
            <a:rect l="0" t="0" r="r" b="b"/>
            <a:pathLst>
              <a:path w="64000" h="247000" fill="none" stroke="1" extrusionOk="0">
                <a:moveTo>
                  <a:pt x="0" y="247000"/>
                </a:moveTo>
                <a:lnTo>
                  <a:pt x="64000" y="0"/>
                </a:lnTo>
              </a:path>
            </a:pathLst>
          </a:custGeom>
          <a:noFill/>
          <a:ln w="15545" cap="rnd" cmpd="sng" algn="ctr">
            <a:solidFill>
              <a:srgbClr val="3827FF">
                <a:alpha val="29000"/>
              </a:srgbClr>
            </a:solidFill>
            <a:round/>
            <a:headEnd type="none"/>
            <a:tailEnd type="none"/>
          </a:ln>
        </p:spPr>
      </p:sp>
      <p:sp>
        <p:nvSpPr>
          <p:cNvPr id="344" name="synapse model / 0343 hidden to pre-activation connection"/>
          <p:cNvSpPr/>
          <p:nvPr/>
        </p:nvSpPr>
        <p:spPr>
          <a:xfrm>
            <a:off x="2478024" y="1573682"/>
            <a:ext cx="585216" cy="1955902"/>
          </a:xfrm>
          <a:custGeom>
            <a:avLst/>
            <a:gdLst/>
            <a:ahLst/>
            <a:cxnLst/>
            <a:rect l="0" t="0" r="r" b="b"/>
            <a:pathLst>
              <a:path w="64000" h="213900" fill="none" stroke="1" extrusionOk="0">
                <a:moveTo>
                  <a:pt x="0" y="213900"/>
                </a:moveTo>
                <a:lnTo>
                  <a:pt x="64000" y="0"/>
                </a:lnTo>
              </a:path>
            </a:pathLst>
          </a:custGeom>
          <a:noFill/>
          <a:ln w="15545" cap="rnd" cmpd="sng" algn="ctr">
            <a:solidFill>
              <a:srgbClr val="3827FF">
                <a:alpha val="29000"/>
              </a:srgbClr>
            </a:solidFill>
            <a:round/>
            <a:headEnd type="none"/>
            <a:tailEnd type="none"/>
          </a:ln>
        </p:spPr>
      </p:sp>
      <p:sp>
        <p:nvSpPr>
          <p:cNvPr id="345" name="synapse model / 0344 hidden to pre-activation connection"/>
          <p:cNvSpPr/>
          <p:nvPr/>
        </p:nvSpPr>
        <p:spPr>
          <a:xfrm>
            <a:off x="2478024" y="1876349"/>
            <a:ext cx="585216" cy="1653235"/>
          </a:xfrm>
          <a:custGeom>
            <a:avLst/>
            <a:gdLst/>
            <a:ahLst/>
            <a:cxnLst/>
            <a:rect l="0" t="0" r="r" b="b"/>
            <a:pathLst>
              <a:path w="64000" h="180800" fill="none" stroke="1" extrusionOk="0">
                <a:moveTo>
                  <a:pt x="0" y="180800"/>
                </a:moveTo>
                <a:lnTo>
                  <a:pt x="64000" y="0"/>
                </a:lnTo>
              </a:path>
            </a:pathLst>
          </a:custGeom>
          <a:noFill/>
          <a:ln w="15545" cap="rnd" cmpd="sng" algn="ctr">
            <a:solidFill>
              <a:srgbClr val="3827FF">
                <a:alpha val="29000"/>
              </a:srgbClr>
            </a:solidFill>
            <a:round/>
            <a:headEnd type="none"/>
            <a:tailEnd type="none"/>
          </a:ln>
        </p:spPr>
      </p:sp>
      <p:sp>
        <p:nvSpPr>
          <p:cNvPr id="346" name="synapse model / 0345 hidden to pre-activation connection"/>
          <p:cNvSpPr/>
          <p:nvPr/>
        </p:nvSpPr>
        <p:spPr>
          <a:xfrm>
            <a:off x="2478024" y="2179015"/>
            <a:ext cx="585216" cy="1350569"/>
          </a:xfrm>
          <a:custGeom>
            <a:avLst/>
            <a:gdLst/>
            <a:ahLst/>
            <a:cxnLst/>
            <a:rect l="0" t="0" r="r" b="b"/>
            <a:pathLst>
              <a:path w="64000" h="147700" fill="none" stroke="1" extrusionOk="0">
                <a:moveTo>
                  <a:pt x="0" y="147700"/>
                </a:moveTo>
                <a:lnTo>
                  <a:pt x="64000" y="0"/>
                </a:lnTo>
              </a:path>
            </a:pathLst>
          </a:custGeom>
          <a:noFill/>
          <a:ln w="15545" cap="rnd" cmpd="sng" algn="ctr">
            <a:solidFill>
              <a:srgbClr val="3827FF">
                <a:alpha val="29000"/>
              </a:srgbClr>
            </a:solidFill>
            <a:round/>
            <a:headEnd type="none"/>
            <a:tailEnd type="none"/>
          </a:ln>
        </p:spPr>
      </p:sp>
      <p:sp>
        <p:nvSpPr>
          <p:cNvPr id="347" name="synapse model / 0346 hidden to pre-activation connection"/>
          <p:cNvSpPr/>
          <p:nvPr/>
        </p:nvSpPr>
        <p:spPr>
          <a:xfrm>
            <a:off x="2478024" y="2481682"/>
            <a:ext cx="585216" cy="1047902"/>
          </a:xfrm>
          <a:custGeom>
            <a:avLst/>
            <a:gdLst/>
            <a:ahLst/>
            <a:cxnLst/>
            <a:rect l="0" t="0" r="r" b="b"/>
            <a:pathLst>
              <a:path w="64000" h="114600" fill="none" stroke="1" extrusionOk="0">
                <a:moveTo>
                  <a:pt x="0" y="114600"/>
                </a:moveTo>
                <a:lnTo>
                  <a:pt x="64000" y="0"/>
                </a:lnTo>
              </a:path>
            </a:pathLst>
          </a:custGeom>
          <a:noFill/>
          <a:ln w="15545" cap="rnd" cmpd="sng" algn="ctr">
            <a:solidFill>
              <a:srgbClr val="3827FF">
                <a:alpha val="29000"/>
              </a:srgbClr>
            </a:solidFill>
            <a:round/>
            <a:headEnd type="none"/>
            <a:tailEnd type="none"/>
          </a:ln>
        </p:spPr>
      </p:sp>
      <p:sp>
        <p:nvSpPr>
          <p:cNvPr id="348" name="synapse model / 0347 hidden to pre-activation connection"/>
          <p:cNvSpPr/>
          <p:nvPr/>
        </p:nvSpPr>
        <p:spPr>
          <a:xfrm>
            <a:off x="2478024" y="2784348"/>
            <a:ext cx="585216" cy="745236"/>
          </a:xfrm>
          <a:custGeom>
            <a:avLst/>
            <a:gdLst/>
            <a:ahLst/>
            <a:cxnLst/>
            <a:rect l="0" t="0" r="r" b="b"/>
            <a:pathLst>
              <a:path w="64000" h="81500" fill="none" stroke="1" extrusionOk="0">
                <a:moveTo>
                  <a:pt x="0" y="81500"/>
                </a:moveTo>
                <a:lnTo>
                  <a:pt x="64000" y="0"/>
                </a:lnTo>
              </a:path>
            </a:pathLst>
          </a:custGeom>
          <a:noFill/>
          <a:ln w="15545" cap="rnd" cmpd="sng" algn="ctr">
            <a:solidFill>
              <a:srgbClr val="3827FF">
                <a:alpha val="29000"/>
              </a:srgbClr>
            </a:solidFill>
            <a:round/>
            <a:headEnd type="none"/>
            <a:tailEnd type="none"/>
          </a:ln>
        </p:spPr>
      </p:sp>
      <p:sp>
        <p:nvSpPr>
          <p:cNvPr id="349" name="synapse model / 0348 hidden to pre-activation connection"/>
          <p:cNvSpPr/>
          <p:nvPr/>
        </p:nvSpPr>
        <p:spPr>
          <a:xfrm>
            <a:off x="2478024" y="3087014"/>
            <a:ext cx="585216" cy="442570"/>
          </a:xfrm>
          <a:custGeom>
            <a:avLst/>
            <a:gdLst/>
            <a:ahLst/>
            <a:cxnLst/>
            <a:rect l="0" t="0" r="r" b="b"/>
            <a:pathLst>
              <a:path w="64000" h="48400" fill="none" stroke="1" extrusionOk="0">
                <a:moveTo>
                  <a:pt x="0" y="48400"/>
                </a:moveTo>
                <a:lnTo>
                  <a:pt x="64000" y="0"/>
                </a:lnTo>
              </a:path>
            </a:pathLst>
          </a:custGeom>
          <a:noFill/>
          <a:ln w="15545" cap="rnd" cmpd="sng" algn="ctr">
            <a:solidFill>
              <a:srgbClr val="3827FF">
                <a:alpha val="29000"/>
              </a:srgbClr>
            </a:solidFill>
            <a:round/>
            <a:headEnd type="none"/>
            <a:tailEnd type="none"/>
          </a:ln>
        </p:spPr>
      </p:sp>
      <p:sp>
        <p:nvSpPr>
          <p:cNvPr id="350" name="synapse model / 0349 hidden to pre-activation connection"/>
          <p:cNvSpPr/>
          <p:nvPr/>
        </p:nvSpPr>
        <p:spPr>
          <a:xfrm>
            <a:off x="2478024" y="3389681"/>
            <a:ext cx="585216" cy="139903"/>
          </a:xfrm>
          <a:custGeom>
            <a:avLst/>
            <a:gdLst/>
            <a:ahLst/>
            <a:cxnLst/>
            <a:rect l="0" t="0" r="r" b="b"/>
            <a:pathLst>
              <a:path w="64000" h="15300" fill="none" stroke="1" extrusionOk="0">
                <a:moveTo>
                  <a:pt x="0" y="15300"/>
                </a:moveTo>
                <a:lnTo>
                  <a:pt x="64000" y="0"/>
                </a:lnTo>
              </a:path>
            </a:pathLst>
          </a:custGeom>
          <a:noFill/>
          <a:ln w="15545" cap="rnd" cmpd="sng" algn="ctr">
            <a:solidFill>
              <a:srgbClr val="3827FF">
                <a:alpha val="29000"/>
              </a:srgbClr>
            </a:solidFill>
            <a:round/>
            <a:headEnd type="none"/>
            <a:tailEnd type="none"/>
          </a:ln>
        </p:spPr>
      </p:sp>
      <p:sp>
        <p:nvSpPr>
          <p:cNvPr id="351" name="synapse model / 0350 hidden to pre-activation connection"/>
          <p:cNvSpPr/>
          <p:nvPr/>
        </p:nvSpPr>
        <p:spPr>
          <a:xfrm>
            <a:off x="2478024" y="3529584"/>
            <a:ext cx="585216" cy="162763"/>
          </a:xfrm>
          <a:custGeom>
            <a:avLst/>
            <a:gdLst/>
            <a:ahLst/>
            <a:cxnLst/>
            <a:rect l="0" t="0" r="r" b="b"/>
            <a:pathLst>
              <a:path w="64000" h="17800" fill="none" stroke="1" extrusionOk="0">
                <a:moveTo>
                  <a:pt x="0" y="0"/>
                </a:moveTo>
                <a:lnTo>
                  <a:pt x="64000" y="17800"/>
                </a:lnTo>
              </a:path>
            </a:pathLst>
          </a:custGeom>
          <a:noFill/>
          <a:ln w="15545" cap="rnd" cmpd="sng" algn="ctr">
            <a:solidFill>
              <a:srgbClr val="3827FF">
                <a:alpha val="29000"/>
              </a:srgbClr>
            </a:solidFill>
            <a:round/>
            <a:headEnd type="none"/>
            <a:tailEnd type="none"/>
          </a:ln>
        </p:spPr>
      </p:sp>
      <p:sp>
        <p:nvSpPr>
          <p:cNvPr id="352" name="synapse model / 0351 hidden to pre-activation connection"/>
          <p:cNvSpPr/>
          <p:nvPr/>
        </p:nvSpPr>
        <p:spPr>
          <a:xfrm>
            <a:off x="2478024" y="3529584"/>
            <a:ext cx="585216" cy="465430"/>
          </a:xfrm>
          <a:custGeom>
            <a:avLst/>
            <a:gdLst/>
            <a:ahLst/>
            <a:cxnLst/>
            <a:rect l="0" t="0" r="r" b="b"/>
            <a:pathLst>
              <a:path w="64000" h="50900" fill="none" stroke="1" extrusionOk="0">
                <a:moveTo>
                  <a:pt x="0" y="0"/>
                </a:moveTo>
                <a:lnTo>
                  <a:pt x="64000" y="50900"/>
                </a:lnTo>
              </a:path>
            </a:pathLst>
          </a:custGeom>
          <a:noFill/>
          <a:ln w="15545" cap="rnd" cmpd="sng" algn="ctr">
            <a:solidFill>
              <a:srgbClr val="3827FF">
                <a:alpha val="29000"/>
              </a:srgbClr>
            </a:solidFill>
            <a:round/>
            <a:headEnd type="none"/>
            <a:tailEnd type="none"/>
          </a:ln>
        </p:spPr>
      </p:sp>
      <p:sp>
        <p:nvSpPr>
          <p:cNvPr id="353" name="synapse model / 0352 hidden to pre-activation connection"/>
          <p:cNvSpPr/>
          <p:nvPr/>
        </p:nvSpPr>
        <p:spPr>
          <a:xfrm>
            <a:off x="2478024" y="3529584"/>
            <a:ext cx="585216" cy="768096"/>
          </a:xfrm>
          <a:custGeom>
            <a:avLst/>
            <a:gdLst/>
            <a:ahLst/>
            <a:cxnLst/>
            <a:rect l="0" t="0" r="r" b="b"/>
            <a:pathLst>
              <a:path w="64000" h="84000" fill="none" stroke="1" extrusionOk="0">
                <a:moveTo>
                  <a:pt x="0" y="0"/>
                </a:moveTo>
                <a:lnTo>
                  <a:pt x="64000" y="84000"/>
                </a:lnTo>
              </a:path>
            </a:pathLst>
          </a:custGeom>
          <a:noFill/>
          <a:ln w="15545" cap="rnd" cmpd="sng" algn="ctr">
            <a:solidFill>
              <a:srgbClr val="3827FF">
                <a:alpha val="29000"/>
              </a:srgbClr>
            </a:solidFill>
            <a:round/>
            <a:headEnd type="none"/>
            <a:tailEnd type="none"/>
          </a:ln>
        </p:spPr>
      </p:sp>
      <p:sp>
        <p:nvSpPr>
          <p:cNvPr id="354" name="synapse model / 0353 hidden to pre-activation connection"/>
          <p:cNvSpPr/>
          <p:nvPr/>
        </p:nvSpPr>
        <p:spPr>
          <a:xfrm>
            <a:off x="2478024" y="3529584"/>
            <a:ext cx="585216" cy="1070762"/>
          </a:xfrm>
          <a:custGeom>
            <a:avLst/>
            <a:gdLst/>
            <a:ahLst/>
            <a:cxnLst/>
            <a:rect l="0" t="0" r="r" b="b"/>
            <a:pathLst>
              <a:path w="64000" h="117100" fill="none" stroke="1" extrusionOk="0">
                <a:moveTo>
                  <a:pt x="0" y="0"/>
                </a:moveTo>
                <a:lnTo>
                  <a:pt x="64000" y="117100"/>
                </a:lnTo>
              </a:path>
            </a:pathLst>
          </a:custGeom>
          <a:noFill/>
          <a:ln w="15545" cap="rnd" cmpd="sng" algn="ctr">
            <a:solidFill>
              <a:srgbClr val="3827FF">
                <a:alpha val="29000"/>
              </a:srgbClr>
            </a:solidFill>
            <a:round/>
            <a:headEnd type="none"/>
            <a:tailEnd type="none"/>
          </a:ln>
        </p:spPr>
      </p:sp>
      <p:sp>
        <p:nvSpPr>
          <p:cNvPr id="355" name="synapse model / 0354 hidden to pre-activation connection"/>
          <p:cNvSpPr/>
          <p:nvPr/>
        </p:nvSpPr>
        <p:spPr>
          <a:xfrm>
            <a:off x="2478024" y="3529584"/>
            <a:ext cx="585216" cy="1373429"/>
          </a:xfrm>
          <a:custGeom>
            <a:avLst/>
            <a:gdLst/>
            <a:ahLst/>
            <a:cxnLst/>
            <a:rect l="0" t="0" r="r" b="b"/>
            <a:pathLst>
              <a:path w="64000" h="150200" fill="none" stroke="1" extrusionOk="0">
                <a:moveTo>
                  <a:pt x="0" y="0"/>
                </a:moveTo>
                <a:lnTo>
                  <a:pt x="64000" y="150200"/>
                </a:lnTo>
              </a:path>
            </a:pathLst>
          </a:custGeom>
          <a:noFill/>
          <a:ln w="15545" cap="rnd" cmpd="sng" algn="ctr">
            <a:solidFill>
              <a:srgbClr val="3827FF">
                <a:alpha val="29000"/>
              </a:srgbClr>
            </a:solidFill>
            <a:round/>
            <a:headEnd type="none"/>
            <a:tailEnd type="none"/>
          </a:ln>
        </p:spPr>
      </p:sp>
      <p:sp>
        <p:nvSpPr>
          <p:cNvPr id="356" name="synapse model / 0355 stack side"/>
          <p:cNvSpPr/>
          <p:nvPr/>
        </p:nvSpPr>
        <p:spPr>
          <a:xfrm>
            <a:off x="1060704" y="996696"/>
            <a:ext cx="164592" cy="4023360"/>
          </a:xfrm>
          <a:custGeom>
            <a:avLst/>
            <a:gdLst/>
            <a:ahLst/>
            <a:cxnLst/>
            <a:rect l="0" t="0" r="r" b="b"/>
            <a:pathLst>
              <a:path w="18000" h="440000" fill="norm" stroke="1" extrusionOk="0">
                <a:moveTo>
                  <a:pt x="0" y="0"/>
                </a:moveTo>
                <a:lnTo>
                  <a:pt x="18000" y="12000"/>
                </a:lnTo>
                <a:lnTo>
                  <a:pt x="18000" y="440000"/>
                </a:lnTo>
                <a:lnTo>
                  <a:pt x="0" y="440000"/>
                </a:lnTo>
                <a:close/>
              </a:path>
            </a:pathLst>
          </a:custGeom>
          <a:gradFill rotWithShape="1">
            <a:gsLst>
              <a:gs pos="0">
                <a:srgbClr val="DEDEDE"/>
              </a:gs>
              <a:gs pos="100000">
                <a:srgbClr val="BBBBBB"/>
              </a:gs>
            </a:gsLst>
            <a:lin ang="0" scaled="1"/>
            <a:tileRect/>
          </a:gradFill>
          <a:ln w="20117" cap="rnd" cmpd="sng" algn="ctr">
            <a:solidFill>
              <a:srgbClr val="000000"/>
            </a:solidFill>
            <a:round/>
            <a:headEnd type="none"/>
            <a:tailEnd type="none"/>
          </a:ln>
        </p:spPr>
      </p:sp>
      <p:sp>
        <p:nvSpPr>
          <p:cNvPr id="357" name="synapse model / 0356 activation stack"/>
          <p:cNvSpPr/>
          <p:nvPr/>
        </p:nvSpPr>
        <p:spPr>
          <a:xfrm>
            <a:off x="393192" y="996696"/>
            <a:ext cx="667512" cy="4023360"/>
          </a:xfrm>
          <a:custGeom>
            <a:avLst/>
            <a:gdLst/>
            <a:ahLst/>
            <a:cxnLst/>
            <a:rect l="0" t="0" r="r" b="b"/>
            <a:pathLst>
              <a:path w="73000" h="440000" fill="norm" stroke="1" extrusionOk="0">
                <a:moveTo>
                  <a:pt x="0" y="0"/>
                </a:moveTo>
                <a:lnTo>
                  <a:pt x="73000" y="0"/>
                </a:lnTo>
                <a:lnTo>
                  <a:pt x="73000" y="440000"/>
                </a:lnTo>
                <a:lnTo>
                  <a:pt x="0" y="440000"/>
                </a:lnTo>
                <a:close/>
              </a:path>
            </a:pathLst>
          </a:custGeom>
          <a:gradFill rotWithShape="1">
            <a:gsLst>
              <a:gs pos="0">
                <a:srgbClr val="B2B2B2"/>
              </a:gs>
              <a:gs pos="100000">
                <a:srgbClr val="E4E4E4"/>
              </a:gs>
            </a:gsLst>
            <a:lin ang="5400000" scaled="1"/>
            <a:tileRect/>
          </a:gradFill>
          <a:ln w="22860" cap="rnd" cmpd="sng" algn="ctr">
            <a:solidFill>
              <a:srgbClr val="000000"/>
            </a:solidFill>
            <a:round/>
            <a:headEnd type="none"/>
            <a:tailEnd type="none"/>
          </a:ln>
        </p:spPr>
      </p:sp>
      <p:sp>
        <p:nvSpPr>
          <p:cNvPr id="358" name="synapse model / 0357 paper texture"/>
          <p:cNvSpPr/>
          <p:nvPr/>
        </p:nvSpPr>
        <p:spPr>
          <a:xfrm>
            <a:off x="394453" y="1013959"/>
            <a:ext cx="663877" cy="3989471"/>
          </a:xfrm>
          <a:custGeom>
            <a:avLst/>
            <a:gdLst/>
            <a:ahLst/>
            <a:cxnLst/>
            <a:rect l="0" t="0" r="r" b="b"/>
            <a:pathLst>
              <a:path w="72602" h="436294" fill="norm" stroke="1" extrusionOk="0">
                <a:moveTo>
                  <a:pt x="32529" y="243733"/>
                </a:moveTo>
                <a:lnTo>
                  <a:pt x="34589" y="244731"/>
                </a:lnTo>
                <a:lnTo>
                  <a:pt x="31499" y="244232"/>
                </a:lnTo>
                <a:close/>
                <a:moveTo>
                  <a:pt x="36411" y="255799"/>
                </a:moveTo>
                <a:lnTo>
                  <a:pt x="37103" y="256867"/>
                </a:lnTo>
                <a:lnTo>
                  <a:pt x="36065" y="256333"/>
                </a:lnTo>
                <a:close/>
                <a:moveTo>
                  <a:pt x="44954" y="345643"/>
                </a:moveTo>
                <a:lnTo>
                  <a:pt x="45478" y="346398"/>
                </a:lnTo>
                <a:lnTo>
                  <a:pt x="44692" y="346020"/>
                </a:lnTo>
                <a:close/>
                <a:moveTo>
                  <a:pt x="7209" y="352927"/>
                </a:moveTo>
                <a:lnTo>
                  <a:pt x="8842" y="353290"/>
                </a:lnTo>
                <a:lnTo>
                  <a:pt x="6393" y="353108"/>
                </a:lnTo>
                <a:close/>
                <a:moveTo>
                  <a:pt x="69616" y="420711"/>
                </a:moveTo>
                <a:lnTo>
                  <a:pt x="71175" y="421935"/>
                </a:lnTo>
                <a:lnTo>
                  <a:pt x="68836" y="421323"/>
                </a:lnTo>
                <a:close/>
                <a:moveTo>
                  <a:pt x="11887" y="5667"/>
                </a:moveTo>
                <a:lnTo>
                  <a:pt x="13214" y="6057"/>
                </a:lnTo>
                <a:lnTo>
                  <a:pt x="11223" y="5862"/>
                </a:lnTo>
                <a:close/>
                <a:moveTo>
                  <a:pt x="14177" y="104841"/>
                </a:moveTo>
                <a:lnTo>
                  <a:pt x="14582" y="105837"/>
                </a:lnTo>
                <a:lnTo>
                  <a:pt x="13974" y="105339"/>
                </a:lnTo>
                <a:close/>
                <a:moveTo>
                  <a:pt x="31699" y="367253"/>
                </a:moveTo>
                <a:lnTo>
                  <a:pt x="33010" y="368513"/>
                </a:lnTo>
                <a:lnTo>
                  <a:pt x="31044" y="367883"/>
                </a:lnTo>
                <a:close/>
                <a:moveTo>
                  <a:pt x="35846" y="288603"/>
                </a:moveTo>
                <a:lnTo>
                  <a:pt x="37042" y="289320"/>
                </a:lnTo>
                <a:lnTo>
                  <a:pt x="35248" y="288961"/>
                </a:lnTo>
                <a:close/>
                <a:moveTo>
                  <a:pt x="70698" y="434229"/>
                </a:moveTo>
                <a:lnTo>
                  <a:pt x="72602" y="435591"/>
                </a:lnTo>
                <a:lnTo>
                  <a:pt x="69746" y="434910"/>
                </a:lnTo>
                <a:close/>
                <a:moveTo>
                  <a:pt x="22932" y="99476"/>
                </a:moveTo>
                <a:lnTo>
                  <a:pt x="23816" y="99881"/>
                </a:lnTo>
                <a:lnTo>
                  <a:pt x="22489" y="99679"/>
                </a:lnTo>
                <a:close/>
                <a:moveTo>
                  <a:pt x="54502" y="174087"/>
                </a:moveTo>
                <a:lnTo>
                  <a:pt x="56418" y="174967"/>
                </a:lnTo>
                <a:lnTo>
                  <a:pt x="53544" y="174527"/>
                </a:lnTo>
                <a:close/>
                <a:moveTo>
                  <a:pt x="67925" y="369386"/>
                </a:moveTo>
                <a:lnTo>
                  <a:pt x="68276" y="370001"/>
                </a:lnTo>
                <a:lnTo>
                  <a:pt x="67750" y="369694"/>
                </a:lnTo>
                <a:close/>
                <a:moveTo>
                  <a:pt x="64581" y="204496"/>
                </a:moveTo>
                <a:lnTo>
                  <a:pt x="66745" y="205393"/>
                </a:lnTo>
                <a:lnTo>
                  <a:pt x="63499" y="204945"/>
                </a:lnTo>
                <a:close/>
                <a:moveTo>
                  <a:pt x="5975" y="274184"/>
                </a:moveTo>
                <a:lnTo>
                  <a:pt x="7765" y="274889"/>
                </a:lnTo>
                <a:lnTo>
                  <a:pt x="5080" y="274536"/>
                </a:lnTo>
                <a:close/>
                <a:moveTo>
                  <a:pt x="6962" y="144452"/>
                </a:moveTo>
                <a:lnTo>
                  <a:pt x="9096" y="145889"/>
                </a:lnTo>
                <a:lnTo>
                  <a:pt x="5895" y="145171"/>
                </a:lnTo>
                <a:close/>
                <a:moveTo>
                  <a:pt x="9122" y="106784"/>
                </a:moveTo>
                <a:lnTo>
                  <a:pt x="9658" y="107173"/>
                </a:lnTo>
                <a:lnTo>
                  <a:pt x="8853" y="106979"/>
                </a:lnTo>
                <a:close/>
                <a:moveTo>
                  <a:pt x="56654" y="76757"/>
                </a:moveTo>
                <a:lnTo>
                  <a:pt x="58038" y="77729"/>
                </a:lnTo>
                <a:lnTo>
                  <a:pt x="55961" y="77243"/>
                </a:lnTo>
                <a:close/>
                <a:moveTo>
                  <a:pt x="14210" y="318950"/>
                </a:moveTo>
                <a:lnTo>
                  <a:pt x="14802" y="320215"/>
                </a:lnTo>
                <a:lnTo>
                  <a:pt x="13914" y="319583"/>
                </a:lnTo>
                <a:close/>
                <a:moveTo>
                  <a:pt x="9018" y="182982"/>
                </a:moveTo>
                <a:lnTo>
                  <a:pt x="9762" y="183687"/>
                </a:lnTo>
                <a:lnTo>
                  <a:pt x="8646" y="183335"/>
                </a:lnTo>
                <a:close/>
                <a:moveTo>
                  <a:pt x="68827" y="350203"/>
                </a:moveTo>
                <a:lnTo>
                  <a:pt x="69740" y="351830"/>
                </a:lnTo>
                <a:lnTo>
                  <a:pt x="68371" y="351017"/>
                </a:lnTo>
                <a:close/>
                <a:moveTo>
                  <a:pt x="15612" y="171410"/>
                </a:moveTo>
                <a:lnTo>
                  <a:pt x="17542" y="172673"/>
                </a:lnTo>
                <a:lnTo>
                  <a:pt x="14647" y="172041"/>
                </a:lnTo>
                <a:close/>
                <a:moveTo>
                  <a:pt x="7885" y="431437"/>
                </a:moveTo>
                <a:lnTo>
                  <a:pt x="8630" y="432124"/>
                </a:lnTo>
                <a:lnTo>
                  <a:pt x="7513" y="431781"/>
                </a:lnTo>
                <a:close/>
                <a:moveTo>
                  <a:pt x="54950" y="142866"/>
                </a:moveTo>
                <a:lnTo>
                  <a:pt x="55849" y="143276"/>
                </a:lnTo>
                <a:lnTo>
                  <a:pt x="54501" y="143071"/>
                </a:lnTo>
                <a:close/>
                <a:moveTo>
                  <a:pt x="7170" y="253767"/>
                </a:moveTo>
                <a:lnTo>
                  <a:pt x="7970" y="254969"/>
                </a:lnTo>
                <a:lnTo>
                  <a:pt x="6771" y="254368"/>
                </a:lnTo>
                <a:close/>
                <a:moveTo>
                  <a:pt x="26881" y="197164"/>
                </a:moveTo>
                <a:lnTo>
                  <a:pt x="29006" y="198190"/>
                </a:lnTo>
                <a:lnTo>
                  <a:pt x="25819" y="197677"/>
                </a:lnTo>
                <a:close/>
                <a:moveTo>
                  <a:pt x="41082" y="377784"/>
                </a:moveTo>
                <a:lnTo>
                  <a:pt x="41770" y="378315"/>
                </a:lnTo>
                <a:lnTo>
                  <a:pt x="40738" y="378049"/>
                </a:lnTo>
                <a:close/>
                <a:moveTo>
                  <a:pt x="64452" y="356492"/>
                </a:moveTo>
                <a:lnTo>
                  <a:pt x="65263" y="357076"/>
                </a:lnTo>
                <a:lnTo>
                  <a:pt x="64046" y="356784"/>
                </a:lnTo>
                <a:close/>
                <a:moveTo>
                  <a:pt x="52622" y="410069"/>
                </a:moveTo>
                <a:lnTo>
                  <a:pt x="53336" y="411794"/>
                </a:lnTo>
                <a:lnTo>
                  <a:pt x="52265" y="410932"/>
                </a:lnTo>
                <a:close/>
                <a:moveTo>
                  <a:pt x="62615" y="262857"/>
                </a:moveTo>
                <a:lnTo>
                  <a:pt x="63745" y="263312"/>
                </a:lnTo>
                <a:lnTo>
                  <a:pt x="62051" y="263084"/>
                </a:lnTo>
                <a:close/>
                <a:moveTo>
                  <a:pt x="3571" y="419804"/>
                </a:moveTo>
                <a:lnTo>
                  <a:pt x="4362" y="421161"/>
                </a:lnTo>
                <a:lnTo>
                  <a:pt x="3175" y="420482"/>
                </a:lnTo>
                <a:close/>
                <a:moveTo>
                  <a:pt x="18851" y="359077"/>
                </a:moveTo>
                <a:lnTo>
                  <a:pt x="20304" y="359817"/>
                </a:lnTo>
                <a:lnTo>
                  <a:pt x="18124" y="359447"/>
                </a:lnTo>
                <a:close/>
                <a:moveTo>
                  <a:pt x="13142" y="313906"/>
                </a:moveTo>
                <a:lnTo>
                  <a:pt x="13620" y="314549"/>
                </a:lnTo>
                <a:lnTo>
                  <a:pt x="12904" y="314228"/>
                </a:lnTo>
                <a:close/>
                <a:moveTo>
                  <a:pt x="40018" y="371611"/>
                </a:moveTo>
                <a:lnTo>
                  <a:pt x="41504" y="372331"/>
                </a:lnTo>
                <a:lnTo>
                  <a:pt x="39275" y="371971"/>
                </a:lnTo>
                <a:close/>
                <a:moveTo>
                  <a:pt x="65077" y="88251"/>
                </a:moveTo>
                <a:lnTo>
                  <a:pt x="65458" y="88955"/>
                </a:lnTo>
                <a:lnTo>
                  <a:pt x="64887" y="88603"/>
                </a:lnTo>
                <a:close/>
                <a:moveTo>
                  <a:pt x="32062" y="25531"/>
                </a:moveTo>
                <a:lnTo>
                  <a:pt x="32738" y="26384"/>
                </a:lnTo>
                <a:lnTo>
                  <a:pt x="31723" y="25958"/>
                </a:lnTo>
                <a:close/>
                <a:moveTo>
                  <a:pt x="40914" y="56612"/>
                </a:moveTo>
                <a:lnTo>
                  <a:pt x="41934" y="58248"/>
                </a:lnTo>
                <a:lnTo>
                  <a:pt x="40404" y="57430"/>
                </a:lnTo>
                <a:close/>
                <a:moveTo>
                  <a:pt x="69497" y="286191"/>
                </a:moveTo>
                <a:lnTo>
                  <a:pt x="71125" y="287368"/>
                </a:lnTo>
                <a:lnTo>
                  <a:pt x="68682" y="286780"/>
                </a:lnTo>
                <a:close/>
                <a:moveTo>
                  <a:pt x="10686" y="14442"/>
                </a:moveTo>
                <a:lnTo>
                  <a:pt x="11070" y="16108"/>
                </a:lnTo>
                <a:lnTo>
                  <a:pt x="10495" y="15275"/>
                </a:lnTo>
                <a:close/>
                <a:moveTo>
                  <a:pt x="49930" y="419843"/>
                </a:moveTo>
                <a:lnTo>
                  <a:pt x="50319" y="421097"/>
                </a:lnTo>
                <a:lnTo>
                  <a:pt x="49735" y="420470"/>
                </a:lnTo>
                <a:close/>
                <a:moveTo>
                  <a:pt x="34619" y="318340"/>
                </a:moveTo>
                <a:lnTo>
                  <a:pt x="35559" y="320139"/>
                </a:lnTo>
                <a:lnTo>
                  <a:pt x="34149" y="319239"/>
                </a:lnTo>
                <a:close/>
                <a:moveTo>
                  <a:pt x="6131" y="237756"/>
                </a:moveTo>
                <a:lnTo>
                  <a:pt x="7844" y="239406"/>
                </a:lnTo>
                <a:lnTo>
                  <a:pt x="5274" y="238581"/>
                </a:lnTo>
                <a:close/>
                <a:moveTo>
                  <a:pt x="52458" y="306625"/>
                </a:moveTo>
                <a:lnTo>
                  <a:pt x="54276" y="308297"/>
                </a:lnTo>
                <a:lnTo>
                  <a:pt x="51550" y="307461"/>
                </a:lnTo>
                <a:close/>
                <a:moveTo>
                  <a:pt x="25491" y="298521"/>
                </a:moveTo>
                <a:lnTo>
                  <a:pt x="27507" y="300127"/>
                </a:lnTo>
                <a:lnTo>
                  <a:pt x="24482" y="299324"/>
                </a:lnTo>
                <a:close/>
                <a:moveTo>
                  <a:pt x="30063" y="344575"/>
                </a:moveTo>
                <a:lnTo>
                  <a:pt x="32010" y="345734"/>
                </a:lnTo>
                <a:lnTo>
                  <a:pt x="29089" y="345154"/>
                </a:lnTo>
                <a:close/>
                <a:moveTo>
                  <a:pt x="44609" y="166192"/>
                </a:moveTo>
                <a:lnTo>
                  <a:pt x="46037" y="167405"/>
                </a:lnTo>
                <a:lnTo>
                  <a:pt x="43895" y="166798"/>
                </a:lnTo>
                <a:close/>
                <a:moveTo>
                  <a:pt x="6476" y="278532"/>
                </a:moveTo>
                <a:lnTo>
                  <a:pt x="8664" y="280151"/>
                </a:lnTo>
                <a:lnTo>
                  <a:pt x="5382" y="279342"/>
                </a:lnTo>
                <a:close/>
                <a:moveTo>
                  <a:pt x="51837" y="168859"/>
                </a:moveTo>
                <a:lnTo>
                  <a:pt x="53546" y="170030"/>
                </a:lnTo>
                <a:lnTo>
                  <a:pt x="50982" y="169444"/>
                </a:lnTo>
                <a:close/>
                <a:moveTo>
                  <a:pt x="31699" y="365480"/>
                </a:moveTo>
                <a:lnTo>
                  <a:pt x="32204" y="366905"/>
                </a:lnTo>
                <a:lnTo>
                  <a:pt x="31446" y="366192"/>
                </a:lnTo>
                <a:close/>
                <a:moveTo>
                  <a:pt x="2947" y="261874"/>
                </a:moveTo>
                <a:lnTo>
                  <a:pt x="4187" y="262519"/>
                </a:lnTo>
                <a:lnTo>
                  <a:pt x="2328" y="262196"/>
                </a:lnTo>
                <a:close/>
                <a:moveTo>
                  <a:pt x="49746" y="216411"/>
                </a:moveTo>
                <a:lnTo>
                  <a:pt x="51232" y="218091"/>
                </a:lnTo>
                <a:lnTo>
                  <a:pt x="49002" y="217251"/>
                </a:lnTo>
                <a:close/>
                <a:moveTo>
                  <a:pt x="18770" y="4053"/>
                </a:moveTo>
                <a:lnTo>
                  <a:pt x="19677" y="5371"/>
                </a:lnTo>
                <a:lnTo>
                  <a:pt x="18317" y="4712"/>
                </a:lnTo>
                <a:close/>
                <a:moveTo>
                  <a:pt x="15042" y="73230"/>
                </a:moveTo>
                <a:lnTo>
                  <a:pt x="17068" y="74520"/>
                </a:lnTo>
                <a:lnTo>
                  <a:pt x="14030" y="73875"/>
                </a:lnTo>
                <a:close/>
                <a:moveTo>
                  <a:pt x="31797" y="388797"/>
                </a:moveTo>
                <a:lnTo>
                  <a:pt x="32752" y="390096"/>
                </a:lnTo>
                <a:lnTo>
                  <a:pt x="31320" y="389446"/>
                </a:lnTo>
                <a:close/>
                <a:moveTo>
                  <a:pt x="14758" y="187413"/>
                </a:moveTo>
                <a:lnTo>
                  <a:pt x="16599" y="189085"/>
                </a:lnTo>
                <a:lnTo>
                  <a:pt x="13837" y="188249"/>
                </a:lnTo>
                <a:close/>
                <a:moveTo>
                  <a:pt x="62481" y="167103"/>
                </a:moveTo>
                <a:lnTo>
                  <a:pt x="63910" y="167878"/>
                </a:lnTo>
                <a:lnTo>
                  <a:pt x="61767" y="167490"/>
                </a:lnTo>
                <a:close/>
                <a:moveTo>
                  <a:pt x="10394" y="216068"/>
                </a:moveTo>
                <a:lnTo>
                  <a:pt x="12293" y="217641"/>
                </a:lnTo>
                <a:lnTo>
                  <a:pt x="9445" y="216855"/>
                </a:lnTo>
                <a:close/>
                <a:moveTo>
                  <a:pt x="50647" y="414262"/>
                </a:moveTo>
                <a:lnTo>
                  <a:pt x="51509" y="414816"/>
                </a:lnTo>
                <a:lnTo>
                  <a:pt x="50216" y="414539"/>
                </a:lnTo>
                <a:close/>
                <a:moveTo>
                  <a:pt x="32408" y="119358"/>
                </a:moveTo>
                <a:lnTo>
                  <a:pt x="33154" y="120279"/>
                </a:lnTo>
                <a:lnTo>
                  <a:pt x="32035" y="119819"/>
                </a:lnTo>
                <a:close/>
                <a:moveTo>
                  <a:pt x="44663" y="214936"/>
                </a:moveTo>
                <a:lnTo>
                  <a:pt x="45597" y="216494"/>
                </a:lnTo>
                <a:lnTo>
                  <a:pt x="44197" y="215715"/>
                </a:lnTo>
                <a:close/>
                <a:moveTo>
                  <a:pt x="69605" y="196845"/>
                </a:moveTo>
                <a:lnTo>
                  <a:pt x="70093" y="197192"/>
                </a:lnTo>
                <a:lnTo>
                  <a:pt x="69361" y="197018"/>
                </a:lnTo>
                <a:close/>
                <a:moveTo>
                  <a:pt x="61960" y="17242"/>
                </a:moveTo>
                <a:lnTo>
                  <a:pt x="63621" y="18398"/>
                </a:lnTo>
                <a:lnTo>
                  <a:pt x="61130" y="17820"/>
                </a:lnTo>
                <a:close/>
                <a:moveTo>
                  <a:pt x="22494" y="345003"/>
                </a:moveTo>
                <a:lnTo>
                  <a:pt x="22880" y="345507"/>
                </a:lnTo>
                <a:lnTo>
                  <a:pt x="22302" y="345255"/>
                </a:lnTo>
                <a:close/>
                <a:moveTo>
                  <a:pt x="32700" y="9918"/>
                </a:moveTo>
                <a:lnTo>
                  <a:pt x="34585" y="10574"/>
                </a:lnTo>
                <a:lnTo>
                  <a:pt x="31758" y="10246"/>
                </a:lnTo>
                <a:close/>
                <a:moveTo>
                  <a:pt x="10723" y="19626"/>
                </a:moveTo>
                <a:lnTo>
                  <a:pt x="12237" y="20596"/>
                </a:lnTo>
                <a:lnTo>
                  <a:pt x="9966" y="20111"/>
                </a:lnTo>
                <a:close/>
                <a:moveTo>
                  <a:pt x="44960" y="285366"/>
                </a:moveTo>
                <a:lnTo>
                  <a:pt x="46803" y="287104"/>
                </a:lnTo>
                <a:lnTo>
                  <a:pt x="44038" y="286235"/>
                </a:lnTo>
                <a:close/>
                <a:moveTo>
                  <a:pt x="48777" y="86224"/>
                </a:moveTo>
                <a:lnTo>
                  <a:pt x="50006" y="86792"/>
                </a:lnTo>
                <a:lnTo>
                  <a:pt x="48162" y="86508"/>
                </a:lnTo>
                <a:close/>
                <a:moveTo>
                  <a:pt x="1616" y="205463"/>
                </a:moveTo>
                <a:lnTo>
                  <a:pt x="3287" y="206032"/>
                </a:lnTo>
                <a:lnTo>
                  <a:pt x="780" y="205748"/>
                </a:lnTo>
                <a:close/>
                <a:moveTo>
                  <a:pt x="19927" y="150200"/>
                </a:moveTo>
                <a:lnTo>
                  <a:pt x="21567" y="151281"/>
                </a:lnTo>
                <a:lnTo>
                  <a:pt x="19107" y="150741"/>
                </a:lnTo>
                <a:close/>
                <a:moveTo>
                  <a:pt x="43873" y="329574"/>
                </a:moveTo>
                <a:lnTo>
                  <a:pt x="44951" y="331062"/>
                </a:lnTo>
                <a:lnTo>
                  <a:pt x="43334" y="330318"/>
                </a:lnTo>
                <a:close/>
                <a:moveTo>
                  <a:pt x="64299" y="37223"/>
                </a:moveTo>
                <a:lnTo>
                  <a:pt x="66374" y="38606"/>
                </a:lnTo>
                <a:lnTo>
                  <a:pt x="63261" y="37914"/>
                </a:lnTo>
                <a:close/>
                <a:moveTo>
                  <a:pt x="9956" y="197307"/>
                </a:moveTo>
                <a:lnTo>
                  <a:pt x="11463" y="198972"/>
                </a:lnTo>
                <a:lnTo>
                  <a:pt x="9202" y="198140"/>
                </a:lnTo>
                <a:close/>
                <a:moveTo>
                  <a:pt x="27238" y="247684"/>
                </a:moveTo>
                <a:lnTo>
                  <a:pt x="29215" y="249179"/>
                </a:lnTo>
                <a:lnTo>
                  <a:pt x="26250" y="248431"/>
                </a:lnTo>
                <a:close/>
                <a:moveTo>
                  <a:pt x="66960" y="201752"/>
                </a:moveTo>
                <a:lnTo>
                  <a:pt x="68515" y="202360"/>
                </a:lnTo>
                <a:lnTo>
                  <a:pt x="66183" y="202056"/>
                </a:lnTo>
                <a:close/>
                <a:moveTo>
                  <a:pt x="51398" y="356729"/>
                </a:moveTo>
                <a:lnTo>
                  <a:pt x="52935" y="358106"/>
                </a:lnTo>
                <a:lnTo>
                  <a:pt x="50629" y="357417"/>
                </a:lnTo>
                <a:close/>
                <a:moveTo>
                  <a:pt x="15793" y="392405"/>
                </a:moveTo>
                <a:lnTo>
                  <a:pt x="17957" y="394171"/>
                </a:lnTo>
                <a:lnTo>
                  <a:pt x="14711" y="393288"/>
                </a:lnTo>
                <a:close/>
                <a:moveTo>
                  <a:pt x="38449" y="344686"/>
                </a:moveTo>
                <a:lnTo>
                  <a:pt x="39392" y="346351"/>
                </a:lnTo>
                <a:lnTo>
                  <a:pt x="37978" y="345519"/>
                </a:lnTo>
                <a:close/>
                <a:moveTo>
                  <a:pt x="60767" y="151410"/>
                </a:moveTo>
                <a:lnTo>
                  <a:pt x="61270" y="152371"/>
                </a:lnTo>
                <a:lnTo>
                  <a:pt x="60515" y="151890"/>
                </a:lnTo>
                <a:close/>
                <a:moveTo>
                  <a:pt x="39383" y="334830"/>
                </a:moveTo>
                <a:lnTo>
                  <a:pt x="40635" y="335173"/>
                </a:lnTo>
                <a:lnTo>
                  <a:pt x="38757" y="335001"/>
                </a:lnTo>
                <a:close/>
                <a:moveTo>
                  <a:pt x="57502" y="27105"/>
                </a:moveTo>
                <a:lnTo>
                  <a:pt x="59332" y="27664"/>
                </a:lnTo>
                <a:lnTo>
                  <a:pt x="56587" y="27385"/>
                </a:lnTo>
                <a:close/>
                <a:moveTo>
                  <a:pt x="24312" y="343427"/>
                </a:moveTo>
                <a:lnTo>
                  <a:pt x="24922" y="343950"/>
                </a:lnTo>
                <a:lnTo>
                  <a:pt x="24007" y="343688"/>
                </a:lnTo>
                <a:close/>
                <a:moveTo>
                  <a:pt x="37019" y="315311"/>
                </a:moveTo>
                <a:lnTo>
                  <a:pt x="38923" y="316645"/>
                </a:lnTo>
                <a:lnTo>
                  <a:pt x="36067" y="315978"/>
                </a:lnTo>
                <a:close/>
                <a:moveTo>
                  <a:pt x="67064" y="214370"/>
                </a:moveTo>
                <a:lnTo>
                  <a:pt x="69170" y="214799"/>
                </a:lnTo>
                <a:lnTo>
                  <a:pt x="66011" y="214585"/>
                </a:lnTo>
                <a:close/>
                <a:moveTo>
                  <a:pt x="16361" y="229264"/>
                </a:moveTo>
                <a:lnTo>
                  <a:pt x="17248" y="230657"/>
                </a:lnTo>
                <a:lnTo>
                  <a:pt x="15918" y="229961"/>
                </a:lnTo>
                <a:close/>
                <a:moveTo>
                  <a:pt x="45583" y="227568"/>
                </a:moveTo>
                <a:lnTo>
                  <a:pt x="47494" y="228708"/>
                </a:lnTo>
                <a:lnTo>
                  <a:pt x="44628" y="228138"/>
                </a:lnTo>
                <a:close/>
                <a:moveTo>
                  <a:pt x="22681" y="165704"/>
                </a:moveTo>
                <a:lnTo>
                  <a:pt x="24595" y="167355"/>
                </a:lnTo>
                <a:lnTo>
                  <a:pt x="21724" y="166529"/>
                </a:lnTo>
                <a:close/>
                <a:moveTo>
                  <a:pt x="15439" y="370899"/>
                </a:moveTo>
                <a:lnTo>
                  <a:pt x="17581" y="371985"/>
                </a:lnTo>
                <a:lnTo>
                  <a:pt x="14368" y="371442"/>
                </a:lnTo>
                <a:close/>
                <a:moveTo>
                  <a:pt x="40971" y="86935"/>
                </a:moveTo>
                <a:lnTo>
                  <a:pt x="42313" y="87989"/>
                </a:lnTo>
                <a:lnTo>
                  <a:pt x="40301" y="87462"/>
                </a:lnTo>
                <a:close/>
                <a:moveTo>
                  <a:pt x="43228" y="11241"/>
                </a:moveTo>
                <a:lnTo>
                  <a:pt x="45371" y="12315"/>
                </a:lnTo>
                <a:lnTo>
                  <a:pt x="42156" y="11778"/>
                </a:lnTo>
                <a:close/>
                <a:moveTo>
                  <a:pt x="28903" y="349179"/>
                </a:moveTo>
                <a:lnTo>
                  <a:pt x="30294" y="350216"/>
                </a:lnTo>
                <a:lnTo>
                  <a:pt x="28207" y="349697"/>
                </a:lnTo>
                <a:close/>
                <a:moveTo>
                  <a:pt x="49231" y="27910"/>
                </a:moveTo>
                <a:lnTo>
                  <a:pt x="50578" y="28831"/>
                </a:lnTo>
                <a:lnTo>
                  <a:pt x="48558" y="28371"/>
                </a:lnTo>
                <a:close/>
                <a:moveTo>
                  <a:pt x="67843" y="402646"/>
                </a:moveTo>
                <a:lnTo>
                  <a:pt x="68691" y="403656"/>
                </a:lnTo>
                <a:lnTo>
                  <a:pt x="67419" y="403151"/>
                </a:lnTo>
                <a:close/>
                <a:moveTo>
                  <a:pt x="9750" y="188629"/>
                </a:moveTo>
                <a:lnTo>
                  <a:pt x="11609" y="190280"/>
                </a:lnTo>
                <a:lnTo>
                  <a:pt x="8820" y="189455"/>
                </a:lnTo>
                <a:close/>
                <a:moveTo>
                  <a:pt x="34219" y="137735"/>
                </a:moveTo>
                <a:lnTo>
                  <a:pt x="34924" y="138962"/>
                </a:lnTo>
                <a:lnTo>
                  <a:pt x="33867" y="138348"/>
                </a:lnTo>
                <a:close/>
                <a:moveTo>
                  <a:pt x="65631" y="55687"/>
                </a:moveTo>
                <a:lnTo>
                  <a:pt x="67423" y="56021"/>
                </a:lnTo>
                <a:lnTo>
                  <a:pt x="64735" y="55854"/>
                </a:lnTo>
                <a:close/>
                <a:moveTo>
                  <a:pt x="14450" y="98424"/>
                </a:moveTo>
                <a:lnTo>
                  <a:pt x="16071" y="99208"/>
                </a:lnTo>
                <a:lnTo>
                  <a:pt x="13639" y="98816"/>
                </a:lnTo>
                <a:close/>
                <a:moveTo>
                  <a:pt x="25736" y="269950"/>
                </a:moveTo>
                <a:lnTo>
                  <a:pt x="26280" y="271346"/>
                </a:lnTo>
                <a:lnTo>
                  <a:pt x="25464" y="270648"/>
                </a:lnTo>
                <a:close/>
                <a:moveTo>
                  <a:pt x="9457" y="222187"/>
                </a:moveTo>
                <a:lnTo>
                  <a:pt x="10271" y="222784"/>
                </a:lnTo>
                <a:lnTo>
                  <a:pt x="9050" y="222485"/>
                </a:lnTo>
                <a:close/>
                <a:moveTo>
                  <a:pt x="37987" y="189983"/>
                </a:moveTo>
                <a:lnTo>
                  <a:pt x="39032" y="190903"/>
                </a:lnTo>
                <a:lnTo>
                  <a:pt x="37464" y="190443"/>
                </a:lnTo>
                <a:close/>
                <a:moveTo>
                  <a:pt x="37916" y="68913"/>
                </a:moveTo>
                <a:lnTo>
                  <a:pt x="38644" y="70160"/>
                </a:lnTo>
                <a:lnTo>
                  <a:pt x="37553" y="69537"/>
                </a:lnTo>
                <a:close/>
                <a:moveTo>
                  <a:pt x="45555" y="230556"/>
                </a:moveTo>
                <a:lnTo>
                  <a:pt x="47480" y="231773"/>
                </a:lnTo>
                <a:lnTo>
                  <a:pt x="44592" y="231164"/>
                </a:lnTo>
                <a:close/>
                <a:moveTo>
                  <a:pt x="60836" y="100784"/>
                </a:moveTo>
                <a:lnTo>
                  <a:pt x="62556" y="102300"/>
                </a:lnTo>
                <a:lnTo>
                  <a:pt x="59975" y="101542"/>
                </a:lnTo>
                <a:close/>
                <a:moveTo>
                  <a:pt x="64050" y="137149"/>
                </a:moveTo>
                <a:lnTo>
                  <a:pt x="64982" y="138833"/>
                </a:lnTo>
                <a:lnTo>
                  <a:pt x="63583" y="137991"/>
                </a:lnTo>
                <a:close/>
                <a:moveTo>
                  <a:pt x="16132" y="435393"/>
                </a:moveTo>
                <a:lnTo>
                  <a:pt x="18124" y="435894"/>
                </a:lnTo>
                <a:lnTo>
                  <a:pt x="15136" y="435643"/>
                </a:lnTo>
                <a:close/>
                <a:moveTo>
                  <a:pt x="17616" y="316626"/>
                </a:moveTo>
                <a:lnTo>
                  <a:pt x="18447" y="317072"/>
                </a:lnTo>
                <a:lnTo>
                  <a:pt x="17201" y="316849"/>
                </a:lnTo>
                <a:close/>
                <a:moveTo>
                  <a:pt x="59114" y="183365"/>
                </a:moveTo>
                <a:lnTo>
                  <a:pt x="60925" y="183854"/>
                </a:lnTo>
                <a:lnTo>
                  <a:pt x="58208" y="183609"/>
                </a:lnTo>
                <a:close/>
                <a:moveTo>
                  <a:pt x="29057" y="298551"/>
                </a:moveTo>
                <a:lnTo>
                  <a:pt x="29440" y="299152"/>
                </a:lnTo>
                <a:lnTo>
                  <a:pt x="28865" y="298852"/>
                </a:lnTo>
                <a:close/>
                <a:moveTo>
                  <a:pt x="48629" y="397382"/>
                </a:moveTo>
                <a:lnTo>
                  <a:pt x="50770" y="397855"/>
                </a:lnTo>
                <a:lnTo>
                  <a:pt x="47558" y="397619"/>
                </a:lnTo>
                <a:close/>
                <a:moveTo>
                  <a:pt x="36260" y="330426"/>
                </a:moveTo>
                <a:lnTo>
                  <a:pt x="37540" y="331754"/>
                </a:lnTo>
                <a:lnTo>
                  <a:pt x="35620" y="331090"/>
                </a:lnTo>
                <a:close/>
                <a:moveTo>
                  <a:pt x="14093" y="29943"/>
                </a:moveTo>
                <a:lnTo>
                  <a:pt x="14639" y="30299"/>
                </a:lnTo>
                <a:lnTo>
                  <a:pt x="13819" y="30121"/>
                </a:lnTo>
                <a:close/>
                <a:moveTo>
                  <a:pt x="39479" y="224090"/>
                </a:moveTo>
                <a:lnTo>
                  <a:pt x="40881" y="224610"/>
                </a:lnTo>
                <a:lnTo>
                  <a:pt x="38778" y="224350"/>
                </a:lnTo>
                <a:close/>
                <a:moveTo>
                  <a:pt x="13780" y="88222"/>
                </a:moveTo>
                <a:lnTo>
                  <a:pt x="15684" y="90008"/>
                </a:lnTo>
                <a:lnTo>
                  <a:pt x="12827" y="89115"/>
                </a:lnTo>
                <a:close/>
                <a:moveTo>
                  <a:pt x="65745" y="40735"/>
                </a:moveTo>
                <a:lnTo>
                  <a:pt x="66209" y="42462"/>
                </a:lnTo>
                <a:lnTo>
                  <a:pt x="65512" y="41598"/>
                </a:lnTo>
                <a:close/>
                <a:moveTo>
                  <a:pt x="33207" y="333295"/>
                </a:moveTo>
                <a:lnTo>
                  <a:pt x="34162" y="334295"/>
                </a:lnTo>
                <a:lnTo>
                  <a:pt x="32730" y="333795"/>
                </a:lnTo>
                <a:close/>
                <a:moveTo>
                  <a:pt x="36932" y="187058"/>
                </a:moveTo>
                <a:lnTo>
                  <a:pt x="38394" y="187377"/>
                </a:lnTo>
                <a:lnTo>
                  <a:pt x="36201" y="187217"/>
                </a:lnTo>
                <a:close/>
                <a:moveTo>
                  <a:pt x="49934" y="368055"/>
                </a:moveTo>
                <a:lnTo>
                  <a:pt x="50620" y="369036"/>
                </a:lnTo>
                <a:lnTo>
                  <a:pt x="49592" y="368545"/>
                </a:lnTo>
                <a:close/>
                <a:moveTo>
                  <a:pt x="52616" y="176229"/>
                </a:moveTo>
                <a:lnTo>
                  <a:pt x="53327" y="176777"/>
                </a:lnTo>
                <a:lnTo>
                  <a:pt x="52260" y="176503"/>
                </a:lnTo>
                <a:close/>
                <a:moveTo>
                  <a:pt x="36741" y="5850"/>
                </a:moveTo>
                <a:lnTo>
                  <a:pt x="38744" y="7352"/>
                </a:lnTo>
                <a:lnTo>
                  <a:pt x="35740" y="6601"/>
                </a:lnTo>
                <a:close/>
                <a:moveTo>
                  <a:pt x="50189" y="375252"/>
                </a:moveTo>
                <a:lnTo>
                  <a:pt x="51704" y="376159"/>
                </a:lnTo>
                <a:lnTo>
                  <a:pt x="49432" y="375705"/>
                </a:lnTo>
                <a:close/>
                <a:moveTo>
                  <a:pt x="42835" y="219486"/>
                </a:moveTo>
                <a:lnTo>
                  <a:pt x="45002" y="220993"/>
                </a:lnTo>
                <a:lnTo>
                  <a:pt x="41751" y="220240"/>
                </a:lnTo>
                <a:close/>
                <a:moveTo>
                  <a:pt x="18941" y="397350"/>
                </a:moveTo>
                <a:lnTo>
                  <a:pt x="20668" y="398817"/>
                </a:lnTo>
                <a:lnTo>
                  <a:pt x="18077" y="398083"/>
                </a:lnTo>
                <a:close/>
                <a:moveTo>
                  <a:pt x="57887" y="176375"/>
                </a:moveTo>
                <a:lnTo>
                  <a:pt x="59896" y="177995"/>
                </a:lnTo>
                <a:lnTo>
                  <a:pt x="56883" y="177185"/>
                </a:lnTo>
                <a:close/>
                <a:moveTo>
                  <a:pt x="49498" y="334409"/>
                </a:moveTo>
                <a:lnTo>
                  <a:pt x="51264" y="335318"/>
                </a:lnTo>
                <a:lnTo>
                  <a:pt x="48615" y="334863"/>
                </a:lnTo>
                <a:close/>
                <a:moveTo>
                  <a:pt x="51447" y="29943"/>
                </a:moveTo>
                <a:lnTo>
                  <a:pt x="52429" y="30946"/>
                </a:lnTo>
                <a:lnTo>
                  <a:pt x="50955" y="30445"/>
                </a:lnTo>
                <a:close/>
                <a:moveTo>
                  <a:pt x="1604" y="154526"/>
                </a:moveTo>
                <a:lnTo>
                  <a:pt x="3135" y="155762"/>
                </a:lnTo>
                <a:lnTo>
                  <a:pt x="838" y="155144"/>
                </a:lnTo>
                <a:close/>
                <a:moveTo>
                  <a:pt x="17110" y="411935"/>
                </a:moveTo>
                <a:lnTo>
                  <a:pt x="18692" y="412742"/>
                </a:lnTo>
                <a:lnTo>
                  <a:pt x="16319" y="412339"/>
                </a:lnTo>
                <a:close/>
                <a:moveTo>
                  <a:pt x="47045" y="248017"/>
                </a:moveTo>
                <a:lnTo>
                  <a:pt x="48382" y="248901"/>
                </a:lnTo>
                <a:lnTo>
                  <a:pt x="46377" y="248459"/>
                </a:lnTo>
                <a:close/>
                <a:moveTo>
                  <a:pt x="70854" y="279782"/>
                </a:moveTo>
                <a:lnTo>
                  <a:pt x="72502" y="281225"/>
                </a:lnTo>
                <a:lnTo>
                  <a:pt x="70031" y="280503"/>
                </a:lnTo>
                <a:close/>
                <a:moveTo>
                  <a:pt x="69468" y="9085"/>
                </a:moveTo>
                <a:lnTo>
                  <a:pt x="70957" y="10493"/>
                </a:lnTo>
                <a:lnTo>
                  <a:pt x="68724" y="9789"/>
                </a:lnTo>
                <a:close/>
                <a:moveTo>
                  <a:pt x="18826" y="174592"/>
                </a:moveTo>
                <a:lnTo>
                  <a:pt x="19270" y="175185"/>
                </a:lnTo>
                <a:lnTo>
                  <a:pt x="18605" y="174888"/>
                </a:lnTo>
                <a:close/>
                <a:moveTo>
                  <a:pt x="27160" y="42134"/>
                </a:moveTo>
                <a:lnTo>
                  <a:pt x="27974" y="43793"/>
                </a:lnTo>
                <a:lnTo>
                  <a:pt x="26752" y="42964"/>
                </a:lnTo>
                <a:close/>
                <a:moveTo>
                  <a:pt x="39366" y="221029"/>
                </a:moveTo>
                <a:lnTo>
                  <a:pt x="41505" y="222181"/>
                </a:lnTo>
                <a:lnTo>
                  <a:pt x="38297" y="221605"/>
                </a:lnTo>
                <a:close/>
                <a:moveTo>
                  <a:pt x="70520" y="277924"/>
                </a:moveTo>
                <a:lnTo>
                  <a:pt x="72367" y="278338"/>
                </a:lnTo>
                <a:lnTo>
                  <a:pt x="69596" y="278131"/>
                </a:lnTo>
                <a:close/>
                <a:moveTo>
                  <a:pt x="42690" y="330904"/>
                </a:moveTo>
                <a:lnTo>
                  <a:pt x="43123" y="332599"/>
                </a:lnTo>
                <a:lnTo>
                  <a:pt x="42473" y="331751"/>
                </a:lnTo>
                <a:close/>
                <a:moveTo>
                  <a:pt x="12057" y="205272"/>
                </a:moveTo>
                <a:lnTo>
                  <a:pt x="12720" y="206315"/>
                </a:lnTo>
                <a:lnTo>
                  <a:pt x="11726" y="205793"/>
                </a:lnTo>
                <a:close/>
                <a:moveTo>
                  <a:pt x="43644" y="24696"/>
                </a:moveTo>
                <a:lnTo>
                  <a:pt x="45743" y="25627"/>
                </a:lnTo>
                <a:lnTo>
                  <a:pt x="42595" y="25162"/>
                </a:lnTo>
                <a:close/>
                <a:moveTo>
                  <a:pt x="37735" y="260365"/>
                </a:moveTo>
                <a:lnTo>
                  <a:pt x="38762" y="261093"/>
                </a:lnTo>
                <a:lnTo>
                  <a:pt x="37222" y="260729"/>
                </a:lnTo>
                <a:close/>
                <a:moveTo>
                  <a:pt x="46720" y="244114"/>
                </a:moveTo>
                <a:lnTo>
                  <a:pt x="47594" y="245488"/>
                </a:lnTo>
                <a:lnTo>
                  <a:pt x="46283" y="244801"/>
                </a:lnTo>
                <a:close/>
                <a:moveTo>
                  <a:pt x="21585" y="5236"/>
                </a:moveTo>
                <a:lnTo>
                  <a:pt x="22388" y="5600"/>
                </a:lnTo>
                <a:lnTo>
                  <a:pt x="21183" y="5418"/>
                </a:lnTo>
                <a:close/>
                <a:moveTo>
                  <a:pt x="11823" y="328892"/>
                </a:moveTo>
                <a:lnTo>
                  <a:pt x="12895" y="330538"/>
                </a:lnTo>
                <a:lnTo>
                  <a:pt x="11288" y="329715"/>
                </a:lnTo>
                <a:close/>
                <a:moveTo>
                  <a:pt x="53248" y="21031"/>
                </a:moveTo>
                <a:lnTo>
                  <a:pt x="55427" y="22748"/>
                </a:lnTo>
                <a:lnTo>
                  <a:pt x="52158" y="21890"/>
                </a:lnTo>
                <a:close/>
                <a:moveTo>
                  <a:pt x="6007" y="394838"/>
                </a:moveTo>
                <a:lnTo>
                  <a:pt x="7152" y="395854"/>
                </a:lnTo>
                <a:lnTo>
                  <a:pt x="5435" y="395346"/>
                </a:lnTo>
                <a:close/>
                <a:moveTo>
                  <a:pt x="68984" y="105613"/>
                </a:moveTo>
                <a:lnTo>
                  <a:pt x="70302" y="107318"/>
                </a:lnTo>
                <a:lnTo>
                  <a:pt x="68325" y="106466"/>
                </a:lnTo>
                <a:close/>
                <a:moveTo>
                  <a:pt x="51454" y="203781"/>
                </a:moveTo>
                <a:lnTo>
                  <a:pt x="53615" y="205306"/>
                </a:lnTo>
                <a:lnTo>
                  <a:pt x="50373" y="204544"/>
                </a:lnTo>
                <a:close/>
                <a:moveTo>
                  <a:pt x="43116" y="49408"/>
                </a:moveTo>
                <a:lnTo>
                  <a:pt x="44621" y="50391"/>
                </a:lnTo>
                <a:lnTo>
                  <a:pt x="42363" y="49900"/>
                </a:lnTo>
                <a:close/>
                <a:moveTo>
                  <a:pt x="15118" y="21860"/>
                </a:moveTo>
                <a:lnTo>
                  <a:pt x="16445" y="22347"/>
                </a:lnTo>
                <a:lnTo>
                  <a:pt x="14455" y="22104"/>
                </a:lnTo>
                <a:close/>
                <a:moveTo>
                  <a:pt x="31863" y="290981"/>
                </a:moveTo>
                <a:lnTo>
                  <a:pt x="33055" y="291674"/>
                </a:lnTo>
                <a:lnTo>
                  <a:pt x="31266" y="291327"/>
                </a:lnTo>
                <a:close/>
                <a:moveTo>
                  <a:pt x="41619" y="182447"/>
                </a:moveTo>
                <a:lnTo>
                  <a:pt x="43408" y="183544"/>
                </a:lnTo>
                <a:lnTo>
                  <a:pt x="40724" y="182996"/>
                </a:lnTo>
                <a:close/>
                <a:moveTo>
                  <a:pt x="70697" y="415414"/>
                </a:moveTo>
                <a:lnTo>
                  <a:pt x="72405" y="416071"/>
                </a:lnTo>
                <a:lnTo>
                  <a:pt x="69842" y="415742"/>
                </a:lnTo>
                <a:close/>
                <a:moveTo>
                  <a:pt x="8833" y="389222"/>
                </a:moveTo>
                <a:lnTo>
                  <a:pt x="10634" y="390459"/>
                </a:lnTo>
                <a:lnTo>
                  <a:pt x="7932" y="389841"/>
                </a:lnTo>
                <a:close/>
                <a:moveTo>
                  <a:pt x="26005" y="117763"/>
                </a:moveTo>
                <a:lnTo>
                  <a:pt x="27622" y="118910"/>
                </a:lnTo>
                <a:lnTo>
                  <a:pt x="25196" y="118336"/>
                </a:lnTo>
                <a:close/>
                <a:moveTo>
                  <a:pt x="42279" y="275777"/>
                </a:moveTo>
                <a:lnTo>
                  <a:pt x="44023" y="276362"/>
                </a:lnTo>
                <a:lnTo>
                  <a:pt x="41408" y="276069"/>
                </a:lnTo>
                <a:close/>
                <a:moveTo>
                  <a:pt x="18289" y="427250"/>
                </a:moveTo>
                <a:lnTo>
                  <a:pt x="20334" y="428868"/>
                </a:lnTo>
                <a:lnTo>
                  <a:pt x="17267" y="428059"/>
                </a:lnTo>
                <a:close/>
                <a:moveTo>
                  <a:pt x="3628" y="25676"/>
                </a:moveTo>
                <a:lnTo>
                  <a:pt x="4479" y="26614"/>
                </a:lnTo>
                <a:lnTo>
                  <a:pt x="3202" y="26145"/>
                </a:lnTo>
                <a:close/>
                <a:moveTo>
                  <a:pt x="44497" y="43891"/>
                </a:moveTo>
                <a:lnTo>
                  <a:pt x="45849" y="44300"/>
                </a:lnTo>
                <a:lnTo>
                  <a:pt x="43821" y="44096"/>
                </a:lnTo>
                <a:close/>
                <a:moveTo>
                  <a:pt x="6913" y="294646"/>
                </a:moveTo>
                <a:lnTo>
                  <a:pt x="8282" y="295893"/>
                </a:lnTo>
                <a:lnTo>
                  <a:pt x="6229" y="295270"/>
                </a:lnTo>
                <a:close/>
                <a:moveTo>
                  <a:pt x="26985" y="208241"/>
                </a:moveTo>
                <a:lnTo>
                  <a:pt x="27725" y="209056"/>
                </a:lnTo>
                <a:lnTo>
                  <a:pt x="26615" y="208649"/>
                </a:lnTo>
                <a:close/>
                <a:moveTo>
                  <a:pt x="53000" y="365560"/>
                </a:moveTo>
                <a:lnTo>
                  <a:pt x="53488" y="366040"/>
                </a:lnTo>
                <a:lnTo>
                  <a:pt x="52756" y="365800"/>
                </a:lnTo>
                <a:close/>
                <a:moveTo>
                  <a:pt x="57505" y="271683"/>
                </a:moveTo>
                <a:lnTo>
                  <a:pt x="59277" y="272303"/>
                </a:lnTo>
                <a:lnTo>
                  <a:pt x="56619" y="271993"/>
                </a:lnTo>
                <a:close/>
                <a:moveTo>
                  <a:pt x="30567" y="111890"/>
                </a:moveTo>
                <a:lnTo>
                  <a:pt x="32416" y="112743"/>
                </a:lnTo>
                <a:lnTo>
                  <a:pt x="29643" y="112316"/>
                </a:lnTo>
                <a:close/>
                <a:moveTo>
                  <a:pt x="46618" y="431384"/>
                </a:moveTo>
                <a:lnTo>
                  <a:pt x="47570" y="432507"/>
                </a:lnTo>
                <a:lnTo>
                  <a:pt x="46142" y="431945"/>
                </a:lnTo>
                <a:close/>
                <a:moveTo>
                  <a:pt x="53089" y="401513"/>
                </a:moveTo>
                <a:lnTo>
                  <a:pt x="54231" y="402366"/>
                </a:lnTo>
                <a:lnTo>
                  <a:pt x="52519" y="401940"/>
                </a:lnTo>
                <a:close/>
                <a:moveTo>
                  <a:pt x="7653" y="381565"/>
                </a:moveTo>
                <a:lnTo>
                  <a:pt x="8149" y="381989"/>
                </a:lnTo>
                <a:lnTo>
                  <a:pt x="7406" y="381777"/>
                </a:lnTo>
                <a:close/>
                <a:moveTo>
                  <a:pt x="40357" y="210995"/>
                </a:moveTo>
                <a:lnTo>
                  <a:pt x="41975" y="211743"/>
                </a:lnTo>
                <a:lnTo>
                  <a:pt x="39548" y="211369"/>
                </a:lnTo>
                <a:close/>
                <a:moveTo>
                  <a:pt x="55147" y="32359"/>
                </a:moveTo>
                <a:lnTo>
                  <a:pt x="55892" y="33652"/>
                </a:lnTo>
                <a:lnTo>
                  <a:pt x="54775" y="33005"/>
                </a:lnTo>
                <a:close/>
                <a:moveTo>
                  <a:pt x="6582" y="131875"/>
                </a:moveTo>
                <a:lnTo>
                  <a:pt x="8273" y="133216"/>
                </a:lnTo>
                <a:lnTo>
                  <a:pt x="5736" y="132545"/>
                </a:lnTo>
                <a:close/>
                <a:moveTo>
                  <a:pt x="20666" y="61567"/>
                </a:moveTo>
                <a:lnTo>
                  <a:pt x="21678" y="62956"/>
                </a:lnTo>
                <a:lnTo>
                  <a:pt x="20160" y="62262"/>
                </a:lnTo>
                <a:close/>
                <a:moveTo>
                  <a:pt x="26510" y="50408"/>
                </a:moveTo>
                <a:lnTo>
                  <a:pt x="28172" y="51562"/>
                </a:lnTo>
                <a:lnTo>
                  <a:pt x="25679" y="50985"/>
                </a:lnTo>
                <a:close/>
                <a:moveTo>
                  <a:pt x="65161" y="409864"/>
                </a:moveTo>
                <a:lnTo>
                  <a:pt x="67201" y="410821"/>
                </a:lnTo>
                <a:lnTo>
                  <a:pt x="64141" y="410343"/>
                </a:lnTo>
                <a:close/>
                <a:moveTo>
                  <a:pt x="57076" y="132294"/>
                </a:moveTo>
                <a:lnTo>
                  <a:pt x="58013" y="133194"/>
                </a:lnTo>
                <a:lnTo>
                  <a:pt x="56607" y="132744"/>
                </a:lnTo>
                <a:close/>
                <a:moveTo>
                  <a:pt x="66289" y="390108"/>
                </a:moveTo>
                <a:lnTo>
                  <a:pt x="67098" y="390950"/>
                </a:lnTo>
                <a:lnTo>
                  <a:pt x="65884" y="390529"/>
                </a:lnTo>
                <a:close/>
                <a:moveTo>
                  <a:pt x="26452" y="157879"/>
                </a:moveTo>
                <a:lnTo>
                  <a:pt x="27534" y="158761"/>
                </a:lnTo>
                <a:lnTo>
                  <a:pt x="25911" y="158320"/>
                </a:lnTo>
                <a:close/>
                <a:moveTo>
                  <a:pt x="14509" y="245495"/>
                </a:moveTo>
                <a:lnTo>
                  <a:pt x="16334" y="246606"/>
                </a:lnTo>
                <a:lnTo>
                  <a:pt x="13597" y="246050"/>
                </a:lnTo>
                <a:close/>
                <a:moveTo>
                  <a:pt x="59408" y="245047"/>
                </a:moveTo>
                <a:lnTo>
                  <a:pt x="60085" y="246485"/>
                </a:lnTo>
                <a:lnTo>
                  <a:pt x="59070" y="245766"/>
                </a:lnTo>
                <a:close/>
                <a:moveTo>
                  <a:pt x="62525" y="122108"/>
                </a:moveTo>
                <a:lnTo>
                  <a:pt x="62916" y="123181"/>
                </a:lnTo>
                <a:lnTo>
                  <a:pt x="62329" y="122645"/>
                </a:lnTo>
                <a:close/>
                <a:moveTo>
                  <a:pt x="38953" y="247093"/>
                </a:moveTo>
                <a:lnTo>
                  <a:pt x="41091" y="248370"/>
                </a:lnTo>
                <a:lnTo>
                  <a:pt x="37884" y="247732"/>
                </a:lnTo>
                <a:close/>
                <a:moveTo>
                  <a:pt x="57164" y="27105"/>
                </a:moveTo>
                <a:lnTo>
                  <a:pt x="58526" y="28587"/>
                </a:lnTo>
                <a:lnTo>
                  <a:pt x="56484" y="27846"/>
                </a:lnTo>
                <a:close/>
                <a:moveTo>
                  <a:pt x="6745" y="34803"/>
                </a:moveTo>
                <a:lnTo>
                  <a:pt x="8459" y="36452"/>
                </a:lnTo>
                <a:lnTo>
                  <a:pt x="5889" y="35627"/>
                </a:lnTo>
                <a:close/>
                <a:moveTo>
                  <a:pt x="6791" y="276226"/>
                </a:moveTo>
                <a:lnTo>
                  <a:pt x="7407" y="277645"/>
                </a:lnTo>
                <a:lnTo>
                  <a:pt x="6483" y="276935"/>
                </a:lnTo>
                <a:close/>
                <a:moveTo>
                  <a:pt x="46292" y="106374"/>
                </a:moveTo>
                <a:lnTo>
                  <a:pt x="47050" y="107822"/>
                </a:lnTo>
                <a:lnTo>
                  <a:pt x="45913" y="107098"/>
                </a:lnTo>
                <a:close/>
                <a:moveTo>
                  <a:pt x="37371" y="333290"/>
                </a:moveTo>
                <a:lnTo>
                  <a:pt x="38451" y="334097"/>
                </a:lnTo>
                <a:lnTo>
                  <a:pt x="36831" y="333693"/>
                </a:lnTo>
                <a:close/>
                <a:moveTo>
                  <a:pt x="68641" y="292945"/>
                </a:moveTo>
                <a:lnTo>
                  <a:pt x="69904" y="294051"/>
                </a:lnTo>
                <a:lnTo>
                  <a:pt x="68010" y="293498"/>
                </a:lnTo>
                <a:close/>
                <a:moveTo>
                  <a:pt x="51328" y="308570"/>
                </a:moveTo>
                <a:lnTo>
                  <a:pt x="53370" y="309485"/>
                </a:lnTo>
                <a:lnTo>
                  <a:pt x="50306" y="309027"/>
                </a:lnTo>
                <a:close/>
                <a:moveTo>
                  <a:pt x="58698" y="290476"/>
                </a:moveTo>
                <a:lnTo>
                  <a:pt x="60627" y="291985"/>
                </a:lnTo>
                <a:lnTo>
                  <a:pt x="57734" y="291230"/>
                </a:lnTo>
                <a:close/>
                <a:moveTo>
                  <a:pt x="59230" y="387451"/>
                </a:moveTo>
                <a:lnTo>
                  <a:pt x="61352" y="388711"/>
                </a:lnTo>
                <a:lnTo>
                  <a:pt x="58169" y="388081"/>
                </a:lnTo>
                <a:close/>
                <a:moveTo>
                  <a:pt x="37532" y="309420"/>
                </a:moveTo>
                <a:lnTo>
                  <a:pt x="39366" y="310352"/>
                </a:lnTo>
                <a:lnTo>
                  <a:pt x="36615" y="309886"/>
                </a:lnTo>
                <a:close/>
                <a:moveTo>
                  <a:pt x="30294" y="62997"/>
                </a:moveTo>
                <a:lnTo>
                  <a:pt x="32015" y="64783"/>
                </a:lnTo>
                <a:lnTo>
                  <a:pt x="29433" y="63890"/>
                </a:lnTo>
                <a:close/>
                <a:moveTo>
                  <a:pt x="27149" y="72377"/>
                </a:moveTo>
                <a:lnTo>
                  <a:pt x="27877" y="73315"/>
                </a:lnTo>
                <a:lnTo>
                  <a:pt x="26785" y="72846"/>
                </a:lnTo>
                <a:close/>
                <a:moveTo>
                  <a:pt x="21304" y="422897"/>
                </a:moveTo>
                <a:lnTo>
                  <a:pt x="21763" y="423660"/>
                </a:lnTo>
                <a:lnTo>
                  <a:pt x="21074" y="423279"/>
                </a:lnTo>
                <a:close/>
                <a:moveTo>
                  <a:pt x="8899" y="282279"/>
                </a:moveTo>
                <a:lnTo>
                  <a:pt x="10685" y="282849"/>
                </a:lnTo>
                <a:lnTo>
                  <a:pt x="8006" y="282564"/>
                </a:lnTo>
                <a:close/>
                <a:moveTo>
                  <a:pt x="5226" y="199590"/>
                </a:moveTo>
                <a:lnTo>
                  <a:pt x="6657" y="201254"/>
                </a:lnTo>
                <a:lnTo>
                  <a:pt x="4511" y="200422"/>
                </a:lnTo>
                <a:close/>
                <a:moveTo>
                  <a:pt x="3408" y="46603"/>
                </a:moveTo>
                <a:lnTo>
                  <a:pt x="4100" y="47229"/>
                </a:lnTo>
                <a:lnTo>
                  <a:pt x="3063" y="46916"/>
                </a:lnTo>
                <a:close/>
                <a:moveTo>
                  <a:pt x="17341" y="312548"/>
                </a:moveTo>
                <a:lnTo>
                  <a:pt x="18791" y="313184"/>
                </a:lnTo>
                <a:lnTo>
                  <a:pt x="16616" y="312866"/>
                </a:lnTo>
                <a:close/>
                <a:moveTo>
                  <a:pt x="13811" y="121936"/>
                </a:moveTo>
                <a:lnTo>
                  <a:pt x="14480" y="123372"/>
                </a:lnTo>
                <a:lnTo>
                  <a:pt x="13477" y="122654"/>
                </a:lnTo>
                <a:close/>
                <a:moveTo>
                  <a:pt x="22683" y="238691"/>
                </a:moveTo>
                <a:lnTo>
                  <a:pt x="24545" y="239710"/>
                </a:lnTo>
                <a:lnTo>
                  <a:pt x="21752" y="239200"/>
                </a:lnTo>
                <a:close/>
                <a:moveTo>
                  <a:pt x="19095" y="386914"/>
                </a:moveTo>
                <a:lnTo>
                  <a:pt x="21136" y="387727"/>
                </a:lnTo>
                <a:lnTo>
                  <a:pt x="18074" y="387321"/>
                </a:lnTo>
                <a:close/>
                <a:moveTo>
                  <a:pt x="39177" y="417330"/>
                </a:moveTo>
                <a:lnTo>
                  <a:pt x="40419" y="417961"/>
                </a:lnTo>
                <a:lnTo>
                  <a:pt x="38555" y="417645"/>
                </a:lnTo>
                <a:close/>
                <a:moveTo>
                  <a:pt x="4342" y="413178"/>
                </a:moveTo>
                <a:lnTo>
                  <a:pt x="6174" y="414056"/>
                </a:lnTo>
                <a:lnTo>
                  <a:pt x="3425" y="413617"/>
                </a:lnTo>
                <a:close/>
                <a:moveTo>
                  <a:pt x="37793" y="224525"/>
                </a:moveTo>
                <a:lnTo>
                  <a:pt x="38651" y="226310"/>
                </a:lnTo>
                <a:lnTo>
                  <a:pt x="37364" y="225417"/>
                </a:lnTo>
                <a:close/>
                <a:moveTo>
                  <a:pt x="46891" y="102949"/>
                </a:moveTo>
                <a:lnTo>
                  <a:pt x="47261" y="103958"/>
                </a:lnTo>
                <a:lnTo>
                  <a:pt x="46706" y="103454"/>
                </a:lnTo>
                <a:close/>
                <a:moveTo>
                  <a:pt x="26871" y="347302"/>
                </a:moveTo>
                <a:lnTo>
                  <a:pt x="28541" y="348511"/>
                </a:lnTo>
                <a:lnTo>
                  <a:pt x="26037" y="347906"/>
                </a:lnTo>
                <a:close/>
                <a:moveTo>
                  <a:pt x="11872" y="67682"/>
                </a:moveTo>
                <a:lnTo>
                  <a:pt x="12818" y="68371"/>
                </a:lnTo>
                <a:lnTo>
                  <a:pt x="11400" y="68026"/>
                </a:lnTo>
                <a:close/>
                <a:moveTo>
                  <a:pt x="61709" y="224659"/>
                </a:moveTo>
                <a:lnTo>
                  <a:pt x="63238" y="226448"/>
                </a:lnTo>
                <a:lnTo>
                  <a:pt x="60945" y="225554"/>
                </a:lnTo>
                <a:close/>
                <a:moveTo>
                  <a:pt x="19518" y="232722"/>
                </a:moveTo>
                <a:lnTo>
                  <a:pt x="20146" y="234178"/>
                </a:lnTo>
                <a:lnTo>
                  <a:pt x="19203" y="233450"/>
                </a:lnTo>
                <a:close/>
                <a:moveTo>
                  <a:pt x="958" y="358072"/>
                </a:moveTo>
                <a:lnTo>
                  <a:pt x="2873" y="359605"/>
                </a:lnTo>
                <a:lnTo>
                  <a:pt x="0" y="358838"/>
                </a:lnTo>
                <a:close/>
                <a:moveTo>
                  <a:pt x="6632" y="117067"/>
                </a:moveTo>
                <a:lnTo>
                  <a:pt x="8308" y="117513"/>
                </a:lnTo>
                <a:lnTo>
                  <a:pt x="5794" y="117290"/>
                </a:lnTo>
                <a:close/>
                <a:moveTo>
                  <a:pt x="34469" y="203918"/>
                </a:moveTo>
                <a:lnTo>
                  <a:pt x="36587" y="205098"/>
                </a:lnTo>
                <a:lnTo>
                  <a:pt x="33410" y="204508"/>
                </a:lnTo>
                <a:close/>
                <a:moveTo>
                  <a:pt x="60876" y="131783"/>
                </a:moveTo>
                <a:lnTo>
                  <a:pt x="62687" y="132708"/>
                </a:lnTo>
                <a:lnTo>
                  <a:pt x="59971" y="132245"/>
                </a:lnTo>
                <a:close/>
                <a:moveTo>
                  <a:pt x="65035" y="38855"/>
                </a:moveTo>
                <a:lnTo>
                  <a:pt x="66914" y="39468"/>
                </a:lnTo>
                <a:lnTo>
                  <a:pt x="64096" y="39161"/>
                </a:lnTo>
                <a:close/>
                <a:moveTo>
                  <a:pt x="38898" y="228831"/>
                </a:moveTo>
                <a:lnTo>
                  <a:pt x="39540" y="230379"/>
                </a:lnTo>
                <a:lnTo>
                  <a:pt x="38577" y="229605"/>
                </a:lnTo>
                <a:close/>
                <a:moveTo>
                  <a:pt x="22661" y="134908"/>
                </a:moveTo>
                <a:lnTo>
                  <a:pt x="23151" y="135667"/>
                </a:lnTo>
                <a:lnTo>
                  <a:pt x="22415" y="135288"/>
                </a:lnTo>
                <a:close/>
                <a:moveTo>
                  <a:pt x="33568" y="311631"/>
                </a:moveTo>
                <a:lnTo>
                  <a:pt x="34583" y="312961"/>
                </a:lnTo>
                <a:lnTo>
                  <a:pt x="33060" y="312296"/>
                </a:lnTo>
                <a:close/>
                <a:moveTo>
                  <a:pt x="8265" y="171393"/>
                </a:moveTo>
                <a:lnTo>
                  <a:pt x="9469" y="173144"/>
                </a:lnTo>
                <a:lnTo>
                  <a:pt x="7663" y="172269"/>
                </a:lnTo>
                <a:close/>
                <a:moveTo>
                  <a:pt x="58944" y="284882"/>
                </a:moveTo>
                <a:lnTo>
                  <a:pt x="59317" y="285748"/>
                </a:lnTo>
                <a:lnTo>
                  <a:pt x="58758" y="285315"/>
                </a:lnTo>
                <a:close/>
                <a:moveTo>
                  <a:pt x="50563" y="102890"/>
                </a:moveTo>
                <a:lnTo>
                  <a:pt x="51956" y="103877"/>
                </a:lnTo>
                <a:lnTo>
                  <a:pt x="49866" y="103383"/>
                </a:lnTo>
                <a:close/>
                <a:moveTo>
                  <a:pt x="1595" y="432452"/>
                </a:moveTo>
                <a:lnTo>
                  <a:pt x="3424" y="433062"/>
                </a:lnTo>
                <a:lnTo>
                  <a:pt x="681" y="432757"/>
                </a:lnTo>
                <a:close/>
                <a:moveTo>
                  <a:pt x="43987" y="126014"/>
                </a:moveTo>
                <a:lnTo>
                  <a:pt x="45032" y="127124"/>
                </a:lnTo>
                <a:lnTo>
                  <a:pt x="43464" y="126569"/>
                </a:lnTo>
                <a:close/>
                <a:moveTo>
                  <a:pt x="21737" y="146551"/>
                </a:moveTo>
                <a:lnTo>
                  <a:pt x="22812" y="147851"/>
                </a:lnTo>
                <a:lnTo>
                  <a:pt x="21199" y="147201"/>
                </a:lnTo>
                <a:close/>
                <a:moveTo>
                  <a:pt x="18813" y="86488"/>
                </a:moveTo>
                <a:lnTo>
                  <a:pt x="20517" y="87282"/>
                </a:lnTo>
                <a:lnTo>
                  <a:pt x="17962" y="86885"/>
                </a:lnTo>
                <a:close/>
                <a:moveTo>
                  <a:pt x="67015" y="245059"/>
                </a:moveTo>
                <a:lnTo>
                  <a:pt x="68704" y="245857"/>
                </a:lnTo>
                <a:lnTo>
                  <a:pt x="66170" y="245458"/>
                </a:lnTo>
                <a:close/>
                <a:moveTo>
                  <a:pt x="58744" y="39436"/>
                </a:moveTo>
                <a:lnTo>
                  <a:pt x="59355" y="39877"/>
                </a:lnTo>
                <a:lnTo>
                  <a:pt x="58439" y="39656"/>
                </a:lnTo>
                <a:close/>
                <a:moveTo>
                  <a:pt x="48301" y="308634"/>
                </a:moveTo>
                <a:lnTo>
                  <a:pt x="48984" y="309538"/>
                </a:lnTo>
                <a:lnTo>
                  <a:pt x="47959" y="309086"/>
                </a:lnTo>
                <a:close/>
                <a:moveTo>
                  <a:pt x="59447" y="258139"/>
                </a:moveTo>
                <a:lnTo>
                  <a:pt x="59963" y="258779"/>
                </a:lnTo>
                <a:lnTo>
                  <a:pt x="59188" y="258459"/>
                </a:lnTo>
                <a:close/>
                <a:moveTo>
                  <a:pt x="11858" y="53347"/>
                </a:moveTo>
                <a:lnTo>
                  <a:pt x="12961" y="53756"/>
                </a:lnTo>
                <a:lnTo>
                  <a:pt x="11307" y="53552"/>
                </a:lnTo>
                <a:close/>
                <a:moveTo>
                  <a:pt x="65305" y="185717"/>
                </a:moveTo>
                <a:lnTo>
                  <a:pt x="66602" y="186987"/>
                </a:lnTo>
                <a:lnTo>
                  <a:pt x="64657" y="186352"/>
                </a:lnTo>
                <a:close/>
                <a:moveTo>
                  <a:pt x="54542" y="357936"/>
                </a:moveTo>
                <a:lnTo>
                  <a:pt x="55606" y="358733"/>
                </a:lnTo>
                <a:lnTo>
                  <a:pt x="54010" y="358335"/>
                </a:lnTo>
                <a:close/>
                <a:moveTo>
                  <a:pt x="29712" y="5853"/>
                </a:moveTo>
                <a:lnTo>
                  <a:pt x="30803" y="7203"/>
                </a:lnTo>
                <a:lnTo>
                  <a:pt x="29166" y="6528"/>
                </a:lnTo>
                <a:close/>
                <a:moveTo>
                  <a:pt x="69599" y="344198"/>
                </a:moveTo>
                <a:lnTo>
                  <a:pt x="71170" y="345411"/>
                </a:lnTo>
                <a:lnTo>
                  <a:pt x="68813" y="344805"/>
                </a:lnTo>
                <a:close/>
                <a:moveTo>
                  <a:pt x="2160" y="143766"/>
                </a:moveTo>
                <a:lnTo>
                  <a:pt x="3143" y="145042"/>
                </a:lnTo>
                <a:lnTo>
                  <a:pt x="1668" y="144404"/>
                </a:lnTo>
                <a:close/>
                <a:moveTo>
                  <a:pt x="8302" y="164129"/>
                </a:moveTo>
                <a:lnTo>
                  <a:pt x="9594" y="165612"/>
                </a:lnTo>
                <a:lnTo>
                  <a:pt x="7655" y="164870"/>
                </a:lnTo>
                <a:close/>
                <a:moveTo>
                  <a:pt x="58625" y="266310"/>
                </a:moveTo>
                <a:lnTo>
                  <a:pt x="59268" y="267760"/>
                </a:lnTo>
                <a:lnTo>
                  <a:pt x="58304" y="267035"/>
                </a:lnTo>
                <a:close/>
                <a:moveTo>
                  <a:pt x="64072" y="238699"/>
                </a:moveTo>
                <a:lnTo>
                  <a:pt x="65074" y="239750"/>
                </a:lnTo>
                <a:lnTo>
                  <a:pt x="63571" y="239224"/>
                </a:lnTo>
                <a:close/>
                <a:moveTo>
                  <a:pt x="10785" y="310877"/>
                </a:moveTo>
                <a:lnTo>
                  <a:pt x="12960" y="311951"/>
                </a:lnTo>
                <a:lnTo>
                  <a:pt x="9697" y="311414"/>
                </a:lnTo>
                <a:close/>
                <a:moveTo>
                  <a:pt x="50939" y="364236"/>
                </a:moveTo>
                <a:lnTo>
                  <a:pt x="51654" y="365953"/>
                </a:lnTo>
                <a:lnTo>
                  <a:pt x="50582" y="365094"/>
                </a:lnTo>
                <a:close/>
                <a:moveTo>
                  <a:pt x="44760" y="85594"/>
                </a:moveTo>
                <a:lnTo>
                  <a:pt x="45264" y="86261"/>
                </a:lnTo>
                <a:lnTo>
                  <a:pt x="44508" y="85927"/>
                </a:lnTo>
                <a:close/>
                <a:moveTo>
                  <a:pt x="41216" y="303745"/>
                </a:moveTo>
                <a:lnTo>
                  <a:pt x="42175" y="305439"/>
                </a:lnTo>
                <a:lnTo>
                  <a:pt x="40737" y="304592"/>
                </a:lnTo>
                <a:close/>
                <a:moveTo>
                  <a:pt x="26146" y="201458"/>
                </a:moveTo>
                <a:lnTo>
                  <a:pt x="26726" y="203218"/>
                </a:lnTo>
                <a:lnTo>
                  <a:pt x="25856" y="202338"/>
                </a:lnTo>
                <a:close/>
                <a:moveTo>
                  <a:pt x="10354" y="394185"/>
                </a:moveTo>
                <a:lnTo>
                  <a:pt x="11710" y="395326"/>
                </a:lnTo>
                <a:lnTo>
                  <a:pt x="9677" y="394756"/>
                </a:lnTo>
                <a:close/>
                <a:moveTo>
                  <a:pt x="40087" y="114641"/>
                </a:moveTo>
                <a:lnTo>
                  <a:pt x="42119" y="116429"/>
                </a:lnTo>
                <a:lnTo>
                  <a:pt x="39070" y="115535"/>
                </a:lnTo>
                <a:close/>
                <a:moveTo>
                  <a:pt x="58088" y="261970"/>
                </a:moveTo>
                <a:lnTo>
                  <a:pt x="58665" y="263507"/>
                </a:lnTo>
                <a:lnTo>
                  <a:pt x="57799" y="262739"/>
                </a:lnTo>
                <a:close/>
                <a:moveTo>
                  <a:pt x="21063" y="391105"/>
                </a:moveTo>
                <a:lnTo>
                  <a:pt x="21858" y="392265"/>
                </a:lnTo>
                <a:lnTo>
                  <a:pt x="20665" y="391685"/>
                </a:lnTo>
                <a:close/>
                <a:moveTo>
                  <a:pt x="59015" y="80208"/>
                </a:moveTo>
                <a:lnTo>
                  <a:pt x="60379" y="80622"/>
                </a:lnTo>
                <a:lnTo>
                  <a:pt x="58333" y="80415"/>
                </a:lnTo>
                <a:close/>
                <a:moveTo>
                  <a:pt x="3104" y="77802"/>
                </a:moveTo>
                <a:lnTo>
                  <a:pt x="5280" y="79511"/>
                </a:lnTo>
                <a:lnTo>
                  <a:pt x="2016" y="78656"/>
                </a:lnTo>
                <a:close/>
                <a:moveTo>
                  <a:pt x="46948" y="133555"/>
                </a:moveTo>
                <a:lnTo>
                  <a:pt x="48540" y="134961"/>
                </a:lnTo>
                <a:lnTo>
                  <a:pt x="46152" y="134258"/>
                </a:lnTo>
                <a:close/>
                <a:moveTo>
                  <a:pt x="27577" y="257772"/>
                </a:moveTo>
                <a:lnTo>
                  <a:pt x="29414" y="258096"/>
                </a:lnTo>
                <a:lnTo>
                  <a:pt x="26659" y="257934"/>
                </a:lnTo>
                <a:close/>
                <a:moveTo>
                  <a:pt x="14830" y="203638"/>
                </a:moveTo>
                <a:lnTo>
                  <a:pt x="15444" y="204518"/>
                </a:lnTo>
                <a:lnTo>
                  <a:pt x="14522" y="204078"/>
                </a:lnTo>
                <a:close/>
                <a:moveTo>
                  <a:pt x="40728" y="75014"/>
                </a:moveTo>
                <a:lnTo>
                  <a:pt x="42040" y="75709"/>
                </a:lnTo>
                <a:lnTo>
                  <a:pt x="40073" y="75362"/>
                </a:lnTo>
                <a:close/>
                <a:moveTo>
                  <a:pt x="40625" y="144239"/>
                </a:moveTo>
                <a:lnTo>
                  <a:pt x="42162" y="144596"/>
                </a:lnTo>
                <a:lnTo>
                  <a:pt x="39856" y="144417"/>
                </a:lnTo>
                <a:close/>
                <a:moveTo>
                  <a:pt x="47832" y="62367"/>
                </a:moveTo>
                <a:lnTo>
                  <a:pt x="49957" y="63567"/>
                </a:lnTo>
                <a:lnTo>
                  <a:pt x="46769" y="62967"/>
                </a:lnTo>
                <a:close/>
                <a:moveTo>
                  <a:pt x="33756" y="178905"/>
                </a:moveTo>
                <a:lnTo>
                  <a:pt x="35260" y="180239"/>
                </a:lnTo>
                <a:lnTo>
                  <a:pt x="33004" y="179572"/>
                </a:lnTo>
                <a:close/>
                <a:moveTo>
                  <a:pt x="53925" y="327612"/>
                </a:moveTo>
                <a:lnTo>
                  <a:pt x="55173" y="329404"/>
                </a:lnTo>
                <a:lnTo>
                  <a:pt x="53300" y="328508"/>
                </a:lnTo>
                <a:close/>
                <a:moveTo>
                  <a:pt x="59539" y="372768"/>
                </a:moveTo>
                <a:lnTo>
                  <a:pt x="60646" y="373719"/>
                </a:lnTo>
                <a:lnTo>
                  <a:pt x="58986" y="373243"/>
                </a:lnTo>
                <a:close/>
                <a:moveTo>
                  <a:pt x="40480" y="394705"/>
                </a:moveTo>
                <a:lnTo>
                  <a:pt x="41803" y="395793"/>
                </a:lnTo>
                <a:lnTo>
                  <a:pt x="39818" y="395249"/>
                </a:lnTo>
                <a:close/>
                <a:moveTo>
                  <a:pt x="31118" y="394284"/>
                </a:moveTo>
                <a:lnTo>
                  <a:pt x="32061" y="394666"/>
                </a:lnTo>
                <a:lnTo>
                  <a:pt x="30646" y="394475"/>
                </a:lnTo>
                <a:close/>
                <a:moveTo>
                  <a:pt x="51653" y="392472"/>
                </a:moveTo>
                <a:lnTo>
                  <a:pt x="53357" y="393669"/>
                </a:lnTo>
                <a:lnTo>
                  <a:pt x="50801" y="393070"/>
                </a:lnTo>
                <a:close/>
                <a:moveTo>
                  <a:pt x="53494" y="132289"/>
                </a:moveTo>
                <a:lnTo>
                  <a:pt x="54942" y="132694"/>
                </a:lnTo>
                <a:lnTo>
                  <a:pt x="52770" y="132491"/>
                </a:lnTo>
                <a:close/>
                <a:moveTo>
                  <a:pt x="9573" y="194433"/>
                </a:moveTo>
                <a:lnTo>
                  <a:pt x="10853" y="195328"/>
                </a:lnTo>
                <a:lnTo>
                  <a:pt x="8933" y="194880"/>
                </a:lnTo>
                <a:close/>
                <a:moveTo>
                  <a:pt x="4500" y="302785"/>
                </a:moveTo>
                <a:lnTo>
                  <a:pt x="5823" y="303444"/>
                </a:lnTo>
                <a:lnTo>
                  <a:pt x="3838" y="303115"/>
                </a:lnTo>
                <a:close/>
                <a:moveTo>
                  <a:pt x="22303" y="171957"/>
                </a:moveTo>
                <a:lnTo>
                  <a:pt x="23089" y="172360"/>
                </a:lnTo>
                <a:lnTo>
                  <a:pt x="21910" y="172158"/>
                </a:lnTo>
                <a:close/>
                <a:moveTo>
                  <a:pt x="64653" y="421461"/>
                </a:moveTo>
                <a:lnTo>
                  <a:pt x="66234" y="423061"/>
                </a:lnTo>
                <a:lnTo>
                  <a:pt x="63862" y="422261"/>
                </a:lnTo>
                <a:close/>
                <a:moveTo>
                  <a:pt x="30360" y="351010"/>
                </a:moveTo>
                <a:lnTo>
                  <a:pt x="31121" y="352430"/>
                </a:lnTo>
                <a:lnTo>
                  <a:pt x="29980" y="351720"/>
                </a:lnTo>
                <a:close/>
                <a:moveTo>
                  <a:pt x="40538" y="393904"/>
                </a:moveTo>
                <a:lnTo>
                  <a:pt x="41071" y="395393"/>
                </a:lnTo>
                <a:lnTo>
                  <a:pt x="40272" y="394648"/>
                </a:lnTo>
                <a:close/>
                <a:moveTo>
                  <a:pt x="9528" y="234039"/>
                </a:moveTo>
                <a:lnTo>
                  <a:pt x="11637" y="234340"/>
                </a:lnTo>
                <a:lnTo>
                  <a:pt x="8473" y="234189"/>
                </a:lnTo>
                <a:close/>
                <a:moveTo>
                  <a:pt x="17937" y="129892"/>
                </a:moveTo>
                <a:lnTo>
                  <a:pt x="18888" y="130286"/>
                </a:lnTo>
                <a:lnTo>
                  <a:pt x="17462" y="130089"/>
                </a:lnTo>
                <a:close/>
                <a:moveTo>
                  <a:pt x="63521" y="355462"/>
                </a:moveTo>
                <a:lnTo>
                  <a:pt x="64606" y="356297"/>
                </a:lnTo>
                <a:lnTo>
                  <a:pt x="62978" y="355879"/>
                </a:lnTo>
                <a:close/>
                <a:moveTo>
                  <a:pt x="41848" y="19166"/>
                </a:moveTo>
                <a:lnTo>
                  <a:pt x="42255" y="20814"/>
                </a:lnTo>
                <a:lnTo>
                  <a:pt x="41644" y="19990"/>
                </a:lnTo>
                <a:close/>
                <a:moveTo>
                  <a:pt x="22412" y="216921"/>
                </a:moveTo>
                <a:lnTo>
                  <a:pt x="24489" y="218687"/>
                </a:lnTo>
                <a:lnTo>
                  <a:pt x="21373" y="217804"/>
                </a:lnTo>
                <a:close/>
                <a:moveTo>
                  <a:pt x="33947" y="89356"/>
                </a:moveTo>
                <a:lnTo>
                  <a:pt x="34843" y="91040"/>
                </a:lnTo>
                <a:lnTo>
                  <a:pt x="33499" y="90198"/>
                </a:lnTo>
                <a:close/>
                <a:moveTo>
                  <a:pt x="63638" y="84548"/>
                </a:moveTo>
                <a:lnTo>
                  <a:pt x="65538" y="85379"/>
                </a:lnTo>
                <a:lnTo>
                  <a:pt x="62688" y="84963"/>
                </a:lnTo>
                <a:close/>
                <a:moveTo>
                  <a:pt x="33936" y="74226"/>
                </a:moveTo>
                <a:lnTo>
                  <a:pt x="35914" y="76019"/>
                </a:lnTo>
                <a:lnTo>
                  <a:pt x="32948" y="75123"/>
                </a:lnTo>
                <a:close/>
                <a:moveTo>
                  <a:pt x="15003" y="275468"/>
                </a:moveTo>
                <a:lnTo>
                  <a:pt x="15707" y="277089"/>
                </a:lnTo>
                <a:lnTo>
                  <a:pt x="14651" y="276278"/>
                </a:lnTo>
                <a:close/>
                <a:moveTo>
                  <a:pt x="4362" y="45478"/>
                </a:moveTo>
                <a:lnTo>
                  <a:pt x="6055" y="46248"/>
                </a:lnTo>
                <a:lnTo>
                  <a:pt x="3516" y="45863"/>
                </a:lnTo>
                <a:close/>
                <a:moveTo>
                  <a:pt x="63884" y="379121"/>
                </a:moveTo>
                <a:lnTo>
                  <a:pt x="65553" y="379624"/>
                </a:lnTo>
                <a:lnTo>
                  <a:pt x="63049" y="379372"/>
                </a:lnTo>
                <a:close/>
                <a:moveTo>
                  <a:pt x="49579" y="408933"/>
                </a:moveTo>
                <a:lnTo>
                  <a:pt x="50752" y="409352"/>
                </a:lnTo>
                <a:lnTo>
                  <a:pt x="48992" y="409143"/>
                </a:lnTo>
                <a:close/>
                <a:moveTo>
                  <a:pt x="16489" y="133342"/>
                </a:moveTo>
                <a:lnTo>
                  <a:pt x="18153" y="133937"/>
                </a:lnTo>
                <a:lnTo>
                  <a:pt x="15657" y="133640"/>
                </a:lnTo>
                <a:close/>
                <a:moveTo>
                  <a:pt x="13533" y="102002"/>
                </a:moveTo>
                <a:lnTo>
                  <a:pt x="15113" y="103487"/>
                </a:lnTo>
                <a:lnTo>
                  <a:pt x="12744" y="102745"/>
                </a:lnTo>
                <a:close/>
                <a:moveTo>
                  <a:pt x="26938" y="288410"/>
                </a:moveTo>
                <a:lnTo>
                  <a:pt x="28924" y="289595"/>
                </a:lnTo>
                <a:lnTo>
                  <a:pt x="25945" y="289002"/>
                </a:lnTo>
                <a:close/>
                <a:moveTo>
                  <a:pt x="16892" y="130620"/>
                </a:moveTo>
                <a:lnTo>
                  <a:pt x="18956" y="131921"/>
                </a:lnTo>
                <a:lnTo>
                  <a:pt x="15860" y="131271"/>
                </a:lnTo>
                <a:close/>
                <a:moveTo>
                  <a:pt x="20241" y="278762"/>
                </a:moveTo>
                <a:lnTo>
                  <a:pt x="20757" y="280536"/>
                </a:lnTo>
                <a:lnTo>
                  <a:pt x="19982" y="279649"/>
                </a:lnTo>
                <a:close/>
                <a:moveTo>
                  <a:pt x="31686" y="229978"/>
                </a:moveTo>
                <a:lnTo>
                  <a:pt x="33018" y="230346"/>
                </a:lnTo>
                <a:lnTo>
                  <a:pt x="31020" y="230162"/>
                </a:lnTo>
                <a:close/>
                <a:moveTo>
                  <a:pt x="42841" y="123456"/>
                </a:moveTo>
                <a:lnTo>
                  <a:pt x="43655" y="124961"/>
                </a:lnTo>
                <a:lnTo>
                  <a:pt x="42434" y="124208"/>
                </a:lnTo>
                <a:close/>
                <a:moveTo>
                  <a:pt x="6964" y="123724"/>
                </a:moveTo>
                <a:lnTo>
                  <a:pt x="8712" y="124393"/>
                </a:lnTo>
                <a:lnTo>
                  <a:pt x="6090" y="124059"/>
                </a:lnTo>
                <a:close/>
                <a:moveTo>
                  <a:pt x="20399" y="238634"/>
                </a:moveTo>
                <a:lnTo>
                  <a:pt x="21094" y="240279"/>
                </a:lnTo>
                <a:lnTo>
                  <a:pt x="20052" y="239457"/>
                </a:lnTo>
                <a:close/>
                <a:moveTo>
                  <a:pt x="70004" y="13800"/>
                </a:moveTo>
                <a:lnTo>
                  <a:pt x="71208" y="15226"/>
                </a:lnTo>
                <a:lnTo>
                  <a:pt x="69402" y="14513"/>
                </a:lnTo>
                <a:close/>
                <a:moveTo>
                  <a:pt x="27792" y="405200"/>
                </a:moveTo>
                <a:lnTo>
                  <a:pt x="29067" y="405770"/>
                </a:lnTo>
                <a:lnTo>
                  <a:pt x="27154" y="405485"/>
                </a:lnTo>
                <a:close/>
                <a:moveTo>
                  <a:pt x="39783" y="280962"/>
                </a:moveTo>
                <a:lnTo>
                  <a:pt x="40798" y="282250"/>
                </a:lnTo>
                <a:lnTo>
                  <a:pt x="39275" y="281606"/>
                </a:lnTo>
                <a:close/>
                <a:moveTo>
                  <a:pt x="55672" y="224925"/>
                </a:moveTo>
                <a:lnTo>
                  <a:pt x="56957" y="226493"/>
                </a:lnTo>
                <a:lnTo>
                  <a:pt x="55029" y="225709"/>
                </a:lnTo>
                <a:close/>
                <a:moveTo>
                  <a:pt x="48760" y="226580"/>
                </a:moveTo>
                <a:lnTo>
                  <a:pt x="50871" y="227141"/>
                </a:lnTo>
                <a:lnTo>
                  <a:pt x="47705" y="226860"/>
                </a:lnTo>
                <a:close/>
                <a:moveTo>
                  <a:pt x="55438" y="71294"/>
                </a:moveTo>
                <a:lnTo>
                  <a:pt x="56913" y="71947"/>
                </a:lnTo>
                <a:lnTo>
                  <a:pt x="54700" y="71620"/>
                </a:lnTo>
                <a:close/>
                <a:moveTo>
                  <a:pt x="31692" y="336926"/>
                </a:moveTo>
                <a:lnTo>
                  <a:pt x="33498" y="338413"/>
                </a:lnTo>
                <a:lnTo>
                  <a:pt x="30790" y="337669"/>
                </a:lnTo>
                <a:close/>
                <a:moveTo>
                  <a:pt x="17378" y="212857"/>
                </a:moveTo>
                <a:lnTo>
                  <a:pt x="18137" y="214027"/>
                </a:lnTo>
                <a:lnTo>
                  <a:pt x="16998" y="213442"/>
                </a:lnTo>
                <a:close/>
                <a:moveTo>
                  <a:pt x="35789" y="14553"/>
                </a:moveTo>
                <a:lnTo>
                  <a:pt x="37244" y="15925"/>
                </a:lnTo>
                <a:lnTo>
                  <a:pt x="35062" y="15239"/>
                </a:lnTo>
                <a:close/>
                <a:moveTo>
                  <a:pt x="40947" y="380561"/>
                </a:moveTo>
                <a:lnTo>
                  <a:pt x="41630" y="381088"/>
                </a:lnTo>
                <a:lnTo>
                  <a:pt x="40605" y="380824"/>
                </a:lnTo>
                <a:close/>
                <a:moveTo>
                  <a:pt x="2107" y="215910"/>
                </a:moveTo>
                <a:lnTo>
                  <a:pt x="3261" y="216872"/>
                </a:lnTo>
                <a:lnTo>
                  <a:pt x="1530" y="216391"/>
                </a:lnTo>
                <a:close/>
                <a:moveTo>
                  <a:pt x="19268" y="348065"/>
                </a:moveTo>
                <a:lnTo>
                  <a:pt x="19753" y="349726"/>
                </a:lnTo>
                <a:lnTo>
                  <a:pt x="19026" y="348895"/>
                </a:lnTo>
                <a:close/>
                <a:moveTo>
                  <a:pt x="40685" y="236507"/>
                </a:moveTo>
                <a:lnTo>
                  <a:pt x="42499" y="237164"/>
                </a:lnTo>
                <a:lnTo>
                  <a:pt x="39778" y="236836"/>
                </a:lnTo>
                <a:close/>
                <a:moveTo>
                  <a:pt x="11098" y="135023"/>
                </a:moveTo>
                <a:lnTo>
                  <a:pt x="11527" y="135795"/>
                </a:lnTo>
                <a:lnTo>
                  <a:pt x="10884" y="135409"/>
                </a:lnTo>
                <a:close/>
                <a:moveTo>
                  <a:pt x="44346" y="228737"/>
                </a:moveTo>
                <a:lnTo>
                  <a:pt x="45186" y="229920"/>
                </a:lnTo>
                <a:lnTo>
                  <a:pt x="43926" y="229328"/>
                </a:lnTo>
                <a:close/>
                <a:moveTo>
                  <a:pt x="7056" y="357698"/>
                </a:moveTo>
                <a:lnTo>
                  <a:pt x="7723" y="358381"/>
                </a:lnTo>
                <a:lnTo>
                  <a:pt x="6722" y="358039"/>
                </a:lnTo>
                <a:close/>
                <a:moveTo>
                  <a:pt x="12049" y="300934"/>
                </a:moveTo>
                <a:lnTo>
                  <a:pt x="13936" y="302414"/>
                </a:lnTo>
                <a:lnTo>
                  <a:pt x="11105" y="301674"/>
                </a:lnTo>
                <a:close/>
                <a:moveTo>
                  <a:pt x="5142" y="178557"/>
                </a:moveTo>
                <a:lnTo>
                  <a:pt x="6166" y="179182"/>
                </a:lnTo>
                <a:lnTo>
                  <a:pt x="4630" y="178870"/>
                </a:lnTo>
                <a:close/>
                <a:moveTo>
                  <a:pt x="68800" y="17517"/>
                </a:moveTo>
                <a:lnTo>
                  <a:pt x="70055" y="18959"/>
                </a:lnTo>
                <a:lnTo>
                  <a:pt x="68172" y="18238"/>
                </a:lnTo>
                <a:close/>
                <a:moveTo>
                  <a:pt x="69895" y="62292"/>
                </a:moveTo>
                <a:lnTo>
                  <a:pt x="71088" y="63710"/>
                </a:lnTo>
                <a:lnTo>
                  <a:pt x="69299" y="63001"/>
                </a:lnTo>
                <a:close/>
                <a:moveTo>
                  <a:pt x="3608" y="104263"/>
                </a:moveTo>
                <a:lnTo>
                  <a:pt x="5604" y="104775"/>
                </a:lnTo>
                <a:lnTo>
                  <a:pt x="2609" y="104519"/>
                </a:lnTo>
                <a:close/>
                <a:moveTo>
                  <a:pt x="28367" y="129368"/>
                </a:moveTo>
                <a:lnTo>
                  <a:pt x="29502" y="129782"/>
                </a:lnTo>
                <a:lnTo>
                  <a:pt x="27799" y="129575"/>
                </a:lnTo>
                <a:close/>
                <a:moveTo>
                  <a:pt x="3261" y="434418"/>
                </a:moveTo>
                <a:lnTo>
                  <a:pt x="5023" y="435819"/>
                </a:lnTo>
                <a:lnTo>
                  <a:pt x="2380" y="435118"/>
                </a:lnTo>
                <a:close/>
                <a:moveTo>
                  <a:pt x="16953" y="109764"/>
                </a:moveTo>
                <a:lnTo>
                  <a:pt x="18324" y="110427"/>
                </a:lnTo>
                <a:lnTo>
                  <a:pt x="16268" y="110096"/>
                </a:lnTo>
                <a:close/>
                <a:moveTo>
                  <a:pt x="33171" y="406594"/>
                </a:moveTo>
                <a:lnTo>
                  <a:pt x="34195" y="407400"/>
                </a:lnTo>
                <a:lnTo>
                  <a:pt x="32660" y="406997"/>
                </a:lnTo>
                <a:close/>
                <a:moveTo>
                  <a:pt x="69550" y="266073"/>
                </a:moveTo>
                <a:lnTo>
                  <a:pt x="69973" y="266977"/>
                </a:lnTo>
                <a:lnTo>
                  <a:pt x="69338" y="266525"/>
                </a:lnTo>
                <a:close/>
                <a:moveTo>
                  <a:pt x="46348" y="24685"/>
                </a:moveTo>
                <a:lnTo>
                  <a:pt x="47332" y="26027"/>
                </a:lnTo>
                <a:lnTo>
                  <a:pt x="45855" y="25356"/>
                </a:lnTo>
                <a:close/>
                <a:moveTo>
                  <a:pt x="61372" y="257230"/>
                </a:moveTo>
                <a:lnTo>
                  <a:pt x="63362" y="258224"/>
                </a:lnTo>
                <a:lnTo>
                  <a:pt x="60377" y="257727"/>
                </a:lnTo>
                <a:close/>
                <a:moveTo>
                  <a:pt x="28367" y="367524"/>
                </a:moveTo>
                <a:lnTo>
                  <a:pt x="29422" y="368996"/>
                </a:lnTo>
                <a:lnTo>
                  <a:pt x="27840" y="368260"/>
                </a:lnTo>
                <a:close/>
                <a:moveTo>
                  <a:pt x="15940" y="150931"/>
                </a:moveTo>
                <a:lnTo>
                  <a:pt x="16629" y="152055"/>
                </a:lnTo>
                <a:lnTo>
                  <a:pt x="15595" y="151493"/>
                </a:lnTo>
                <a:close/>
                <a:moveTo>
                  <a:pt x="12333" y="88105"/>
                </a:moveTo>
                <a:lnTo>
                  <a:pt x="13080" y="89106"/>
                </a:lnTo>
                <a:lnTo>
                  <a:pt x="11960" y="88605"/>
                </a:lnTo>
                <a:close/>
                <a:moveTo>
                  <a:pt x="22460" y="194499"/>
                </a:moveTo>
                <a:lnTo>
                  <a:pt x="24648" y="195818"/>
                </a:lnTo>
                <a:lnTo>
                  <a:pt x="21366" y="195159"/>
                </a:lnTo>
                <a:close/>
                <a:moveTo>
                  <a:pt x="61253" y="88515"/>
                </a:moveTo>
                <a:lnTo>
                  <a:pt x="62311" y="88924"/>
                </a:lnTo>
                <a:lnTo>
                  <a:pt x="60724" y="88720"/>
                </a:lnTo>
                <a:close/>
                <a:moveTo>
                  <a:pt x="49257" y="157663"/>
                </a:moveTo>
                <a:lnTo>
                  <a:pt x="50115" y="157991"/>
                </a:lnTo>
                <a:lnTo>
                  <a:pt x="48828" y="157827"/>
                </a:lnTo>
                <a:close/>
                <a:moveTo>
                  <a:pt x="13606" y="113753"/>
                </a:moveTo>
                <a:lnTo>
                  <a:pt x="14683" y="115438"/>
                </a:lnTo>
                <a:lnTo>
                  <a:pt x="13067" y="114596"/>
                </a:lnTo>
                <a:close/>
                <a:moveTo>
                  <a:pt x="50926" y="116500"/>
                </a:moveTo>
                <a:lnTo>
                  <a:pt x="51944" y="117030"/>
                </a:lnTo>
                <a:lnTo>
                  <a:pt x="50417" y="116765"/>
                </a:lnTo>
                <a:close/>
                <a:moveTo>
                  <a:pt x="66426" y="156317"/>
                </a:moveTo>
                <a:lnTo>
                  <a:pt x="68193" y="157703"/>
                </a:lnTo>
                <a:lnTo>
                  <a:pt x="65543" y="157010"/>
                </a:lnTo>
                <a:close/>
                <a:moveTo>
                  <a:pt x="64357" y="8026"/>
                </a:moveTo>
                <a:lnTo>
                  <a:pt x="65303" y="8902"/>
                </a:lnTo>
                <a:lnTo>
                  <a:pt x="63884" y="8464"/>
                </a:lnTo>
                <a:close/>
                <a:moveTo>
                  <a:pt x="6684" y="384715"/>
                </a:moveTo>
                <a:lnTo>
                  <a:pt x="7636" y="386171"/>
                </a:lnTo>
                <a:lnTo>
                  <a:pt x="6208" y="385443"/>
                </a:lnTo>
                <a:close/>
                <a:moveTo>
                  <a:pt x="37213" y="23106"/>
                </a:moveTo>
                <a:lnTo>
                  <a:pt x="38292" y="23764"/>
                </a:lnTo>
                <a:lnTo>
                  <a:pt x="36674" y="23435"/>
                </a:lnTo>
                <a:close/>
                <a:moveTo>
                  <a:pt x="3720" y="65042"/>
                </a:moveTo>
                <a:lnTo>
                  <a:pt x="5171" y="65390"/>
                </a:lnTo>
                <a:lnTo>
                  <a:pt x="2994" y="65216"/>
                </a:lnTo>
                <a:close/>
                <a:moveTo>
                  <a:pt x="22722" y="184423"/>
                </a:moveTo>
                <a:lnTo>
                  <a:pt x="24078" y="184927"/>
                </a:lnTo>
                <a:lnTo>
                  <a:pt x="22044" y="184675"/>
                </a:lnTo>
                <a:close/>
                <a:moveTo>
                  <a:pt x="50325" y="112903"/>
                </a:moveTo>
                <a:lnTo>
                  <a:pt x="52017" y="114202"/>
                </a:lnTo>
                <a:lnTo>
                  <a:pt x="49479" y="113553"/>
                </a:lnTo>
                <a:close/>
                <a:moveTo>
                  <a:pt x="11166" y="88612"/>
                </a:moveTo>
                <a:lnTo>
                  <a:pt x="12034" y="89981"/>
                </a:lnTo>
                <a:lnTo>
                  <a:pt x="10731" y="89297"/>
                </a:lnTo>
                <a:close/>
                <a:moveTo>
                  <a:pt x="29234" y="168016"/>
                </a:moveTo>
                <a:lnTo>
                  <a:pt x="31186" y="168655"/>
                </a:lnTo>
                <a:lnTo>
                  <a:pt x="28258" y="168335"/>
                </a:lnTo>
                <a:close/>
                <a:moveTo>
                  <a:pt x="21307" y="149858"/>
                </a:moveTo>
                <a:lnTo>
                  <a:pt x="22056" y="150219"/>
                </a:lnTo>
                <a:lnTo>
                  <a:pt x="20933" y="150039"/>
                </a:lnTo>
                <a:close/>
                <a:moveTo>
                  <a:pt x="2579" y="274594"/>
                </a:moveTo>
                <a:lnTo>
                  <a:pt x="3976" y="276107"/>
                </a:lnTo>
                <a:lnTo>
                  <a:pt x="1880" y="275351"/>
                </a:lnTo>
                <a:close/>
                <a:moveTo>
                  <a:pt x="69154" y="129379"/>
                </a:moveTo>
                <a:lnTo>
                  <a:pt x="70745" y="131057"/>
                </a:lnTo>
                <a:lnTo>
                  <a:pt x="68359" y="130218"/>
                </a:lnTo>
                <a:close/>
                <a:moveTo>
                  <a:pt x="15997" y="300297"/>
                </a:moveTo>
                <a:lnTo>
                  <a:pt x="17580" y="302030"/>
                </a:lnTo>
                <a:lnTo>
                  <a:pt x="15205" y="301164"/>
                </a:lnTo>
                <a:close/>
                <a:moveTo>
                  <a:pt x="61648" y="101632"/>
                </a:moveTo>
                <a:lnTo>
                  <a:pt x="63169" y="102067"/>
                </a:lnTo>
                <a:lnTo>
                  <a:pt x="60888" y="101850"/>
                </a:lnTo>
                <a:close/>
                <a:moveTo>
                  <a:pt x="30801" y="170608"/>
                </a:moveTo>
                <a:lnTo>
                  <a:pt x="31263" y="171483"/>
                </a:lnTo>
                <a:lnTo>
                  <a:pt x="30571" y="171045"/>
                </a:lnTo>
                <a:close/>
                <a:moveTo>
                  <a:pt x="23835" y="216351"/>
                </a:moveTo>
                <a:lnTo>
                  <a:pt x="24703" y="216889"/>
                </a:lnTo>
                <a:lnTo>
                  <a:pt x="23401" y="216620"/>
                </a:lnTo>
                <a:close/>
                <a:moveTo>
                  <a:pt x="29034" y="206784"/>
                </a:moveTo>
                <a:lnTo>
                  <a:pt x="29692" y="208082"/>
                </a:lnTo>
                <a:lnTo>
                  <a:pt x="28704" y="207433"/>
                </a:lnTo>
                <a:close/>
                <a:moveTo>
                  <a:pt x="17649" y="39774"/>
                </a:moveTo>
                <a:lnTo>
                  <a:pt x="18631" y="40707"/>
                </a:lnTo>
                <a:lnTo>
                  <a:pt x="17158" y="40241"/>
                </a:lnTo>
                <a:close/>
                <a:moveTo>
                  <a:pt x="11418" y="253725"/>
                </a:moveTo>
                <a:lnTo>
                  <a:pt x="13065" y="254854"/>
                </a:lnTo>
                <a:lnTo>
                  <a:pt x="10594" y="254290"/>
                </a:lnTo>
                <a:close/>
                <a:moveTo>
                  <a:pt x="49875" y="9183"/>
                </a:moveTo>
                <a:lnTo>
                  <a:pt x="50949" y="10029"/>
                </a:lnTo>
                <a:lnTo>
                  <a:pt x="49338" y="9606"/>
                </a:lnTo>
                <a:close/>
                <a:moveTo>
                  <a:pt x="5268" y="175818"/>
                </a:moveTo>
                <a:lnTo>
                  <a:pt x="5719" y="176861"/>
                </a:lnTo>
                <a:lnTo>
                  <a:pt x="5042" y="176340"/>
                </a:lnTo>
                <a:close/>
                <a:moveTo>
                  <a:pt x="41874" y="204039"/>
                </a:moveTo>
                <a:lnTo>
                  <a:pt x="42826" y="204719"/>
                </a:lnTo>
                <a:lnTo>
                  <a:pt x="41398" y="204379"/>
                </a:lnTo>
                <a:close/>
                <a:moveTo>
                  <a:pt x="2509" y="150789"/>
                </a:moveTo>
                <a:lnTo>
                  <a:pt x="4509" y="151938"/>
                </a:lnTo>
                <a:lnTo>
                  <a:pt x="1509" y="151363"/>
                </a:lnTo>
                <a:close/>
                <a:moveTo>
                  <a:pt x="19195" y="291053"/>
                </a:moveTo>
                <a:lnTo>
                  <a:pt x="19889" y="292057"/>
                </a:lnTo>
                <a:lnTo>
                  <a:pt x="18848" y="291555"/>
                </a:lnTo>
                <a:close/>
                <a:moveTo>
                  <a:pt x="43930" y="416297"/>
                </a:moveTo>
                <a:lnTo>
                  <a:pt x="44951" y="417462"/>
                </a:lnTo>
                <a:lnTo>
                  <a:pt x="43420" y="416880"/>
                </a:lnTo>
                <a:close/>
                <a:moveTo>
                  <a:pt x="66829" y="336246"/>
                </a:moveTo>
                <a:lnTo>
                  <a:pt x="68339" y="337477"/>
                </a:lnTo>
                <a:lnTo>
                  <a:pt x="66074" y="336861"/>
                </a:lnTo>
                <a:close/>
                <a:moveTo>
                  <a:pt x="29629" y="180716"/>
                </a:moveTo>
                <a:lnTo>
                  <a:pt x="30490" y="182261"/>
                </a:lnTo>
                <a:lnTo>
                  <a:pt x="29199" y="181488"/>
                </a:lnTo>
                <a:close/>
                <a:moveTo>
                  <a:pt x="62443" y="165992"/>
                </a:moveTo>
                <a:lnTo>
                  <a:pt x="64476" y="166349"/>
                </a:lnTo>
                <a:lnTo>
                  <a:pt x="61427" y="166171"/>
                </a:lnTo>
                <a:close/>
                <a:moveTo>
                  <a:pt x="10372" y="220705"/>
                </a:moveTo>
                <a:lnTo>
                  <a:pt x="11293" y="221545"/>
                </a:lnTo>
                <a:lnTo>
                  <a:pt x="9911" y="221125"/>
                </a:lnTo>
                <a:close/>
                <a:moveTo>
                  <a:pt x="69251" y="64599"/>
                </a:moveTo>
                <a:lnTo>
                  <a:pt x="69957" y="65242"/>
                </a:lnTo>
                <a:lnTo>
                  <a:pt x="68898" y="64921"/>
                </a:lnTo>
                <a:close/>
                <a:moveTo>
                  <a:pt x="48474" y="101611"/>
                </a:moveTo>
                <a:lnTo>
                  <a:pt x="48826" y="102726"/>
                </a:lnTo>
                <a:lnTo>
                  <a:pt x="48299" y="102169"/>
                </a:lnTo>
                <a:close/>
                <a:moveTo>
                  <a:pt x="28435" y="103701"/>
                </a:moveTo>
                <a:lnTo>
                  <a:pt x="29699" y="104977"/>
                </a:lnTo>
                <a:lnTo>
                  <a:pt x="27804" y="104339"/>
                </a:lnTo>
                <a:close/>
                <a:moveTo>
                  <a:pt x="39231" y="271969"/>
                </a:moveTo>
                <a:lnTo>
                  <a:pt x="40619" y="273516"/>
                </a:lnTo>
                <a:lnTo>
                  <a:pt x="38538" y="272742"/>
                </a:lnTo>
                <a:close/>
                <a:moveTo>
                  <a:pt x="68680" y="144860"/>
                </a:moveTo>
                <a:lnTo>
                  <a:pt x="69671" y="146490"/>
                </a:lnTo>
                <a:lnTo>
                  <a:pt x="68184" y="145675"/>
                </a:lnTo>
                <a:close/>
                <a:moveTo>
                  <a:pt x="22797" y="311980"/>
                </a:moveTo>
                <a:lnTo>
                  <a:pt x="24434" y="313310"/>
                </a:lnTo>
                <a:lnTo>
                  <a:pt x="21979" y="312645"/>
                </a:lnTo>
                <a:close/>
                <a:moveTo>
                  <a:pt x="68336" y="359370"/>
                </a:moveTo>
                <a:lnTo>
                  <a:pt x="68981" y="360603"/>
                </a:lnTo>
                <a:lnTo>
                  <a:pt x="68013" y="359986"/>
                </a:lnTo>
                <a:close/>
                <a:moveTo>
                  <a:pt x="35208" y="245499"/>
                </a:moveTo>
                <a:lnTo>
                  <a:pt x="36242" y="246228"/>
                </a:lnTo>
                <a:lnTo>
                  <a:pt x="34691" y="245864"/>
                </a:lnTo>
                <a:close/>
                <a:moveTo>
                  <a:pt x="53290" y="232464"/>
                </a:moveTo>
                <a:lnTo>
                  <a:pt x="54078" y="233138"/>
                </a:lnTo>
                <a:lnTo>
                  <a:pt x="52896" y="232801"/>
                </a:lnTo>
                <a:close/>
                <a:moveTo>
                  <a:pt x="23611" y="76804"/>
                </a:moveTo>
                <a:lnTo>
                  <a:pt x="24912" y="77293"/>
                </a:lnTo>
                <a:lnTo>
                  <a:pt x="22961" y="77049"/>
                </a:lnTo>
                <a:close/>
                <a:moveTo>
                  <a:pt x="5289" y="29124"/>
                </a:moveTo>
                <a:lnTo>
                  <a:pt x="5828" y="30481"/>
                </a:lnTo>
                <a:lnTo>
                  <a:pt x="5019" y="29802"/>
                </a:lnTo>
                <a:close/>
                <a:moveTo>
                  <a:pt x="8756" y="196453"/>
                </a:moveTo>
                <a:lnTo>
                  <a:pt x="10535" y="197474"/>
                </a:lnTo>
                <a:lnTo>
                  <a:pt x="7867" y="196963"/>
                </a:lnTo>
                <a:close/>
                <a:moveTo>
                  <a:pt x="12242" y="377681"/>
                </a:moveTo>
                <a:lnTo>
                  <a:pt x="14201" y="378061"/>
                </a:lnTo>
                <a:lnTo>
                  <a:pt x="11262" y="377871"/>
                </a:lnTo>
                <a:close/>
                <a:moveTo>
                  <a:pt x="18635" y="220868"/>
                </a:moveTo>
                <a:lnTo>
                  <a:pt x="20458" y="221756"/>
                </a:lnTo>
                <a:lnTo>
                  <a:pt x="17723" y="221312"/>
                </a:lnTo>
                <a:close/>
                <a:moveTo>
                  <a:pt x="50979" y="109156"/>
                </a:moveTo>
                <a:lnTo>
                  <a:pt x="52653" y="109946"/>
                </a:lnTo>
                <a:lnTo>
                  <a:pt x="50142" y="109551"/>
                </a:lnTo>
                <a:close/>
                <a:moveTo>
                  <a:pt x="24231" y="330909"/>
                </a:moveTo>
                <a:lnTo>
                  <a:pt x="26140" y="332451"/>
                </a:lnTo>
                <a:lnTo>
                  <a:pt x="23276" y="331680"/>
                </a:lnTo>
                <a:close/>
                <a:moveTo>
                  <a:pt x="40585" y="182911"/>
                </a:moveTo>
                <a:lnTo>
                  <a:pt x="42243" y="184146"/>
                </a:lnTo>
                <a:lnTo>
                  <a:pt x="39756" y="183529"/>
                </a:lnTo>
                <a:close/>
                <a:moveTo>
                  <a:pt x="59032" y="349253"/>
                </a:moveTo>
                <a:lnTo>
                  <a:pt x="59614" y="350119"/>
                </a:lnTo>
                <a:lnTo>
                  <a:pt x="58741" y="349686"/>
                </a:lnTo>
                <a:close/>
                <a:moveTo>
                  <a:pt x="47717" y="100077"/>
                </a:moveTo>
                <a:lnTo>
                  <a:pt x="48409" y="100398"/>
                </a:lnTo>
                <a:lnTo>
                  <a:pt x="47372" y="100237"/>
                </a:lnTo>
                <a:close/>
                <a:moveTo>
                  <a:pt x="41849" y="410331"/>
                </a:moveTo>
                <a:lnTo>
                  <a:pt x="43994" y="410832"/>
                </a:lnTo>
                <a:lnTo>
                  <a:pt x="40776" y="410581"/>
                </a:lnTo>
                <a:close/>
                <a:moveTo>
                  <a:pt x="48993" y="182348"/>
                </a:moveTo>
                <a:lnTo>
                  <a:pt x="50512" y="183243"/>
                </a:lnTo>
                <a:lnTo>
                  <a:pt x="48234" y="182795"/>
                </a:lnTo>
                <a:close/>
                <a:moveTo>
                  <a:pt x="66199" y="431221"/>
                </a:moveTo>
                <a:lnTo>
                  <a:pt x="66639" y="432591"/>
                </a:lnTo>
                <a:lnTo>
                  <a:pt x="65979" y="431906"/>
                </a:lnTo>
                <a:close/>
                <a:moveTo>
                  <a:pt x="9149" y="17638"/>
                </a:moveTo>
                <a:lnTo>
                  <a:pt x="10029" y="19035"/>
                </a:lnTo>
                <a:lnTo>
                  <a:pt x="8710" y="18337"/>
                </a:lnTo>
                <a:close/>
                <a:moveTo>
                  <a:pt x="70416" y="51616"/>
                </a:moveTo>
                <a:lnTo>
                  <a:pt x="71377" y="51955"/>
                </a:lnTo>
                <a:lnTo>
                  <a:pt x="69936" y="51786"/>
                </a:lnTo>
                <a:close/>
                <a:moveTo>
                  <a:pt x="38842" y="210202"/>
                </a:moveTo>
                <a:lnTo>
                  <a:pt x="39882" y="210966"/>
                </a:lnTo>
                <a:lnTo>
                  <a:pt x="38321" y="210584"/>
                </a:lnTo>
                <a:close/>
                <a:moveTo>
                  <a:pt x="56896" y="365619"/>
                </a:moveTo>
                <a:lnTo>
                  <a:pt x="57771" y="366507"/>
                </a:lnTo>
                <a:lnTo>
                  <a:pt x="56458" y="366063"/>
                </a:lnTo>
                <a:close/>
                <a:moveTo>
                  <a:pt x="44106" y="333580"/>
                </a:moveTo>
                <a:lnTo>
                  <a:pt x="46270" y="334464"/>
                </a:lnTo>
                <a:lnTo>
                  <a:pt x="43023" y="334022"/>
                </a:lnTo>
                <a:close/>
                <a:moveTo>
                  <a:pt x="49445" y="237691"/>
                </a:moveTo>
                <a:lnTo>
                  <a:pt x="51276" y="238212"/>
                </a:lnTo>
                <a:lnTo>
                  <a:pt x="48530" y="237952"/>
                </a:lnTo>
                <a:close/>
                <a:moveTo>
                  <a:pt x="13118" y="45922"/>
                </a:moveTo>
                <a:lnTo>
                  <a:pt x="15195" y="46599"/>
                </a:lnTo>
                <a:lnTo>
                  <a:pt x="12079" y="46261"/>
                </a:lnTo>
                <a:close/>
                <a:moveTo>
                  <a:pt x="35041" y="51714"/>
                </a:moveTo>
                <a:lnTo>
                  <a:pt x="35990" y="52043"/>
                </a:lnTo>
                <a:lnTo>
                  <a:pt x="34566" y="51878"/>
                </a:lnTo>
                <a:close/>
                <a:moveTo>
                  <a:pt x="40477" y="61882"/>
                </a:moveTo>
                <a:lnTo>
                  <a:pt x="41983" y="62593"/>
                </a:lnTo>
                <a:lnTo>
                  <a:pt x="39723" y="62237"/>
                </a:lnTo>
                <a:close/>
                <a:moveTo>
                  <a:pt x="16792" y="209832"/>
                </a:moveTo>
                <a:lnTo>
                  <a:pt x="17818" y="210522"/>
                </a:lnTo>
                <a:lnTo>
                  <a:pt x="16278" y="210177"/>
                </a:lnTo>
                <a:close/>
                <a:moveTo>
                  <a:pt x="4448" y="27245"/>
                </a:moveTo>
                <a:lnTo>
                  <a:pt x="6450" y="28009"/>
                </a:lnTo>
                <a:lnTo>
                  <a:pt x="3448" y="27627"/>
                </a:lnTo>
                <a:close/>
                <a:moveTo>
                  <a:pt x="6352" y="78863"/>
                </a:moveTo>
                <a:lnTo>
                  <a:pt x="7596" y="80659"/>
                </a:lnTo>
                <a:lnTo>
                  <a:pt x="5729" y="79761"/>
                </a:lnTo>
                <a:close/>
                <a:moveTo>
                  <a:pt x="15016" y="378101"/>
                </a:moveTo>
                <a:lnTo>
                  <a:pt x="16262" y="379022"/>
                </a:lnTo>
                <a:lnTo>
                  <a:pt x="14394" y="378561"/>
                </a:lnTo>
                <a:close/>
                <a:moveTo>
                  <a:pt x="57353" y="172137"/>
                </a:moveTo>
                <a:lnTo>
                  <a:pt x="57809" y="173263"/>
                </a:lnTo>
                <a:lnTo>
                  <a:pt x="57124" y="172700"/>
                </a:lnTo>
                <a:close/>
                <a:moveTo>
                  <a:pt x="46844" y="271378"/>
                </a:moveTo>
                <a:lnTo>
                  <a:pt x="47707" y="273086"/>
                </a:lnTo>
                <a:lnTo>
                  <a:pt x="46413" y="272232"/>
                </a:lnTo>
                <a:close/>
                <a:moveTo>
                  <a:pt x="61384" y="433618"/>
                </a:moveTo>
                <a:lnTo>
                  <a:pt x="62554" y="435169"/>
                </a:lnTo>
                <a:lnTo>
                  <a:pt x="60799" y="434393"/>
                </a:lnTo>
                <a:close/>
                <a:moveTo>
                  <a:pt x="51610" y="75958"/>
                </a:moveTo>
                <a:lnTo>
                  <a:pt x="52009" y="76511"/>
                </a:lnTo>
                <a:lnTo>
                  <a:pt x="51410" y="76234"/>
                </a:lnTo>
                <a:close/>
                <a:moveTo>
                  <a:pt x="9176" y="31737"/>
                </a:moveTo>
                <a:lnTo>
                  <a:pt x="10190" y="33168"/>
                </a:lnTo>
                <a:lnTo>
                  <a:pt x="8669" y="32452"/>
                </a:lnTo>
                <a:close/>
                <a:moveTo>
                  <a:pt x="22563" y="223837"/>
                </a:moveTo>
                <a:lnTo>
                  <a:pt x="22932" y="224453"/>
                </a:lnTo>
                <a:lnTo>
                  <a:pt x="22378" y="224145"/>
                </a:lnTo>
                <a:close/>
                <a:moveTo>
                  <a:pt x="68011" y="3931"/>
                </a:moveTo>
                <a:lnTo>
                  <a:pt x="69336" y="5447"/>
                </a:lnTo>
                <a:lnTo>
                  <a:pt x="67348" y="4689"/>
                </a:lnTo>
                <a:close/>
                <a:moveTo>
                  <a:pt x="56322" y="320483"/>
                </a:moveTo>
                <a:lnTo>
                  <a:pt x="57411" y="321988"/>
                </a:lnTo>
                <a:lnTo>
                  <a:pt x="55778" y="321235"/>
                </a:lnTo>
                <a:close/>
                <a:moveTo>
                  <a:pt x="58798" y="334600"/>
                </a:moveTo>
                <a:lnTo>
                  <a:pt x="60972" y="335051"/>
                </a:lnTo>
                <a:lnTo>
                  <a:pt x="57711" y="334826"/>
                </a:lnTo>
                <a:close/>
                <a:moveTo>
                  <a:pt x="67389" y="174902"/>
                </a:moveTo>
                <a:lnTo>
                  <a:pt x="69043" y="175578"/>
                </a:lnTo>
                <a:lnTo>
                  <a:pt x="66561" y="175240"/>
                </a:lnTo>
                <a:close/>
                <a:moveTo>
                  <a:pt x="64537" y="9379"/>
                </a:moveTo>
                <a:lnTo>
                  <a:pt x="65954" y="10020"/>
                </a:lnTo>
                <a:lnTo>
                  <a:pt x="63828" y="9700"/>
                </a:lnTo>
                <a:close/>
                <a:moveTo>
                  <a:pt x="28050" y="160504"/>
                </a:moveTo>
                <a:lnTo>
                  <a:pt x="29616" y="162021"/>
                </a:lnTo>
                <a:lnTo>
                  <a:pt x="27267" y="161262"/>
                </a:lnTo>
                <a:close/>
                <a:moveTo>
                  <a:pt x="26390" y="277930"/>
                </a:moveTo>
                <a:lnTo>
                  <a:pt x="27395" y="278649"/>
                </a:lnTo>
                <a:lnTo>
                  <a:pt x="25887" y="278290"/>
                </a:lnTo>
                <a:close/>
                <a:moveTo>
                  <a:pt x="64222" y="139662"/>
                </a:moveTo>
                <a:lnTo>
                  <a:pt x="64747" y="140465"/>
                </a:lnTo>
                <a:lnTo>
                  <a:pt x="63960" y="140064"/>
                </a:lnTo>
                <a:close/>
                <a:moveTo>
                  <a:pt x="52776" y="91467"/>
                </a:moveTo>
                <a:lnTo>
                  <a:pt x="54501" y="92587"/>
                </a:lnTo>
                <a:lnTo>
                  <a:pt x="51914" y="92027"/>
                </a:lnTo>
                <a:close/>
                <a:moveTo>
                  <a:pt x="48478" y="76590"/>
                </a:moveTo>
                <a:lnTo>
                  <a:pt x="49023" y="77104"/>
                </a:lnTo>
                <a:lnTo>
                  <a:pt x="48205" y="76847"/>
                </a:lnTo>
                <a:close/>
                <a:moveTo>
                  <a:pt x="25386" y="187350"/>
                </a:moveTo>
                <a:lnTo>
                  <a:pt x="25753" y="188404"/>
                </a:lnTo>
                <a:lnTo>
                  <a:pt x="25202" y="187877"/>
                </a:lnTo>
                <a:close/>
                <a:moveTo>
                  <a:pt x="29097" y="139607"/>
                </a:moveTo>
                <a:lnTo>
                  <a:pt x="30441" y="141335"/>
                </a:lnTo>
                <a:lnTo>
                  <a:pt x="28425" y="140471"/>
                </a:lnTo>
                <a:close/>
                <a:moveTo>
                  <a:pt x="15190" y="383882"/>
                </a:moveTo>
                <a:lnTo>
                  <a:pt x="16134" y="385313"/>
                </a:lnTo>
                <a:lnTo>
                  <a:pt x="14718" y="384598"/>
                </a:lnTo>
                <a:close/>
                <a:moveTo>
                  <a:pt x="8447" y="430650"/>
                </a:moveTo>
                <a:lnTo>
                  <a:pt x="9593" y="432394"/>
                </a:lnTo>
                <a:lnTo>
                  <a:pt x="7874" y="431522"/>
                </a:lnTo>
                <a:close/>
                <a:moveTo>
                  <a:pt x="16236" y="177503"/>
                </a:moveTo>
                <a:lnTo>
                  <a:pt x="17892" y="178069"/>
                </a:lnTo>
                <a:lnTo>
                  <a:pt x="15408" y="177786"/>
                </a:lnTo>
                <a:close/>
                <a:moveTo>
                  <a:pt x="19998" y="295055"/>
                </a:moveTo>
                <a:lnTo>
                  <a:pt x="22101" y="295838"/>
                </a:lnTo>
                <a:lnTo>
                  <a:pt x="18946" y="295447"/>
                </a:lnTo>
                <a:close/>
                <a:moveTo>
                  <a:pt x="13703" y="155202"/>
                </a:moveTo>
                <a:lnTo>
                  <a:pt x="15884" y="155725"/>
                </a:lnTo>
                <a:lnTo>
                  <a:pt x="12613" y="155464"/>
                </a:lnTo>
                <a:close/>
                <a:moveTo>
                  <a:pt x="45293" y="164349"/>
                </a:moveTo>
                <a:lnTo>
                  <a:pt x="46834" y="164968"/>
                </a:lnTo>
                <a:lnTo>
                  <a:pt x="44522" y="164658"/>
                </a:lnTo>
                <a:close/>
                <a:moveTo>
                  <a:pt x="44001" y="387007"/>
                </a:moveTo>
                <a:lnTo>
                  <a:pt x="45935" y="388250"/>
                </a:lnTo>
                <a:lnTo>
                  <a:pt x="43034" y="387628"/>
                </a:lnTo>
                <a:close/>
                <a:moveTo>
                  <a:pt x="36202" y="247212"/>
                </a:moveTo>
                <a:lnTo>
                  <a:pt x="36763" y="248769"/>
                </a:lnTo>
                <a:lnTo>
                  <a:pt x="35921" y="247990"/>
                </a:lnTo>
                <a:close/>
                <a:moveTo>
                  <a:pt x="49151" y="197167"/>
                </a:moveTo>
                <a:lnTo>
                  <a:pt x="50732" y="198096"/>
                </a:lnTo>
                <a:lnTo>
                  <a:pt x="48360" y="197632"/>
                </a:lnTo>
                <a:close/>
                <a:moveTo>
                  <a:pt x="27787" y="99634"/>
                </a:moveTo>
                <a:lnTo>
                  <a:pt x="29248" y="100793"/>
                </a:lnTo>
                <a:lnTo>
                  <a:pt x="27057" y="100213"/>
                </a:lnTo>
                <a:close/>
                <a:moveTo>
                  <a:pt x="36928" y="13187"/>
                </a:moveTo>
                <a:lnTo>
                  <a:pt x="38439" y="14157"/>
                </a:lnTo>
                <a:lnTo>
                  <a:pt x="36173" y="13672"/>
                </a:lnTo>
                <a:close/>
                <a:moveTo>
                  <a:pt x="42398" y="258940"/>
                </a:moveTo>
                <a:lnTo>
                  <a:pt x="44471" y="259468"/>
                </a:lnTo>
                <a:lnTo>
                  <a:pt x="41361" y="259204"/>
                </a:lnTo>
                <a:close/>
                <a:moveTo>
                  <a:pt x="33670" y="432997"/>
                </a:moveTo>
                <a:lnTo>
                  <a:pt x="35385" y="433766"/>
                </a:lnTo>
                <a:lnTo>
                  <a:pt x="32812" y="433382"/>
                </a:lnTo>
                <a:close/>
                <a:moveTo>
                  <a:pt x="52435" y="431488"/>
                </a:moveTo>
                <a:lnTo>
                  <a:pt x="53529" y="433089"/>
                </a:lnTo>
                <a:lnTo>
                  <a:pt x="51888" y="432288"/>
                </a:lnTo>
                <a:close/>
                <a:moveTo>
                  <a:pt x="9730" y="431773"/>
                </a:moveTo>
                <a:lnTo>
                  <a:pt x="10989" y="432424"/>
                </a:lnTo>
                <a:lnTo>
                  <a:pt x="9101" y="432099"/>
                </a:lnTo>
                <a:close/>
                <a:moveTo>
                  <a:pt x="59677" y="282824"/>
                </a:moveTo>
                <a:lnTo>
                  <a:pt x="61762" y="284368"/>
                </a:lnTo>
                <a:lnTo>
                  <a:pt x="58635" y="283596"/>
                </a:lnTo>
                <a:close/>
                <a:moveTo>
                  <a:pt x="56699" y="222682"/>
                </a:moveTo>
                <a:lnTo>
                  <a:pt x="58888" y="223080"/>
                </a:lnTo>
                <a:lnTo>
                  <a:pt x="55605" y="222881"/>
                </a:lnTo>
                <a:close/>
                <a:moveTo>
                  <a:pt x="61769" y="310098"/>
                </a:moveTo>
                <a:lnTo>
                  <a:pt x="62583" y="311609"/>
                </a:lnTo>
                <a:lnTo>
                  <a:pt x="61362" y="310853"/>
                </a:lnTo>
                <a:close/>
                <a:moveTo>
                  <a:pt x="32647" y="233484"/>
                </a:moveTo>
                <a:lnTo>
                  <a:pt x="34598" y="234078"/>
                </a:lnTo>
                <a:lnTo>
                  <a:pt x="31671" y="233781"/>
                </a:lnTo>
                <a:close/>
                <a:moveTo>
                  <a:pt x="20436" y="280412"/>
                </a:moveTo>
                <a:lnTo>
                  <a:pt x="20922" y="281544"/>
                </a:lnTo>
                <a:lnTo>
                  <a:pt x="20193" y="280978"/>
                </a:lnTo>
                <a:close/>
                <a:moveTo>
                  <a:pt x="55961" y="213571"/>
                </a:moveTo>
                <a:lnTo>
                  <a:pt x="56758" y="215071"/>
                </a:lnTo>
                <a:lnTo>
                  <a:pt x="55562" y="214321"/>
                </a:lnTo>
                <a:close/>
                <a:moveTo>
                  <a:pt x="60716" y="335953"/>
                </a:moveTo>
                <a:lnTo>
                  <a:pt x="62082" y="337612"/>
                </a:lnTo>
                <a:lnTo>
                  <a:pt x="60032" y="336782"/>
                </a:lnTo>
                <a:close/>
                <a:moveTo>
                  <a:pt x="56635" y="65435"/>
                </a:moveTo>
                <a:lnTo>
                  <a:pt x="57662" y="65886"/>
                </a:lnTo>
                <a:lnTo>
                  <a:pt x="56122" y="65660"/>
                </a:lnTo>
                <a:close/>
                <a:moveTo>
                  <a:pt x="3438" y="150221"/>
                </a:moveTo>
                <a:lnTo>
                  <a:pt x="5388" y="151772"/>
                </a:lnTo>
                <a:lnTo>
                  <a:pt x="2463" y="150997"/>
                </a:lnTo>
                <a:close/>
                <a:moveTo>
                  <a:pt x="9081" y="78517"/>
                </a:moveTo>
                <a:lnTo>
                  <a:pt x="10149" y="80090"/>
                </a:lnTo>
                <a:lnTo>
                  <a:pt x="8546" y="79303"/>
                </a:lnTo>
                <a:close/>
                <a:moveTo>
                  <a:pt x="44056" y="393196"/>
                </a:moveTo>
                <a:lnTo>
                  <a:pt x="44539" y="394978"/>
                </a:lnTo>
                <a:lnTo>
                  <a:pt x="43815" y="394087"/>
                </a:lnTo>
                <a:close/>
                <a:moveTo>
                  <a:pt x="15334" y="274077"/>
                </a:moveTo>
                <a:lnTo>
                  <a:pt x="17305" y="275468"/>
                </a:lnTo>
                <a:lnTo>
                  <a:pt x="14348" y="274772"/>
                </a:lnTo>
                <a:close/>
                <a:moveTo>
                  <a:pt x="14657" y="291202"/>
                </a:moveTo>
                <a:lnTo>
                  <a:pt x="15804" y="291525"/>
                </a:lnTo>
                <a:lnTo>
                  <a:pt x="14083" y="291364"/>
                </a:lnTo>
                <a:close/>
                <a:moveTo>
                  <a:pt x="24633" y="136912"/>
                </a:moveTo>
                <a:lnTo>
                  <a:pt x="26148" y="137629"/>
                </a:lnTo>
                <a:lnTo>
                  <a:pt x="23875" y="137270"/>
                </a:lnTo>
                <a:close/>
                <a:moveTo>
                  <a:pt x="43077" y="302763"/>
                </a:moveTo>
                <a:lnTo>
                  <a:pt x="43762" y="303255"/>
                </a:lnTo>
                <a:lnTo>
                  <a:pt x="42735" y="303009"/>
                </a:lnTo>
                <a:close/>
                <a:moveTo>
                  <a:pt x="49425" y="202956"/>
                </a:moveTo>
                <a:lnTo>
                  <a:pt x="50014" y="203430"/>
                </a:lnTo>
                <a:lnTo>
                  <a:pt x="49131" y="203193"/>
                </a:lnTo>
                <a:close/>
                <a:moveTo>
                  <a:pt x="66734" y="265692"/>
                </a:moveTo>
                <a:lnTo>
                  <a:pt x="67746" y="266286"/>
                </a:lnTo>
                <a:lnTo>
                  <a:pt x="66229" y="265989"/>
                </a:lnTo>
                <a:close/>
                <a:moveTo>
                  <a:pt x="70501" y="301365"/>
                </a:moveTo>
                <a:lnTo>
                  <a:pt x="72213" y="302206"/>
                </a:lnTo>
                <a:lnTo>
                  <a:pt x="69645" y="301786"/>
                </a:lnTo>
                <a:close/>
                <a:moveTo>
                  <a:pt x="22581" y="177523"/>
                </a:moveTo>
                <a:lnTo>
                  <a:pt x="23202" y="178769"/>
                </a:lnTo>
                <a:lnTo>
                  <a:pt x="22271" y="178146"/>
                </a:lnTo>
                <a:close/>
                <a:moveTo>
                  <a:pt x="30593" y="357517"/>
                </a:moveTo>
                <a:lnTo>
                  <a:pt x="31699" y="358502"/>
                </a:lnTo>
                <a:lnTo>
                  <a:pt x="30039" y="358009"/>
                </a:lnTo>
                <a:close/>
                <a:moveTo>
                  <a:pt x="36316" y="410615"/>
                </a:moveTo>
                <a:lnTo>
                  <a:pt x="37307" y="411971"/>
                </a:lnTo>
                <a:lnTo>
                  <a:pt x="35821" y="411293"/>
                </a:lnTo>
                <a:close/>
                <a:moveTo>
                  <a:pt x="17316" y="252252"/>
                </a:moveTo>
                <a:lnTo>
                  <a:pt x="18193" y="253861"/>
                </a:lnTo>
                <a:lnTo>
                  <a:pt x="16878" y="253057"/>
                </a:lnTo>
                <a:close/>
                <a:moveTo>
                  <a:pt x="20916" y="372516"/>
                </a:moveTo>
                <a:lnTo>
                  <a:pt x="22518" y="373499"/>
                </a:lnTo>
                <a:lnTo>
                  <a:pt x="20115" y="373008"/>
                </a:lnTo>
                <a:close/>
                <a:moveTo>
                  <a:pt x="66220" y="168506"/>
                </a:moveTo>
                <a:lnTo>
                  <a:pt x="67945" y="169708"/>
                </a:lnTo>
                <a:lnTo>
                  <a:pt x="65358" y="169107"/>
                </a:lnTo>
                <a:close/>
                <a:moveTo>
                  <a:pt x="32251" y="27164"/>
                </a:moveTo>
                <a:lnTo>
                  <a:pt x="33376" y="27886"/>
                </a:lnTo>
                <a:lnTo>
                  <a:pt x="31688" y="27525"/>
                </a:lnTo>
                <a:close/>
                <a:moveTo>
                  <a:pt x="31725" y="416233"/>
                </a:moveTo>
                <a:lnTo>
                  <a:pt x="32617" y="417575"/>
                </a:lnTo>
                <a:lnTo>
                  <a:pt x="31279" y="416904"/>
                </a:lnTo>
                <a:close/>
                <a:moveTo>
                  <a:pt x="47907" y="106054"/>
                </a:moveTo>
                <a:lnTo>
                  <a:pt x="49018" y="106552"/>
                </a:lnTo>
                <a:lnTo>
                  <a:pt x="47351" y="106303"/>
                </a:lnTo>
                <a:close/>
                <a:moveTo>
                  <a:pt x="63538" y="109086"/>
                </a:moveTo>
                <a:lnTo>
                  <a:pt x="64666" y="109899"/>
                </a:lnTo>
                <a:lnTo>
                  <a:pt x="62974" y="109492"/>
                </a:lnTo>
                <a:close/>
                <a:moveTo>
                  <a:pt x="58298" y="370682"/>
                </a:moveTo>
                <a:lnTo>
                  <a:pt x="59741" y="371800"/>
                </a:lnTo>
                <a:lnTo>
                  <a:pt x="57577" y="371241"/>
                </a:lnTo>
                <a:close/>
                <a:moveTo>
                  <a:pt x="7822" y="390891"/>
                </a:moveTo>
                <a:lnTo>
                  <a:pt x="8336" y="391736"/>
                </a:lnTo>
                <a:lnTo>
                  <a:pt x="7565" y="391313"/>
                </a:lnTo>
                <a:close/>
                <a:moveTo>
                  <a:pt x="27076" y="315092"/>
                </a:moveTo>
                <a:lnTo>
                  <a:pt x="28664" y="315908"/>
                </a:lnTo>
                <a:lnTo>
                  <a:pt x="26282" y="315500"/>
                </a:lnTo>
                <a:close/>
                <a:moveTo>
                  <a:pt x="63716" y="414115"/>
                </a:moveTo>
                <a:lnTo>
                  <a:pt x="64109" y="415364"/>
                </a:lnTo>
                <a:lnTo>
                  <a:pt x="63519" y="414739"/>
                </a:lnTo>
                <a:close/>
                <a:moveTo>
                  <a:pt x="33705" y="157194"/>
                </a:moveTo>
                <a:lnTo>
                  <a:pt x="34915" y="157968"/>
                </a:lnTo>
                <a:lnTo>
                  <a:pt x="33100" y="157581"/>
                </a:lnTo>
                <a:close/>
                <a:moveTo>
                  <a:pt x="47823" y="263734"/>
                </a:moveTo>
                <a:lnTo>
                  <a:pt x="49968" y="265499"/>
                </a:lnTo>
                <a:lnTo>
                  <a:pt x="46750" y="264616"/>
                </a:lnTo>
                <a:close/>
                <a:moveTo>
                  <a:pt x="70344" y="171788"/>
                </a:moveTo>
                <a:lnTo>
                  <a:pt x="72227" y="173063"/>
                </a:lnTo>
                <a:lnTo>
                  <a:pt x="69403" y="172426"/>
                </a:lnTo>
                <a:close/>
                <a:moveTo>
                  <a:pt x="49935" y="435076"/>
                </a:moveTo>
                <a:lnTo>
                  <a:pt x="50408" y="436070"/>
                </a:lnTo>
                <a:lnTo>
                  <a:pt x="49699" y="435573"/>
                </a:lnTo>
                <a:close/>
                <a:moveTo>
                  <a:pt x="28952" y="285813"/>
                </a:moveTo>
                <a:lnTo>
                  <a:pt x="29706" y="287597"/>
                </a:lnTo>
                <a:lnTo>
                  <a:pt x="28576" y="286705"/>
                </a:lnTo>
                <a:close/>
                <a:moveTo>
                  <a:pt x="15522" y="160761"/>
                </a:moveTo>
                <a:lnTo>
                  <a:pt x="16137" y="161653"/>
                </a:lnTo>
                <a:lnTo>
                  <a:pt x="15215" y="161207"/>
                </a:lnTo>
                <a:close/>
                <a:moveTo>
                  <a:pt x="52789" y="35618"/>
                </a:moveTo>
                <a:lnTo>
                  <a:pt x="53447" y="36891"/>
                </a:lnTo>
                <a:lnTo>
                  <a:pt x="52459" y="36254"/>
                </a:lnTo>
                <a:close/>
                <a:moveTo>
                  <a:pt x="44472" y="323379"/>
                </a:moveTo>
                <a:lnTo>
                  <a:pt x="45291" y="324896"/>
                </a:lnTo>
                <a:lnTo>
                  <a:pt x="44063" y="324138"/>
                </a:lnTo>
                <a:close/>
                <a:moveTo>
                  <a:pt x="52023" y="338227"/>
                </a:moveTo>
                <a:lnTo>
                  <a:pt x="52595" y="339230"/>
                </a:lnTo>
                <a:lnTo>
                  <a:pt x="51738" y="338729"/>
                </a:lnTo>
                <a:close/>
                <a:moveTo>
                  <a:pt x="1968" y="374795"/>
                </a:moveTo>
                <a:lnTo>
                  <a:pt x="4066" y="376439"/>
                </a:lnTo>
                <a:lnTo>
                  <a:pt x="919" y="375617"/>
                </a:lnTo>
                <a:close/>
                <a:moveTo>
                  <a:pt x="2555" y="152545"/>
                </a:moveTo>
                <a:lnTo>
                  <a:pt x="3896" y="153645"/>
                </a:lnTo>
                <a:lnTo>
                  <a:pt x="1884" y="153095"/>
                </a:lnTo>
                <a:close/>
                <a:moveTo>
                  <a:pt x="8648" y="344003"/>
                </a:moveTo>
                <a:lnTo>
                  <a:pt x="9556" y="345064"/>
                </a:lnTo>
                <a:lnTo>
                  <a:pt x="8194" y="344533"/>
                </a:lnTo>
                <a:close/>
                <a:moveTo>
                  <a:pt x="9583" y="247273"/>
                </a:moveTo>
                <a:lnTo>
                  <a:pt x="10173" y="247706"/>
                </a:lnTo>
                <a:lnTo>
                  <a:pt x="9289" y="247489"/>
                </a:lnTo>
                <a:close/>
                <a:moveTo>
                  <a:pt x="36716" y="127578"/>
                </a:moveTo>
                <a:lnTo>
                  <a:pt x="38505" y="128248"/>
                </a:lnTo>
                <a:lnTo>
                  <a:pt x="35822" y="127913"/>
                </a:lnTo>
                <a:close/>
                <a:moveTo>
                  <a:pt x="29837" y="22841"/>
                </a:moveTo>
                <a:lnTo>
                  <a:pt x="30589" y="23818"/>
                </a:lnTo>
                <a:lnTo>
                  <a:pt x="29460" y="23330"/>
                </a:lnTo>
                <a:close/>
                <a:moveTo>
                  <a:pt x="39931" y="199861"/>
                </a:moveTo>
                <a:lnTo>
                  <a:pt x="41854" y="200318"/>
                </a:lnTo>
                <a:lnTo>
                  <a:pt x="38969" y="200090"/>
                </a:lnTo>
                <a:close/>
                <a:moveTo>
                  <a:pt x="60370" y="66779"/>
                </a:moveTo>
                <a:lnTo>
                  <a:pt x="62515" y="67867"/>
                </a:lnTo>
                <a:lnTo>
                  <a:pt x="59297" y="67323"/>
                </a:lnTo>
                <a:close/>
                <a:moveTo>
                  <a:pt x="29313" y="266645"/>
                </a:moveTo>
                <a:lnTo>
                  <a:pt x="31261" y="268391"/>
                </a:lnTo>
                <a:lnTo>
                  <a:pt x="28339" y="267518"/>
                </a:lnTo>
                <a:close/>
                <a:moveTo>
                  <a:pt x="29799" y="3791"/>
                </a:moveTo>
                <a:lnTo>
                  <a:pt x="30433" y="5319"/>
                </a:lnTo>
                <a:lnTo>
                  <a:pt x="29481" y="4555"/>
                </a:lnTo>
                <a:close/>
                <a:moveTo>
                  <a:pt x="52273" y="310522"/>
                </a:moveTo>
                <a:lnTo>
                  <a:pt x="52912" y="311619"/>
                </a:lnTo>
                <a:lnTo>
                  <a:pt x="51953" y="311071"/>
                </a:lnTo>
                <a:close/>
                <a:moveTo>
                  <a:pt x="2860" y="47293"/>
                </a:moveTo>
                <a:lnTo>
                  <a:pt x="3766" y="49043"/>
                </a:lnTo>
                <a:lnTo>
                  <a:pt x="2407" y="48168"/>
                </a:lnTo>
                <a:close/>
                <a:moveTo>
                  <a:pt x="45876" y="369544"/>
                </a:moveTo>
                <a:lnTo>
                  <a:pt x="46311" y="370468"/>
                </a:lnTo>
                <a:lnTo>
                  <a:pt x="45658" y="370006"/>
                </a:lnTo>
                <a:close/>
                <a:moveTo>
                  <a:pt x="6347" y="113093"/>
                </a:moveTo>
                <a:lnTo>
                  <a:pt x="6903" y="114771"/>
                </a:lnTo>
                <a:lnTo>
                  <a:pt x="6068" y="113932"/>
                </a:lnTo>
                <a:close/>
                <a:moveTo>
                  <a:pt x="23877" y="212802"/>
                </a:moveTo>
                <a:lnTo>
                  <a:pt x="25437" y="214432"/>
                </a:lnTo>
                <a:lnTo>
                  <a:pt x="23097" y="213617"/>
                </a:lnTo>
                <a:close/>
                <a:moveTo>
                  <a:pt x="67114" y="247290"/>
                </a:moveTo>
                <a:lnTo>
                  <a:pt x="68390" y="248946"/>
                </a:lnTo>
                <a:lnTo>
                  <a:pt x="66475" y="248118"/>
                </a:lnTo>
                <a:close/>
                <a:moveTo>
                  <a:pt x="28473" y="129927"/>
                </a:moveTo>
                <a:lnTo>
                  <a:pt x="30191" y="130614"/>
                </a:lnTo>
                <a:lnTo>
                  <a:pt x="27615" y="130271"/>
                </a:lnTo>
                <a:close/>
                <a:moveTo>
                  <a:pt x="26612" y="186696"/>
                </a:moveTo>
                <a:lnTo>
                  <a:pt x="27844" y="187534"/>
                </a:lnTo>
                <a:lnTo>
                  <a:pt x="25996" y="187115"/>
                </a:lnTo>
                <a:close/>
                <a:moveTo>
                  <a:pt x="30997" y="196120"/>
                </a:moveTo>
                <a:lnTo>
                  <a:pt x="31438" y="197673"/>
                </a:lnTo>
                <a:lnTo>
                  <a:pt x="30776" y="196897"/>
                </a:lnTo>
                <a:close/>
                <a:moveTo>
                  <a:pt x="5184" y="229792"/>
                </a:moveTo>
                <a:lnTo>
                  <a:pt x="6547" y="230692"/>
                </a:lnTo>
                <a:lnTo>
                  <a:pt x="4502" y="230242"/>
                </a:lnTo>
                <a:close/>
                <a:moveTo>
                  <a:pt x="16449" y="42458"/>
                </a:moveTo>
                <a:lnTo>
                  <a:pt x="17487" y="43229"/>
                </a:lnTo>
                <a:lnTo>
                  <a:pt x="15930" y="42844"/>
                </a:lnTo>
                <a:close/>
                <a:moveTo>
                  <a:pt x="34743" y="99760"/>
                </a:moveTo>
                <a:lnTo>
                  <a:pt x="36480" y="100791"/>
                </a:lnTo>
                <a:lnTo>
                  <a:pt x="33875" y="100275"/>
                </a:lnTo>
                <a:close/>
                <a:moveTo>
                  <a:pt x="1489" y="176799"/>
                </a:moveTo>
                <a:lnTo>
                  <a:pt x="3627" y="177110"/>
                </a:lnTo>
                <a:lnTo>
                  <a:pt x="420" y="176954"/>
                </a:lnTo>
                <a:close/>
                <a:moveTo>
                  <a:pt x="42397" y="418982"/>
                </a:moveTo>
                <a:lnTo>
                  <a:pt x="43424" y="420179"/>
                </a:lnTo>
                <a:lnTo>
                  <a:pt x="41884" y="419580"/>
                </a:lnTo>
                <a:close/>
                <a:moveTo>
                  <a:pt x="26685" y="130725"/>
                </a:moveTo>
                <a:lnTo>
                  <a:pt x="28162" y="131909"/>
                </a:lnTo>
                <a:lnTo>
                  <a:pt x="25946" y="131317"/>
                </a:lnTo>
                <a:close/>
                <a:moveTo>
                  <a:pt x="22921" y="216577"/>
                </a:moveTo>
                <a:lnTo>
                  <a:pt x="24226" y="218008"/>
                </a:lnTo>
                <a:lnTo>
                  <a:pt x="22269" y="217293"/>
                </a:lnTo>
                <a:close/>
                <a:moveTo>
                  <a:pt x="4575" y="39680"/>
                </a:moveTo>
                <a:lnTo>
                  <a:pt x="5391" y="40385"/>
                </a:lnTo>
                <a:lnTo>
                  <a:pt x="4167" y="40032"/>
                </a:lnTo>
                <a:close/>
                <a:moveTo>
                  <a:pt x="56558" y="185064"/>
                </a:moveTo>
                <a:lnTo>
                  <a:pt x="58499" y="185967"/>
                </a:lnTo>
                <a:lnTo>
                  <a:pt x="55587" y="185516"/>
                </a:lnTo>
                <a:close/>
                <a:moveTo>
                  <a:pt x="20866" y="296224"/>
                </a:moveTo>
                <a:lnTo>
                  <a:pt x="21374" y="298000"/>
                </a:lnTo>
                <a:lnTo>
                  <a:pt x="20612" y="297112"/>
                </a:lnTo>
                <a:close/>
                <a:moveTo>
                  <a:pt x="59070" y="142529"/>
                </a:moveTo>
                <a:lnTo>
                  <a:pt x="60007" y="144058"/>
                </a:lnTo>
                <a:lnTo>
                  <a:pt x="58601" y="143294"/>
                </a:lnTo>
                <a:close/>
                <a:moveTo>
                  <a:pt x="56043" y="279784"/>
                </a:moveTo>
                <a:lnTo>
                  <a:pt x="56498" y="281230"/>
                </a:lnTo>
                <a:lnTo>
                  <a:pt x="55816" y="280507"/>
                </a:lnTo>
                <a:close/>
                <a:moveTo>
                  <a:pt x="4219" y="272107"/>
                </a:moveTo>
                <a:lnTo>
                  <a:pt x="5590" y="273798"/>
                </a:lnTo>
                <a:lnTo>
                  <a:pt x="3533" y="272952"/>
                </a:lnTo>
                <a:close/>
                <a:moveTo>
                  <a:pt x="45570" y="8877"/>
                </a:moveTo>
                <a:lnTo>
                  <a:pt x="47649" y="10306"/>
                </a:lnTo>
                <a:lnTo>
                  <a:pt x="44531" y="9591"/>
                </a:lnTo>
                <a:close/>
                <a:moveTo>
                  <a:pt x="41450" y="1550"/>
                </a:moveTo>
                <a:lnTo>
                  <a:pt x="43164" y="2478"/>
                </a:lnTo>
                <a:lnTo>
                  <a:pt x="40594" y="2014"/>
                </a:lnTo>
                <a:close/>
                <a:moveTo>
                  <a:pt x="48437" y="428985"/>
                </a:moveTo>
                <a:lnTo>
                  <a:pt x="50483" y="429398"/>
                </a:lnTo>
                <a:lnTo>
                  <a:pt x="47414" y="429191"/>
                </a:lnTo>
                <a:close/>
                <a:moveTo>
                  <a:pt x="55560" y="191619"/>
                </a:moveTo>
                <a:lnTo>
                  <a:pt x="57300" y="192486"/>
                </a:lnTo>
                <a:lnTo>
                  <a:pt x="54690" y="192053"/>
                </a:lnTo>
                <a:close/>
                <a:moveTo>
                  <a:pt x="32200" y="190028"/>
                </a:moveTo>
                <a:lnTo>
                  <a:pt x="32768" y="190808"/>
                </a:lnTo>
                <a:lnTo>
                  <a:pt x="31915" y="190418"/>
                </a:lnTo>
                <a:close/>
                <a:moveTo>
                  <a:pt x="52290" y="30336"/>
                </a:moveTo>
                <a:lnTo>
                  <a:pt x="52855" y="31887"/>
                </a:lnTo>
                <a:lnTo>
                  <a:pt x="52008" y="31112"/>
                </a:lnTo>
                <a:close/>
                <a:moveTo>
                  <a:pt x="47499" y="238640"/>
                </a:moveTo>
                <a:lnTo>
                  <a:pt x="48059" y="239117"/>
                </a:lnTo>
                <a:lnTo>
                  <a:pt x="47220" y="238878"/>
                </a:lnTo>
                <a:close/>
                <a:moveTo>
                  <a:pt x="22566" y="415950"/>
                </a:moveTo>
                <a:lnTo>
                  <a:pt x="23953" y="417634"/>
                </a:lnTo>
                <a:lnTo>
                  <a:pt x="21873" y="416792"/>
                </a:lnTo>
                <a:close/>
                <a:moveTo>
                  <a:pt x="15643" y="180388"/>
                </a:moveTo>
                <a:lnTo>
                  <a:pt x="16985" y="181947"/>
                </a:lnTo>
                <a:lnTo>
                  <a:pt x="14972" y="181168"/>
                </a:lnTo>
                <a:close/>
                <a:moveTo>
                  <a:pt x="9497" y="380923"/>
                </a:moveTo>
                <a:lnTo>
                  <a:pt x="10721" y="381270"/>
                </a:lnTo>
                <a:lnTo>
                  <a:pt x="8885" y="381096"/>
                </a:lnTo>
                <a:close/>
                <a:moveTo>
                  <a:pt x="31098" y="164091"/>
                </a:moveTo>
                <a:lnTo>
                  <a:pt x="32696" y="165784"/>
                </a:lnTo>
                <a:lnTo>
                  <a:pt x="30299" y="164937"/>
                </a:lnTo>
                <a:close/>
                <a:moveTo>
                  <a:pt x="35416" y="300452"/>
                </a:moveTo>
                <a:lnTo>
                  <a:pt x="36484" y="301920"/>
                </a:lnTo>
                <a:lnTo>
                  <a:pt x="34882" y="301186"/>
                </a:lnTo>
                <a:close/>
                <a:moveTo>
                  <a:pt x="8228" y="323516"/>
                </a:moveTo>
                <a:lnTo>
                  <a:pt x="8886" y="324694"/>
                </a:lnTo>
                <a:lnTo>
                  <a:pt x="7899" y="324105"/>
                </a:lnTo>
                <a:close/>
                <a:moveTo>
                  <a:pt x="15011" y="150431"/>
                </a:moveTo>
                <a:lnTo>
                  <a:pt x="15664" y="151256"/>
                </a:lnTo>
                <a:lnTo>
                  <a:pt x="14684" y="150843"/>
                </a:lnTo>
                <a:close/>
                <a:moveTo>
                  <a:pt x="42260" y="226339"/>
                </a:moveTo>
                <a:lnTo>
                  <a:pt x="43329" y="227501"/>
                </a:lnTo>
                <a:lnTo>
                  <a:pt x="41726" y="226920"/>
                </a:lnTo>
                <a:close/>
                <a:moveTo>
                  <a:pt x="59823" y="155674"/>
                </a:moveTo>
                <a:lnTo>
                  <a:pt x="61253" y="156694"/>
                </a:lnTo>
                <a:lnTo>
                  <a:pt x="59108" y="156184"/>
                </a:lnTo>
                <a:close/>
                <a:moveTo>
                  <a:pt x="69505" y="142458"/>
                </a:moveTo>
                <a:lnTo>
                  <a:pt x="71145" y="143108"/>
                </a:lnTo>
                <a:lnTo>
                  <a:pt x="68685" y="142783"/>
                </a:lnTo>
                <a:close/>
                <a:moveTo>
                  <a:pt x="19151" y="318301"/>
                </a:moveTo>
                <a:lnTo>
                  <a:pt x="20564" y="318987"/>
                </a:lnTo>
                <a:lnTo>
                  <a:pt x="18444" y="318644"/>
                </a:lnTo>
                <a:close/>
                <a:moveTo>
                  <a:pt x="5354" y="359565"/>
                </a:moveTo>
                <a:lnTo>
                  <a:pt x="6403" y="360940"/>
                </a:lnTo>
                <a:lnTo>
                  <a:pt x="4830" y="360253"/>
                </a:lnTo>
                <a:close/>
                <a:moveTo>
                  <a:pt x="31153" y="269018"/>
                </a:moveTo>
                <a:lnTo>
                  <a:pt x="32538" y="270782"/>
                </a:lnTo>
                <a:lnTo>
                  <a:pt x="30461" y="269900"/>
                </a:lnTo>
                <a:close/>
                <a:moveTo>
                  <a:pt x="64536" y="198289"/>
                </a:moveTo>
                <a:lnTo>
                  <a:pt x="65787" y="198936"/>
                </a:lnTo>
                <a:lnTo>
                  <a:pt x="63911" y="198613"/>
                </a:lnTo>
                <a:close/>
                <a:moveTo>
                  <a:pt x="53581" y="43819"/>
                </a:moveTo>
                <a:lnTo>
                  <a:pt x="54498" y="45390"/>
                </a:lnTo>
                <a:lnTo>
                  <a:pt x="53122" y="44604"/>
                </a:lnTo>
                <a:close/>
                <a:moveTo>
                  <a:pt x="3317" y="304345"/>
                </a:moveTo>
                <a:lnTo>
                  <a:pt x="4718" y="305472"/>
                </a:lnTo>
                <a:lnTo>
                  <a:pt x="2617" y="304908"/>
                </a:lnTo>
                <a:close/>
                <a:moveTo>
                  <a:pt x="24175" y="65342"/>
                </a:moveTo>
                <a:lnTo>
                  <a:pt x="26284" y="66789"/>
                </a:lnTo>
                <a:lnTo>
                  <a:pt x="23120" y="66066"/>
                </a:lnTo>
                <a:close/>
                <a:moveTo>
                  <a:pt x="57265" y="41798"/>
                </a:moveTo>
                <a:lnTo>
                  <a:pt x="59065" y="42426"/>
                </a:lnTo>
                <a:lnTo>
                  <a:pt x="56364" y="42112"/>
                </a:lnTo>
                <a:close/>
                <a:moveTo>
                  <a:pt x="14811" y="232895"/>
                </a:moveTo>
                <a:lnTo>
                  <a:pt x="16289" y="233376"/>
                </a:lnTo>
                <a:lnTo>
                  <a:pt x="14071" y="233135"/>
                </a:lnTo>
                <a:close/>
                <a:moveTo>
                  <a:pt x="54404" y="253640"/>
                </a:moveTo>
                <a:lnTo>
                  <a:pt x="56418" y="255326"/>
                </a:lnTo>
                <a:lnTo>
                  <a:pt x="53397" y="254483"/>
                </a:lnTo>
                <a:close/>
                <a:moveTo>
                  <a:pt x="49112" y="158189"/>
                </a:moveTo>
                <a:lnTo>
                  <a:pt x="51221" y="159567"/>
                </a:lnTo>
                <a:lnTo>
                  <a:pt x="48057" y="158878"/>
                </a:lnTo>
                <a:close/>
                <a:moveTo>
                  <a:pt x="21224" y="373889"/>
                </a:moveTo>
                <a:lnTo>
                  <a:pt x="22919" y="374586"/>
                </a:lnTo>
                <a:lnTo>
                  <a:pt x="20377" y="374238"/>
                </a:lnTo>
                <a:close/>
                <a:moveTo>
                  <a:pt x="18306" y="7997"/>
                </a:moveTo>
                <a:lnTo>
                  <a:pt x="19650" y="8677"/>
                </a:lnTo>
                <a:lnTo>
                  <a:pt x="17634" y="8337"/>
                </a:lnTo>
                <a:close/>
                <a:moveTo>
                  <a:pt x="21375" y="109615"/>
                </a:moveTo>
                <a:lnTo>
                  <a:pt x="21968" y="110642"/>
                </a:lnTo>
                <a:lnTo>
                  <a:pt x="21078" y="110129"/>
                </a:lnTo>
                <a:close/>
                <a:moveTo>
                  <a:pt x="19945" y="123678"/>
                </a:moveTo>
                <a:lnTo>
                  <a:pt x="20809" y="124742"/>
                </a:lnTo>
                <a:lnTo>
                  <a:pt x="19514" y="124210"/>
                </a:lnTo>
                <a:close/>
                <a:moveTo>
                  <a:pt x="62029" y="69078"/>
                </a:moveTo>
                <a:lnTo>
                  <a:pt x="63970" y="70660"/>
                </a:lnTo>
                <a:lnTo>
                  <a:pt x="61059" y="69869"/>
                </a:lnTo>
                <a:close/>
                <a:moveTo>
                  <a:pt x="43520" y="236748"/>
                </a:moveTo>
                <a:lnTo>
                  <a:pt x="45228" y="237849"/>
                </a:lnTo>
                <a:lnTo>
                  <a:pt x="42666" y="237298"/>
                </a:lnTo>
                <a:close/>
                <a:moveTo>
                  <a:pt x="47059" y="400832"/>
                </a:moveTo>
                <a:lnTo>
                  <a:pt x="48843" y="401521"/>
                </a:lnTo>
                <a:lnTo>
                  <a:pt x="46167" y="401176"/>
                </a:lnTo>
                <a:close/>
                <a:moveTo>
                  <a:pt x="4665" y="408428"/>
                </a:moveTo>
                <a:lnTo>
                  <a:pt x="5686" y="409909"/>
                </a:lnTo>
                <a:lnTo>
                  <a:pt x="4155" y="409168"/>
                </a:lnTo>
                <a:close/>
                <a:moveTo>
                  <a:pt x="17202" y="197000"/>
                </a:moveTo>
                <a:lnTo>
                  <a:pt x="18237" y="198394"/>
                </a:lnTo>
                <a:lnTo>
                  <a:pt x="16684" y="197697"/>
                </a:lnTo>
                <a:close/>
                <a:moveTo>
                  <a:pt x="66916" y="220079"/>
                </a:moveTo>
                <a:lnTo>
                  <a:pt x="68313" y="220902"/>
                </a:lnTo>
                <a:lnTo>
                  <a:pt x="66218" y="220491"/>
                </a:lnTo>
                <a:close/>
                <a:moveTo>
                  <a:pt x="17115" y="414206"/>
                </a:moveTo>
                <a:lnTo>
                  <a:pt x="17669" y="415917"/>
                </a:lnTo>
                <a:lnTo>
                  <a:pt x="16838" y="415061"/>
                </a:lnTo>
                <a:close/>
                <a:moveTo>
                  <a:pt x="46862" y="30484"/>
                </a:moveTo>
                <a:lnTo>
                  <a:pt x="48881" y="30937"/>
                </a:lnTo>
                <a:lnTo>
                  <a:pt x="45853" y="30711"/>
                </a:lnTo>
                <a:close/>
                <a:moveTo>
                  <a:pt x="40442" y="51430"/>
                </a:moveTo>
                <a:lnTo>
                  <a:pt x="42622" y="52194"/>
                </a:lnTo>
                <a:lnTo>
                  <a:pt x="39353" y="51812"/>
                </a:lnTo>
                <a:close/>
                <a:moveTo>
                  <a:pt x="61910" y="25958"/>
                </a:moveTo>
                <a:lnTo>
                  <a:pt x="63493" y="26360"/>
                </a:lnTo>
                <a:lnTo>
                  <a:pt x="61119" y="26159"/>
                </a:lnTo>
                <a:close/>
                <a:moveTo>
                  <a:pt x="2939" y="248606"/>
                </a:moveTo>
                <a:lnTo>
                  <a:pt x="5107" y="249933"/>
                </a:lnTo>
                <a:lnTo>
                  <a:pt x="1855" y="249270"/>
                </a:lnTo>
                <a:close/>
                <a:moveTo>
                  <a:pt x="60734" y="342079"/>
                </a:moveTo>
                <a:lnTo>
                  <a:pt x="62048" y="342495"/>
                </a:lnTo>
                <a:lnTo>
                  <a:pt x="60077" y="342287"/>
                </a:lnTo>
                <a:close/>
                <a:moveTo>
                  <a:pt x="37752" y="79769"/>
                </a:moveTo>
                <a:lnTo>
                  <a:pt x="39076" y="80601"/>
                </a:lnTo>
                <a:lnTo>
                  <a:pt x="37090" y="80185"/>
                </a:lnTo>
                <a:close/>
                <a:moveTo>
                  <a:pt x="35792" y="85427"/>
                </a:moveTo>
                <a:lnTo>
                  <a:pt x="37446" y="86353"/>
                </a:lnTo>
                <a:lnTo>
                  <a:pt x="34965" y="85890"/>
                </a:lnTo>
                <a:close/>
                <a:moveTo>
                  <a:pt x="34875" y="33501"/>
                </a:moveTo>
                <a:lnTo>
                  <a:pt x="36126" y="34638"/>
                </a:lnTo>
                <a:lnTo>
                  <a:pt x="34249" y="34069"/>
                </a:lnTo>
                <a:close/>
                <a:moveTo>
                  <a:pt x="68940" y="244467"/>
                </a:moveTo>
                <a:lnTo>
                  <a:pt x="69540" y="245217"/>
                </a:lnTo>
                <a:lnTo>
                  <a:pt x="68640" y="244842"/>
                </a:lnTo>
                <a:close/>
                <a:moveTo>
                  <a:pt x="24356" y="305923"/>
                </a:moveTo>
                <a:lnTo>
                  <a:pt x="26443" y="307687"/>
                </a:lnTo>
                <a:lnTo>
                  <a:pt x="23313" y="306805"/>
                </a:lnTo>
                <a:close/>
                <a:moveTo>
                  <a:pt x="67358" y="403486"/>
                </a:moveTo>
                <a:lnTo>
                  <a:pt x="69297" y="405188"/>
                </a:lnTo>
                <a:lnTo>
                  <a:pt x="66389" y="404337"/>
                </a:lnTo>
                <a:close/>
                <a:moveTo>
                  <a:pt x="2275" y="213107"/>
                </a:moveTo>
                <a:lnTo>
                  <a:pt x="3718" y="214435"/>
                </a:lnTo>
                <a:lnTo>
                  <a:pt x="1554" y="213771"/>
                </a:lnTo>
                <a:close/>
                <a:moveTo>
                  <a:pt x="43754" y="267054"/>
                </a:moveTo>
                <a:lnTo>
                  <a:pt x="45831" y="267484"/>
                </a:lnTo>
                <a:lnTo>
                  <a:pt x="42716" y="267269"/>
                </a:lnTo>
                <a:close/>
                <a:moveTo>
                  <a:pt x="37209" y="418402"/>
                </a:moveTo>
                <a:lnTo>
                  <a:pt x="37618" y="418870"/>
                </a:lnTo>
                <a:lnTo>
                  <a:pt x="37005" y="418636"/>
                </a:lnTo>
                <a:close/>
                <a:moveTo>
                  <a:pt x="61696" y="417392"/>
                </a:moveTo>
                <a:lnTo>
                  <a:pt x="62090" y="417740"/>
                </a:lnTo>
                <a:lnTo>
                  <a:pt x="61498" y="417566"/>
                </a:lnTo>
                <a:close/>
                <a:moveTo>
                  <a:pt x="58944" y="299975"/>
                </a:moveTo>
                <a:lnTo>
                  <a:pt x="60256" y="301145"/>
                </a:lnTo>
                <a:lnTo>
                  <a:pt x="58289" y="300560"/>
                </a:lnTo>
                <a:close/>
                <a:moveTo>
                  <a:pt x="53878" y="352124"/>
                </a:moveTo>
                <a:lnTo>
                  <a:pt x="54230" y="352526"/>
                </a:lnTo>
                <a:lnTo>
                  <a:pt x="53703" y="352325"/>
                </a:lnTo>
                <a:close/>
                <a:moveTo>
                  <a:pt x="56454" y="425362"/>
                </a:moveTo>
                <a:lnTo>
                  <a:pt x="58346" y="426273"/>
                </a:lnTo>
                <a:lnTo>
                  <a:pt x="55508" y="425818"/>
                </a:lnTo>
                <a:close/>
                <a:moveTo>
                  <a:pt x="24350" y="150637"/>
                </a:moveTo>
                <a:lnTo>
                  <a:pt x="24728" y="152092"/>
                </a:lnTo>
                <a:lnTo>
                  <a:pt x="24161" y="151364"/>
                </a:lnTo>
                <a:close/>
                <a:moveTo>
                  <a:pt x="19221" y="255035"/>
                </a:moveTo>
                <a:lnTo>
                  <a:pt x="20544" y="255838"/>
                </a:lnTo>
                <a:lnTo>
                  <a:pt x="18559" y="255437"/>
                </a:lnTo>
                <a:close/>
                <a:moveTo>
                  <a:pt x="48105" y="197904"/>
                </a:moveTo>
                <a:lnTo>
                  <a:pt x="48889" y="199527"/>
                </a:lnTo>
                <a:lnTo>
                  <a:pt x="47713" y="198716"/>
                </a:lnTo>
                <a:close/>
                <a:moveTo>
                  <a:pt x="13161" y="64648"/>
                </a:moveTo>
                <a:lnTo>
                  <a:pt x="13980" y="65666"/>
                </a:lnTo>
                <a:lnTo>
                  <a:pt x="12752" y="65157"/>
                </a:lnTo>
                <a:close/>
                <a:moveTo>
                  <a:pt x="55718" y="144582"/>
                </a:moveTo>
                <a:lnTo>
                  <a:pt x="56509" y="145864"/>
                </a:lnTo>
                <a:lnTo>
                  <a:pt x="55323" y="145223"/>
                </a:lnTo>
                <a:close/>
                <a:moveTo>
                  <a:pt x="19079" y="227557"/>
                </a:moveTo>
                <a:lnTo>
                  <a:pt x="19901" y="229172"/>
                </a:lnTo>
                <a:lnTo>
                  <a:pt x="18668" y="228365"/>
                </a:lnTo>
                <a:close/>
                <a:moveTo>
                  <a:pt x="13779" y="100591"/>
                </a:moveTo>
                <a:lnTo>
                  <a:pt x="14686" y="101385"/>
                </a:lnTo>
                <a:lnTo>
                  <a:pt x="13325" y="100988"/>
                </a:lnTo>
                <a:close/>
                <a:moveTo>
                  <a:pt x="51713" y="293706"/>
                </a:moveTo>
                <a:lnTo>
                  <a:pt x="53525" y="294816"/>
                </a:lnTo>
                <a:lnTo>
                  <a:pt x="50807" y="294261"/>
                </a:lnTo>
                <a:close/>
                <a:moveTo>
                  <a:pt x="6362" y="332748"/>
                </a:moveTo>
                <a:lnTo>
                  <a:pt x="7165" y="333375"/>
                </a:lnTo>
                <a:lnTo>
                  <a:pt x="5961" y="333062"/>
                </a:lnTo>
                <a:close/>
                <a:moveTo>
                  <a:pt x="29868" y="431656"/>
                </a:moveTo>
                <a:lnTo>
                  <a:pt x="30903" y="432491"/>
                </a:lnTo>
                <a:lnTo>
                  <a:pt x="29350" y="432073"/>
                </a:lnTo>
                <a:close/>
                <a:moveTo>
                  <a:pt x="64632" y="431940"/>
                </a:moveTo>
                <a:lnTo>
                  <a:pt x="65699" y="432443"/>
                </a:lnTo>
                <a:lnTo>
                  <a:pt x="64099" y="432192"/>
                </a:lnTo>
                <a:close/>
                <a:moveTo>
                  <a:pt x="56135" y="340979"/>
                </a:moveTo>
                <a:lnTo>
                  <a:pt x="57111" y="342464"/>
                </a:lnTo>
                <a:lnTo>
                  <a:pt x="55648" y="341721"/>
                </a:lnTo>
                <a:close/>
                <a:moveTo>
                  <a:pt x="27425" y="124560"/>
                </a:moveTo>
                <a:lnTo>
                  <a:pt x="28873" y="125973"/>
                </a:lnTo>
                <a:lnTo>
                  <a:pt x="26701" y="125267"/>
                </a:lnTo>
                <a:close/>
                <a:moveTo>
                  <a:pt x="34172" y="356725"/>
                </a:moveTo>
                <a:lnTo>
                  <a:pt x="34548" y="357774"/>
                </a:lnTo>
                <a:lnTo>
                  <a:pt x="33984" y="357250"/>
                </a:lnTo>
                <a:close/>
                <a:moveTo>
                  <a:pt x="27490" y="27564"/>
                </a:moveTo>
                <a:lnTo>
                  <a:pt x="29532" y="28079"/>
                </a:lnTo>
                <a:lnTo>
                  <a:pt x="26469" y="27821"/>
                </a:lnTo>
                <a:close/>
                <a:moveTo>
                  <a:pt x="15253" y="382856"/>
                </a:moveTo>
                <a:lnTo>
                  <a:pt x="17380" y="384554"/>
                </a:lnTo>
                <a:lnTo>
                  <a:pt x="14190" y="383705"/>
                </a:lnTo>
                <a:close/>
                <a:moveTo>
                  <a:pt x="24796" y="405842"/>
                </a:moveTo>
                <a:lnTo>
                  <a:pt x="25408" y="407214"/>
                </a:lnTo>
                <a:lnTo>
                  <a:pt x="24490" y="406528"/>
                </a:lnTo>
                <a:close/>
                <a:moveTo>
                  <a:pt x="67054" y="83306"/>
                </a:moveTo>
                <a:lnTo>
                  <a:pt x="67655" y="84624"/>
                </a:lnTo>
                <a:lnTo>
                  <a:pt x="66754" y="83965"/>
                </a:lnTo>
                <a:close/>
                <a:moveTo>
                  <a:pt x="62639" y="316579"/>
                </a:moveTo>
                <a:lnTo>
                  <a:pt x="64745" y="317560"/>
                </a:lnTo>
                <a:lnTo>
                  <a:pt x="61586" y="317069"/>
                </a:lnTo>
                <a:close/>
                <a:moveTo>
                  <a:pt x="26924" y="51615"/>
                </a:moveTo>
                <a:lnTo>
                  <a:pt x="27779" y="53323"/>
                </a:lnTo>
                <a:lnTo>
                  <a:pt x="26497" y="52469"/>
                </a:lnTo>
                <a:close/>
                <a:moveTo>
                  <a:pt x="5878" y="79885"/>
                </a:moveTo>
                <a:lnTo>
                  <a:pt x="6871" y="80259"/>
                </a:lnTo>
                <a:lnTo>
                  <a:pt x="5382" y="80072"/>
                </a:lnTo>
                <a:close/>
                <a:moveTo>
                  <a:pt x="22349" y="79014"/>
                </a:moveTo>
                <a:lnTo>
                  <a:pt x="22926" y="80104"/>
                </a:lnTo>
                <a:lnTo>
                  <a:pt x="22061" y="79559"/>
                </a:lnTo>
                <a:close/>
                <a:moveTo>
                  <a:pt x="38684" y="247199"/>
                </a:moveTo>
                <a:lnTo>
                  <a:pt x="40445" y="248289"/>
                </a:lnTo>
                <a:lnTo>
                  <a:pt x="37804" y="247744"/>
                </a:lnTo>
                <a:close/>
                <a:moveTo>
                  <a:pt x="67161" y="34721"/>
                </a:moveTo>
                <a:lnTo>
                  <a:pt x="67923" y="35136"/>
                </a:lnTo>
                <a:lnTo>
                  <a:pt x="66780" y="34928"/>
                </a:lnTo>
                <a:close/>
                <a:moveTo>
                  <a:pt x="22521" y="331529"/>
                </a:moveTo>
                <a:lnTo>
                  <a:pt x="24580" y="332584"/>
                </a:lnTo>
                <a:lnTo>
                  <a:pt x="21491" y="332056"/>
                </a:lnTo>
                <a:close/>
                <a:moveTo>
                  <a:pt x="12085" y="143504"/>
                </a:moveTo>
                <a:lnTo>
                  <a:pt x="13487" y="144246"/>
                </a:lnTo>
                <a:lnTo>
                  <a:pt x="11385" y="143875"/>
                </a:lnTo>
                <a:close/>
                <a:moveTo>
                  <a:pt x="56358" y="424128"/>
                </a:moveTo>
                <a:lnTo>
                  <a:pt x="57558" y="425333"/>
                </a:lnTo>
                <a:lnTo>
                  <a:pt x="55758" y="424731"/>
                </a:lnTo>
                <a:close/>
                <a:moveTo>
                  <a:pt x="60083" y="202337"/>
                </a:moveTo>
                <a:lnTo>
                  <a:pt x="60786" y="204053"/>
                </a:lnTo>
                <a:lnTo>
                  <a:pt x="59731" y="203195"/>
                </a:lnTo>
                <a:close/>
                <a:moveTo>
                  <a:pt x="69316" y="9789"/>
                </a:moveTo>
                <a:lnTo>
                  <a:pt x="71077" y="10689"/>
                </a:lnTo>
                <a:lnTo>
                  <a:pt x="68435" y="10239"/>
                </a:lnTo>
                <a:close/>
                <a:moveTo>
                  <a:pt x="4495" y="70269"/>
                </a:moveTo>
                <a:lnTo>
                  <a:pt x="5165" y="71674"/>
                </a:lnTo>
                <a:lnTo>
                  <a:pt x="4159" y="70972"/>
                </a:lnTo>
                <a:close/>
                <a:moveTo>
                  <a:pt x="15674" y="7682"/>
                </a:moveTo>
                <a:lnTo>
                  <a:pt x="16430" y="9181"/>
                </a:lnTo>
                <a:lnTo>
                  <a:pt x="15296" y="8431"/>
                </a:lnTo>
                <a:close/>
                <a:moveTo>
                  <a:pt x="35804" y="284385"/>
                </a:moveTo>
                <a:lnTo>
                  <a:pt x="37015" y="284959"/>
                </a:lnTo>
                <a:lnTo>
                  <a:pt x="35199" y="284672"/>
                </a:lnTo>
                <a:close/>
                <a:moveTo>
                  <a:pt x="1925" y="132096"/>
                </a:moveTo>
                <a:lnTo>
                  <a:pt x="2352" y="132787"/>
                </a:lnTo>
                <a:lnTo>
                  <a:pt x="1712" y="132441"/>
                </a:lnTo>
                <a:close/>
                <a:moveTo>
                  <a:pt x="44175" y="160529"/>
                </a:moveTo>
                <a:lnTo>
                  <a:pt x="45400" y="161765"/>
                </a:lnTo>
                <a:lnTo>
                  <a:pt x="43563" y="161147"/>
                </a:lnTo>
                <a:close/>
                <a:moveTo>
                  <a:pt x="23059" y="154935"/>
                </a:moveTo>
                <a:lnTo>
                  <a:pt x="25044" y="156107"/>
                </a:lnTo>
                <a:lnTo>
                  <a:pt x="22067" y="155521"/>
                </a:lnTo>
                <a:close/>
                <a:moveTo>
                  <a:pt x="30050" y="235145"/>
                </a:moveTo>
                <a:lnTo>
                  <a:pt x="31251" y="235944"/>
                </a:lnTo>
                <a:lnTo>
                  <a:pt x="29449" y="235544"/>
                </a:lnTo>
                <a:close/>
                <a:moveTo>
                  <a:pt x="64821" y="101083"/>
                </a:moveTo>
                <a:lnTo>
                  <a:pt x="66903" y="102662"/>
                </a:lnTo>
                <a:lnTo>
                  <a:pt x="63781" y="101872"/>
                </a:lnTo>
                <a:close/>
                <a:moveTo>
                  <a:pt x="62601" y="70176"/>
                </a:moveTo>
                <a:lnTo>
                  <a:pt x="63892" y="71952"/>
                </a:lnTo>
                <a:lnTo>
                  <a:pt x="61955" y="71064"/>
                </a:lnTo>
                <a:close/>
                <a:moveTo>
                  <a:pt x="21068" y="73822"/>
                </a:moveTo>
                <a:lnTo>
                  <a:pt x="22756" y="74475"/>
                </a:lnTo>
                <a:lnTo>
                  <a:pt x="20224" y="74149"/>
                </a:lnTo>
                <a:close/>
                <a:moveTo>
                  <a:pt x="41716" y="67989"/>
                </a:moveTo>
                <a:lnTo>
                  <a:pt x="43819" y="68715"/>
                </a:lnTo>
                <a:lnTo>
                  <a:pt x="40665" y="68352"/>
                </a:lnTo>
                <a:close/>
                <a:moveTo>
                  <a:pt x="7648" y="299464"/>
                </a:moveTo>
                <a:lnTo>
                  <a:pt x="8640" y="300603"/>
                </a:lnTo>
                <a:lnTo>
                  <a:pt x="7151" y="300034"/>
                </a:lnTo>
                <a:close/>
                <a:moveTo>
                  <a:pt x="35668" y="402273"/>
                </a:moveTo>
                <a:lnTo>
                  <a:pt x="36969" y="403141"/>
                </a:lnTo>
                <a:lnTo>
                  <a:pt x="35017" y="402707"/>
                </a:lnTo>
                <a:close/>
                <a:moveTo>
                  <a:pt x="977" y="216082"/>
                </a:moveTo>
                <a:lnTo>
                  <a:pt x="1825" y="217244"/>
                </a:lnTo>
                <a:lnTo>
                  <a:pt x="553" y="216663"/>
                </a:lnTo>
                <a:close/>
                <a:moveTo>
                  <a:pt x="45094" y="201118"/>
                </a:moveTo>
                <a:lnTo>
                  <a:pt x="45611" y="202164"/>
                </a:lnTo>
                <a:lnTo>
                  <a:pt x="44836" y="201641"/>
                </a:lnTo>
                <a:close/>
                <a:moveTo>
                  <a:pt x="34588" y="279359"/>
                </a:moveTo>
                <a:lnTo>
                  <a:pt x="36732" y="280079"/>
                </a:lnTo>
                <a:lnTo>
                  <a:pt x="33515" y="279719"/>
                </a:lnTo>
                <a:close/>
                <a:moveTo>
                  <a:pt x="31854" y="36093"/>
                </a:moveTo>
                <a:lnTo>
                  <a:pt x="33684" y="36745"/>
                </a:lnTo>
                <a:lnTo>
                  <a:pt x="30939" y="36419"/>
                </a:lnTo>
                <a:close/>
                <a:moveTo>
                  <a:pt x="58897" y="347817"/>
                </a:moveTo>
                <a:lnTo>
                  <a:pt x="59718" y="349471"/>
                </a:lnTo>
                <a:lnTo>
                  <a:pt x="58486" y="348644"/>
                </a:lnTo>
                <a:close/>
                <a:moveTo>
                  <a:pt x="36139" y="185359"/>
                </a:moveTo>
                <a:lnTo>
                  <a:pt x="37516" y="187077"/>
                </a:lnTo>
                <a:lnTo>
                  <a:pt x="35450" y="186218"/>
                </a:lnTo>
                <a:close/>
                <a:moveTo>
                  <a:pt x="35153" y="209836"/>
                </a:moveTo>
                <a:lnTo>
                  <a:pt x="36041" y="211398"/>
                </a:lnTo>
                <a:lnTo>
                  <a:pt x="34710" y="210617"/>
                </a:lnTo>
                <a:close/>
                <a:moveTo>
                  <a:pt x="36074" y="148777"/>
                </a:moveTo>
                <a:lnTo>
                  <a:pt x="36787" y="149400"/>
                </a:lnTo>
                <a:lnTo>
                  <a:pt x="35717" y="149089"/>
                </a:lnTo>
                <a:close/>
                <a:moveTo>
                  <a:pt x="59253" y="350236"/>
                </a:moveTo>
                <a:lnTo>
                  <a:pt x="61413" y="351911"/>
                </a:lnTo>
                <a:lnTo>
                  <a:pt x="58172" y="351074"/>
                </a:lnTo>
                <a:close/>
                <a:moveTo>
                  <a:pt x="48820" y="347588"/>
                </a:moveTo>
                <a:lnTo>
                  <a:pt x="50487" y="349102"/>
                </a:lnTo>
                <a:lnTo>
                  <a:pt x="47987" y="348345"/>
                </a:lnTo>
                <a:close/>
                <a:moveTo>
                  <a:pt x="56952" y="76122"/>
                </a:moveTo>
                <a:lnTo>
                  <a:pt x="58809" y="76877"/>
                </a:lnTo>
                <a:lnTo>
                  <a:pt x="56023" y="76499"/>
                </a:lnTo>
                <a:close/>
                <a:moveTo>
                  <a:pt x="17948" y="400952"/>
                </a:moveTo>
                <a:lnTo>
                  <a:pt x="18341" y="402020"/>
                </a:lnTo>
                <a:lnTo>
                  <a:pt x="17752" y="401486"/>
                </a:lnTo>
                <a:close/>
                <a:moveTo>
                  <a:pt x="24883" y="345110"/>
                </a:moveTo>
                <a:lnTo>
                  <a:pt x="26362" y="346776"/>
                </a:lnTo>
                <a:lnTo>
                  <a:pt x="24143" y="345943"/>
                </a:lnTo>
                <a:close/>
                <a:moveTo>
                  <a:pt x="66137" y="280662"/>
                </a:moveTo>
                <a:lnTo>
                  <a:pt x="66607" y="281962"/>
                </a:lnTo>
                <a:lnTo>
                  <a:pt x="65903" y="281312"/>
                </a:lnTo>
                <a:close/>
                <a:moveTo>
                  <a:pt x="8519" y="428326"/>
                </a:moveTo>
                <a:lnTo>
                  <a:pt x="10481" y="429092"/>
                </a:lnTo>
                <a:lnTo>
                  <a:pt x="7538" y="428709"/>
                </a:lnTo>
                <a:close/>
                <a:moveTo>
                  <a:pt x="13877" y="302495"/>
                </a:moveTo>
                <a:lnTo>
                  <a:pt x="15629" y="304273"/>
                </a:lnTo>
                <a:lnTo>
                  <a:pt x="13000" y="303384"/>
                </a:lnTo>
                <a:close/>
                <a:moveTo>
                  <a:pt x="44464" y="53858"/>
                </a:moveTo>
                <a:lnTo>
                  <a:pt x="46159" y="54246"/>
                </a:lnTo>
                <a:lnTo>
                  <a:pt x="43617" y="54052"/>
                </a:lnTo>
                <a:close/>
                <a:moveTo>
                  <a:pt x="61603" y="335009"/>
                </a:moveTo>
                <a:lnTo>
                  <a:pt x="63406" y="336619"/>
                </a:lnTo>
                <a:lnTo>
                  <a:pt x="60702" y="335814"/>
                </a:lnTo>
                <a:close/>
                <a:moveTo>
                  <a:pt x="40702" y="411389"/>
                </a:moveTo>
                <a:lnTo>
                  <a:pt x="42235" y="412427"/>
                </a:lnTo>
                <a:lnTo>
                  <a:pt x="39936" y="411908"/>
                </a:lnTo>
                <a:close/>
                <a:moveTo>
                  <a:pt x="27775" y="153541"/>
                </a:moveTo>
                <a:lnTo>
                  <a:pt x="28168" y="154083"/>
                </a:lnTo>
                <a:lnTo>
                  <a:pt x="27579" y="153812"/>
                </a:lnTo>
                <a:close/>
                <a:moveTo>
                  <a:pt x="56558" y="99058"/>
                </a:moveTo>
                <a:lnTo>
                  <a:pt x="58118" y="100521"/>
                </a:lnTo>
                <a:lnTo>
                  <a:pt x="55779" y="99790"/>
                </a:lnTo>
                <a:close/>
                <a:moveTo>
                  <a:pt x="49474" y="224528"/>
                </a:moveTo>
                <a:lnTo>
                  <a:pt x="50408" y="225238"/>
                </a:lnTo>
                <a:lnTo>
                  <a:pt x="49006" y="224883"/>
                </a:lnTo>
                <a:close/>
                <a:moveTo>
                  <a:pt x="13976" y="282218"/>
                </a:moveTo>
                <a:lnTo>
                  <a:pt x="15595" y="283931"/>
                </a:lnTo>
                <a:lnTo>
                  <a:pt x="13166" y="283075"/>
                </a:lnTo>
                <a:close/>
                <a:moveTo>
                  <a:pt x="24003" y="404259"/>
                </a:moveTo>
                <a:lnTo>
                  <a:pt x="26040" y="404995"/>
                </a:lnTo>
                <a:lnTo>
                  <a:pt x="22985" y="404627"/>
                </a:lnTo>
                <a:close/>
                <a:moveTo>
                  <a:pt x="67505" y="269777"/>
                </a:moveTo>
                <a:lnTo>
                  <a:pt x="69636" y="271239"/>
                </a:lnTo>
                <a:lnTo>
                  <a:pt x="66440" y="270508"/>
                </a:lnTo>
                <a:close/>
                <a:moveTo>
                  <a:pt x="24192" y="121165"/>
                </a:moveTo>
                <a:lnTo>
                  <a:pt x="25508" y="122197"/>
                </a:lnTo>
                <a:lnTo>
                  <a:pt x="23533" y="121681"/>
                </a:lnTo>
                <a:close/>
                <a:moveTo>
                  <a:pt x="3340" y="376029"/>
                </a:moveTo>
                <a:lnTo>
                  <a:pt x="4681" y="377038"/>
                </a:lnTo>
                <a:lnTo>
                  <a:pt x="2670" y="376534"/>
                </a:lnTo>
                <a:close/>
                <a:moveTo>
                  <a:pt x="52984" y="108267"/>
                </a:moveTo>
                <a:lnTo>
                  <a:pt x="53702" y="109438"/>
                </a:lnTo>
                <a:lnTo>
                  <a:pt x="52624" y="108852"/>
                </a:lnTo>
                <a:close/>
                <a:moveTo>
                  <a:pt x="17755" y="142230"/>
                </a:moveTo>
                <a:lnTo>
                  <a:pt x="18234" y="142609"/>
                </a:lnTo>
                <a:lnTo>
                  <a:pt x="17515" y="142420"/>
                </a:lnTo>
                <a:close/>
                <a:moveTo>
                  <a:pt x="25734" y="229373"/>
                </a:moveTo>
                <a:lnTo>
                  <a:pt x="27839" y="230633"/>
                </a:lnTo>
                <a:lnTo>
                  <a:pt x="24681" y="230003"/>
                </a:lnTo>
                <a:close/>
                <a:moveTo>
                  <a:pt x="29870" y="176871"/>
                </a:moveTo>
                <a:lnTo>
                  <a:pt x="30656" y="177881"/>
                </a:lnTo>
                <a:lnTo>
                  <a:pt x="29478" y="177376"/>
                </a:lnTo>
                <a:close/>
                <a:moveTo>
                  <a:pt x="67997" y="52404"/>
                </a:moveTo>
                <a:lnTo>
                  <a:pt x="69148" y="53733"/>
                </a:lnTo>
                <a:lnTo>
                  <a:pt x="67421" y="53069"/>
                </a:lnTo>
                <a:close/>
                <a:moveTo>
                  <a:pt x="54232" y="241682"/>
                </a:moveTo>
                <a:lnTo>
                  <a:pt x="55768" y="243390"/>
                </a:lnTo>
                <a:lnTo>
                  <a:pt x="53463" y="242536"/>
                </a:lnTo>
                <a:close/>
                <a:moveTo>
                  <a:pt x="64041" y="108875"/>
                </a:moveTo>
                <a:lnTo>
                  <a:pt x="65392" y="110671"/>
                </a:lnTo>
                <a:lnTo>
                  <a:pt x="63365" y="109773"/>
                </a:lnTo>
                <a:close/>
                <a:moveTo>
                  <a:pt x="37803" y="81868"/>
                </a:moveTo>
                <a:lnTo>
                  <a:pt x="39570" y="82253"/>
                </a:lnTo>
                <a:lnTo>
                  <a:pt x="36919" y="82060"/>
                </a:lnTo>
                <a:close/>
                <a:moveTo>
                  <a:pt x="11385" y="240024"/>
                </a:moveTo>
                <a:lnTo>
                  <a:pt x="12239" y="241403"/>
                </a:lnTo>
                <a:lnTo>
                  <a:pt x="10957" y="240714"/>
                </a:lnTo>
                <a:close/>
                <a:moveTo>
                  <a:pt x="51737" y="138642"/>
                </a:moveTo>
                <a:lnTo>
                  <a:pt x="53506" y="139913"/>
                </a:lnTo>
                <a:lnTo>
                  <a:pt x="50853" y="139278"/>
                </a:lnTo>
                <a:close/>
                <a:moveTo>
                  <a:pt x="50280" y="198660"/>
                </a:moveTo>
                <a:lnTo>
                  <a:pt x="51430" y="199120"/>
                </a:lnTo>
                <a:lnTo>
                  <a:pt x="49705" y="198890"/>
                </a:lnTo>
                <a:close/>
                <a:moveTo>
                  <a:pt x="34102" y="416310"/>
                </a:moveTo>
                <a:lnTo>
                  <a:pt x="36095" y="416695"/>
                </a:lnTo>
                <a:lnTo>
                  <a:pt x="33105" y="416503"/>
                </a:lnTo>
                <a:close/>
                <a:moveTo>
                  <a:pt x="5835" y="116849"/>
                </a:moveTo>
                <a:lnTo>
                  <a:pt x="7470" y="117806"/>
                </a:lnTo>
                <a:lnTo>
                  <a:pt x="5018" y="117328"/>
                </a:lnTo>
                <a:close/>
                <a:moveTo>
                  <a:pt x="9811" y="185100"/>
                </a:moveTo>
                <a:lnTo>
                  <a:pt x="11222" y="186516"/>
                </a:lnTo>
                <a:lnTo>
                  <a:pt x="9106" y="185808"/>
                </a:lnTo>
                <a:close/>
                <a:moveTo>
                  <a:pt x="29074" y="283009"/>
                </a:moveTo>
                <a:lnTo>
                  <a:pt x="30684" y="284232"/>
                </a:lnTo>
                <a:lnTo>
                  <a:pt x="28268" y="283621"/>
                </a:lnTo>
                <a:close/>
                <a:moveTo>
                  <a:pt x="4111" y="309602"/>
                </a:moveTo>
                <a:lnTo>
                  <a:pt x="4699" y="309984"/>
                </a:lnTo>
                <a:lnTo>
                  <a:pt x="3817" y="309793"/>
                </a:lnTo>
                <a:close/>
                <a:moveTo>
                  <a:pt x="34019" y="6467"/>
                </a:moveTo>
                <a:lnTo>
                  <a:pt x="34504" y="7353"/>
                </a:lnTo>
                <a:lnTo>
                  <a:pt x="33776" y="6910"/>
                </a:lnTo>
                <a:close/>
                <a:moveTo>
                  <a:pt x="33661" y="45264"/>
                </a:moveTo>
                <a:lnTo>
                  <a:pt x="35776" y="46843"/>
                </a:lnTo>
                <a:lnTo>
                  <a:pt x="32604" y="46053"/>
                </a:lnTo>
                <a:close/>
                <a:moveTo>
                  <a:pt x="34928" y="255973"/>
                </a:moveTo>
                <a:lnTo>
                  <a:pt x="35862" y="257749"/>
                </a:lnTo>
                <a:lnTo>
                  <a:pt x="34461" y="256861"/>
                </a:lnTo>
                <a:close/>
                <a:moveTo>
                  <a:pt x="9256" y="132033"/>
                </a:moveTo>
                <a:lnTo>
                  <a:pt x="10015" y="133631"/>
                </a:lnTo>
                <a:lnTo>
                  <a:pt x="8877" y="132832"/>
                </a:lnTo>
                <a:close/>
                <a:moveTo>
                  <a:pt x="36479" y="178471"/>
                </a:moveTo>
                <a:lnTo>
                  <a:pt x="37567" y="180101"/>
                </a:lnTo>
                <a:lnTo>
                  <a:pt x="35935" y="179286"/>
                </a:lnTo>
                <a:close/>
                <a:moveTo>
                  <a:pt x="18882" y="344909"/>
                </a:moveTo>
                <a:lnTo>
                  <a:pt x="20542" y="345881"/>
                </a:lnTo>
                <a:lnTo>
                  <a:pt x="18052" y="345395"/>
                </a:lnTo>
                <a:close/>
                <a:moveTo>
                  <a:pt x="26468" y="190017"/>
                </a:moveTo>
                <a:lnTo>
                  <a:pt x="27656" y="190790"/>
                </a:lnTo>
                <a:lnTo>
                  <a:pt x="25874" y="190403"/>
                </a:lnTo>
                <a:close/>
                <a:moveTo>
                  <a:pt x="44531" y="178781"/>
                </a:moveTo>
                <a:lnTo>
                  <a:pt x="45443" y="180240"/>
                </a:lnTo>
                <a:lnTo>
                  <a:pt x="44075" y="179511"/>
                </a:lnTo>
                <a:close/>
                <a:moveTo>
                  <a:pt x="32721" y="206054"/>
                </a:moveTo>
                <a:lnTo>
                  <a:pt x="34698" y="207036"/>
                </a:lnTo>
                <a:lnTo>
                  <a:pt x="31732" y="206545"/>
                </a:lnTo>
                <a:close/>
                <a:moveTo>
                  <a:pt x="27182" y="391537"/>
                </a:moveTo>
                <a:lnTo>
                  <a:pt x="29338" y="393015"/>
                </a:lnTo>
                <a:lnTo>
                  <a:pt x="26104" y="392276"/>
                </a:lnTo>
                <a:close/>
                <a:moveTo>
                  <a:pt x="28963" y="292412"/>
                </a:moveTo>
                <a:lnTo>
                  <a:pt x="30684" y="293157"/>
                </a:lnTo>
                <a:lnTo>
                  <a:pt x="28102" y="292784"/>
                </a:lnTo>
                <a:close/>
                <a:moveTo>
                  <a:pt x="51542" y="414165"/>
                </a:moveTo>
                <a:lnTo>
                  <a:pt x="53106" y="415468"/>
                </a:lnTo>
                <a:lnTo>
                  <a:pt x="50761" y="414817"/>
                </a:lnTo>
                <a:close/>
                <a:moveTo>
                  <a:pt x="31320" y="284651"/>
                </a:moveTo>
                <a:lnTo>
                  <a:pt x="32088" y="286107"/>
                </a:lnTo>
                <a:lnTo>
                  <a:pt x="30936" y="285379"/>
                </a:lnTo>
                <a:close/>
                <a:moveTo>
                  <a:pt x="38603" y="427354"/>
                </a:moveTo>
                <a:lnTo>
                  <a:pt x="39585" y="428721"/>
                </a:lnTo>
                <a:lnTo>
                  <a:pt x="38112" y="428037"/>
                </a:lnTo>
                <a:close/>
                <a:moveTo>
                  <a:pt x="2033" y="180962"/>
                </a:moveTo>
                <a:lnTo>
                  <a:pt x="3801" y="181652"/>
                </a:lnTo>
                <a:lnTo>
                  <a:pt x="1149" y="181307"/>
                </a:lnTo>
                <a:close/>
                <a:moveTo>
                  <a:pt x="43809" y="95647"/>
                </a:moveTo>
                <a:lnTo>
                  <a:pt x="44896" y="97437"/>
                </a:lnTo>
                <a:lnTo>
                  <a:pt x="43265" y="96542"/>
                </a:lnTo>
                <a:close/>
                <a:moveTo>
                  <a:pt x="14627" y="397983"/>
                </a:moveTo>
                <a:lnTo>
                  <a:pt x="15087" y="399158"/>
                </a:lnTo>
                <a:lnTo>
                  <a:pt x="14396" y="398570"/>
                </a:lnTo>
                <a:close/>
                <a:moveTo>
                  <a:pt x="58352" y="365026"/>
                </a:moveTo>
                <a:lnTo>
                  <a:pt x="59426" y="366212"/>
                </a:lnTo>
                <a:lnTo>
                  <a:pt x="57815" y="365619"/>
                </a:lnTo>
                <a:close/>
                <a:moveTo>
                  <a:pt x="50711" y="331975"/>
                </a:moveTo>
                <a:lnTo>
                  <a:pt x="52442" y="333144"/>
                </a:lnTo>
                <a:lnTo>
                  <a:pt x="49845" y="332559"/>
                </a:lnTo>
                <a:close/>
                <a:moveTo>
                  <a:pt x="18472" y="307292"/>
                </a:moveTo>
                <a:lnTo>
                  <a:pt x="19860" y="308408"/>
                </a:lnTo>
                <a:lnTo>
                  <a:pt x="17778" y="307850"/>
                </a:lnTo>
                <a:close/>
                <a:moveTo>
                  <a:pt x="69957" y="58756"/>
                </a:moveTo>
                <a:lnTo>
                  <a:pt x="71752" y="59543"/>
                </a:lnTo>
                <a:lnTo>
                  <a:pt x="69060" y="59150"/>
                </a:lnTo>
                <a:close/>
                <a:moveTo>
                  <a:pt x="51723" y="414413"/>
                </a:moveTo>
                <a:lnTo>
                  <a:pt x="52580" y="415564"/>
                </a:lnTo>
                <a:lnTo>
                  <a:pt x="51294" y="414988"/>
                </a:lnTo>
                <a:close/>
                <a:moveTo>
                  <a:pt x="37843" y="215514"/>
                </a:moveTo>
                <a:lnTo>
                  <a:pt x="38502" y="216752"/>
                </a:lnTo>
                <a:lnTo>
                  <a:pt x="37514" y="216133"/>
                </a:lnTo>
                <a:close/>
                <a:moveTo>
                  <a:pt x="63405" y="288963"/>
                </a:moveTo>
                <a:lnTo>
                  <a:pt x="64290" y="290472"/>
                </a:lnTo>
                <a:lnTo>
                  <a:pt x="62963" y="289717"/>
                </a:lnTo>
                <a:close/>
                <a:moveTo>
                  <a:pt x="30263" y="62569"/>
                </a:moveTo>
                <a:lnTo>
                  <a:pt x="31734" y="63559"/>
                </a:lnTo>
                <a:lnTo>
                  <a:pt x="29528" y="63064"/>
                </a:lnTo>
                <a:close/>
                <a:moveTo>
                  <a:pt x="37950" y="432249"/>
                </a:moveTo>
                <a:lnTo>
                  <a:pt x="39353" y="433979"/>
                </a:lnTo>
                <a:lnTo>
                  <a:pt x="37248" y="433114"/>
                </a:lnTo>
                <a:close/>
                <a:moveTo>
                  <a:pt x="25546" y="330760"/>
                </a:moveTo>
                <a:lnTo>
                  <a:pt x="26036" y="331511"/>
                </a:lnTo>
                <a:lnTo>
                  <a:pt x="25302" y="331136"/>
                </a:lnTo>
                <a:close/>
                <a:moveTo>
                  <a:pt x="49297" y="300734"/>
                </a:moveTo>
                <a:lnTo>
                  <a:pt x="51180" y="301605"/>
                </a:lnTo>
                <a:lnTo>
                  <a:pt x="48356" y="301170"/>
                </a:lnTo>
                <a:close/>
                <a:moveTo>
                  <a:pt x="20016" y="155741"/>
                </a:moveTo>
                <a:lnTo>
                  <a:pt x="21360" y="156078"/>
                </a:lnTo>
                <a:lnTo>
                  <a:pt x="19344" y="155909"/>
                </a:lnTo>
                <a:close/>
                <a:moveTo>
                  <a:pt x="27080" y="286328"/>
                </a:moveTo>
                <a:lnTo>
                  <a:pt x="27704" y="287095"/>
                </a:lnTo>
                <a:lnTo>
                  <a:pt x="26767" y="286711"/>
                </a:lnTo>
                <a:close/>
                <a:moveTo>
                  <a:pt x="61946" y="407075"/>
                </a:moveTo>
                <a:lnTo>
                  <a:pt x="62758" y="407641"/>
                </a:lnTo>
                <a:lnTo>
                  <a:pt x="61540" y="407358"/>
                </a:lnTo>
                <a:close/>
                <a:moveTo>
                  <a:pt x="9102" y="36566"/>
                </a:moveTo>
                <a:lnTo>
                  <a:pt x="10921" y="37974"/>
                </a:lnTo>
                <a:lnTo>
                  <a:pt x="8193" y="37270"/>
                </a:lnTo>
                <a:close/>
                <a:moveTo>
                  <a:pt x="19370" y="212852"/>
                </a:moveTo>
                <a:lnTo>
                  <a:pt x="21006" y="213194"/>
                </a:lnTo>
                <a:lnTo>
                  <a:pt x="18552" y="213023"/>
                </a:lnTo>
                <a:close/>
                <a:moveTo>
                  <a:pt x="58185" y="374727"/>
                </a:moveTo>
                <a:lnTo>
                  <a:pt x="58926" y="376082"/>
                </a:lnTo>
                <a:lnTo>
                  <a:pt x="57815" y="375405"/>
                </a:lnTo>
                <a:close/>
                <a:moveTo>
                  <a:pt x="49813" y="146407"/>
                </a:moveTo>
                <a:lnTo>
                  <a:pt x="51788" y="147035"/>
                </a:lnTo>
                <a:lnTo>
                  <a:pt x="48825" y="146721"/>
                </a:lnTo>
                <a:close/>
                <a:moveTo>
                  <a:pt x="34036" y="136204"/>
                </a:moveTo>
                <a:lnTo>
                  <a:pt x="35204" y="137722"/>
                </a:lnTo>
                <a:lnTo>
                  <a:pt x="33453" y="136963"/>
                </a:lnTo>
                <a:close/>
                <a:moveTo>
                  <a:pt x="40760" y="265370"/>
                </a:moveTo>
                <a:lnTo>
                  <a:pt x="42936" y="266005"/>
                </a:lnTo>
                <a:lnTo>
                  <a:pt x="39672" y="265688"/>
                </a:lnTo>
                <a:close/>
                <a:moveTo>
                  <a:pt x="16453" y="269919"/>
                </a:moveTo>
                <a:lnTo>
                  <a:pt x="17081" y="271665"/>
                </a:lnTo>
                <a:lnTo>
                  <a:pt x="16139" y="270792"/>
                </a:lnTo>
                <a:close/>
                <a:moveTo>
                  <a:pt x="24749" y="191413"/>
                </a:moveTo>
                <a:lnTo>
                  <a:pt x="25897" y="192955"/>
                </a:lnTo>
                <a:lnTo>
                  <a:pt x="24175" y="192184"/>
                </a:lnTo>
                <a:close/>
                <a:moveTo>
                  <a:pt x="64936" y="294966"/>
                </a:moveTo>
                <a:lnTo>
                  <a:pt x="65603" y="295798"/>
                </a:lnTo>
                <a:lnTo>
                  <a:pt x="64603" y="295382"/>
                </a:lnTo>
                <a:close/>
                <a:moveTo>
                  <a:pt x="50310" y="93540"/>
                </a:moveTo>
                <a:lnTo>
                  <a:pt x="52293" y="95148"/>
                </a:lnTo>
                <a:lnTo>
                  <a:pt x="49318" y="94344"/>
                </a:lnTo>
                <a:close/>
                <a:moveTo>
                  <a:pt x="16717" y="158300"/>
                </a:moveTo>
                <a:lnTo>
                  <a:pt x="17490" y="159678"/>
                </a:lnTo>
                <a:lnTo>
                  <a:pt x="16330" y="158989"/>
                </a:lnTo>
                <a:close/>
                <a:moveTo>
                  <a:pt x="4160" y="303133"/>
                </a:moveTo>
                <a:lnTo>
                  <a:pt x="4626" y="304694"/>
                </a:lnTo>
                <a:lnTo>
                  <a:pt x="3927" y="303913"/>
                </a:lnTo>
                <a:close/>
                <a:moveTo>
                  <a:pt x="38889" y="253957"/>
                </a:moveTo>
                <a:lnTo>
                  <a:pt x="39415" y="254324"/>
                </a:lnTo>
                <a:lnTo>
                  <a:pt x="38626" y="254141"/>
                </a:lnTo>
                <a:close/>
                <a:moveTo>
                  <a:pt x="25578" y="429432"/>
                </a:moveTo>
                <a:lnTo>
                  <a:pt x="27038" y="431026"/>
                </a:lnTo>
                <a:lnTo>
                  <a:pt x="24848" y="430229"/>
                </a:lnTo>
                <a:close/>
                <a:moveTo>
                  <a:pt x="5248" y="43618"/>
                </a:moveTo>
                <a:lnTo>
                  <a:pt x="5636" y="44964"/>
                </a:lnTo>
                <a:lnTo>
                  <a:pt x="5053" y="44291"/>
                </a:lnTo>
                <a:close/>
                <a:moveTo>
                  <a:pt x="13210" y="118266"/>
                </a:moveTo>
                <a:lnTo>
                  <a:pt x="14794" y="119609"/>
                </a:lnTo>
                <a:lnTo>
                  <a:pt x="12418" y="118937"/>
                </a:lnTo>
                <a:close/>
                <a:moveTo>
                  <a:pt x="23430" y="203389"/>
                </a:moveTo>
                <a:lnTo>
                  <a:pt x="24315" y="204531"/>
                </a:lnTo>
                <a:lnTo>
                  <a:pt x="22988" y="203960"/>
                </a:lnTo>
                <a:close/>
                <a:moveTo>
                  <a:pt x="25773" y="156432"/>
                </a:moveTo>
                <a:lnTo>
                  <a:pt x="26584" y="157170"/>
                </a:lnTo>
                <a:lnTo>
                  <a:pt x="25368" y="156801"/>
                </a:lnTo>
                <a:close/>
                <a:moveTo>
                  <a:pt x="19128" y="6205"/>
                </a:moveTo>
                <a:lnTo>
                  <a:pt x="20052" y="7393"/>
                </a:lnTo>
                <a:lnTo>
                  <a:pt x="18666" y="6799"/>
                </a:lnTo>
                <a:close/>
                <a:moveTo>
                  <a:pt x="19669" y="48480"/>
                </a:moveTo>
                <a:lnTo>
                  <a:pt x="21584" y="49484"/>
                </a:lnTo>
                <a:lnTo>
                  <a:pt x="18711" y="48982"/>
                </a:lnTo>
                <a:close/>
                <a:moveTo>
                  <a:pt x="36687" y="135407"/>
                </a:moveTo>
                <a:lnTo>
                  <a:pt x="38678" y="136838"/>
                </a:lnTo>
                <a:lnTo>
                  <a:pt x="35691" y="136122"/>
                </a:lnTo>
                <a:close/>
                <a:moveTo>
                  <a:pt x="44447" y="287278"/>
                </a:moveTo>
                <a:lnTo>
                  <a:pt x="46078" y="288329"/>
                </a:lnTo>
                <a:lnTo>
                  <a:pt x="43631" y="287803"/>
                </a:lnTo>
                <a:close/>
                <a:moveTo>
                  <a:pt x="29783" y="169544"/>
                </a:moveTo>
                <a:lnTo>
                  <a:pt x="31066" y="170547"/>
                </a:lnTo>
                <a:lnTo>
                  <a:pt x="29142" y="170045"/>
                </a:lnTo>
                <a:close/>
                <a:moveTo>
                  <a:pt x="37886" y="232054"/>
                </a:moveTo>
                <a:lnTo>
                  <a:pt x="39695" y="233693"/>
                </a:lnTo>
                <a:lnTo>
                  <a:pt x="36982" y="232874"/>
                </a:lnTo>
                <a:close/>
                <a:moveTo>
                  <a:pt x="16540" y="8820"/>
                </a:moveTo>
                <a:lnTo>
                  <a:pt x="17447" y="9167"/>
                </a:lnTo>
                <a:lnTo>
                  <a:pt x="16087" y="8993"/>
                </a:lnTo>
                <a:close/>
                <a:moveTo>
                  <a:pt x="56608" y="270209"/>
                </a:moveTo>
                <a:lnTo>
                  <a:pt x="57486" y="270796"/>
                </a:lnTo>
                <a:lnTo>
                  <a:pt x="56169" y="270503"/>
                </a:lnTo>
                <a:close/>
                <a:moveTo>
                  <a:pt x="61665" y="364497"/>
                </a:moveTo>
                <a:lnTo>
                  <a:pt x="63280" y="365835"/>
                </a:lnTo>
                <a:lnTo>
                  <a:pt x="60858" y="365166"/>
                </a:lnTo>
                <a:close/>
                <a:moveTo>
                  <a:pt x="52980" y="197784"/>
                </a:moveTo>
                <a:lnTo>
                  <a:pt x="54065" y="198913"/>
                </a:lnTo>
                <a:lnTo>
                  <a:pt x="52438" y="198349"/>
                </a:lnTo>
                <a:close/>
                <a:moveTo>
                  <a:pt x="62493" y="432340"/>
                </a:moveTo>
                <a:lnTo>
                  <a:pt x="64540" y="433893"/>
                </a:lnTo>
                <a:lnTo>
                  <a:pt x="61470" y="433117"/>
                </a:lnTo>
                <a:close/>
                <a:moveTo>
                  <a:pt x="6069" y="107019"/>
                </a:moveTo>
                <a:lnTo>
                  <a:pt x="8215" y="108134"/>
                </a:lnTo>
                <a:lnTo>
                  <a:pt x="4996" y="107576"/>
                </a:lnTo>
                <a:close/>
                <a:moveTo>
                  <a:pt x="36899" y="134509"/>
                </a:moveTo>
                <a:lnTo>
                  <a:pt x="38844" y="135584"/>
                </a:lnTo>
                <a:lnTo>
                  <a:pt x="35927" y="135047"/>
                </a:lnTo>
                <a:close/>
                <a:moveTo>
                  <a:pt x="70187" y="32128"/>
                </a:moveTo>
                <a:lnTo>
                  <a:pt x="72374" y="32448"/>
                </a:lnTo>
                <a:lnTo>
                  <a:pt x="69093" y="32288"/>
                </a:lnTo>
                <a:close/>
                <a:moveTo>
                  <a:pt x="11241" y="169330"/>
                </a:moveTo>
                <a:lnTo>
                  <a:pt x="12774" y="169796"/>
                </a:lnTo>
                <a:lnTo>
                  <a:pt x="10474" y="169563"/>
                </a:lnTo>
                <a:close/>
                <a:moveTo>
                  <a:pt x="40231" y="409607"/>
                </a:moveTo>
                <a:lnTo>
                  <a:pt x="41386" y="411050"/>
                </a:lnTo>
                <a:lnTo>
                  <a:pt x="39653" y="410329"/>
                </a:lnTo>
                <a:close/>
                <a:moveTo>
                  <a:pt x="42295" y="253618"/>
                </a:moveTo>
                <a:lnTo>
                  <a:pt x="42965" y="254614"/>
                </a:lnTo>
                <a:lnTo>
                  <a:pt x="41959" y="254116"/>
                </a:lnTo>
                <a:close/>
                <a:moveTo>
                  <a:pt x="63887" y="293731"/>
                </a:moveTo>
                <a:lnTo>
                  <a:pt x="64638" y="294701"/>
                </a:lnTo>
                <a:lnTo>
                  <a:pt x="63511" y="294216"/>
                </a:lnTo>
                <a:close/>
                <a:moveTo>
                  <a:pt x="38912" y="146278"/>
                </a:moveTo>
                <a:lnTo>
                  <a:pt x="40331" y="147525"/>
                </a:lnTo>
                <a:lnTo>
                  <a:pt x="38203" y="146902"/>
                </a:lnTo>
                <a:close/>
                <a:moveTo>
                  <a:pt x="2111" y="95259"/>
                </a:moveTo>
                <a:lnTo>
                  <a:pt x="3676" y="95880"/>
                </a:lnTo>
                <a:lnTo>
                  <a:pt x="1329" y="95570"/>
                </a:lnTo>
                <a:close/>
                <a:moveTo>
                  <a:pt x="5957" y="332058"/>
                </a:moveTo>
                <a:lnTo>
                  <a:pt x="6924" y="333795"/>
                </a:lnTo>
                <a:lnTo>
                  <a:pt x="5473" y="332926"/>
                </a:lnTo>
                <a:close/>
                <a:moveTo>
                  <a:pt x="39975" y="43385"/>
                </a:moveTo>
                <a:lnTo>
                  <a:pt x="41503" y="44079"/>
                </a:lnTo>
                <a:lnTo>
                  <a:pt x="39211" y="43732"/>
                </a:lnTo>
                <a:close/>
                <a:moveTo>
                  <a:pt x="57872" y="315567"/>
                </a:moveTo>
                <a:lnTo>
                  <a:pt x="59625" y="315953"/>
                </a:lnTo>
                <a:lnTo>
                  <a:pt x="56996" y="315760"/>
                </a:lnTo>
                <a:close/>
                <a:moveTo>
                  <a:pt x="3257" y="347782"/>
                </a:moveTo>
                <a:lnTo>
                  <a:pt x="3867" y="348385"/>
                </a:lnTo>
                <a:lnTo>
                  <a:pt x="2952" y="348083"/>
                </a:lnTo>
                <a:close/>
                <a:moveTo>
                  <a:pt x="2956" y="70566"/>
                </a:moveTo>
                <a:lnTo>
                  <a:pt x="4182" y="72304"/>
                </a:lnTo>
                <a:lnTo>
                  <a:pt x="2343" y="71435"/>
                </a:lnTo>
                <a:close/>
                <a:moveTo>
                  <a:pt x="23353" y="112439"/>
                </a:moveTo>
                <a:lnTo>
                  <a:pt x="25235" y="113015"/>
                </a:lnTo>
                <a:lnTo>
                  <a:pt x="22413" y="112727"/>
                </a:lnTo>
                <a:close/>
                <a:moveTo>
                  <a:pt x="45321" y="267943"/>
                </a:moveTo>
                <a:lnTo>
                  <a:pt x="47401" y="268309"/>
                </a:lnTo>
                <a:lnTo>
                  <a:pt x="44281" y="268126"/>
                </a:lnTo>
                <a:close/>
                <a:moveTo>
                  <a:pt x="40284" y="166417"/>
                </a:moveTo>
                <a:lnTo>
                  <a:pt x="42158" y="167096"/>
                </a:lnTo>
                <a:lnTo>
                  <a:pt x="39348" y="166757"/>
                </a:lnTo>
                <a:close/>
                <a:moveTo>
                  <a:pt x="50911" y="80074"/>
                </a:moveTo>
                <a:lnTo>
                  <a:pt x="52177" y="81826"/>
                </a:lnTo>
                <a:lnTo>
                  <a:pt x="50278" y="80950"/>
                </a:lnTo>
                <a:close/>
                <a:moveTo>
                  <a:pt x="17657" y="120988"/>
                </a:moveTo>
                <a:lnTo>
                  <a:pt x="19705" y="122300"/>
                </a:lnTo>
                <a:lnTo>
                  <a:pt x="16634" y="121644"/>
                </a:lnTo>
                <a:close/>
                <a:moveTo>
                  <a:pt x="5475" y="80601"/>
                </a:moveTo>
                <a:lnTo>
                  <a:pt x="6264" y="81336"/>
                </a:lnTo>
                <a:lnTo>
                  <a:pt x="5081" y="80968"/>
                </a:lnTo>
                <a:close/>
                <a:moveTo>
                  <a:pt x="59984" y="305238"/>
                </a:moveTo>
                <a:lnTo>
                  <a:pt x="62147" y="306543"/>
                </a:lnTo>
                <a:lnTo>
                  <a:pt x="58903" y="305890"/>
                </a:lnTo>
                <a:close/>
                <a:moveTo>
                  <a:pt x="44812" y="166534"/>
                </a:moveTo>
                <a:lnTo>
                  <a:pt x="46489" y="167574"/>
                </a:lnTo>
                <a:lnTo>
                  <a:pt x="43974" y="167054"/>
                </a:lnTo>
                <a:close/>
                <a:moveTo>
                  <a:pt x="4984" y="214123"/>
                </a:moveTo>
                <a:lnTo>
                  <a:pt x="6044" y="215220"/>
                </a:lnTo>
                <a:lnTo>
                  <a:pt x="4454" y="214671"/>
                </a:lnTo>
                <a:close/>
                <a:moveTo>
                  <a:pt x="4275" y="11315"/>
                </a:moveTo>
                <a:lnTo>
                  <a:pt x="6443" y="12172"/>
                </a:lnTo>
                <a:lnTo>
                  <a:pt x="3190" y="11744"/>
                </a:lnTo>
                <a:close/>
                <a:moveTo>
                  <a:pt x="23964" y="63933"/>
                </a:moveTo>
                <a:lnTo>
                  <a:pt x="25410" y="65605"/>
                </a:lnTo>
                <a:lnTo>
                  <a:pt x="23241" y="64769"/>
                </a:lnTo>
                <a:close/>
                <a:moveTo>
                  <a:pt x="13488" y="217713"/>
                </a:moveTo>
                <a:lnTo>
                  <a:pt x="14762" y="219162"/>
                </a:lnTo>
                <a:lnTo>
                  <a:pt x="12851" y="218437"/>
                </a:lnTo>
                <a:close/>
                <a:moveTo>
                  <a:pt x="40418" y="103500"/>
                </a:moveTo>
                <a:lnTo>
                  <a:pt x="41119" y="104887"/>
                </a:lnTo>
                <a:lnTo>
                  <a:pt x="40067" y="104194"/>
                </a:lnTo>
                <a:close/>
                <a:moveTo>
                  <a:pt x="6331" y="376990"/>
                </a:moveTo>
                <a:lnTo>
                  <a:pt x="6742" y="377574"/>
                </a:lnTo>
                <a:lnTo>
                  <a:pt x="6125" y="377282"/>
                </a:lnTo>
                <a:close/>
                <a:moveTo>
                  <a:pt x="33608" y="367941"/>
                </a:moveTo>
                <a:lnTo>
                  <a:pt x="35104" y="369359"/>
                </a:lnTo>
                <a:lnTo>
                  <a:pt x="32860" y="368650"/>
                </a:lnTo>
                <a:close/>
                <a:moveTo>
                  <a:pt x="54134" y="314793"/>
                </a:moveTo>
                <a:lnTo>
                  <a:pt x="54579" y="316331"/>
                </a:lnTo>
                <a:lnTo>
                  <a:pt x="53911" y="315562"/>
                </a:lnTo>
                <a:close/>
                <a:moveTo>
                  <a:pt x="11203" y="70044"/>
                </a:moveTo>
                <a:lnTo>
                  <a:pt x="11622" y="70387"/>
                </a:lnTo>
                <a:lnTo>
                  <a:pt x="10993" y="70216"/>
                </a:lnTo>
                <a:close/>
                <a:moveTo>
                  <a:pt x="62249" y="165598"/>
                </a:moveTo>
                <a:lnTo>
                  <a:pt x="62759" y="165968"/>
                </a:lnTo>
                <a:lnTo>
                  <a:pt x="61993" y="165783"/>
                </a:lnTo>
                <a:close/>
                <a:moveTo>
                  <a:pt x="60109" y="262004"/>
                </a:moveTo>
                <a:lnTo>
                  <a:pt x="62154" y="262360"/>
                </a:lnTo>
                <a:lnTo>
                  <a:pt x="59086" y="262182"/>
                </a:lnTo>
                <a:close/>
                <a:moveTo>
                  <a:pt x="8741" y="124390"/>
                </a:moveTo>
                <a:lnTo>
                  <a:pt x="9445" y="124859"/>
                </a:lnTo>
                <a:lnTo>
                  <a:pt x="8390" y="124624"/>
                </a:lnTo>
                <a:close/>
                <a:moveTo>
                  <a:pt x="14901" y="278950"/>
                </a:moveTo>
                <a:lnTo>
                  <a:pt x="15562" y="279503"/>
                </a:lnTo>
                <a:lnTo>
                  <a:pt x="14570" y="279227"/>
                </a:lnTo>
                <a:close/>
                <a:moveTo>
                  <a:pt x="38349" y="163208"/>
                </a:moveTo>
                <a:lnTo>
                  <a:pt x="38976" y="164361"/>
                </a:lnTo>
                <a:lnTo>
                  <a:pt x="38036" y="163785"/>
                </a:lnTo>
                <a:close/>
                <a:moveTo>
                  <a:pt x="36419" y="168676"/>
                </a:moveTo>
                <a:lnTo>
                  <a:pt x="37646" y="169036"/>
                </a:lnTo>
                <a:lnTo>
                  <a:pt x="35805" y="168856"/>
                </a:lnTo>
                <a:close/>
                <a:moveTo>
                  <a:pt x="43917" y="83616"/>
                </a:moveTo>
                <a:lnTo>
                  <a:pt x="44888" y="83930"/>
                </a:lnTo>
                <a:lnTo>
                  <a:pt x="43431" y="83773"/>
                </a:lnTo>
                <a:close/>
                <a:moveTo>
                  <a:pt x="63002" y="255907"/>
                </a:moveTo>
                <a:lnTo>
                  <a:pt x="64077" y="257020"/>
                </a:lnTo>
                <a:lnTo>
                  <a:pt x="62464" y="256463"/>
                </a:lnTo>
                <a:close/>
                <a:moveTo>
                  <a:pt x="66653" y="56830"/>
                </a:moveTo>
                <a:lnTo>
                  <a:pt x="67713" y="58192"/>
                </a:lnTo>
                <a:lnTo>
                  <a:pt x="66124" y="57511"/>
                </a:lnTo>
                <a:close/>
                <a:moveTo>
                  <a:pt x="26910" y="307975"/>
                </a:moveTo>
                <a:lnTo>
                  <a:pt x="28940" y="308336"/>
                </a:lnTo>
                <a:lnTo>
                  <a:pt x="25894" y="308156"/>
                </a:lnTo>
                <a:close/>
                <a:moveTo>
                  <a:pt x="20778" y="127073"/>
                </a:moveTo>
                <a:lnTo>
                  <a:pt x="22515" y="128549"/>
                </a:lnTo>
                <a:lnTo>
                  <a:pt x="19909" y="127811"/>
                </a:lnTo>
                <a:close/>
                <a:moveTo>
                  <a:pt x="49825" y="403229"/>
                </a:moveTo>
                <a:lnTo>
                  <a:pt x="50518" y="404119"/>
                </a:lnTo>
                <a:lnTo>
                  <a:pt x="49478" y="403674"/>
                </a:lnTo>
                <a:close/>
                <a:moveTo>
                  <a:pt x="60566" y="333648"/>
                </a:moveTo>
                <a:lnTo>
                  <a:pt x="61125" y="335418"/>
                </a:lnTo>
                <a:lnTo>
                  <a:pt x="60287" y="334533"/>
                </a:lnTo>
                <a:close/>
                <a:moveTo>
                  <a:pt x="52696" y="377518"/>
                </a:moveTo>
                <a:lnTo>
                  <a:pt x="53716" y="378726"/>
                </a:lnTo>
                <a:lnTo>
                  <a:pt x="52186" y="378122"/>
                </a:lnTo>
                <a:close/>
                <a:moveTo>
                  <a:pt x="67974" y="391509"/>
                </a:moveTo>
                <a:lnTo>
                  <a:pt x="69392" y="393144"/>
                </a:lnTo>
                <a:lnTo>
                  <a:pt x="67265" y="392327"/>
                </a:lnTo>
                <a:close/>
                <a:moveTo>
                  <a:pt x="70791" y="365855"/>
                </a:moveTo>
                <a:lnTo>
                  <a:pt x="72354" y="367596"/>
                </a:lnTo>
                <a:lnTo>
                  <a:pt x="70009" y="366725"/>
                </a:lnTo>
                <a:close/>
                <a:moveTo>
                  <a:pt x="10923" y="175528"/>
                </a:moveTo>
                <a:lnTo>
                  <a:pt x="12317" y="176025"/>
                </a:lnTo>
                <a:lnTo>
                  <a:pt x="10226" y="175776"/>
                </a:lnTo>
                <a:close/>
                <a:moveTo>
                  <a:pt x="55515" y="26271"/>
                </a:moveTo>
                <a:lnTo>
                  <a:pt x="57028" y="26990"/>
                </a:lnTo>
                <a:lnTo>
                  <a:pt x="54759" y="26630"/>
                </a:lnTo>
                <a:close/>
                <a:moveTo>
                  <a:pt x="23460" y="264297"/>
                </a:moveTo>
                <a:lnTo>
                  <a:pt x="24164" y="265268"/>
                </a:lnTo>
                <a:lnTo>
                  <a:pt x="23108" y="264782"/>
                </a:lnTo>
                <a:close/>
                <a:moveTo>
                  <a:pt x="60867" y="430368"/>
                </a:moveTo>
                <a:lnTo>
                  <a:pt x="61703" y="431217"/>
                </a:lnTo>
                <a:lnTo>
                  <a:pt x="60449" y="430792"/>
                </a:lnTo>
                <a:close/>
                <a:moveTo>
                  <a:pt x="49426" y="82038"/>
                </a:moveTo>
                <a:lnTo>
                  <a:pt x="51347" y="82636"/>
                </a:lnTo>
                <a:lnTo>
                  <a:pt x="48465" y="82337"/>
                </a:lnTo>
                <a:close/>
                <a:moveTo>
                  <a:pt x="39832" y="147440"/>
                </a:moveTo>
                <a:lnTo>
                  <a:pt x="40184" y="147742"/>
                </a:lnTo>
                <a:lnTo>
                  <a:pt x="39656" y="147591"/>
                </a:lnTo>
                <a:close/>
                <a:moveTo>
                  <a:pt x="999" y="142544"/>
                </a:moveTo>
                <a:lnTo>
                  <a:pt x="1858" y="144331"/>
                </a:lnTo>
                <a:lnTo>
                  <a:pt x="570" y="143437"/>
                </a:lnTo>
                <a:close/>
                <a:moveTo>
                  <a:pt x="45499" y="27626"/>
                </a:moveTo>
                <a:lnTo>
                  <a:pt x="47173" y="28274"/>
                </a:lnTo>
                <a:lnTo>
                  <a:pt x="44661" y="27950"/>
                </a:lnTo>
                <a:close/>
                <a:moveTo>
                  <a:pt x="34569" y="314896"/>
                </a:moveTo>
                <a:lnTo>
                  <a:pt x="36504" y="316599"/>
                </a:lnTo>
                <a:lnTo>
                  <a:pt x="33602" y="315748"/>
                </a:lnTo>
                <a:close/>
                <a:moveTo>
                  <a:pt x="30328" y="137955"/>
                </a:moveTo>
                <a:lnTo>
                  <a:pt x="31414" y="138724"/>
                </a:lnTo>
                <a:lnTo>
                  <a:pt x="29786" y="138340"/>
                </a:lnTo>
                <a:close/>
                <a:moveTo>
                  <a:pt x="52778" y="201433"/>
                </a:moveTo>
                <a:lnTo>
                  <a:pt x="54396" y="201961"/>
                </a:lnTo>
                <a:lnTo>
                  <a:pt x="51969" y="201697"/>
                </a:lnTo>
                <a:close/>
                <a:moveTo>
                  <a:pt x="55659" y="421585"/>
                </a:moveTo>
                <a:lnTo>
                  <a:pt x="56384" y="422810"/>
                </a:lnTo>
                <a:lnTo>
                  <a:pt x="55296" y="422197"/>
                </a:lnTo>
                <a:close/>
                <a:moveTo>
                  <a:pt x="12208" y="14550"/>
                </a:moveTo>
                <a:lnTo>
                  <a:pt x="13324" y="15125"/>
                </a:lnTo>
                <a:lnTo>
                  <a:pt x="11650" y="14837"/>
                </a:lnTo>
                <a:close/>
                <a:moveTo>
                  <a:pt x="52012" y="249224"/>
                </a:moveTo>
                <a:lnTo>
                  <a:pt x="53609" y="250976"/>
                </a:lnTo>
                <a:lnTo>
                  <a:pt x="51213" y="250100"/>
                </a:lnTo>
                <a:close/>
                <a:moveTo>
                  <a:pt x="4940" y="42095"/>
                </a:moveTo>
                <a:lnTo>
                  <a:pt x="5357" y="43084"/>
                </a:lnTo>
                <a:lnTo>
                  <a:pt x="4732" y="42590"/>
                </a:lnTo>
                <a:close/>
                <a:moveTo>
                  <a:pt x="58576" y="297923"/>
                </a:moveTo>
                <a:lnTo>
                  <a:pt x="59939" y="299507"/>
                </a:lnTo>
                <a:lnTo>
                  <a:pt x="57894" y="298715"/>
                </a:lnTo>
                <a:close/>
                <a:moveTo>
                  <a:pt x="26913" y="48476"/>
                </a:moveTo>
                <a:lnTo>
                  <a:pt x="28450" y="48814"/>
                </a:lnTo>
                <a:lnTo>
                  <a:pt x="26145" y="48645"/>
                </a:lnTo>
                <a:close/>
                <a:moveTo>
                  <a:pt x="16917" y="12133"/>
                </a:moveTo>
                <a:lnTo>
                  <a:pt x="17566" y="12529"/>
                </a:lnTo>
                <a:lnTo>
                  <a:pt x="16593" y="12331"/>
                </a:lnTo>
                <a:close/>
                <a:moveTo>
                  <a:pt x="38070" y="55090"/>
                </a:moveTo>
                <a:lnTo>
                  <a:pt x="39537" y="56627"/>
                </a:lnTo>
                <a:lnTo>
                  <a:pt x="37337" y="55858"/>
                </a:lnTo>
                <a:close/>
                <a:moveTo>
                  <a:pt x="24970" y="51699"/>
                </a:moveTo>
                <a:lnTo>
                  <a:pt x="26562" y="53092"/>
                </a:lnTo>
                <a:lnTo>
                  <a:pt x="24175" y="52395"/>
                </a:lnTo>
                <a:close/>
                <a:moveTo>
                  <a:pt x="62742" y="241257"/>
                </a:moveTo>
                <a:lnTo>
                  <a:pt x="64169" y="242851"/>
                </a:lnTo>
                <a:lnTo>
                  <a:pt x="62029" y="242054"/>
                </a:lnTo>
                <a:close/>
                <a:moveTo>
                  <a:pt x="48266" y="425135"/>
                </a:moveTo>
                <a:lnTo>
                  <a:pt x="49147" y="426596"/>
                </a:lnTo>
                <a:lnTo>
                  <a:pt x="47826" y="425866"/>
                </a:lnTo>
                <a:close/>
                <a:moveTo>
                  <a:pt x="45161" y="203809"/>
                </a:moveTo>
                <a:lnTo>
                  <a:pt x="45531" y="204823"/>
                </a:lnTo>
                <a:lnTo>
                  <a:pt x="44976" y="204316"/>
                </a:lnTo>
                <a:close/>
                <a:moveTo>
                  <a:pt x="19299" y="261977"/>
                </a:moveTo>
                <a:lnTo>
                  <a:pt x="20591" y="263042"/>
                </a:lnTo>
                <a:lnTo>
                  <a:pt x="18653" y="262509"/>
                </a:lnTo>
                <a:close/>
                <a:moveTo>
                  <a:pt x="4976" y="56596"/>
                </a:moveTo>
                <a:lnTo>
                  <a:pt x="6449" y="57919"/>
                </a:lnTo>
                <a:lnTo>
                  <a:pt x="4239" y="57258"/>
                </a:lnTo>
                <a:close/>
                <a:moveTo>
                  <a:pt x="70199" y="345536"/>
                </a:moveTo>
                <a:lnTo>
                  <a:pt x="71086" y="346519"/>
                </a:lnTo>
                <a:lnTo>
                  <a:pt x="69756" y="346028"/>
                </a:lnTo>
                <a:close/>
                <a:moveTo>
                  <a:pt x="36263" y="350457"/>
                </a:moveTo>
                <a:lnTo>
                  <a:pt x="37343" y="352138"/>
                </a:lnTo>
                <a:lnTo>
                  <a:pt x="35724" y="351297"/>
                </a:lnTo>
                <a:close/>
                <a:moveTo>
                  <a:pt x="34739" y="173031"/>
                </a:moveTo>
                <a:lnTo>
                  <a:pt x="35977" y="173867"/>
                </a:lnTo>
                <a:lnTo>
                  <a:pt x="34120" y="173449"/>
                </a:lnTo>
                <a:close/>
                <a:moveTo>
                  <a:pt x="70836" y="19369"/>
                </a:moveTo>
                <a:lnTo>
                  <a:pt x="71926" y="19788"/>
                </a:lnTo>
                <a:lnTo>
                  <a:pt x="70292" y="19579"/>
                </a:lnTo>
                <a:close/>
                <a:moveTo>
                  <a:pt x="48316" y="64952"/>
                </a:moveTo>
                <a:lnTo>
                  <a:pt x="48942" y="65887"/>
                </a:lnTo>
                <a:lnTo>
                  <a:pt x="48003" y="65419"/>
                </a:lnTo>
                <a:close/>
                <a:moveTo>
                  <a:pt x="43007" y="332810"/>
                </a:moveTo>
                <a:lnTo>
                  <a:pt x="44179" y="333552"/>
                </a:lnTo>
                <a:lnTo>
                  <a:pt x="42421" y="333181"/>
                </a:lnTo>
                <a:close/>
                <a:moveTo>
                  <a:pt x="26613" y="387319"/>
                </a:moveTo>
                <a:lnTo>
                  <a:pt x="27357" y="387636"/>
                </a:lnTo>
                <a:lnTo>
                  <a:pt x="26240" y="387478"/>
                </a:lnTo>
                <a:close/>
                <a:moveTo>
                  <a:pt x="62868" y="210156"/>
                </a:moveTo>
                <a:lnTo>
                  <a:pt x="63463" y="210660"/>
                </a:lnTo>
                <a:lnTo>
                  <a:pt x="62571" y="210408"/>
                </a:lnTo>
                <a:close/>
                <a:moveTo>
                  <a:pt x="63190" y="326480"/>
                </a:moveTo>
                <a:lnTo>
                  <a:pt x="63659" y="327793"/>
                </a:lnTo>
                <a:lnTo>
                  <a:pt x="62956" y="327136"/>
                </a:lnTo>
                <a:close/>
                <a:moveTo>
                  <a:pt x="15831" y="193970"/>
                </a:moveTo>
                <a:lnTo>
                  <a:pt x="17300" y="194346"/>
                </a:lnTo>
                <a:lnTo>
                  <a:pt x="15096" y="194158"/>
                </a:lnTo>
                <a:close/>
                <a:moveTo>
                  <a:pt x="66347" y="145594"/>
                </a:moveTo>
                <a:lnTo>
                  <a:pt x="66964" y="147065"/>
                </a:lnTo>
                <a:lnTo>
                  <a:pt x="66039" y="146330"/>
                </a:lnTo>
                <a:close/>
                <a:moveTo>
                  <a:pt x="8502" y="15359"/>
                </a:moveTo>
                <a:lnTo>
                  <a:pt x="10058" y="16364"/>
                </a:lnTo>
                <a:lnTo>
                  <a:pt x="7724" y="15861"/>
                </a:lnTo>
                <a:close/>
                <a:moveTo>
                  <a:pt x="63903" y="344639"/>
                </a:moveTo>
                <a:lnTo>
                  <a:pt x="64635" y="345007"/>
                </a:lnTo>
                <a:lnTo>
                  <a:pt x="63537" y="344823"/>
                </a:lnTo>
                <a:close/>
                <a:moveTo>
                  <a:pt x="43100" y="204680"/>
                </a:moveTo>
                <a:lnTo>
                  <a:pt x="44007" y="206356"/>
                </a:lnTo>
                <a:lnTo>
                  <a:pt x="42646" y="205518"/>
                </a:lnTo>
                <a:close/>
                <a:moveTo>
                  <a:pt x="15455" y="280217"/>
                </a:moveTo>
                <a:lnTo>
                  <a:pt x="15941" y="281903"/>
                </a:lnTo>
                <a:lnTo>
                  <a:pt x="15212" y="281060"/>
                </a:lnTo>
                <a:close/>
                <a:moveTo>
                  <a:pt x="67274" y="269200"/>
                </a:moveTo>
                <a:lnTo>
                  <a:pt x="68217" y="270586"/>
                </a:lnTo>
                <a:lnTo>
                  <a:pt x="66803" y="269893"/>
                </a:lnTo>
                <a:close/>
                <a:moveTo>
                  <a:pt x="64106" y="346490"/>
                </a:moveTo>
                <a:lnTo>
                  <a:pt x="64531" y="347546"/>
                </a:lnTo>
                <a:lnTo>
                  <a:pt x="63893" y="347018"/>
                </a:lnTo>
                <a:close/>
                <a:moveTo>
                  <a:pt x="10657" y="237868"/>
                </a:moveTo>
                <a:lnTo>
                  <a:pt x="12765" y="239465"/>
                </a:lnTo>
                <a:lnTo>
                  <a:pt x="9604" y="238666"/>
                </a:lnTo>
                <a:close/>
                <a:moveTo>
                  <a:pt x="18279" y="240302"/>
                </a:moveTo>
                <a:lnTo>
                  <a:pt x="19216" y="240855"/>
                </a:lnTo>
                <a:lnTo>
                  <a:pt x="17810" y="240579"/>
                </a:lnTo>
                <a:close/>
                <a:moveTo>
                  <a:pt x="52924" y="330943"/>
                </a:moveTo>
                <a:lnTo>
                  <a:pt x="53897" y="331873"/>
                </a:lnTo>
                <a:lnTo>
                  <a:pt x="52437" y="331408"/>
                </a:lnTo>
                <a:close/>
                <a:moveTo>
                  <a:pt x="49615" y="317064"/>
                </a:moveTo>
                <a:lnTo>
                  <a:pt x="50823" y="317541"/>
                </a:lnTo>
                <a:lnTo>
                  <a:pt x="49011" y="317302"/>
                </a:lnTo>
                <a:close/>
                <a:moveTo>
                  <a:pt x="7557" y="73208"/>
                </a:moveTo>
                <a:lnTo>
                  <a:pt x="9436" y="74253"/>
                </a:lnTo>
                <a:lnTo>
                  <a:pt x="6618" y="73731"/>
                </a:lnTo>
                <a:close/>
                <a:moveTo>
                  <a:pt x="45975" y="158421"/>
                </a:moveTo>
                <a:lnTo>
                  <a:pt x="47008" y="158986"/>
                </a:lnTo>
                <a:lnTo>
                  <a:pt x="45459" y="158703"/>
                </a:lnTo>
                <a:close/>
                <a:moveTo>
                  <a:pt x="69085" y="263728"/>
                </a:moveTo>
                <a:lnTo>
                  <a:pt x="69673" y="265082"/>
                </a:lnTo>
                <a:lnTo>
                  <a:pt x="68791" y="264405"/>
                </a:lnTo>
                <a:close/>
                <a:moveTo>
                  <a:pt x="42716" y="267111"/>
                </a:moveTo>
                <a:lnTo>
                  <a:pt x="44491" y="268323"/>
                </a:lnTo>
                <a:lnTo>
                  <a:pt x="41829" y="267717"/>
                </a:lnTo>
                <a:close/>
                <a:moveTo>
                  <a:pt x="62215" y="422863"/>
                </a:moveTo>
                <a:lnTo>
                  <a:pt x="63318" y="424135"/>
                </a:lnTo>
                <a:lnTo>
                  <a:pt x="61664" y="423499"/>
                </a:lnTo>
                <a:close/>
                <a:moveTo>
                  <a:pt x="27067" y="178535"/>
                </a:moveTo>
                <a:lnTo>
                  <a:pt x="28095" y="179806"/>
                </a:lnTo>
                <a:lnTo>
                  <a:pt x="26554" y="179170"/>
                </a:lnTo>
                <a:close/>
                <a:moveTo>
                  <a:pt x="25538" y="152931"/>
                </a:moveTo>
                <a:lnTo>
                  <a:pt x="27454" y="154430"/>
                </a:lnTo>
                <a:lnTo>
                  <a:pt x="24579" y="153680"/>
                </a:lnTo>
                <a:close/>
                <a:moveTo>
                  <a:pt x="48198" y="367775"/>
                </a:moveTo>
                <a:lnTo>
                  <a:pt x="49262" y="369039"/>
                </a:lnTo>
                <a:lnTo>
                  <a:pt x="47666" y="368407"/>
                </a:lnTo>
                <a:close/>
                <a:moveTo>
                  <a:pt x="18449" y="136929"/>
                </a:moveTo>
                <a:lnTo>
                  <a:pt x="18985" y="138426"/>
                </a:lnTo>
                <a:lnTo>
                  <a:pt x="18181" y="137678"/>
                </a:lnTo>
                <a:close/>
                <a:moveTo>
                  <a:pt x="65353" y="131401"/>
                </a:moveTo>
                <a:lnTo>
                  <a:pt x="66402" y="131876"/>
                </a:lnTo>
                <a:lnTo>
                  <a:pt x="64828" y="131638"/>
                </a:lnTo>
                <a:close/>
                <a:moveTo>
                  <a:pt x="10816" y="278002"/>
                </a:moveTo>
                <a:lnTo>
                  <a:pt x="12817" y="278428"/>
                </a:lnTo>
                <a:lnTo>
                  <a:pt x="9816" y="278215"/>
                </a:lnTo>
                <a:close/>
                <a:moveTo>
                  <a:pt x="18685" y="330837"/>
                </a:moveTo>
                <a:lnTo>
                  <a:pt x="19453" y="332454"/>
                </a:lnTo>
                <a:lnTo>
                  <a:pt x="18301" y="331646"/>
                </a:lnTo>
                <a:close/>
                <a:moveTo>
                  <a:pt x="25558" y="205996"/>
                </a:moveTo>
                <a:lnTo>
                  <a:pt x="26281" y="206732"/>
                </a:lnTo>
                <a:lnTo>
                  <a:pt x="25197" y="206364"/>
                </a:lnTo>
                <a:close/>
                <a:moveTo>
                  <a:pt x="30580" y="120691"/>
                </a:moveTo>
                <a:lnTo>
                  <a:pt x="32279" y="121036"/>
                </a:lnTo>
                <a:lnTo>
                  <a:pt x="29731" y="120863"/>
                </a:lnTo>
                <a:close/>
                <a:moveTo>
                  <a:pt x="45577" y="349833"/>
                </a:moveTo>
                <a:lnTo>
                  <a:pt x="46531" y="350420"/>
                </a:lnTo>
                <a:lnTo>
                  <a:pt x="45101" y="350126"/>
                </a:lnTo>
                <a:close/>
                <a:moveTo>
                  <a:pt x="9256" y="32945"/>
                </a:moveTo>
                <a:lnTo>
                  <a:pt x="11071" y="34149"/>
                </a:lnTo>
                <a:lnTo>
                  <a:pt x="8348" y="33547"/>
                </a:lnTo>
                <a:close/>
                <a:moveTo>
                  <a:pt x="1921" y="197202"/>
                </a:moveTo>
                <a:lnTo>
                  <a:pt x="3379" y="197981"/>
                </a:lnTo>
                <a:lnTo>
                  <a:pt x="1192" y="197592"/>
                </a:lnTo>
                <a:close/>
                <a:moveTo>
                  <a:pt x="3301" y="183088"/>
                </a:moveTo>
                <a:lnTo>
                  <a:pt x="4305" y="184846"/>
                </a:lnTo>
                <a:lnTo>
                  <a:pt x="2799" y="183967"/>
                </a:lnTo>
                <a:close/>
                <a:moveTo>
                  <a:pt x="26044" y="402259"/>
                </a:moveTo>
                <a:lnTo>
                  <a:pt x="28000" y="403420"/>
                </a:lnTo>
                <a:lnTo>
                  <a:pt x="25066" y="402840"/>
                </a:lnTo>
                <a:close/>
                <a:moveTo>
                  <a:pt x="9680" y="352125"/>
                </a:moveTo>
                <a:lnTo>
                  <a:pt x="10197" y="353261"/>
                </a:lnTo>
                <a:lnTo>
                  <a:pt x="9421" y="352693"/>
                </a:lnTo>
                <a:close/>
                <a:moveTo>
                  <a:pt x="7671" y="39573"/>
                </a:moveTo>
                <a:lnTo>
                  <a:pt x="8781" y="40108"/>
                </a:lnTo>
                <a:lnTo>
                  <a:pt x="7116" y="39840"/>
                </a:lnTo>
                <a:close/>
                <a:moveTo>
                  <a:pt x="70299" y="251677"/>
                </a:moveTo>
                <a:lnTo>
                  <a:pt x="72308" y="253411"/>
                </a:lnTo>
                <a:lnTo>
                  <a:pt x="69294" y="252544"/>
                </a:lnTo>
                <a:close/>
                <a:moveTo>
                  <a:pt x="53917" y="281307"/>
                </a:moveTo>
                <a:lnTo>
                  <a:pt x="55142" y="282774"/>
                </a:lnTo>
                <a:lnTo>
                  <a:pt x="53305" y="282041"/>
                </a:lnTo>
                <a:close/>
                <a:moveTo>
                  <a:pt x="47718" y="68159"/>
                </a:moveTo>
                <a:lnTo>
                  <a:pt x="49048" y="69079"/>
                </a:lnTo>
                <a:lnTo>
                  <a:pt x="47053" y="68619"/>
                </a:lnTo>
                <a:close/>
                <a:moveTo>
                  <a:pt x="36945" y="310753"/>
                </a:moveTo>
                <a:lnTo>
                  <a:pt x="38570" y="311908"/>
                </a:lnTo>
                <a:lnTo>
                  <a:pt x="36132" y="311331"/>
                </a:lnTo>
                <a:close/>
                <a:moveTo>
                  <a:pt x="56080" y="359730"/>
                </a:moveTo>
                <a:lnTo>
                  <a:pt x="56601" y="360247"/>
                </a:lnTo>
                <a:lnTo>
                  <a:pt x="55819" y="359988"/>
                </a:lnTo>
                <a:close/>
                <a:moveTo>
                  <a:pt x="4164" y="69221"/>
                </a:moveTo>
                <a:lnTo>
                  <a:pt x="6289" y="69985"/>
                </a:lnTo>
                <a:lnTo>
                  <a:pt x="3102" y="69603"/>
                </a:lnTo>
                <a:close/>
                <a:moveTo>
                  <a:pt x="31592" y="202467"/>
                </a:moveTo>
                <a:lnTo>
                  <a:pt x="32986" y="203186"/>
                </a:lnTo>
                <a:lnTo>
                  <a:pt x="30895" y="202827"/>
                </a:lnTo>
                <a:close/>
                <a:moveTo>
                  <a:pt x="55370" y="144053"/>
                </a:moveTo>
                <a:lnTo>
                  <a:pt x="57284" y="145558"/>
                </a:lnTo>
                <a:lnTo>
                  <a:pt x="54413" y="144805"/>
                </a:lnTo>
                <a:close/>
                <a:moveTo>
                  <a:pt x="942" y="238460"/>
                </a:moveTo>
                <a:lnTo>
                  <a:pt x="1464" y="240086"/>
                </a:lnTo>
                <a:lnTo>
                  <a:pt x="681" y="239273"/>
                </a:lnTo>
                <a:close/>
                <a:moveTo>
                  <a:pt x="5717" y="115890"/>
                </a:moveTo>
                <a:lnTo>
                  <a:pt x="7489" y="117076"/>
                </a:lnTo>
                <a:lnTo>
                  <a:pt x="4831" y="116483"/>
                </a:lnTo>
                <a:close/>
                <a:moveTo>
                  <a:pt x="47549" y="179616"/>
                </a:moveTo>
                <a:lnTo>
                  <a:pt x="48862" y="180221"/>
                </a:lnTo>
                <a:lnTo>
                  <a:pt x="46893" y="179919"/>
                </a:lnTo>
                <a:close/>
                <a:moveTo>
                  <a:pt x="33228" y="111536"/>
                </a:moveTo>
                <a:lnTo>
                  <a:pt x="34828" y="111996"/>
                </a:lnTo>
                <a:lnTo>
                  <a:pt x="32429" y="111766"/>
                </a:lnTo>
                <a:close/>
                <a:moveTo>
                  <a:pt x="10490" y="85442"/>
                </a:moveTo>
                <a:lnTo>
                  <a:pt x="11826" y="86614"/>
                </a:lnTo>
                <a:lnTo>
                  <a:pt x="9822" y="86028"/>
                </a:lnTo>
                <a:close/>
                <a:moveTo>
                  <a:pt x="1071" y="430495"/>
                </a:moveTo>
                <a:lnTo>
                  <a:pt x="2966" y="431365"/>
                </a:lnTo>
                <a:lnTo>
                  <a:pt x="123" y="430930"/>
                </a:lnTo>
                <a:close/>
                <a:moveTo>
                  <a:pt x="11980" y="360021"/>
                </a:moveTo>
                <a:lnTo>
                  <a:pt x="14138" y="360588"/>
                </a:lnTo>
                <a:lnTo>
                  <a:pt x="10902" y="360304"/>
                </a:lnTo>
                <a:close/>
                <a:moveTo>
                  <a:pt x="53784" y="356571"/>
                </a:moveTo>
                <a:lnTo>
                  <a:pt x="55868" y="357184"/>
                </a:lnTo>
                <a:lnTo>
                  <a:pt x="52742" y="356877"/>
                </a:lnTo>
                <a:close/>
                <a:moveTo>
                  <a:pt x="9296" y="71010"/>
                </a:moveTo>
                <a:lnTo>
                  <a:pt x="10073" y="72660"/>
                </a:lnTo>
                <a:lnTo>
                  <a:pt x="8907" y="71835"/>
                </a:lnTo>
                <a:close/>
                <a:moveTo>
                  <a:pt x="64557" y="206154"/>
                </a:moveTo>
                <a:lnTo>
                  <a:pt x="65142" y="206982"/>
                </a:lnTo>
                <a:lnTo>
                  <a:pt x="64264" y="206568"/>
                </a:lnTo>
                <a:close/>
                <a:moveTo>
                  <a:pt x="17743" y="282450"/>
                </a:moveTo>
                <a:lnTo>
                  <a:pt x="19425" y="283914"/>
                </a:lnTo>
                <a:lnTo>
                  <a:pt x="16902" y="283182"/>
                </a:lnTo>
                <a:close/>
                <a:moveTo>
                  <a:pt x="31455" y="198758"/>
                </a:moveTo>
                <a:lnTo>
                  <a:pt x="32670" y="199613"/>
                </a:lnTo>
                <a:lnTo>
                  <a:pt x="30847" y="199186"/>
                </a:lnTo>
                <a:close/>
                <a:moveTo>
                  <a:pt x="32719" y="298573"/>
                </a:moveTo>
                <a:lnTo>
                  <a:pt x="34385" y="299363"/>
                </a:lnTo>
                <a:lnTo>
                  <a:pt x="31886" y="298968"/>
                </a:lnTo>
                <a:close/>
                <a:moveTo>
                  <a:pt x="40542" y="62494"/>
                </a:moveTo>
                <a:lnTo>
                  <a:pt x="40975" y="63374"/>
                </a:lnTo>
                <a:lnTo>
                  <a:pt x="40325" y="62934"/>
                </a:lnTo>
                <a:close/>
                <a:moveTo>
                  <a:pt x="26011" y="13317"/>
                </a:moveTo>
                <a:lnTo>
                  <a:pt x="26508" y="14255"/>
                </a:lnTo>
                <a:lnTo>
                  <a:pt x="25762" y="13786"/>
                </a:lnTo>
                <a:close/>
                <a:moveTo>
                  <a:pt x="66822" y="365106"/>
                </a:moveTo>
                <a:lnTo>
                  <a:pt x="67228" y="365881"/>
                </a:lnTo>
                <a:lnTo>
                  <a:pt x="66619" y="365493"/>
                </a:lnTo>
                <a:close/>
                <a:moveTo>
                  <a:pt x="26670" y="135074"/>
                </a:moveTo>
                <a:lnTo>
                  <a:pt x="27274" y="136259"/>
                </a:lnTo>
                <a:lnTo>
                  <a:pt x="26369" y="135667"/>
                </a:lnTo>
                <a:close/>
                <a:moveTo>
                  <a:pt x="59598" y="165914"/>
                </a:moveTo>
                <a:lnTo>
                  <a:pt x="60274" y="166372"/>
                </a:lnTo>
                <a:lnTo>
                  <a:pt x="59260" y="166143"/>
                </a:lnTo>
                <a:close/>
                <a:moveTo>
                  <a:pt x="1923" y="333560"/>
                </a:moveTo>
                <a:lnTo>
                  <a:pt x="2700" y="334946"/>
                </a:lnTo>
                <a:lnTo>
                  <a:pt x="1535" y="334253"/>
                </a:lnTo>
                <a:close/>
                <a:moveTo>
                  <a:pt x="56216" y="35568"/>
                </a:moveTo>
                <a:lnTo>
                  <a:pt x="56915" y="36341"/>
                </a:lnTo>
                <a:lnTo>
                  <a:pt x="55866" y="35954"/>
                </a:lnTo>
                <a:close/>
                <a:moveTo>
                  <a:pt x="54685" y="321110"/>
                </a:moveTo>
                <a:lnTo>
                  <a:pt x="55595" y="322088"/>
                </a:lnTo>
                <a:lnTo>
                  <a:pt x="54229" y="321599"/>
                </a:lnTo>
                <a:close/>
                <a:moveTo>
                  <a:pt x="25719" y="205249"/>
                </a:moveTo>
                <a:lnTo>
                  <a:pt x="27537" y="205942"/>
                </a:lnTo>
                <a:lnTo>
                  <a:pt x="24810" y="205595"/>
                </a:lnTo>
                <a:close/>
                <a:moveTo>
                  <a:pt x="57596" y="401151"/>
                </a:moveTo>
                <a:lnTo>
                  <a:pt x="59058" y="402889"/>
                </a:lnTo>
                <a:lnTo>
                  <a:pt x="56865" y="402020"/>
                </a:lnTo>
                <a:close/>
                <a:moveTo>
                  <a:pt x="66522" y="73900"/>
                </a:moveTo>
                <a:lnTo>
                  <a:pt x="68707" y="74501"/>
                </a:lnTo>
                <a:lnTo>
                  <a:pt x="65430" y="74200"/>
                </a:lnTo>
                <a:close/>
                <a:moveTo>
                  <a:pt x="57188" y="52089"/>
                </a:moveTo>
                <a:lnTo>
                  <a:pt x="58098" y="53052"/>
                </a:lnTo>
                <a:lnTo>
                  <a:pt x="56733" y="52571"/>
                </a:lnTo>
                <a:close/>
                <a:moveTo>
                  <a:pt x="59606" y="296591"/>
                </a:moveTo>
                <a:lnTo>
                  <a:pt x="60333" y="298238"/>
                </a:lnTo>
                <a:lnTo>
                  <a:pt x="59242" y="297414"/>
                </a:lnTo>
                <a:close/>
                <a:moveTo>
                  <a:pt x="61441" y="221932"/>
                </a:moveTo>
                <a:lnTo>
                  <a:pt x="61885" y="222660"/>
                </a:lnTo>
                <a:lnTo>
                  <a:pt x="61219" y="222296"/>
                </a:lnTo>
                <a:close/>
                <a:moveTo>
                  <a:pt x="21334" y="182123"/>
                </a:moveTo>
                <a:lnTo>
                  <a:pt x="23427" y="183316"/>
                </a:lnTo>
                <a:lnTo>
                  <a:pt x="20287" y="182720"/>
                </a:lnTo>
                <a:close/>
                <a:moveTo>
                  <a:pt x="58235" y="30268"/>
                </a:moveTo>
                <a:lnTo>
                  <a:pt x="59039" y="31665"/>
                </a:lnTo>
                <a:lnTo>
                  <a:pt x="57833" y="30967"/>
                </a:lnTo>
                <a:close/>
                <a:moveTo>
                  <a:pt x="24694" y="98513"/>
                </a:moveTo>
                <a:lnTo>
                  <a:pt x="25160" y="98889"/>
                </a:lnTo>
                <a:lnTo>
                  <a:pt x="24461" y="98701"/>
                </a:lnTo>
                <a:close/>
                <a:moveTo>
                  <a:pt x="29727" y="237839"/>
                </a:moveTo>
                <a:lnTo>
                  <a:pt x="30816" y="238986"/>
                </a:lnTo>
                <a:lnTo>
                  <a:pt x="29182" y="238412"/>
                </a:lnTo>
                <a:close/>
                <a:moveTo>
                  <a:pt x="21226" y="6464"/>
                </a:moveTo>
                <a:lnTo>
                  <a:pt x="22824" y="7268"/>
                </a:lnTo>
                <a:lnTo>
                  <a:pt x="20428" y="6866"/>
                </a:lnTo>
                <a:close/>
                <a:moveTo>
                  <a:pt x="35263" y="164170"/>
                </a:moveTo>
                <a:lnTo>
                  <a:pt x="36112" y="164548"/>
                </a:lnTo>
                <a:lnTo>
                  <a:pt x="34838" y="164359"/>
                </a:lnTo>
                <a:close/>
                <a:moveTo>
                  <a:pt x="21623" y="129340"/>
                </a:moveTo>
                <a:lnTo>
                  <a:pt x="22185" y="129684"/>
                </a:lnTo>
                <a:lnTo>
                  <a:pt x="21341" y="129512"/>
                </a:lnTo>
                <a:close/>
                <a:moveTo>
                  <a:pt x="34509" y="7657"/>
                </a:moveTo>
                <a:lnTo>
                  <a:pt x="36485" y="8497"/>
                </a:lnTo>
                <a:lnTo>
                  <a:pt x="33521" y="8077"/>
                </a:lnTo>
                <a:close/>
                <a:moveTo>
                  <a:pt x="31924" y="228824"/>
                </a:moveTo>
                <a:lnTo>
                  <a:pt x="32319" y="229276"/>
                </a:lnTo>
                <a:lnTo>
                  <a:pt x="31727" y="229050"/>
                </a:lnTo>
                <a:close/>
                <a:moveTo>
                  <a:pt x="55836" y="242290"/>
                </a:moveTo>
                <a:lnTo>
                  <a:pt x="57099" y="243105"/>
                </a:lnTo>
                <a:lnTo>
                  <a:pt x="55205" y="242698"/>
                </a:lnTo>
                <a:close/>
                <a:moveTo>
                  <a:pt x="53448" y="218986"/>
                </a:moveTo>
                <a:lnTo>
                  <a:pt x="55264" y="220539"/>
                </a:lnTo>
                <a:lnTo>
                  <a:pt x="52540" y="219762"/>
                </a:lnTo>
                <a:close/>
                <a:moveTo>
                  <a:pt x="63433" y="316321"/>
                </a:moveTo>
                <a:lnTo>
                  <a:pt x="65030" y="317314"/>
                </a:lnTo>
                <a:lnTo>
                  <a:pt x="62635" y="316818"/>
                </a:lnTo>
                <a:close/>
                <a:moveTo>
                  <a:pt x="38199" y="252151"/>
                </a:moveTo>
                <a:lnTo>
                  <a:pt x="39521" y="253680"/>
                </a:lnTo>
                <a:lnTo>
                  <a:pt x="37539" y="252916"/>
                </a:lnTo>
                <a:close/>
                <a:moveTo>
                  <a:pt x="60928" y="21876"/>
                </a:moveTo>
                <a:lnTo>
                  <a:pt x="62670" y="23101"/>
                </a:lnTo>
                <a:lnTo>
                  <a:pt x="60058" y="22488"/>
                </a:lnTo>
                <a:close/>
                <a:moveTo>
                  <a:pt x="42748" y="396014"/>
                </a:moveTo>
                <a:lnTo>
                  <a:pt x="43190" y="397027"/>
                </a:lnTo>
                <a:lnTo>
                  <a:pt x="42527" y="396521"/>
                </a:lnTo>
                <a:close/>
                <a:moveTo>
                  <a:pt x="27138" y="413560"/>
                </a:moveTo>
                <a:lnTo>
                  <a:pt x="27793" y="414705"/>
                </a:lnTo>
                <a:lnTo>
                  <a:pt x="26811" y="414133"/>
                </a:lnTo>
                <a:close/>
                <a:moveTo>
                  <a:pt x="10965" y="328558"/>
                </a:moveTo>
                <a:lnTo>
                  <a:pt x="12220" y="329961"/>
                </a:lnTo>
                <a:lnTo>
                  <a:pt x="10338" y="329260"/>
                </a:lnTo>
                <a:close/>
                <a:moveTo>
                  <a:pt x="22355" y="385139"/>
                </a:moveTo>
                <a:lnTo>
                  <a:pt x="22718" y="385776"/>
                </a:lnTo>
                <a:lnTo>
                  <a:pt x="22174" y="385458"/>
                </a:lnTo>
                <a:close/>
                <a:moveTo>
                  <a:pt x="52199" y="383184"/>
                </a:moveTo>
                <a:lnTo>
                  <a:pt x="53987" y="383897"/>
                </a:lnTo>
                <a:lnTo>
                  <a:pt x="51306" y="383540"/>
                </a:lnTo>
                <a:close/>
                <a:moveTo>
                  <a:pt x="6528" y="309095"/>
                </a:moveTo>
                <a:lnTo>
                  <a:pt x="8232" y="309486"/>
                </a:lnTo>
                <a:lnTo>
                  <a:pt x="5677" y="309291"/>
                </a:lnTo>
                <a:close/>
                <a:moveTo>
                  <a:pt x="66299" y="229775"/>
                </a:moveTo>
                <a:lnTo>
                  <a:pt x="66711" y="230795"/>
                </a:lnTo>
                <a:lnTo>
                  <a:pt x="66093" y="230285"/>
                </a:lnTo>
                <a:close/>
                <a:moveTo>
                  <a:pt x="24534" y="44708"/>
                </a:moveTo>
                <a:lnTo>
                  <a:pt x="26522" y="46410"/>
                </a:lnTo>
                <a:lnTo>
                  <a:pt x="23540" y="45559"/>
                </a:lnTo>
                <a:close/>
                <a:moveTo>
                  <a:pt x="9549" y="193851"/>
                </a:moveTo>
                <a:lnTo>
                  <a:pt x="10404" y="195159"/>
                </a:lnTo>
                <a:lnTo>
                  <a:pt x="9121" y="194505"/>
                </a:lnTo>
                <a:close/>
                <a:moveTo>
                  <a:pt x="8548" y="144859"/>
                </a:moveTo>
                <a:lnTo>
                  <a:pt x="9657" y="145868"/>
                </a:lnTo>
                <a:lnTo>
                  <a:pt x="7993" y="145363"/>
                </a:lnTo>
                <a:close/>
                <a:moveTo>
                  <a:pt x="31325" y="259580"/>
                </a:moveTo>
                <a:lnTo>
                  <a:pt x="33414" y="261277"/>
                </a:lnTo>
                <a:lnTo>
                  <a:pt x="30280" y="260429"/>
                </a:lnTo>
                <a:close/>
                <a:moveTo>
                  <a:pt x="64378" y="361361"/>
                </a:moveTo>
                <a:lnTo>
                  <a:pt x="65151" y="362027"/>
                </a:lnTo>
                <a:lnTo>
                  <a:pt x="63992" y="361694"/>
                </a:lnTo>
                <a:close/>
                <a:moveTo>
                  <a:pt x="33045" y="280239"/>
                </a:moveTo>
                <a:lnTo>
                  <a:pt x="34517" y="281063"/>
                </a:lnTo>
                <a:lnTo>
                  <a:pt x="32309" y="280651"/>
                </a:lnTo>
                <a:close/>
                <a:moveTo>
                  <a:pt x="70286" y="135610"/>
                </a:moveTo>
                <a:lnTo>
                  <a:pt x="70672" y="136046"/>
                </a:lnTo>
                <a:lnTo>
                  <a:pt x="70093" y="135828"/>
                </a:lnTo>
                <a:close/>
                <a:moveTo>
                  <a:pt x="15522" y="318496"/>
                </a:moveTo>
                <a:lnTo>
                  <a:pt x="17427" y="318858"/>
                </a:lnTo>
                <a:lnTo>
                  <a:pt x="14569" y="318677"/>
                </a:lnTo>
                <a:close/>
                <a:moveTo>
                  <a:pt x="17451" y="105028"/>
                </a:moveTo>
                <a:lnTo>
                  <a:pt x="19256" y="106675"/>
                </a:lnTo>
                <a:lnTo>
                  <a:pt x="16549" y="105851"/>
                </a:lnTo>
                <a:close/>
                <a:moveTo>
                  <a:pt x="19295" y="43853"/>
                </a:moveTo>
                <a:lnTo>
                  <a:pt x="21434" y="45610"/>
                </a:lnTo>
                <a:lnTo>
                  <a:pt x="18226" y="44731"/>
                </a:lnTo>
                <a:close/>
                <a:moveTo>
                  <a:pt x="51025" y="205656"/>
                </a:moveTo>
                <a:lnTo>
                  <a:pt x="52757" y="207107"/>
                </a:lnTo>
                <a:lnTo>
                  <a:pt x="50160" y="206382"/>
                </a:lnTo>
                <a:close/>
                <a:moveTo>
                  <a:pt x="36516" y="117668"/>
                </a:moveTo>
                <a:lnTo>
                  <a:pt x="37837" y="118962"/>
                </a:lnTo>
                <a:lnTo>
                  <a:pt x="35855" y="118315"/>
                </a:lnTo>
                <a:close/>
                <a:moveTo>
                  <a:pt x="23563" y="278484"/>
                </a:moveTo>
                <a:lnTo>
                  <a:pt x="24185" y="280240"/>
                </a:lnTo>
                <a:lnTo>
                  <a:pt x="23253" y="279362"/>
                </a:lnTo>
                <a:close/>
                <a:moveTo>
                  <a:pt x="15660" y="98009"/>
                </a:moveTo>
                <a:lnTo>
                  <a:pt x="17787" y="99734"/>
                </a:lnTo>
                <a:lnTo>
                  <a:pt x="14597" y="98871"/>
                </a:lnTo>
                <a:close/>
                <a:moveTo>
                  <a:pt x="65630" y="366699"/>
                </a:moveTo>
                <a:lnTo>
                  <a:pt x="67550" y="368231"/>
                </a:lnTo>
                <a:lnTo>
                  <a:pt x="64670" y="367465"/>
                </a:lnTo>
                <a:close/>
                <a:moveTo>
                  <a:pt x="40530" y="31571"/>
                </a:moveTo>
                <a:lnTo>
                  <a:pt x="42234" y="33125"/>
                </a:lnTo>
                <a:lnTo>
                  <a:pt x="39678" y="32348"/>
                </a:lnTo>
                <a:close/>
                <a:moveTo>
                  <a:pt x="59509" y="18125"/>
                </a:moveTo>
                <a:lnTo>
                  <a:pt x="59972" y="19521"/>
                </a:lnTo>
                <a:lnTo>
                  <a:pt x="59277" y="18823"/>
                </a:lnTo>
                <a:close/>
                <a:moveTo>
                  <a:pt x="35017" y="389640"/>
                </a:moveTo>
                <a:lnTo>
                  <a:pt x="37200" y="390610"/>
                </a:lnTo>
                <a:lnTo>
                  <a:pt x="33925" y="390125"/>
                </a:lnTo>
                <a:close/>
                <a:moveTo>
                  <a:pt x="48148" y="289758"/>
                </a:moveTo>
                <a:lnTo>
                  <a:pt x="49781" y="290610"/>
                </a:lnTo>
                <a:lnTo>
                  <a:pt x="47331" y="290184"/>
                </a:lnTo>
                <a:close/>
                <a:moveTo>
                  <a:pt x="45628" y="28747"/>
                </a:moveTo>
                <a:lnTo>
                  <a:pt x="47643" y="30133"/>
                </a:lnTo>
                <a:lnTo>
                  <a:pt x="44620" y="29440"/>
                </a:lnTo>
                <a:close/>
                <a:moveTo>
                  <a:pt x="57043" y="201117"/>
                </a:moveTo>
                <a:lnTo>
                  <a:pt x="57773" y="202093"/>
                </a:lnTo>
                <a:lnTo>
                  <a:pt x="56678" y="201605"/>
                </a:lnTo>
                <a:close/>
                <a:moveTo>
                  <a:pt x="48503" y="238663"/>
                </a:moveTo>
                <a:lnTo>
                  <a:pt x="49054" y="238969"/>
                </a:lnTo>
                <a:lnTo>
                  <a:pt x="48227" y="238816"/>
                </a:lnTo>
                <a:close/>
                <a:moveTo>
                  <a:pt x="28707" y="106116"/>
                </a:moveTo>
                <a:lnTo>
                  <a:pt x="29476" y="106749"/>
                </a:lnTo>
                <a:lnTo>
                  <a:pt x="28322" y="106432"/>
                </a:lnTo>
                <a:close/>
                <a:moveTo>
                  <a:pt x="29962" y="302907"/>
                </a:moveTo>
                <a:lnTo>
                  <a:pt x="32001" y="304222"/>
                </a:lnTo>
                <a:lnTo>
                  <a:pt x="28942" y="303565"/>
                </a:lnTo>
                <a:close/>
                <a:moveTo>
                  <a:pt x="2311" y="378255"/>
                </a:moveTo>
                <a:lnTo>
                  <a:pt x="3788" y="379653"/>
                </a:lnTo>
                <a:lnTo>
                  <a:pt x="1573" y="378954"/>
                </a:lnTo>
                <a:close/>
                <a:moveTo>
                  <a:pt x="43818" y="153930"/>
                </a:moveTo>
                <a:lnTo>
                  <a:pt x="44796" y="154337"/>
                </a:lnTo>
                <a:lnTo>
                  <a:pt x="43330" y="154133"/>
                </a:lnTo>
                <a:close/>
                <a:moveTo>
                  <a:pt x="47345" y="22718"/>
                </a:moveTo>
                <a:lnTo>
                  <a:pt x="48955" y="24385"/>
                </a:lnTo>
                <a:lnTo>
                  <a:pt x="46540" y="23552"/>
                </a:lnTo>
                <a:close/>
                <a:moveTo>
                  <a:pt x="47615" y="264028"/>
                </a:moveTo>
                <a:lnTo>
                  <a:pt x="49460" y="265767"/>
                </a:lnTo>
                <a:lnTo>
                  <a:pt x="46692" y="264897"/>
                </a:lnTo>
                <a:close/>
                <a:moveTo>
                  <a:pt x="57744" y="431761"/>
                </a:moveTo>
                <a:lnTo>
                  <a:pt x="58944" y="432082"/>
                </a:lnTo>
                <a:lnTo>
                  <a:pt x="57143" y="431921"/>
                </a:lnTo>
                <a:close/>
                <a:moveTo>
                  <a:pt x="43865" y="278121"/>
                </a:moveTo>
                <a:lnTo>
                  <a:pt x="45812" y="279339"/>
                </a:lnTo>
                <a:lnTo>
                  <a:pt x="42892" y="278730"/>
                </a:lnTo>
                <a:close/>
                <a:moveTo>
                  <a:pt x="26296" y="1166"/>
                </a:moveTo>
                <a:lnTo>
                  <a:pt x="28183" y="2403"/>
                </a:lnTo>
                <a:lnTo>
                  <a:pt x="25353" y="1785"/>
                </a:lnTo>
                <a:close/>
                <a:moveTo>
                  <a:pt x="69835" y="258437"/>
                </a:moveTo>
                <a:lnTo>
                  <a:pt x="71762" y="259895"/>
                </a:lnTo>
                <a:lnTo>
                  <a:pt x="68871" y="259166"/>
                </a:lnTo>
                <a:close/>
                <a:moveTo>
                  <a:pt x="70222" y="201134"/>
                </a:moveTo>
                <a:lnTo>
                  <a:pt x="72231" y="202029"/>
                </a:lnTo>
                <a:lnTo>
                  <a:pt x="69217" y="201582"/>
                </a:lnTo>
                <a:close/>
                <a:moveTo>
                  <a:pt x="1648" y="141495"/>
                </a:moveTo>
                <a:lnTo>
                  <a:pt x="2648" y="143283"/>
                </a:lnTo>
                <a:lnTo>
                  <a:pt x="1148" y="142389"/>
                </a:lnTo>
                <a:close/>
                <a:moveTo>
                  <a:pt x="28504" y="119167"/>
                </a:moveTo>
                <a:lnTo>
                  <a:pt x="30132" y="119613"/>
                </a:lnTo>
                <a:lnTo>
                  <a:pt x="27690" y="119390"/>
                </a:lnTo>
                <a:close/>
                <a:moveTo>
                  <a:pt x="22247" y="171732"/>
                </a:moveTo>
                <a:lnTo>
                  <a:pt x="22827" y="172929"/>
                </a:lnTo>
                <a:lnTo>
                  <a:pt x="21957" y="172331"/>
                </a:lnTo>
                <a:close/>
                <a:moveTo>
                  <a:pt x="30469" y="349610"/>
                </a:moveTo>
                <a:lnTo>
                  <a:pt x="31447" y="351376"/>
                </a:lnTo>
                <a:lnTo>
                  <a:pt x="29980" y="350493"/>
                </a:lnTo>
                <a:close/>
                <a:moveTo>
                  <a:pt x="14557" y="231078"/>
                </a:moveTo>
                <a:lnTo>
                  <a:pt x="15325" y="231400"/>
                </a:lnTo>
                <a:lnTo>
                  <a:pt x="14172" y="231239"/>
                </a:lnTo>
                <a:close/>
                <a:moveTo>
                  <a:pt x="21975" y="390452"/>
                </a:moveTo>
                <a:lnTo>
                  <a:pt x="22864" y="391485"/>
                </a:lnTo>
                <a:lnTo>
                  <a:pt x="21530" y="390969"/>
                </a:lnTo>
                <a:close/>
                <a:moveTo>
                  <a:pt x="37541" y="115369"/>
                </a:moveTo>
                <a:lnTo>
                  <a:pt x="38881" y="115768"/>
                </a:lnTo>
                <a:lnTo>
                  <a:pt x="36871" y="115568"/>
                </a:lnTo>
                <a:close/>
                <a:moveTo>
                  <a:pt x="25319" y="123472"/>
                </a:moveTo>
                <a:lnTo>
                  <a:pt x="27177" y="124927"/>
                </a:lnTo>
                <a:lnTo>
                  <a:pt x="24390" y="124200"/>
                </a:lnTo>
                <a:close/>
                <a:moveTo>
                  <a:pt x="49918" y="259084"/>
                </a:moveTo>
                <a:lnTo>
                  <a:pt x="51871" y="260495"/>
                </a:lnTo>
                <a:lnTo>
                  <a:pt x="48941" y="259789"/>
                </a:lnTo>
                <a:close/>
                <a:moveTo>
                  <a:pt x="4730" y="56108"/>
                </a:moveTo>
                <a:lnTo>
                  <a:pt x="6464" y="57668"/>
                </a:lnTo>
                <a:lnTo>
                  <a:pt x="3863" y="56888"/>
                </a:lnTo>
                <a:close/>
                <a:moveTo>
                  <a:pt x="70114" y="337892"/>
                </a:moveTo>
                <a:lnTo>
                  <a:pt x="70756" y="339043"/>
                </a:lnTo>
                <a:lnTo>
                  <a:pt x="69793" y="338468"/>
                </a:lnTo>
                <a:close/>
                <a:moveTo>
                  <a:pt x="44563" y="263358"/>
                </a:moveTo>
                <a:lnTo>
                  <a:pt x="45162" y="265111"/>
                </a:lnTo>
                <a:lnTo>
                  <a:pt x="44264" y="264234"/>
                </a:lnTo>
                <a:close/>
                <a:moveTo>
                  <a:pt x="36588" y="116567"/>
                </a:moveTo>
                <a:lnTo>
                  <a:pt x="38753" y="117444"/>
                </a:lnTo>
                <a:lnTo>
                  <a:pt x="35506" y="117005"/>
                </a:lnTo>
                <a:close/>
                <a:moveTo>
                  <a:pt x="5760" y="291523"/>
                </a:moveTo>
                <a:lnTo>
                  <a:pt x="6591" y="292150"/>
                </a:lnTo>
                <a:lnTo>
                  <a:pt x="5345" y="291837"/>
                </a:lnTo>
                <a:close/>
                <a:moveTo>
                  <a:pt x="22040" y="264424"/>
                </a:moveTo>
                <a:lnTo>
                  <a:pt x="22982" y="265721"/>
                </a:lnTo>
                <a:lnTo>
                  <a:pt x="21569" y="265073"/>
                </a:lnTo>
                <a:close/>
                <a:moveTo>
                  <a:pt x="64234" y="432111"/>
                </a:moveTo>
                <a:lnTo>
                  <a:pt x="66229" y="433793"/>
                </a:lnTo>
                <a:lnTo>
                  <a:pt x="63237" y="432952"/>
                </a:lnTo>
                <a:close/>
                <a:moveTo>
                  <a:pt x="18583" y="359205"/>
                </a:moveTo>
                <a:lnTo>
                  <a:pt x="19099" y="360378"/>
                </a:lnTo>
                <a:lnTo>
                  <a:pt x="18325" y="359792"/>
                </a:lnTo>
                <a:close/>
                <a:moveTo>
                  <a:pt x="6151" y="42444"/>
                </a:moveTo>
                <a:lnTo>
                  <a:pt x="8257" y="42934"/>
                </a:lnTo>
                <a:lnTo>
                  <a:pt x="5099" y="42689"/>
                </a:lnTo>
                <a:close/>
                <a:moveTo>
                  <a:pt x="51066" y="229469"/>
                </a:moveTo>
                <a:lnTo>
                  <a:pt x="51418" y="230959"/>
                </a:lnTo>
                <a:lnTo>
                  <a:pt x="50890" y="230214"/>
                </a:lnTo>
                <a:close/>
                <a:moveTo>
                  <a:pt x="5113" y="386583"/>
                </a:moveTo>
                <a:lnTo>
                  <a:pt x="6977" y="387627"/>
                </a:lnTo>
                <a:lnTo>
                  <a:pt x="4181" y="387105"/>
                </a:lnTo>
                <a:close/>
                <a:moveTo>
                  <a:pt x="32103" y="11287"/>
                </a:moveTo>
                <a:lnTo>
                  <a:pt x="33748" y="11646"/>
                </a:lnTo>
                <a:lnTo>
                  <a:pt x="31281" y="11467"/>
                </a:lnTo>
                <a:close/>
                <a:moveTo>
                  <a:pt x="37688" y="403502"/>
                </a:moveTo>
                <a:lnTo>
                  <a:pt x="39292" y="403977"/>
                </a:lnTo>
                <a:lnTo>
                  <a:pt x="36886" y="403739"/>
                </a:lnTo>
                <a:close/>
                <a:moveTo>
                  <a:pt x="51335" y="305718"/>
                </a:moveTo>
                <a:lnTo>
                  <a:pt x="52294" y="307176"/>
                </a:lnTo>
                <a:lnTo>
                  <a:pt x="50856" y="306447"/>
                </a:lnTo>
                <a:close/>
                <a:moveTo>
                  <a:pt x="41376" y="179830"/>
                </a:moveTo>
                <a:lnTo>
                  <a:pt x="42699" y="180544"/>
                </a:lnTo>
                <a:lnTo>
                  <a:pt x="40714" y="180187"/>
                </a:lnTo>
                <a:close/>
                <a:moveTo>
                  <a:pt x="20964" y="387540"/>
                </a:moveTo>
                <a:lnTo>
                  <a:pt x="21960" y="388997"/>
                </a:lnTo>
                <a:lnTo>
                  <a:pt x="20466" y="388269"/>
                </a:lnTo>
                <a:close/>
                <a:moveTo>
                  <a:pt x="26540" y="82276"/>
                </a:moveTo>
                <a:lnTo>
                  <a:pt x="26893" y="84021"/>
                </a:lnTo>
                <a:lnTo>
                  <a:pt x="26364" y="83148"/>
                </a:lnTo>
                <a:close/>
                <a:moveTo>
                  <a:pt x="53475" y="428190"/>
                </a:moveTo>
                <a:lnTo>
                  <a:pt x="54915" y="428584"/>
                </a:lnTo>
                <a:lnTo>
                  <a:pt x="52755" y="428387"/>
                </a:lnTo>
                <a:close/>
                <a:moveTo>
                  <a:pt x="12293" y="20618"/>
                </a:moveTo>
                <a:lnTo>
                  <a:pt x="13776" y="21851"/>
                </a:lnTo>
                <a:lnTo>
                  <a:pt x="11552" y="21235"/>
                </a:lnTo>
                <a:close/>
                <a:moveTo>
                  <a:pt x="67751" y="128479"/>
                </a:moveTo>
                <a:lnTo>
                  <a:pt x="68532" y="129111"/>
                </a:lnTo>
                <a:lnTo>
                  <a:pt x="67360" y="128795"/>
                </a:lnTo>
                <a:close/>
                <a:moveTo>
                  <a:pt x="11165" y="11599"/>
                </a:moveTo>
                <a:lnTo>
                  <a:pt x="12428" y="12529"/>
                </a:lnTo>
                <a:lnTo>
                  <a:pt x="10533" y="12064"/>
                </a:lnTo>
                <a:close/>
                <a:moveTo>
                  <a:pt x="26625" y="414776"/>
                </a:moveTo>
                <a:lnTo>
                  <a:pt x="27555" y="416316"/>
                </a:lnTo>
                <a:lnTo>
                  <a:pt x="26160" y="415546"/>
                </a:lnTo>
                <a:close/>
                <a:moveTo>
                  <a:pt x="38134" y="44047"/>
                </a:moveTo>
                <a:lnTo>
                  <a:pt x="38539" y="45261"/>
                </a:lnTo>
                <a:lnTo>
                  <a:pt x="37932" y="44654"/>
                </a:lnTo>
                <a:close/>
                <a:moveTo>
                  <a:pt x="62064" y="21096"/>
                </a:moveTo>
                <a:lnTo>
                  <a:pt x="63712" y="21745"/>
                </a:lnTo>
                <a:lnTo>
                  <a:pt x="61239" y="21421"/>
                </a:lnTo>
                <a:close/>
                <a:moveTo>
                  <a:pt x="48962" y="363158"/>
                </a:moveTo>
                <a:lnTo>
                  <a:pt x="50657" y="363825"/>
                </a:lnTo>
                <a:lnTo>
                  <a:pt x="48114" y="363491"/>
                </a:lnTo>
                <a:close/>
                <a:moveTo>
                  <a:pt x="11785" y="421757"/>
                </a:moveTo>
                <a:lnTo>
                  <a:pt x="13829" y="423443"/>
                </a:lnTo>
                <a:lnTo>
                  <a:pt x="10763" y="422600"/>
                </a:lnTo>
                <a:close/>
                <a:moveTo>
                  <a:pt x="38738" y="21544"/>
                </a:moveTo>
                <a:lnTo>
                  <a:pt x="39770" y="23209"/>
                </a:lnTo>
                <a:lnTo>
                  <a:pt x="38222" y="22377"/>
                </a:lnTo>
                <a:close/>
                <a:moveTo>
                  <a:pt x="5552" y="128157"/>
                </a:moveTo>
                <a:lnTo>
                  <a:pt x="5980" y="129777"/>
                </a:lnTo>
                <a:lnTo>
                  <a:pt x="5338" y="128967"/>
                </a:lnTo>
                <a:close/>
                <a:moveTo>
                  <a:pt x="25617" y="35060"/>
                </a:moveTo>
                <a:lnTo>
                  <a:pt x="26626" y="35666"/>
                </a:lnTo>
                <a:lnTo>
                  <a:pt x="25112" y="35363"/>
                </a:lnTo>
                <a:close/>
                <a:moveTo>
                  <a:pt x="31197" y="268346"/>
                </a:moveTo>
                <a:lnTo>
                  <a:pt x="32765" y="268791"/>
                </a:lnTo>
                <a:lnTo>
                  <a:pt x="30414" y="268568"/>
                </a:lnTo>
                <a:close/>
                <a:moveTo>
                  <a:pt x="38269" y="23639"/>
                </a:moveTo>
                <a:lnTo>
                  <a:pt x="39436" y="25151"/>
                </a:lnTo>
                <a:lnTo>
                  <a:pt x="37686" y="24395"/>
                </a:lnTo>
                <a:close/>
                <a:moveTo>
                  <a:pt x="19235" y="358547"/>
                </a:moveTo>
                <a:lnTo>
                  <a:pt x="20037" y="359436"/>
                </a:lnTo>
                <a:lnTo>
                  <a:pt x="18834" y="358991"/>
                </a:lnTo>
                <a:close/>
                <a:moveTo>
                  <a:pt x="56333" y="689"/>
                </a:moveTo>
                <a:lnTo>
                  <a:pt x="57708" y="1794"/>
                </a:lnTo>
                <a:lnTo>
                  <a:pt x="55646" y="1242"/>
                </a:lnTo>
                <a:close/>
                <a:moveTo>
                  <a:pt x="50898" y="413349"/>
                </a:moveTo>
                <a:lnTo>
                  <a:pt x="52533" y="413985"/>
                </a:lnTo>
                <a:lnTo>
                  <a:pt x="50081" y="413667"/>
                </a:lnTo>
                <a:close/>
                <a:moveTo>
                  <a:pt x="14796" y="209653"/>
                </a:moveTo>
                <a:lnTo>
                  <a:pt x="15666" y="210783"/>
                </a:lnTo>
                <a:lnTo>
                  <a:pt x="14360" y="210218"/>
                </a:lnTo>
                <a:close/>
                <a:moveTo>
                  <a:pt x="7136" y="302346"/>
                </a:moveTo>
                <a:lnTo>
                  <a:pt x="8256" y="302721"/>
                </a:lnTo>
                <a:lnTo>
                  <a:pt x="6575" y="302534"/>
                </a:lnTo>
                <a:close/>
                <a:moveTo>
                  <a:pt x="9307" y="407786"/>
                </a:moveTo>
                <a:lnTo>
                  <a:pt x="11228" y="409408"/>
                </a:lnTo>
                <a:lnTo>
                  <a:pt x="8346" y="408597"/>
                </a:lnTo>
                <a:close/>
                <a:moveTo>
                  <a:pt x="28144" y="429286"/>
                </a:moveTo>
                <a:lnTo>
                  <a:pt x="28808" y="430675"/>
                </a:lnTo>
                <a:lnTo>
                  <a:pt x="27812" y="429981"/>
                </a:lnTo>
                <a:close/>
                <a:moveTo>
                  <a:pt x="66792" y="90273"/>
                </a:moveTo>
                <a:lnTo>
                  <a:pt x="67150" y="90763"/>
                </a:lnTo>
                <a:lnTo>
                  <a:pt x="66614" y="90518"/>
                </a:lnTo>
                <a:close/>
                <a:moveTo>
                  <a:pt x="6711" y="350268"/>
                </a:moveTo>
                <a:lnTo>
                  <a:pt x="8183" y="351282"/>
                </a:lnTo>
                <a:lnTo>
                  <a:pt x="5976" y="350775"/>
                </a:lnTo>
                <a:close/>
                <a:moveTo>
                  <a:pt x="8879" y="279877"/>
                </a:moveTo>
                <a:lnTo>
                  <a:pt x="9483" y="280378"/>
                </a:lnTo>
                <a:lnTo>
                  <a:pt x="8578" y="280128"/>
                </a:lnTo>
                <a:close/>
                <a:moveTo>
                  <a:pt x="42431" y="280322"/>
                </a:moveTo>
                <a:lnTo>
                  <a:pt x="44262" y="281862"/>
                </a:lnTo>
                <a:lnTo>
                  <a:pt x="41515" y="281092"/>
                </a:lnTo>
                <a:close/>
                <a:moveTo>
                  <a:pt x="10466" y="131967"/>
                </a:moveTo>
                <a:lnTo>
                  <a:pt x="11082" y="133004"/>
                </a:lnTo>
                <a:lnTo>
                  <a:pt x="10157" y="132486"/>
                </a:lnTo>
                <a:close/>
                <a:moveTo>
                  <a:pt x="2847" y="378265"/>
                </a:moveTo>
                <a:lnTo>
                  <a:pt x="4458" y="379778"/>
                </a:lnTo>
                <a:lnTo>
                  <a:pt x="2041" y="379021"/>
                </a:lnTo>
                <a:close/>
                <a:moveTo>
                  <a:pt x="35048" y="397712"/>
                </a:moveTo>
                <a:lnTo>
                  <a:pt x="36942" y="399255"/>
                </a:lnTo>
                <a:lnTo>
                  <a:pt x="34100" y="398483"/>
                </a:lnTo>
                <a:close/>
                <a:moveTo>
                  <a:pt x="57275" y="93502"/>
                </a:moveTo>
                <a:lnTo>
                  <a:pt x="58264" y="93887"/>
                </a:lnTo>
                <a:lnTo>
                  <a:pt x="56781" y="93695"/>
                </a:lnTo>
                <a:close/>
                <a:moveTo>
                  <a:pt x="54367" y="205997"/>
                </a:moveTo>
                <a:lnTo>
                  <a:pt x="56541" y="206731"/>
                </a:lnTo>
                <a:lnTo>
                  <a:pt x="53279" y="206364"/>
                </a:lnTo>
                <a:close/>
                <a:moveTo>
                  <a:pt x="31041" y="377736"/>
                </a:moveTo>
                <a:lnTo>
                  <a:pt x="33183" y="379172"/>
                </a:lnTo>
                <a:lnTo>
                  <a:pt x="29970" y="378454"/>
                </a:lnTo>
                <a:close/>
                <a:moveTo>
                  <a:pt x="62640" y="402758"/>
                </a:moveTo>
                <a:lnTo>
                  <a:pt x="63492" y="403983"/>
                </a:lnTo>
                <a:lnTo>
                  <a:pt x="62214" y="403371"/>
                </a:lnTo>
                <a:close/>
                <a:moveTo>
                  <a:pt x="5313" y="294813"/>
                </a:moveTo>
                <a:lnTo>
                  <a:pt x="7425" y="295871"/>
                </a:lnTo>
                <a:lnTo>
                  <a:pt x="4257" y="295342"/>
                </a:lnTo>
                <a:close/>
                <a:moveTo>
                  <a:pt x="11068" y="247852"/>
                </a:moveTo>
                <a:lnTo>
                  <a:pt x="11539" y="248844"/>
                </a:lnTo>
                <a:lnTo>
                  <a:pt x="10832" y="248348"/>
                </a:lnTo>
                <a:close/>
                <a:moveTo>
                  <a:pt x="6470" y="181526"/>
                </a:moveTo>
                <a:lnTo>
                  <a:pt x="8333" y="182935"/>
                </a:lnTo>
                <a:lnTo>
                  <a:pt x="5539" y="182231"/>
                </a:lnTo>
                <a:close/>
                <a:moveTo>
                  <a:pt x="60607" y="198991"/>
                </a:moveTo>
                <a:lnTo>
                  <a:pt x="61773" y="199374"/>
                </a:lnTo>
                <a:lnTo>
                  <a:pt x="60024" y="199183"/>
                </a:lnTo>
                <a:close/>
                <a:moveTo>
                  <a:pt x="56097" y="248115"/>
                </a:moveTo>
                <a:lnTo>
                  <a:pt x="57202" y="248633"/>
                </a:lnTo>
                <a:lnTo>
                  <a:pt x="55545" y="248374"/>
                </a:lnTo>
                <a:close/>
                <a:moveTo>
                  <a:pt x="32960" y="26597"/>
                </a:moveTo>
                <a:lnTo>
                  <a:pt x="33532" y="27016"/>
                </a:lnTo>
                <a:lnTo>
                  <a:pt x="32674" y="26807"/>
                </a:lnTo>
                <a:close/>
                <a:moveTo>
                  <a:pt x="30608" y="59090"/>
                </a:moveTo>
                <a:lnTo>
                  <a:pt x="32488" y="60305"/>
                </a:lnTo>
                <a:lnTo>
                  <a:pt x="29668" y="59698"/>
                </a:lnTo>
                <a:close/>
                <a:moveTo>
                  <a:pt x="61546" y="240983"/>
                </a:moveTo>
                <a:lnTo>
                  <a:pt x="62191" y="241697"/>
                </a:lnTo>
                <a:lnTo>
                  <a:pt x="61223" y="241340"/>
                </a:lnTo>
                <a:close/>
                <a:moveTo>
                  <a:pt x="59632" y="254716"/>
                </a:moveTo>
                <a:lnTo>
                  <a:pt x="61178" y="255965"/>
                </a:lnTo>
                <a:lnTo>
                  <a:pt x="58859" y="255341"/>
                </a:lnTo>
                <a:close/>
                <a:moveTo>
                  <a:pt x="4226" y="86407"/>
                </a:moveTo>
                <a:lnTo>
                  <a:pt x="5375" y="87974"/>
                </a:lnTo>
                <a:lnTo>
                  <a:pt x="3652" y="87191"/>
                </a:lnTo>
                <a:close/>
                <a:moveTo>
                  <a:pt x="66905" y="257437"/>
                </a:moveTo>
                <a:lnTo>
                  <a:pt x="67735" y="257807"/>
                </a:lnTo>
                <a:lnTo>
                  <a:pt x="66490" y="257622"/>
                </a:lnTo>
                <a:close/>
                <a:moveTo>
                  <a:pt x="39979" y="177893"/>
                </a:moveTo>
                <a:lnTo>
                  <a:pt x="42051" y="178503"/>
                </a:lnTo>
                <a:lnTo>
                  <a:pt x="38943" y="178198"/>
                </a:lnTo>
                <a:close/>
                <a:moveTo>
                  <a:pt x="15199" y="6046"/>
                </a:moveTo>
                <a:lnTo>
                  <a:pt x="15602" y="7557"/>
                </a:lnTo>
                <a:lnTo>
                  <a:pt x="14997" y="6802"/>
                </a:lnTo>
                <a:close/>
                <a:moveTo>
                  <a:pt x="61847" y="66313"/>
                </a:moveTo>
                <a:lnTo>
                  <a:pt x="62225" y="67478"/>
                </a:lnTo>
                <a:lnTo>
                  <a:pt x="61657" y="66895"/>
                </a:lnTo>
                <a:close/>
                <a:moveTo>
                  <a:pt x="18115" y="267663"/>
                </a:moveTo>
                <a:lnTo>
                  <a:pt x="20152" y="269084"/>
                </a:lnTo>
                <a:lnTo>
                  <a:pt x="17097" y="268373"/>
                </a:lnTo>
                <a:close/>
                <a:moveTo>
                  <a:pt x="20460" y="264210"/>
                </a:moveTo>
                <a:lnTo>
                  <a:pt x="21346" y="265649"/>
                </a:lnTo>
                <a:lnTo>
                  <a:pt x="20017" y="264929"/>
                </a:lnTo>
                <a:close/>
                <a:moveTo>
                  <a:pt x="18933" y="379044"/>
                </a:moveTo>
                <a:lnTo>
                  <a:pt x="20538" y="380682"/>
                </a:lnTo>
                <a:lnTo>
                  <a:pt x="18130" y="379863"/>
                </a:lnTo>
                <a:close/>
                <a:moveTo>
                  <a:pt x="25062" y="416080"/>
                </a:moveTo>
                <a:lnTo>
                  <a:pt x="26489" y="416766"/>
                </a:lnTo>
                <a:lnTo>
                  <a:pt x="24348" y="416423"/>
                </a:lnTo>
                <a:close/>
                <a:moveTo>
                  <a:pt x="46142" y="134812"/>
                </a:moveTo>
                <a:lnTo>
                  <a:pt x="46701" y="135172"/>
                </a:lnTo>
                <a:lnTo>
                  <a:pt x="45862" y="134992"/>
                </a:lnTo>
                <a:close/>
                <a:moveTo>
                  <a:pt x="43593" y="104822"/>
                </a:moveTo>
                <a:lnTo>
                  <a:pt x="44128" y="106287"/>
                </a:lnTo>
                <a:lnTo>
                  <a:pt x="43325" y="105554"/>
                </a:lnTo>
                <a:close/>
                <a:moveTo>
                  <a:pt x="10801" y="328983"/>
                </a:moveTo>
                <a:lnTo>
                  <a:pt x="11656" y="329828"/>
                </a:lnTo>
                <a:lnTo>
                  <a:pt x="10373" y="329405"/>
                </a:lnTo>
                <a:close/>
                <a:moveTo>
                  <a:pt x="66140" y="361221"/>
                </a:moveTo>
                <a:lnTo>
                  <a:pt x="68034" y="362992"/>
                </a:lnTo>
                <a:lnTo>
                  <a:pt x="65193" y="362107"/>
                </a:lnTo>
                <a:close/>
                <a:moveTo>
                  <a:pt x="43118" y="407814"/>
                </a:moveTo>
                <a:lnTo>
                  <a:pt x="44619" y="408987"/>
                </a:lnTo>
                <a:lnTo>
                  <a:pt x="42367" y="408400"/>
                </a:lnTo>
                <a:close/>
                <a:moveTo>
                  <a:pt x="23532" y="164848"/>
                </a:moveTo>
                <a:lnTo>
                  <a:pt x="24936" y="165519"/>
                </a:lnTo>
                <a:lnTo>
                  <a:pt x="22830" y="165183"/>
                </a:lnTo>
                <a:close/>
                <a:moveTo>
                  <a:pt x="45802" y="376689"/>
                </a:moveTo>
                <a:lnTo>
                  <a:pt x="47485" y="377327"/>
                </a:lnTo>
                <a:lnTo>
                  <a:pt x="44961" y="377008"/>
                </a:lnTo>
                <a:close/>
                <a:moveTo>
                  <a:pt x="2803" y="159460"/>
                </a:moveTo>
                <a:lnTo>
                  <a:pt x="3956" y="161030"/>
                </a:lnTo>
                <a:lnTo>
                  <a:pt x="2227" y="160245"/>
                </a:lnTo>
                <a:close/>
                <a:moveTo>
                  <a:pt x="39154" y="225442"/>
                </a:moveTo>
                <a:lnTo>
                  <a:pt x="40625" y="226572"/>
                </a:lnTo>
                <a:lnTo>
                  <a:pt x="38419" y="226007"/>
                </a:lnTo>
                <a:close/>
                <a:moveTo>
                  <a:pt x="48333" y="242824"/>
                </a:moveTo>
                <a:lnTo>
                  <a:pt x="49705" y="243478"/>
                </a:lnTo>
                <a:lnTo>
                  <a:pt x="47647" y="243151"/>
                </a:lnTo>
                <a:close/>
                <a:moveTo>
                  <a:pt x="9509" y="191237"/>
                </a:moveTo>
                <a:lnTo>
                  <a:pt x="11499" y="192957"/>
                </a:lnTo>
                <a:lnTo>
                  <a:pt x="8514" y="192097"/>
                </a:lnTo>
                <a:close/>
                <a:moveTo>
                  <a:pt x="21386" y="250262"/>
                </a:moveTo>
                <a:lnTo>
                  <a:pt x="22695" y="251243"/>
                </a:lnTo>
                <a:lnTo>
                  <a:pt x="20732" y="250753"/>
                </a:lnTo>
                <a:close/>
                <a:moveTo>
                  <a:pt x="13339" y="343980"/>
                </a:moveTo>
                <a:lnTo>
                  <a:pt x="13847" y="344622"/>
                </a:lnTo>
                <a:lnTo>
                  <a:pt x="13085" y="344301"/>
                </a:lnTo>
                <a:close/>
                <a:moveTo>
                  <a:pt x="20368" y="87864"/>
                </a:moveTo>
                <a:lnTo>
                  <a:pt x="21076" y="88284"/>
                </a:lnTo>
                <a:lnTo>
                  <a:pt x="20015" y="88074"/>
                </a:lnTo>
                <a:close/>
                <a:moveTo>
                  <a:pt x="37509" y="74263"/>
                </a:moveTo>
                <a:lnTo>
                  <a:pt x="39048" y="75463"/>
                </a:lnTo>
                <a:lnTo>
                  <a:pt x="36740" y="74863"/>
                </a:lnTo>
                <a:close/>
                <a:moveTo>
                  <a:pt x="44587" y="209061"/>
                </a:moveTo>
                <a:lnTo>
                  <a:pt x="46071" y="209804"/>
                </a:lnTo>
                <a:lnTo>
                  <a:pt x="43846" y="209432"/>
                </a:lnTo>
                <a:close/>
                <a:moveTo>
                  <a:pt x="33340" y="300014"/>
                </a:moveTo>
                <a:lnTo>
                  <a:pt x="34088" y="301414"/>
                </a:lnTo>
                <a:lnTo>
                  <a:pt x="32966" y="300714"/>
                </a:lnTo>
                <a:close/>
                <a:moveTo>
                  <a:pt x="41844" y="425051"/>
                </a:moveTo>
                <a:lnTo>
                  <a:pt x="43334" y="426174"/>
                </a:lnTo>
                <a:lnTo>
                  <a:pt x="41099" y="425612"/>
                </a:lnTo>
                <a:close/>
                <a:moveTo>
                  <a:pt x="54635" y="125152"/>
                </a:moveTo>
                <a:lnTo>
                  <a:pt x="55674" y="126100"/>
                </a:lnTo>
                <a:lnTo>
                  <a:pt x="54115" y="125626"/>
                </a:lnTo>
                <a:close/>
                <a:moveTo>
                  <a:pt x="52281" y="313410"/>
                </a:moveTo>
                <a:lnTo>
                  <a:pt x="52974" y="315141"/>
                </a:lnTo>
                <a:lnTo>
                  <a:pt x="51935" y="314276"/>
                </a:lnTo>
                <a:close/>
                <a:moveTo>
                  <a:pt x="69608" y="215633"/>
                </a:moveTo>
                <a:lnTo>
                  <a:pt x="71800" y="216865"/>
                </a:lnTo>
                <a:lnTo>
                  <a:pt x="68512" y="216249"/>
                </a:lnTo>
                <a:close/>
                <a:moveTo>
                  <a:pt x="27784" y="37115"/>
                </a:moveTo>
                <a:lnTo>
                  <a:pt x="28167" y="38301"/>
                </a:lnTo>
                <a:lnTo>
                  <a:pt x="27593" y="37708"/>
                </a:lnTo>
                <a:close/>
                <a:moveTo>
                  <a:pt x="51159" y="268231"/>
                </a:moveTo>
                <a:lnTo>
                  <a:pt x="52957" y="269185"/>
                </a:lnTo>
                <a:lnTo>
                  <a:pt x="50260" y="268708"/>
                </a:lnTo>
                <a:close/>
                <a:moveTo>
                  <a:pt x="52806" y="263036"/>
                </a:moveTo>
                <a:lnTo>
                  <a:pt x="54329" y="264159"/>
                </a:lnTo>
                <a:lnTo>
                  <a:pt x="52044" y="263598"/>
                </a:lnTo>
                <a:close/>
                <a:moveTo>
                  <a:pt x="47559" y="243840"/>
                </a:moveTo>
                <a:lnTo>
                  <a:pt x="48076" y="245153"/>
                </a:lnTo>
                <a:lnTo>
                  <a:pt x="47300" y="244497"/>
                </a:lnTo>
                <a:close/>
                <a:moveTo>
                  <a:pt x="50119" y="186111"/>
                </a:moveTo>
                <a:lnTo>
                  <a:pt x="52263" y="187132"/>
                </a:lnTo>
                <a:lnTo>
                  <a:pt x="49046" y="186621"/>
                </a:lnTo>
                <a:close/>
                <a:moveTo>
                  <a:pt x="12506" y="222581"/>
                </a:moveTo>
                <a:lnTo>
                  <a:pt x="13519" y="223129"/>
                </a:lnTo>
                <a:lnTo>
                  <a:pt x="12000" y="222855"/>
                </a:lnTo>
                <a:close/>
                <a:moveTo>
                  <a:pt x="63060" y="76558"/>
                </a:moveTo>
                <a:lnTo>
                  <a:pt x="64727" y="77113"/>
                </a:lnTo>
                <a:lnTo>
                  <a:pt x="62226" y="76835"/>
                </a:lnTo>
                <a:close/>
                <a:moveTo>
                  <a:pt x="37056" y="434705"/>
                </a:moveTo>
                <a:lnTo>
                  <a:pt x="37570" y="436294"/>
                </a:lnTo>
                <a:lnTo>
                  <a:pt x="36799" y="435500"/>
                </a:lnTo>
                <a:close/>
                <a:moveTo>
                  <a:pt x="1280" y="426263"/>
                </a:moveTo>
                <a:lnTo>
                  <a:pt x="3310" y="427236"/>
                </a:lnTo>
                <a:lnTo>
                  <a:pt x="264" y="426750"/>
                </a:lnTo>
                <a:close/>
                <a:moveTo>
                  <a:pt x="45500" y="200081"/>
                </a:moveTo>
                <a:lnTo>
                  <a:pt x="46153" y="200915"/>
                </a:lnTo>
                <a:lnTo>
                  <a:pt x="45173" y="200498"/>
                </a:lnTo>
                <a:close/>
                <a:moveTo>
                  <a:pt x="31740" y="379199"/>
                </a:moveTo>
                <a:lnTo>
                  <a:pt x="32301" y="380308"/>
                </a:lnTo>
                <a:lnTo>
                  <a:pt x="31460" y="379754"/>
                </a:lnTo>
                <a:close/>
                <a:moveTo>
                  <a:pt x="33864" y="240696"/>
                </a:moveTo>
                <a:lnTo>
                  <a:pt x="35680" y="241895"/>
                </a:lnTo>
                <a:lnTo>
                  <a:pt x="32956" y="241295"/>
                </a:lnTo>
                <a:close/>
                <a:moveTo>
                  <a:pt x="23498" y="416312"/>
                </a:moveTo>
                <a:lnTo>
                  <a:pt x="24956" y="417019"/>
                </a:lnTo>
                <a:lnTo>
                  <a:pt x="22769" y="416666"/>
                </a:lnTo>
                <a:close/>
                <a:moveTo>
                  <a:pt x="39184" y="378147"/>
                </a:moveTo>
                <a:lnTo>
                  <a:pt x="39620" y="379419"/>
                </a:lnTo>
                <a:lnTo>
                  <a:pt x="38966" y="378783"/>
                </a:lnTo>
                <a:close/>
                <a:moveTo>
                  <a:pt x="34992" y="124962"/>
                </a:moveTo>
                <a:lnTo>
                  <a:pt x="35637" y="125610"/>
                </a:lnTo>
                <a:lnTo>
                  <a:pt x="34670" y="125286"/>
                </a:lnTo>
                <a:close/>
                <a:moveTo>
                  <a:pt x="31490" y="183501"/>
                </a:moveTo>
                <a:lnTo>
                  <a:pt x="32952" y="184207"/>
                </a:lnTo>
                <a:lnTo>
                  <a:pt x="30758" y="183854"/>
                </a:lnTo>
                <a:close/>
                <a:moveTo>
                  <a:pt x="44263" y="205994"/>
                </a:moveTo>
                <a:lnTo>
                  <a:pt x="46085" y="207501"/>
                </a:lnTo>
                <a:lnTo>
                  <a:pt x="43352" y="206748"/>
                </a:lnTo>
                <a:close/>
                <a:moveTo>
                  <a:pt x="17464" y="426008"/>
                </a:moveTo>
                <a:lnTo>
                  <a:pt x="18825" y="426811"/>
                </a:lnTo>
                <a:lnTo>
                  <a:pt x="16783" y="426410"/>
                </a:lnTo>
                <a:close/>
                <a:moveTo>
                  <a:pt x="18683" y="310600"/>
                </a:moveTo>
                <a:lnTo>
                  <a:pt x="19841" y="311926"/>
                </a:lnTo>
                <a:lnTo>
                  <a:pt x="18104" y="311263"/>
                </a:lnTo>
                <a:close/>
                <a:moveTo>
                  <a:pt x="18779" y="375035"/>
                </a:moveTo>
                <a:lnTo>
                  <a:pt x="19618" y="376640"/>
                </a:lnTo>
                <a:lnTo>
                  <a:pt x="18360" y="375837"/>
                </a:lnTo>
                <a:close/>
                <a:moveTo>
                  <a:pt x="31555" y="174353"/>
                </a:moveTo>
                <a:lnTo>
                  <a:pt x="32973" y="175438"/>
                </a:lnTo>
                <a:lnTo>
                  <a:pt x="30846" y="174896"/>
                </a:lnTo>
                <a:close/>
                <a:moveTo>
                  <a:pt x="39219" y="244094"/>
                </a:moveTo>
                <a:lnTo>
                  <a:pt x="41326" y="245508"/>
                </a:lnTo>
                <a:lnTo>
                  <a:pt x="38165" y="244801"/>
                </a:lnTo>
                <a:close/>
                <a:moveTo>
                  <a:pt x="7327" y="430807"/>
                </a:moveTo>
                <a:lnTo>
                  <a:pt x="7706" y="431186"/>
                </a:lnTo>
                <a:lnTo>
                  <a:pt x="7138" y="430997"/>
                </a:lnTo>
                <a:close/>
                <a:moveTo>
                  <a:pt x="58154" y="119539"/>
                </a:moveTo>
                <a:lnTo>
                  <a:pt x="58558" y="120103"/>
                </a:lnTo>
                <a:lnTo>
                  <a:pt x="57952" y="119821"/>
                </a:lnTo>
                <a:close/>
                <a:moveTo>
                  <a:pt x="35528" y="367829"/>
                </a:moveTo>
                <a:lnTo>
                  <a:pt x="35915" y="368377"/>
                </a:lnTo>
                <a:lnTo>
                  <a:pt x="35335" y="368103"/>
                </a:lnTo>
                <a:close/>
                <a:moveTo>
                  <a:pt x="1752" y="22493"/>
                </a:moveTo>
                <a:lnTo>
                  <a:pt x="2685" y="23530"/>
                </a:lnTo>
                <a:lnTo>
                  <a:pt x="1285" y="23012"/>
                </a:lnTo>
                <a:close/>
                <a:moveTo>
                  <a:pt x="68668" y="282360"/>
                </a:moveTo>
                <a:lnTo>
                  <a:pt x="70600" y="283546"/>
                </a:lnTo>
                <a:lnTo>
                  <a:pt x="67703" y="282953"/>
                </a:lnTo>
                <a:close/>
                <a:moveTo>
                  <a:pt x="64588" y="293328"/>
                </a:moveTo>
                <a:lnTo>
                  <a:pt x="65382" y="294187"/>
                </a:lnTo>
                <a:lnTo>
                  <a:pt x="64191" y="293757"/>
                </a:lnTo>
                <a:close/>
                <a:moveTo>
                  <a:pt x="34438" y="47135"/>
                </a:moveTo>
                <a:lnTo>
                  <a:pt x="36497" y="48159"/>
                </a:lnTo>
                <a:lnTo>
                  <a:pt x="33408" y="47647"/>
                </a:lnTo>
                <a:close/>
                <a:moveTo>
                  <a:pt x="14878" y="213939"/>
                </a:moveTo>
                <a:lnTo>
                  <a:pt x="16718" y="214650"/>
                </a:lnTo>
                <a:lnTo>
                  <a:pt x="13959" y="214294"/>
                </a:lnTo>
                <a:close/>
                <a:moveTo>
                  <a:pt x="41991" y="39120"/>
                </a:moveTo>
                <a:lnTo>
                  <a:pt x="42788" y="39701"/>
                </a:lnTo>
                <a:lnTo>
                  <a:pt x="41593" y="39411"/>
                </a:lnTo>
                <a:close/>
                <a:moveTo>
                  <a:pt x="36244" y="299624"/>
                </a:moveTo>
                <a:lnTo>
                  <a:pt x="37015" y="300957"/>
                </a:lnTo>
                <a:lnTo>
                  <a:pt x="35859" y="300290"/>
                </a:lnTo>
                <a:close/>
                <a:moveTo>
                  <a:pt x="41885" y="327223"/>
                </a:moveTo>
                <a:lnTo>
                  <a:pt x="44077" y="328023"/>
                </a:lnTo>
                <a:lnTo>
                  <a:pt x="40789" y="327623"/>
                </a:lnTo>
                <a:close/>
                <a:moveTo>
                  <a:pt x="70609" y="198038"/>
                </a:moveTo>
                <a:lnTo>
                  <a:pt x="71902" y="198604"/>
                </a:lnTo>
                <a:lnTo>
                  <a:pt x="69963" y="198321"/>
                </a:lnTo>
                <a:close/>
                <a:moveTo>
                  <a:pt x="6806" y="281155"/>
                </a:moveTo>
                <a:lnTo>
                  <a:pt x="7347" y="281507"/>
                </a:lnTo>
                <a:lnTo>
                  <a:pt x="6536" y="281331"/>
                </a:lnTo>
                <a:close/>
                <a:moveTo>
                  <a:pt x="6754" y="236185"/>
                </a:moveTo>
                <a:lnTo>
                  <a:pt x="7467" y="236880"/>
                </a:lnTo>
                <a:lnTo>
                  <a:pt x="6398" y="236533"/>
                </a:lnTo>
                <a:close/>
                <a:moveTo>
                  <a:pt x="54558" y="194171"/>
                </a:moveTo>
                <a:lnTo>
                  <a:pt x="55180" y="195491"/>
                </a:lnTo>
                <a:lnTo>
                  <a:pt x="54247" y="194831"/>
                </a:lnTo>
                <a:close/>
                <a:moveTo>
                  <a:pt x="70496" y="270948"/>
                </a:moveTo>
                <a:lnTo>
                  <a:pt x="71669" y="272055"/>
                </a:lnTo>
                <a:lnTo>
                  <a:pt x="69909" y="271502"/>
                </a:lnTo>
                <a:close/>
                <a:moveTo>
                  <a:pt x="50053" y="365402"/>
                </a:moveTo>
                <a:lnTo>
                  <a:pt x="51856" y="366074"/>
                </a:lnTo>
                <a:lnTo>
                  <a:pt x="49151" y="365738"/>
                </a:lnTo>
                <a:close/>
                <a:moveTo>
                  <a:pt x="55468" y="44425"/>
                </a:moveTo>
                <a:lnTo>
                  <a:pt x="56055" y="45486"/>
                </a:lnTo>
                <a:lnTo>
                  <a:pt x="55174" y="44955"/>
                </a:lnTo>
                <a:close/>
                <a:moveTo>
                  <a:pt x="13782" y="244392"/>
                </a:moveTo>
                <a:lnTo>
                  <a:pt x="14657" y="246107"/>
                </a:lnTo>
                <a:lnTo>
                  <a:pt x="13344" y="245249"/>
                </a:lnTo>
                <a:close/>
                <a:moveTo>
                  <a:pt x="31192" y="355537"/>
                </a:moveTo>
                <a:lnTo>
                  <a:pt x="33290" y="356516"/>
                </a:lnTo>
                <a:lnTo>
                  <a:pt x="30143" y="356026"/>
                </a:lnTo>
                <a:close/>
                <a:moveTo>
                  <a:pt x="54663" y="214219"/>
                </a:moveTo>
                <a:lnTo>
                  <a:pt x="55752" y="214705"/>
                </a:lnTo>
                <a:lnTo>
                  <a:pt x="54119" y="214462"/>
                </a:lnTo>
                <a:close/>
                <a:moveTo>
                  <a:pt x="46963" y="401908"/>
                </a:moveTo>
                <a:lnTo>
                  <a:pt x="48585" y="402684"/>
                </a:lnTo>
                <a:lnTo>
                  <a:pt x="46152" y="402296"/>
                </a:lnTo>
                <a:close/>
                <a:moveTo>
                  <a:pt x="37621" y="154885"/>
                </a:moveTo>
                <a:lnTo>
                  <a:pt x="38695" y="156344"/>
                </a:lnTo>
                <a:lnTo>
                  <a:pt x="37084" y="155615"/>
                </a:lnTo>
                <a:close/>
                <a:moveTo>
                  <a:pt x="1331" y="209554"/>
                </a:moveTo>
                <a:lnTo>
                  <a:pt x="2628" y="210075"/>
                </a:lnTo>
                <a:lnTo>
                  <a:pt x="682" y="209815"/>
                </a:lnTo>
                <a:close/>
                <a:moveTo>
                  <a:pt x="52114" y="109926"/>
                </a:moveTo>
                <a:lnTo>
                  <a:pt x="53210" y="110598"/>
                </a:lnTo>
                <a:lnTo>
                  <a:pt x="51566" y="110262"/>
                </a:lnTo>
                <a:close/>
                <a:moveTo>
                  <a:pt x="42681" y="187359"/>
                </a:moveTo>
                <a:lnTo>
                  <a:pt x="44296" y="188297"/>
                </a:lnTo>
                <a:lnTo>
                  <a:pt x="41874" y="187828"/>
                </a:lnTo>
                <a:close/>
                <a:moveTo>
                  <a:pt x="55716" y="239942"/>
                </a:moveTo>
                <a:lnTo>
                  <a:pt x="56261" y="240980"/>
                </a:lnTo>
                <a:lnTo>
                  <a:pt x="55444" y="240461"/>
                </a:lnTo>
                <a:close/>
                <a:moveTo>
                  <a:pt x="18570" y="129307"/>
                </a:moveTo>
                <a:lnTo>
                  <a:pt x="20674" y="130326"/>
                </a:lnTo>
                <a:lnTo>
                  <a:pt x="17518" y="129817"/>
                </a:lnTo>
                <a:close/>
                <a:moveTo>
                  <a:pt x="52582" y="67280"/>
                </a:moveTo>
                <a:lnTo>
                  <a:pt x="54096" y="67757"/>
                </a:lnTo>
                <a:lnTo>
                  <a:pt x="51824" y="67518"/>
                </a:lnTo>
                <a:close/>
                <a:moveTo>
                  <a:pt x="16372" y="54798"/>
                </a:moveTo>
                <a:lnTo>
                  <a:pt x="16768" y="56459"/>
                </a:lnTo>
                <a:lnTo>
                  <a:pt x="16174" y="55628"/>
                </a:lnTo>
                <a:close/>
                <a:moveTo>
                  <a:pt x="68380" y="159878"/>
                </a:moveTo>
                <a:lnTo>
                  <a:pt x="68753" y="161279"/>
                </a:lnTo>
                <a:lnTo>
                  <a:pt x="68193" y="160578"/>
                </a:lnTo>
                <a:close/>
                <a:moveTo>
                  <a:pt x="47261" y="18995"/>
                </a:moveTo>
                <a:lnTo>
                  <a:pt x="49029" y="19397"/>
                </a:lnTo>
                <a:lnTo>
                  <a:pt x="46377" y="19196"/>
                </a:lnTo>
                <a:close/>
                <a:moveTo>
                  <a:pt x="17178" y="339411"/>
                </a:moveTo>
                <a:lnTo>
                  <a:pt x="18947" y="340062"/>
                </a:lnTo>
                <a:lnTo>
                  <a:pt x="16293" y="339737"/>
                </a:lnTo>
                <a:close/>
                <a:moveTo>
                  <a:pt x="36440" y="348884"/>
                </a:moveTo>
                <a:lnTo>
                  <a:pt x="37907" y="349972"/>
                </a:lnTo>
                <a:lnTo>
                  <a:pt x="35707" y="349428"/>
                </a:lnTo>
                <a:close/>
                <a:moveTo>
                  <a:pt x="13806" y="28824"/>
                </a:moveTo>
                <a:lnTo>
                  <a:pt x="14503" y="29911"/>
                </a:lnTo>
                <a:lnTo>
                  <a:pt x="13457" y="29367"/>
                </a:lnTo>
                <a:close/>
                <a:moveTo>
                  <a:pt x="42583" y="200258"/>
                </a:moveTo>
                <a:lnTo>
                  <a:pt x="44109" y="201404"/>
                </a:lnTo>
                <a:lnTo>
                  <a:pt x="41819" y="200831"/>
                </a:lnTo>
                <a:close/>
                <a:moveTo>
                  <a:pt x="46052" y="178725"/>
                </a:moveTo>
                <a:lnTo>
                  <a:pt x="47960" y="179822"/>
                </a:lnTo>
                <a:lnTo>
                  <a:pt x="45098" y="179273"/>
                </a:lnTo>
                <a:close/>
                <a:moveTo>
                  <a:pt x="62489" y="429963"/>
                </a:moveTo>
                <a:lnTo>
                  <a:pt x="64370" y="431421"/>
                </a:lnTo>
                <a:lnTo>
                  <a:pt x="61548" y="430692"/>
                </a:lnTo>
                <a:close/>
                <a:moveTo>
                  <a:pt x="49163" y="240451"/>
                </a:moveTo>
                <a:lnTo>
                  <a:pt x="49971" y="240905"/>
                </a:lnTo>
                <a:lnTo>
                  <a:pt x="48759" y="240678"/>
                </a:lnTo>
                <a:close/>
                <a:moveTo>
                  <a:pt x="47133" y="107568"/>
                </a:moveTo>
                <a:lnTo>
                  <a:pt x="48616" y="108692"/>
                </a:lnTo>
                <a:lnTo>
                  <a:pt x="46391" y="108130"/>
                </a:lnTo>
                <a:close/>
                <a:moveTo>
                  <a:pt x="43365" y="186704"/>
                </a:moveTo>
                <a:lnTo>
                  <a:pt x="44158" y="187459"/>
                </a:lnTo>
                <a:lnTo>
                  <a:pt x="42969" y="187082"/>
                </a:lnTo>
                <a:close/>
                <a:moveTo>
                  <a:pt x="49639" y="386182"/>
                </a:moveTo>
                <a:lnTo>
                  <a:pt x="50579" y="386952"/>
                </a:lnTo>
                <a:lnTo>
                  <a:pt x="49169" y="386567"/>
                </a:lnTo>
                <a:close/>
                <a:moveTo>
                  <a:pt x="32208" y="186675"/>
                </a:moveTo>
                <a:lnTo>
                  <a:pt x="33728" y="188109"/>
                </a:lnTo>
                <a:lnTo>
                  <a:pt x="31448" y="187392"/>
                </a:lnTo>
                <a:close/>
                <a:moveTo>
                  <a:pt x="54602" y="352668"/>
                </a:moveTo>
                <a:lnTo>
                  <a:pt x="56294" y="354426"/>
                </a:lnTo>
                <a:lnTo>
                  <a:pt x="53756" y="353547"/>
                </a:lnTo>
                <a:close/>
                <a:moveTo>
                  <a:pt x="32268" y="194311"/>
                </a:moveTo>
                <a:lnTo>
                  <a:pt x="33823" y="195082"/>
                </a:lnTo>
                <a:lnTo>
                  <a:pt x="31490" y="194697"/>
                </a:lnTo>
                <a:close/>
                <a:moveTo>
                  <a:pt x="58919" y="181705"/>
                </a:moveTo>
                <a:lnTo>
                  <a:pt x="60299" y="182785"/>
                </a:lnTo>
                <a:lnTo>
                  <a:pt x="58229" y="182245"/>
                </a:lnTo>
                <a:close/>
                <a:moveTo>
                  <a:pt x="26353" y="3722"/>
                </a:moveTo>
                <a:lnTo>
                  <a:pt x="27217" y="4736"/>
                </a:lnTo>
                <a:lnTo>
                  <a:pt x="25920" y="4229"/>
                </a:lnTo>
                <a:close/>
                <a:moveTo>
                  <a:pt x="67448" y="59017"/>
                </a:moveTo>
                <a:lnTo>
                  <a:pt x="69468" y="60776"/>
                </a:lnTo>
                <a:lnTo>
                  <a:pt x="66437" y="59897"/>
                </a:lnTo>
                <a:close/>
                <a:moveTo>
                  <a:pt x="56242" y="121250"/>
                </a:moveTo>
                <a:lnTo>
                  <a:pt x="56627" y="122871"/>
                </a:lnTo>
                <a:lnTo>
                  <a:pt x="56049" y="122061"/>
                </a:lnTo>
                <a:close/>
                <a:moveTo>
                  <a:pt x="5651" y="129469"/>
                </a:moveTo>
                <a:lnTo>
                  <a:pt x="7738" y="130779"/>
                </a:lnTo>
                <a:lnTo>
                  <a:pt x="4607" y="130124"/>
                </a:lnTo>
                <a:close/>
                <a:moveTo>
                  <a:pt x="58524" y="363420"/>
                </a:moveTo>
                <a:lnTo>
                  <a:pt x="59203" y="364477"/>
                </a:lnTo>
                <a:lnTo>
                  <a:pt x="58184" y="363949"/>
                </a:lnTo>
                <a:close/>
                <a:moveTo>
                  <a:pt x="7477" y="164690"/>
                </a:moveTo>
                <a:lnTo>
                  <a:pt x="8744" y="166215"/>
                </a:lnTo>
                <a:lnTo>
                  <a:pt x="6843" y="165453"/>
                </a:lnTo>
                <a:close/>
                <a:moveTo>
                  <a:pt x="21108" y="290340"/>
                </a:moveTo>
                <a:lnTo>
                  <a:pt x="21719" y="291025"/>
                </a:lnTo>
                <a:lnTo>
                  <a:pt x="20803" y="290682"/>
                </a:lnTo>
                <a:close/>
                <a:moveTo>
                  <a:pt x="4964" y="252938"/>
                </a:moveTo>
                <a:lnTo>
                  <a:pt x="6399" y="254308"/>
                </a:lnTo>
                <a:lnTo>
                  <a:pt x="4247" y="253623"/>
                </a:lnTo>
                <a:close/>
                <a:moveTo>
                  <a:pt x="30244" y="408503"/>
                </a:moveTo>
                <a:lnTo>
                  <a:pt x="31931" y="409656"/>
                </a:lnTo>
                <a:lnTo>
                  <a:pt x="29401" y="409079"/>
                </a:lnTo>
                <a:close/>
                <a:moveTo>
                  <a:pt x="62006" y="77664"/>
                </a:moveTo>
                <a:lnTo>
                  <a:pt x="62896" y="78791"/>
                </a:lnTo>
                <a:lnTo>
                  <a:pt x="61561" y="78227"/>
                </a:lnTo>
                <a:close/>
                <a:moveTo>
                  <a:pt x="42819" y="416622"/>
                </a:moveTo>
                <a:lnTo>
                  <a:pt x="44425" y="416992"/>
                </a:lnTo>
                <a:lnTo>
                  <a:pt x="42016" y="416807"/>
                </a:lnTo>
                <a:close/>
                <a:moveTo>
                  <a:pt x="66963" y="203350"/>
                </a:moveTo>
                <a:lnTo>
                  <a:pt x="67693" y="204793"/>
                </a:lnTo>
                <a:lnTo>
                  <a:pt x="66598" y="204071"/>
                </a:lnTo>
                <a:close/>
                <a:moveTo>
                  <a:pt x="44836" y="372581"/>
                </a:moveTo>
                <a:lnTo>
                  <a:pt x="46206" y="373264"/>
                </a:lnTo>
                <a:lnTo>
                  <a:pt x="44151" y="372923"/>
                </a:lnTo>
                <a:close/>
                <a:moveTo>
                  <a:pt x="33794" y="202842"/>
                </a:moveTo>
                <a:lnTo>
                  <a:pt x="34795" y="204013"/>
                </a:lnTo>
                <a:lnTo>
                  <a:pt x="33294" y="203427"/>
                </a:lnTo>
                <a:close/>
                <a:moveTo>
                  <a:pt x="11307" y="109701"/>
                </a:moveTo>
                <a:lnTo>
                  <a:pt x="11876" y="110042"/>
                </a:lnTo>
                <a:lnTo>
                  <a:pt x="11022" y="109872"/>
                </a:lnTo>
                <a:close/>
                <a:moveTo>
                  <a:pt x="37633" y="321419"/>
                </a:moveTo>
                <a:lnTo>
                  <a:pt x="38728" y="323073"/>
                </a:lnTo>
                <a:lnTo>
                  <a:pt x="37086" y="322246"/>
                </a:lnTo>
                <a:close/>
                <a:moveTo>
                  <a:pt x="43451" y="286850"/>
                </a:moveTo>
                <a:lnTo>
                  <a:pt x="44330" y="288498"/>
                </a:lnTo>
                <a:lnTo>
                  <a:pt x="43011" y="287674"/>
                </a:lnTo>
                <a:close/>
                <a:moveTo>
                  <a:pt x="25217" y="368442"/>
                </a:moveTo>
                <a:lnTo>
                  <a:pt x="26018" y="370170"/>
                </a:lnTo>
                <a:lnTo>
                  <a:pt x="24816" y="369306"/>
                </a:lnTo>
                <a:close/>
                <a:moveTo>
                  <a:pt x="48675" y="77079"/>
                </a:moveTo>
                <a:lnTo>
                  <a:pt x="50378" y="77612"/>
                </a:lnTo>
                <a:lnTo>
                  <a:pt x="47823" y="77345"/>
                </a:lnTo>
                <a:close/>
                <a:moveTo>
                  <a:pt x="27841" y="164530"/>
                </a:moveTo>
                <a:lnTo>
                  <a:pt x="28810" y="165373"/>
                </a:lnTo>
                <a:lnTo>
                  <a:pt x="27356" y="164952"/>
                </a:lnTo>
                <a:close/>
                <a:moveTo>
                  <a:pt x="12106" y="173988"/>
                </a:moveTo>
                <a:lnTo>
                  <a:pt x="12628" y="175482"/>
                </a:lnTo>
                <a:lnTo>
                  <a:pt x="11844" y="174735"/>
                </a:lnTo>
                <a:close/>
                <a:moveTo>
                  <a:pt x="25629" y="310327"/>
                </a:moveTo>
                <a:lnTo>
                  <a:pt x="26770" y="312089"/>
                </a:lnTo>
                <a:lnTo>
                  <a:pt x="25058" y="311208"/>
                </a:lnTo>
                <a:close/>
                <a:moveTo>
                  <a:pt x="62430" y="307428"/>
                </a:moveTo>
                <a:lnTo>
                  <a:pt x="64335" y="309099"/>
                </a:lnTo>
                <a:lnTo>
                  <a:pt x="61477" y="308264"/>
                </a:lnTo>
                <a:close/>
                <a:moveTo>
                  <a:pt x="65985" y="179641"/>
                </a:moveTo>
                <a:lnTo>
                  <a:pt x="67432" y="180045"/>
                </a:lnTo>
                <a:lnTo>
                  <a:pt x="65262" y="179843"/>
                </a:lnTo>
                <a:close/>
                <a:moveTo>
                  <a:pt x="26369" y="142451"/>
                </a:moveTo>
                <a:lnTo>
                  <a:pt x="27870" y="142762"/>
                </a:lnTo>
                <a:lnTo>
                  <a:pt x="25618" y="142606"/>
                </a:lnTo>
                <a:close/>
                <a:moveTo>
                  <a:pt x="53654" y="31635"/>
                </a:moveTo>
                <a:lnTo>
                  <a:pt x="54786" y="32662"/>
                </a:lnTo>
                <a:lnTo>
                  <a:pt x="53088" y="32149"/>
                </a:lnTo>
                <a:close/>
                <a:moveTo>
                  <a:pt x="59798" y="275448"/>
                </a:moveTo>
                <a:lnTo>
                  <a:pt x="60422" y="276747"/>
                </a:lnTo>
                <a:lnTo>
                  <a:pt x="59487" y="276097"/>
                </a:lnTo>
                <a:close/>
                <a:moveTo>
                  <a:pt x="17320" y="268784"/>
                </a:moveTo>
                <a:lnTo>
                  <a:pt x="18434" y="270518"/>
                </a:lnTo>
                <a:lnTo>
                  <a:pt x="16762" y="269651"/>
                </a:lnTo>
                <a:close/>
                <a:moveTo>
                  <a:pt x="32295" y="117864"/>
                </a:moveTo>
                <a:lnTo>
                  <a:pt x="33219" y="119601"/>
                </a:lnTo>
                <a:lnTo>
                  <a:pt x="31833" y="118732"/>
                </a:lnTo>
                <a:close/>
                <a:moveTo>
                  <a:pt x="25252" y="105222"/>
                </a:moveTo>
                <a:lnTo>
                  <a:pt x="26592" y="106527"/>
                </a:lnTo>
                <a:lnTo>
                  <a:pt x="24582" y="105874"/>
                </a:lnTo>
                <a:close/>
                <a:moveTo>
                  <a:pt x="66702" y="33950"/>
                </a:moveTo>
                <a:lnTo>
                  <a:pt x="67662" y="35335"/>
                </a:lnTo>
                <a:lnTo>
                  <a:pt x="66223" y="34643"/>
                </a:lnTo>
                <a:close/>
                <a:moveTo>
                  <a:pt x="35534" y="301134"/>
                </a:moveTo>
                <a:lnTo>
                  <a:pt x="37132" y="301572"/>
                </a:lnTo>
                <a:lnTo>
                  <a:pt x="34735" y="301353"/>
                </a:lnTo>
                <a:close/>
                <a:moveTo>
                  <a:pt x="4381" y="76585"/>
                </a:moveTo>
                <a:lnTo>
                  <a:pt x="5293" y="77158"/>
                </a:lnTo>
                <a:lnTo>
                  <a:pt x="3925" y="76871"/>
                </a:lnTo>
                <a:close/>
                <a:moveTo>
                  <a:pt x="20944" y="49049"/>
                </a:moveTo>
                <a:lnTo>
                  <a:pt x="21343" y="50136"/>
                </a:lnTo>
                <a:lnTo>
                  <a:pt x="20745" y="49592"/>
                </a:lnTo>
                <a:close/>
                <a:moveTo>
                  <a:pt x="53913" y="68809"/>
                </a:moveTo>
                <a:lnTo>
                  <a:pt x="54437" y="70202"/>
                </a:lnTo>
                <a:lnTo>
                  <a:pt x="53651" y="69506"/>
                </a:lnTo>
                <a:close/>
                <a:moveTo>
                  <a:pt x="6421" y="60326"/>
                </a:moveTo>
                <a:lnTo>
                  <a:pt x="7678" y="61072"/>
                </a:lnTo>
                <a:lnTo>
                  <a:pt x="5792" y="60699"/>
                </a:lnTo>
                <a:close/>
                <a:moveTo>
                  <a:pt x="55810" y="220336"/>
                </a:moveTo>
                <a:lnTo>
                  <a:pt x="57128" y="221197"/>
                </a:lnTo>
                <a:lnTo>
                  <a:pt x="55151" y="220767"/>
                </a:lnTo>
                <a:close/>
                <a:moveTo>
                  <a:pt x="2801" y="357808"/>
                </a:moveTo>
                <a:lnTo>
                  <a:pt x="3872" y="359349"/>
                </a:lnTo>
                <a:lnTo>
                  <a:pt x="2266" y="358579"/>
                </a:lnTo>
                <a:close/>
                <a:moveTo>
                  <a:pt x="8278" y="187966"/>
                </a:moveTo>
                <a:lnTo>
                  <a:pt x="9626" y="188498"/>
                </a:lnTo>
                <a:lnTo>
                  <a:pt x="7603" y="188232"/>
                </a:lnTo>
                <a:close/>
                <a:moveTo>
                  <a:pt x="6061" y="407906"/>
                </a:moveTo>
                <a:lnTo>
                  <a:pt x="8147" y="409706"/>
                </a:lnTo>
                <a:lnTo>
                  <a:pt x="5017" y="408806"/>
                </a:lnTo>
                <a:close/>
                <a:moveTo>
                  <a:pt x="38969" y="319352"/>
                </a:moveTo>
                <a:lnTo>
                  <a:pt x="40432" y="320369"/>
                </a:lnTo>
                <a:lnTo>
                  <a:pt x="38238" y="319861"/>
                </a:lnTo>
                <a:close/>
                <a:moveTo>
                  <a:pt x="12890" y="279671"/>
                </a:moveTo>
                <a:lnTo>
                  <a:pt x="14060" y="280989"/>
                </a:lnTo>
                <a:lnTo>
                  <a:pt x="12305" y="280330"/>
                </a:lnTo>
                <a:close/>
                <a:moveTo>
                  <a:pt x="3802" y="127584"/>
                </a:moveTo>
                <a:lnTo>
                  <a:pt x="4361" y="129028"/>
                </a:lnTo>
                <a:lnTo>
                  <a:pt x="3523" y="128306"/>
                </a:lnTo>
                <a:close/>
                <a:moveTo>
                  <a:pt x="34399" y="124179"/>
                </a:moveTo>
                <a:lnTo>
                  <a:pt x="36195" y="125260"/>
                </a:lnTo>
                <a:lnTo>
                  <a:pt x="33501" y="124720"/>
                </a:lnTo>
                <a:close/>
                <a:moveTo>
                  <a:pt x="21194" y="170603"/>
                </a:moveTo>
                <a:lnTo>
                  <a:pt x="21547" y="170994"/>
                </a:lnTo>
                <a:lnTo>
                  <a:pt x="21017" y="170799"/>
                </a:lnTo>
                <a:close/>
                <a:moveTo>
                  <a:pt x="3436" y="419417"/>
                </a:moveTo>
                <a:lnTo>
                  <a:pt x="5411" y="420533"/>
                </a:lnTo>
                <a:lnTo>
                  <a:pt x="2448" y="419975"/>
                </a:lnTo>
                <a:close/>
                <a:moveTo>
                  <a:pt x="66731" y="234835"/>
                </a:moveTo>
                <a:lnTo>
                  <a:pt x="68342" y="235292"/>
                </a:lnTo>
                <a:lnTo>
                  <a:pt x="65926" y="235064"/>
                </a:lnTo>
                <a:close/>
                <a:moveTo>
                  <a:pt x="31403" y="266155"/>
                </a:moveTo>
                <a:lnTo>
                  <a:pt x="32509" y="267434"/>
                </a:lnTo>
                <a:lnTo>
                  <a:pt x="30849" y="266794"/>
                </a:lnTo>
                <a:close/>
                <a:moveTo>
                  <a:pt x="24894" y="285270"/>
                </a:moveTo>
                <a:lnTo>
                  <a:pt x="25629" y="286305"/>
                </a:lnTo>
                <a:lnTo>
                  <a:pt x="24527" y="285788"/>
                </a:lnTo>
                <a:close/>
                <a:moveTo>
                  <a:pt x="30821" y="229024"/>
                </a:moveTo>
                <a:lnTo>
                  <a:pt x="31273" y="229688"/>
                </a:lnTo>
                <a:lnTo>
                  <a:pt x="30595" y="229356"/>
                </a:lnTo>
                <a:close/>
                <a:moveTo>
                  <a:pt x="50953" y="71696"/>
                </a:moveTo>
                <a:lnTo>
                  <a:pt x="52185" y="73488"/>
                </a:lnTo>
                <a:lnTo>
                  <a:pt x="50338" y="72592"/>
                </a:lnTo>
                <a:close/>
                <a:moveTo>
                  <a:pt x="43542" y="319864"/>
                </a:moveTo>
                <a:lnTo>
                  <a:pt x="45318" y="321617"/>
                </a:lnTo>
                <a:lnTo>
                  <a:pt x="42654" y="320741"/>
                </a:lnTo>
                <a:close/>
                <a:moveTo>
                  <a:pt x="27995" y="172024"/>
                </a:moveTo>
                <a:lnTo>
                  <a:pt x="29742" y="172362"/>
                </a:lnTo>
                <a:lnTo>
                  <a:pt x="27122" y="172193"/>
                </a:lnTo>
                <a:close/>
                <a:moveTo>
                  <a:pt x="33675" y="117750"/>
                </a:moveTo>
                <a:lnTo>
                  <a:pt x="35055" y="119149"/>
                </a:lnTo>
                <a:lnTo>
                  <a:pt x="32985" y="118450"/>
                </a:lnTo>
                <a:close/>
                <a:moveTo>
                  <a:pt x="61140" y="220641"/>
                </a:moveTo>
                <a:lnTo>
                  <a:pt x="62770" y="221060"/>
                </a:lnTo>
                <a:lnTo>
                  <a:pt x="60325" y="220850"/>
                </a:lnTo>
                <a:close/>
                <a:moveTo>
                  <a:pt x="47037" y="405372"/>
                </a:moveTo>
                <a:lnTo>
                  <a:pt x="48525" y="406408"/>
                </a:lnTo>
                <a:lnTo>
                  <a:pt x="46292" y="405890"/>
                </a:lnTo>
                <a:close/>
                <a:moveTo>
                  <a:pt x="36629" y="179068"/>
                </a:moveTo>
                <a:lnTo>
                  <a:pt x="37310" y="179664"/>
                </a:lnTo>
                <a:lnTo>
                  <a:pt x="36288" y="179366"/>
                </a:lnTo>
                <a:close/>
                <a:moveTo>
                  <a:pt x="56487" y="224490"/>
                </a:moveTo>
                <a:lnTo>
                  <a:pt x="56908" y="225713"/>
                </a:lnTo>
                <a:lnTo>
                  <a:pt x="56277" y="225101"/>
                </a:lnTo>
                <a:close/>
                <a:moveTo>
                  <a:pt x="59007" y="283656"/>
                </a:moveTo>
                <a:lnTo>
                  <a:pt x="59690" y="285384"/>
                </a:lnTo>
                <a:lnTo>
                  <a:pt x="58665" y="284520"/>
                </a:lnTo>
                <a:close/>
                <a:moveTo>
                  <a:pt x="13599" y="221244"/>
                </a:moveTo>
                <a:lnTo>
                  <a:pt x="14800" y="221793"/>
                </a:lnTo>
                <a:lnTo>
                  <a:pt x="12999" y="221518"/>
                </a:lnTo>
                <a:close/>
                <a:moveTo>
                  <a:pt x="19543" y="80545"/>
                </a:moveTo>
                <a:lnTo>
                  <a:pt x="20203" y="80907"/>
                </a:lnTo>
                <a:lnTo>
                  <a:pt x="19213" y="80726"/>
                </a:lnTo>
                <a:close/>
                <a:moveTo>
                  <a:pt x="46050" y="290315"/>
                </a:moveTo>
                <a:lnTo>
                  <a:pt x="46865" y="292043"/>
                </a:lnTo>
                <a:lnTo>
                  <a:pt x="45642" y="291179"/>
                </a:lnTo>
                <a:close/>
                <a:moveTo>
                  <a:pt x="30495" y="198555"/>
                </a:moveTo>
                <a:lnTo>
                  <a:pt x="32560" y="199829"/>
                </a:lnTo>
                <a:lnTo>
                  <a:pt x="29462" y="199192"/>
                </a:lnTo>
                <a:close/>
                <a:moveTo>
                  <a:pt x="33470" y="325544"/>
                </a:moveTo>
                <a:lnTo>
                  <a:pt x="35190" y="326306"/>
                </a:lnTo>
                <a:lnTo>
                  <a:pt x="32611" y="325925"/>
                </a:lnTo>
                <a:close/>
                <a:moveTo>
                  <a:pt x="5745" y="319055"/>
                </a:moveTo>
                <a:lnTo>
                  <a:pt x="7478" y="320255"/>
                </a:lnTo>
                <a:lnTo>
                  <a:pt x="4878" y="319655"/>
                </a:lnTo>
                <a:close/>
                <a:moveTo>
                  <a:pt x="9052" y="324377"/>
                </a:moveTo>
                <a:lnTo>
                  <a:pt x="9727" y="325874"/>
                </a:lnTo>
                <a:lnTo>
                  <a:pt x="8715" y="325126"/>
                </a:lnTo>
                <a:close/>
                <a:moveTo>
                  <a:pt x="44391" y="277319"/>
                </a:moveTo>
                <a:lnTo>
                  <a:pt x="44880" y="278166"/>
                </a:lnTo>
                <a:lnTo>
                  <a:pt x="44147" y="277742"/>
                </a:lnTo>
                <a:close/>
                <a:moveTo>
                  <a:pt x="52166" y="47710"/>
                </a:moveTo>
                <a:lnTo>
                  <a:pt x="52588" y="48630"/>
                </a:lnTo>
                <a:lnTo>
                  <a:pt x="51955" y="48170"/>
                </a:lnTo>
                <a:close/>
                <a:moveTo>
                  <a:pt x="60547" y="274304"/>
                </a:moveTo>
                <a:lnTo>
                  <a:pt x="61323" y="274727"/>
                </a:lnTo>
                <a:lnTo>
                  <a:pt x="60160" y="274516"/>
                </a:lnTo>
                <a:close/>
                <a:moveTo>
                  <a:pt x="59445" y="367320"/>
                </a:moveTo>
                <a:lnTo>
                  <a:pt x="61092" y="367930"/>
                </a:lnTo>
                <a:lnTo>
                  <a:pt x="58621" y="367625"/>
                </a:lnTo>
                <a:close/>
                <a:moveTo>
                  <a:pt x="53417" y="3401"/>
                </a:moveTo>
                <a:lnTo>
                  <a:pt x="54086" y="4181"/>
                </a:lnTo>
                <a:lnTo>
                  <a:pt x="53083" y="3791"/>
                </a:lnTo>
                <a:close/>
                <a:moveTo>
                  <a:pt x="67842" y="14653"/>
                </a:moveTo>
                <a:lnTo>
                  <a:pt x="68490" y="16054"/>
                </a:lnTo>
                <a:lnTo>
                  <a:pt x="67518" y="15354"/>
                </a:lnTo>
                <a:close/>
                <a:moveTo>
                  <a:pt x="54222" y="116227"/>
                </a:moveTo>
                <a:lnTo>
                  <a:pt x="54713" y="117808"/>
                </a:lnTo>
                <a:lnTo>
                  <a:pt x="53976" y="117018"/>
                </a:lnTo>
                <a:close/>
                <a:moveTo>
                  <a:pt x="68787" y="396181"/>
                </a:moveTo>
                <a:lnTo>
                  <a:pt x="70184" y="396609"/>
                </a:lnTo>
                <a:lnTo>
                  <a:pt x="68088" y="396395"/>
                </a:lnTo>
                <a:close/>
                <a:moveTo>
                  <a:pt x="52671" y="282897"/>
                </a:moveTo>
                <a:lnTo>
                  <a:pt x="54559" y="284336"/>
                </a:lnTo>
                <a:lnTo>
                  <a:pt x="51727" y="283616"/>
                </a:lnTo>
                <a:close/>
                <a:moveTo>
                  <a:pt x="36055" y="425909"/>
                </a:moveTo>
                <a:lnTo>
                  <a:pt x="37260" y="426878"/>
                </a:lnTo>
                <a:lnTo>
                  <a:pt x="35453" y="426393"/>
                </a:lnTo>
                <a:close/>
                <a:moveTo>
                  <a:pt x="45468" y="343571"/>
                </a:moveTo>
                <a:lnTo>
                  <a:pt x="46906" y="345283"/>
                </a:lnTo>
                <a:lnTo>
                  <a:pt x="44750" y="344427"/>
                </a:lnTo>
                <a:close/>
                <a:moveTo>
                  <a:pt x="19872" y="390844"/>
                </a:moveTo>
                <a:lnTo>
                  <a:pt x="21847" y="391664"/>
                </a:lnTo>
                <a:lnTo>
                  <a:pt x="18885" y="391254"/>
                </a:lnTo>
                <a:close/>
                <a:moveTo>
                  <a:pt x="2865" y="261868"/>
                </a:moveTo>
                <a:lnTo>
                  <a:pt x="4361" y="263607"/>
                </a:lnTo>
                <a:lnTo>
                  <a:pt x="2116" y="262737"/>
                </a:lnTo>
                <a:close/>
                <a:moveTo>
                  <a:pt x="39934" y="315542"/>
                </a:moveTo>
                <a:lnTo>
                  <a:pt x="41689" y="316094"/>
                </a:lnTo>
                <a:lnTo>
                  <a:pt x="39056" y="315818"/>
                </a:lnTo>
                <a:close/>
                <a:moveTo>
                  <a:pt x="47539" y="190702"/>
                </a:moveTo>
                <a:lnTo>
                  <a:pt x="48289" y="191414"/>
                </a:lnTo>
                <a:lnTo>
                  <a:pt x="47164" y="191058"/>
                </a:lnTo>
                <a:close/>
                <a:moveTo>
                  <a:pt x="26250" y="320183"/>
                </a:moveTo>
                <a:lnTo>
                  <a:pt x="27622" y="320964"/>
                </a:lnTo>
                <a:lnTo>
                  <a:pt x="25565" y="320574"/>
                </a:lnTo>
                <a:close/>
                <a:moveTo>
                  <a:pt x="4731" y="343217"/>
                </a:moveTo>
                <a:lnTo>
                  <a:pt x="6476" y="344771"/>
                </a:lnTo>
                <a:lnTo>
                  <a:pt x="3859" y="343994"/>
                </a:lnTo>
                <a:close/>
                <a:moveTo>
                  <a:pt x="55900" y="26747"/>
                </a:moveTo>
                <a:lnTo>
                  <a:pt x="56770" y="27741"/>
                </a:lnTo>
                <a:lnTo>
                  <a:pt x="55465" y="27244"/>
                </a:lnTo>
                <a:close/>
                <a:moveTo>
                  <a:pt x="21653" y="359138"/>
                </a:moveTo>
                <a:lnTo>
                  <a:pt x="22381" y="359459"/>
                </a:lnTo>
                <a:lnTo>
                  <a:pt x="21288" y="359298"/>
                </a:lnTo>
                <a:close/>
                <a:moveTo>
                  <a:pt x="32443" y="21178"/>
                </a:moveTo>
                <a:lnTo>
                  <a:pt x="32846" y="22387"/>
                </a:lnTo>
                <a:lnTo>
                  <a:pt x="32242" y="21783"/>
                </a:lnTo>
                <a:close/>
                <a:moveTo>
                  <a:pt x="43170" y="236060"/>
                </a:moveTo>
                <a:lnTo>
                  <a:pt x="43650" y="237201"/>
                </a:lnTo>
                <a:lnTo>
                  <a:pt x="42930" y="236631"/>
                </a:lnTo>
                <a:close/>
                <a:moveTo>
                  <a:pt x="37464" y="132161"/>
                </a:moveTo>
                <a:lnTo>
                  <a:pt x="38227" y="132695"/>
                </a:lnTo>
                <a:lnTo>
                  <a:pt x="37083" y="132428"/>
                </a:lnTo>
                <a:close/>
                <a:moveTo>
                  <a:pt x="34685" y="159422"/>
                </a:moveTo>
                <a:lnTo>
                  <a:pt x="36118" y="160733"/>
                </a:lnTo>
                <a:lnTo>
                  <a:pt x="33968" y="160078"/>
                </a:lnTo>
                <a:close/>
                <a:moveTo>
                  <a:pt x="20191" y="264460"/>
                </a:moveTo>
                <a:lnTo>
                  <a:pt x="21019" y="265879"/>
                </a:lnTo>
                <a:lnTo>
                  <a:pt x="19777" y="265170"/>
                </a:lnTo>
                <a:close/>
                <a:moveTo>
                  <a:pt x="15147" y="258858"/>
                </a:moveTo>
                <a:lnTo>
                  <a:pt x="16859" y="260357"/>
                </a:lnTo>
                <a:lnTo>
                  <a:pt x="14291" y="259607"/>
                </a:lnTo>
                <a:close/>
                <a:moveTo>
                  <a:pt x="38019" y="397662"/>
                </a:moveTo>
                <a:lnTo>
                  <a:pt x="40193" y="399151"/>
                </a:lnTo>
                <a:lnTo>
                  <a:pt x="36932" y="398407"/>
                </a:lnTo>
                <a:close/>
                <a:moveTo>
                  <a:pt x="25974" y="115590"/>
                </a:moveTo>
                <a:lnTo>
                  <a:pt x="27483" y="116082"/>
                </a:lnTo>
                <a:lnTo>
                  <a:pt x="25219" y="115836"/>
                </a:lnTo>
                <a:close/>
                <a:moveTo>
                  <a:pt x="13247" y="40395"/>
                </a:moveTo>
                <a:lnTo>
                  <a:pt x="14801" y="41276"/>
                </a:lnTo>
                <a:lnTo>
                  <a:pt x="12470" y="40835"/>
                </a:lnTo>
                <a:close/>
                <a:moveTo>
                  <a:pt x="65366" y="351546"/>
                </a:moveTo>
                <a:lnTo>
                  <a:pt x="66700" y="352357"/>
                </a:lnTo>
                <a:lnTo>
                  <a:pt x="64700" y="351951"/>
                </a:lnTo>
                <a:close/>
                <a:moveTo>
                  <a:pt x="23296" y="21988"/>
                </a:moveTo>
                <a:lnTo>
                  <a:pt x="23851" y="23596"/>
                </a:lnTo>
                <a:lnTo>
                  <a:pt x="23019" y="22792"/>
                </a:lnTo>
                <a:close/>
                <a:moveTo>
                  <a:pt x="21728" y="2722"/>
                </a:moveTo>
                <a:lnTo>
                  <a:pt x="23891" y="3592"/>
                </a:lnTo>
                <a:lnTo>
                  <a:pt x="20646" y="3157"/>
                </a:lnTo>
                <a:close/>
                <a:moveTo>
                  <a:pt x="55091" y="197123"/>
                </a:moveTo>
                <a:lnTo>
                  <a:pt x="57232" y="197543"/>
                </a:lnTo>
                <a:lnTo>
                  <a:pt x="54020" y="197333"/>
                </a:lnTo>
                <a:close/>
                <a:moveTo>
                  <a:pt x="33994" y="281983"/>
                </a:moveTo>
                <a:lnTo>
                  <a:pt x="34389" y="283659"/>
                </a:lnTo>
                <a:lnTo>
                  <a:pt x="33796" y="282821"/>
                </a:lnTo>
                <a:close/>
                <a:moveTo>
                  <a:pt x="24547" y="295340"/>
                </a:moveTo>
                <a:lnTo>
                  <a:pt x="25043" y="295758"/>
                </a:lnTo>
                <a:lnTo>
                  <a:pt x="24299" y="295549"/>
                </a:lnTo>
                <a:close/>
                <a:moveTo>
                  <a:pt x="6915" y="343784"/>
                </a:moveTo>
                <a:lnTo>
                  <a:pt x="9007" y="345458"/>
                </a:lnTo>
                <a:lnTo>
                  <a:pt x="5868" y="344621"/>
                </a:lnTo>
                <a:close/>
                <a:moveTo>
                  <a:pt x="38009" y="39008"/>
                </a:moveTo>
                <a:lnTo>
                  <a:pt x="39797" y="40069"/>
                </a:lnTo>
                <a:lnTo>
                  <a:pt x="37115" y="39538"/>
                </a:lnTo>
                <a:close/>
                <a:moveTo>
                  <a:pt x="55635" y="276265"/>
                </a:moveTo>
                <a:lnTo>
                  <a:pt x="57032" y="276821"/>
                </a:lnTo>
                <a:lnTo>
                  <a:pt x="54936" y="276543"/>
                </a:lnTo>
                <a:close/>
                <a:moveTo>
                  <a:pt x="10866" y="34787"/>
                </a:moveTo>
                <a:lnTo>
                  <a:pt x="12015" y="35520"/>
                </a:lnTo>
                <a:lnTo>
                  <a:pt x="10291" y="35153"/>
                </a:lnTo>
                <a:close/>
                <a:moveTo>
                  <a:pt x="67656" y="20449"/>
                </a:moveTo>
                <a:lnTo>
                  <a:pt x="69410" y="20929"/>
                </a:lnTo>
                <a:lnTo>
                  <a:pt x="66779" y="20689"/>
                </a:lnTo>
                <a:close/>
                <a:moveTo>
                  <a:pt x="8088" y="402397"/>
                </a:moveTo>
                <a:lnTo>
                  <a:pt x="8845" y="403590"/>
                </a:lnTo>
                <a:lnTo>
                  <a:pt x="7710" y="402994"/>
                </a:lnTo>
                <a:close/>
                <a:moveTo>
                  <a:pt x="41800" y="173568"/>
                </a:moveTo>
                <a:lnTo>
                  <a:pt x="42798" y="174079"/>
                </a:lnTo>
                <a:lnTo>
                  <a:pt x="41301" y="173824"/>
                </a:lnTo>
                <a:close/>
                <a:moveTo>
                  <a:pt x="49560" y="161649"/>
                </a:moveTo>
                <a:lnTo>
                  <a:pt x="51022" y="163177"/>
                </a:lnTo>
                <a:lnTo>
                  <a:pt x="48829" y="162413"/>
                </a:lnTo>
                <a:close/>
                <a:moveTo>
                  <a:pt x="6175" y="184125"/>
                </a:moveTo>
                <a:lnTo>
                  <a:pt x="7178" y="185824"/>
                </a:lnTo>
                <a:lnTo>
                  <a:pt x="5673" y="184974"/>
                </a:lnTo>
                <a:close/>
                <a:moveTo>
                  <a:pt x="44333" y="85198"/>
                </a:moveTo>
                <a:lnTo>
                  <a:pt x="45531" y="85520"/>
                </a:lnTo>
                <a:lnTo>
                  <a:pt x="43734" y="85359"/>
                </a:lnTo>
                <a:close/>
                <a:moveTo>
                  <a:pt x="36853" y="29609"/>
                </a:moveTo>
                <a:lnTo>
                  <a:pt x="37459" y="30672"/>
                </a:lnTo>
                <a:lnTo>
                  <a:pt x="36551" y="30140"/>
                </a:lnTo>
                <a:close/>
                <a:moveTo>
                  <a:pt x="38523" y="92125"/>
                </a:moveTo>
                <a:lnTo>
                  <a:pt x="39952" y="92893"/>
                </a:lnTo>
                <a:lnTo>
                  <a:pt x="37808" y="92509"/>
                </a:lnTo>
                <a:close/>
                <a:moveTo>
                  <a:pt x="50051" y="21995"/>
                </a:moveTo>
                <a:lnTo>
                  <a:pt x="51958" y="22969"/>
                </a:lnTo>
                <a:lnTo>
                  <a:pt x="49098" y="22482"/>
                </a:lnTo>
                <a:close/>
                <a:moveTo>
                  <a:pt x="12963" y="126246"/>
                </a:moveTo>
                <a:lnTo>
                  <a:pt x="14475" y="126689"/>
                </a:lnTo>
                <a:lnTo>
                  <a:pt x="12207" y="126468"/>
                </a:lnTo>
                <a:close/>
                <a:moveTo>
                  <a:pt x="64723" y="95732"/>
                </a:moveTo>
                <a:lnTo>
                  <a:pt x="65833" y="96141"/>
                </a:lnTo>
                <a:lnTo>
                  <a:pt x="64169" y="95937"/>
                </a:lnTo>
                <a:close/>
                <a:moveTo>
                  <a:pt x="32799" y="419302"/>
                </a:moveTo>
                <a:lnTo>
                  <a:pt x="33495" y="419869"/>
                </a:lnTo>
                <a:lnTo>
                  <a:pt x="32452" y="419585"/>
                </a:lnTo>
                <a:close/>
                <a:moveTo>
                  <a:pt x="39142" y="278795"/>
                </a:moveTo>
                <a:lnTo>
                  <a:pt x="39756" y="279424"/>
                </a:lnTo>
                <a:lnTo>
                  <a:pt x="38835" y="279110"/>
                </a:lnTo>
                <a:close/>
                <a:moveTo>
                  <a:pt x="43152" y="103733"/>
                </a:moveTo>
                <a:lnTo>
                  <a:pt x="43553" y="105075"/>
                </a:lnTo>
                <a:lnTo>
                  <a:pt x="42951" y="104404"/>
                </a:lnTo>
                <a:close/>
                <a:moveTo>
                  <a:pt x="61655" y="351416"/>
                </a:moveTo>
                <a:lnTo>
                  <a:pt x="63587" y="352035"/>
                </a:lnTo>
                <a:lnTo>
                  <a:pt x="60689" y="351726"/>
                </a:lnTo>
                <a:close/>
                <a:moveTo>
                  <a:pt x="22560" y="261327"/>
                </a:moveTo>
                <a:lnTo>
                  <a:pt x="24049" y="262566"/>
                </a:lnTo>
                <a:lnTo>
                  <a:pt x="21815" y="261946"/>
                </a:lnTo>
                <a:close/>
                <a:moveTo>
                  <a:pt x="39577" y="101259"/>
                </a:moveTo>
                <a:lnTo>
                  <a:pt x="40369" y="101686"/>
                </a:lnTo>
                <a:lnTo>
                  <a:pt x="39182" y="101473"/>
                </a:lnTo>
                <a:close/>
                <a:moveTo>
                  <a:pt x="4886" y="253086"/>
                </a:moveTo>
                <a:lnTo>
                  <a:pt x="5396" y="254701"/>
                </a:lnTo>
                <a:lnTo>
                  <a:pt x="4632" y="253893"/>
                </a:lnTo>
                <a:close/>
                <a:moveTo>
                  <a:pt x="67992" y="63062"/>
                </a:moveTo>
                <a:lnTo>
                  <a:pt x="70129" y="64298"/>
                </a:lnTo>
                <a:lnTo>
                  <a:pt x="66924" y="63680"/>
                </a:lnTo>
                <a:close/>
                <a:moveTo>
                  <a:pt x="1262" y="166615"/>
                </a:moveTo>
                <a:lnTo>
                  <a:pt x="2280" y="167379"/>
                </a:lnTo>
                <a:lnTo>
                  <a:pt x="753" y="166997"/>
                </a:lnTo>
                <a:close/>
                <a:moveTo>
                  <a:pt x="5565" y="105484"/>
                </a:moveTo>
                <a:lnTo>
                  <a:pt x="5947" y="106456"/>
                </a:lnTo>
                <a:lnTo>
                  <a:pt x="5374" y="105970"/>
                </a:lnTo>
                <a:close/>
                <a:moveTo>
                  <a:pt x="34579" y="100354"/>
                </a:moveTo>
                <a:lnTo>
                  <a:pt x="36639" y="101983"/>
                </a:lnTo>
                <a:lnTo>
                  <a:pt x="33549" y="101169"/>
                </a:lnTo>
                <a:close/>
                <a:moveTo>
                  <a:pt x="35833" y="349446"/>
                </a:moveTo>
                <a:lnTo>
                  <a:pt x="36836" y="350876"/>
                </a:lnTo>
                <a:lnTo>
                  <a:pt x="35331" y="350161"/>
                </a:lnTo>
                <a:close/>
                <a:moveTo>
                  <a:pt x="55311" y="152939"/>
                </a:moveTo>
                <a:lnTo>
                  <a:pt x="57031" y="153766"/>
                </a:lnTo>
                <a:lnTo>
                  <a:pt x="54451" y="153353"/>
                </a:lnTo>
                <a:close/>
                <a:moveTo>
                  <a:pt x="12983" y="182251"/>
                </a:moveTo>
                <a:lnTo>
                  <a:pt x="13543" y="183628"/>
                </a:lnTo>
                <a:lnTo>
                  <a:pt x="12703" y="182939"/>
                </a:lnTo>
                <a:close/>
                <a:moveTo>
                  <a:pt x="18484" y="216563"/>
                </a:moveTo>
                <a:lnTo>
                  <a:pt x="20330" y="217761"/>
                </a:lnTo>
                <a:lnTo>
                  <a:pt x="17561" y="217162"/>
                </a:lnTo>
                <a:close/>
                <a:moveTo>
                  <a:pt x="64478" y="316277"/>
                </a:moveTo>
                <a:lnTo>
                  <a:pt x="66110" y="317688"/>
                </a:lnTo>
                <a:lnTo>
                  <a:pt x="63663" y="316983"/>
                </a:lnTo>
                <a:close/>
                <a:moveTo>
                  <a:pt x="49204" y="400605"/>
                </a:moveTo>
                <a:lnTo>
                  <a:pt x="50654" y="401897"/>
                </a:lnTo>
                <a:lnTo>
                  <a:pt x="48480" y="401251"/>
                </a:lnTo>
                <a:close/>
                <a:moveTo>
                  <a:pt x="39358" y="232463"/>
                </a:moveTo>
                <a:lnTo>
                  <a:pt x="41449" y="233213"/>
                </a:lnTo>
                <a:lnTo>
                  <a:pt x="38312" y="232838"/>
                </a:lnTo>
                <a:close/>
                <a:moveTo>
                  <a:pt x="14169" y="218097"/>
                </a:moveTo>
                <a:lnTo>
                  <a:pt x="15096" y="219468"/>
                </a:lnTo>
                <a:lnTo>
                  <a:pt x="13706" y="218782"/>
                </a:lnTo>
                <a:close/>
                <a:moveTo>
                  <a:pt x="45386" y="0"/>
                </a:moveTo>
                <a:lnTo>
                  <a:pt x="46123" y="1229"/>
                </a:lnTo>
                <a:lnTo>
                  <a:pt x="45018" y="614"/>
                </a:lnTo>
                <a:close/>
                <a:moveTo>
                  <a:pt x="28597" y="296264"/>
                </a:moveTo>
                <a:lnTo>
                  <a:pt x="29816" y="296731"/>
                </a:lnTo>
                <a:lnTo>
                  <a:pt x="27988" y="296498"/>
                </a:lnTo>
                <a:close/>
                <a:moveTo>
                  <a:pt x="49134" y="424540"/>
                </a:moveTo>
                <a:lnTo>
                  <a:pt x="49654" y="425764"/>
                </a:lnTo>
                <a:lnTo>
                  <a:pt x="48874" y="425152"/>
                </a:lnTo>
                <a:close/>
                <a:moveTo>
                  <a:pt x="43802" y="266838"/>
                </a:moveTo>
                <a:lnTo>
                  <a:pt x="45087" y="267898"/>
                </a:lnTo>
                <a:lnTo>
                  <a:pt x="43160" y="267368"/>
                </a:lnTo>
                <a:close/>
                <a:moveTo>
                  <a:pt x="70116" y="380209"/>
                </a:moveTo>
                <a:lnTo>
                  <a:pt x="71270" y="381729"/>
                </a:lnTo>
                <a:lnTo>
                  <a:pt x="69539" y="380969"/>
                </a:lnTo>
                <a:close/>
                <a:moveTo>
                  <a:pt x="47587" y="350995"/>
                </a:moveTo>
                <a:lnTo>
                  <a:pt x="49783" y="351402"/>
                </a:lnTo>
                <a:lnTo>
                  <a:pt x="46489" y="351199"/>
                </a:lnTo>
                <a:close/>
                <a:moveTo>
                  <a:pt x="15714" y="100538"/>
                </a:moveTo>
                <a:lnTo>
                  <a:pt x="17578" y="102224"/>
                </a:lnTo>
                <a:lnTo>
                  <a:pt x="14782" y="101381"/>
                </a:lnTo>
                <a:close/>
                <a:moveTo>
                  <a:pt x="16706" y="211259"/>
                </a:moveTo>
                <a:lnTo>
                  <a:pt x="18702" y="212643"/>
                </a:lnTo>
                <a:lnTo>
                  <a:pt x="15708" y="211951"/>
                </a:lnTo>
                <a:close/>
                <a:moveTo>
                  <a:pt x="41944" y="389497"/>
                </a:moveTo>
                <a:lnTo>
                  <a:pt x="44003" y="389934"/>
                </a:lnTo>
                <a:lnTo>
                  <a:pt x="40915" y="389716"/>
                </a:lnTo>
                <a:close/>
                <a:moveTo>
                  <a:pt x="68469" y="126437"/>
                </a:moveTo>
                <a:lnTo>
                  <a:pt x="69956" y="127867"/>
                </a:lnTo>
                <a:lnTo>
                  <a:pt x="67726" y="127152"/>
                </a:lnTo>
                <a:close/>
                <a:moveTo>
                  <a:pt x="21429" y="132987"/>
                </a:moveTo>
                <a:lnTo>
                  <a:pt x="23454" y="134474"/>
                </a:lnTo>
                <a:lnTo>
                  <a:pt x="20416" y="133731"/>
                </a:lnTo>
                <a:close/>
                <a:moveTo>
                  <a:pt x="69220" y="40081"/>
                </a:moveTo>
                <a:lnTo>
                  <a:pt x="70728" y="41491"/>
                </a:lnTo>
                <a:lnTo>
                  <a:pt x="68465" y="40786"/>
                </a:lnTo>
                <a:close/>
                <a:moveTo>
                  <a:pt x="67812" y="316159"/>
                </a:moveTo>
                <a:lnTo>
                  <a:pt x="68680" y="316610"/>
                </a:lnTo>
                <a:lnTo>
                  <a:pt x="67377" y="316385"/>
                </a:lnTo>
                <a:close/>
                <a:moveTo>
                  <a:pt x="12983" y="112299"/>
                </a:moveTo>
                <a:lnTo>
                  <a:pt x="14388" y="113083"/>
                </a:lnTo>
                <a:lnTo>
                  <a:pt x="12280" y="112691"/>
                </a:lnTo>
                <a:close/>
                <a:moveTo>
                  <a:pt x="11263" y="36991"/>
                </a:moveTo>
                <a:lnTo>
                  <a:pt x="12882" y="38513"/>
                </a:lnTo>
                <a:lnTo>
                  <a:pt x="10454" y="37752"/>
                </a:lnTo>
                <a:close/>
                <a:moveTo>
                  <a:pt x="9502" y="223584"/>
                </a:moveTo>
                <a:lnTo>
                  <a:pt x="11666" y="224425"/>
                </a:lnTo>
                <a:lnTo>
                  <a:pt x="8420" y="224005"/>
                </a:lnTo>
                <a:close/>
                <a:moveTo>
                  <a:pt x="38287" y="353421"/>
                </a:moveTo>
                <a:lnTo>
                  <a:pt x="38681" y="355031"/>
                </a:lnTo>
                <a:lnTo>
                  <a:pt x="38090" y="354226"/>
                </a:lnTo>
                <a:close/>
                <a:moveTo>
                  <a:pt x="55066" y="320852"/>
                </a:moveTo>
                <a:lnTo>
                  <a:pt x="56051" y="321890"/>
                </a:lnTo>
                <a:lnTo>
                  <a:pt x="54574" y="321371"/>
                </a:lnTo>
                <a:close/>
                <a:moveTo>
                  <a:pt x="66701" y="25923"/>
                </a:moveTo>
                <a:lnTo>
                  <a:pt x="67203" y="27183"/>
                </a:lnTo>
                <a:lnTo>
                  <a:pt x="66450" y="26553"/>
                </a:lnTo>
                <a:close/>
                <a:moveTo>
                  <a:pt x="67538" y="64255"/>
                </a:moveTo>
                <a:lnTo>
                  <a:pt x="68236" y="65245"/>
                </a:lnTo>
                <a:lnTo>
                  <a:pt x="67188" y="64750"/>
                </a:lnTo>
                <a:close/>
                <a:moveTo>
                  <a:pt x="56092" y="245539"/>
                </a:moveTo>
                <a:lnTo>
                  <a:pt x="57662" y="245917"/>
                </a:lnTo>
                <a:lnTo>
                  <a:pt x="55306" y="245728"/>
                </a:lnTo>
                <a:close/>
                <a:moveTo>
                  <a:pt x="14815" y="255044"/>
                </a:moveTo>
                <a:lnTo>
                  <a:pt x="16506" y="255481"/>
                </a:lnTo>
                <a:lnTo>
                  <a:pt x="13970" y="255263"/>
                </a:lnTo>
                <a:close/>
                <a:moveTo>
                  <a:pt x="7205" y="136520"/>
                </a:moveTo>
                <a:lnTo>
                  <a:pt x="8322" y="137320"/>
                </a:lnTo>
                <a:lnTo>
                  <a:pt x="6647" y="136920"/>
                </a:lnTo>
                <a:close/>
                <a:moveTo>
                  <a:pt x="12777" y="31478"/>
                </a:moveTo>
                <a:lnTo>
                  <a:pt x="14321" y="33208"/>
                </a:lnTo>
                <a:lnTo>
                  <a:pt x="12005" y="32343"/>
                </a:lnTo>
                <a:close/>
                <a:moveTo>
                  <a:pt x="45249" y="400790"/>
                </a:moveTo>
                <a:lnTo>
                  <a:pt x="45833" y="402014"/>
                </a:lnTo>
                <a:lnTo>
                  <a:pt x="44956" y="401402"/>
                </a:lnTo>
                <a:close/>
                <a:moveTo>
                  <a:pt x="26404" y="369269"/>
                </a:moveTo>
                <a:lnTo>
                  <a:pt x="27861" y="370490"/>
                </a:lnTo>
                <a:lnTo>
                  <a:pt x="25675" y="369880"/>
                </a:lnTo>
                <a:close/>
                <a:moveTo>
                  <a:pt x="64877" y="416735"/>
                </a:moveTo>
                <a:lnTo>
                  <a:pt x="65481" y="417692"/>
                </a:lnTo>
                <a:lnTo>
                  <a:pt x="64575" y="417214"/>
                </a:lnTo>
                <a:close/>
                <a:moveTo>
                  <a:pt x="6837" y="243982"/>
                </a:moveTo>
                <a:lnTo>
                  <a:pt x="7602" y="245330"/>
                </a:lnTo>
                <a:lnTo>
                  <a:pt x="6455" y="244656"/>
                </a:lnTo>
                <a:close/>
                <a:moveTo>
                  <a:pt x="25747" y="2503"/>
                </a:moveTo>
                <a:lnTo>
                  <a:pt x="27740" y="2992"/>
                </a:lnTo>
                <a:lnTo>
                  <a:pt x="24751" y="2747"/>
                </a:lnTo>
                <a:close/>
                <a:moveTo>
                  <a:pt x="19658" y="226416"/>
                </a:moveTo>
                <a:lnTo>
                  <a:pt x="20114" y="227875"/>
                </a:lnTo>
                <a:lnTo>
                  <a:pt x="19431" y="227146"/>
                </a:lnTo>
                <a:close/>
                <a:moveTo>
                  <a:pt x="51003" y="50422"/>
                </a:moveTo>
                <a:lnTo>
                  <a:pt x="52501" y="50915"/>
                </a:lnTo>
                <a:lnTo>
                  <a:pt x="50254" y="50668"/>
                </a:lnTo>
                <a:close/>
                <a:moveTo>
                  <a:pt x="37991" y="39912"/>
                </a:moveTo>
                <a:lnTo>
                  <a:pt x="38863" y="40888"/>
                </a:lnTo>
                <a:lnTo>
                  <a:pt x="37556" y="40400"/>
                </a:lnTo>
                <a:close/>
                <a:moveTo>
                  <a:pt x="38976" y="284870"/>
                </a:moveTo>
                <a:lnTo>
                  <a:pt x="41040" y="285673"/>
                </a:lnTo>
                <a:lnTo>
                  <a:pt x="37943" y="285272"/>
                </a:lnTo>
                <a:close/>
                <a:moveTo>
                  <a:pt x="25367" y="90541"/>
                </a:moveTo>
                <a:lnTo>
                  <a:pt x="27081" y="91392"/>
                </a:lnTo>
                <a:lnTo>
                  <a:pt x="24509" y="90966"/>
                </a:lnTo>
                <a:close/>
                <a:moveTo>
                  <a:pt x="15692" y="83113"/>
                </a:moveTo>
                <a:lnTo>
                  <a:pt x="16820" y="84668"/>
                </a:lnTo>
                <a:lnTo>
                  <a:pt x="15128" y="83890"/>
                </a:lnTo>
                <a:close/>
                <a:moveTo>
                  <a:pt x="31523" y="354668"/>
                </a:moveTo>
                <a:lnTo>
                  <a:pt x="32745" y="355841"/>
                </a:lnTo>
                <a:lnTo>
                  <a:pt x="30912" y="355255"/>
                </a:lnTo>
                <a:close/>
                <a:moveTo>
                  <a:pt x="18746" y="177993"/>
                </a:moveTo>
                <a:lnTo>
                  <a:pt x="20436" y="178419"/>
                </a:lnTo>
                <a:lnTo>
                  <a:pt x="17901" y="178206"/>
                </a:lnTo>
                <a:close/>
                <a:moveTo>
                  <a:pt x="32647" y="109611"/>
                </a:moveTo>
                <a:lnTo>
                  <a:pt x="33535" y="110419"/>
                </a:lnTo>
                <a:lnTo>
                  <a:pt x="32203" y="110015"/>
                </a:lnTo>
                <a:close/>
                <a:moveTo>
                  <a:pt x="14729" y="250996"/>
                </a:moveTo>
                <a:lnTo>
                  <a:pt x="15154" y="251654"/>
                </a:lnTo>
                <a:lnTo>
                  <a:pt x="14516" y="251325"/>
                </a:lnTo>
                <a:close/>
                <a:moveTo>
                  <a:pt x="19319" y="78220"/>
                </a:moveTo>
                <a:lnTo>
                  <a:pt x="21212" y="79550"/>
                </a:lnTo>
                <a:lnTo>
                  <a:pt x="18372" y="78885"/>
                </a:lnTo>
                <a:close/>
                <a:moveTo>
                  <a:pt x="63005" y="57169"/>
                </a:moveTo>
                <a:lnTo>
                  <a:pt x="63703" y="57939"/>
                </a:lnTo>
                <a:lnTo>
                  <a:pt x="62656" y="57554"/>
                </a:lnTo>
                <a:close/>
                <a:moveTo>
                  <a:pt x="36457" y="363562"/>
                </a:moveTo>
                <a:lnTo>
                  <a:pt x="38351" y="365152"/>
                </a:lnTo>
                <a:lnTo>
                  <a:pt x="35510" y="364357"/>
                </a:lnTo>
                <a:close/>
                <a:moveTo>
                  <a:pt x="2077" y="11058"/>
                </a:moveTo>
                <a:lnTo>
                  <a:pt x="3050" y="12001"/>
                </a:lnTo>
                <a:lnTo>
                  <a:pt x="1591" y="11530"/>
                </a:lnTo>
                <a:close/>
                <a:moveTo>
                  <a:pt x="1303" y="152234"/>
                </a:moveTo>
                <a:lnTo>
                  <a:pt x="1890" y="153844"/>
                </a:lnTo>
                <a:lnTo>
                  <a:pt x="1010" y="153039"/>
                </a:lnTo>
                <a:close/>
                <a:moveTo>
                  <a:pt x="15589" y="138355"/>
                </a:moveTo>
                <a:lnTo>
                  <a:pt x="16262" y="139927"/>
                </a:lnTo>
                <a:lnTo>
                  <a:pt x="15252" y="139141"/>
                </a:lnTo>
                <a:close/>
                <a:moveTo>
                  <a:pt x="8741" y="191201"/>
                </a:moveTo>
                <a:lnTo>
                  <a:pt x="9499" y="191871"/>
                </a:lnTo>
                <a:lnTo>
                  <a:pt x="8362" y="191536"/>
                </a:lnTo>
                <a:close/>
                <a:moveTo>
                  <a:pt x="70482" y="311244"/>
                </a:moveTo>
                <a:lnTo>
                  <a:pt x="72194" y="312076"/>
                </a:lnTo>
                <a:lnTo>
                  <a:pt x="69626" y="311660"/>
                </a:lnTo>
                <a:close/>
                <a:moveTo>
                  <a:pt x="69284" y="420925"/>
                </a:moveTo>
                <a:lnTo>
                  <a:pt x="70810" y="421565"/>
                </a:lnTo>
                <a:lnTo>
                  <a:pt x="68521" y="421245"/>
                </a:lnTo>
                <a:close/>
                <a:moveTo>
                  <a:pt x="4271" y="237103"/>
                </a:moveTo>
                <a:lnTo>
                  <a:pt x="5521" y="238698"/>
                </a:lnTo>
                <a:lnTo>
                  <a:pt x="3646" y="237900"/>
                </a:lnTo>
                <a:close/>
                <a:moveTo>
                  <a:pt x="70747" y="356090"/>
                </a:moveTo>
                <a:lnTo>
                  <a:pt x="71545" y="357866"/>
                </a:lnTo>
                <a:lnTo>
                  <a:pt x="70348" y="356978"/>
                </a:lnTo>
                <a:close/>
                <a:moveTo>
                  <a:pt x="43745" y="15763"/>
                </a:moveTo>
                <a:lnTo>
                  <a:pt x="44480" y="17501"/>
                </a:lnTo>
                <a:lnTo>
                  <a:pt x="43378" y="16632"/>
                </a:lnTo>
                <a:close/>
                <a:moveTo>
                  <a:pt x="56560" y="322706"/>
                </a:moveTo>
                <a:lnTo>
                  <a:pt x="58134" y="323040"/>
                </a:lnTo>
                <a:lnTo>
                  <a:pt x="55772" y="322873"/>
                </a:lnTo>
                <a:close/>
                <a:moveTo>
                  <a:pt x="66436" y="129301"/>
                </a:moveTo>
                <a:lnTo>
                  <a:pt x="68213" y="130410"/>
                </a:lnTo>
                <a:lnTo>
                  <a:pt x="65547" y="129856"/>
                </a:lnTo>
                <a:close/>
                <a:moveTo>
                  <a:pt x="35037" y="229085"/>
                </a:moveTo>
                <a:lnTo>
                  <a:pt x="37086" y="230638"/>
                </a:lnTo>
                <a:lnTo>
                  <a:pt x="34012" y="229861"/>
                </a:lnTo>
                <a:close/>
                <a:moveTo>
                  <a:pt x="28471" y="371644"/>
                </a:moveTo>
                <a:lnTo>
                  <a:pt x="29145" y="372468"/>
                </a:lnTo>
                <a:lnTo>
                  <a:pt x="28134" y="372056"/>
                </a:lnTo>
                <a:close/>
                <a:moveTo>
                  <a:pt x="23321" y="19690"/>
                </a:moveTo>
                <a:lnTo>
                  <a:pt x="24413" y="19994"/>
                </a:lnTo>
                <a:lnTo>
                  <a:pt x="22775" y="19842"/>
                </a:lnTo>
                <a:close/>
                <a:moveTo>
                  <a:pt x="68671" y="356425"/>
                </a:moveTo>
                <a:lnTo>
                  <a:pt x="69907" y="356818"/>
                </a:lnTo>
                <a:lnTo>
                  <a:pt x="68052" y="356621"/>
                </a:lnTo>
                <a:close/>
                <a:moveTo>
                  <a:pt x="19278" y="336753"/>
                </a:moveTo>
                <a:lnTo>
                  <a:pt x="20171" y="337195"/>
                </a:lnTo>
                <a:lnTo>
                  <a:pt x="18831" y="336974"/>
                </a:lnTo>
                <a:close/>
                <a:moveTo>
                  <a:pt x="30764" y="251780"/>
                </a:moveTo>
                <a:lnTo>
                  <a:pt x="31348" y="252646"/>
                </a:lnTo>
                <a:lnTo>
                  <a:pt x="30472" y="252213"/>
                </a:lnTo>
                <a:close/>
                <a:moveTo>
                  <a:pt x="39827" y="324574"/>
                </a:moveTo>
                <a:lnTo>
                  <a:pt x="40930" y="326361"/>
                </a:lnTo>
                <a:lnTo>
                  <a:pt x="39275" y="325468"/>
                </a:lnTo>
                <a:close/>
                <a:moveTo>
                  <a:pt x="18764" y="326912"/>
                </a:moveTo>
                <a:lnTo>
                  <a:pt x="19261" y="328585"/>
                </a:lnTo>
                <a:lnTo>
                  <a:pt x="18516" y="327748"/>
                </a:lnTo>
                <a:close/>
                <a:moveTo>
                  <a:pt x="39006" y="74780"/>
                </a:moveTo>
                <a:lnTo>
                  <a:pt x="40864" y="76405"/>
                </a:lnTo>
                <a:lnTo>
                  <a:pt x="38077" y="75593"/>
                </a:lnTo>
                <a:close/>
                <a:moveTo>
                  <a:pt x="9957" y="384719"/>
                </a:moveTo>
                <a:lnTo>
                  <a:pt x="12081" y="385552"/>
                </a:lnTo>
                <a:lnTo>
                  <a:pt x="8895" y="385135"/>
                </a:lnTo>
                <a:close/>
                <a:moveTo>
                  <a:pt x="56196" y="313877"/>
                </a:moveTo>
                <a:lnTo>
                  <a:pt x="57595" y="314758"/>
                </a:lnTo>
                <a:lnTo>
                  <a:pt x="55497" y="314317"/>
                </a:lnTo>
                <a:close/>
                <a:moveTo>
                  <a:pt x="22771" y="355666"/>
                </a:moveTo>
                <a:lnTo>
                  <a:pt x="24569" y="357384"/>
                </a:lnTo>
                <a:lnTo>
                  <a:pt x="21872" y="356525"/>
                </a:lnTo>
                <a:close/>
                <a:moveTo>
                  <a:pt x="5638" y="248225"/>
                </a:moveTo>
                <a:lnTo>
                  <a:pt x="7294" y="248851"/>
                </a:lnTo>
                <a:lnTo>
                  <a:pt x="4811" y="248538"/>
                </a:lnTo>
                <a:close/>
                <a:moveTo>
                  <a:pt x="2329" y="389595"/>
                </a:moveTo>
                <a:lnTo>
                  <a:pt x="4124" y="390965"/>
                </a:lnTo>
                <a:lnTo>
                  <a:pt x="1432" y="390280"/>
                </a:lnTo>
                <a:close/>
                <a:moveTo>
                  <a:pt x="24148" y="190621"/>
                </a:moveTo>
                <a:lnTo>
                  <a:pt x="26001" y="191062"/>
                </a:lnTo>
                <a:lnTo>
                  <a:pt x="23221" y="190841"/>
                </a:lnTo>
                <a:close/>
                <a:moveTo>
                  <a:pt x="51454" y="308188"/>
                </a:moveTo>
                <a:lnTo>
                  <a:pt x="52660" y="309918"/>
                </a:lnTo>
                <a:lnTo>
                  <a:pt x="50850" y="309053"/>
                </a:lnTo>
                <a:close/>
                <a:moveTo>
                  <a:pt x="45073" y="385342"/>
                </a:moveTo>
                <a:lnTo>
                  <a:pt x="45782" y="386255"/>
                </a:lnTo>
                <a:lnTo>
                  <a:pt x="44718" y="385799"/>
                </a:lnTo>
                <a:close/>
                <a:moveTo>
                  <a:pt x="21319" y="216912"/>
                </a:moveTo>
                <a:lnTo>
                  <a:pt x="23064" y="218699"/>
                </a:lnTo>
                <a:lnTo>
                  <a:pt x="20446" y="217806"/>
                </a:lnTo>
                <a:close/>
                <a:moveTo>
                  <a:pt x="64585" y="371797"/>
                </a:moveTo>
                <a:lnTo>
                  <a:pt x="66740" y="373197"/>
                </a:lnTo>
                <a:lnTo>
                  <a:pt x="63508" y="372497"/>
                </a:lnTo>
                <a:close/>
                <a:moveTo>
                  <a:pt x="52463" y="38828"/>
                </a:moveTo>
                <a:lnTo>
                  <a:pt x="53567" y="39862"/>
                </a:lnTo>
                <a:lnTo>
                  <a:pt x="51911" y="39345"/>
                </a:lnTo>
                <a:close/>
                <a:moveTo>
                  <a:pt x="8230" y="393086"/>
                </a:moveTo>
                <a:lnTo>
                  <a:pt x="9269" y="393751"/>
                </a:lnTo>
                <a:lnTo>
                  <a:pt x="7710" y="393419"/>
                </a:lnTo>
                <a:close/>
                <a:moveTo>
                  <a:pt x="6591" y="233759"/>
                </a:moveTo>
                <a:lnTo>
                  <a:pt x="7563" y="235481"/>
                </a:lnTo>
                <a:lnTo>
                  <a:pt x="6104" y="234620"/>
                </a:lnTo>
                <a:close/>
                <a:moveTo>
                  <a:pt x="45265" y="187001"/>
                </a:moveTo>
                <a:lnTo>
                  <a:pt x="45906" y="187374"/>
                </a:lnTo>
                <a:lnTo>
                  <a:pt x="44944" y="187187"/>
                </a:lnTo>
                <a:close/>
                <a:moveTo>
                  <a:pt x="49033" y="266578"/>
                </a:moveTo>
                <a:lnTo>
                  <a:pt x="50299" y="267638"/>
                </a:lnTo>
                <a:lnTo>
                  <a:pt x="48401" y="267108"/>
                </a:lnTo>
                <a:close/>
                <a:moveTo>
                  <a:pt x="29602" y="395190"/>
                </a:moveTo>
                <a:lnTo>
                  <a:pt x="30055" y="395837"/>
                </a:lnTo>
                <a:lnTo>
                  <a:pt x="29376" y="395514"/>
                </a:lnTo>
                <a:close/>
                <a:moveTo>
                  <a:pt x="56445" y="136881"/>
                </a:moveTo>
                <a:lnTo>
                  <a:pt x="57409" y="137829"/>
                </a:lnTo>
                <a:lnTo>
                  <a:pt x="55963" y="137355"/>
                </a:lnTo>
                <a:close/>
                <a:moveTo>
                  <a:pt x="21583" y="331004"/>
                </a:moveTo>
                <a:lnTo>
                  <a:pt x="22110" y="332137"/>
                </a:lnTo>
                <a:lnTo>
                  <a:pt x="21319" y="331570"/>
                </a:lnTo>
                <a:close/>
                <a:moveTo>
                  <a:pt x="50870" y="149212"/>
                </a:moveTo>
                <a:lnTo>
                  <a:pt x="52570" y="150045"/>
                </a:lnTo>
                <a:lnTo>
                  <a:pt x="50021" y="149629"/>
                </a:lnTo>
                <a:close/>
                <a:moveTo>
                  <a:pt x="44451" y="43845"/>
                </a:moveTo>
                <a:lnTo>
                  <a:pt x="45388" y="44986"/>
                </a:lnTo>
                <a:lnTo>
                  <a:pt x="43982" y="44415"/>
                </a:lnTo>
                <a:close/>
                <a:moveTo>
                  <a:pt x="43662" y="201798"/>
                </a:moveTo>
                <a:lnTo>
                  <a:pt x="44081" y="202906"/>
                </a:lnTo>
                <a:lnTo>
                  <a:pt x="43453" y="202352"/>
                </a:lnTo>
                <a:close/>
                <a:moveTo>
                  <a:pt x="61434" y="117842"/>
                </a:moveTo>
                <a:lnTo>
                  <a:pt x="62170" y="119073"/>
                </a:lnTo>
                <a:lnTo>
                  <a:pt x="61067" y="118458"/>
                </a:lnTo>
                <a:close/>
                <a:moveTo>
                  <a:pt x="17106" y="43708"/>
                </a:moveTo>
                <a:lnTo>
                  <a:pt x="17594" y="44945"/>
                </a:lnTo>
                <a:lnTo>
                  <a:pt x="16863" y="44326"/>
                </a:lnTo>
                <a:close/>
                <a:moveTo>
                  <a:pt x="62595" y="336236"/>
                </a:moveTo>
                <a:lnTo>
                  <a:pt x="64036" y="337848"/>
                </a:lnTo>
                <a:lnTo>
                  <a:pt x="61875" y="337042"/>
                </a:lnTo>
                <a:close/>
                <a:moveTo>
                  <a:pt x="60248" y="116446"/>
                </a:moveTo>
                <a:lnTo>
                  <a:pt x="61303" y="118207"/>
                </a:lnTo>
                <a:lnTo>
                  <a:pt x="59721" y="117327"/>
                </a:lnTo>
                <a:close/>
                <a:moveTo>
                  <a:pt x="66838" y="279151"/>
                </a:moveTo>
                <a:lnTo>
                  <a:pt x="68353" y="279965"/>
                </a:lnTo>
                <a:lnTo>
                  <a:pt x="66080" y="279558"/>
                </a:lnTo>
                <a:close/>
                <a:moveTo>
                  <a:pt x="7212" y="143045"/>
                </a:moveTo>
                <a:lnTo>
                  <a:pt x="7989" y="144293"/>
                </a:lnTo>
                <a:lnTo>
                  <a:pt x="6824" y="143669"/>
                </a:lnTo>
                <a:close/>
                <a:moveTo>
                  <a:pt x="46741" y="274305"/>
                </a:moveTo>
                <a:lnTo>
                  <a:pt x="48776" y="274606"/>
                </a:lnTo>
                <a:lnTo>
                  <a:pt x="45723" y="274455"/>
                </a:lnTo>
                <a:close/>
                <a:moveTo>
                  <a:pt x="15275" y="42736"/>
                </a:moveTo>
                <a:lnTo>
                  <a:pt x="16309" y="44406"/>
                </a:lnTo>
                <a:lnTo>
                  <a:pt x="14758" y="43571"/>
                </a:lnTo>
                <a:close/>
              </a:path>
            </a:pathLst>
          </a:custGeom>
          <a:solidFill>
            <a:srgbClr val="777777">
              <a:alpha val="20000"/>
            </a:srgbClr>
          </a:solidFill>
          <a:ln w="0" cap="rnd" cmpd="sng" algn="ctr">
            <a:solidFill>
              <a:srgbClr val="FFFFFF">
                <a:alpha val="0"/>
              </a:srgbClr>
            </a:solidFill>
            <a:round/>
            <a:headEnd type="none"/>
            <a:tailEnd type="none"/>
          </a:ln>
        </p:spPr>
      </p:sp>
      <p:sp>
        <p:nvSpPr>
          <p:cNvPr id="359" name="synapse model / 0358 paper texture"/>
          <p:cNvSpPr/>
          <p:nvPr/>
        </p:nvSpPr>
        <p:spPr>
          <a:xfrm>
            <a:off x="392527" y="1007110"/>
            <a:ext cx="667621" cy="3997516"/>
          </a:xfrm>
          <a:custGeom>
            <a:avLst/>
            <a:gdLst/>
            <a:ahLst/>
            <a:cxnLst/>
            <a:rect l="0" t="0" r="r" b="b"/>
            <a:pathLst>
              <a:path w="73012" h="437174" fill="norm" stroke="1" extrusionOk="0">
                <a:moveTo>
                  <a:pt x="33815" y="349140"/>
                </a:moveTo>
                <a:lnTo>
                  <a:pt x="34503" y="349972"/>
                </a:lnTo>
                <a:lnTo>
                  <a:pt x="33470" y="349556"/>
                </a:lnTo>
                <a:close/>
                <a:moveTo>
                  <a:pt x="56987" y="127962"/>
                </a:moveTo>
                <a:lnTo>
                  <a:pt x="58689" y="129161"/>
                </a:lnTo>
                <a:lnTo>
                  <a:pt x="56137" y="128562"/>
                </a:lnTo>
                <a:close/>
                <a:moveTo>
                  <a:pt x="46960" y="12558"/>
                </a:moveTo>
                <a:lnTo>
                  <a:pt x="47976" y="14335"/>
                </a:lnTo>
                <a:lnTo>
                  <a:pt x="46452" y="13447"/>
                </a:lnTo>
                <a:close/>
                <a:moveTo>
                  <a:pt x="27347" y="121591"/>
                </a:moveTo>
                <a:lnTo>
                  <a:pt x="29546" y="122775"/>
                </a:lnTo>
                <a:lnTo>
                  <a:pt x="26248" y="122183"/>
                </a:lnTo>
                <a:close/>
                <a:moveTo>
                  <a:pt x="49808" y="211268"/>
                </a:moveTo>
                <a:lnTo>
                  <a:pt x="51312" y="212153"/>
                </a:lnTo>
                <a:lnTo>
                  <a:pt x="49057" y="211711"/>
                </a:lnTo>
                <a:close/>
                <a:moveTo>
                  <a:pt x="20313" y="127130"/>
                </a:moveTo>
                <a:lnTo>
                  <a:pt x="21083" y="128472"/>
                </a:lnTo>
                <a:lnTo>
                  <a:pt x="19927" y="127801"/>
                </a:lnTo>
                <a:close/>
                <a:moveTo>
                  <a:pt x="7213" y="51033"/>
                </a:moveTo>
                <a:lnTo>
                  <a:pt x="8501" y="52818"/>
                </a:lnTo>
                <a:lnTo>
                  <a:pt x="6569" y="51925"/>
                </a:lnTo>
                <a:close/>
                <a:moveTo>
                  <a:pt x="55768" y="292139"/>
                </a:moveTo>
                <a:lnTo>
                  <a:pt x="57490" y="292748"/>
                </a:lnTo>
                <a:lnTo>
                  <a:pt x="54907" y="292444"/>
                </a:lnTo>
                <a:close/>
                <a:moveTo>
                  <a:pt x="36803" y="7519"/>
                </a:moveTo>
                <a:lnTo>
                  <a:pt x="38115" y="7868"/>
                </a:lnTo>
                <a:lnTo>
                  <a:pt x="36147" y="7694"/>
                </a:lnTo>
                <a:close/>
                <a:moveTo>
                  <a:pt x="9160" y="52621"/>
                </a:moveTo>
                <a:lnTo>
                  <a:pt x="10149" y="53634"/>
                </a:lnTo>
                <a:lnTo>
                  <a:pt x="8665" y="53127"/>
                </a:lnTo>
                <a:close/>
                <a:moveTo>
                  <a:pt x="16351" y="33719"/>
                </a:moveTo>
                <a:lnTo>
                  <a:pt x="16926" y="35444"/>
                </a:lnTo>
                <a:lnTo>
                  <a:pt x="16064" y="34581"/>
                </a:lnTo>
                <a:close/>
                <a:moveTo>
                  <a:pt x="70016" y="399159"/>
                </a:moveTo>
                <a:lnTo>
                  <a:pt x="70619" y="399762"/>
                </a:lnTo>
                <a:lnTo>
                  <a:pt x="69715" y="399461"/>
                </a:lnTo>
                <a:close/>
                <a:moveTo>
                  <a:pt x="62598" y="6638"/>
                </a:moveTo>
                <a:lnTo>
                  <a:pt x="63223" y="7911"/>
                </a:lnTo>
                <a:lnTo>
                  <a:pt x="62285" y="7274"/>
                </a:lnTo>
                <a:close/>
                <a:moveTo>
                  <a:pt x="68574" y="404285"/>
                </a:moveTo>
                <a:lnTo>
                  <a:pt x="70486" y="405061"/>
                </a:lnTo>
                <a:lnTo>
                  <a:pt x="67618" y="404673"/>
                </a:lnTo>
                <a:close/>
                <a:moveTo>
                  <a:pt x="52423" y="409179"/>
                </a:moveTo>
                <a:lnTo>
                  <a:pt x="54437" y="410935"/>
                </a:lnTo>
                <a:lnTo>
                  <a:pt x="51416" y="410057"/>
                </a:lnTo>
                <a:close/>
                <a:moveTo>
                  <a:pt x="54423" y="343676"/>
                </a:moveTo>
                <a:lnTo>
                  <a:pt x="56072" y="344610"/>
                </a:lnTo>
                <a:lnTo>
                  <a:pt x="53599" y="344143"/>
                </a:lnTo>
                <a:close/>
                <a:moveTo>
                  <a:pt x="41185" y="406142"/>
                </a:moveTo>
                <a:lnTo>
                  <a:pt x="42593" y="406481"/>
                </a:lnTo>
                <a:lnTo>
                  <a:pt x="40482" y="406312"/>
                </a:lnTo>
                <a:close/>
                <a:moveTo>
                  <a:pt x="32392" y="380506"/>
                </a:moveTo>
                <a:lnTo>
                  <a:pt x="34053" y="381530"/>
                </a:lnTo>
                <a:lnTo>
                  <a:pt x="31561" y="381018"/>
                </a:lnTo>
                <a:close/>
                <a:moveTo>
                  <a:pt x="66462" y="330329"/>
                </a:moveTo>
                <a:lnTo>
                  <a:pt x="67227" y="331681"/>
                </a:lnTo>
                <a:lnTo>
                  <a:pt x="66080" y="331005"/>
                </a:lnTo>
                <a:close/>
                <a:moveTo>
                  <a:pt x="61962" y="2769"/>
                </a:moveTo>
                <a:lnTo>
                  <a:pt x="64046" y="3717"/>
                </a:lnTo>
                <a:lnTo>
                  <a:pt x="60920" y="3243"/>
                </a:lnTo>
                <a:close/>
                <a:moveTo>
                  <a:pt x="60432" y="5286"/>
                </a:moveTo>
                <a:lnTo>
                  <a:pt x="61374" y="6042"/>
                </a:lnTo>
                <a:lnTo>
                  <a:pt x="59961" y="5664"/>
                </a:lnTo>
                <a:close/>
                <a:moveTo>
                  <a:pt x="16303" y="287286"/>
                </a:moveTo>
                <a:lnTo>
                  <a:pt x="18126" y="288561"/>
                </a:lnTo>
                <a:lnTo>
                  <a:pt x="15392" y="287924"/>
                </a:lnTo>
                <a:close/>
                <a:moveTo>
                  <a:pt x="64768" y="49635"/>
                </a:moveTo>
                <a:lnTo>
                  <a:pt x="65648" y="50537"/>
                </a:lnTo>
                <a:lnTo>
                  <a:pt x="64328" y="50086"/>
                </a:lnTo>
                <a:close/>
                <a:moveTo>
                  <a:pt x="56569" y="322455"/>
                </a:moveTo>
                <a:lnTo>
                  <a:pt x="58752" y="324064"/>
                </a:lnTo>
                <a:lnTo>
                  <a:pt x="55478" y="323260"/>
                </a:lnTo>
                <a:close/>
                <a:moveTo>
                  <a:pt x="38195" y="323028"/>
                </a:moveTo>
                <a:lnTo>
                  <a:pt x="40059" y="324109"/>
                </a:lnTo>
                <a:lnTo>
                  <a:pt x="37263" y="323569"/>
                </a:lnTo>
                <a:close/>
                <a:moveTo>
                  <a:pt x="48623" y="372834"/>
                </a:moveTo>
                <a:lnTo>
                  <a:pt x="50512" y="373370"/>
                </a:lnTo>
                <a:lnTo>
                  <a:pt x="47678" y="373102"/>
                </a:lnTo>
                <a:close/>
                <a:moveTo>
                  <a:pt x="3169" y="308841"/>
                </a:moveTo>
                <a:lnTo>
                  <a:pt x="5028" y="309425"/>
                </a:lnTo>
                <a:lnTo>
                  <a:pt x="2239" y="309133"/>
                </a:lnTo>
                <a:close/>
                <a:moveTo>
                  <a:pt x="60634" y="330614"/>
                </a:moveTo>
                <a:lnTo>
                  <a:pt x="61288" y="331147"/>
                </a:lnTo>
                <a:lnTo>
                  <a:pt x="60307" y="330880"/>
                </a:lnTo>
                <a:close/>
                <a:moveTo>
                  <a:pt x="47121" y="272127"/>
                </a:moveTo>
                <a:lnTo>
                  <a:pt x="47767" y="273789"/>
                </a:lnTo>
                <a:lnTo>
                  <a:pt x="46798" y="272958"/>
                </a:lnTo>
                <a:close/>
                <a:moveTo>
                  <a:pt x="16157" y="364050"/>
                </a:moveTo>
                <a:lnTo>
                  <a:pt x="18257" y="364532"/>
                </a:lnTo>
                <a:lnTo>
                  <a:pt x="15108" y="364291"/>
                </a:lnTo>
                <a:close/>
                <a:moveTo>
                  <a:pt x="50133" y="240087"/>
                </a:moveTo>
                <a:lnTo>
                  <a:pt x="52176" y="241052"/>
                </a:lnTo>
                <a:lnTo>
                  <a:pt x="49111" y="240569"/>
                </a:lnTo>
                <a:close/>
                <a:moveTo>
                  <a:pt x="29918" y="101749"/>
                </a:moveTo>
                <a:lnTo>
                  <a:pt x="31834" y="102529"/>
                </a:lnTo>
                <a:lnTo>
                  <a:pt x="28960" y="102139"/>
                </a:lnTo>
                <a:close/>
                <a:moveTo>
                  <a:pt x="64854" y="14920"/>
                </a:moveTo>
                <a:lnTo>
                  <a:pt x="66848" y="15249"/>
                </a:lnTo>
                <a:lnTo>
                  <a:pt x="63856" y="15085"/>
                </a:lnTo>
                <a:close/>
                <a:moveTo>
                  <a:pt x="51717" y="414942"/>
                </a:moveTo>
                <a:lnTo>
                  <a:pt x="52662" y="416129"/>
                </a:lnTo>
                <a:lnTo>
                  <a:pt x="51245" y="415536"/>
                </a:lnTo>
                <a:close/>
                <a:moveTo>
                  <a:pt x="30040" y="28356"/>
                </a:moveTo>
                <a:lnTo>
                  <a:pt x="31943" y="29397"/>
                </a:lnTo>
                <a:lnTo>
                  <a:pt x="29089" y="28876"/>
                </a:lnTo>
                <a:close/>
                <a:moveTo>
                  <a:pt x="57193" y="15467"/>
                </a:moveTo>
                <a:lnTo>
                  <a:pt x="57844" y="16112"/>
                </a:lnTo>
                <a:lnTo>
                  <a:pt x="56867" y="15789"/>
                </a:lnTo>
                <a:close/>
                <a:moveTo>
                  <a:pt x="58216" y="10038"/>
                </a:moveTo>
                <a:lnTo>
                  <a:pt x="58608" y="10904"/>
                </a:lnTo>
                <a:lnTo>
                  <a:pt x="58020" y="10471"/>
                </a:lnTo>
                <a:close/>
                <a:moveTo>
                  <a:pt x="28134" y="369760"/>
                </a:moveTo>
                <a:lnTo>
                  <a:pt x="30072" y="370419"/>
                </a:lnTo>
                <a:lnTo>
                  <a:pt x="27164" y="370090"/>
                </a:lnTo>
                <a:close/>
                <a:moveTo>
                  <a:pt x="53020" y="156001"/>
                </a:moveTo>
                <a:lnTo>
                  <a:pt x="54787" y="157290"/>
                </a:lnTo>
                <a:lnTo>
                  <a:pt x="52136" y="156646"/>
                </a:lnTo>
                <a:close/>
                <a:moveTo>
                  <a:pt x="5989" y="205142"/>
                </a:moveTo>
                <a:lnTo>
                  <a:pt x="7123" y="206131"/>
                </a:lnTo>
                <a:lnTo>
                  <a:pt x="5422" y="205636"/>
                </a:lnTo>
                <a:close/>
                <a:moveTo>
                  <a:pt x="39945" y="301680"/>
                </a:moveTo>
                <a:lnTo>
                  <a:pt x="41040" y="302760"/>
                </a:lnTo>
                <a:lnTo>
                  <a:pt x="39398" y="302220"/>
                </a:lnTo>
                <a:close/>
                <a:moveTo>
                  <a:pt x="58986" y="297373"/>
                </a:moveTo>
                <a:lnTo>
                  <a:pt x="59693" y="297880"/>
                </a:lnTo>
                <a:lnTo>
                  <a:pt x="58632" y="297626"/>
                </a:lnTo>
                <a:close/>
                <a:moveTo>
                  <a:pt x="20082" y="415552"/>
                </a:moveTo>
                <a:lnTo>
                  <a:pt x="21148" y="417171"/>
                </a:lnTo>
                <a:lnTo>
                  <a:pt x="19549" y="416361"/>
                </a:lnTo>
                <a:close/>
                <a:moveTo>
                  <a:pt x="68606" y="305311"/>
                </a:moveTo>
                <a:lnTo>
                  <a:pt x="69638" y="306728"/>
                </a:lnTo>
                <a:lnTo>
                  <a:pt x="68089" y="306019"/>
                </a:lnTo>
                <a:close/>
                <a:moveTo>
                  <a:pt x="36207" y="416097"/>
                </a:moveTo>
                <a:lnTo>
                  <a:pt x="37485" y="417351"/>
                </a:lnTo>
                <a:lnTo>
                  <a:pt x="35569" y="416724"/>
                </a:lnTo>
                <a:close/>
                <a:moveTo>
                  <a:pt x="49001" y="275126"/>
                </a:moveTo>
                <a:lnTo>
                  <a:pt x="49680" y="276279"/>
                </a:lnTo>
                <a:lnTo>
                  <a:pt x="48661" y="275702"/>
                </a:lnTo>
                <a:close/>
                <a:moveTo>
                  <a:pt x="31053" y="297114"/>
                </a:moveTo>
                <a:lnTo>
                  <a:pt x="32835" y="297724"/>
                </a:lnTo>
                <a:lnTo>
                  <a:pt x="30161" y="297419"/>
                </a:lnTo>
                <a:close/>
                <a:moveTo>
                  <a:pt x="26960" y="111840"/>
                </a:moveTo>
                <a:lnTo>
                  <a:pt x="29088" y="112876"/>
                </a:lnTo>
                <a:lnTo>
                  <a:pt x="25895" y="112358"/>
                </a:lnTo>
                <a:close/>
                <a:moveTo>
                  <a:pt x="32569" y="421454"/>
                </a:moveTo>
                <a:lnTo>
                  <a:pt x="34366" y="423043"/>
                </a:lnTo>
                <a:lnTo>
                  <a:pt x="31670" y="422249"/>
                </a:lnTo>
                <a:close/>
                <a:moveTo>
                  <a:pt x="36291" y="55249"/>
                </a:moveTo>
                <a:lnTo>
                  <a:pt x="37330" y="55675"/>
                </a:lnTo>
                <a:lnTo>
                  <a:pt x="35772" y="55462"/>
                </a:lnTo>
                <a:close/>
                <a:moveTo>
                  <a:pt x="29074" y="196914"/>
                </a:moveTo>
                <a:lnTo>
                  <a:pt x="30311" y="198682"/>
                </a:lnTo>
                <a:lnTo>
                  <a:pt x="28456" y="197798"/>
                </a:lnTo>
                <a:close/>
                <a:moveTo>
                  <a:pt x="38361" y="72335"/>
                </a:moveTo>
                <a:lnTo>
                  <a:pt x="39042" y="73655"/>
                </a:lnTo>
                <a:lnTo>
                  <a:pt x="38020" y="72995"/>
                </a:lnTo>
                <a:close/>
                <a:moveTo>
                  <a:pt x="37186" y="178869"/>
                </a:moveTo>
                <a:lnTo>
                  <a:pt x="38449" y="179784"/>
                </a:lnTo>
                <a:lnTo>
                  <a:pt x="36554" y="179327"/>
                </a:lnTo>
                <a:close/>
                <a:moveTo>
                  <a:pt x="48519" y="258897"/>
                </a:moveTo>
                <a:lnTo>
                  <a:pt x="48959" y="259941"/>
                </a:lnTo>
                <a:lnTo>
                  <a:pt x="48299" y="259419"/>
                </a:lnTo>
                <a:close/>
                <a:moveTo>
                  <a:pt x="18580" y="254454"/>
                </a:moveTo>
                <a:lnTo>
                  <a:pt x="19786" y="255895"/>
                </a:lnTo>
                <a:lnTo>
                  <a:pt x="17977" y="255175"/>
                </a:lnTo>
                <a:close/>
                <a:moveTo>
                  <a:pt x="68589" y="324119"/>
                </a:moveTo>
                <a:lnTo>
                  <a:pt x="70081" y="325180"/>
                </a:lnTo>
                <a:lnTo>
                  <a:pt x="67842" y="324650"/>
                </a:lnTo>
                <a:close/>
                <a:moveTo>
                  <a:pt x="8993" y="319038"/>
                </a:moveTo>
                <a:lnTo>
                  <a:pt x="9707" y="319907"/>
                </a:lnTo>
                <a:lnTo>
                  <a:pt x="8635" y="319472"/>
                </a:lnTo>
                <a:close/>
                <a:moveTo>
                  <a:pt x="41955" y="115576"/>
                </a:moveTo>
                <a:lnTo>
                  <a:pt x="43902" y="116695"/>
                </a:lnTo>
                <a:lnTo>
                  <a:pt x="40981" y="116135"/>
                </a:lnTo>
                <a:close/>
                <a:moveTo>
                  <a:pt x="69162" y="9600"/>
                </a:moveTo>
                <a:lnTo>
                  <a:pt x="70371" y="10384"/>
                </a:lnTo>
                <a:lnTo>
                  <a:pt x="68557" y="9992"/>
                </a:lnTo>
                <a:close/>
                <a:moveTo>
                  <a:pt x="41318" y="283082"/>
                </a:moveTo>
                <a:lnTo>
                  <a:pt x="42761" y="284792"/>
                </a:lnTo>
                <a:lnTo>
                  <a:pt x="40596" y="283937"/>
                </a:lnTo>
                <a:close/>
                <a:moveTo>
                  <a:pt x="31930" y="161737"/>
                </a:moveTo>
                <a:lnTo>
                  <a:pt x="33667" y="162868"/>
                </a:lnTo>
                <a:lnTo>
                  <a:pt x="31061" y="162303"/>
                </a:lnTo>
                <a:close/>
                <a:moveTo>
                  <a:pt x="19894" y="402568"/>
                </a:moveTo>
                <a:lnTo>
                  <a:pt x="20661" y="402981"/>
                </a:lnTo>
                <a:lnTo>
                  <a:pt x="19510" y="402774"/>
                </a:lnTo>
                <a:close/>
                <a:moveTo>
                  <a:pt x="38733" y="397760"/>
                </a:moveTo>
                <a:lnTo>
                  <a:pt x="40664" y="399285"/>
                </a:lnTo>
                <a:lnTo>
                  <a:pt x="37767" y="398523"/>
                </a:lnTo>
                <a:close/>
                <a:moveTo>
                  <a:pt x="43820" y="223196"/>
                </a:moveTo>
                <a:lnTo>
                  <a:pt x="44708" y="223743"/>
                </a:lnTo>
                <a:lnTo>
                  <a:pt x="43376" y="223470"/>
                </a:lnTo>
                <a:close/>
                <a:moveTo>
                  <a:pt x="32079" y="363939"/>
                </a:moveTo>
                <a:lnTo>
                  <a:pt x="33454" y="365711"/>
                </a:lnTo>
                <a:lnTo>
                  <a:pt x="31392" y="364825"/>
                </a:lnTo>
                <a:close/>
                <a:moveTo>
                  <a:pt x="57067" y="237364"/>
                </a:moveTo>
                <a:lnTo>
                  <a:pt x="58510" y="238291"/>
                </a:lnTo>
                <a:lnTo>
                  <a:pt x="56345" y="237827"/>
                </a:lnTo>
                <a:close/>
                <a:moveTo>
                  <a:pt x="64563" y="363804"/>
                </a:moveTo>
                <a:lnTo>
                  <a:pt x="65243" y="365456"/>
                </a:lnTo>
                <a:lnTo>
                  <a:pt x="64223" y="364630"/>
                </a:lnTo>
                <a:close/>
                <a:moveTo>
                  <a:pt x="48474" y="157246"/>
                </a:moveTo>
                <a:lnTo>
                  <a:pt x="50202" y="158178"/>
                </a:lnTo>
                <a:lnTo>
                  <a:pt x="47610" y="157712"/>
                </a:lnTo>
                <a:close/>
                <a:moveTo>
                  <a:pt x="49637" y="220395"/>
                </a:moveTo>
                <a:lnTo>
                  <a:pt x="51154" y="222076"/>
                </a:lnTo>
                <a:lnTo>
                  <a:pt x="48879" y="221236"/>
                </a:lnTo>
                <a:close/>
                <a:moveTo>
                  <a:pt x="63406" y="209747"/>
                </a:moveTo>
                <a:lnTo>
                  <a:pt x="64473" y="211120"/>
                </a:lnTo>
                <a:lnTo>
                  <a:pt x="62873" y="210433"/>
                </a:lnTo>
                <a:close/>
                <a:moveTo>
                  <a:pt x="47772" y="41463"/>
                </a:moveTo>
                <a:lnTo>
                  <a:pt x="49065" y="42182"/>
                </a:lnTo>
                <a:lnTo>
                  <a:pt x="47126" y="41822"/>
                </a:lnTo>
                <a:close/>
                <a:moveTo>
                  <a:pt x="46432" y="72869"/>
                </a:moveTo>
                <a:lnTo>
                  <a:pt x="47333" y="73547"/>
                </a:lnTo>
                <a:lnTo>
                  <a:pt x="45981" y="73208"/>
                </a:lnTo>
                <a:close/>
                <a:moveTo>
                  <a:pt x="20703" y="247044"/>
                </a:moveTo>
                <a:lnTo>
                  <a:pt x="22650" y="248305"/>
                </a:lnTo>
                <a:lnTo>
                  <a:pt x="19729" y="247674"/>
                </a:lnTo>
                <a:close/>
                <a:moveTo>
                  <a:pt x="46328" y="332678"/>
                </a:moveTo>
                <a:lnTo>
                  <a:pt x="47401" y="333620"/>
                </a:lnTo>
                <a:lnTo>
                  <a:pt x="45792" y="333149"/>
                </a:lnTo>
                <a:close/>
                <a:moveTo>
                  <a:pt x="46670" y="90189"/>
                </a:moveTo>
                <a:lnTo>
                  <a:pt x="48414" y="91870"/>
                </a:lnTo>
                <a:lnTo>
                  <a:pt x="45798" y="91030"/>
                </a:lnTo>
                <a:close/>
                <a:moveTo>
                  <a:pt x="62728" y="28332"/>
                </a:moveTo>
                <a:lnTo>
                  <a:pt x="64772" y="28968"/>
                </a:lnTo>
                <a:lnTo>
                  <a:pt x="61707" y="28650"/>
                </a:lnTo>
                <a:close/>
                <a:moveTo>
                  <a:pt x="10183" y="269547"/>
                </a:moveTo>
                <a:lnTo>
                  <a:pt x="11174" y="270116"/>
                </a:lnTo>
                <a:lnTo>
                  <a:pt x="9688" y="269832"/>
                </a:lnTo>
                <a:close/>
                <a:moveTo>
                  <a:pt x="43635" y="234308"/>
                </a:moveTo>
                <a:lnTo>
                  <a:pt x="44978" y="235376"/>
                </a:lnTo>
                <a:lnTo>
                  <a:pt x="42964" y="234842"/>
                </a:lnTo>
                <a:close/>
                <a:moveTo>
                  <a:pt x="44242" y="339591"/>
                </a:moveTo>
                <a:lnTo>
                  <a:pt x="45926" y="340950"/>
                </a:lnTo>
                <a:lnTo>
                  <a:pt x="43401" y="340270"/>
                </a:lnTo>
                <a:close/>
                <a:moveTo>
                  <a:pt x="58994" y="205333"/>
                </a:moveTo>
                <a:lnTo>
                  <a:pt x="60528" y="205802"/>
                </a:lnTo>
                <a:lnTo>
                  <a:pt x="58228" y="205567"/>
                </a:lnTo>
                <a:close/>
                <a:moveTo>
                  <a:pt x="6789" y="197668"/>
                </a:moveTo>
                <a:lnTo>
                  <a:pt x="8399" y="198320"/>
                </a:lnTo>
                <a:lnTo>
                  <a:pt x="5984" y="197994"/>
                </a:lnTo>
                <a:close/>
                <a:moveTo>
                  <a:pt x="68237" y="126283"/>
                </a:moveTo>
                <a:lnTo>
                  <a:pt x="69496" y="127286"/>
                </a:lnTo>
                <a:lnTo>
                  <a:pt x="67608" y="126785"/>
                </a:lnTo>
                <a:close/>
                <a:moveTo>
                  <a:pt x="69030" y="67025"/>
                </a:moveTo>
                <a:lnTo>
                  <a:pt x="69845" y="68276"/>
                </a:lnTo>
                <a:lnTo>
                  <a:pt x="68622" y="67651"/>
                </a:lnTo>
                <a:close/>
                <a:moveTo>
                  <a:pt x="26428" y="149854"/>
                </a:moveTo>
                <a:lnTo>
                  <a:pt x="27022" y="151530"/>
                </a:lnTo>
                <a:lnTo>
                  <a:pt x="26131" y="150692"/>
                </a:lnTo>
                <a:close/>
                <a:moveTo>
                  <a:pt x="32029" y="252693"/>
                </a:moveTo>
                <a:lnTo>
                  <a:pt x="32832" y="254396"/>
                </a:lnTo>
                <a:lnTo>
                  <a:pt x="31627" y="253545"/>
                </a:lnTo>
                <a:close/>
                <a:moveTo>
                  <a:pt x="8483" y="304678"/>
                </a:moveTo>
                <a:lnTo>
                  <a:pt x="8954" y="305775"/>
                </a:lnTo>
                <a:lnTo>
                  <a:pt x="8247" y="305227"/>
                </a:lnTo>
                <a:close/>
                <a:moveTo>
                  <a:pt x="23830" y="415390"/>
                </a:moveTo>
                <a:lnTo>
                  <a:pt x="24992" y="416949"/>
                </a:lnTo>
                <a:lnTo>
                  <a:pt x="23249" y="416170"/>
                </a:lnTo>
                <a:close/>
                <a:moveTo>
                  <a:pt x="3124" y="102959"/>
                </a:moveTo>
                <a:lnTo>
                  <a:pt x="5299" y="103814"/>
                </a:lnTo>
                <a:lnTo>
                  <a:pt x="2036" y="103387"/>
                </a:lnTo>
                <a:close/>
                <a:moveTo>
                  <a:pt x="3754" y="113275"/>
                </a:moveTo>
                <a:lnTo>
                  <a:pt x="4775" y="114366"/>
                </a:lnTo>
                <a:lnTo>
                  <a:pt x="3243" y="113821"/>
                </a:lnTo>
                <a:close/>
                <a:moveTo>
                  <a:pt x="27791" y="133035"/>
                </a:moveTo>
                <a:lnTo>
                  <a:pt x="29019" y="134039"/>
                </a:lnTo>
                <a:lnTo>
                  <a:pt x="27177" y="133537"/>
                </a:lnTo>
                <a:close/>
                <a:moveTo>
                  <a:pt x="13883" y="226273"/>
                </a:moveTo>
                <a:lnTo>
                  <a:pt x="15300" y="227433"/>
                </a:lnTo>
                <a:lnTo>
                  <a:pt x="13174" y="226853"/>
                </a:lnTo>
                <a:close/>
                <a:moveTo>
                  <a:pt x="52874" y="197869"/>
                </a:moveTo>
                <a:lnTo>
                  <a:pt x="53618" y="199583"/>
                </a:lnTo>
                <a:lnTo>
                  <a:pt x="52502" y="198726"/>
                </a:lnTo>
                <a:close/>
                <a:moveTo>
                  <a:pt x="9322" y="132587"/>
                </a:moveTo>
                <a:lnTo>
                  <a:pt x="10443" y="133506"/>
                </a:lnTo>
                <a:lnTo>
                  <a:pt x="8761" y="133046"/>
                </a:lnTo>
                <a:close/>
                <a:moveTo>
                  <a:pt x="15832" y="376019"/>
                </a:moveTo>
                <a:lnTo>
                  <a:pt x="16742" y="377139"/>
                </a:lnTo>
                <a:lnTo>
                  <a:pt x="15377" y="376579"/>
                </a:lnTo>
                <a:close/>
                <a:moveTo>
                  <a:pt x="43722" y="56900"/>
                </a:moveTo>
                <a:lnTo>
                  <a:pt x="44869" y="57399"/>
                </a:lnTo>
                <a:lnTo>
                  <a:pt x="43148" y="57150"/>
                </a:lnTo>
                <a:close/>
                <a:moveTo>
                  <a:pt x="39037" y="318982"/>
                </a:moveTo>
                <a:lnTo>
                  <a:pt x="40967" y="320691"/>
                </a:lnTo>
                <a:lnTo>
                  <a:pt x="38072" y="319837"/>
                </a:lnTo>
                <a:close/>
                <a:moveTo>
                  <a:pt x="9005" y="200340"/>
                </a:moveTo>
                <a:lnTo>
                  <a:pt x="10588" y="201202"/>
                </a:lnTo>
                <a:lnTo>
                  <a:pt x="8214" y="200771"/>
                </a:lnTo>
                <a:close/>
                <a:moveTo>
                  <a:pt x="67172" y="215938"/>
                </a:moveTo>
                <a:lnTo>
                  <a:pt x="69131" y="216339"/>
                </a:lnTo>
                <a:lnTo>
                  <a:pt x="66193" y="216138"/>
                </a:lnTo>
                <a:close/>
                <a:moveTo>
                  <a:pt x="28281" y="304209"/>
                </a:moveTo>
                <a:lnTo>
                  <a:pt x="30180" y="305252"/>
                </a:lnTo>
                <a:lnTo>
                  <a:pt x="27331" y="304730"/>
                </a:lnTo>
                <a:close/>
                <a:moveTo>
                  <a:pt x="61166" y="331927"/>
                </a:moveTo>
                <a:lnTo>
                  <a:pt x="62280" y="333290"/>
                </a:lnTo>
                <a:lnTo>
                  <a:pt x="60608" y="332609"/>
                </a:lnTo>
                <a:close/>
                <a:moveTo>
                  <a:pt x="37216" y="49092"/>
                </a:moveTo>
                <a:lnTo>
                  <a:pt x="39230" y="50659"/>
                </a:lnTo>
                <a:lnTo>
                  <a:pt x="36209" y="49876"/>
                </a:lnTo>
                <a:close/>
                <a:moveTo>
                  <a:pt x="63520" y="102615"/>
                </a:moveTo>
                <a:lnTo>
                  <a:pt x="65307" y="102973"/>
                </a:lnTo>
                <a:lnTo>
                  <a:pt x="62626" y="102794"/>
                </a:lnTo>
                <a:close/>
                <a:moveTo>
                  <a:pt x="36060" y="132058"/>
                </a:moveTo>
                <a:lnTo>
                  <a:pt x="37345" y="132932"/>
                </a:lnTo>
                <a:lnTo>
                  <a:pt x="35418" y="132495"/>
                </a:lnTo>
                <a:close/>
                <a:moveTo>
                  <a:pt x="39571" y="189430"/>
                </a:moveTo>
                <a:lnTo>
                  <a:pt x="41325" y="190717"/>
                </a:lnTo>
                <a:lnTo>
                  <a:pt x="38694" y="190073"/>
                </a:lnTo>
                <a:close/>
                <a:moveTo>
                  <a:pt x="20523" y="86504"/>
                </a:moveTo>
                <a:lnTo>
                  <a:pt x="21312" y="87294"/>
                </a:lnTo>
                <a:lnTo>
                  <a:pt x="20128" y="86899"/>
                </a:lnTo>
                <a:close/>
                <a:moveTo>
                  <a:pt x="30808" y="220185"/>
                </a:moveTo>
                <a:lnTo>
                  <a:pt x="32574" y="221958"/>
                </a:lnTo>
                <a:lnTo>
                  <a:pt x="29926" y="221072"/>
                </a:lnTo>
                <a:close/>
                <a:moveTo>
                  <a:pt x="19358" y="128802"/>
                </a:moveTo>
                <a:lnTo>
                  <a:pt x="20666" y="129112"/>
                </a:lnTo>
                <a:lnTo>
                  <a:pt x="18703" y="128957"/>
                </a:lnTo>
                <a:close/>
                <a:moveTo>
                  <a:pt x="45522" y="16307"/>
                </a:moveTo>
                <a:lnTo>
                  <a:pt x="46971" y="17488"/>
                </a:lnTo>
                <a:lnTo>
                  <a:pt x="44798" y="16898"/>
                </a:lnTo>
                <a:close/>
                <a:moveTo>
                  <a:pt x="27870" y="432765"/>
                </a:moveTo>
                <a:lnTo>
                  <a:pt x="28798" y="433091"/>
                </a:lnTo>
                <a:lnTo>
                  <a:pt x="27407" y="432928"/>
                </a:lnTo>
                <a:close/>
                <a:moveTo>
                  <a:pt x="8555" y="104906"/>
                </a:moveTo>
                <a:lnTo>
                  <a:pt x="10270" y="106315"/>
                </a:lnTo>
                <a:lnTo>
                  <a:pt x="7697" y="105611"/>
                </a:lnTo>
                <a:close/>
                <a:moveTo>
                  <a:pt x="25840" y="385790"/>
                </a:moveTo>
                <a:lnTo>
                  <a:pt x="26492" y="386432"/>
                </a:lnTo>
                <a:lnTo>
                  <a:pt x="25515" y="386111"/>
                </a:lnTo>
                <a:close/>
                <a:moveTo>
                  <a:pt x="41052" y="232708"/>
                </a:moveTo>
                <a:lnTo>
                  <a:pt x="42864" y="233471"/>
                </a:lnTo>
                <a:lnTo>
                  <a:pt x="40146" y="233090"/>
                </a:lnTo>
                <a:close/>
                <a:moveTo>
                  <a:pt x="64192" y="275994"/>
                </a:moveTo>
                <a:lnTo>
                  <a:pt x="65817" y="277156"/>
                </a:lnTo>
                <a:lnTo>
                  <a:pt x="63379" y="276575"/>
                </a:lnTo>
                <a:close/>
                <a:moveTo>
                  <a:pt x="15888" y="246072"/>
                </a:moveTo>
                <a:lnTo>
                  <a:pt x="17983" y="246395"/>
                </a:lnTo>
                <a:lnTo>
                  <a:pt x="14841" y="246234"/>
                </a:lnTo>
                <a:close/>
                <a:moveTo>
                  <a:pt x="24192" y="134530"/>
                </a:moveTo>
                <a:lnTo>
                  <a:pt x="25014" y="135987"/>
                </a:lnTo>
                <a:lnTo>
                  <a:pt x="23782" y="135258"/>
                </a:lnTo>
                <a:close/>
                <a:moveTo>
                  <a:pt x="46457" y="58616"/>
                </a:moveTo>
                <a:lnTo>
                  <a:pt x="48110" y="60233"/>
                </a:lnTo>
                <a:lnTo>
                  <a:pt x="45630" y="59425"/>
                </a:lnTo>
                <a:close/>
                <a:moveTo>
                  <a:pt x="5646" y="8133"/>
                </a:moveTo>
                <a:lnTo>
                  <a:pt x="7109" y="9755"/>
                </a:lnTo>
                <a:lnTo>
                  <a:pt x="4915" y="8944"/>
                </a:lnTo>
                <a:close/>
                <a:moveTo>
                  <a:pt x="39590" y="220994"/>
                </a:moveTo>
                <a:lnTo>
                  <a:pt x="40693" y="222144"/>
                </a:lnTo>
                <a:lnTo>
                  <a:pt x="39039" y="221569"/>
                </a:lnTo>
                <a:close/>
                <a:moveTo>
                  <a:pt x="64937" y="261023"/>
                </a:moveTo>
                <a:lnTo>
                  <a:pt x="66667" y="262021"/>
                </a:lnTo>
                <a:lnTo>
                  <a:pt x="64072" y="261522"/>
                </a:lnTo>
                <a:close/>
                <a:moveTo>
                  <a:pt x="62919" y="335956"/>
                </a:moveTo>
                <a:lnTo>
                  <a:pt x="64210" y="336708"/>
                </a:lnTo>
                <a:lnTo>
                  <a:pt x="62274" y="336332"/>
                </a:lnTo>
                <a:close/>
                <a:moveTo>
                  <a:pt x="22106" y="427681"/>
                </a:moveTo>
                <a:lnTo>
                  <a:pt x="23640" y="428087"/>
                </a:lnTo>
                <a:lnTo>
                  <a:pt x="21339" y="427884"/>
                </a:lnTo>
                <a:close/>
                <a:moveTo>
                  <a:pt x="37519" y="186614"/>
                </a:moveTo>
                <a:lnTo>
                  <a:pt x="38976" y="187339"/>
                </a:lnTo>
                <a:lnTo>
                  <a:pt x="36790" y="186977"/>
                </a:lnTo>
                <a:close/>
                <a:moveTo>
                  <a:pt x="64393" y="210775"/>
                </a:moveTo>
                <a:lnTo>
                  <a:pt x="66276" y="211465"/>
                </a:lnTo>
                <a:lnTo>
                  <a:pt x="63452" y="211120"/>
                </a:lnTo>
                <a:close/>
                <a:moveTo>
                  <a:pt x="63205" y="238575"/>
                </a:moveTo>
                <a:lnTo>
                  <a:pt x="64564" y="239527"/>
                </a:lnTo>
                <a:lnTo>
                  <a:pt x="62526" y="239051"/>
                </a:lnTo>
                <a:close/>
                <a:moveTo>
                  <a:pt x="67026" y="245729"/>
                </a:moveTo>
                <a:lnTo>
                  <a:pt x="68365" y="246574"/>
                </a:lnTo>
                <a:lnTo>
                  <a:pt x="66356" y="246151"/>
                </a:lnTo>
                <a:close/>
                <a:moveTo>
                  <a:pt x="33096" y="117918"/>
                </a:moveTo>
                <a:lnTo>
                  <a:pt x="34269" y="118613"/>
                </a:lnTo>
                <a:lnTo>
                  <a:pt x="32509" y="118266"/>
                </a:lnTo>
                <a:close/>
                <a:moveTo>
                  <a:pt x="6460" y="159465"/>
                </a:moveTo>
                <a:lnTo>
                  <a:pt x="6860" y="160761"/>
                </a:lnTo>
                <a:lnTo>
                  <a:pt x="6260" y="160113"/>
                </a:lnTo>
                <a:close/>
                <a:moveTo>
                  <a:pt x="7718" y="395406"/>
                </a:moveTo>
                <a:lnTo>
                  <a:pt x="8654" y="396114"/>
                </a:lnTo>
                <a:lnTo>
                  <a:pt x="7250" y="395760"/>
                </a:lnTo>
                <a:close/>
                <a:moveTo>
                  <a:pt x="39547" y="127329"/>
                </a:moveTo>
                <a:lnTo>
                  <a:pt x="41236" y="128085"/>
                </a:lnTo>
                <a:lnTo>
                  <a:pt x="38703" y="127707"/>
                </a:lnTo>
                <a:close/>
                <a:moveTo>
                  <a:pt x="65553" y="18112"/>
                </a:moveTo>
                <a:lnTo>
                  <a:pt x="66007" y="19736"/>
                </a:lnTo>
                <a:lnTo>
                  <a:pt x="65325" y="18924"/>
                </a:lnTo>
                <a:close/>
                <a:moveTo>
                  <a:pt x="49259" y="114985"/>
                </a:moveTo>
                <a:lnTo>
                  <a:pt x="50798" y="115825"/>
                </a:lnTo>
                <a:lnTo>
                  <a:pt x="48489" y="115405"/>
                </a:lnTo>
                <a:close/>
                <a:moveTo>
                  <a:pt x="36650" y="119970"/>
                </a:moveTo>
                <a:lnTo>
                  <a:pt x="37999" y="121243"/>
                </a:lnTo>
                <a:lnTo>
                  <a:pt x="35976" y="120607"/>
                </a:lnTo>
                <a:close/>
                <a:moveTo>
                  <a:pt x="60306" y="111803"/>
                </a:moveTo>
                <a:lnTo>
                  <a:pt x="61711" y="112954"/>
                </a:lnTo>
                <a:lnTo>
                  <a:pt x="59604" y="112379"/>
                </a:lnTo>
                <a:close/>
                <a:moveTo>
                  <a:pt x="62256" y="209673"/>
                </a:moveTo>
                <a:lnTo>
                  <a:pt x="64205" y="211360"/>
                </a:lnTo>
                <a:lnTo>
                  <a:pt x="61281" y="210516"/>
                </a:lnTo>
                <a:close/>
                <a:moveTo>
                  <a:pt x="29650" y="177234"/>
                </a:moveTo>
                <a:lnTo>
                  <a:pt x="31793" y="178403"/>
                </a:lnTo>
                <a:lnTo>
                  <a:pt x="28579" y="177819"/>
                </a:lnTo>
                <a:close/>
                <a:moveTo>
                  <a:pt x="38225" y="339695"/>
                </a:moveTo>
                <a:lnTo>
                  <a:pt x="39693" y="340773"/>
                </a:lnTo>
                <a:lnTo>
                  <a:pt x="37490" y="340234"/>
                </a:lnTo>
                <a:close/>
                <a:moveTo>
                  <a:pt x="47132" y="114235"/>
                </a:moveTo>
                <a:lnTo>
                  <a:pt x="48181" y="114548"/>
                </a:lnTo>
                <a:lnTo>
                  <a:pt x="46607" y="114391"/>
                </a:lnTo>
                <a:close/>
                <a:moveTo>
                  <a:pt x="51519" y="359879"/>
                </a:moveTo>
                <a:lnTo>
                  <a:pt x="53231" y="361636"/>
                </a:lnTo>
                <a:lnTo>
                  <a:pt x="50663" y="360758"/>
                </a:lnTo>
                <a:close/>
                <a:moveTo>
                  <a:pt x="53965" y="46694"/>
                </a:moveTo>
                <a:lnTo>
                  <a:pt x="54909" y="48377"/>
                </a:lnTo>
                <a:lnTo>
                  <a:pt x="53492" y="47535"/>
                </a:lnTo>
                <a:close/>
                <a:moveTo>
                  <a:pt x="8597" y="383530"/>
                </a:moveTo>
                <a:lnTo>
                  <a:pt x="10421" y="384052"/>
                </a:lnTo>
                <a:lnTo>
                  <a:pt x="7685" y="383791"/>
                </a:lnTo>
                <a:close/>
                <a:moveTo>
                  <a:pt x="15739" y="319632"/>
                </a:moveTo>
                <a:lnTo>
                  <a:pt x="17297" y="319977"/>
                </a:lnTo>
                <a:lnTo>
                  <a:pt x="14960" y="319804"/>
                </a:lnTo>
                <a:close/>
                <a:moveTo>
                  <a:pt x="38149" y="82283"/>
                </a:moveTo>
                <a:lnTo>
                  <a:pt x="40087" y="83387"/>
                </a:lnTo>
                <a:lnTo>
                  <a:pt x="37180" y="82835"/>
                </a:lnTo>
                <a:close/>
                <a:moveTo>
                  <a:pt x="2000" y="172687"/>
                </a:moveTo>
                <a:lnTo>
                  <a:pt x="2369" y="174346"/>
                </a:lnTo>
                <a:lnTo>
                  <a:pt x="1815" y="173517"/>
                </a:lnTo>
                <a:close/>
                <a:moveTo>
                  <a:pt x="63182" y="313664"/>
                </a:moveTo>
                <a:lnTo>
                  <a:pt x="63536" y="315371"/>
                </a:lnTo>
                <a:lnTo>
                  <a:pt x="63004" y="314518"/>
                </a:lnTo>
                <a:close/>
                <a:moveTo>
                  <a:pt x="19550" y="284211"/>
                </a:moveTo>
                <a:lnTo>
                  <a:pt x="21313" y="285349"/>
                </a:lnTo>
                <a:lnTo>
                  <a:pt x="18669" y="284780"/>
                </a:lnTo>
                <a:close/>
                <a:moveTo>
                  <a:pt x="9185" y="107192"/>
                </a:moveTo>
                <a:lnTo>
                  <a:pt x="10887" y="107678"/>
                </a:lnTo>
                <a:lnTo>
                  <a:pt x="8334" y="107435"/>
                </a:lnTo>
                <a:close/>
                <a:moveTo>
                  <a:pt x="27418" y="407185"/>
                </a:moveTo>
                <a:lnTo>
                  <a:pt x="28524" y="407714"/>
                </a:lnTo>
                <a:lnTo>
                  <a:pt x="26864" y="407449"/>
                </a:lnTo>
                <a:close/>
                <a:moveTo>
                  <a:pt x="46588" y="152543"/>
                </a:moveTo>
                <a:lnTo>
                  <a:pt x="48399" y="153391"/>
                </a:lnTo>
                <a:lnTo>
                  <a:pt x="45682" y="152967"/>
                </a:lnTo>
                <a:close/>
                <a:moveTo>
                  <a:pt x="59097" y="360613"/>
                </a:moveTo>
                <a:lnTo>
                  <a:pt x="59777" y="361733"/>
                </a:lnTo>
                <a:lnTo>
                  <a:pt x="58757" y="361173"/>
                </a:lnTo>
                <a:close/>
                <a:moveTo>
                  <a:pt x="32265" y="53561"/>
                </a:moveTo>
                <a:lnTo>
                  <a:pt x="34303" y="54374"/>
                </a:lnTo>
                <a:lnTo>
                  <a:pt x="31246" y="53967"/>
                </a:lnTo>
                <a:close/>
                <a:moveTo>
                  <a:pt x="43887" y="26229"/>
                </a:moveTo>
                <a:lnTo>
                  <a:pt x="45996" y="28000"/>
                </a:lnTo>
                <a:lnTo>
                  <a:pt x="42833" y="27114"/>
                </a:lnTo>
                <a:close/>
                <a:moveTo>
                  <a:pt x="48957" y="56935"/>
                </a:moveTo>
                <a:lnTo>
                  <a:pt x="50533" y="57938"/>
                </a:lnTo>
                <a:lnTo>
                  <a:pt x="48169" y="57437"/>
                </a:lnTo>
                <a:close/>
                <a:moveTo>
                  <a:pt x="34206" y="95280"/>
                </a:moveTo>
                <a:lnTo>
                  <a:pt x="34836" y="96847"/>
                </a:lnTo>
                <a:lnTo>
                  <a:pt x="33890" y="96063"/>
                </a:lnTo>
                <a:close/>
                <a:moveTo>
                  <a:pt x="43361" y="326219"/>
                </a:moveTo>
                <a:lnTo>
                  <a:pt x="45079" y="327121"/>
                </a:lnTo>
                <a:lnTo>
                  <a:pt x="42503" y="326670"/>
                </a:lnTo>
                <a:close/>
                <a:moveTo>
                  <a:pt x="39561" y="132217"/>
                </a:moveTo>
                <a:lnTo>
                  <a:pt x="41123" y="133163"/>
                </a:lnTo>
                <a:lnTo>
                  <a:pt x="38780" y="132690"/>
                </a:lnTo>
                <a:close/>
                <a:moveTo>
                  <a:pt x="55956" y="127357"/>
                </a:moveTo>
                <a:lnTo>
                  <a:pt x="57012" y="127780"/>
                </a:lnTo>
                <a:lnTo>
                  <a:pt x="55428" y="127569"/>
                </a:lnTo>
                <a:close/>
                <a:moveTo>
                  <a:pt x="3805" y="93628"/>
                </a:moveTo>
                <a:lnTo>
                  <a:pt x="4186" y="94565"/>
                </a:lnTo>
                <a:lnTo>
                  <a:pt x="3614" y="94097"/>
                </a:lnTo>
                <a:close/>
                <a:moveTo>
                  <a:pt x="27633" y="385332"/>
                </a:moveTo>
                <a:lnTo>
                  <a:pt x="28062" y="387109"/>
                </a:lnTo>
                <a:lnTo>
                  <a:pt x="27419" y="386220"/>
                </a:lnTo>
                <a:close/>
                <a:moveTo>
                  <a:pt x="7722" y="362662"/>
                </a:moveTo>
                <a:lnTo>
                  <a:pt x="8734" y="363330"/>
                </a:lnTo>
                <a:lnTo>
                  <a:pt x="7216" y="362996"/>
                </a:lnTo>
                <a:close/>
                <a:moveTo>
                  <a:pt x="43816" y="155377"/>
                </a:moveTo>
                <a:lnTo>
                  <a:pt x="44196" y="155873"/>
                </a:lnTo>
                <a:lnTo>
                  <a:pt x="43626" y="155625"/>
                </a:lnTo>
                <a:close/>
                <a:moveTo>
                  <a:pt x="48610" y="314354"/>
                </a:moveTo>
                <a:lnTo>
                  <a:pt x="50798" y="315034"/>
                </a:lnTo>
                <a:lnTo>
                  <a:pt x="47516" y="314694"/>
                </a:lnTo>
                <a:close/>
                <a:moveTo>
                  <a:pt x="54918" y="149608"/>
                </a:moveTo>
                <a:lnTo>
                  <a:pt x="56223" y="150325"/>
                </a:lnTo>
                <a:lnTo>
                  <a:pt x="54266" y="149967"/>
                </a:lnTo>
                <a:close/>
                <a:moveTo>
                  <a:pt x="29889" y="399351"/>
                </a:moveTo>
                <a:lnTo>
                  <a:pt x="30705" y="400288"/>
                </a:lnTo>
                <a:lnTo>
                  <a:pt x="29481" y="399820"/>
                </a:lnTo>
                <a:close/>
                <a:moveTo>
                  <a:pt x="64665" y="197291"/>
                </a:moveTo>
                <a:lnTo>
                  <a:pt x="66519" y="198392"/>
                </a:lnTo>
                <a:lnTo>
                  <a:pt x="63738" y="197841"/>
                </a:lnTo>
                <a:close/>
                <a:moveTo>
                  <a:pt x="25557" y="314624"/>
                </a:moveTo>
                <a:lnTo>
                  <a:pt x="27115" y="315494"/>
                </a:lnTo>
                <a:lnTo>
                  <a:pt x="24778" y="315059"/>
                </a:lnTo>
                <a:close/>
                <a:moveTo>
                  <a:pt x="70929" y="39952"/>
                </a:moveTo>
                <a:lnTo>
                  <a:pt x="72851" y="41334"/>
                </a:lnTo>
                <a:lnTo>
                  <a:pt x="69968" y="40643"/>
                </a:lnTo>
                <a:close/>
                <a:moveTo>
                  <a:pt x="50763" y="206859"/>
                </a:moveTo>
                <a:lnTo>
                  <a:pt x="52498" y="207225"/>
                </a:lnTo>
                <a:lnTo>
                  <a:pt x="49895" y="207042"/>
                </a:lnTo>
                <a:close/>
                <a:moveTo>
                  <a:pt x="47991" y="378206"/>
                </a:moveTo>
                <a:lnTo>
                  <a:pt x="49096" y="379616"/>
                </a:lnTo>
                <a:lnTo>
                  <a:pt x="47439" y="378911"/>
                </a:lnTo>
                <a:close/>
                <a:moveTo>
                  <a:pt x="49771" y="219129"/>
                </a:moveTo>
                <a:lnTo>
                  <a:pt x="51546" y="220156"/>
                </a:lnTo>
                <a:lnTo>
                  <a:pt x="48883" y="219643"/>
                </a:lnTo>
                <a:close/>
                <a:moveTo>
                  <a:pt x="9493" y="228382"/>
                </a:moveTo>
                <a:lnTo>
                  <a:pt x="11236" y="228928"/>
                </a:lnTo>
                <a:lnTo>
                  <a:pt x="8621" y="228655"/>
                </a:lnTo>
                <a:close/>
                <a:moveTo>
                  <a:pt x="33385" y="364645"/>
                </a:moveTo>
                <a:lnTo>
                  <a:pt x="33759" y="366239"/>
                </a:lnTo>
                <a:lnTo>
                  <a:pt x="33197" y="365442"/>
                </a:lnTo>
                <a:close/>
                <a:moveTo>
                  <a:pt x="25648" y="158570"/>
                </a:moveTo>
                <a:lnTo>
                  <a:pt x="27291" y="159730"/>
                </a:lnTo>
                <a:lnTo>
                  <a:pt x="24827" y="159150"/>
                </a:lnTo>
                <a:close/>
                <a:moveTo>
                  <a:pt x="21215" y="67915"/>
                </a:moveTo>
                <a:lnTo>
                  <a:pt x="22343" y="69549"/>
                </a:lnTo>
                <a:lnTo>
                  <a:pt x="20651" y="68732"/>
                </a:lnTo>
                <a:close/>
                <a:moveTo>
                  <a:pt x="70710" y="313564"/>
                </a:moveTo>
                <a:lnTo>
                  <a:pt x="72348" y="314895"/>
                </a:lnTo>
                <a:lnTo>
                  <a:pt x="69892" y="314230"/>
                </a:lnTo>
                <a:close/>
                <a:moveTo>
                  <a:pt x="65051" y="70167"/>
                </a:moveTo>
                <a:lnTo>
                  <a:pt x="65669" y="71733"/>
                </a:lnTo>
                <a:lnTo>
                  <a:pt x="64742" y="70950"/>
                </a:lnTo>
                <a:close/>
                <a:moveTo>
                  <a:pt x="2456" y="228380"/>
                </a:moveTo>
                <a:lnTo>
                  <a:pt x="3551" y="230057"/>
                </a:lnTo>
                <a:lnTo>
                  <a:pt x="1908" y="229219"/>
                </a:lnTo>
                <a:close/>
                <a:moveTo>
                  <a:pt x="44812" y="98246"/>
                </a:moveTo>
                <a:lnTo>
                  <a:pt x="45282" y="99255"/>
                </a:lnTo>
                <a:lnTo>
                  <a:pt x="44578" y="98751"/>
                </a:lnTo>
                <a:close/>
                <a:moveTo>
                  <a:pt x="39703" y="204065"/>
                </a:moveTo>
                <a:lnTo>
                  <a:pt x="41128" y="204458"/>
                </a:lnTo>
                <a:lnTo>
                  <a:pt x="38990" y="204261"/>
                </a:lnTo>
                <a:close/>
                <a:moveTo>
                  <a:pt x="26237" y="362519"/>
                </a:moveTo>
                <a:lnTo>
                  <a:pt x="27121" y="363101"/>
                </a:lnTo>
                <a:lnTo>
                  <a:pt x="25794" y="362810"/>
                </a:lnTo>
                <a:close/>
                <a:moveTo>
                  <a:pt x="13571" y="409996"/>
                </a:moveTo>
                <a:lnTo>
                  <a:pt x="15530" y="410904"/>
                </a:lnTo>
                <a:lnTo>
                  <a:pt x="12592" y="410450"/>
                </a:lnTo>
                <a:close/>
                <a:moveTo>
                  <a:pt x="24138" y="160735"/>
                </a:moveTo>
                <a:lnTo>
                  <a:pt x="26120" y="162398"/>
                </a:lnTo>
                <a:lnTo>
                  <a:pt x="23146" y="161567"/>
                </a:lnTo>
                <a:close/>
                <a:moveTo>
                  <a:pt x="67735" y="374098"/>
                </a:moveTo>
                <a:lnTo>
                  <a:pt x="69343" y="374573"/>
                </a:lnTo>
                <a:lnTo>
                  <a:pt x="66931" y="374336"/>
                </a:lnTo>
                <a:close/>
                <a:moveTo>
                  <a:pt x="67026" y="73002"/>
                </a:moveTo>
                <a:lnTo>
                  <a:pt x="68744" y="73838"/>
                </a:lnTo>
                <a:lnTo>
                  <a:pt x="66167" y="73420"/>
                </a:lnTo>
                <a:close/>
                <a:moveTo>
                  <a:pt x="3636" y="287434"/>
                </a:moveTo>
                <a:lnTo>
                  <a:pt x="4458" y="289066"/>
                </a:lnTo>
                <a:lnTo>
                  <a:pt x="3225" y="288250"/>
                </a:lnTo>
                <a:close/>
                <a:moveTo>
                  <a:pt x="13724" y="291594"/>
                </a:moveTo>
                <a:lnTo>
                  <a:pt x="14881" y="291965"/>
                </a:lnTo>
                <a:lnTo>
                  <a:pt x="13145" y="291780"/>
                </a:lnTo>
                <a:close/>
                <a:moveTo>
                  <a:pt x="20801" y="135052"/>
                </a:moveTo>
                <a:lnTo>
                  <a:pt x="22585" y="136509"/>
                </a:lnTo>
                <a:lnTo>
                  <a:pt x="19910" y="135780"/>
                </a:lnTo>
                <a:close/>
                <a:moveTo>
                  <a:pt x="66556" y="72274"/>
                </a:moveTo>
                <a:lnTo>
                  <a:pt x="67297" y="73134"/>
                </a:lnTo>
                <a:lnTo>
                  <a:pt x="66186" y="72704"/>
                </a:lnTo>
                <a:close/>
                <a:moveTo>
                  <a:pt x="23496" y="89973"/>
                </a:moveTo>
                <a:lnTo>
                  <a:pt x="25238" y="90281"/>
                </a:lnTo>
                <a:lnTo>
                  <a:pt x="22625" y="90127"/>
                </a:lnTo>
                <a:close/>
                <a:moveTo>
                  <a:pt x="38672" y="58011"/>
                </a:moveTo>
                <a:lnTo>
                  <a:pt x="39602" y="58749"/>
                </a:lnTo>
                <a:lnTo>
                  <a:pt x="38207" y="58380"/>
                </a:lnTo>
                <a:close/>
                <a:moveTo>
                  <a:pt x="33447" y="410216"/>
                </a:moveTo>
                <a:lnTo>
                  <a:pt x="35159" y="411160"/>
                </a:lnTo>
                <a:lnTo>
                  <a:pt x="32591" y="410688"/>
                </a:lnTo>
                <a:close/>
                <a:moveTo>
                  <a:pt x="70359" y="110652"/>
                </a:moveTo>
                <a:lnTo>
                  <a:pt x="71057" y="111906"/>
                </a:lnTo>
                <a:lnTo>
                  <a:pt x="70010" y="111279"/>
                </a:lnTo>
                <a:close/>
                <a:moveTo>
                  <a:pt x="54976" y="316268"/>
                </a:moveTo>
                <a:lnTo>
                  <a:pt x="56265" y="317652"/>
                </a:lnTo>
                <a:lnTo>
                  <a:pt x="54332" y="316960"/>
                </a:lnTo>
                <a:close/>
                <a:moveTo>
                  <a:pt x="24367" y="414289"/>
                </a:moveTo>
                <a:lnTo>
                  <a:pt x="26087" y="415790"/>
                </a:lnTo>
                <a:lnTo>
                  <a:pt x="23507" y="415040"/>
                </a:lnTo>
                <a:close/>
                <a:moveTo>
                  <a:pt x="38863" y="401078"/>
                </a:moveTo>
                <a:lnTo>
                  <a:pt x="40082" y="402805"/>
                </a:lnTo>
                <a:lnTo>
                  <a:pt x="38254" y="401942"/>
                </a:lnTo>
                <a:close/>
                <a:moveTo>
                  <a:pt x="32114" y="415424"/>
                </a:moveTo>
                <a:lnTo>
                  <a:pt x="33052" y="416498"/>
                </a:lnTo>
                <a:lnTo>
                  <a:pt x="31645" y="415961"/>
                </a:lnTo>
                <a:close/>
                <a:moveTo>
                  <a:pt x="40301" y="240130"/>
                </a:moveTo>
                <a:lnTo>
                  <a:pt x="42211" y="241701"/>
                </a:lnTo>
                <a:lnTo>
                  <a:pt x="39346" y="240915"/>
                </a:lnTo>
                <a:close/>
                <a:moveTo>
                  <a:pt x="13797" y="308327"/>
                </a:moveTo>
                <a:lnTo>
                  <a:pt x="15119" y="309234"/>
                </a:lnTo>
                <a:lnTo>
                  <a:pt x="13135" y="308781"/>
                </a:lnTo>
                <a:close/>
                <a:moveTo>
                  <a:pt x="9183" y="397296"/>
                </a:moveTo>
                <a:lnTo>
                  <a:pt x="11362" y="398683"/>
                </a:lnTo>
                <a:lnTo>
                  <a:pt x="8093" y="397990"/>
                </a:lnTo>
                <a:close/>
                <a:moveTo>
                  <a:pt x="41046" y="36026"/>
                </a:moveTo>
                <a:lnTo>
                  <a:pt x="41990" y="36820"/>
                </a:lnTo>
                <a:lnTo>
                  <a:pt x="40574" y="36423"/>
                </a:lnTo>
                <a:close/>
                <a:moveTo>
                  <a:pt x="7131" y="163774"/>
                </a:moveTo>
                <a:lnTo>
                  <a:pt x="8159" y="164693"/>
                </a:lnTo>
                <a:lnTo>
                  <a:pt x="6617" y="164234"/>
                </a:lnTo>
                <a:close/>
                <a:moveTo>
                  <a:pt x="5894" y="57593"/>
                </a:moveTo>
                <a:lnTo>
                  <a:pt x="8005" y="58725"/>
                </a:lnTo>
                <a:lnTo>
                  <a:pt x="4839" y="58159"/>
                </a:lnTo>
                <a:close/>
                <a:moveTo>
                  <a:pt x="17371" y="196220"/>
                </a:moveTo>
                <a:lnTo>
                  <a:pt x="18392" y="197249"/>
                </a:lnTo>
                <a:lnTo>
                  <a:pt x="16860" y="196734"/>
                </a:lnTo>
                <a:close/>
                <a:moveTo>
                  <a:pt x="13475" y="325199"/>
                </a:moveTo>
                <a:lnTo>
                  <a:pt x="15551" y="326441"/>
                </a:lnTo>
                <a:lnTo>
                  <a:pt x="12437" y="325820"/>
                </a:lnTo>
                <a:close/>
                <a:moveTo>
                  <a:pt x="68242" y="355947"/>
                </a:moveTo>
                <a:lnTo>
                  <a:pt x="69586" y="357030"/>
                </a:lnTo>
                <a:lnTo>
                  <a:pt x="67570" y="356489"/>
                </a:lnTo>
                <a:close/>
                <a:moveTo>
                  <a:pt x="49432" y="160380"/>
                </a:moveTo>
                <a:lnTo>
                  <a:pt x="49923" y="161358"/>
                </a:lnTo>
                <a:lnTo>
                  <a:pt x="49187" y="160869"/>
                </a:lnTo>
                <a:close/>
                <a:moveTo>
                  <a:pt x="58257" y="294731"/>
                </a:moveTo>
                <a:lnTo>
                  <a:pt x="58681" y="296270"/>
                </a:lnTo>
                <a:lnTo>
                  <a:pt x="58045" y="295501"/>
                </a:lnTo>
                <a:close/>
                <a:moveTo>
                  <a:pt x="4356" y="226551"/>
                </a:moveTo>
                <a:lnTo>
                  <a:pt x="5034" y="227302"/>
                </a:lnTo>
                <a:lnTo>
                  <a:pt x="4016" y="226926"/>
                </a:lnTo>
                <a:close/>
                <a:moveTo>
                  <a:pt x="17244" y="268686"/>
                </a:moveTo>
                <a:lnTo>
                  <a:pt x="18909" y="270313"/>
                </a:lnTo>
                <a:lnTo>
                  <a:pt x="16411" y="269500"/>
                </a:lnTo>
                <a:close/>
                <a:moveTo>
                  <a:pt x="36482" y="26151"/>
                </a:moveTo>
                <a:lnTo>
                  <a:pt x="36902" y="26578"/>
                </a:lnTo>
                <a:lnTo>
                  <a:pt x="36272" y="26364"/>
                </a:lnTo>
                <a:close/>
                <a:moveTo>
                  <a:pt x="10036" y="76700"/>
                </a:moveTo>
                <a:lnTo>
                  <a:pt x="10934" y="77225"/>
                </a:lnTo>
                <a:lnTo>
                  <a:pt x="9587" y="76962"/>
                </a:lnTo>
                <a:close/>
                <a:moveTo>
                  <a:pt x="60615" y="156967"/>
                </a:moveTo>
                <a:lnTo>
                  <a:pt x="61852" y="158444"/>
                </a:lnTo>
                <a:lnTo>
                  <a:pt x="59997" y="157705"/>
                </a:lnTo>
                <a:close/>
                <a:moveTo>
                  <a:pt x="13712" y="218848"/>
                </a:moveTo>
                <a:lnTo>
                  <a:pt x="14138" y="219876"/>
                </a:lnTo>
                <a:lnTo>
                  <a:pt x="13499" y="219362"/>
                </a:lnTo>
                <a:close/>
                <a:moveTo>
                  <a:pt x="66050" y="247562"/>
                </a:moveTo>
                <a:lnTo>
                  <a:pt x="66959" y="248812"/>
                </a:lnTo>
                <a:lnTo>
                  <a:pt x="65595" y="248187"/>
                </a:lnTo>
                <a:close/>
                <a:moveTo>
                  <a:pt x="36215" y="217411"/>
                </a:moveTo>
                <a:lnTo>
                  <a:pt x="37742" y="218778"/>
                </a:lnTo>
                <a:lnTo>
                  <a:pt x="35451" y="218094"/>
                </a:lnTo>
                <a:close/>
                <a:moveTo>
                  <a:pt x="63404" y="426728"/>
                </a:moveTo>
                <a:lnTo>
                  <a:pt x="65532" y="428243"/>
                </a:lnTo>
                <a:lnTo>
                  <a:pt x="62339" y="427486"/>
                </a:lnTo>
                <a:close/>
                <a:moveTo>
                  <a:pt x="48860" y="349383"/>
                </a:moveTo>
                <a:lnTo>
                  <a:pt x="49569" y="349980"/>
                </a:lnTo>
                <a:lnTo>
                  <a:pt x="48505" y="349682"/>
                </a:lnTo>
                <a:close/>
                <a:moveTo>
                  <a:pt x="60070" y="190225"/>
                </a:moveTo>
                <a:lnTo>
                  <a:pt x="60458" y="191642"/>
                </a:lnTo>
                <a:lnTo>
                  <a:pt x="59875" y="190934"/>
                </a:lnTo>
                <a:close/>
                <a:moveTo>
                  <a:pt x="10459" y="118862"/>
                </a:moveTo>
                <a:lnTo>
                  <a:pt x="12513" y="119446"/>
                </a:lnTo>
                <a:lnTo>
                  <a:pt x="9432" y="119154"/>
                </a:lnTo>
                <a:close/>
                <a:moveTo>
                  <a:pt x="58942" y="116399"/>
                </a:moveTo>
                <a:lnTo>
                  <a:pt x="60760" y="117270"/>
                </a:lnTo>
                <a:lnTo>
                  <a:pt x="58032" y="116834"/>
                </a:lnTo>
                <a:close/>
                <a:moveTo>
                  <a:pt x="40423" y="298654"/>
                </a:moveTo>
                <a:lnTo>
                  <a:pt x="42101" y="299265"/>
                </a:lnTo>
                <a:lnTo>
                  <a:pt x="39584" y="298960"/>
                </a:lnTo>
                <a:close/>
                <a:moveTo>
                  <a:pt x="48053" y="72461"/>
                </a:moveTo>
                <a:lnTo>
                  <a:pt x="48856" y="73928"/>
                </a:lnTo>
                <a:lnTo>
                  <a:pt x="47652" y="73194"/>
                </a:lnTo>
                <a:close/>
                <a:moveTo>
                  <a:pt x="11770" y="180777"/>
                </a:moveTo>
                <a:lnTo>
                  <a:pt x="12331" y="181951"/>
                </a:lnTo>
                <a:lnTo>
                  <a:pt x="11490" y="181364"/>
                </a:lnTo>
                <a:close/>
                <a:moveTo>
                  <a:pt x="13352" y="157660"/>
                </a:moveTo>
                <a:lnTo>
                  <a:pt x="15513" y="158628"/>
                </a:lnTo>
                <a:lnTo>
                  <a:pt x="12272" y="158144"/>
                </a:lnTo>
                <a:close/>
                <a:moveTo>
                  <a:pt x="36136" y="13962"/>
                </a:moveTo>
                <a:lnTo>
                  <a:pt x="36972" y="14421"/>
                </a:lnTo>
                <a:lnTo>
                  <a:pt x="35718" y="14192"/>
                </a:lnTo>
                <a:close/>
                <a:moveTo>
                  <a:pt x="44455" y="67228"/>
                </a:moveTo>
                <a:lnTo>
                  <a:pt x="45133" y="67743"/>
                </a:lnTo>
                <a:lnTo>
                  <a:pt x="44117" y="67486"/>
                </a:lnTo>
                <a:close/>
                <a:moveTo>
                  <a:pt x="52910" y="284874"/>
                </a:moveTo>
                <a:lnTo>
                  <a:pt x="53801" y="285646"/>
                </a:lnTo>
                <a:lnTo>
                  <a:pt x="52465" y="285260"/>
                </a:lnTo>
                <a:close/>
                <a:moveTo>
                  <a:pt x="20410" y="239211"/>
                </a:moveTo>
                <a:lnTo>
                  <a:pt x="21814" y="239710"/>
                </a:lnTo>
                <a:lnTo>
                  <a:pt x="19708" y="239460"/>
                </a:lnTo>
                <a:close/>
                <a:moveTo>
                  <a:pt x="11810" y="273637"/>
                </a:moveTo>
                <a:lnTo>
                  <a:pt x="12677" y="274936"/>
                </a:lnTo>
                <a:lnTo>
                  <a:pt x="11376" y="274287"/>
                </a:lnTo>
                <a:close/>
                <a:moveTo>
                  <a:pt x="13367" y="42737"/>
                </a:moveTo>
                <a:lnTo>
                  <a:pt x="13846" y="44323"/>
                </a:lnTo>
                <a:lnTo>
                  <a:pt x="13127" y="43530"/>
                </a:lnTo>
                <a:close/>
                <a:moveTo>
                  <a:pt x="38637" y="8373"/>
                </a:moveTo>
                <a:lnTo>
                  <a:pt x="39646" y="9620"/>
                </a:lnTo>
                <a:lnTo>
                  <a:pt x="38133" y="8996"/>
                </a:lnTo>
                <a:close/>
                <a:moveTo>
                  <a:pt x="16384" y="363384"/>
                </a:moveTo>
                <a:lnTo>
                  <a:pt x="16743" y="364473"/>
                </a:lnTo>
                <a:lnTo>
                  <a:pt x="16205" y="363928"/>
                </a:lnTo>
                <a:close/>
                <a:moveTo>
                  <a:pt x="41299" y="82255"/>
                </a:moveTo>
                <a:lnTo>
                  <a:pt x="43476" y="83374"/>
                </a:lnTo>
                <a:lnTo>
                  <a:pt x="40211" y="82815"/>
                </a:lnTo>
                <a:close/>
                <a:moveTo>
                  <a:pt x="10229" y="329811"/>
                </a:moveTo>
                <a:lnTo>
                  <a:pt x="10632" y="331134"/>
                </a:lnTo>
                <a:lnTo>
                  <a:pt x="10028" y="330472"/>
                </a:lnTo>
                <a:close/>
                <a:moveTo>
                  <a:pt x="59511" y="278977"/>
                </a:moveTo>
                <a:lnTo>
                  <a:pt x="59903" y="279373"/>
                </a:lnTo>
                <a:lnTo>
                  <a:pt x="59314" y="279175"/>
                </a:lnTo>
                <a:close/>
                <a:moveTo>
                  <a:pt x="59186" y="369941"/>
                </a:moveTo>
                <a:lnTo>
                  <a:pt x="60035" y="371633"/>
                </a:lnTo>
                <a:lnTo>
                  <a:pt x="58761" y="370787"/>
                </a:lnTo>
                <a:close/>
                <a:moveTo>
                  <a:pt x="58018" y="46645"/>
                </a:moveTo>
                <a:lnTo>
                  <a:pt x="60005" y="46965"/>
                </a:lnTo>
                <a:lnTo>
                  <a:pt x="57024" y="46805"/>
                </a:lnTo>
                <a:close/>
                <a:moveTo>
                  <a:pt x="23788" y="91196"/>
                </a:moveTo>
                <a:lnTo>
                  <a:pt x="24527" y="92245"/>
                </a:lnTo>
                <a:lnTo>
                  <a:pt x="23419" y="91720"/>
                </a:lnTo>
                <a:close/>
                <a:moveTo>
                  <a:pt x="4284" y="421849"/>
                </a:moveTo>
                <a:lnTo>
                  <a:pt x="5023" y="423172"/>
                </a:lnTo>
                <a:lnTo>
                  <a:pt x="3914" y="422510"/>
                </a:lnTo>
                <a:close/>
                <a:moveTo>
                  <a:pt x="25694" y="400757"/>
                </a:moveTo>
                <a:lnTo>
                  <a:pt x="27081" y="401802"/>
                </a:lnTo>
                <a:lnTo>
                  <a:pt x="25001" y="401279"/>
                </a:lnTo>
                <a:close/>
                <a:moveTo>
                  <a:pt x="54305" y="245491"/>
                </a:moveTo>
                <a:lnTo>
                  <a:pt x="55488" y="246051"/>
                </a:lnTo>
                <a:lnTo>
                  <a:pt x="53713" y="245771"/>
                </a:lnTo>
                <a:close/>
                <a:moveTo>
                  <a:pt x="57051" y="274520"/>
                </a:moveTo>
                <a:lnTo>
                  <a:pt x="58259" y="276302"/>
                </a:lnTo>
                <a:lnTo>
                  <a:pt x="56447" y="275411"/>
                </a:lnTo>
                <a:close/>
                <a:moveTo>
                  <a:pt x="33578" y="323852"/>
                </a:moveTo>
                <a:lnTo>
                  <a:pt x="34231" y="324691"/>
                </a:lnTo>
                <a:lnTo>
                  <a:pt x="33252" y="324271"/>
                </a:lnTo>
                <a:close/>
                <a:moveTo>
                  <a:pt x="45231" y="112874"/>
                </a:moveTo>
                <a:lnTo>
                  <a:pt x="47424" y="114660"/>
                </a:lnTo>
                <a:lnTo>
                  <a:pt x="44135" y="113767"/>
                </a:lnTo>
                <a:close/>
                <a:moveTo>
                  <a:pt x="46233" y="314078"/>
                </a:moveTo>
                <a:lnTo>
                  <a:pt x="47085" y="315537"/>
                </a:lnTo>
                <a:lnTo>
                  <a:pt x="45807" y="314807"/>
                </a:lnTo>
                <a:close/>
                <a:moveTo>
                  <a:pt x="61316" y="200469"/>
                </a:moveTo>
                <a:lnTo>
                  <a:pt x="62712" y="201750"/>
                </a:lnTo>
                <a:lnTo>
                  <a:pt x="60617" y="201110"/>
                </a:lnTo>
                <a:close/>
                <a:moveTo>
                  <a:pt x="18505" y="19911"/>
                </a:moveTo>
                <a:lnTo>
                  <a:pt x="19192" y="20999"/>
                </a:lnTo>
                <a:lnTo>
                  <a:pt x="18162" y="20455"/>
                </a:lnTo>
                <a:close/>
                <a:moveTo>
                  <a:pt x="45648" y="373849"/>
                </a:moveTo>
                <a:lnTo>
                  <a:pt x="46493" y="374400"/>
                </a:lnTo>
                <a:lnTo>
                  <a:pt x="45225" y="374125"/>
                </a:lnTo>
                <a:close/>
                <a:moveTo>
                  <a:pt x="30441" y="71332"/>
                </a:moveTo>
                <a:lnTo>
                  <a:pt x="31270" y="72365"/>
                </a:lnTo>
                <a:lnTo>
                  <a:pt x="30027" y="71848"/>
                </a:lnTo>
                <a:close/>
                <a:moveTo>
                  <a:pt x="49012" y="45970"/>
                </a:moveTo>
                <a:lnTo>
                  <a:pt x="49683" y="46976"/>
                </a:lnTo>
                <a:lnTo>
                  <a:pt x="48676" y="46473"/>
                </a:lnTo>
                <a:close/>
                <a:moveTo>
                  <a:pt x="37548" y="76743"/>
                </a:moveTo>
                <a:lnTo>
                  <a:pt x="39119" y="77890"/>
                </a:lnTo>
                <a:lnTo>
                  <a:pt x="36762" y="77316"/>
                </a:lnTo>
                <a:close/>
                <a:moveTo>
                  <a:pt x="68485" y="416741"/>
                </a:moveTo>
                <a:lnTo>
                  <a:pt x="69996" y="417174"/>
                </a:lnTo>
                <a:lnTo>
                  <a:pt x="67729" y="416958"/>
                </a:lnTo>
                <a:close/>
                <a:moveTo>
                  <a:pt x="37618" y="118414"/>
                </a:moveTo>
                <a:lnTo>
                  <a:pt x="38484" y="118828"/>
                </a:lnTo>
                <a:lnTo>
                  <a:pt x="37186" y="118621"/>
                </a:lnTo>
                <a:close/>
                <a:moveTo>
                  <a:pt x="49452" y="286734"/>
                </a:moveTo>
                <a:lnTo>
                  <a:pt x="50311" y="287380"/>
                </a:lnTo>
                <a:lnTo>
                  <a:pt x="49023" y="287057"/>
                </a:lnTo>
                <a:close/>
                <a:moveTo>
                  <a:pt x="70544" y="241408"/>
                </a:moveTo>
                <a:lnTo>
                  <a:pt x="72184" y="242077"/>
                </a:lnTo>
                <a:lnTo>
                  <a:pt x="69724" y="241743"/>
                </a:lnTo>
                <a:close/>
                <a:moveTo>
                  <a:pt x="67035" y="313891"/>
                </a:moveTo>
                <a:lnTo>
                  <a:pt x="68327" y="314359"/>
                </a:lnTo>
                <a:lnTo>
                  <a:pt x="66390" y="314125"/>
                </a:lnTo>
                <a:close/>
                <a:moveTo>
                  <a:pt x="31628" y="10706"/>
                </a:moveTo>
                <a:lnTo>
                  <a:pt x="32367" y="12178"/>
                </a:lnTo>
                <a:lnTo>
                  <a:pt x="31259" y="11442"/>
                </a:lnTo>
                <a:close/>
                <a:moveTo>
                  <a:pt x="8856" y="89632"/>
                </a:moveTo>
                <a:lnTo>
                  <a:pt x="9838" y="91384"/>
                </a:lnTo>
                <a:lnTo>
                  <a:pt x="8366" y="90508"/>
                </a:lnTo>
                <a:close/>
                <a:moveTo>
                  <a:pt x="12590" y="181756"/>
                </a:moveTo>
                <a:lnTo>
                  <a:pt x="13925" y="182124"/>
                </a:lnTo>
                <a:lnTo>
                  <a:pt x="11922" y="181940"/>
                </a:lnTo>
                <a:close/>
                <a:moveTo>
                  <a:pt x="40488" y="30455"/>
                </a:moveTo>
                <a:lnTo>
                  <a:pt x="41429" y="31238"/>
                </a:lnTo>
                <a:lnTo>
                  <a:pt x="40017" y="30846"/>
                </a:lnTo>
                <a:close/>
                <a:moveTo>
                  <a:pt x="70869" y="191282"/>
                </a:moveTo>
                <a:lnTo>
                  <a:pt x="71773" y="192076"/>
                </a:lnTo>
                <a:lnTo>
                  <a:pt x="70418" y="191679"/>
                </a:lnTo>
                <a:close/>
                <a:moveTo>
                  <a:pt x="22080" y="70658"/>
                </a:moveTo>
                <a:lnTo>
                  <a:pt x="23015" y="71995"/>
                </a:lnTo>
                <a:lnTo>
                  <a:pt x="21613" y="71327"/>
                </a:lnTo>
                <a:close/>
                <a:moveTo>
                  <a:pt x="25753" y="100109"/>
                </a:moveTo>
                <a:lnTo>
                  <a:pt x="26173" y="101590"/>
                </a:lnTo>
                <a:lnTo>
                  <a:pt x="25542" y="100849"/>
                </a:lnTo>
                <a:close/>
                <a:moveTo>
                  <a:pt x="21950" y="118119"/>
                </a:moveTo>
                <a:lnTo>
                  <a:pt x="23869" y="119873"/>
                </a:lnTo>
                <a:lnTo>
                  <a:pt x="20990" y="118996"/>
                </a:lnTo>
                <a:close/>
                <a:moveTo>
                  <a:pt x="39614" y="30160"/>
                </a:moveTo>
                <a:lnTo>
                  <a:pt x="41510" y="31605"/>
                </a:lnTo>
                <a:lnTo>
                  <a:pt x="38665" y="30883"/>
                </a:lnTo>
                <a:close/>
                <a:moveTo>
                  <a:pt x="2289" y="125601"/>
                </a:moveTo>
                <a:lnTo>
                  <a:pt x="4184" y="126615"/>
                </a:lnTo>
                <a:lnTo>
                  <a:pt x="1342" y="126108"/>
                </a:lnTo>
                <a:close/>
                <a:moveTo>
                  <a:pt x="13432" y="430259"/>
                </a:moveTo>
                <a:lnTo>
                  <a:pt x="14174" y="430830"/>
                </a:lnTo>
                <a:lnTo>
                  <a:pt x="13060" y="430545"/>
                </a:lnTo>
                <a:close/>
                <a:moveTo>
                  <a:pt x="49682" y="431118"/>
                </a:moveTo>
                <a:lnTo>
                  <a:pt x="51340" y="431448"/>
                </a:lnTo>
                <a:lnTo>
                  <a:pt x="48853" y="431283"/>
                </a:lnTo>
                <a:close/>
                <a:moveTo>
                  <a:pt x="2499" y="93599"/>
                </a:moveTo>
                <a:lnTo>
                  <a:pt x="4079" y="95338"/>
                </a:lnTo>
                <a:lnTo>
                  <a:pt x="1709" y="94469"/>
                </a:lnTo>
                <a:close/>
                <a:moveTo>
                  <a:pt x="9156" y="291949"/>
                </a:moveTo>
                <a:lnTo>
                  <a:pt x="10755" y="292293"/>
                </a:lnTo>
                <a:lnTo>
                  <a:pt x="8356" y="292121"/>
                </a:lnTo>
                <a:close/>
                <a:moveTo>
                  <a:pt x="64265" y="136853"/>
                </a:moveTo>
                <a:lnTo>
                  <a:pt x="65307" y="138342"/>
                </a:lnTo>
                <a:lnTo>
                  <a:pt x="63744" y="137598"/>
                </a:lnTo>
                <a:close/>
                <a:moveTo>
                  <a:pt x="39101" y="273485"/>
                </a:moveTo>
                <a:lnTo>
                  <a:pt x="39558" y="274719"/>
                </a:lnTo>
                <a:lnTo>
                  <a:pt x="38873" y="274102"/>
                </a:lnTo>
                <a:close/>
                <a:moveTo>
                  <a:pt x="11519" y="359903"/>
                </a:moveTo>
                <a:lnTo>
                  <a:pt x="13301" y="361177"/>
                </a:lnTo>
                <a:lnTo>
                  <a:pt x="10628" y="360540"/>
                </a:lnTo>
                <a:close/>
                <a:moveTo>
                  <a:pt x="46222" y="426545"/>
                </a:moveTo>
                <a:lnTo>
                  <a:pt x="48106" y="427919"/>
                </a:lnTo>
                <a:lnTo>
                  <a:pt x="45280" y="427232"/>
                </a:lnTo>
                <a:close/>
                <a:moveTo>
                  <a:pt x="26270" y="5341"/>
                </a:moveTo>
                <a:lnTo>
                  <a:pt x="28470" y="5737"/>
                </a:lnTo>
                <a:lnTo>
                  <a:pt x="25170" y="5539"/>
                </a:lnTo>
                <a:close/>
                <a:moveTo>
                  <a:pt x="4090" y="259823"/>
                </a:moveTo>
                <a:lnTo>
                  <a:pt x="6276" y="260790"/>
                </a:lnTo>
                <a:lnTo>
                  <a:pt x="2997" y="260306"/>
                </a:lnTo>
                <a:close/>
                <a:moveTo>
                  <a:pt x="15714" y="8238"/>
                </a:moveTo>
                <a:lnTo>
                  <a:pt x="16363" y="9082"/>
                </a:lnTo>
                <a:lnTo>
                  <a:pt x="15390" y="8660"/>
                </a:lnTo>
                <a:close/>
                <a:moveTo>
                  <a:pt x="25496" y="117416"/>
                </a:moveTo>
                <a:lnTo>
                  <a:pt x="27471" y="119215"/>
                </a:lnTo>
                <a:lnTo>
                  <a:pt x="24508" y="118316"/>
                </a:lnTo>
                <a:close/>
                <a:moveTo>
                  <a:pt x="69562" y="85564"/>
                </a:moveTo>
                <a:lnTo>
                  <a:pt x="71202" y="86110"/>
                </a:lnTo>
                <a:lnTo>
                  <a:pt x="68743" y="85837"/>
                </a:lnTo>
                <a:close/>
                <a:moveTo>
                  <a:pt x="33427" y="218506"/>
                </a:moveTo>
                <a:lnTo>
                  <a:pt x="34361" y="219982"/>
                </a:lnTo>
                <a:lnTo>
                  <a:pt x="32961" y="219244"/>
                </a:lnTo>
                <a:close/>
                <a:moveTo>
                  <a:pt x="16446" y="350632"/>
                </a:moveTo>
                <a:lnTo>
                  <a:pt x="18213" y="351876"/>
                </a:lnTo>
                <a:lnTo>
                  <a:pt x="15562" y="351254"/>
                </a:lnTo>
                <a:close/>
                <a:moveTo>
                  <a:pt x="6403" y="52939"/>
                </a:moveTo>
                <a:lnTo>
                  <a:pt x="8244" y="54676"/>
                </a:lnTo>
                <a:lnTo>
                  <a:pt x="5482" y="53807"/>
                </a:lnTo>
                <a:close/>
                <a:moveTo>
                  <a:pt x="17835" y="291121"/>
                </a:moveTo>
                <a:lnTo>
                  <a:pt x="19587" y="292724"/>
                </a:lnTo>
                <a:lnTo>
                  <a:pt x="16959" y="291922"/>
                </a:lnTo>
                <a:close/>
                <a:moveTo>
                  <a:pt x="10599" y="89387"/>
                </a:moveTo>
                <a:lnTo>
                  <a:pt x="11066" y="90727"/>
                </a:lnTo>
                <a:lnTo>
                  <a:pt x="10366" y="90057"/>
                </a:lnTo>
                <a:close/>
                <a:moveTo>
                  <a:pt x="26140" y="304899"/>
                </a:moveTo>
                <a:lnTo>
                  <a:pt x="26795" y="306156"/>
                </a:lnTo>
                <a:lnTo>
                  <a:pt x="25813" y="305527"/>
                </a:lnTo>
                <a:close/>
                <a:moveTo>
                  <a:pt x="20159" y="191464"/>
                </a:moveTo>
                <a:lnTo>
                  <a:pt x="21601" y="193190"/>
                </a:lnTo>
                <a:lnTo>
                  <a:pt x="19438" y="192327"/>
                </a:lnTo>
                <a:close/>
                <a:moveTo>
                  <a:pt x="14477" y="342034"/>
                </a:moveTo>
                <a:lnTo>
                  <a:pt x="14920" y="342600"/>
                </a:lnTo>
                <a:lnTo>
                  <a:pt x="14255" y="342317"/>
                </a:lnTo>
                <a:close/>
                <a:moveTo>
                  <a:pt x="49846" y="36160"/>
                </a:moveTo>
                <a:lnTo>
                  <a:pt x="51752" y="37793"/>
                </a:lnTo>
                <a:lnTo>
                  <a:pt x="48893" y="36976"/>
                </a:lnTo>
                <a:close/>
                <a:moveTo>
                  <a:pt x="16431" y="308709"/>
                </a:moveTo>
                <a:lnTo>
                  <a:pt x="17981" y="310475"/>
                </a:lnTo>
                <a:lnTo>
                  <a:pt x="15655" y="309592"/>
                </a:lnTo>
                <a:close/>
                <a:moveTo>
                  <a:pt x="35751" y="160712"/>
                </a:moveTo>
                <a:lnTo>
                  <a:pt x="37726" y="161413"/>
                </a:lnTo>
                <a:lnTo>
                  <a:pt x="34763" y="161063"/>
                </a:lnTo>
                <a:close/>
                <a:moveTo>
                  <a:pt x="65005" y="158228"/>
                </a:moveTo>
                <a:lnTo>
                  <a:pt x="66108" y="159781"/>
                </a:lnTo>
                <a:lnTo>
                  <a:pt x="64453" y="159004"/>
                </a:lnTo>
                <a:close/>
                <a:moveTo>
                  <a:pt x="54037" y="80385"/>
                </a:moveTo>
                <a:lnTo>
                  <a:pt x="55606" y="82168"/>
                </a:lnTo>
                <a:lnTo>
                  <a:pt x="53252" y="81276"/>
                </a:lnTo>
                <a:close/>
                <a:moveTo>
                  <a:pt x="29085" y="243671"/>
                </a:moveTo>
                <a:lnTo>
                  <a:pt x="30649" y="245051"/>
                </a:lnTo>
                <a:lnTo>
                  <a:pt x="28303" y="244361"/>
                </a:lnTo>
                <a:close/>
                <a:moveTo>
                  <a:pt x="28410" y="166181"/>
                </a:moveTo>
                <a:lnTo>
                  <a:pt x="29087" y="167420"/>
                </a:lnTo>
                <a:lnTo>
                  <a:pt x="28071" y="166800"/>
                </a:lnTo>
                <a:close/>
                <a:moveTo>
                  <a:pt x="24181" y="343617"/>
                </a:moveTo>
                <a:lnTo>
                  <a:pt x="24613" y="345056"/>
                </a:lnTo>
                <a:lnTo>
                  <a:pt x="23966" y="344336"/>
                </a:lnTo>
                <a:close/>
                <a:moveTo>
                  <a:pt x="12295" y="379462"/>
                </a:moveTo>
                <a:lnTo>
                  <a:pt x="14168" y="380297"/>
                </a:lnTo>
                <a:lnTo>
                  <a:pt x="11359" y="379879"/>
                </a:lnTo>
                <a:close/>
                <a:moveTo>
                  <a:pt x="8020" y="91840"/>
                </a:moveTo>
                <a:lnTo>
                  <a:pt x="8754" y="93608"/>
                </a:lnTo>
                <a:lnTo>
                  <a:pt x="7653" y="92724"/>
                </a:lnTo>
                <a:close/>
                <a:moveTo>
                  <a:pt x="57527" y="10289"/>
                </a:moveTo>
                <a:lnTo>
                  <a:pt x="57893" y="11428"/>
                </a:lnTo>
                <a:lnTo>
                  <a:pt x="57344" y="10858"/>
                </a:lnTo>
                <a:close/>
                <a:moveTo>
                  <a:pt x="32892" y="241253"/>
                </a:moveTo>
                <a:lnTo>
                  <a:pt x="34798" y="242809"/>
                </a:lnTo>
                <a:lnTo>
                  <a:pt x="31939" y="242031"/>
                </a:lnTo>
                <a:close/>
                <a:moveTo>
                  <a:pt x="10509" y="423168"/>
                </a:moveTo>
                <a:lnTo>
                  <a:pt x="11708" y="424173"/>
                </a:lnTo>
                <a:lnTo>
                  <a:pt x="9909" y="423670"/>
                </a:lnTo>
                <a:close/>
                <a:moveTo>
                  <a:pt x="11648" y="104219"/>
                </a:moveTo>
                <a:lnTo>
                  <a:pt x="12343" y="104940"/>
                </a:lnTo>
                <a:lnTo>
                  <a:pt x="11301" y="104580"/>
                </a:lnTo>
                <a:close/>
                <a:moveTo>
                  <a:pt x="39165" y="112556"/>
                </a:moveTo>
                <a:lnTo>
                  <a:pt x="40013" y="113022"/>
                </a:lnTo>
                <a:lnTo>
                  <a:pt x="38741" y="112789"/>
                </a:lnTo>
                <a:close/>
                <a:moveTo>
                  <a:pt x="5918" y="397916"/>
                </a:moveTo>
                <a:lnTo>
                  <a:pt x="7079" y="398894"/>
                </a:lnTo>
                <a:lnTo>
                  <a:pt x="5338" y="398405"/>
                </a:lnTo>
                <a:close/>
                <a:moveTo>
                  <a:pt x="10232" y="429777"/>
                </a:moveTo>
                <a:lnTo>
                  <a:pt x="10606" y="431254"/>
                </a:lnTo>
                <a:lnTo>
                  <a:pt x="10046" y="430515"/>
                </a:lnTo>
                <a:close/>
                <a:moveTo>
                  <a:pt x="4111" y="125862"/>
                </a:moveTo>
                <a:lnTo>
                  <a:pt x="5360" y="126845"/>
                </a:lnTo>
                <a:lnTo>
                  <a:pt x="3486" y="126353"/>
                </a:lnTo>
                <a:close/>
                <a:moveTo>
                  <a:pt x="50372" y="249076"/>
                </a:moveTo>
                <a:lnTo>
                  <a:pt x="52020" y="249476"/>
                </a:lnTo>
                <a:lnTo>
                  <a:pt x="49548" y="249276"/>
                </a:lnTo>
                <a:close/>
                <a:moveTo>
                  <a:pt x="21596" y="119759"/>
                </a:moveTo>
                <a:lnTo>
                  <a:pt x="22836" y="120687"/>
                </a:lnTo>
                <a:lnTo>
                  <a:pt x="20975" y="120223"/>
                </a:lnTo>
                <a:close/>
                <a:moveTo>
                  <a:pt x="8630" y="56036"/>
                </a:moveTo>
                <a:lnTo>
                  <a:pt x="9093" y="56418"/>
                </a:lnTo>
                <a:lnTo>
                  <a:pt x="8399" y="56227"/>
                </a:lnTo>
                <a:close/>
                <a:moveTo>
                  <a:pt x="46371" y="421031"/>
                </a:moveTo>
                <a:lnTo>
                  <a:pt x="47819" y="421627"/>
                </a:lnTo>
                <a:lnTo>
                  <a:pt x="45647" y="421329"/>
                </a:lnTo>
                <a:close/>
                <a:moveTo>
                  <a:pt x="43831" y="216203"/>
                </a:moveTo>
                <a:lnTo>
                  <a:pt x="44705" y="217709"/>
                </a:lnTo>
                <a:lnTo>
                  <a:pt x="43394" y="216956"/>
                </a:lnTo>
                <a:close/>
                <a:moveTo>
                  <a:pt x="19476" y="133566"/>
                </a:moveTo>
                <a:lnTo>
                  <a:pt x="19910" y="134229"/>
                </a:lnTo>
                <a:lnTo>
                  <a:pt x="19259" y="133898"/>
                </a:lnTo>
                <a:close/>
                <a:moveTo>
                  <a:pt x="65654" y="209288"/>
                </a:moveTo>
                <a:lnTo>
                  <a:pt x="67353" y="210323"/>
                </a:lnTo>
                <a:lnTo>
                  <a:pt x="64805" y="209806"/>
                </a:lnTo>
                <a:close/>
                <a:moveTo>
                  <a:pt x="19652" y="154805"/>
                </a:moveTo>
                <a:lnTo>
                  <a:pt x="20943" y="155568"/>
                </a:lnTo>
                <a:lnTo>
                  <a:pt x="19006" y="155186"/>
                </a:lnTo>
                <a:close/>
                <a:moveTo>
                  <a:pt x="37134" y="10788"/>
                </a:moveTo>
                <a:lnTo>
                  <a:pt x="38201" y="11261"/>
                </a:lnTo>
                <a:lnTo>
                  <a:pt x="36600" y="11025"/>
                </a:lnTo>
                <a:close/>
                <a:moveTo>
                  <a:pt x="34566" y="231618"/>
                </a:moveTo>
                <a:lnTo>
                  <a:pt x="36601" y="233227"/>
                </a:lnTo>
                <a:lnTo>
                  <a:pt x="33548" y="232423"/>
                </a:lnTo>
                <a:close/>
                <a:moveTo>
                  <a:pt x="63613" y="194273"/>
                </a:moveTo>
                <a:lnTo>
                  <a:pt x="64508" y="195844"/>
                </a:lnTo>
                <a:lnTo>
                  <a:pt x="63165" y="195058"/>
                </a:lnTo>
                <a:close/>
                <a:moveTo>
                  <a:pt x="9409" y="165768"/>
                </a:moveTo>
                <a:lnTo>
                  <a:pt x="9873" y="167287"/>
                </a:lnTo>
                <a:lnTo>
                  <a:pt x="9176" y="166527"/>
                </a:lnTo>
                <a:close/>
                <a:moveTo>
                  <a:pt x="53232" y="404649"/>
                </a:moveTo>
                <a:lnTo>
                  <a:pt x="53926" y="406203"/>
                </a:lnTo>
                <a:lnTo>
                  <a:pt x="52885" y="405426"/>
                </a:lnTo>
                <a:close/>
                <a:moveTo>
                  <a:pt x="49886" y="237900"/>
                </a:moveTo>
                <a:lnTo>
                  <a:pt x="51057" y="239408"/>
                </a:lnTo>
                <a:lnTo>
                  <a:pt x="49301" y="238654"/>
                </a:lnTo>
                <a:close/>
                <a:moveTo>
                  <a:pt x="34165" y="413280"/>
                </a:moveTo>
                <a:lnTo>
                  <a:pt x="36226" y="414131"/>
                </a:lnTo>
                <a:lnTo>
                  <a:pt x="33134" y="413705"/>
                </a:lnTo>
                <a:close/>
                <a:moveTo>
                  <a:pt x="38782" y="187611"/>
                </a:moveTo>
                <a:lnTo>
                  <a:pt x="40799" y="189192"/>
                </a:lnTo>
                <a:lnTo>
                  <a:pt x="37773" y="188402"/>
                </a:lnTo>
                <a:close/>
                <a:moveTo>
                  <a:pt x="29117" y="160536"/>
                </a:moveTo>
                <a:lnTo>
                  <a:pt x="30054" y="161832"/>
                </a:lnTo>
                <a:lnTo>
                  <a:pt x="28649" y="161184"/>
                </a:lnTo>
                <a:close/>
                <a:moveTo>
                  <a:pt x="47637" y="271178"/>
                </a:moveTo>
                <a:lnTo>
                  <a:pt x="48951" y="272485"/>
                </a:lnTo>
                <a:lnTo>
                  <a:pt x="46980" y="271831"/>
                </a:lnTo>
                <a:close/>
                <a:moveTo>
                  <a:pt x="1498" y="208941"/>
                </a:moveTo>
                <a:lnTo>
                  <a:pt x="3131" y="210336"/>
                </a:lnTo>
                <a:lnTo>
                  <a:pt x="681" y="209639"/>
                </a:lnTo>
                <a:close/>
                <a:moveTo>
                  <a:pt x="58116" y="98465"/>
                </a:moveTo>
                <a:lnTo>
                  <a:pt x="60180" y="100218"/>
                </a:lnTo>
                <a:lnTo>
                  <a:pt x="57084" y="99342"/>
                </a:lnTo>
                <a:close/>
                <a:moveTo>
                  <a:pt x="44508" y="358565"/>
                </a:moveTo>
                <a:lnTo>
                  <a:pt x="45222" y="359147"/>
                </a:lnTo>
                <a:lnTo>
                  <a:pt x="44151" y="358856"/>
                </a:lnTo>
                <a:close/>
                <a:moveTo>
                  <a:pt x="16294" y="233071"/>
                </a:moveTo>
                <a:lnTo>
                  <a:pt x="18297" y="233896"/>
                </a:lnTo>
                <a:lnTo>
                  <a:pt x="15293" y="233483"/>
                </a:lnTo>
                <a:close/>
                <a:moveTo>
                  <a:pt x="66408" y="362865"/>
                </a:moveTo>
                <a:lnTo>
                  <a:pt x="66840" y="363209"/>
                </a:lnTo>
                <a:lnTo>
                  <a:pt x="66192" y="363037"/>
                </a:lnTo>
                <a:close/>
                <a:moveTo>
                  <a:pt x="70927" y="218307"/>
                </a:moveTo>
                <a:lnTo>
                  <a:pt x="72717" y="219900"/>
                </a:lnTo>
                <a:lnTo>
                  <a:pt x="70031" y="219103"/>
                </a:lnTo>
                <a:close/>
                <a:moveTo>
                  <a:pt x="22335" y="6509"/>
                </a:moveTo>
                <a:lnTo>
                  <a:pt x="24288" y="8206"/>
                </a:lnTo>
                <a:lnTo>
                  <a:pt x="21358" y="7357"/>
                </a:lnTo>
                <a:close/>
                <a:moveTo>
                  <a:pt x="29025" y="288668"/>
                </a:moveTo>
                <a:lnTo>
                  <a:pt x="29396" y="290377"/>
                </a:lnTo>
                <a:lnTo>
                  <a:pt x="28839" y="289522"/>
                </a:lnTo>
                <a:close/>
                <a:moveTo>
                  <a:pt x="43865" y="427147"/>
                </a:moveTo>
                <a:lnTo>
                  <a:pt x="45489" y="427986"/>
                </a:lnTo>
                <a:lnTo>
                  <a:pt x="43053" y="427566"/>
                </a:lnTo>
                <a:close/>
                <a:moveTo>
                  <a:pt x="13632" y="224642"/>
                </a:moveTo>
                <a:lnTo>
                  <a:pt x="15582" y="225743"/>
                </a:lnTo>
                <a:lnTo>
                  <a:pt x="12658" y="225193"/>
                </a:lnTo>
                <a:close/>
                <a:moveTo>
                  <a:pt x="38813" y="95978"/>
                </a:moveTo>
                <a:lnTo>
                  <a:pt x="39435" y="96635"/>
                </a:lnTo>
                <a:lnTo>
                  <a:pt x="38502" y="96307"/>
                </a:lnTo>
                <a:close/>
                <a:moveTo>
                  <a:pt x="22363" y="206072"/>
                </a:moveTo>
                <a:lnTo>
                  <a:pt x="24456" y="206779"/>
                </a:lnTo>
                <a:lnTo>
                  <a:pt x="21317" y="206426"/>
                </a:lnTo>
                <a:close/>
                <a:moveTo>
                  <a:pt x="17051" y="323579"/>
                </a:moveTo>
                <a:lnTo>
                  <a:pt x="19136" y="324233"/>
                </a:lnTo>
                <a:lnTo>
                  <a:pt x="16009" y="323906"/>
                </a:lnTo>
                <a:close/>
                <a:moveTo>
                  <a:pt x="21980" y="181045"/>
                </a:moveTo>
                <a:lnTo>
                  <a:pt x="22442" y="181484"/>
                </a:lnTo>
                <a:lnTo>
                  <a:pt x="21749" y="181264"/>
                </a:lnTo>
                <a:close/>
                <a:moveTo>
                  <a:pt x="39680" y="107310"/>
                </a:moveTo>
                <a:lnTo>
                  <a:pt x="40462" y="108819"/>
                </a:lnTo>
                <a:lnTo>
                  <a:pt x="39289" y="108065"/>
                </a:lnTo>
                <a:close/>
                <a:moveTo>
                  <a:pt x="34793" y="246358"/>
                </a:moveTo>
                <a:lnTo>
                  <a:pt x="36356" y="247772"/>
                </a:lnTo>
                <a:lnTo>
                  <a:pt x="34011" y="247065"/>
                </a:lnTo>
                <a:close/>
                <a:moveTo>
                  <a:pt x="65547" y="423847"/>
                </a:moveTo>
                <a:lnTo>
                  <a:pt x="66105" y="425258"/>
                </a:lnTo>
                <a:lnTo>
                  <a:pt x="65269" y="424553"/>
                </a:lnTo>
                <a:close/>
                <a:moveTo>
                  <a:pt x="2816" y="51965"/>
                </a:moveTo>
                <a:lnTo>
                  <a:pt x="3640" y="52459"/>
                </a:lnTo>
                <a:lnTo>
                  <a:pt x="2404" y="52212"/>
                </a:lnTo>
                <a:close/>
                <a:moveTo>
                  <a:pt x="11738" y="101851"/>
                </a:moveTo>
                <a:lnTo>
                  <a:pt x="13591" y="103331"/>
                </a:lnTo>
                <a:lnTo>
                  <a:pt x="10812" y="102591"/>
                </a:lnTo>
                <a:close/>
                <a:moveTo>
                  <a:pt x="36173" y="240126"/>
                </a:moveTo>
                <a:lnTo>
                  <a:pt x="37907" y="241312"/>
                </a:lnTo>
                <a:lnTo>
                  <a:pt x="35307" y="240719"/>
                </a:lnTo>
                <a:close/>
                <a:moveTo>
                  <a:pt x="6471" y="200746"/>
                </a:moveTo>
                <a:lnTo>
                  <a:pt x="7197" y="201752"/>
                </a:lnTo>
                <a:lnTo>
                  <a:pt x="6109" y="201249"/>
                </a:lnTo>
                <a:close/>
                <a:moveTo>
                  <a:pt x="69505" y="85921"/>
                </a:moveTo>
                <a:lnTo>
                  <a:pt x="70452" y="87094"/>
                </a:lnTo>
                <a:lnTo>
                  <a:pt x="69031" y="86508"/>
                </a:lnTo>
                <a:close/>
                <a:moveTo>
                  <a:pt x="47217" y="133418"/>
                </a:moveTo>
                <a:lnTo>
                  <a:pt x="48298" y="134466"/>
                </a:lnTo>
                <a:lnTo>
                  <a:pt x="46677" y="133942"/>
                </a:lnTo>
                <a:close/>
                <a:moveTo>
                  <a:pt x="66155" y="21550"/>
                </a:moveTo>
                <a:lnTo>
                  <a:pt x="68152" y="22686"/>
                </a:lnTo>
                <a:lnTo>
                  <a:pt x="65156" y="22118"/>
                </a:lnTo>
                <a:close/>
                <a:moveTo>
                  <a:pt x="65210" y="170443"/>
                </a:moveTo>
                <a:lnTo>
                  <a:pt x="66764" y="170778"/>
                </a:lnTo>
                <a:lnTo>
                  <a:pt x="64434" y="170610"/>
                </a:lnTo>
                <a:close/>
                <a:moveTo>
                  <a:pt x="16643" y="283412"/>
                </a:moveTo>
                <a:lnTo>
                  <a:pt x="17603" y="284489"/>
                </a:lnTo>
                <a:lnTo>
                  <a:pt x="16163" y="283950"/>
                </a:lnTo>
                <a:close/>
                <a:moveTo>
                  <a:pt x="69878" y="244754"/>
                </a:moveTo>
                <a:lnTo>
                  <a:pt x="71465" y="245900"/>
                </a:lnTo>
                <a:lnTo>
                  <a:pt x="69084" y="245327"/>
                </a:lnTo>
                <a:close/>
                <a:moveTo>
                  <a:pt x="18733" y="430726"/>
                </a:moveTo>
                <a:lnTo>
                  <a:pt x="19787" y="431062"/>
                </a:lnTo>
                <a:lnTo>
                  <a:pt x="18207" y="430894"/>
                </a:lnTo>
                <a:close/>
                <a:moveTo>
                  <a:pt x="30838" y="181044"/>
                </a:moveTo>
                <a:lnTo>
                  <a:pt x="31569" y="181986"/>
                </a:lnTo>
                <a:lnTo>
                  <a:pt x="30472" y="181515"/>
                </a:lnTo>
                <a:close/>
                <a:moveTo>
                  <a:pt x="6160" y="411058"/>
                </a:moveTo>
                <a:lnTo>
                  <a:pt x="7474" y="411788"/>
                </a:lnTo>
                <a:lnTo>
                  <a:pt x="5504" y="411423"/>
                </a:lnTo>
                <a:close/>
                <a:moveTo>
                  <a:pt x="39426" y="258294"/>
                </a:moveTo>
                <a:lnTo>
                  <a:pt x="40496" y="259808"/>
                </a:lnTo>
                <a:lnTo>
                  <a:pt x="38891" y="259051"/>
                </a:lnTo>
                <a:close/>
                <a:moveTo>
                  <a:pt x="32944" y="403125"/>
                </a:moveTo>
                <a:lnTo>
                  <a:pt x="34711" y="404464"/>
                </a:lnTo>
                <a:lnTo>
                  <a:pt x="32060" y="403795"/>
                </a:lnTo>
                <a:close/>
                <a:moveTo>
                  <a:pt x="12458" y="307520"/>
                </a:moveTo>
                <a:lnTo>
                  <a:pt x="14620" y="309040"/>
                </a:lnTo>
                <a:lnTo>
                  <a:pt x="11377" y="308280"/>
                </a:lnTo>
                <a:close/>
                <a:moveTo>
                  <a:pt x="4141" y="123788"/>
                </a:moveTo>
                <a:lnTo>
                  <a:pt x="4495" y="125085"/>
                </a:lnTo>
                <a:lnTo>
                  <a:pt x="3965" y="124436"/>
                </a:lnTo>
                <a:close/>
                <a:moveTo>
                  <a:pt x="63123" y="299843"/>
                </a:moveTo>
                <a:lnTo>
                  <a:pt x="64701" y="300956"/>
                </a:lnTo>
                <a:lnTo>
                  <a:pt x="62334" y="300399"/>
                </a:lnTo>
                <a:close/>
                <a:moveTo>
                  <a:pt x="52182" y="238761"/>
                </a:moveTo>
                <a:lnTo>
                  <a:pt x="54010" y="239295"/>
                </a:lnTo>
                <a:lnTo>
                  <a:pt x="51267" y="239028"/>
                </a:lnTo>
                <a:close/>
                <a:moveTo>
                  <a:pt x="34012" y="274821"/>
                </a:moveTo>
                <a:lnTo>
                  <a:pt x="34489" y="275965"/>
                </a:lnTo>
                <a:lnTo>
                  <a:pt x="33774" y="275393"/>
                </a:lnTo>
                <a:close/>
                <a:moveTo>
                  <a:pt x="65145" y="38082"/>
                </a:moveTo>
                <a:lnTo>
                  <a:pt x="66853" y="39461"/>
                </a:lnTo>
                <a:lnTo>
                  <a:pt x="64291" y="38772"/>
                </a:lnTo>
                <a:close/>
                <a:moveTo>
                  <a:pt x="63354" y="422171"/>
                </a:moveTo>
                <a:lnTo>
                  <a:pt x="64883" y="423367"/>
                </a:lnTo>
                <a:lnTo>
                  <a:pt x="62589" y="422769"/>
                </a:lnTo>
                <a:close/>
                <a:moveTo>
                  <a:pt x="34288" y="192177"/>
                </a:moveTo>
                <a:lnTo>
                  <a:pt x="35751" y="192984"/>
                </a:lnTo>
                <a:lnTo>
                  <a:pt x="33556" y="192580"/>
                </a:lnTo>
                <a:close/>
                <a:moveTo>
                  <a:pt x="56973" y="238660"/>
                </a:moveTo>
                <a:lnTo>
                  <a:pt x="58128" y="239733"/>
                </a:lnTo>
                <a:lnTo>
                  <a:pt x="56396" y="239196"/>
                </a:lnTo>
                <a:close/>
                <a:moveTo>
                  <a:pt x="50707" y="365258"/>
                </a:moveTo>
                <a:lnTo>
                  <a:pt x="52565" y="366621"/>
                </a:lnTo>
                <a:lnTo>
                  <a:pt x="49778" y="365940"/>
                </a:lnTo>
                <a:close/>
                <a:moveTo>
                  <a:pt x="18177" y="0"/>
                </a:moveTo>
                <a:lnTo>
                  <a:pt x="18750" y="426"/>
                </a:lnTo>
                <a:lnTo>
                  <a:pt x="17890" y="213"/>
                </a:lnTo>
                <a:close/>
                <a:moveTo>
                  <a:pt x="36569" y="33587"/>
                </a:moveTo>
                <a:lnTo>
                  <a:pt x="37794" y="35021"/>
                </a:lnTo>
                <a:lnTo>
                  <a:pt x="35956" y="34304"/>
                </a:lnTo>
                <a:close/>
                <a:moveTo>
                  <a:pt x="31905" y="381505"/>
                </a:moveTo>
                <a:lnTo>
                  <a:pt x="32920" y="382532"/>
                </a:lnTo>
                <a:lnTo>
                  <a:pt x="31397" y="382019"/>
                </a:lnTo>
                <a:close/>
                <a:moveTo>
                  <a:pt x="19617" y="57027"/>
                </a:moveTo>
                <a:lnTo>
                  <a:pt x="21036" y="57513"/>
                </a:lnTo>
                <a:lnTo>
                  <a:pt x="18907" y="57270"/>
                </a:lnTo>
                <a:close/>
                <a:moveTo>
                  <a:pt x="11415" y="126657"/>
                </a:moveTo>
                <a:lnTo>
                  <a:pt x="13112" y="128425"/>
                </a:lnTo>
                <a:lnTo>
                  <a:pt x="10566" y="127541"/>
                </a:lnTo>
                <a:close/>
                <a:moveTo>
                  <a:pt x="16276" y="105053"/>
                </a:moveTo>
                <a:lnTo>
                  <a:pt x="18420" y="106224"/>
                </a:lnTo>
                <a:lnTo>
                  <a:pt x="15204" y="105638"/>
                </a:lnTo>
                <a:close/>
                <a:moveTo>
                  <a:pt x="56835" y="436495"/>
                </a:moveTo>
                <a:lnTo>
                  <a:pt x="58405" y="437166"/>
                </a:lnTo>
                <a:lnTo>
                  <a:pt x="56050" y="436830"/>
                </a:lnTo>
                <a:close/>
                <a:moveTo>
                  <a:pt x="69798" y="389860"/>
                </a:moveTo>
                <a:lnTo>
                  <a:pt x="70153" y="391612"/>
                </a:lnTo>
                <a:lnTo>
                  <a:pt x="69620" y="390736"/>
                </a:lnTo>
                <a:close/>
                <a:moveTo>
                  <a:pt x="46464" y="101264"/>
                </a:moveTo>
                <a:lnTo>
                  <a:pt x="47691" y="102017"/>
                </a:lnTo>
                <a:lnTo>
                  <a:pt x="45850" y="101640"/>
                </a:lnTo>
                <a:close/>
                <a:moveTo>
                  <a:pt x="55312" y="174599"/>
                </a:moveTo>
                <a:lnTo>
                  <a:pt x="55821" y="176233"/>
                </a:lnTo>
                <a:lnTo>
                  <a:pt x="55058" y="175416"/>
                </a:lnTo>
                <a:close/>
                <a:moveTo>
                  <a:pt x="24249" y="75940"/>
                </a:moveTo>
                <a:lnTo>
                  <a:pt x="25893" y="76436"/>
                </a:lnTo>
                <a:lnTo>
                  <a:pt x="23426" y="76188"/>
                </a:lnTo>
                <a:close/>
                <a:moveTo>
                  <a:pt x="43431" y="194113"/>
                </a:moveTo>
                <a:lnTo>
                  <a:pt x="44006" y="195845"/>
                </a:lnTo>
                <a:lnTo>
                  <a:pt x="43144" y="194979"/>
                </a:lnTo>
                <a:close/>
                <a:moveTo>
                  <a:pt x="49607" y="24255"/>
                </a:moveTo>
                <a:lnTo>
                  <a:pt x="51621" y="25523"/>
                </a:lnTo>
                <a:lnTo>
                  <a:pt x="48600" y="24889"/>
                </a:lnTo>
                <a:close/>
                <a:moveTo>
                  <a:pt x="58666" y="337200"/>
                </a:moveTo>
                <a:lnTo>
                  <a:pt x="59331" y="337971"/>
                </a:lnTo>
                <a:lnTo>
                  <a:pt x="58334" y="337585"/>
                </a:lnTo>
                <a:close/>
                <a:moveTo>
                  <a:pt x="13138" y="354319"/>
                </a:moveTo>
                <a:lnTo>
                  <a:pt x="15241" y="355479"/>
                </a:lnTo>
                <a:lnTo>
                  <a:pt x="12087" y="354899"/>
                </a:lnTo>
                <a:close/>
                <a:moveTo>
                  <a:pt x="47689" y="426563"/>
                </a:moveTo>
                <a:lnTo>
                  <a:pt x="49003" y="427524"/>
                </a:lnTo>
                <a:lnTo>
                  <a:pt x="47032" y="427043"/>
                </a:lnTo>
                <a:close/>
                <a:moveTo>
                  <a:pt x="20738" y="430744"/>
                </a:moveTo>
                <a:lnTo>
                  <a:pt x="21314" y="431329"/>
                </a:lnTo>
                <a:lnTo>
                  <a:pt x="20450" y="431036"/>
                </a:lnTo>
                <a:close/>
                <a:moveTo>
                  <a:pt x="60651" y="11632"/>
                </a:moveTo>
                <a:lnTo>
                  <a:pt x="61368" y="12726"/>
                </a:lnTo>
                <a:lnTo>
                  <a:pt x="60293" y="12179"/>
                </a:lnTo>
                <a:close/>
                <a:moveTo>
                  <a:pt x="17639" y="167931"/>
                </a:moveTo>
                <a:lnTo>
                  <a:pt x="18036" y="169234"/>
                </a:lnTo>
                <a:lnTo>
                  <a:pt x="17441" y="168582"/>
                </a:lnTo>
                <a:close/>
                <a:moveTo>
                  <a:pt x="6296" y="126374"/>
                </a:moveTo>
                <a:lnTo>
                  <a:pt x="6834" y="127717"/>
                </a:lnTo>
                <a:lnTo>
                  <a:pt x="6027" y="127046"/>
                </a:lnTo>
                <a:close/>
                <a:moveTo>
                  <a:pt x="16292" y="242173"/>
                </a:moveTo>
                <a:lnTo>
                  <a:pt x="16703" y="243323"/>
                </a:lnTo>
                <a:lnTo>
                  <a:pt x="16086" y="242748"/>
                </a:lnTo>
                <a:close/>
                <a:moveTo>
                  <a:pt x="25038" y="396661"/>
                </a:moveTo>
                <a:lnTo>
                  <a:pt x="25746" y="397406"/>
                </a:lnTo>
                <a:lnTo>
                  <a:pt x="24684" y="397034"/>
                </a:lnTo>
                <a:close/>
                <a:moveTo>
                  <a:pt x="61882" y="26559"/>
                </a:moveTo>
                <a:lnTo>
                  <a:pt x="63140" y="27587"/>
                </a:lnTo>
                <a:lnTo>
                  <a:pt x="61253" y="27073"/>
                </a:lnTo>
                <a:close/>
                <a:moveTo>
                  <a:pt x="21439" y="73325"/>
                </a:moveTo>
                <a:lnTo>
                  <a:pt x="22711" y="73669"/>
                </a:lnTo>
                <a:lnTo>
                  <a:pt x="20802" y="73497"/>
                </a:lnTo>
                <a:close/>
                <a:moveTo>
                  <a:pt x="1738" y="124840"/>
                </a:moveTo>
                <a:lnTo>
                  <a:pt x="2787" y="125527"/>
                </a:lnTo>
                <a:lnTo>
                  <a:pt x="1213" y="125184"/>
                </a:lnTo>
                <a:close/>
                <a:moveTo>
                  <a:pt x="50807" y="181411"/>
                </a:moveTo>
                <a:lnTo>
                  <a:pt x="52283" y="182596"/>
                </a:lnTo>
                <a:lnTo>
                  <a:pt x="50069" y="182003"/>
                </a:lnTo>
                <a:close/>
                <a:moveTo>
                  <a:pt x="50831" y="407121"/>
                </a:moveTo>
                <a:lnTo>
                  <a:pt x="52219" y="408462"/>
                </a:lnTo>
                <a:lnTo>
                  <a:pt x="50136" y="407791"/>
                </a:lnTo>
                <a:close/>
                <a:moveTo>
                  <a:pt x="40041" y="33151"/>
                </a:moveTo>
                <a:lnTo>
                  <a:pt x="41935" y="34245"/>
                </a:lnTo>
                <a:lnTo>
                  <a:pt x="39095" y="33698"/>
                </a:lnTo>
                <a:close/>
                <a:moveTo>
                  <a:pt x="3832" y="324531"/>
                </a:moveTo>
                <a:lnTo>
                  <a:pt x="5110" y="326252"/>
                </a:lnTo>
                <a:lnTo>
                  <a:pt x="3193" y="325392"/>
                </a:lnTo>
                <a:close/>
                <a:moveTo>
                  <a:pt x="30269" y="205737"/>
                </a:moveTo>
                <a:lnTo>
                  <a:pt x="32277" y="207429"/>
                </a:lnTo>
                <a:lnTo>
                  <a:pt x="29266" y="206583"/>
                </a:lnTo>
                <a:close/>
                <a:moveTo>
                  <a:pt x="54993" y="194135"/>
                </a:moveTo>
                <a:lnTo>
                  <a:pt x="56141" y="195539"/>
                </a:lnTo>
                <a:lnTo>
                  <a:pt x="54420" y="194837"/>
                </a:lnTo>
                <a:close/>
                <a:moveTo>
                  <a:pt x="63882" y="199986"/>
                </a:moveTo>
                <a:lnTo>
                  <a:pt x="65531" y="201128"/>
                </a:lnTo>
                <a:lnTo>
                  <a:pt x="63057" y="200557"/>
                </a:lnTo>
                <a:close/>
                <a:moveTo>
                  <a:pt x="39681" y="93309"/>
                </a:moveTo>
                <a:lnTo>
                  <a:pt x="40552" y="93992"/>
                </a:lnTo>
                <a:lnTo>
                  <a:pt x="39245" y="93651"/>
                </a:lnTo>
                <a:close/>
                <a:moveTo>
                  <a:pt x="69958" y="11124"/>
                </a:moveTo>
                <a:lnTo>
                  <a:pt x="70714" y="11729"/>
                </a:lnTo>
                <a:lnTo>
                  <a:pt x="69581" y="11426"/>
                </a:lnTo>
                <a:close/>
                <a:moveTo>
                  <a:pt x="58182" y="293219"/>
                </a:moveTo>
                <a:lnTo>
                  <a:pt x="59103" y="293679"/>
                </a:lnTo>
                <a:lnTo>
                  <a:pt x="57722" y="293449"/>
                </a:lnTo>
                <a:close/>
                <a:moveTo>
                  <a:pt x="48186" y="326080"/>
                </a:moveTo>
                <a:lnTo>
                  <a:pt x="49723" y="327453"/>
                </a:lnTo>
                <a:lnTo>
                  <a:pt x="47418" y="326766"/>
                </a:lnTo>
                <a:close/>
                <a:moveTo>
                  <a:pt x="42947" y="12829"/>
                </a:moveTo>
                <a:lnTo>
                  <a:pt x="44768" y="14436"/>
                </a:lnTo>
                <a:lnTo>
                  <a:pt x="42036" y="13632"/>
                </a:lnTo>
                <a:close/>
                <a:moveTo>
                  <a:pt x="12790" y="167204"/>
                </a:moveTo>
                <a:lnTo>
                  <a:pt x="14960" y="168968"/>
                </a:lnTo>
                <a:lnTo>
                  <a:pt x="11705" y="168086"/>
                </a:lnTo>
                <a:close/>
                <a:moveTo>
                  <a:pt x="58258" y="368233"/>
                </a:moveTo>
                <a:lnTo>
                  <a:pt x="58899" y="369845"/>
                </a:lnTo>
                <a:lnTo>
                  <a:pt x="57937" y="369039"/>
                </a:lnTo>
                <a:close/>
                <a:moveTo>
                  <a:pt x="58661" y="87272"/>
                </a:moveTo>
                <a:lnTo>
                  <a:pt x="60698" y="88792"/>
                </a:lnTo>
                <a:lnTo>
                  <a:pt x="57642" y="88032"/>
                </a:lnTo>
                <a:close/>
                <a:moveTo>
                  <a:pt x="65195" y="392317"/>
                </a:moveTo>
                <a:lnTo>
                  <a:pt x="65716" y="392872"/>
                </a:lnTo>
                <a:lnTo>
                  <a:pt x="64934" y="392594"/>
                </a:lnTo>
                <a:close/>
                <a:moveTo>
                  <a:pt x="57481" y="75515"/>
                </a:moveTo>
                <a:lnTo>
                  <a:pt x="58475" y="76999"/>
                </a:lnTo>
                <a:lnTo>
                  <a:pt x="56984" y="76257"/>
                </a:lnTo>
                <a:close/>
                <a:moveTo>
                  <a:pt x="59193" y="174439"/>
                </a:moveTo>
                <a:lnTo>
                  <a:pt x="60306" y="175783"/>
                </a:lnTo>
                <a:lnTo>
                  <a:pt x="58636" y="175111"/>
                </a:lnTo>
                <a:close/>
                <a:moveTo>
                  <a:pt x="70770" y="274304"/>
                </a:moveTo>
                <a:lnTo>
                  <a:pt x="71761" y="274964"/>
                </a:lnTo>
                <a:lnTo>
                  <a:pt x="70274" y="274634"/>
                </a:lnTo>
                <a:close/>
                <a:moveTo>
                  <a:pt x="14176" y="267062"/>
                </a:moveTo>
                <a:lnTo>
                  <a:pt x="15858" y="267695"/>
                </a:lnTo>
                <a:lnTo>
                  <a:pt x="13335" y="267378"/>
                </a:lnTo>
                <a:close/>
                <a:moveTo>
                  <a:pt x="53152" y="264028"/>
                </a:moveTo>
                <a:lnTo>
                  <a:pt x="54561" y="265117"/>
                </a:lnTo>
                <a:lnTo>
                  <a:pt x="52447" y="264572"/>
                </a:lnTo>
                <a:close/>
                <a:moveTo>
                  <a:pt x="29863" y="6440"/>
                </a:moveTo>
                <a:lnTo>
                  <a:pt x="31208" y="7733"/>
                </a:lnTo>
                <a:lnTo>
                  <a:pt x="29190" y="7086"/>
                </a:lnTo>
                <a:close/>
                <a:moveTo>
                  <a:pt x="63198" y="425015"/>
                </a:moveTo>
                <a:lnTo>
                  <a:pt x="64746" y="425556"/>
                </a:lnTo>
                <a:lnTo>
                  <a:pt x="62424" y="425286"/>
                </a:lnTo>
                <a:close/>
                <a:moveTo>
                  <a:pt x="61199" y="180840"/>
                </a:moveTo>
                <a:lnTo>
                  <a:pt x="63331" y="182556"/>
                </a:lnTo>
                <a:lnTo>
                  <a:pt x="60132" y="181698"/>
                </a:lnTo>
                <a:close/>
                <a:moveTo>
                  <a:pt x="7384" y="22620"/>
                </a:moveTo>
                <a:lnTo>
                  <a:pt x="7825" y="23933"/>
                </a:lnTo>
                <a:lnTo>
                  <a:pt x="7163" y="23277"/>
                </a:lnTo>
                <a:close/>
                <a:moveTo>
                  <a:pt x="35514" y="272420"/>
                </a:moveTo>
                <a:lnTo>
                  <a:pt x="36465" y="273609"/>
                </a:lnTo>
                <a:lnTo>
                  <a:pt x="35039" y="273015"/>
                </a:lnTo>
                <a:close/>
                <a:moveTo>
                  <a:pt x="7724" y="90068"/>
                </a:moveTo>
                <a:lnTo>
                  <a:pt x="9432" y="90711"/>
                </a:lnTo>
                <a:lnTo>
                  <a:pt x="6871" y="90390"/>
                </a:lnTo>
                <a:close/>
                <a:moveTo>
                  <a:pt x="9043" y="283603"/>
                </a:moveTo>
                <a:lnTo>
                  <a:pt x="11212" y="285307"/>
                </a:lnTo>
                <a:lnTo>
                  <a:pt x="7959" y="284455"/>
                </a:lnTo>
                <a:close/>
                <a:moveTo>
                  <a:pt x="62796" y="311609"/>
                </a:moveTo>
                <a:lnTo>
                  <a:pt x="63160" y="312143"/>
                </a:lnTo>
                <a:lnTo>
                  <a:pt x="62613" y="311876"/>
                </a:lnTo>
                <a:close/>
                <a:moveTo>
                  <a:pt x="41829" y="232447"/>
                </a:moveTo>
                <a:lnTo>
                  <a:pt x="43727" y="232793"/>
                </a:lnTo>
                <a:lnTo>
                  <a:pt x="40879" y="232620"/>
                </a:lnTo>
                <a:close/>
                <a:moveTo>
                  <a:pt x="44856" y="31299"/>
                </a:moveTo>
                <a:lnTo>
                  <a:pt x="46603" y="31733"/>
                </a:lnTo>
                <a:lnTo>
                  <a:pt x="43983" y="31516"/>
                </a:lnTo>
                <a:close/>
                <a:moveTo>
                  <a:pt x="35146" y="337279"/>
                </a:moveTo>
                <a:lnTo>
                  <a:pt x="37318" y="338774"/>
                </a:lnTo>
                <a:lnTo>
                  <a:pt x="34059" y="338027"/>
                </a:lnTo>
                <a:close/>
                <a:moveTo>
                  <a:pt x="55824" y="130206"/>
                </a:moveTo>
                <a:lnTo>
                  <a:pt x="57356" y="131318"/>
                </a:lnTo>
                <a:lnTo>
                  <a:pt x="55059" y="130762"/>
                </a:lnTo>
                <a:close/>
                <a:moveTo>
                  <a:pt x="35697" y="260086"/>
                </a:moveTo>
                <a:lnTo>
                  <a:pt x="36870" y="260954"/>
                </a:lnTo>
                <a:lnTo>
                  <a:pt x="35111" y="260520"/>
                </a:lnTo>
                <a:close/>
                <a:moveTo>
                  <a:pt x="54482" y="282519"/>
                </a:moveTo>
                <a:lnTo>
                  <a:pt x="56636" y="284209"/>
                </a:lnTo>
                <a:lnTo>
                  <a:pt x="53405" y="283364"/>
                </a:lnTo>
                <a:close/>
                <a:moveTo>
                  <a:pt x="57123" y="47973"/>
                </a:moveTo>
                <a:lnTo>
                  <a:pt x="58405" y="49018"/>
                </a:lnTo>
                <a:lnTo>
                  <a:pt x="56483" y="48496"/>
                </a:lnTo>
                <a:close/>
                <a:moveTo>
                  <a:pt x="56376" y="397462"/>
                </a:moveTo>
                <a:lnTo>
                  <a:pt x="57090" y="397777"/>
                </a:lnTo>
                <a:lnTo>
                  <a:pt x="56019" y="397620"/>
                </a:lnTo>
                <a:close/>
                <a:moveTo>
                  <a:pt x="61956" y="426370"/>
                </a:moveTo>
                <a:lnTo>
                  <a:pt x="62932" y="427571"/>
                </a:lnTo>
                <a:lnTo>
                  <a:pt x="61468" y="426970"/>
                </a:lnTo>
                <a:close/>
                <a:moveTo>
                  <a:pt x="28039" y="167671"/>
                </a:moveTo>
                <a:lnTo>
                  <a:pt x="29567" y="169009"/>
                </a:lnTo>
                <a:lnTo>
                  <a:pt x="27275" y="168340"/>
                </a:lnTo>
                <a:close/>
                <a:moveTo>
                  <a:pt x="64140" y="159319"/>
                </a:moveTo>
                <a:lnTo>
                  <a:pt x="65405" y="160295"/>
                </a:lnTo>
                <a:lnTo>
                  <a:pt x="63508" y="159807"/>
                </a:lnTo>
                <a:close/>
                <a:moveTo>
                  <a:pt x="70093" y="225865"/>
                </a:moveTo>
                <a:lnTo>
                  <a:pt x="72141" y="227618"/>
                </a:lnTo>
                <a:lnTo>
                  <a:pt x="69069" y="226742"/>
                </a:lnTo>
                <a:close/>
                <a:moveTo>
                  <a:pt x="3082" y="337076"/>
                </a:moveTo>
                <a:lnTo>
                  <a:pt x="3639" y="338122"/>
                </a:lnTo>
                <a:lnTo>
                  <a:pt x="2804" y="337599"/>
                </a:lnTo>
                <a:close/>
                <a:moveTo>
                  <a:pt x="45172" y="34216"/>
                </a:moveTo>
                <a:lnTo>
                  <a:pt x="46592" y="35554"/>
                </a:lnTo>
                <a:lnTo>
                  <a:pt x="44461" y="34885"/>
                </a:lnTo>
                <a:close/>
                <a:moveTo>
                  <a:pt x="25439" y="235440"/>
                </a:moveTo>
                <a:lnTo>
                  <a:pt x="26522" y="235969"/>
                </a:lnTo>
                <a:lnTo>
                  <a:pt x="24898" y="235705"/>
                </a:lnTo>
                <a:close/>
                <a:moveTo>
                  <a:pt x="18928" y="411188"/>
                </a:moveTo>
                <a:lnTo>
                  <a:pt x="20456" y="412300"/>
                </a:lnTo>
                <a:lnTo>
                  <a:pt x="18164" y="411744"/>
                </a:lnTo>
                <a:close/>
                <a:moveTo>
                  <a:pt x="57451" y="365444"/>
                </a:moveTo>
                <a:lnTo>
                  <a:pt x="59199" y="366345"/>
                </a:lnTo>
                <a:lnTo>
                  <a:pt x="56576" y="365894"/>
                </a:lnTo>
                <a:close/>
                <a:moveTo>
                  <a:pt x="38883" y="140730"/>
                </a:moveTo>
                <a:lnTo>
                  <a:pt x="39352" y="142417"/>
                </a:lnTo>
                <a:lnTo>
                  <a:pt x="38648" y="141573"/>
                </a:lnTo>
                <a:close/>
                <a:moveTo>
                  <a:pt x="6689" y="162501"/>
                </a:moveTo>
                <a:lnTo>
                  <a:pt x="8615" y="163266"/>
                </a:lnTo>
                <a:lnTo>
                  <a:pt x="5726" y="162884"/>
                </a:lnTo>
                <a:close/>
                <a:moveTo>
                  <a:pt x="64878" y="9212"/>
                </a:moveTo>
                <a:lnTo>
                  <a:pt x="65506" y="10184"/>
                </a:lnTo>
                <a:lnTo>
                  <a:pt x="64565" y="9698"/>
                </a:lnTo>
                <a:close/>
                <a:moveTo>
                  <a:pt x="45572" y="346448"/>
                </a:moveTo>
                <a:lnTo>
                  <a:pt x="47580" y="347977"/>
                </a:lnTo>
                <a:lnTo>
                  <a:pt x="44567" y="347212"/>
                </a:lnTo>
                <a:close/>
                <a:moveTo>
                  <a:pt x="14056" y="433227"/>
                </a:moveTo>
                <a:lnTo>
                  <a:pt x="14492" y="434227"/>
                </a:lnTo>
                <a:lnTo>
                  <a:pt x="13839" y="433727"/>
                </a:lnTo>
                <a:close/>
                <a:moveTo>
                  <a:pt x="25486" y="10309"/>
                </a:moveTo>
                <a:lnTo>
                  <a:pt x="26212" y="12100"/>
                </a:lnTo>
                <a:lnTo>
                  <a:pt x="25123" y="11204"/>
                </a:lnTo>
                <a:close/>
                <a:moveTo>
                  <a:pt x="68977" y="150365"/>
                </a:moveTo>
                <a:lnTo>
                  <a:pt x="71177" y="151773"/>
                </a:lnTo>
                <a:lnTo>
                  <a:pt x="67878" y="151069"/>
                </a:lnTo>
                <a:close/>
                <a:moveTo>
                  <a:pt x="3382" y="263211"/>
                </a:moveTo>
                <a:lnTo>
                  <a:pt x="4111" y="263928"/>
                </a:lnTo>
                <a:lnTo>
                  <a:pt x="3017" y="263569"/>
                </a:lnTo>
                <a:close/>
                <a:moveTo>
                  <a:pt x="51300" y="90495"/>
                </a:moveTo>
                <a:lnTo>
                  <a:pt x="52301" y="90804"/>
                </a:lnTo>
                <a:lnTo>
                  <a:pt x="50799" y="90650"/>
                </a:lnTo>
                <a:close/>
                <a:moveTo>
                  <a:pt x="23559" y="132544"/>
                </a:moveTo>
                <a:lnTo>
                  <a:pt x="24119" y="132990"/>
                </a:lnTo>
                <a:lnTo>
                  <a:pt x="23279" y="132767"/>
                </a:lnTo>
                <a:close/>
                <a:moveTo>
                  <a:pt x="29536" y="35552"/>
                </a:moveTo>
                <a:lnTo>
                  <a:pt x="31618" y="36239"/>
                </a:lnTo>
                <a:lnTo>
                  <a:pt x="28495" y="35896"/>
                </a:lnTo>
                <a:close/>
                <a:moveTo>
                  <a:pt x="26787" y="27714"/>
                </a:moveTo>
                <a:lnTo>
                  <a:pt x="28639" y="28298"/>
                </a:lnTo>
                <a:lnTo>
                  <a:pt x="25860" y="28006"/>
                </a:lnTo>
                <a:close/>
                <a:moveTo>
                  <a:pt x="6418" y="161955"/>
                </a:moveTo>
                <a:lnTo>
                  <a:pt x="8456" y="163632"/>
                </a:lnTo>
                <a:lnTo>
                  <a:pt x="5399" y="162794"/>
                </a:lnTo>
                <a:close/>
                <a:moveTo>
                  <a:pt x="33733" y="253535"/>
                </a:moveTo>
                <a:lnTo>
                  <a:pt x="34218" y="255190"/>
                </a:lnTo>
                <a:lnTo>
                  <a:pt x="33490" y="254362"/>
                </a:lnTo>
                <a:close/>
                <a:moveTo>
                  <a:pt x="53861" y="107458"/>
                </a:moveTo>
                <a:lnTo>
                  <a:pt x="55765" y="107998"/>
                </a:lnTo>
                <a:lnTo>
                  <a:pt x="52909" y="107728"/>
                </a:lnTo>
                <a:close/>
                <a:moveTo>
                  <a:pt x="34868" y="124998"/>
                </a:moveTo>
                <a:lnTo>
                  <a:pt x="36268" y="125674"/>
                </a:lnTo>
                <a:lnTo>
                  <a:pt x="34168" y="125336"/>
                </a:lnTo>
                <a:close/>
                <a:moveTo>
                  <a:pt x="39120" y="111521"/>
                </a:moveTo>
                <a:lnTo>
                  <a:pt x="39499" y="111991"/>
                </a:lnTo>
                <a:lnTo>
                  <a:pt x="38931" y="111756"/>
                </a:lnTo>
                <a:close/>
                <a:moveTo>
                  <a:pt x="56283" y="195404"/>
                </a:moveTo>
                <a:lnTo>
                  <a:pt x="57581" y="196694"/>
                </a:lnTo>
                <a:lnTo>
                  <a:pt x="55634" y="196049"/>
                </a:lnTo>
                <a:close/>
                <a:moveTo>
                  <a:pt x="18943" y="82128"/>
                </a:moveTo>
                <a:lnTo>
                  <a:pt x="20047" y="83555"/>
                </a:lnTo>
                <a:lnTo>
                  <a:pt x="18390" y="82842"/>
                </a:lnTo>
                <a:close/>
                <a:moveTo>
                  <a:pt x="52308" y="200779"/>
                </a:moveTo>
                <a:lnTo>
                  <a:pt x="53781" y="201461"/>
                </a:lnTo>
                <a:lnTo>
                  <a:pt x="51571" y="201120"/>
                </a:lnTo>
                <a:close/>
                <a:moveTo>
                  <a:pt x="67436" y="279544"/>
                </a:moveTo>
                <a:lnTo>
                  <a:pt x="69273" y="280397"/>
                </a:lnTo>
                <a:lnTo>
                  <a:pt x="66518" y="279971"/>
                </a:lnTo>
                <a:close/>
                <a:moveTo>
                  <a:pt x="41584" y="310292"/>
                </a:moveTo>
                <a:lnTo>
                  <a:pt x="42918" y="311733"/>
                </a:lnTo>
                <a:lnTo>
                  <a:pt x="40916" y="311012"/>
                </a:lnTo>
                <a:close/>
                <a:moveTo>
                  <a:pt x="20118" y="342793"/>
                </a:moveTo>
                <a:lnTo>
                  <a:pt x="21057" y="343866"/>
                </a:lnTo>
                <a:lnTo>
                  <a:pt x="19649" y="343329"/>
                </a:lnTo>
                <a:close/>
                <a:moveTo>
                  <a:pt x="11112" y="176252"/>
                </a:moveTo>
                <a:lnTo>
                  <a:pt x="13102" y="176597"/>
                </a:lnTo>
                <a:lnTo>
                  <a:pt x="10118" y="176424"/>
                </a:lnTo>
                <a:close/>
                <a:moveTo>
                  <a:pt x="14247" y="236845"/>
                </a:moveTo>
                <a:lnTo>
                  <a:pt x="15814" y="238175"/>
                </a:lnTo>
                <a:lnTo>
                  <a:pt x="13464" y="237510"/>
                </a:lnTo>
                <a:close/>
                <a:moveTo>
                  <a:pt x="49135" y="314429"/>
                </a:moveTo>
                <a:lnTo>
                  <a:pt x="50600" y="314960"/>
                </a:lnTo>
                <a:lnTo>
                  <a:pt x="48403" y="314695"/>
                </a:lnTo>
                <a:close/>
                <a:moveTo>
                  <a:pt x="39167" y="122548"/>
                </a:moveTo>
                <a:lnTo>
                  <a:pt x="39527" y="123609"/>
                </a:lnTo>
                <a:lnTo>
                  <a:pt x="38987" y="123078"/>
                </a:lnTo>
                <a:close/>
                <a:moveTo>
                  <a:pt x="69307" y="203756"/>
                </a:moveTo>
                <a:lnTo>
                  <a:pt x="71064" y="204991"/>
                </a:lnTo>
                <a:lnTo>
                  <a:pt x="68429" y="204373"/>
                </a:lnTo>
                <a:close/>
                <a:moveTo>
                  <a:pt x="3683" y="239718"/>
                </a:moveTo>
                <a:lnTo>
                  <a:pt x="5862" y="240999"/>
                </a:lnTo>
                <a:lnTo>
                  <a:pt x="2594" y="240359"/>
                </a:lnTo>
                <a:close/>
                <a:moveTo>
                  <a:pt x="21902" y="395364"/>
                </a:moveTo>
                <a:lnTo>
                  <a:pt x="23490" y="397063"/>
                </a:lnTo>
                <a:lnTo>
                  <a:pt x="21108" y="396214"/>
                </a:lnTo>
                <a:close/>
                <a:moveTo>
                  <a:pt x="60458" y="254783"/>
                </a:moveTo>
                <a:lnTo>
                  <a:pt x="61673" y="255878"/>
                </a:lnTo>
                <a:lnTo>
                  <a:pt x="59850" y="255330"/>
                </a:lnTo>
                <a:close/>
                <a:moveTo>
                  <a:pt x="23433" y="372754"/>
                </a:moveTo>
                <a:lnTo>
                  <a:pt x="24018" y="374538"/>
                </a:lnTo>
                <a:lnTo>
                  <a:pt x="23140" y="373646"/>
                </a:lnTo>
                <a:close/>
                <a:moveTo>
                  <a:pt x="24821" y="192081"/>
                </a:moveTo>
                <a:lnTo>
                  <a:pt x="26298" y="192847"/>
                </a:lnTo>
                <a:lnTo>
                  <a:pt x="24083" y="192464"/>
                </a:lnTo>
                <a:close/>
                <a:moveTo>
                  <a:pt x="43634" y="23800"/>
                </a:moveTo>
                <a:lnTo>
                  <a:pt x="45593" y="24258"/>
                </a:lnTo>
                <a:lnTo>
                  <a:pt x="42655" y="24029"/>
                </a:lnTo>
                <a:close/>
                <a:moveTo>
                  <a:pt x="62202" y="374977"/>
                </a:moveTo>
                <a:lnTo>
                  <a:pt x="64007" y="376403"/>
                </a:lnTo>
                <a:lnTo>
                  <a:pt x="61299" y="375690"/>
                </a:lnTo>
                <a:close/>
                <a:moveTo>
                  <a:pt x="14139" y="248067"/>
                </a:moveTo>
                <a:lnTo>
                  <a:pt x="14603" y="249486"/>
                </a:lnTo>
                <a:lnTo>
                  <a:pt x="13907" y="248776"/>
                </a:lnTo>
                <a:close/>
                <a:moveTo>
                  <a:pt x="56226" y="91883"/>
                </a:moveTo>
                <a:lnTo>
                  <a:pt x="57395" y="92320"/>
                </a:lnTo>
                <a:lnTo>
                  <a:pt x="55641" y="92102"/>
                </a:lnTo>
                <a:close/>
                <a:moveTo>
                  <a:pt x="47796" y="304923"/>
                </a:moveTo>
                <a:lnTo>
                  <a:pt x="48257" y="306142"/>
                </a:lnTo>
                <a:lnTo>
                  <a:pt x="47565" y="305533"/>
                </a:lnTo>
                <a:close/>
                <a:moveTo>
                  <a:pt x="62582" y="77801"/>
                </a:moveTo>
                <a:lnTo>
                  <a:pt x="64611" y="78511"/>
                </a:lnTo>
                <a:lnTo>
                  <a:pt x="61567" y="78156"/>
                </a:lnTo>
                <a:close/>
                <a:moveTo>
                  <a:pt x="2225" y="36482"/>
                </a:moveTo>
                <a:lnTo>
                  <a:pt x="3975" y="37071"/>
                </a:lnTo>
                <a:lnTo>
                  <a:pt x="1350" y="36776"/>
                </a:lnTo>
                <a:close/>
                <a:moveTo>
                  <a:pt x="61250" y="190227"/>
                </a:moveTo>
                <a:lnTo>
                  <a:pt x="61753" y="191751"/>
                </a:lnTo>
                <a:lnTo>
                  <a:pt x="60998" y="190989"/>
                </a:lnTo>
                <a:close/>
                <a:moveTo>
                  <a:pt x="24014" y="57292"/>
                </a:moveTo>
                <a:lnTo>
                  <a:pt x="24371" y="58045"/>
                </a:lnTo>
                <a:lnTo>
                  <a:pt x="23835" y="57669"/>
                </a:lnTo>
                <a:close/>
                <a:moveTo>
                  <a:pt x="33385" y="216498"/>
                </a:moveTo>
                <a:lnTo>
                  <a:pt x="34812" y="216920"/>
                </a:lnTo>
                <a:lnTo>
                  <a:pt x="32671" y="216709"/>
                </a:lnTo>
                <a:close/>
                <a:moveTo>
                  <a:pt x="1267" y="387511"/>
                </a:moveTo>
                <a:lnTo>
                  <a:pt x="2403" y="388896"/>
                </a:lnTo>
                <a:lnTo>
                  <a:pt x="699" y="388203"/>
                </a:lnTo>
                <a:close/>
                <a:moveTo>
                  <a:pt x="63708" y="259560"/>
                </a:moveTo>
                <a:lnTo>
                  <a:pt x="65428" y="260191"/>
                </a:lnTo>
                <a:lnTo>
                  <a:pt x="62847" y="259876"/>
                </a:lnTo>
                <a:close/>
                <a:moveTo>
                  <a:pt x="15898" y="224130"/>
                </a:moveTo>
                <a:lnTo>
                  <a:pt x="18072" y="225887"/>
                </a:lnTo>
                <a:lnTo>
                  <a:pt x="14810" y="225008"/>
                </a:lnTo>
                <a:close/>
                <a:moveTo>
                  <a:pt x="17288" y="276994"/>
                </a:moveTo>
                <a:lnTo>
                  <a:pt x="18174" y="277833"/>
                </a:lnTo>
                <a:lnTo>
                  <a:pt x="16845" y="277414"/>
                </a:lnTo>
                <a:close/>
                <a:moveTo>
                  <a:pt x="20770" y="434873"/>
                </a:moveTo>
                <a:lnTo>
                  <a:pt x="21830" y="435869"/>
                </a:lnTo>
                <a:lnTo>
                  <a:pt x="20241" y="435371"/>
                </a:lnTo>
                <a:close/>
                <a:moveTo>
                  <a:pt x="7113" y="370393"/>
                </a:moveTo>
                <a:lnTo>
                  <a:pt x="7621" y="371936"/>
                </a:lnTo>
                <a:lnTo>
                  <a:pt x="6859" y="371165"/>
                </a:lnTo>
                <a:close/>
                <a:moveTo>
                  <a:pt x="17854" y="102774"/>
                </a:moveTo>
                <a:lnTo>
                  <a:pt x="18282" y="103604"/>
                </a:lnTo>
                <a:lnTo>
                  <a:pt x="17641" y="103189"/>
                </a:lnTo>
                <a:close/>
                <a:moveTo>
                  <a:pt x="67978" y="157794"/>
                </a:moveTo>
                <a:lnTo>
                  <a:pt x="68942" y="159210"/>
                </a:lnTo>
                <a:lnTo>
                  <a:pt x="67496" y="158502"/>
                </a:lnTo>
                <a:close/>
                <a:moveTo>
                  <a:pt x="17173" y="330715"/>
                </a:moveTo>
                <a:lnTo>
                  <a:pt x="19311" y="332299"/>
                </a:lnTo>
                <a:lnTo>
                  <a:pt x="16104" y="331507"/>
                </a:lnTo>
                <a:close/>
                <a:moveTo>
                  <a:pt x="3895" y="341299"/>
                </a:moveTo>
                <a:lnTo>
                  <a:pt x="5705" y="342791"/>
                </a:lnTo>
                <a:lnTo>
                  <a:pt x="2990" y="342045"/>
                </a:lnTo>
                <a:close/>
                <a:moveTo>
                  <a:pt x="41570" y="46581"/>
                </a:moveTo>
                <a:lnTo>
                  <a:pt x="43172" y="47752"/>
                </a:lnTo>
                <a:lnTo>
                  <a:pt x="40769" y="47167"/>
                </a:lnTo>
                <a:close/>
                <a:moveTo>
                  <a:pt x="35070" y="335111"/>
                </a:moveTo>
                <a:lnTo>
                  <a:pt x="35757" y="335975"/>
                </a:lnTo>
                <a:lnTo>
                  <a:pt x="34726" y="335543"/>
                </a:lnTo>
                <a:close/>
                <a:moveTo>
                  <a:pt x="45307" y="391807"/>
                </a:moveTo>
                <a:lnTo>
                  <a:pt x="47490" y="393437"/>
                </a:lnTo>
                <a:lnTo>
                  <a:pt x="44216" y="392622"/>
                </a:lnTo>
                <a:close/>
                <a:moveTo>
                  <a:pt x="19453" y="184215"/>
                </a:moveTo>
                <a:lnTo>
                  <a:pt x="20774" y="185206"/>
                </a:lnTo>
                <a:lnTo>
                  <a:pt x="18793" y="184710"/>
                </a:lnTo>
                <a:close/>
                <a:moveTo>
                  <a:pt x="6608" y="159846"/>
                </a:moveTo>
                <a:lnTo>
                  <a:pt x="8680" y="160710"/>
                </a:lnTo>
                <a:lnTo>
                  <a:pt x="5572" y="160278"/>
                </a:lnTo>
                <a:close/>
                <a:moveTo>
                  <a:pt x="62623" y="389445"/>
                </a:moveTo>
                <a:lnTo>
                  <a:pt x="63924" y="391120"/>
                </a:lnTo>
                <a:lnTo>
                  <a:pt x="61972" y="390283"/>
                </a:lnTo>
                <a:close/>
                <a:moveTo>
                  <a:pt x="69420" y="4028"/>
                </a:moveTo>
                <a:lnTo>
                  <a:pt x="70863" y="5759"/>
                </a:lnTo>
                <a:lnTo>
                  <a:pt x="68698" y="4893"/>
                </a:lnTo>
                <a:close/>
                <a:moveTo>
                  <a:pt x="22786" y="158455"/>
                </a:moveTo>
                <a:lnTo>
                  <a:pt x="23417" y="160077"/>
                </a:lnTo>
                <a:lnTo>
                  <a:pt x="22471" y="159266"/>
                </a:lnTo>
                <a:close/>
                <a:moveTo>
                  <a:pt x="40515" y="258573"/>
                </a:moveTo>
                <a:lnTo>
                  <a:pt x="41969" y="260219"/>
                </a:lnTo>
                <a:lnTo>
                  <a:pt x="39788" y="259396"/>
                </a:lnTo>
                <a:close/>
                <a:moveTo>
                  <a:pt x="37257" y="240172"/>
                </a:moveTo>
                <a:lnTo>
                  <a:pt x="38435" y="240975"/>
                </a:lnTo>
                <a:lnTo>
                  <a:pt x="36669" y="240573"/>
                </a:lnTo>
                <a:close/>
                <a:moveTo>
                  <a:pt x="68917" y="282330"/>
                </a:moveTo>
                <a:lnTo>
                  <a:pt x="70182" y="282765"/>
                </a:lnTo>
                <a:lnTo>
                  <a:pt x="68285" y="282548"/>
                </a:lnTo>
                <a:close/>
                <a:moveTo>
                  <a:pt x="45816" y="19100"/>
                </a:moveTo>
                <a:lnTo>
                  <a:pt x="47039" y="19717"/>
                </a:lnTo>
                <a:lnTo>
                  <a:pt x="45205" y="19408"/>
                </a:lnTo>
                <a:close/>
                <a:moveTo>
                  <a:pt x="28505" y="96519"/>
                </a:moveTo>
                <a:lnTo>
                  <a:pt x="29270" y="97475"/>
                </a:lnTo>
                <a:lnTo>
                  <a:pt x="28122" y="96997"/>
                </a:lnTo>
                <a:close/>
                <a:moveTo>
                  <a:pt x="9466" y="109869"/>
                </a:moveTo>
                <a:lnTo>
                  <a:pt x="11147" y="110321"/>
                </a:lnTo>
                <a:lnTo>
                  <a:pt x="8625" y="110095"/>
                </a:lnTo>
                <a:close/>
                <a:moveTo>
                  <a:pt x="60319" y="179654"/>
                </a:moveTo>
                <a:lnTo>
                  <a:pt x="61061" y="181113"/>
                </a:lnTo>
                <a:lnTo>
                  <a:pt x="59947" y="180384"/>
                </a:lnTo>
                <a:close/>
                <a:moveTo>
                  <a:pt x="27426" y="160388"/>
                </a:moveTo>
                <a:lnTo>
                  <a:pt x="27778" y="160955"/>
                </a:lnTo>
                <a:lnTo>
                  <a:pt x="27250" y="160671"/>
                </a:lnTo>
                <a:close/>
                <a:moveTo>
                  <a:pt x="66686" y="215806"/>
                </a:moveTo>
                <a:lnTo>
                  <a:pt x="67841" y="216990"/>
                </a:lnTo>
                <a:lnTo>
                  <a:pt x="66109" y="216398"/>
                </a:lnTo>
                <a:close/>
                <a:moveTo>
                  <a:pt x="7339" y="66035"/>
                </a:moveTo>
                <a:lnTo>
                  <a:pt x="9285" y="67282"/>
                </a:lnTo>
                <a:lnTo>
                  <a:pt x="6367" y="66659"/>
                </a:lnTo>
                <a:close/>
                <a:moveTo>
                  <a:pt x="23401" y="376774"/>
                </a:moveTo>
                <a:lnTo>
                  <a:pt x="24289" y="377744"/>
                </a:lnTo>
                <a:lnTo>
                  <a:pt x="22956" y="377259"/>
                </a:lnTo>
                <a:close/>
                <a:moveTo>
                  <a:pt x="56017" y="372207"/>
                </a:moveTo>
                <a:lnTo>
                  <a:pt x="56886" y="373980"/>
                </a:lnTo>
                <a:lnTo>
                  <a:pt x="55583" y="373093"/>
                </a:lnTo>
                <a:close/>
                <a:moveTo>
                  <a:pt x="15777" y="116149"/>
                </a:moveTo>
                <a:lnTo>
                  <a:pt x="17078" y="117292"/>
                </a:lnTo>
                <a:lnTo>
                  <a:pt x="15127" y="116720"/>
                </a:lnTo>
                <a:close/>
                <a:moveTo>
                  <a:pt x="38883" y="204115"/>
                </a:moveTo>
                <a:lnTo>
                  <a:pt x="40675" y="204792"/>
                </a:lnTo>
                <a:lnTo>
                  <a:pt x="37987" y="204454"/>
                </a:lnTo>
                <a:close/>
                <a:moveTo>
                  <a:pt x="31527" y="295172"/>
                </a:moveTo>
                <a:lnTo>
                  <a:pt x="33524" y="295854"/>
                </a:lnTo>
                <a:lnTo>
                  <a:pt x="30528" y="295513"/>
                </a:lnTo>
                <a:close/>
                <a:moveTo>
                  <a:pt x="25925" y="205237"/>
                </a:moveTo>
                <a:lnTo>
                  <a:pt x="26770" y="206306"/>
                </a:lnTo>
                <a:lnTo>
                  <a:pt x="25502" y="205772"/>
                </a:lnTo>
                <a:close/>
                <a:moveTo>
                  <a:pt x="66878" y="101892"/>
                </a:moveTo>
                <a:lnTo>
                  <a:pt x="68765" y="103526"/>
                </a:lnTo>
                <a:lnTo>
                  <a:pt x="65934" y="102709"/>
                </a:lnTo>
                <a:close/>
                <a:moveTo>
                  <a:pt x="35300" y="153317"/>
                </a:moveTo>
                <a:lnTo>
                  <a:pt x="35868" y="154441"/>
                </a:lnTo>
                <a:lnTo>
                  <a:pt x="35016" y="153879"/>
                </a:lnTo>
                <a:close/>
                <a:moveTo>
                  <a:pt x="60196" y="166716"/>
                </a:moveTo>
                <a:lnTo>
                  <a:pt x="61018" y="168259"/>
                </a:lnTo>
                <a:lnTo>
                  <a:pt x="59786" y="167487"/>
                </a:lnTo>
                <a:close/>
                <a:moveTo>
                  <a:pt x="12090" y="246062"/>
                </a:moveTo>
                <a:lnTo>
                  <a:pt x="13858" y="247127"/>
                </a:lnTo>
                <a:lnTo>
                  <a:pt x="11206" y="246595"/>
                </a:lnTo>
                <a:close/>
                <a:moveTo>
                  <a:pt x="21581" y="261410"/>
                </a:moveTo>
                <a:lnTo>
                  <a:pt x="22554" y="262714"/>
                </a:lnTo>
                <a:lnTo>
                  <a:pt x="21095" y="262062"/>
                </a:lnTo>
                <a:close/>
                <a:moveTo>
                  <a:pt x="56773" y="350319"/>
                </a:moveTo>
                <a:lnTo>
                  <a:pt x="58554" y="350805"/>
                </a:lnTo>
                <a:lnTo>
                  <a:pt x="55882" y="350562"/>
                </a:lnTo>
                <a:close/>
                <a:moveTo>
                  <a:pt x="19958" y="291775"/>
                </a:moveTo>
                <a:lnTo>
                  <a:pt x="21485" y="293415"/>
                </a:lnTo>
                <a:lnTo>
                  <a:pt x="19195" y="292595"/>
                </a:lnTo>
                <a:close/>
                <a:moveTo>
                  <a:pt x="31893" y="26271"/>
                </a:moveTo>
                <a:lnTo>
                  <a:pt x="32380" y="26644"/>
                </a:lnTo>
                <a:lnTo>
                  <a:pt x="31650" y="26457"/>
                </a:lnTo>
                <a:close/>
                <a:moveTo>
                  <a:pt x="38745" y="141299"/>
                </a:moveTo>
                <a:lnTo>
                  <a:pt x="39164" y="142962"/>
                </a:lnTo>
                <a:lnTo>
                  <a:pt x="38535" y="142131"/>
                </a:lnTo>
                <a:close/>
                <a:moveTo>
                  <a:pt x="5612" y="152003"/>
                </a:moveTo>
                <a:lnTo>
                  <a:pt x="7395" y="153329"/>
                </a:lnTo>
                <a:lnTo>
                  <a:pt x="4720" y="152666"/>
                </a:lnTo>
                <a:close/>
                <a:moveTo>
                  <a:pt x="16375" y="420352"/>
                </a:moveTo>
                <a:lnTo>
                  <a:pt x="17552" y="421887"/>
                </a:lnTo>
                <a:lnTo>
                  <a:pt x="15786" y="421120"/>
                </a:lnTo>
                <a:close/>
                <a:moveTo>
                  <a:pt x="30614" y="282606"/>
                </a:moveTo>
                <a:lnTo>
                  <a:pt x="32732" y="282995"/>
                </a:lnTo>
                <a:lnTo>
                  <a:pt x="29554" y="282800"/>
                </a:lnTo>
                <a:close/>
                <a:moveTo>
                  <a:pt x="40810" y="257985"/>
                </a:moveTo>
                <a:lnTo>
                  <a:pt x="42950" y="259187"/>
                </a:lnTo>
                <a:lnTo>
                  <a:pt x="39741" y="258586"/>
                </a:lnTo>
                <a:close/>
                <a:moveTo>
                  <a:pt x="19397" y="60370"/>
                </a:moveTo>
                <a:lnTo>
                  <a:pt x="20771" y="60918"/>
                </a:lnTo>
                <a:lnTo>
                  <a:pt x="18710" y="60644"/>
                </a:lnTo>
                <a:close/>
                <a:moveTo>
                  <a:pt x="25626" y="418812"/>
                </a:moveTo>
                <a:lnTo>
                  <a:pt x="26313" y="419419"/>
                </a:lnTo>
                <a:lnTo>
                  <a:pt x="25282" y="419116"/>
                </a:lnTo>
                <a:close/>
                <a:moveTo>
                  <a:pt x="47943" y="219995"/>
                </a:moveTo>
                <a:lnTo>
                  <a:pt x="49973" y="220786"/>
                </a:lnTo>
                <a:lnTo>
                  <a:pt x="46927" y="220390"/>
                </a:lnTo>
                <a:close/>
                <a:moveTo>
                  <a:pt x="54153" y="181005"/>
                </a:moveTo>
                <a:lnTo>
                  <a:pt x="56342" y="182684"/>
                </a:lnTo>
                <a:lnTo>
                  <a:pt x="53058" y="181844"/>
                </a:lnTo>
                <a:close/>
                <a:moveTo>
                  <a:pt x="14643" y="162240"/>
                </a:moveTo>
                <a:lnTo>
                  <a:pt x="15870" y="163246"/>
                </a:lnTo>
                <a:lnTo>
                  <a:pt x="14029" y="162743"/>
                </a:lnTo>
                <a:close/>
                <a:moveTo>
                  <a:pt x="42477" y="301721"/>
                </a:moveTo>
                <a:lnTo>
                  <a:pt x="43103" y="302995"/>
                </a:lnTo>
                <a:lnTo>
                  <a:pt x="42164" y="302358"/>
                </a:lnTo>
                <a:close/>
                <a:moveTo>
                  <a:pt x="58712" y="179453"/>
                </a:moveTo>
                <a:lnTo>
                  <a:pt x="59561" y="180131"/>
                </a:lnTo>
                <a:lnTo>
                  <a:pt x="58288" y="179792"/>
                </a:lnTo>
                <a:close/>
                <a:moveTo>
                  <a:pt x="43595" y="52489"/>
                </a:moveTo>
                <a:lnTo>
                  <a:pt x="44336" y="53241"/>
                </a:lnTo>
                <a:lnTo>
                  <a:pt x="43225" y="52865"/>
                </a:lnTo>
                <a:close/>
                <a:moveTo>
                  <a:pt x="49282" y="324315"/>
                </a:moveTo>
                <a:lnTo>
                  <a:pt x="50638" y="324837"/>
                </a:lnTo>
                <a:lnTo>
                  <a:pt x="48605" y="324576"/>
                </a:lnTo>
                <a:close/>
                <a:moveTo>
                  <a:pt x="25835" y="26293"/>
                </a:moveTo>
                <a:lnTo>
                  <a:pt x="28029" y="27284"/>
                </a:lnTo>
                <a:lnTo>
                  <a:pt x="24738" y="26788"/>
                </a:lnTo>
                <a:close/>
                <a:moveTo>
                  <a:pt x="59730" y="107427"/>
                </a:moveTo>
                <a:lnTo>
                  <a:pt x="60591" y="107942"/>
                </a:lnTo>
                <a:lnTo>
                  <a:pt x="59300" y="107684"/>
                </a:lnTo>
                <a:close/>
                <a:moveTo>
                  <a:pt x="28223" y="299482"/>
                </a:moveTo>
                <a:lnTo>
                  <a:pt x="29593" y="300266"/>
                </a:lnTo>
                <a:lnTo>
                  <a:pt x="27537" y="299874"/>
                </a:lnTo>
                <a:close/>
                <a:moveTo>
                  <a:pt x="10064" y="118899"/>
                </a:moveTo>
                <a:lnTo>
                  <a:pt x="11837" y="119464"/>
                </a:lnTo>
                <a:lnTo>
                  <a:pt x="9177" y="119182"/>
                </a:lnTo>
                <a:close/>
                <a:moveTo>
                  <a:pt x="70488" y="365905"/>
                </a:moveTo>
                <a:lnTo>
                  <a:pt x="71151" y="366209"/>
                </a:lnTo>
                <a:lnTo>
                  <a:pt x="70156" y="366057"/>
                </a:lnTo>
                <a:close/>
                <a:moveTo>
                  <a:pt x="58782" y="18647"/>
                </a:moveTo>
                <a:lnTo>
                  <a:pt x="60371" y="19701"/>
                </a:lnTo>
                <a:lnTo>
                  <a:pt x="57988" y="19174"/>
                </a:lnTo>
                <a:close/>
                <a:moveTo>
                  <a:pt x="29932" y="254091"/>
                </a:moveTo>
                <a:lnTo>
                  <a:pt x="30314" y="255516"/>
                </a:lnTo>
                <a:lnTo>
                  <a:pt x="29741" y="254803"/>
                </a:lnTo>
                <a:close/>
                <a:moveTo>
                  <a:pt x="59932" y="16317"/>
                </a:moveTo>
                <a:lnTo>
                  <a:pt x="60804" y="17877"/>
                </a:lnTo>
                <a:lnTo>
                  <a:pt x="59497" y="17097"/>
                </a:lnTo>
                <a:close/>
                <a:moveTo>
                  <a:pt x="14832" y="63067"/>
                </a:moveTo>
                <a:lnTo>
                  <a:pt x="16670" y="64852"/>
                </a:lnTo>
                <a:lnTo>
                  <a:pt x="13912" y="63960"/>
                </a:lnTo>
                <a:close/>
                <a:moveTo>
                  <a:pt x="70239" y="84591"/>
                </a:moveTo>
                <a:lnTo>
                  <a:pt x="70834" y="84906"/>
                </a:lnTo>
                <a:lnTo>
                  <a:pt x="69941" y="84749"/>
                </a:lnTo>
                <a:close/>
                <a:moveTo>
                  <a:pt x="9355" y="143335"/>
                </a:moveTo>
                <a:lnTo>
                  <a:pt x="11481" y="144768"/>
                </a:lnTo>
                <a:lnTo>
                  <a:pt x="8292" y="144051"/>
                </a:lnTo>
                <a:close/>
                <a:moveTo>
                  <a:pt x="13731" y="173221"/>
                </a:moveTo>
                <a:lnTo>
                  <a:pt x="15096" y="173758"/>
                </a:lnTo>
                <a:lnTo>
                  <a:pt x="13048" y="173489"/>
                </a:lnTo>
                <a:close/>
                <a:moveTo>
                  <a:pt x="5110" y="83330"/>
                </a:moveTo>
                <a:lnTo>
                  <a:pt x="6015" y="83686"/>
                </a:lnTo>
                <a:lnTo>
                  <a:pt x="4658" y="83508"/>
                </a:lnTo>
                <a:close/>
                <a:moveTo>
                  <a:pt x="69297" y="425332"/>
                </a:moveTo>
                <a:lnTo>
                  <a:pt x="70521" y="426283"/>
                </a:lnTo>
                <a:lnTo>
                  <a:pt x="68685" y="425808"/>
                </a:lnTo>
                <a:close/>
                <a:moveTo>
                  <a:pt x="39834" y="364476"/>
                </a:moveTo>
                <a:lnTo>
                  <a:pt x="40944" y="366156"/>
                </a:lnTo>
                <a:lnTo>
                  <a:pt x="39280" y="365316"/>
                </a:lnTo>
                <a:close/>
                <a:moveTo>
                  <a:pt x="68049" y="120959"/>
                </a:moveTo>
                <a:lnTo>
                  <a:pt x="69469" y="122693"/>
                </a:lnTo>
                <a:lnTo>
                  <a:pt x="67339" y="121826"/>
                </a:lnTo>
                <a:close/>
                <a:moveTo>
                  <a:pt x="22364" y="433246"/>
                </a:moveTo>
                <a:lnTo>
                  <a:pt x="23640" y="434553"/>
                </a:lnTo>
                <a:lnTo>
                  <a:pt x="21725" y="433900"/>
                </a:lnTo>
                <a:close/>
                <a:moveTo>
                  <a:pt x="7761" y="172587"/>
                </a:moveTo>
                <a:lnTo>
                  <a:pt x="9326" y="173195"/>
                </a:lnTo>
                <a:lnTo>
                  <a:pt x="6979" y="172891"/>
                </a:lnTo>
                <a:close/>
                <a:moveTo>
                  <a:pt x="69006" y="173245"/>
                </a:moveTo>
                <a:lnTo>
                  <a:pt x="70405" y="174712"/>
                </a:lnTo>
                <a:lnTo>
                  <a:pt x="68306" y="173979"/>
                </a:lnTo>
                <a:close/>
                <a:moveTo>
                  <a:pt x="22956" y="306575"/>
                </a:moveTo>
                <a:lnTo>
                  <a:pt x="24662" y="308039"/>
                </a:lnTo>
                <a:lnTo>
                  <a:pt x="22103" y="307307"/>
                </a:lnTo>
                <a:close/>
                <a:moveTo>
                  <a:pt x="23331" y="148091"/>
                </a:moveTo>
                <a:lnTo>
                  <a:pt x="24760" y="149062"/>
                </a:lnTo>
                <a:lnTo>
                  <a:pt x="22617" y="148576"/>
                </a:lnTo>
                <a:close/>
                <a:moveTo>
                  <a:pt x="34156" y="247374"/>
                </a:moveTo>
                <a:lnTo>
                  <a:pt x="35909" y="247889"/>
                </a:lnTo>
                <a:lnTo>
                  <a:pt x="33280" y="247631"/>
                </a:lnTo>
                <a:close/>
                <a:moveTo>
                  <a:pt x="15931" y="55007"/>
                </a:moveTo>
                <a:lnTo>
                  <a:pt x="17240" y="55617"/>
                </a:lnTo>
                <a:lnTo>
                  <a:pt x="15277" y="55312"/>
                </a:lnTo>
                <a:close/>
                <a:moveTo>
                  <a:pt x="66196" y="89890"/>
                </a:moveTo>
                <a:lnTo>
                  <a:pt x="67374" y="91341"/>
                </a:lnTo>
                <a:lnTo>
                  <a:pt x="65607" y="90616"/>
                </a:lnTo>
                <a:close/>
                <a:moveTo>
                  <a:pt x="20879" y="34746"/>
                </a:moveTo>
                <a:lnTo>
                  <a:pt x="21657" y="36104"/>
                </a:lnTo>
                <a:lnTo>
                  <a:pt x="20490" y="35425"/>
                </a:lnTo>
                <a:close/>
                <a:moveTo>
                  <a:pt x="25525" y="412959"/>
                </a:moveTo>
                <a:lnTo>
                  <a:pt x="26163" y="413714"/>
                </a:lnTo>
                <a:lnTo>
                  <a:pt x="25207" y="413336"/>
                </a:lnTo>
                <a:close/>
                <a:moveTo>
                  <a:pt x="35689" y="145910"/>
                </a:moveTo>
                <a:lnTo>
                  <a:pt x="36587" y="146365"/>
                </a:lnTo>
                <a:lnTo>
                  <a:pt x="35241" y="146138"/>
                </a:lnTo>
                <a:close/>
                <a:moveTo>
                  <a:pt x="36462" y="327105"/>
                </a:moveTo>
                <a:lnTo>
                  <a:pt x="37495" y="328881"/>
                </a:lnTo>
                <a:lnTo>
                  <a:pt x="35946" y="327993"/>
                </a:lnTo>
                <a:close/>
                <a:moveTo>
                  <a:pt x="44618" y="158259"/>
                </a:moveTo>
                <a:lnTo>
                  <a:pt x="45646" y="158976"/>
                </a:lnTo>
                <a:lnTo>
                  <a:pt x="44105" y="158617"/>
                </a:lnTo>
                <a:close/>
                <a:moveTo>
                  <a:pt x="7729" y="206204"/>
                </a:moveTo>
                <a:lnTo>
                  <a:pt x="9067" y="207697"/>
                </a:lnTo>
                <a:lnTo>
                  <a:pt x="7060" y="206950"/>
                </a:lnTo>
                <a:close/>
                <a:moveTo>
                  <a:pt x="6548" y="12970"/>
                </a:moveTo>
                <a:lnTo>
                  <a:pt x="8578" y="13811"/>
                </a:lnTo>
                <a:lnTo>
                  <a:pt x="5534" y="13391"/>
                </a:lnTo>
                <a:close/>
                <a:moveTo>
                  <a:pt x="51809" y="383209"/>
                </a:moveTo>
                <a:lnTo>
                  <a:pt x="52677" y="383775"/>
                </a:lnTo>
                <a:lnTo>
                  <a:pt x="51375" y="383492"/>
                </a:lnTo>
                <a:close/>
                <a:moveTo>
                  <a:pt x="55705" y="132052"/>
                </a:moveTo>
                <a:lnTo>
                  <a:pt x="56984" y="132354"/>
                </a:lnTo>
                <a:lnTo>
                  <a:pt x="55065" y="132203"/>
                </a:lnTo>
                <a:close/>
                <a:moveTo>
                  <a:pt x="41869" y="192448"/>
                </a:moveTo>
                <a:lnTo>
                  <a:pt x="42606" y="193037"/>
                </a:lnTo>
                <a:lnTo>
                  <a:pt x="41500" y="192742"/>
                </a:lnTo>
                <a:close/>
                <a:moveTo>
                  <a:pt x="65942" y="392699"/>
                </a:moveTo>
                <a:lnTo>
                  <a:pt x="66867" y="393475"/>
                </a:lnTo>
                <a:lnTo>
                  <a:pt x="65480" y="393087"/>
                </a:lnTo>
                <a:close/>
                <a:moveTo>
                  <a:pt x="24815" y="150751"/>
                </a:moveTo>
                <a:lnTo>
                  <a:pt x="25875" y="152491"/>
                </a:lnTo>
                <a:lnTo>
                  <a:pt x="24286" y="151621"/>
                </a:lnTo>
                <a:close/>
                <a:moveTo>
                  <a:pt x="2231" y="158582"/>
                </a:moveTo>
                <a:lnTo>
                  <a:pt x="3596" y="159798"/>
                </a:lnTo>
                <a:lnTo>
                  <a:pt x="1549" y="159190"/>
                </a:lnTo>
                <a:close/>
                <a:moveTo>
                  <a:pt x="24399" y="314996"/>
                </a:moveTo>
                <a:lnTo>
                  <a:pt x="25541" y="315521"/>
                </a:lnTo>
                <a:lnTo>
                  <a:pt x="23828" y="315259"/>
                </a:lnTo>
                <a:close/>
                <a:moveTo>
                  <a:pt x="64840" y="90413"/>
                </a:moveTo>
                <a:lnTo>
                  <a:pt x="66493" y="92107"/>
                </a:lnTo>
                <a:lnTo>
                  <a:pt x="64014" y="91260"/>
                </a:lnTo>
                <a:close/>
                <a:moveTo>
                  <a:pt x="12941" y="330267"/>
                </a:moveTo>
                <a:lnTo>
                  <a:pt x="14731" y="331087"/>
                </a:lnTo>
                <a:lnTo>
                  <a:pt x="12046" y="330677"/>
                </a:lnTo>
                <a:close/>
                <a:moveTo>
                  <a:pt x="65229" y="60379"/>
                </a:moveTo>
                <a:lnTo>
                  <a:pt x="66538" y="62148"/>
                </a:lnTo>
                <a:lnTo>
                  <a:pt x="64574" y="61263"/>
                </a:lnTo>
                <a:close/>
                <a:moveTo>
                  <a:pt x="37838" y="382643"/>
                </a:moveTo>
                <a:lnTo>
                  <a:pt x="38931" y="383915"/>
                </a:lnTo>
                <a:lnTo>
                  <a:pt x="37291" y="383279"/>
                </a:lnTo>
                <a:close/>
                <a:moveTo>
                  <a:pt x="35074" y="310081"/>
                </a:moveTo>
                <a:lnTo>
                  <a:pt x="36783" y="311459"/>
                </a:lnTo>
                <a:lnTo>
                  <a:pt x="34219" y="310770"/>
                </a:lnTo>
                <a:close/>
                <a:moveTo>
                  <a:pt x="54251" y="93210"/>
                </a:moveTo>
                <a:lnTo>
                  <a:pt x="55809" y="94702"/>
                </a:lnTo>
                <a:lnTo>
                  <a:pt x="53472" y="93956"/>
                </a:lnTo>
                <a:close/>
                <a:moveTo>
                  <a:pt x="53310" y="77708"/>
                </a:moveTo>
                <a:lnTo>
                  <a:pt x="54677" y="78030"/>
                </a:lnTo>
                <a:lnTo>
                  <a:pt x="52626" y="77869"/>
                </a:lnTo>
                <a:close/>
                <a:moveTo>
                  <a:pt x="69039" y="283126"/>
                </a:moveTo>
                <a:lnTo>
                  <a:pt x="69843" y="284329"/>
                </a:lnTo>
                <a:lnTo>
                  <a:pt x="68637" y="283728"/>
                </a:lnTo>
                <a:close/>
                <a:moveTo>
                  <a:pt x="22962" y="243377"/>
                </a:moveTo>
                <a:lnTo>
                  <a:pt x="24767" y="244964"/>
                </a:lnTo>
                <a:lnTo>
                  <a:pt x="22059" y="244171"/>
                </a:lnTo>
                <a:close/>
                <a:moveTo>
                  <a:pt x="69825" y="287932"/>
                </a:moveTo>
                <a:lnTo>
                  <a:pt x="71171" y="289005"/>
                </a:lnTo>
                <a:lnTo>
                  <a:pt x="69153" y="288468"/>
                </a:lnTo>
                <a:close/>
                <a:moveTo>
                  <a:pt x="11685" y="14489"/>
                </a:moveTo>
                <a:lnTo>
                  <a:pt x="13680" y="16250"/>
                </a:lnTo>
                <a:lnTo>
                  <a:pt x="10688" y="15370"/>
                </a:lnTo>
                <a:close/>
                <a:moveTo>
                  <a:pt x="59143" y="82286"/>
                </a:moveTo>
                <a:lnTo>
                  <a:pt x="60651" y="82879"/>
                </a:lnTo>
                <a:lnTo>
                  <a:pt x="58389" y="82583"/>
                </a:lnTo>
                <a:close/>
                <a:moveTo>
                  <a:pt x="23651" y="345438"/>
                </a:moveTo>
                <a:lnTo>
                  <a:pt x="25724" y="345757"/>
                </a:lnTo>
                <a:lnTo>
                  <a:pt x="22615" y="345598"/>
                </a:lnTo>
                <a:close/>
                <a:moveTo>
                  <a:pt x="55630" y="310340"/>
                </a:moveTo>
                <a:lnTo>
                  <a:pt x="57271" y="310862"/>
                </a:lnTo>
                <a:lnTo>
                  <a:pt x="54809" y="310601"/>
                </a:lnTo>
                <a:close/>
                <a:moveTo>
                  <a:pt x="25609" y="325362"/>
                </a:moveTo>
                <a:lnTo>
                  <a:pt x="26336" y="325917"/>
                </a:lnTo>
                <a:lnTo>
                  <a:pt x="25245" y="325639"/>
                </a:lnTo>
                <a:close/>
                <a:moveTo>
                  <a:pt x="34569" y="74169"/>
                </a:moveTo>
                <a:lnTo>
                  <a:pt x="35405" y="74704"/>
                </a:lnTo>
                <a:lnTo>
                  <a:pt x="34151" y="74436"/>
                </a:lnTo>
                <a:close/>
                <a:moveTo>
                  <a:pt x="15912" y="44433"/>
                </a:moveTo>
                <a:lnTo>
                  <a:pt x="17026" y="45241"/>
                </a:lnTo>
                <a:lnTo>
                  <a:pt x="15356" y="44837"/>
                </a:lnTo>
                <a:close/>
                <a:moveTo>
                  <a:pt x="10868" y="77648"/>
                </a:moveTo>
                <a:lnTo>
                  <a:pt x="11964" y="78055"/>
                </a:lnTo>
                <a:lnTo>
                  <a:pt x="10320" y="77852"/>
                </a:lnTo>
                <a:close/>
                <a:moveTo>
                  <a:pt x="21851" y="19359"/>
                </a:moveTo>
                <a:lnTo>
                  <a:pt x="23568" y="19843"/>
                </a:lnTo>
                <a:lnTo>
                  <a:pt x="20993" y="19601"/>
                </a:lnTo>
                <a:close/>
                <a:moveTo>
                  <a:pt x="33906" y="59483"/>
                </a:moveTo>
                <a:lnTo>
                  <a:pt x="35519" y="61243"/>
                </a:lnTo>
                <a:lnTo>
                  <a:pt x="33100" y="60363"/>
                </a:lnTo>
                <a:close/>
                <a:moveTo>
                  <a:pt x="50384" y="37275"/>
                </a:moveTo>
                <a:lnTo>
                  <a:pt x="51095" y="37823"/>
                </a:lnTo>
                <a:lnTo>
                  <a:pt x="50028" y="37549"/>
                </a:lnTo>
                <a:close/>
                <a:moveTo>
                  <a:pt x="63030" y="36319"/>
                </a:moveTo>
                <a:lnTo>
                  <a:pt x="64791" y="37774"/>
                </a:lnTo>
                <a:lnTo>
                  <a:pt x="62149" y="37047"/>
                </a:lnTo>
                <a:close/>
                <a:moveTo>
                  <a:pt x="59442" y="185861"/>
                </a:moveTo>
                <a:lnTo>
                  <a:pt x="60565" y="186689"/>
                </a:lnTo>
                <a:lnTo>
                  <a:pt x="58881" y="186275"/>
                </a:lnTo>
                <a:close/>
                <a:moveTo>
                  <a:pt x="46762" y="211178"/>
                </a:moveTo>
                <a:lnTo>
                  <a:pt x="48418" y="212134"/>
                </a:lnTo>
                <a:lnTo>
                  <a:pt x="45934" y="211656"/>
                </a:lnTo>
                <a:close/>
                <a:moveTo>
                  <a:pt x="60058" y="261629"/>
                </a:moveTo>
                <a:lnTo>
                  <a:pt x="60908" y="262561"/>
                </a:lnTo>
                <a:lnTo>
                  <a:pt x="59633" y="262095"/>
                </a:lnTo>
                <a:close/>
                <a:moveTo>
                  <a:pt x="17327" y="400338"/>
                </a:moveTo>
                <a:lnTo>
                  <a:pt x="17763" y="401240"/>
                </a:lnTo>
                <a:lnTo>
                  <a:pt x="17108" y="400789"/>
                </a:lnTo>
                <a:close/>
                <a:moveTo>
                  <a:pt x="31130" y="264805"/>
                </a:moveTo>
                <a:lnTo>
                  <a:pt x="31671" y="266113"/>
                </a:lnTo>
                <a:lnTo>
                  <a:pt x="30860" y="265459"/>
                </a:lnTo>
                <a:close/>
                <a:moveTo>
                  <a:pt x="10401" y="121150"/>
                </a:moveTo>
                <a:lnTo>
                  <a:pt x="11329" y="121561"/>
                </a:lnTo>
                <a:lnTo>
                  <a:pt x="9936" y="121356"/>
                </a:lnTo>
                <a:close/>
                <a:moveTo>
                  <a:pt x="70991" y="26527"/>
                </a:moveTo>
                <a:lnTo>
                  <a:pt x="73012" y="27856"/>
                </a:lnTo>
                <a:lnTo>
                  <a:pt x="69981" y="27192"/>
                </a:lnTo>
                <a:close/>
                <a:moveTo>
                  <a:pt x="66145" y="258874"/>
                </a:moveTo>
                <a:lnTo>
                  <a:pt x="67509" y="259843"/>
                </a:lnTo>
                <a:lnTo>
                  <a:pt x="65463" y="259358"/>
                </a:lnTo>
                <a:close/>
                <a:moveTo>
                  <a:pt x="39518" y="144131"/>
                </a:moveTo>
                <a:lnTo>
                  <a:pt x="40195" y="145309"/>
                </a:lnTo>
                <a:lnTo>
                  <a:pt x="39180" y="144720"/>
                </a:lnTo>
                <a:close/>
                <a:moveTo>
                  <a:pt x="56637" y="426901"/>
                </a:moveTo>
                <a:lnTo>
                  <a:pt x="58666" y="428108"/>
                </a:lnTo>
                <a:lnTo>
                  <a:pt x="55622" y="427505"/>
                </a:lnTo>
                <a:close/>
                <a:moveTo>
                  <a:pt x="15395" y="244053"/>
                </a:moveTo>
                <a:lnTo>
                  <a:pt x="16046" y="245642"/>
                </a:lnTo>
                <a:lnTo>
                  <a:pt x="15070" y="244848"/>
                </a:lnTo>
                <a:close/>
                <a:moveTo>
                  <a:pt x="53951" y="164266"/>
                </a:moveTo>
                <a:lnTo>
                  <a:pt x="54899" y="165900"/>
                </a:lnTo>
                <a:lnTo>
                  <a:pt x="53477" y="165083"/>
                </a:lnTo>
                <a:close/>
                <a:moveTo>
                  <a:pt x="31607" y="33823"/>
                </a:moveTo>
                <a:lnTo>
                  <a:pt x="33193" y="34756"/>
                </a:lnTo>
                <a:lnTo>
                  <a:pt x="30814" y="34290"/>
                </a:lnTo>
                <a:close/>
                <a:moveTo>
                  <a:pt x="9290" y="373903"/>
                </a:moveTo>
                <a:lnTo>
                  <a:pt x="10028" y="374489"/>
                </a:lnTo>
                <a:lnTo>
                  <a:pt x="8921" y="374196"/>
                </a:lnTo>
                <a:close/>
                <a:moveTo>
                  <a:pt x="38079" y="108762"/>
                </a:moveTo>
                <a:lnTo>
                  <a:pt x="39045" y="109737"/>
                </a:lnTo>
                <a:lnTo>
                  <a:pt x="37596" y="109250"/>
                </a:lnTo>
                <a:close/>
                <a:moveTo>
                  <a:pt x="66179" y="257937"/>
                </a:moveTo>
                <a:lnTo>
                  <a:pt x="67329" y="259484"/>
                </a:lnTo>
                <a:lnTo>
                  <a:pt x="65605" y="258711"/>
                </a:lnTo>
                <a:close/>
                <a:moveTo>
                  <a:pt x="65962" y="400538"/>
                </a:moveTo>
                <a:lnTo>
                  <a:pt x="66359" y="402046"/>
                </a:lnTo>
                <a:lnTo>
                  <a:pt x="65763" y="401292"/>
                </a:lnTo>
                <a:close/>
                <a:moveTo>
                  <a:pt x="55360" y="310992"/>
                </a:moveTo>
                <a:lnTo>
                  <a:pt x="57055" y="312279"/>
                </a:lnTo>
                <a:lnTo>
                  <a:pt x="54512" y="311635"/>
                </a:lnTo>
                <a:close/>
                <a:moveTo>
                  <a:pt x="15569" y="406698"/>
                </a:moveTo>
                <a:lnTo>
                  <a:pt x="17388" y="407359"/>
                </a:lnTo>
                <a:lnTo>
                  <a:pt x="14659" y="407028"/>
                </a:lnTo>
                <a:close/>
                <a:moveTo>
                  <a:pt x="38393" y="82010"/>
                </a:moveTo>
                <a:lnTo>
                  <a:pt x="39179" y="83249"/>
                </a:lnTo>
                <a:lnTo>
                  <a:pt x="38001" y="82629"/>
                </a:lnTo>
                <a:close/>
                <a:moveTo>
                  <a:pt x="10894" y="3509"/>
                </a:moveTo>
                <a:lnTo>
                  <a:pt x="12387" y="4732"/>
                </a:lnTo>
                <a:lnTo>
                  <a:pt x="10148" y="4120"/>
                </a:lnTo>
                <a:close/>
                <a:moveTo>
                  <a:pt x="64633" y="11791"/>
                </a:moveTo>
                <a:lnTo>
                  <a:pt x="65557" y="12271"/>
                </a:lnTo>
                <a:lnTo>
                  <a:pt x="64170" y="12031"/>
                </a:lnTo>
                <a:close/>
                <a:moveTo>
                  <a:pt x="65079" y="351911"/>
                </a:moveTo>
                <a:lnTo>
                  <a:pt x="65711" y="352919"/>
                </a:lnTo>
                <a:lnTo>
                  <a:pt x="64763" y="352415"/>
                </a:lnTo>
                <a:close/>
                <a:moveTo>
                  <a:pt x="49281" y="270829"/>
                </a:moveTo>
                <a:lnTo>
                  <a:pt x="50524" y="271939"/>
                </a:lnTo>
                <a:lnTo>
                  <a:pt x="48659" y="271384"/>
                </a:lnTo>
                <a:close/>
                <a:moveTo>
                  <a:pt x="15797" y="26843"/>
                </a:moveTo>
                <a:lnTo>
                  <a:pt x="16438" y="27906"/>
                </a:lnTo>
                <a:lnTo>
                  <a:pt x="15476" y="27375"/>
                </a:lnTo>
                <a:close/>
                <a:moveTo>
                  <a:pt x="11105" y="386207"/>
                </a:moveTo>
                <a:lnTo>
                  <a:pt x="11996" y="386527"/>
                </a:lnTo>
                <a:lnTo>
                  <a:pt x="10660" y="386367"/>
                </a:lnTo>
                <a:close/>
                <a:moveTo>
                  <a:pt x="46301" y="290045"/>
                </a:moveTo>
                <a:lnTo>
                  <a:pt x="48027" y="291014"/>
                </a:lnTo>
                <a:lnTo>
                  <a:pt x="45437" y="290529"/>
                </a:lnTo>
                <a:close/>
                <a:moveTo>
                  <a:pt x="65155" y="295411"/>
                </a:moveTo>
                <a:lnTo>
                  <a:pt x="67232" y="296903"/>
                </a:lnTo>
                <a:lnTo>
                  <a:pt x="64116" y="296157"/>
                </a:lnTo>
                <a:close/>
                <a:moveTo>
                  <a:pt x="20232" y="188157"/>
                </a:moveTo>
                <a:lnTo>
                  <a:pt x="20964" y="189405"/>
                </a:lnTo>
                <a:lnTo>
                  <a:pt x="19866" y="188781"/>
                </a:lnTo>
                <a:close/>
                <a:moveTo>
                  <a:pt x="28234" y="201261"/>
                </a:moveTo>
                <a:lnTo>
                  <a:pt x="29262" y="201826"/>
                </a:lnTo>
                <a:lnTo>
                  <a:pt x="27719" y="201543"/>
                </a:lnTo>
                <a:close/>
                <a:moveTo>
                  <a:pt x="42357" y="317004"/>
                </a:moveTo>
                <a:lnTo>
                  <a:pt x="43354" y="317497"/>
                </a:lnTo>
                <a:lnTo>
                  <a:pt x="41859" y="317250"/>
                </a:lnTo>
                <a:close/>
                <a:moveTo>
                  <a:pt x="44102" y="272150"/>
                </a:moveTo>
                <a:lnTo>
                  <a:pt x="45467" y="273693"/>
                </a:lnTo>
                <a:lnTo>
                  <a:pt x="43420" y="272921"/>
                </a:lnTo>
                <a:close/>
                <a:moveTo>
                  <a:pt x="66961" y="333218"/>
                </a:moveTo>
                <a:lnTo>
                  <a:pt x="68419" y="334926"/>
                </a:lnTo>
                <a:lnTo>
                  <a:pt x="66232" y="334072"/>
                </a:lnTo>
                <a:close/>
                <a:moveTo>
                  <a:pt x="40511" y="226053"/>
                </a:moveTo>
                <a:lnTo>
                  <a:pt x="41243" y="226836"/>
                </a:lnTo>
                <a:lnTo>
                  <a:pt x="40145" y="226444"/>
                </a:lnTo>
                <a:close/>
                <a:moveTo>
                  <a:pt x="26543" y="116097"/>
                </a:moveTo>
                <a:lnTo>
                  <a:pt x="27400" y="116672"/>
                </a:lnTo>
                <a:lnTo>
                  <a:pt x="26114" y="116384"/>
                </a:lnTo>
                <a:close/>
                <a:moveTo>
                  <a:pt x="8334" y="242947"/>
                </a:moveTo>
                <a:lnTo>
                  <a:pt x="9490" y="244452"/>
                </a:lnTo>
                <a:lnTo>
                  <a:pt x="7756" y="243699"/>
                </a:lnTo>
                <a:close/>
                <a:moveTo>
                  <a:pt x="51821" y="406003"/>
                </a:moveTo>
                <a:lnTo>
                  <a:pt x="53855" y="406467"/>
                </a:lnTo>
                <a:lnTo>
                  <a:pt x="50804" y="406235"/>
                </a:lnTo>
                <a:close/>
                <a:moveTo>
                  <a:pt x="47141" y="404583"/>
                </a:moveTo>
                <a:lnTo>
                  <a:pt x="47643" y="405090"/>
                </a:lnTo>
                <a:lnTo>
                  <a:pt x="46889" y="404836"/>
                </a:lnTo>
                <a:close/>
                <a:moveTo>
                  <a:pt x="2519" y="77871"/>
                </a:moveTo>
                <a:lnTo>
                  <a:pt x="4621" y="79490"/>
                </a:lnTo>
                <a:lnTo>
                  <a:pt x="1468" y="78681"/>
                </a:lnTo>
                <a:close/>
                <a:moveTo>
                  <a:pt x="11066" y="1825"/>
                </a:moveTo>
                <a:lnTo>
                  <a:pt x="11614" y="3423"/>
                </a:lnTo>
                <a:lnTo>
                  <a:pt x="10792" y="2624"/>
                </a:lnTo>
                <a:close/>
                <a:moveTo>
                  <a:pt x="23684" y="248908"/>
                </a:moveTo>
                <a:lnTo>
                  <a:pt x="24699" y="249839"/>
                </a:lnTo>
                <a:lnTo>
                  <a:pt x="23176" y="249374"/>
                </a:lnTo>
                <a:close/>
                <a:moveTo>
                  <a:pt x="45545" y="410864"/>
                </a:moveTo>
                <a:lnTo>
                  <a:pt x="46014" y="411794"/>
                </a:lnTo>
                <a:lnTo>
                  <a:pt x="45310" y="411329"/>
                </a:lnTo>
                <a:close/>
                <a:moveTo>
                  <a:pt x="51034" y="343807"/>
                </a:moveTo>
                <a:lnTo>
                  <a:pt x="52544" y="344528"/>
                </a:lnTo>
                <a:lnTo>
                  <a:pt x="50279" y="344167"/>
                </a:lnTo>
                <a:close/>
                <a:moveTo>
                  <a:pt x="2954" y="99938"/>
                </a:moveTo>
                <a:lnTo>
                  <a:pt x="4340" y="101580"/>
                </a:lnTo>
                <a:lnTo>
                  <a:pt x="2261" y="100759"/>
                </a:lnTo>
                <a:close/>
                <a:moveTo>
                  <a:pt x="42263" y="260865"/>
                </a:moveTo>
                <a:lnTo>
                  <a:pt x="43322" y="262290"/>
                </a:lnTo>
                <a:lnTo>
                  <a:pt x="41733" y="261578"/>
                </a:lnTo>
                <a:close/>
                <a:moveTo>
                  <a:pt x="68976" y="207117"/>
                </a:moveTo>
                <a:lnTo>
                  <a:pt x="70516" y="208213"/>
                </a:lnTo>
                <a:lnTo>
                  <a:pt x="68206" y="207665"/>
                </a:lnTo>
                <a:close/>
                <a:moveTo>
                  <a:pt x="18844" y="396139"/>
                </a:moveTo>
                <a:lnTo>
                  <a:pt x="19332" y="397070"/>
                </a:lnTo>
                <a:lnTo>
                  <a:pt x="18600" y="396604"/>
                </a:lnTo>
                <a:close/>
                <a:moveTo>
                  <a:pt x="65766" y="249950"/>
                </a:moveTo>
                <a:lnTo>
                  <a:pt x="66838" y="250563"/>
                </a:lnTo>
                <a:lnTo>
                  <a:pt x="65231" y="250256"/>
                </a:lnTo>
                <a:close/>
                <a:moveTo>
                  <a:pt x="27140" y="326679"/>
                </a:moveTo>
                <a:lnTo>
                  <a:pt x="28751" y="327909"/>
                </a:lnTo>
                <a:lnTo>
                  <a:pt x="26335" y="327294"/>
                </a:lnTo>
                <a:close/>
                <a:moveTo>
                  <a:pt x="67581" y="160960"/>
                </a:moveTo>
                <a:lnTo>
                  <a:pt x="68457" y="162193"/>
                </a:lnTo>
                <a:lnTo>
                  <a:pt x="67143" y="161577"/>
                </a:lnTo>
                <a:close/>
                <a:moveTo>
                  <a:pt x="66155" y="308569"/>
                </a:moveTo>
                <a:lnTo>
                  <a:pt x="68092" y="310112"/>
                </a:lnTo>
                <a:lnTo>
                  <a:pt x="65187" y="309341"/>
                </a:lnTo>
                <a:close/>
                <a:moveTo>
                  <a:pt x="2625" y="278647"/>
                </a:moveTo>
                <a:lnTo>
                  <a:pt x="3430" y="279969"/>
                </a:lnTo>
                <a:lnTo>
                  <a:pt x="2223" y="279308"/>
                </a:lnTo>
                <a:close/>
                <a:moveTo>
                  <a:pt x="56184" y="351747"/>
                </a:moveTo>
                <a:lnTo>
                  <a:pt x="56887" y="352605"/>
                </a:lnTo>
                <a:lnTo>
                  <a:pt x="55832" y="352176"/>
                </a:lnTo>
                <a:close/>
                <a:moveTo>
                  <a:pt x="12101" y="361790"/>
                </a:moveTo>
                <a:lnTo>
                  <a:pt x="13755" y="362928"/>
                </a:lnTo>
                <a:lnTo>
                  <a:pt x="11274" y="362359"/>
                </a:lnTo>
                <a:close/>
                <a:moveTo>
                  <a:pt x="39476" y="321759"/>
                </a:moveTo>
                <a:lnTo>
                  <a:pt x="40666" y="322329"/>
                </a:lnTo>
                <a:lnTo>
                  <a:pt x="38881" y="322044"/>
                </a:lnTo>
                <a:close/>
                <a:moveTo>
                  <a:pt x="67854" y="337988"/>
                </a:moveTo>
                <a:lnTo>
                  <a:pt x="69121" y="339132"/>
                </a:lnTo>
                <a:lnTo>
                  <a:pt x="67221" y="338560"/>
                </a:lnTo>
                <a:close/>
                <a:moveTo>
                  <a:pt x="15564" y="102069"/>
                </a:moveTo>
                <a:lnTo>
                  <a:pt x="16014" y="103364"/>
                </a:lnTo>
                <a:lnTo>
                  <a:pt x="15339" y="102716"/>
                </a:lnTo>
                <a:close/>
                <a:moveTo>
                  <a:pt x="57993" y="114410"/>
                </a:moveTo>
                <a:lnTo>
                  <a:pt x="58702" y="115359"/>
                </a:lnTo>
                <a:lnTo>
                  <a:pt x="57638" y="114884"/>
                </a:lnTo>
                <a:close/>
                <a:moveTo>
                  <a:pt x="20938" y="330645"/>
                </a:moveTo>
                <a:lnTo>
                  <a:pt x="21745" y="331334"/>
                </a:lnTo>
                <a:lnTo>
                  <a:pt x="20534" y="330989"/>
                </a:lnTo>
                <a:close/>
                <a:moveTo>
                  <a:pt x="29424" y="375335"/>
                </a:moveTo>
                <a:lnTo>
                  <a:pt x="31092" y="375810"/>
                </a:lnTo>
                <a:lnTo>
                  <a:pt x="28590" y="375573"/>
                </a:lnTo>
                <a:close/>
                <a:moveTo>
                  <a:pt x="10866" y="22387"/>
                </a:moveTo>
                <a:lnTo>
                  <a:pt x="12454" y="23668"/>
                </a:lnTo>
                <a:lnTo>
                  <a:pt x="10073" y="23027"/>
                </a:lnTo>
                <a:close/>
                <a:moveTo>
                  <a:pt x="12715" y="123280"/>
                </a:moveTo>
                <a:lnTo>
                  <a:pt x="14641" y="123654"/>
                </a:lnTo>
                <a:lnTo>
                  <a:pt x="11753" y="123467"/>
                </a:lnTo>
                <a:close/>
                <a:moveTo>
                  <a:pt x="52283" y="361842"/>
                </a:moveTo>
                <a:lnTo>
                  <a:pt x="53844" y="362620"/>
                </a:lnTo>
                <a:lnTo>
                  <a:pt x="51503" y="362231"/>
                </a:lnTo>
                <a:close/>
                <a:moveTo>
                  <a:pt x="52854" y="402820"/>
                </a:moveTo>
                <a:lnTo>
                  <a:pt x="54236" y="404053"/>
                </a:lnTo>
                <a:lnTo>
                  <a:pt x="52163" y="403436"/>
                </a:lnTo>
                <a:close/>
                <a:moveTo>
                  <a:pt x="43137" y="405991"/>
                </a:moveTo>
                <a:lnTo>
                  <a:pt x="45288" y="407288"/>
                </a:lnTo>
                <a:lnTo>
                  <a:pt x="42061" y="406640"/>
                </a:lnTo>
                <a:close/>
                <a:moveTo>
                  <a:pt x="35238" y="54031"/>
                </a:moveTo>
                <a:lnTo>
                  <a:pt x="36490" y="54966"/>
                </a:lnTo>
                <a:lnTo>
                  <a:pt x="34612" y="54498"/>
                </a:lnTo>
                <a:close/>
                <a:moveTo>
                  <a:pt x="48643" y="212098"/>
                </a:moveTo>
                <a:lnTo>
                  <a:pt x="49440" y="212697"/>
                </a:lnTo>
                <a:lnTo>
                  <a:pt x="48244" y="212398"/>
                </a:lnTo>
                <a:close/>
                <a:moveTo>
                  <a:pt x="53522" y="249367"/>
                </a:moveTo>
                <a:lnTo>
                  <a:pt x="55296" y="249956"/>
                </a:lnTo>
                <a:lnTo>
                  <a:pt x="52635" y="249661"/>
                </a:lnTo>
                <a:close/>
                <a:moveTo>
                  <a:pt x="32279" y="50729"/>
                </a:moveTo>
                <a:lnTo>
                  <a:pt x="32949" y="51553"/>
                </a:lnTo>
                <a:lnTo>
                  <a:pt x="31944" y="51141"/>
                </a:lnTo>
                <a:close/>
                <a:moveTo>
                  <a:pt x="20296" y="416506"/>
                </a:moveTo>
                <a:lnTo>
                  <a:pt x="20841" y="417575"/>
                </a:lnTo>
                <a:lnTo>
                  <a:pt x="20023" y="417040"/>
                </a:lnTo>
                <a:close/>
                <a:moveTo>
                  <a:pt x="7570" y="386883"/>
                </a:moveTo>
                <a:lnTo>
                  <a:pt x="8111" y="388468"/>
                </a:lnTo>
                <a:lnTo>
                  <a:pt x="7299" y="387676"/>
                </a:lnTo>
                <a:close/>
                <a:moveTo>
                  <a:pt x="23170" y="156446"/>
                </a:moveTo>
                <a:lnTo>
                  <a:pt x="23701" y="157685"/>
                </a:lnTo>
                <a:lnTo>
                  <a:pt x="22904" y="157065"/>
                </a:lnTo>
                <a:close/>
                <a:moveTo>
                  <a:pt x="6123" y="291813"/>
                </a:moveTo>
                <a:lnTo>
                  <a:pt x="7459" y="292526"/>
                </a:lnTo>
                <a:lnTo>
                  <a:pt x="5456" y="292170"/>
                </a:lnTo>
                <a:close/>
                <a:moveTo>
                  <a:pt x="46552" y="309678"/>
                </a:moveTo>
                <a:lnTo>
                  <a:pt x="47022" y="311348"/>
                </a:lnTo>
                <a:lnTo>
                  <a:pt x="46316" y="310513"/>
                </a:lnTo>
                <a:close/>
                <a:moveTo>
                  <a:pt x="62352" y="348771"/>
                </a:moveTo>
                <a:lnTo>
                  <a:pt x="64410" y="349585"/>
                </a:lnTo>
                <a:lnTo>
                  <a:pt x="61323" y="349178"/>
                </a:lnTo>
                <a:close/>
                <a:moveTo>
                  <a:pt x="10099" y="188410"/>
                </a:moveTo>
                <a:lnTo>
                  <a:pt x="12146" y="189729"/>
                </a:lnTo>
                <a:lnTo>
                  <a:pt x="9076" y="189069"/>
                </a:lnTo>
                <a:close/>
                <a:moveTo>
                  <a:pt x="8712" y="327919"/>
                </a:moveTo>
                <a:lnTo>
                  <a:pt x="10557" y="328910"/>
                </a:lnTo>
                <a:lnTo>
                  <a:pt x="7790" y="328415"/>
                </a:lnTo>
                <a:close/>
                <a:moveTo>
                  <a:pt x="46470" y="380669"/>
                </a:moveTo>
                <a:lnTo>
                  <a:pt x="47605" y="382153"/>
                </a:lnTo>
                <a:lnTo>
                  <a:pt x="45903" y="381411"/>
                </a:lnTo>
                <a:close/>
                <a:moveTo>
                  <a:pt x="40985" y="343127"/>
                </a:moveTo>
                <a:lnTo>
                  <a:pt x="42903" y="343648"/>
                </a:lnTo>
                <a:lnTo>
                  <a:pt x="40026" y="343388"/>
                </a:lnTo>
                <a:close/>
                <a:moveTo>
                  <a:pt x="14271" y="256194"/>
                </a:moveTo>
                <a:lnTo>
                  <a:pt x="15263" y="256940"/>
                </a:lnTo>
                <a:lnTo>
                  <a:pt x="13774" y="256567"/>
                </a:lnTo>
                <a:close/>
                <a:moveTo>
                  <a:pt x="1098" y="193603"/>
                </a:moveTo>
                <a:lnTo>
                  <a:pt x="3294" y="194515"/>
                </a:lnTo>
                <a:lnTo>
                  <a:pt x="0" y="194059"/>
                </a:lnTo>
                <a:close/>
                <a:moveTo>
                  <a:pt x="16136" y="162650"/>
                </a:moveTo>
                <a:lnTo>
                  <a:pt x="17596" y="162990"/>
                </a:lnTo>
                <a:lnTo>
                  <a:pt x="15405" y="162820"/>
                </a:lnTo>
                <a:close/>
                <a:moveTo>
                  <a:pt x="12977" y="229294"/>
                </a:moveTo>
                <a:lnTo>
                  <a:pt x="14001" y="230636"/>
                </a:lnTo>
                <a:lnTo>
                  <a:pt x="12465" y="229965"/>
                </a:lnTo>
                <a:close/>
                <a:moveTo>
                  <a:pt x="10141" y="27263"/>
                </a:moveTo>
                <a:lnTo>
                  <a:pt x="12178" y="28689"/>
                </a:lnTo>
                <a:lnTo>
                  <a:pt x="9122" y="27976"/>
                </a:lnTo>
                <a:close/>
                <a:moveTo>
                  <a:pt x="46122" y="263353"/>
                </a:moveTo>
                <a:lnTo>
                  <a:pt x="46828" y="263876"/>
                </a:lnTo>
                <a:lnTo>
                  <a:pt x="45769" y="263615"/>
                </a:lnTo>
                <a:close/>
                <a:moveTo>
                  <a:pt x="32215" y="298514"/>
                </a:moveTo>
                <a:lnTo>
                  <a:pt x="33421" y="299565"/>
                </a:lnTo>
                <a:lnTo>
                  <a:pt x="31612" y="299039"/>
                </a:lnTo>
                <a:close/>
                <a:moveTo>
                  <a:pt x="6641" y="414330"/>
                </a:moveTo>
                <a:lnTo>
                  <a:pt x="7434" y="415213"/>
                </a:lnTo>
                <a:lnTo>
                  <a:pt x="6245" y="414772"/>
                </a:lnTo>
                <a:close/>
                <a:moveTo>
                  <a:pt x="57434" y="413534"/>
                </a:moveTo>
                <a:lnTo>
                  <a:pt x="58465" y="414510"/>
                </a:lnTo>
                <a:lnTo>
                  <a:pt x="56919" y="414022"/>
                </a:lnTo>
                <a:close/>
                <a:moveTo>
                  <a:pt x="59835" y="213296"/>
                </a:moveTo>
                <a:lnTo>
                  <a:pt x="60405" y="213921"/>
                </a:lnTo>
                <a:lnTo>
                  <a:pt x="59550" y="213608"/>
                </a:lnTo>
                <a:close/>
                <a:moveTo>
                  <a:pt x="24729" y="1151"/>
                </a:moveTo>
                <a:lnTo>
                  <a:pt x="25196" y="2792"/>
                </a:lnTo>
                <a:lnTo>
                  <a:pt x="24495" y="1971"/>
                </a:lnTo>
                <a:close/>
                <a:moveTo>
                  <a:pt x="59440" y="361923"/>
                </a:moveTo>
                <a:lnTo>
                  <a:pt x="60352" y="362746"/>
                </a:lnTo>
                <a:lnTo>
                  <a:pt x="58985" y="362334"/>
                </a:lnTo>
                <a:close/>
                <a:moveTo>
                  <a:pt x="66759" y="22661"/>
                </a:moveTo>
                <a:lnTo>
                  <a:pt x="67909" y="23506"/>
                </a:lnTo>
                <a:lnTo>
                  <a:pt x="66183" y="23083"/>
                </a:lnTo>
                <a:close/>
                <a:moveTo>
                  <a:pt x="53123" y="299313"/>
                </a:moveTo>
                <a:lnTo>
                  <a:pt x="55312" y="301063"/>
                </a:lnTo>
                <a:lnTo>
                  <a:pt x="52028" y="300188"/>
                </a:lnTo>
                <a:close/>
                <a:moveTo>
                  <a:pt x="43556" y="400854"/>
                </a:moveTo>
                <a:lnTo>
                  <a:pt x="45012" y="401463"/>
                </a:lnTo>
                <a:lnTo>
                  <a:pt x="42828" y="401159"/>
                </a:lnTo>
                <a:close/>
                <a:moveTo>
                  <a:pt x="36656" y="117199"/>
                </a:moveTo>
                <a:lnTo>
                  <a:pt x="38689" y="118702"/>
                </a:lnTo>
                <a:lnTo>
                  <a:pt x="35640" y="117950"/>
                </a:lnTo>
                <a:close/>
                <a:moveTo>
                  <a:pt x="8228" y="283538"/>
                </a:moveTo>
                <a:lnTo>
                  <a:pt x="9770" y="284994"/>
                </a:lnTo>
                <a:lnTo>
                  <a:pt x="7457" y="284266"/>
                </a:lnTo>
                <a:close/>
                <a:moveTo>
                  <a:pt x="11306" y="254308"/>
                </a:moveTo>
                <a:lnTo>
                  <a:pt x="11858" y="255247"/>
                </a:lnTo>
                <a:lnTo>
                  <a:pt x="11030" y="254777"/>
                </a:lnTo>
                <a:close/>
                <a:moveTo>
                  <a:pt x="26372" y="155299"/>
                </a:moveTo>
                <a:lnTo>
                  <a:pt x="27477" y="156371"/>
                </a:lnTo>
                <a:lnTo>
                  <a:pt x="25819" y="155835"/>
                </a:lnTo>
                <a:close/>
                <a:moveTo>
                  <a:pt x="8843" y="230349"/>
                </a:moveTo>
                <a:lnTo>
                  <a:pt x="9332" y="231700"/>
                </a:lnTo>
                <a:lnTo>
                  <a:pt x="8599" y="231025"/>
                </a:lnTo>
                <a:close/>
                <a:moveTo>
                  <a:pt x="3590" y="211477"/>
                </a:moveTo>
                <a:lnTo>
                  <a:pt x="3947" y="212950"/>
                </a:lnTo>
                <a:lnTo>
                  <a:pt x="3412" y="212214"/>
                </a:lnTo>
                <a:close/>
                <a:moveTo>
                  <a:pt x="67057" y="325462"/>
                </a:moveTo>
                <a:lnTo>
                  <a:pt x="68250" y="326456"/>
                </a:lnTo>
                <a:lnTo>
                  <a:pt x="66460" y="325959"/>
                </a:lnTo>
                <a:close/>
                <a:moveTo>
                  <a:pt x="53942" y="33389"/>
                </a:moveTo>
                <a:lnTo>
                  <a:pt x="54950" y="34409"/>
                </a:lnTo>
                <a:lnTo>
                  <a:pt x="53439" y="33899"/>
                </a:lnTo>
                <a:close/>
                <a:moveTo>
                  <a:pt x="13183" y="200063"/>
                </a:moveTo>
                <a:lnTo>
                  <a:pt x="14182" y="200572"/>
                </a:lnTo>
                <a:lnTo>
                  <a:pt x="12683" y="200317"/>
                </a:lnTo>
                <a:close/>
                <a:moveTo>
                  <a:pt x="42287" y="190405"/>
                </a:moveTo>
                <a:lnTo>
                  <a:pt x="42870" y="191507"/>
                </a:lnTo>
                <a:lnTo>
                  <a:pt x="41996" y="190956"/>
                </a:lnTo>
                <a:close/>
                <a:moveTo>
                  <a:pt x="16877" y="248395"/>
                </a:moveTo>
                <a:lnTo>
                  <a:pt x="17817" y="249772"/>
                </a:lnTo>
                <a:lnTo>
                  <a:pt x="16407" y="249083"/>
                </a:lnTo>
                <a:close/>
                <a:moveTo>
                  <a:pt x="42947" y="1039"/>
                </a:moveTo>
                <a:lnTo>
                  <a:pt x="43919" y="2477"/>
                </a:lnTo>
                <a:lnTo>
                  <a:pt x="42461" y="1758"/>
                </a:lnTo>
                <a:close/>
                <a:moveTo>
                  <a:pt x="24667" y="336612"/>
                </a:moveTo>
                <a:lnTo>
                  <a:pt x="26612" y="338300"/>
                </a:lnTo>
                <a:lnTo>
                  <a:pt x="23695" y="337456"/>
                </a:lnTo>
                <a:close/>
                <a:moveTo>
                  <a:pt x="53690" y="186037"/>
                </a:moveTo>
                <a:lnTo>
                  <a:pt x="54928" y="186466"/>
                </a:lnTo>
                <a:lnTo>
                  <a:pt x="53071" y="186251"/>
                </a:lnTo>
                <a:close/>
                <a:moveTo>
                  <a:pt x="21668" y="114315"/>
                </a:moveTo>
                <a:lnTo>
                  <a:pt x="23494" y="115792"/>
                </a:lnTo>
                <a:lnTo>
                  <a:pt x="20755" y="115054"/>
                </a:lnTo>
                <a:close/>
                <a:moveTo>
                  <a:pt x="45209" y="333469"/>
                </a:moveTo>
                <a:lnTo>
                  <a:pt x="46355" y="334728"/>
                </a:lnTo>
                <a:lnTo>
                  <a:pt x="44636" y="334099"/>
                </a:lnTo>
                <a:close/>
                <a:moveTo>
                  <a:pt x="26021" y="5978"/>
                </a:moveTo>
                <a:lnTo>
                  <a:pt x="27338" y="7594"/>
                </a:lnTo>
                <a:lnTo>
                  <a:pt x="25362" y="6786"/>
                </a:lnTo>
                <a:close/>
                <a:moveTo>
                  <a:pt x="35896" y="394293"/>
                </a:moveTo>
                <a:lnTo>
                  <a:pt x="36961" y="394974"/>
                </a:lnTo>
                <a:lnTo>
                  <a:pt x="35363" y="394633"/>
                </a:lnTo>
                <a:close/>
                <a:moveTo>
                  <a:pt x="12207" y="187775"/>
                </a:moveTo>
                <a:lnTo>
                  <a:pt x="13130" y="188240"/>
                </a:lnTo>
                <a:lnTo>
                  <a:pt x="11746" y="188008"/>
                </a:lnTo>
                <a:close/>
                <a:moveTo>
                  <a:pt x="22967" y="416369"/>
                </a:moveTo>
                <a:lnTo>
                  <a:pt x="24761" y="417300"/>
                </a:lnTo>
                <a:lnTo>
                  <a:pt x="22070" y="416835"/>
                </a:lnTo>
                <a:close/>
                <a:moveTo>
                  <a:pt x="17509" y="216838"/>
                </a:moveTo>
                <a:lnTo>
                  <a:pt x="18475" y="218066"/>
                </a:lnTo>
                <a:lnTo>
                  <a:pt x="17026" y="217452"/>
                </a:lnTo>
                <a:close/>
                <a:moveTo>
                  <a:pt x="20721" y="271651"/>
                </a:moveTo>
                <a:lnTo>
                  <a:pt x="22490" y="272372"/>
                </a:lnTo>
                <a:lnTo>
                  <a:pt x="19837" y="272011"/>
                </a:lnTo>
                <a:close/>
                <a:moveTo>
                  <a:pt x="16574" y="247688"/>
                </a:moveTo>
                <a:lnTo>
                  <a:pt x="17984" y="249310"/>
                </a:lnTo>
                <a:lnTo>
                  <a:pt x="15869" y="248499"/>
                </a:lnTo>
                <a:close/>
                <a:moveTo>
                  <a:pt x="57965" y="201592"/>
                </a:moveTo>
                <a:lnTo>
                  <a:pt x="59228" y="203074"/>
                </a:lnTo>
                <a:lnTo>
                  <a:pt x="57333" y="202333"/>
                </a:lnTo>
                <a:close/>
                <a:moveTo>
                  <a:pt x="41345" y="52641"/>
                </a:moveTo>
                <a:lnTo>
                  <a:pt x="42401" y="53115"/>
                </a:lnTo>
                <a:lnTo>
                  <a:pt x="40817" y="52878"/>
                </a:lnTo>
                <a:close/>
                <a:moveTo>
                  <a:pt x="47980" y="340848"/>
                </a:moveTo>
                <a:lnTo>
                  <a:pt x="49506" y="341230"/>
                </a:lnTo>
                <a:lnTo>
                  <a:pt x="47217" y="341039"/>
                </a:lnTo>
                <a:close/>
                <a:moveTo>
                  <a:pt x="29434" y="7500"/>
                </a:moveTo>
                <a:lnTo>
                  <a:pt x="31048" y="8929"/>
                </a:lnTo>
                <a:lnTo>
                  <a:pt x="28627" y="8215"/>
                </a:lnTo>
                <a:close/>
                <a:moveTo>
                  <a:pt x="15125" y="312567"/>
                </a:moveTo>
                <a:lnTo>
                  <a:pt x="15567" y="313084"/>
                </a:lnTo>
                <a:lnTo>
                  <a:pt x="14904" y="312825"/>
                </a:lnTo>
                <a:close/>
                <a:moveTo>
                  <a:pt x="65937" y="94415"/>
                </a:moveTo>
                <a:lnTo>
                  <a:pt x="67487" y="96117"/>
                </a:lnTo>
                <a:lnTo>
                  <a:pt x="65162" y="95266"/>
                </a:lnTo>
                <a:close/>
                <a:moveTo>
                  <a:pt x="54729" y="198977"/>
                </a:moveTo>
                <a:lnTo>
                  <a:pt x="55872" y="199880"/>
                </a:lnTo>
                <a:lnTo>
                  <a:pt x="54158" y="199428"/>
                </a:lnTo>
                <a:close/>
                <a:moveTo>
                  <a:pt x="11908" y="342892"/>
                </a:moveTo>
                <a:lnTo>
                  <a:pt x="13220" y="344338"/>
                </a:lnTo>
                <a:lnTo>
                  <a:pt x="11252" y="343615"/>
                </a:lnTo>
                <a:close/>
                <a:moveTo>
                  <a:pt x="34628" y="103005"/>
                </a:moveTo>
                <a:lnTo>
                  <a:pt x="35456" y="103482"/>
                </a:lnTo>
                <a:lnTo>
                  <a:pt x="34214" y="103243"/>
                </a:lnTo>
                <a:close/>
                <a:moveTo>
                  <a:pt x="51431" y="218641"/>
                </a:moveTo>
                <a:lnTo>
                  <a:pt x="52494" y="220404"/>
                </a:lnTo>
                <a:lnTo>
                  <a:pt x="50900" y="219523"/>
                </a:lnTo>
                <a:close/>
                <a:moveTo>
                  <a:pt x="26590" y="155200"/>
                </a:moveTo>
                <a:lnTo>
                  <a:pt x="27352" y="155917"/>
                </a:lnTo>
                <a:lnTo>
                  <a:pt x="26210" y="155559"/>
                </a:lnTo>
                <a:close/>
                <a:moveTo>
                  <a:pt x="18456" y="223303"/>
                </a:moveTo>
                <a:lnTo>
                  <a:pt x="19582" y="224307"/>
                </a:lnTo>
                <a:lnTo>
                  <a:pt x="17892" y="223805"/>
                </a:lnTo>
                <a:close/>
                <a:moveTo>
                  <a:pt x="59556" y="153182"/>
                </a:moveTo>
                <a:lnTo>
                  <a:pt x="61029" y="154248"/>
                </a:lnTo>
                <a:lnTo>
                  <a:pt x="58820" y="153715"/>
                </a:lnTo>
                <a:close/>
                <a:moveTo>
                  <a:pt x="67397" y="260410"/>
                </a:moveTo>
                <a:lnTo>
                  <a:pt x="69469" y="261251"/>
                </a:lnTo>
                <a:lnTo>
                  <a:pt x="66361" y="260830"/>
                </a:lnTo>
                <a:close/>
                <a:moveTo>
                  <a:pt x="14601" y="90617"/>
                </a:moveTo>
                <a:lnTo>
                  <a:pt x="16467" y="91088"/>
                </a:lnTo>
                <a:lnTo>
                  <a:pt x="13669" y="90852"/>
                </a:lnTo>
                <a:close/>
                <a:moveTo>
                  <a:pt x="21406" y="370391"/>
                </a:moveTo>
                <a:lnTo>
                  <a:pt x="21872" y="371746"/>
                </a:lnTo>
                <a:lnTo>
                  <a:pt x="21174" y="371068"/>
                </a:lnTo>
                <a:close/>
                <a:moveTo>
                  <a:pt x="28580" y="97258"/>
                </a:moveTo>
                <a:lnTo>
                  <a:pt x="30680" y="98847"/>
                </a:lnTo>
                <a:lnTo>
                  <a:pt x="27530" y="98052"/>
                </a:lnTo>
                <a:close/>
                <a:moveTo>
                  <a:pt x="15967" y="57633"/>
                </a:moveTo>
                <a:lnTo>
                  <a:pt x="17343" y="58043"/>
                </a:lnTo>
                <a:lnTo>
                  <a:pt x="15279" y="57838"/>
                </a:lnTo>
                <a:close/>
                <a:moveTo>
                  <a:pt x="67280" y="143001"/>
                </a:moveTo>
                <a:lnTo>
                  <a:pt x="68215" y="143384"/>
                </a:lnTo>
                <a:lnTo>
                  <a:pt x="66813" y="143193"/>
                </a:lnTo>
                <a:close/>
                <a:moveTo>
                  <a:pt x="35255" y="244996"/>
                </a:moveTo>
                <a:lnTo>
                  <a:pt x="35840" y="246347"/>
                </a:lnTo>
                <a:lnTo>
                  <a:pt x="34963" y="245672"/>
                </a:lnTo>
                <a:close/>
                <a:moveTo>
                  <a:pt x="37012" y="358543"/>
                </a:moveTo>
                <a:lnTo>
                  <a:pt x="39063" y="360149"/>
                </a:lnTo>
                <a:lnTo>
                  <a:pt x="35987" y="359346"/>
                </a:lnTo>
                <a:close/>
                <a:moveTo>
                  <a:pt x="31795" y="151547"/>
                </a:moveTo>
                <a:lnTo>
                  <a:pt x="33324" y="152458"/>
                </a:lnTo>
                <a:lnTo>
                  <a:pt x="31031" y="152002"/>
                </a:lnTo>
                <a:close/>
                <a:moveTo>
                  <a:pt x="32927" y="107788"/>
                </a:moveTo>
                <a:lnTo>
                  <a:pt x="33553" y="108242"/>
                </a:lnTo>
                <a:lnTo>
                  <a:pt x="32615" y="108015"/>
                </a:lnTo>
                <a:close/>
                <a:moveTo>
                  <a:pt x="45456" y="398484"/>
                </a:moveTo>
                <a:lnTo>
                  <a:pt x="47623" y="399183"/>
                </a:lnTo>
                <a:lnTo>
                  <a:pt x="44373" y="398833"/>
                </a:lnTo>
                <a:close/>
                <a:moveTo>
                  <a:pt x="15420" y="37449"/>
                </a:moveTo>
                <a:lnTo>
                  <a:pt x="15965" y="38981"/>
                </a:lnTo>
                <a:lnTo>
                  <a:pt x="15148" y="38215"/>
                </a:lnTo>
                <a:close/>
                <a:moveTo>
                  <a:pt x="25302" y="160862"/>
                </a:moveTo>
                <a:lnTo>
                  <a:pt x="26014" y="162213"/>
                </a:lnTo>
                <a:lnTo>
                  <a:pt x="24946" y="161538"/>
                </a:lnTo>
                <a:close/>
                <a:moveTo>
                  <a:pt x="14461" y="416520"/>
                </a:moveTo>
                <a:lnTo>
                  <a:pt x="14854" y="418211"/>
                </a:lnTo>
                <a:lnTo>
                  <a:pt x="14264" y="417366"/>
                </a:lnTo>
                <a:close/>
                <a:moveTo>
                  <a:pt x="29760" y="193632"/>
                </a:moveTo>
                <a:lnTo>
                  <a:pt x="31037" y="194289"/>
                </a:lnTo>
                <a:lnTo>
                  <a:pt x="29122" y="193960"/>
                </a:lnTo>
                <a:close/>
                <a:moveTo>
                  <a:pt x="65213" y="226574"/>
                </a:moveTo>
                <a:lnTo>
                  <a:pt x="66571" y="228182"/>
                </a:lnTo>
                <a:lnTo>
                  <a:pt x="64534" y="227378"/>
                </a:lnTo>
                <a:close/>
                <a:moveTo>
                  <a:pt x="47337" y="366283"/>
                </a:moveTo>
                <a:lnTo>
                  <a:pt x="47906" y="367032"/>
                </a:lnTo>
                <a:lnTo>
                  <a:pt x="47052" y="366658"/>
                </a:lnTo>
                <a:close/>
                <a:moveTo>
                  <a:pt x="15941" y="223626"/>
                </a:moveTo>
                <a:lnTo>
                  <a:pt x="16775" y="225272"/>
                </a:lnTo>
                <a:lnTo>
                  <a:pt x="15524" y="224449"/>
                </a:lnTo>
                <a:close/>
                <a:moveTo>
                  <a:pt x="15722" y="169833"/>
                </a:moveTo>
                <a:lnTo>
                  <a:pt x="16821" y="170609"/>
                </a:lnTo>
                <a:lnTo>
                  <a:pt x="15173" y="170221"/>
                </a:lnTo>
                <a:close/>
                <a:moveTo>
                  <a:pt x="50712" y="215150"/>
                </a:moveTo>
                <a:lnTo>
                  <a:pt x="52535" y="215978"/>
                </a:lnTo>
                <a:lnTo>
                  <a:pt x="49801" y="215564"/>
                </a:lnTo>
                <a:close/>
                <a:moveTo>
                  <a:pt x="59612" y="364408"/>
                </a:moveTo>
                <a:lnTo>
                  <a:pt x="60708" y="366113"/>
                </a:lnTo>
                <a:lnTo>
                  <a:pt x="59065" y="365260"/>
                </a:lnTo>
                <a:close/>
                <a:moveTo>
                  <a:pt x="66009" y="97989"/>
                </a:moveTo>
                <a:lnTo>
                  <a:pt x="67378" y="99596"/>
                </a:lnTo>
                <a:lnTo>
                  <a:pt x="65324" y="98792"/>
                </a:lnTo>
                <a:close/>
                <a:moveTo>
                  <a:pt x="17086" y="379138"/>
                </a:moveTo>
                <a:lnTo>
                  <a:pt x="17997" y="380669"/>
                </a:lnTo>
                <a:lnTo>
                  <a:pt x="16630" y="379903"/>
                </a:lnTo>
                <a:close/>
                <a:moveTo>
                  <a:pt x="27487" y="412461"/>
                </a:moveTo>
                <a:lnTo>
                  <a:pt x="29459" y="413330"/>
                </a:lnTo>
                <a:lnTo>
                  <a:pt x="26501" y="412896"/>
                </a:lnTo>
                <a:close/>
                <a:moveTo>
                  <a:pt x="1951" y="270385"/>
                </a:moveTo>
                <a:lnTo>
                  <a:pt x="3349" y="271129"/>
                </a:lnTo>
                <a:lnTo>
                  <a:pt x="1252" y="270757"/>
                </a:lnTo>
                <a:close/>
                <a:moveTo>
                  <a:pt x="65181" y="182754"/>
                </a:moveTo>
                <a:lnTo>
                  <a:pt x="66510" y="183392"/>
                </a:lnTo>
                <a:lnTo>
                  <a:pt x="64517" y="183073"/>
                </a:lnTo>
                <a:close/>
                <a:moveTo>
                  <a:pt x="52250" y="233830"/>
                </a:moveTo>
                <a:lnTo>
                  <a:pt x="52870" y="235540"/>
                </a:lnTo>
                <a:lnTo>
                  <a:pt x="51940" y="234685"/>
                </a:lnTo>
                <a:close/>
                <a:moveTo>
                  <a:pt x="20512" y="59601"/>
                </a:moveTo>
                <a:lnTo>
                  <a:pt x="22199" y="60531"/>
                </a:lnTo>
                <a:lnTo>
                  <a:pt x="19669" y="60066"/>
                </a:lnTo>
                <a:close/>
                <a:moveTo>
                  <a:pt x="57455" y="185838"/>
                </a:moveTo>
                <a:lnTo>
                  <a:pt x="58830" y="187217"/>
                </a:lnTo>
                <a:lnTo>
                  <a:pt x="56767" y="186527"/>
                </a:lnTo>
                <a:close/>
                <a:moveTo>
                  <a:pt x="62265" y="71458"/>
                </a:moveTo>
                <a:lnTo>
                  <a:pt x="62823" y="72479"/>
                </a:lnTo>
                <a:lnTo>
                  <a:pt x="61987" y="71969"/>
                </a:lnTo>
                <a:close/>
                <a:moveTo>
                  <a:pt x="11818" y="347154"/>
                </a:moveTo>
                <a:lnTo>
                  <a:pt x="12799" y="347988"/>
                </a:lnTo>
                <a:lnTo>
                  <a:pt x="11328" y="347571"/>
                </a:lnTo>
                <a:close/>
                <a:moveTo>
                  <a:pt x="7053" y="119379"/>
                </a:moveTo>
                <a:lnTo>
                  <a:pt x="8074" y="120077"/>
                </a:lnTo>
                <a:lnTo>
                  <a:pt x="6543" y="119728"/>
                </a:lnTo>
                <a:close/>
                <a:moveTo>
                  <a:pt x="15858" y="123024"/>
                </a:moveTo>
                <a:lnTo>
                  <a:pt x="17547" y="123508"/>
                </a:lnTo>
                <a:lnTo>
                  <a:pt x="15013" y="123266"/>
                </a:lnTo>
                <a:close/>
                <a:moveTo>
                  <a:pt x="36416" y="283429"/>
                </a:moveTo>
                <a:lnTo>
                  <a:pt x="36806" y="284957"/>
                </a:lnTo>
                <a:lnTo>
                  <a:pt x="36220" y="284193"/>
                </a:lnTo>
                <a:close/>
                <a:moveTo>
                  <a:pt x="54100" y="106828"/>
                </a:moveTo>
                <a:lnTo>
                  <a:pt x="54558" y="107238"/>
                </a:lnTo>
                <a:lnTo>
                  <a:pt x="53871" y="107033"/>
                </a:lnTo>
                <a:close/>
                <a:moveTo>
                  <a:pt x="62256" y="18214"/>
                </a:moveTo>
                <a:lnTo>
                  <a:pt x="63730" y="19393"/>
                </a:lnTo>
                <a:lnTo>
                  <a:pt x="61519" y="18803"/>
                </a:lnTo>
                <a:close/>
                <a:moveTo>
                  <a:pt x="47143" y="196035"/>
                </a:moveTo>
                <a:lnTo>
                  <a:pt x="48328" y="197030"/>
                </a:lnTo>
                <a:lnTo>
                  <a:pt x="46551" y="196532"/>
                </a:lnTo>
                <a:close/>
                <a:moveTo>
                  <a:pt x="54063" y="43903"/>
                </a:moveTo>
                <a:lnTo>
                  <a:pt x="54910" y="44944"/>
                </a:lnTo>
                <a:lnTo>
                  <a:pt x="53640" y="44423"/>
                </a:lnTo>
                <a:close/>
                <a:moveTo>
                  <a:pt x="30168" y="267194"/>
                </a:moveTo>
                <a:lnTo>
                  <a:pt x="31245" y="268946"/>
                </a:lnTo>
                <a:lnTo>
                  <a:pt x="29630" y="268070"/>
                </a:lnTo>
                <a:close/>
                <a:moveTo>
                  <a:pt x="16060" y="402446"/>
                </a:moveTo>
                <a:lnTo>
                  <a:pt x="16441" y="403966"/>
                </a:lnTo>
                <a:lnTo>
                  <a:pt x="15869" y="403206"/>
                </a:lnTo>
                <a:close/>
                <a:moveTo>
                  <a:pt x="8242" y="125883"/>
                </a:moveTo>
                <a:lnTo>
                  <a:pt x="9378" y="127548"/>
                </a:lnTo>
                <a:lnTo>
                  <a:pt x="7674" y="126716"/>
                </a:lnTo>
                <a:close/>
                <a:moveTo>
                  <a:pt x="10339" y="222416"/>
                </a:moveTo>
                <a:lnTo>
                  <a:pt x="12152" y="223448"/>
                </a:lnTo>
                <a:lnTo>
                  <a:pt x="9432" y="222932"/>
                </a:lnTo>
                <a:close/>
                <a:moveTo>
                  <a:pt x="51637" y="436498"/>
                </a:moveTo>
                <a:lnTo>
                  <a:pt x="53472" y="437174"/>
                </a:lnTo>
                <a:lnTo>
                  <a:pt x="50720" y="436836"/>
                </a:lnTo>
                <a:close/>
                <a:moveTo>
                  <a:pt x="23854" y="239707"/>
                </a:moveTo>
                <a:lnTo>
                  <a:pt x="25592" y="241478"/>
                </a:lnTo>
                <a:lnTo>
                  <a:pt x="22985" y="240592"/>
                </a:lnTo>
                <a:close/>
                <a:moveTo>
                  <a:pt x="60412" y="340963"/>
                </a:moveTo>
                <a:lnTo>
                  <a:pt x="61890" y="342330"/>
                </a:lnTo>
                <a:lnTo>
                  <a:pt x="59673" y="341647"/>
                </a:lnTo>
                <a:close/>
                <a:moveTo>
                  <a:pt x="62072" y="349509"/>
                </a:moveTo>
                <a:lnTo>
                  <a:pt x="62739" y="350148"/>
                </a:lnTo>
                <a:lnTo>
                  <a:pt x="61738" y="349828"/>
                </a:lnTo>
                <a:close/>
                <a:moveTo>
                  <a:pt x="29544" y="421327"/>
                </a:moveTo>
                <a:lnTo>
                  <a:pt x="30475" y="422847"/>
                </a:lnTo>
                <a:lnTo>
                  <a:pt x="29078" y="422087"/>
                </a:lnTo>
                <a:close/>
                <a:moveTo>
                  <a:pt x="21695" y="309232"/>
                </a:moveTo>
                <a:lnTo>
                  <a:pt x="23658" y="311016"/>
                </a:lnTo>
                <a:lnTo>
                  <a:pt x="20713" y="310124"/>
                </a:lnTo>
                <a:close/>
                <a:moveTo>
                  <a:pt x="41072" y="260305"/>
                </a:moveTo>
                <a:lnTo>
                  <a:pt x="41733" y="261881"/>
                </a:lnTo>
                <a:lnTo>
                  <a:pt x="40741" y="261093"/>
                </a:lnTo>
                <a:close/>
                <a:moveTo>
                  <a:pt x="15877" y="55017"/>
                </a:moveTo>
                <a:lnTo>
                  <a:pt x="17820" y="56101"/>
                </a:lnTo>
                <a:lnTo>
                  <a:pt x="14905" y="55559"/>
                </a:lnTo>
                <a:close/>
                <a:moveTo>
                  <a:pt x="33383" y="83379"/>
                </a:moveTo>
                <a:lnTo>
                  <a:pt x="35441" y="84709"/>
                </a:lnTo>
                <a:lnTo>
                  <a:pt x="32354" y="84044"/>
                </a:lnTo>
                <a:close/>
                <a:moveTo>
                  <a:pt x="61586" y="170400"/>
                </a:moveTo>
                <a:lnTo>
                  <a:pt x="62826" y="171467"/>
                </a:lnTo>
                <a:lnTo>
                  <a:pt x="60966" y="170933"/>
                </a:lnTo>
                <a:close/>
                <a:moveTo>
                  <a:pt x="7508" y="8422"/>
                </a:moveTo>
                <a:lnTo>
                  <a:pt x="8958" y="9259"/>
                </a:lnTo>
                <a:lnTo>
                  <a:pt x="6783" y="8840"/>
                </a:lnTo>
                <a:close/>
                <a:moveTo>
                  <a:pt x="60017" y="333331"/>
                </a:moveTo>
                <a:lnTo>
                  <a:pt x="61604" y="334493"/>
                </a:lnTo>
                <a:lnTo>
                  <a:pt x="59223" y="333912"/>
                </a:lnTo>
                <a:close/>
                <a:moveTo>
                  <a:pt x="17964" y="254179"/>
                </a:moveTo>
                <a:lnTo>
                  <a:pt x="19546" y="254864"/>
                </a:lnTo>
                <a:lnTo>
                  <a:pt x="17173" y="254521"/>
                </a:lnTo>
                <a:close/>
                <a:moveTo>
                  <a:pt x="33638" y="30292"/>
                </a:moveTo>
                <a:lnTo>
                  <a:pt x="35234" y="31241"/>
                </a:lnTo>
                <a:lnTo>
                  <a:pt x="32841" y="30767"/>
                </a:lnTo>
                <a:close/>
                <a:moveTo>
                  <a:pt x="16339" y="310207"/>
                </a:moveTo>
                <a:lnTo>
                  <a:pt x="18166" y="310833"/>
                </a:lnTo>
                <a:lnTo>
                  <a:pt x="15426" y="310520"/>
                </a:lnTo>
                <a:close/>
                <a:moveTo>
                  <a:pt x="1577" y="255042"/>
                </a:moveTo>
                <a:lnTo>
                  <a:pt x="3688" y="255473"/>
                </a:lnTo>
                <a:lnTo>
                  <a:pt x="522" y="255258"/>
                </a:lnTo>
                <a:close/>
                <a:moveTo>
                  <a:pt x="57249" y="264623"/>
                </a:moveTo>
                <a:lnTo>
                  <a:pt x="58903" y="264943"/>
                </a:lnTo>
                <a:lnTo>
                  <a:pt x="56422" y="264783"/>
                </a:lnTo>
                <a:close/>
                <a:moveTo>
                  <a:pt x="28811" y="18662"/>
                </a:moveTo>
                <a:lnTo>
                  <a:pt x="30914" y="20444"/>
                </a:lnTo>
                <a:lnTo>
                  <a:pt x="27760" y="19553"/>
                </a:lnTo>
                <a:close/>
                <a:moveTo>
                  <a:pt x="50924" y="259514"/>
                </a:moveTo>
                <a:lnTo>
                  <a:pt x="52707" y="260011"/>
                </a:lnTo>
                <a:lnTo>
                  <a:pt x="50033" y="259762"/>
                </a:lnTo>
                <a:close/>
                <a:moveTo>
                  <a:pt x="69987" y="168673"/>
                </a:moveTo>
                <a:lnTo>
                  <a:pt x="71130" y="168990"/>
                </a:lnTo>
                <a:lnTo>
                  <a:pt x="69416" y="168831"/>
                </a:lnTo>
                <a:close/>
                <a:moveTo>
                  <a:pt x="6728" y="404686"/>
                </a:moveTo>
                <a:lnTo>
                  <a:pt x="7439" y="405741"/>
                </a:lnTo>
                <a:lnTo>
                  <a:pt x="6372" y="405213"/>
                </a:lnTo>
                <a:close/>
                <a:moveTo>
                  <a:pt x="51871" y="318890"/>
                </a:moveTo>
                <a:lnTo>
                  <a:pt x="53038" y="320227"/>
                </a:lnTo>
                <a:lnTo>
                  <a:pt x="51288" y="319558"/>
                </a:lnTo>
                <a:close/>
                <a:moveTo>
                  <a:pt x="59486" y="88712"/>
                </a:moveTo>
                <a:lnTo>
                  <a:pt x="60549" y="89877"/>
                </a:lnTo>
                <a:lnTo>
                  <a:pt x="58955" y="89294"/>
                </a:lnTo>
                <a:close/>
                <a:moveTo>
                  <a:pt x="49544" y="248077"/>
                </a:moveTo>
                <a:lnTo>
                  <a:pt x="49953" y="248742"/>
                </a:lnTo>
                <a:lnTo>
                  <a:pt x="49340" y="248410"/>
                </a:lnTo>
                <a:close/>
                <a:moveTo>
                  <a:pt x="26088" y="378360"/>
                </a:moveTo>
                <a:lnTo>
                  <a:pt x="27578" y="379067"/>
                </a:lnTo>
                <a:lnTo>
                  <a:pt x="25342" y="378713"/>
                </a:lnTo>
                <a:close/>
                <a:moveTo>
                  <a:pt x="40736" y="129437"/>
                </a:moveTo>
                <a:lnTo>
                  <a:pt x="42875" y="130778"/>
                </a:lnTo>
                <a:lnTo>
                  <a:pt x="39667" y="130108"/>
                </a:lnTo>
                <a:close/>
                <a:moveTo>
                  <a:pt x="62635" y="170683"/>
                </a:moveTo>
                <a:lnTo>
                  <a:pt x="63227" y="172166"/>
                </a:lnTo>
                <a:lnTo>
                  <a:pt x="62339" y="171424"/>
                </a:lnTo>
                <a:close/>
                <a:moveTo>
                  <a:pt x="13734" y="372291"/>
                </a:moveTo>
                <a:lnTo>
                  <a:pt x="15504" y="373887"/>
                </a:lnTo>
                <a:lnTo>
                  <a:pt x="12849" y="373089"/>
                </a:lnTo>
                <a:close/>
                <a:moveTo>
                  <a:pt x="41125" y="281123"/>
                </a:moveTo>
                <a:lnTo>
                  <a:pt x="41528" y="281842"/>
                </a:lnTo>
                <a:lnTo>
                  <a:pt x="40924" y="281482"/>
                </a:lnTo>
                <a:close/>
                <a:moveTo>
                  <a:pt x="9482" y="27426"/>
                </a:moveTo>
                <a:lnTo>
                  <a:pt x="10818" y="27820"/>
                </a:lnTo>
                <a:lnTo>
                  <a:pt x="8815" y="27623"/>
                </a:lnTo>
                <a:close/>
                <a:moveTo>
                  <a:pt x="35703" y="68237"/>
                </a:moveTo>
                <a:lnTo>
                  <a:pt x="36402" y="69738"/>
                </a:lnTo>
                <a:lnTo>
                  <a:pt x="35354" y="68987"/>
                </a:lnTo>
                <a:close/>
                <a:moveTo>
                  <a:pt x="70144" y="276073"/>
                </a:moveTo>
                <a:lnTo>
                  <a:pt x="71631" y="276642"/>
                </a:lnTo>
                <a:lnTo>
                  <a:pt x="69400" y="276357"/>
                </a:lnTo>
                <a:close/>
                <a:moveTo>
                  <a:pt x="30794" y="388897"/>
                </a:moveTo>
                <a:lnTo>
                  <a:pt x="31277" y="389765"/>
                </a:lnTo>
                <a:lnTo>
                  <a:pt x="30552" y="389331"/>
                </a:lnTo>
                <a:close/>
                <a:moveTo>
                  <a:pt x="18071" y="97362"/>
                </a:moveTo>
                <a:lnTo>
                  <a:pt x="18699" y="98761"/>
                </a:lnTo>
                <a:lnTo>
                  <a:pt x="17757" y="98062"/>
                </a:lnTo>
                <a:close/>
                <a:moveTo>
                  <a:pt x="24780" y="430515"/>
                </a:moveTo>
                <a:lnTo>
                  <a:pt x="25726" y="431877"/>
                </a:lnTo>
                <a:lnTo>
                  <a:pt x="24308" y="431196"/>
                </a:lnTo>
                <a:close/>
                <a:moveTo>
                  <a:pt x="26573" y="336554"/>
                </a:moveTo>
                <a:lnTo>
                  <a:pt x="27034" y="338329"/>
                </a:lnTo>
                <a:lnTo>
                  <a:pt x="26343" y="337441"/>
                </a:lnTo>
                <a:close/>
                <a:moveTo>
                  <a:pt x="18422" y="323129"/>
                </a:moveTo>
                <a:lnTo>
                  <a:pt x="19370" y="323455"/>
                </a:lnTo>
                <a:lnTo>
                  <a:pt x="17948" y="323292"/>
                </a:lnTo>
                <a:close/>
                <a:moveTo>
                  <a:pt x="38775" y="54909"/>
                </a:moveTo>
                <a:lnTo>
                  <a:pt x="40573" y="55531"/>
                </a:lnTo>
                <a:lnTo>
                  <a:pt x="37876" y="55220"/>
                </a:lnTo>
                <a:close/>
                <a:moveTo>
                  <a:pt x="4556" y="235299"/>
                </a:moveTo>
                <a:lnTo>
                  <a:pt x="5989" y="236561"/>
                </a:lnTo>
                <a:lnTo>
                  <a:pt x="3839" y="235930"/>
                </a:lnTo>
                <a:close/>
                <a:moveTo>
                  <a:pt x="51023" y="21891"/>
                </a:moveTo>
                <a:lnTo>
                  <a:pt x="53047" y="23403"/>
                </a:lnTo>
                <a:lnTo>
                  <a:pt x="50011" y="22647"/>
                </a:lnTo>
                <a:close/>
                <a:moveTo>
                  <a:pt x="53359" y="2436"/>
                </a:moveTo>
                <a:lnTo>
                  <a:pt x="54247" y="3044"/>
                </a:lnTo>
                <a:lnTo>
                  <a:pt x="52915" y="2740"/>
                </a:lnTo>
                <a:close/>
                <a:moveTo>
                  <a:pt x="62827" y="117688"/>
                </a:moveTo>
                <a:lnTo>
                  <a:pt x="63912" y="118301"/>
                </a:lnTo>
                <a:lnTo>
                  <a:pt x="62285" y="117994"/>
                </a:lnTo>
                <a:close/>
                <a:moveTo>
                  <a:pt x="52251" y="52699"/>
                </a:moveTo>
                <a:lnTo>
                  <a:pt x="53462" y="54130"/>
                </a:lnTo>
                <a:lnTo>
                  <a:pt x="51645" y="53414"/>
                </a:lnTo>
                <a:close/>
                <a:moveTo>
                  <a:pt x="26399" y="98701"/>
                </a:moveTo>
                <a:lnTo>
                  <a:pt x="27697" y="99286"/>
                </a:lnTo>
                <a:lnTo>
                  <a:pt x="25750" y="98993"/>
                </a:lnTo>
                <a:close/>
                <a:moveTo>
                  <a:pt x="51989" y="355487"/>
                </a:moveTo>
                <a:lnTo>
                  <a:pt x="52774" y="355863"/>
                </a:lnTo>
                <a:lnTo>
                  <a:pt x="51596" y="355675"/>
                </a:lnTo>
                <a:close/>
                <a:moveTo>
                  <a:pt x="27179" y="4780"/>
                </a:moveTo>
                <a:lnTo>
                  <a:pt x="29099" y="6510"/>
                </a:lnTo>
                <a:lnTo>
                  <a:pt x="26218" y="5645"/>
                </a:lnTo>
                <a:close/>
                <a:moveTo>
                  <a:pt x="42573" y="228488"/>
                </a:moveTo>
                <a:lnTo>
                  <a:pt x="44012" y="229331"/>
                </a:lnTo>
                <a:lnTo>
                  <a:pt x="41854" y="228910"/>
                </a:lnTo>
                <a:close/>
                <a:moveTo>
                  <a:pt x="38897" y="268432"/>
                </a:moveTo>
                <a:lnTo>
                  <a:pt x="40815" y="269176"/>
                </a:lnTo>
                <a:lnTo>
                  <a:pt x="37938" y="268804"/>
                </a:lnTo>
                <a:close/>
                <a:moveTo>
                  <a:pt x="11370" y="194079"/>
                </a:moveTo>
                <a:lnTo>
                  <a:pt x="11810" y="194846"/>
                </a:lnTo>
                <a:lnTo>
                  <a:pt x="11150" y="194463"/>
                </a:lnTo>
                <a:close/>
                <a:moveTo>
                  <a:pt x="36783" y="373582"/>
                </a:moveTo>
                <a:lnTo>
                  <a:pt x="38222" y="375363"/>
                </a:lnTo>
                <a:lnTo>
                  <a:pt x="36064" y="374472"/>
                </a:lnTo>
                <a:close/>
                <a:moveTo>
                  <a:pt x="56024" y="430255"/>
                </a:moveTo>
                <a:lnTo>
                  <a:pt x="58005" y="431048"/>
                </a:lnTo>
                <a:lnTo>
                  <a:pt x="55033" y="430652"/>
                </a:lnTo>
                <a:close/>
                <a:moveTo>
                  <a:pt x="13635" y="304795"/>
                </a:moveTo>
                <a:lnTo>
                  <a:pt x="15353" y="305706"/>
                </a:lnTo>
                <a:lnTo>
                  <a:pt x="12776" y="305251"/>
                </a:lnTo>
                <a:close/>
                <a:moveTo>
                  <a:pt x="58517" y="281637"/>
                </a:moveTo>
                <a:lnTo>
                  <a:pt x="60381" y="281940"/>
                </a:lnTo>
                <a:lnTo>
                  <a:pt x="57584" y="281788"/>
                </a:lnTo>
                <a:close/>
                <a:moveTo>
                  <a:pt x="59827" y="383963"/>
                </a:moveTo>
                <a:lnTo>
                  <a:pt x="60610" y="385522"/>
                </a:lnTo>
                <a:lnTo>
                  <a:pt x="59436" y="384742"/>
                </a:lnTo>
                <a:close/>
                <a:moveTo>
                  <a:pt x="19519" y="371105"/>
                </a:moveTo>
                <a:lnTo>
                  <a:pt x="21411" y="372650"/>
                </a:lnTo>
                <a:lnTo>
                  <a:pt x="18573" y="371878"/>
                </a:lnTo>
                <a:close/>
                <a:moveTo>
                  <a:pt x="7731" y="85037"/>
                </a:moveTo>
                <a:lnTo>
                  <a:pt x="9095" y="85695"/>
                </a:lnTo>
                <a:lnTo>
                  <a:pt x="7049" y="85366"/>
                </a:lnTo>
                <a:close/>
                <a:moveTo>
                  <a:pt x="27683" y="419141"/>
                </a:moveTo>
                <a:lnTo>
                  <a:pt x="29720" y="419684"/>
                </a:lnTo>
                <a:lnTo>
                  <a:pt x="26665" y="419412"/>
                </a:lnTo>
                <a:close/>
                <a:moveTo>
                  <a:pt x="12823" y="340234"/>
                </a:moveTo>
                <a:lnTo>
                  <a:pt x="14225" y="340547"/>
                </a:lnTo>
                <a:lnTo>
                  <a:pt x="12122" y="340391"/>
                </a:lnTo>
                <a:close/>
                <a:moveTo>
                  <a:pt x="68290" y="79849"/>
                </a:moveTo>
                <a:lnTo>
                  <a:pt x="68798" y="81476"/>
                </a:lnTo>
                <a:lnTo>
                  <a:pt x="68037" y="80662"/>
                </a:lnTo>
                <a:close/>
                <a:moveTo>
                  <a:pt x="58913" y="43832"/>
                </a:moveTo>
                <a:lnTo>
                  <a:pt x="60330" y="45546"/>
                </a:lnTo>
                <a:lnTo>
                  <a:pt x="58205" y="44689"/>
                </a:lnTo>
                <a:close/>
                <a:moveTo>
                  <a:pt x="70789" y="396773"/>
                </a:moveTo>
                <a:lnTo>
                  <a:pt x="72691" y="398478"/>
                </a:lnTo>
                <a:lnTo>
                  <a:pt x="69838" y="397626"/>
                </a:lnTo>
                <a:close/>
                <a:moveTo>
                  <a:pt x="29005" y="310306"/>
                </a:moveTo>
                <a:lnTo>
                  <a:pt x="30938" y="311837"/>
                </a:lnTo>
                <a:lnTo>
                  <a:pt x="28039" y="311071"/>
                </a:lnTo>
                <a:close/>
                <a:moveTo>
                  <a:pt x="42884" y="366668"/>
                </a:moveTo>
                <a:lnTo>
                  <a:pt x="44635" y="368352"/>
                </a:lnTo>
                <a:lnTo>
                  <a:pt x="42008" y="367510"/>
                </a:lnTo>
                <a:close/>
                <a:moveTo>
                  <a:pt x="64531" y="381514"/>
                </a:moveTo>
                <a:lnTo>
                  <a:pt x="65224" y="382324"/>
                </a:lnTo>
                <a:lnTo>
                  <a:pt x="64184" y="381919"/>
                </a:lnTo>
                <a:close/>
                <a:moveTo>
                  <a:pt x="35675" y="1550"/>
                </a:moveTo>
                <a:lnTo>
                  <a:pt x="36549" y="3158"/>
                </a:lnTo>
                <a:lnTo>
                  <a:pt x="35238" y="2354"/>
                </a:lnTo>
                <a:close/>
                <a:moveTo>
                  <a:pt x="69348" y="214293"/>
                </a:moveTo>
                <a:lnTo>
                  <a:pt x="70654" y="214760"/>
                </a:lnTo>
                <a:lnTo>
                  <a:pt x="68695" y="214527"/>
                </a:lnTo>
                <a:close/>
                <a:moveTo>
                  <a:pt x="38662" y="407392"/>
                </a:moveTo>
                <a:lnTo>
                  <a:pt x="39583" y="408677"/>
                </a:lnTo>
                <a:lnTo>
                  <a:pt x="38202" y="408035"/>
                </a:lnTo>
                <a:close/>
                <a:moveTo>
                  <a:pt x="58234" y="198764"/>
                </a:moveTo>
                <a:lnTo>
                  <a:pt x="59383" y="200134"/>
                </a:lnTo>
                <a:lnTo>
                  <a:pt x="57659" y="199449"/>
                </a:lnTo>
                <a:close/>
                <a:moveTo>
                  <a:pt x="13492" y="147797"/>
                </a:moveTo>
                <a:lnTo>
                  <a:pt x="14269" y="148193"/>
                </a:lnTo>
                <a:lnTo>
                  <a:pt x="13103" y="147995"/>
                </a:lnTo>
                <a:close/>
                <a:moveTo>
                  <a:pt x="18122" y="363257"/>
                </a:moveTo>
                <a:lnTo>
                  <a:pt x="19857" y="364162"/>
                </a:lnTo>
                <a:lnTo>
                  <a:pt x="17254" y="363710"/>
                </a:lnTo>
                <a:close/>
                <a:moveTo>
                  <a:pt x="9067" y="224094"/>
                </a:moveTo>
                <a:lnTo>
                  <a:pt x="9946" y="225338"/>
                </a:lnTo>
                <a:lnTo>
                  <a:pt x="8627" y="224716"/>
                </a:lnTo>
                <a:close/>
                <a:moveTo>
                  <a:pt x="61027" y="157621"/>
                </a:moveTo>
                <a:lnTo>
                  <a:pt x="61982" y="159161"/>
                </a:lnTo>
                <a:lnTo>
                  <a:pt x="60550" y="158391"/>
                </a:lnTo>
                <a:close/>
                <a:moveTo>
                  <a:pt x="61051" y="302841"/>
                </a:moveTo>
                <a:lnTo>
                  <a:pt x="62021" y="304530"/>
                </a:lnTo>
                <a:lnTo>
                  <a:pt x="60566" y="303685"/>
                </a:lnTo>
                <a:close/>
                <a:moveTo>
                  <a:pt x="5533" y="431749"/>
                </a:moveTo>
                <a:lnTo>
                  <a:pt x="7219" y="432141"/>
                </a:lnTo>
                <a:lnTo>
                  <a:pt x="4690" y="431945"/>
                </a:lnTo>
                <a:close/>
                <a:moveTo>
                  <a:pt x="12934" y="347784"/>
                </a:moveTo>
                <a:lnTo>
                  <a:pt x="15013" y="348231"/>
                </a:lnTo>
                <a:lnTo>
                  <a:pt x="11894" y="348008"/>
                </a:lnTo>
                <a:close/>
                <a:moveTo>
                  <a:pt x="44396" y="374646"/>
                </a:moveTo>
                <a:lnTo>
                  <a:pt x="45979" y="376338"/>
                </a:lnTo>
                <a:lnTo>
                  <a:pt x="43604" y="375492"/>
                </a:lnTo>
                <a:close/>
                <a:moveTo>
                  <a:pt x="62526" y="77167"/>
                </a:moveTo>
                <a:lnTo>
                  <a:pt x="63033" y="78806"/>
                </a:lnTo>
                <a:lnTo>
                  <a:pt x="62272" y="77987"/>
                </a:lnTo>
                <a:close/>
                <a:moveTo>
                  <a:pt x="18325" y="382866"/>
                </a:moveTo>
                <a:lnTo>
                  <a:pt x="20444" y="383746"/>
                </a:lnTo>
                <a:lnTo>
                  <a:pt x="17265" y="383306"/>
                </a:lnTo>
                <a:close/>
                <a:moveTo>
                  <a:pt x="54727" y="91756"/>
                </a:moveTo>
                <a:lnTo>
                  <a:pt x="56023" y="92240"/>
                </a:lnTo>
                <a:lnTo>
                  <a:pt x="54079" y="91998"/>
                </a:lnTo>
                <a:close/>
                <a:moveTo>
                  <a:pt x="44954" y="62037"/>
                </a:moveTo>
                <a:lnTo>
                  <a:pt x="46092" y="62373"/>
                </a:lnTo>
                <a:lnTo>
                  <a:pt x="44386" y="62205"/>
                </a:lnTo>
                <a:close/>
                <a:moveTo>
                  <a:pt x="69525" y="268761"/>
                </a:moveTo>
                <a:lnTo>
                  <a:pt x="70501" y="269399"/>
                </a:lnTo>
                <a:lnTo>
                  <a:pt x="69038" y="269080"/>
                </a:lnTo>
                <a:close/>
                <a:moveTo>
                  <a:pt x="55931" y="214371"/>
                </a:moveTo>
                <a:lnTo>
                  <a:pt x="57328" y="214734"/>
                </a:lnTo>
                <a:lnTo>
                  <a:pt x="55232" y="214553"/>
                </a:lnTo>
                <a:close/>
                <a:moveTo>
                  <a:pt x="26643" y="203741"/>
                </a:moveTo>
                <a:lnTo>
                  <a:pt x="28547" y="204348"/>
                </a:lnTo>
                <a:lnTo>
                  <a:pt x="25691" y="204045"/>
                </a:lnTo>
                <a:close/>
                <a:moveTo>
                  <a:pt x="4524" y="234962"/>
                </a:moveTo>
                <a:lnTo>
                  <a:pt x="5276" y="235320"/>
                </a:lnTo>
                <a:lnTo>
                  <a:pt x="4148" y="235141"/>
                </a:lnTo>
                <a:close/>
                <a:moveTo>
                  <a:pt x="8655" y="209778"/>
                </a:moveTo>
                <a:lnTo>
                  <a:pt x="9795" y="210476"/>
                </a:lnTo>
                <a:lnTo>
                  <a:pt x="8085" y="210127"/>
                </a:lnTo>
                <a:close/>
                <a:moveTo>
                  <a:pt x="50364" y="21720"/>
                </a:moveTo>
                <a:lnTo>
                  <a:pt x="51257" y="22763"/>
                </a:lnTo>
                <a:lnTo>
                  <a:pt x="49917" y="22242"/>
                </a:lnTo>
                <a:close/>
                <a:moveTo>
                  <a:pt x="18170" y="422174"/>
                </a:moveTo>
                <a:lnTo>
                  <a:pt x="19146" y="423158"/>
                </a:lnTo>
                <a:lnTo>
                  <a:pt x="17682" y="422666"/>
                </a:lnTo>
                <a:close/>
                <a:moveTo>
                  <a:pt x="67597" y="226997"/>
                </a:moveTo>
                <a:lnTo>
                  <a:pt x="68379" y="228011"/>
                </a:lnTo>
                <a:lnTo>
                  <a:pt x="67206" y="227504"/>
                </a:lnTo>
                <a:close/>
                <a:moveTo>
                  <a:pt x="70454" y="363117"/>
                </a:moveTo>
                <a:lnTo>
                  <a:pt x="71379" y="363527"/>
                </a:lnTo>
                <a:lnTo>
                  <a:pt x="69991" y="363322"/>
                </a:lnTo>
                <a:close/>
                <a:moveTo>
                  <a:pt x="65840" y="130747"/>
                </a:moveTo>
                <a:lnTo>
                  <a:pt x="66339" y="131677"/>
                </a:lnTo>
                <a:lnTo>
                  <a:pt x="65590" y="131212"/>
                </a:lnTo>
                <a:close/>
                <a:moveTo>
                  <a:pt x="54512" y="162312"/>
                </a:moveTo>
                <a:lnTo>
                  <a:pt x="56347" y="164019"/>
                </a:lnTo>
                <a:lnTo>
                  <a:pt x="53594" y="163166"/>
                </a:lnTo>
                <a:close/>
                <a:moveTo>
                  <a:pt x="48126" y="385244"/>
                </a:moveTo>
                <a:lnTo>
                  <a:pt x="49566" y="385672"/>
                </a:lnTo>
                <a:lnTo>
                  <a:pt x="47406" y="385458"/>
                </a:lnTo>
                <a:close/>
                <a:moveTo>
                  <a:pt x="48481" y="111470"/>
                </a:moveTo>
                <a:lnTo>
                  <a:pt x="50327" y="113116"/>
                </a:lnTo>
                <a:lnTo>
                  <a:pt x="47558" y="112293"/>
                </a:lnTo>
                <a:close/>
                <a:moveTo>
                  <a:pt x="33693" y="307861"/>
                </a:moveTo>
                <a:lnTo>
                  <a:pt x="34133" y="309023"/>
                </a:lnTo>
                <a:lnTo>
                  <a:pt x="33473" y="308442"/>
                </a:lnTo>
                <a:close/>
                <a:moveTo>
                  <a:pt x="47255" y="401294"/>
                </a:moveTo>
                <a:lnTo>
                  <a:pt x="47734" y="401889"/>
                </a:lnTo>
                <a:lnTo>
                  <a:pt x="47016" y="401592"/>
                </a:lnTo>
                <a:close/>
                <a:moveTo>
                  <a:pt x="54338" y="267613"/>
                </a:moveTo>
                <a:lnTo>
                  <a:pt x="55520" y="269370"/>
                </a:lnTo>
                <a:lnTo>
                  <a:pt x="53747" y="268492"/>
                </a:lnTo>
                <a:close/>
                <a:moveTo>
                  <a:pt x="6033" y="380260"/>
                </a:moveTo>
                <a:lnTo>
                  <a:pt x="6590" y="380924"/>
                </a:lnTo>
                <a:lnTo>
                  <a:pt x="5754" y="380592"/>
                </a:lnTo>
                <a:close/>
                <a:moveTo>
                  <a:pt x="47121" y="22343"/>
                </a:moveTo>
                <a:lnTo>
                  <a:pt x="48887" y="23105"/>
                </a:lnTo>
                <a:lnTo>
                  <a:pt x="46238" y="22724"/>
                </a:lnTo>
                <a:close/>
                <a:moveTo>
                  <a:pt x="56798" y="262192"/>
                </a:moveTo>
                <a:lnTo>
                  <a:pt x="57621" y="263679"/>
                </a:lnTo>
                <a:lnTo>
                  <a:pt x="56386" y="262935"/>
                </a:lnTo>
                <a:close/>
                <a:moveTo>
                  <a:pt x="65350" y="345347"/>
                </a:moveTo>
                <a:lnTo>
                  <a:pt x="65873" y="346310"/>
                </a:lnTo>
                <a:lnTo>
                  <a:pt x="65088" y="345829"/>
                </a:lnTo>
                <a:close/>
                <a:moveTo>
                  <a:pt x="5784" y="195987"/>
                </a:moveTo>
                <a:lnTo>
                  <a:pt x="6656" y="197081"/>
                </a:lnTo>
                <a:lnTo>
                  <a:pt x="5348" y="196534"/>
                </a:lnTo>
                <a:close/>
                <a:moveTo>
                  <a:pt x="61809" y="325405"/>
                </a:moveTo>
                <a:lnTo>
                  <a:pt x="63627" y="325789"/>
                </a:lnTo>
                <a:lnTo>
                  <a:pt x="60900" y="325597"/>
                </a:lnTo>
                <a:close/>
                <a:moveTo>
                  <a:pt x="35039" y="181708"/>
                </a:moveTo>
                <a:lnTo>
                  <a:pt x="36731" y="183338"/>
                </a:lnTo>
                <a:lnTo>
                  <a:pt x="34193" y="182523"/>
                </a:lnTo>
                <a:close/>
                <a:moveTo>
                  <a:pt x="1593" y="376763"/>
                </a:moveTo>
                <a:lnTo>
                  <a:pt x="2555" y="377112"/>
                </a:lnTo>
                <a:lnTo>
                  <a:pt x="1112" y="376938"/>
                </a:lnTo>
                <a:close/>
                <a:moveTo>
                  <a:pt x="44431" y="233684"/>
                </a:moveTo>
                <a:lnTo>
                  <a:pt x="46558" y="235189"/>
                </a:lnTo>
                <a:lnTo>
                  <a:pt x="43367" y="234436"/>
                </a:lnTo>
                <a:close/>
                <a:moveTo>
                  <a:pt x="33878" y="340566"/>
                </a:moveTo>
                <a:lnTo>
                  <a:pt x="35875" y="341640"/>
                </a:lnTo>
                <a:lnTo>
                  <a:pt x="32879" y="341103"/>
                </a:lnTo>
                <a:close/>
                <a:moveTo>
                  <a:pt x="23327" y="285240"/>
                </a:moveTo>
                <a:lnTo>
                  <a:pt x="25251" y="286608"/>
                </a:lnTo>
                <a:lnTo>
                  <a:pt x="22365" y="285924"/>
                </a:lnTo>
                <a:close/>
                <a:moveTo>
                  <a:pt x="44363" y="71376"/>
                </a:moveTo>
                <a:lnTo>
                  <a:pt x="46061" y="72575"/>
                </a:lnTo>
                <a:lnTo>
                  <a:pt x="43514" y="71976"/>
                </a:lnTo>
                <a:close/>
                <a:moveTo>
                  <a:pt x="51712" y="200551"/>
                </a:moveTo>
                <a:lnTo>
                  <a:pt x="52132" y="201233"/>
                </a:lnTo>
                <a:lnTo>
                  <a:pt x="51501" y="200892"/>
                </a:lnTo>
                <a:close/>
                <a:moveTo>
                  <a:pt x="42511" y="67909"/>
                </a:moveTo>
                <a:lnTo>
                  <a:pt x="43464" y="68823"/>
                </a:lnTo>
                <a:lnTo>
                  <a:pt x="42035" y="68366"/>
                </a:lnTo>
                <a:close/>
                <a:moveTo>
                  <a:pt x="11059" y="122840"/>
                </a:moveTo>
                <a:lnTo>
                  <a:pt x="12241" y="124509"/>
                </a:lnTo>
                <a:lnTo>
                  <a:pt x="10468" y="123674"/>
                </a:lnTo>
                <a:close/>
                <a:moveTo>
                  <a:pt x="51403" y="44441"/>
                </a:moveTo>
                <a:lnTo>
                  <a:pt x="52476" y="45955"/>
                </a:lnTo>
                <a:lnTo>
                  <a:pt x="50866" y="45198"/>
                </a:lnTo>
                <a:close/>
                <a:moveTo>
                  <a:pt x="1073" y="309368"/>
                </a:moveTo>
                <a:lnTo>
                  <a:pt x="2752" y="310044"/>
                </a:lnTo>
                <a:lnTo>
                  <a:pt x="234" y="309706"/>
                </a:lnTo>
                <a:close/>
                <a:moveTo>
                  <a:pt x="2023" y="134925"/>
                </a:moveTo>
                <a:lnTo>
                  <a:pt x="2980" y="136222"/>
                </a:lnTo>
                <a:lnTo>
                  <a:pt x="1544" y="135573"/>
                </a:lnTo>
                <a:close/>
                <a:moveTo>
                  <a:pt x="6408" y="72554"/>
                </a:moveTo>
                <a:lnTo>
                  <a:pt x="8093" y="72914"/>
                </a:lnTo>
                <a:lnTo>
                  <a:pt x="5566" y="72734"/>
                </a:lnTo>
                <a:close/>
                <a:moveTo>
                  <a:pt x="42705" y="162310"/>
                </a:moveTo>
                <a:lnTo>
                  <a:pt x="43675" y="163223"/>
                </a:lnTo>
                <a:lnTo>
                  <a:pt x="42219" y="162766"/>
                </a:lnTo>
                <a:close/>
                <a:moveTo>
                  <a:pt x="24925" y="346914"/>
                </a:moveTo>
                <a:lnTo>
                  <a:pt x="26968" y="348068"/>
                </a:lnTo>
                <a:lnTo>
                  <a:pt x="23903" y="347491"/>
                </a:lnTo>
                <a:close/>
                <a:moveTo>
                  <a:pt x="48983" y="368791"/>
                </a:moveTo>
                <a:lnTo>
                  <a:pt x="49534" y="369794"/>
                </a:lnTo>
                <a:lnTo>
                  <a:pt x="48707" y="369293"/>
                </a:lnTo>
                <a:close/>
                <a:moveTo>
                  <a:pt x="2956" y="330059"/>
                </a:moveTo>
                <a:lnTo>
                  <a:pt x="4960" y="330563"/>
                </a:lnTo>
                <a:lnTo>
                  <a:pt x="1954" y="330311"/>
                </a:lnTo>
                <a:close/>
                <a:moveTo>
                  <a:pt x="30658" y="271449"/>
                </a:moveTo>
                <a:lnTo>
                  <a:pt x="31992" y="271831"/>
                </a:lnTo>
                <a:lnTo>
                  <a:pt x="29990" y="271640"/>
                </a:lnTo>
                <a:close/>
                <a:moveTo>
                  <a:pt x="29672" y="147804"/>
                </a:moveTo>
                <a:lnTo>
                  <a:pt x="31137" y="149443"/>
                </a:lnTo>
                <a:lnTo>
                  <a:pt x="28940" y="148623"/>
                </a:lnTo>
                <a:close/>
                <a:moveTo>
                  <a:pt x="6568" y="236057"/>
                </a:moveTo>
                <a:lnTo>
                  <a:pt x="7773" y="236937"/>
                </a:lnTo>
                <a:lnTo>
                  <a:pt x="5966" y="236497"/>
                </a:lnTo>
                <a:close/>
                <a:moveTo>
                  <a:pt x="14550" y="197123"/>
                </a:moveTo>
                <a:lnTo>
                  <a:pt x="15118" y="198434"/>
                </a:lnTo>
                <a:lnTo>
                  <a:pt x="14265" y="197779"/>
                </a:lnTo>
                <a:close/>
                <a:moveTo>
                  <a:pt x="21685" y="380966"/>
                </a:moveTo>
                <a:lnTo>
                  <a:pt x="22485" y="381583"/>
                </a:lnTo>
                <a:lnTo>
                  <a:pt x="21285" y="381275"/>
                </a:lnTo>
                <a:close/>
                <a:moveTo>
                  <a:pt x="14227" y="317675"/>
                </a:moveTo>
                <a:lnTo>
                  <a:pt x="16132" y="319278"/>
                </a:lnTo>
                <a:lnTo>
                  <a:pt x="13274" y="318477"/>
                </a:lnTo>
                <a:close/>
                <a:moveTo>
                  <a:pt x="37182" y="278654"/>
                </a:moveTo>
                <a:lnTo>
                  <a:pt x="38191" y="279758"/>
                </a:lnTo>
                <a:lnTo>
                  <a:pt x="36677" y="279206"/>
                </a:lnTo>
                <a:close/>
                <a:moveTo>
                  <a:pt x="8965" y="381082"/>
                </a:moveTo>
                <a:lnTo>
                  <a:pt x="10101" y="382103"/>
                </a:lnTo>
                <a:lnTo>
                  <a:pt x="8396" y="381593"/>
                </a:lnTo>
                <a:close/>
                <a:moveTo>
                  <a:pt x="8275" y="224296"/>
                </a:moveTo>
                <a:lnTo>
                  <a:pt x="8988" y="226071"/>
                </a:lnTo>
                <a:lnTo>
                  <a:pt x="7919" y="225183"/>
                </a:lnTo>
                <a:close/>
                <a:moveTo>
                  <a:pt x="6279" y="154656"/>
                </a:moveTo>
                <a:lnTo>
                  <a:pt x="6774" y="155258"/>
                </a:lnTo>
                <a:lnTo>
                  <a:pt x="6032" y="154957"/>
                </a:lnTo>
                <a:close/>
                <a:moveTo>
                  <a:pt x="36206" y="29506"/>
                </a:moveTo>
                <a:lnTo>
                  <a:pt x="37729" y="30705"/>
                </a:lnTo>
                <a:lnTo>
                  <a:pt x="35445" y="30106"/>
                </a:lnTo>
                <a:close/>
                <a:moveTo>
                  <a:pt x="54699" y="149130"/>
                </a:moveTo>
                <a:lnTo>
                  <a:pt x="56225" y="149936"/>
                </a:lnTo>
                <a:lnTo>
                  <a:pt x="53936" y="149533"/>
                </a:lnTo>
                <a:close/>
                <a:moveTo>
                  <a:pt x="49207" y="431412"/>
                </a:moveTo>
                <a:lnTo>
                  <a:pt x="49887" y="432733"/>
                </a:lnTo>
                <a:lnTo>
                  <a:pt x="48867" y="432072"/>
                </a:lnTo>
                <a:close/>
                <a:moveTo>
                  <a:pt x="56879" y="108172"/>
                </a:moveTo>
                <a:lnTo>
                  <a:pt x="57321" y="109240"/>
                </a:lnTo>
                <a:lnTo>
                  <a:pt x="56658" y="108706"/>
                </a:lnTo>
                <a:close/>
                <a:moveTo>
                  <a:pt x="36805" y="266922"/>
                </a:moveTo>
                <a:lnTo>
                  <a:pt x="38563" y="267722"/>
                </a:lnTo>
                <a:lnTo>
                  <a:pt x="35926" y="267322"/>
                </a:lnTo>
                <a:close/>
                <a:moveTo>
                  <a:pt x="57515" y="311205"/>
                </a:moveTo>
                <a:lnTo>
                  <a:pt x="58318" y="311853"/>
                </a:lnTo>
                <a:lnTo>
                  <a:pt x="57114" y="311529"/>
                </a:lnTo>
                <a:close/>
                <a:moveTo>
                  <a:pt x="32762" y="374725"/>
                </a:moveTo>
                <a:lnTo>
                  <a:pt x="34731" y="375822"/>
                </a:lnTo>
                <a:lnTo>
                  <a:pt x="31777" y="375274"/>
                </a:lnTo>
                <a:close/>
                <a:moveTo>
                  <a:pt x="38091" y="216137"/>
                </a:moveTo>
                <a:lnTo>
                  <a:pt x="39824" y="216471"/>
                </a:lnTo>
                <a:lnTo>
                  <a:pt x="37224" y="216304"/>
                </a:lnTo>
                <a:close/>
                <a:moveTo>
                  <a:pt x="50639" y="225297"/>
                </a:moveTo>
                <a:lnTo>
                  <a:pt x="52031" y="226879"/>
                </a:lnTo>
                <a:lnTo>
                  <a:pt x="49944" y="226088"/>
                </a:lnTo>
                <a:close/>
                <a:moveTo>
                  <a:pt x="8627" y="223499"/>
                </a:moveTo>
                <a:lnTo>
                  <a:pt x="10737" y="224167"/>
                </a:lnTo>
                <a:lnTo>
                  <a:pt x="7572" y="223833"/>
                </a:lnTo>
                <a:close/>
                <a:moveTo>
                  <a:pt x="44215" y="121024"/>
                </a:moveTo>
                <a:lnTo>
                  <a:pt x="45986" y="122282"/>
                </a:lnTo>
                <a:lnTo>
                  <a:pt x="43330" y="121653"/>
                </a:lnTo>
                <a:close/>
                <a:moveTo>
                  <a:pt x="10820" y="60573"/>
                </a:moveTo>
                <a:lnTo>
                  <a:pt x="11811" y="61540"/>
                </a:lnTo>
                <a:lnTo>
                  <a:pt x="10324" y="61056"/>
                </a:lnTo>
                <a:close/>
                <a:moveTo>
                  <a:pt x="56903" y="411871"/>
                </a:moveTo>
                <a:lnTo>
                  <a:pt x="58275" y="412306"/>
                </a:lnTo>
                <a:lnTo>
                  <a:pt x="56216" y="412089"/>
                </a:lnTo>
                <a:close/>
                <a:moveTo>
                  <a:pt x="33202" y="412525"/>
                </a:moveTo>
                <a:lnTo>
                  <a:pt x="33697" y="413487"/>
                </a:lnTo>
                <a:lnTo>
                  <a:pt x="32955" y="413006"/>
                </a:lnTo>
                <a:close/>
                <a:moveTo>
                  <a:pt x="19726" y="282298"/>
                </a:moveTo>
                <a:lnTo>
                  <a:pt x="20467" y="282665"/>
                </a:lnTo>
                <a:lnTo>
                  <a:pt x="19355" y="282482"/>
                </a:lnTo>
                <a:close/>
                <a:moveTo>
                  <a:pt x="14120" y="229194"/>
                </a:moveTo>
                <a:lnTo>
                  <a:pt x="15250" y="230760"/>
                </a:lnTo>
                <a:lnTo>
                  <a:pt x="13555" y="229977"/>
                </a:lnTo>
                <a:close/>
                <a:moveTo>
                  <a:pt x="15955" y="284293"/>
                </a:moveTo>
                <a:lnTo>
                  <a:pt x="18019" y="284632"/>
                </a:lnTo>
                <a:lnTo>
                  <a:pt x="14923" y="284463"/>
                </a:lnTo>
                <a:close/>
                <a:moveTo>
                  <a:pt x="35461" y="90697"/>
                </a:moveTo>
                <a:lnTo>
                  <a:pt x="36524" y="91385"/>
                </a:lnTo>
                <a:lnTo>
                  <a:pt x="34929" y="91041"/>
                </a:lnTo>
                <a:close/>
                <a:moveTo>
                  <a:pt x="54155" y="112175"/>
                </a:moveTo>
                <a:lnTo>
                  <a:pt x="56323" y="112785"/>
                </a:lnTo>
                <a:lnTo>
                  <a:pt x="53070" y="112480"/>
                </a:lnTo>
                <a:close/>
                <a:moveTo>
                  <a:pt x="21697" y="279068"/>
                </a:moveTo>
                <a:lnTo>
                  <a:pt x="22277" y="279627"/>
                </a:lnTo>
                <a:lnTo>
                  <a:pt x="21407" y="279347"/>
                </a:lnTo>
                <a:close/>
                <a:moveTo>
                  <a:pt x="24460" y="289784"/>
                </a:moveTo>
                <a:lnTo>
                  <a:pt x="26329" y="290968"/>
                </a:lnTo>
                <a:lnTo>
                  <a:pt x="23525" y="290376"/>
                </a:lnTo>
                <a:close/>
                <a:moveTo>
                  <a:pt x="21116" y="246039"/>
                </a:moveTo>
                <a:lnTo>
                  <a:pt x="23283" y="246892"/>
                </a:lnTo>
                <a:lnTo>
                  <a:pt x="20032" y="246466"/>
                </a:lnTo>
                <a:close/>
                <a:moveTo>
                  <a:pt x="9014" y="16691"/>
                </a:moveTo>
                <a:lnTo>
                  <a:pt x="10201" y="18415"/>
                </a:lnTo>
                <a:lnTo>
                  <a:pt x="8420" y="17553"/>
                </a:lnTo>
                <a:close/>
                <a:moveTo>
                  <a:pt x="66939" y="303655"/>
                </a:moveTo>
                <a:lnTo>
                  <a:pt x="67719" y="304521"/>
                </a:lnTo>
                <a:lnTo>
                  <a:pt x="66550" y="304088"/>
                </a:lnTo>
                <a:close/>
                <a:moveTo>
                  <a:pt x="15966" y="191667"/>
                </a:moveTo>
                <a:lnTo>
                  <a:pt x="17742" y="192013"/>
                </a:lnTo>
                <a:lnTo>
                  <a:pt x="15078" y="191840"/>
                </a:lnTo>
                <a:close/>
                <a:moveTo>
                  <a:pt x="37539" y="93712"/>
                </a:moveTo>
                <a:lnTo>
                  <a:pt x="39034" y="95197"/>
                </a:lnTo>
                <a:lnTo>
                  <a:pt x="36792" y="94455"/>
                </a:lnTo>
                <a:close/>
                <a:moveTo>
                  <a:pt x="54663" y="151643"/>
                </a:moveTo>
                <a:lnTo>
                  <a:pt x="56672" y="151964"/>
                </a:lnTo>
                <a:lnTo>
                  <a:pt x="53658" y="151804"/>
                </a:lnTo>
                <a:close/>
                <a:moveTo>
                  <a:pt x="21744" y="64252"/>
                </a:moveTo>
                <a:lnTo>
                  <a:pt x="23359" y="65278"/>
                </a:lnTo>
                <a:lnTo>
                  <a:pt x="20937" y="64765"/>
                </a:lnTo>
                <a:close/>
                <a:moveTo>
                  <a:pt x="43246" y="24639"/>
                </a:moveTo>
                <a:lnTo>
                  <a:pt x="43787" y="26063"/>
                </a:lnTo>
                <a:lnTo>
                  <a:pt x="42975" y="25351"/>
                </a:lnTo>
                <a:close/>
                <a:moveTo>
                  <a:pt x="46470" y="401891"/>
                </a:moveTo>
                <a:lnTo>
                  <a:pt x="47622" y="403087"/>
                </a:lnTo>
                <a:lnTo>
                  <a:pt x="45894" y="402489"/>
                </a:lnTo>
                <a:close/>
                <a:moveTo>
                  <a:pt x="31090" y="383003"/>
                </a:moveTo>
                <a:lnTo>
                  <a:pt x="31987" y="384040"/>
                </a:lnTo>
                <a:lnTo>
                  <a:pt x="30642" y="383521"/>
                </a:lnTo>
                <a:close/>
                <a:moveTo>
                  <a:pt x="56198" y="162797"/>
                </a:moveTo>
                <a:lnTo>
                  <a:pt x="57351" y="163246"/>
                </a:lnTo>
                <a:lnTo>
                  <a:pt x="55622" y="163021"/>
                </a:lnTo>
                <a:close/>
                <a:moveTo>
                  <a:pt x="68372" y="218833"/>
                </a:moveTo>
                <a:lnTo>
                  <a:pt x="69593" y="219381"/>
                </a:lnTo>
                <a:lnTo>
                  <a:pt x="67762" y="219107"/>
                </a:lnTo>
                <a:close/>
                <a:moveTo>
                  <a:pt x="29756" y="153588"/>
                </a:moveTo>
                <a:lnTo>
                  <a:pt x="30450" y="154432"/>
                </a:lnTo>
                <a:lnTo>
                  <a:pt x="29408" y="154010"/>
                </a:lnTo>
                <a:close/>
                <a:moveTo>
                  <a:pt x="25855" y="280150"/>
                </a:moveTo>
                <a:lnTo>
                  <a:pt x="26341" y="281939"/>
                </a:lnTo>
                <a:lnTo>
                  <a:pt x="25612" y="281045"/>
                </a:lnTo>
                <a:close/>
                <a:moveTo>
                  <a:pt x="60116" y="4337"/>
                </a:moveTo>
                <a:lnTo>
                  <a:pt x="61307" y="5738"/>
                </a:lnTo>
                <a:lnTo>
                  <a:pt x="59521" y="5037"/>
                </a:lnTo>
                <a:close/>
                <a:moveTo>
                  <a:pt x="3939" y="389142"/>
                </a:moveTo>
                <a:lnTo>
                  <a:pt x="6080" y="389546"/>
                </a:lnTo>
                <a:lnTo>
                  <a:pt x="2868" y="389344"/>
                </a:lnTo>
                <a:close/>
                <a:moveTo>
                  <a:pt x="23686" y="422944"/>
                </a:moveTo>
                <a:lnTo>
                  <a:pt x="24562" y="424350"/>
                </a:lnTo>
                <a:lnTo>
                  <a:pt x="23248" y="423647"/>
                </a:lnTo>
                <a:close/>
                <a:moveTo>
                  <a:pt x="57199" y="1674"/>
                </a:moveTo>
                <a:lnTo>
                  <a:pt x="58434" y="2468"/>
                </a:lnTo>
                <a:lnTo>
                  <a:pt x="56582" y="2071"/>
                </a:lnTo>
                <a:close/>
                <a:moveTo>
                  <a:pt x="58772" y="34401"/>
                </a:moveTo>
                <a:lnTo>
                  <a:pt x="60361" y="34737"/>
                </a:lnTo>
                <a:lnTo>
                  <a:pt x="57977" y="34569"/>
                </a:lnTo>
                <a:close/>
                <a:moveTo>
                  <a:pt x="43569" y="207470"/>
                </a:moveTo>
                <a:lnTo>
                  <a:pt x="45634" y="209250"/>
                </a:lnTo>
                <a:lnTo>
                  <a:pt x="42536" y="208360"/>
                </a:lnTo>
                <a:close/>
                <a:moveTo>
                  <a:pt x="58652" y="305215"/>
                </a:moveTo>
                <a:lnTo>
                  <a:pt x="59700" y="306403"/>
                </a:lnTo>
                <a:lnTo>
                  <a:pt x="58128" y="305809"/>
                </a:lnTo>
                <a:close/>
                <a:moveTo>
                  <a:pt x="30769" y="324209"/>
                </a:moveTo>
                <a:lnTo>
                  <a:pt x="32924" y="325497"/>
                </a:lnTo>
                <a:lnTo>
                  <a:pt x="29691" y="324853"/>
                </a:lnTo>
                <a:close/>
                <a:moveTo>
                  <a:pt x="11384" y="240815"/>
                </a:moveTo>
                <a:lnTo>
                  <a:pt x="12717" y="242460"/>
                </a:lnTo>
                <a:lnTo>
                  <a:pt x="10717" y="241638"/>
                </a:lnTo>
                <a:close/>
                <a:moveTo>
                  <a:pt x="23554" y="173205"/>
                </a:moveTo>
                <a:lnTo>
                  <a:pt x="25189" y="174412"/>
                </a:lnTo>
                <a:lnTo>
                  <a:pt x="22736" y="173809"/>
                </a:lnTo>
                <a:close/>
                <a:moveTo>
                  <a:pt x="35627" y="262747"/>
                </a:moveTo>
                <a:lnTo>
                  <a:pt x="36400" y="263182"/>
                </a:lnTo>
                <a:lnTo>
                  <a:pt x="35240" y="262964"/>
                </a:lnTo>
                <a:close/>
                <a:moveTo>
                  <a:pt x="31600" y="231401"/>
                </a:moveTo>
                <a:lnTo>
                  <a:pt x="33299" y="232296"/>
                </a:lnTo>
                <a:lnTo>
                  <a:pt x="30750" y="231848"/>
                </a:lnTo>
                <a:close/>
                <a:moveTo>
                  <a:pt x="24552" y="418755"/>
                </a:moveTo>
                <a:lnTo>
                  <a:pt x="26583" y="419370"/>
                </a:lnTo>
                <a:lnTo>
                  <a:pt x="23537" y="419062"/>
                </a:lnTo>
                <a:close/>
                <a:moveTo>
                  <a:pt x="60925" y="149034"/>
                </a:moveTo>
                <a:lnTo>
                  <a:pt x="61371" y="150529"/>
                </a:lnTo>
                <a:lnTo>
                  <a:pt x="60702" y="149782"/>
                </a:lnTo>
                <a:close/>
                <a:moveTo>
                  <a:pt x="37950" y="406925"/>
                </a:moveTo>
                <a:lnTo>
                  <a:pt x="39104" y="407286"/>
                </a:lnTo>
                <a:lnTo>
                  <a:pt x="37373" y="407105"/>
                </a:lnTo>
                <a:close/>
                <a:moveTo>
                  <a:pt x="28499" y="304135"/>
                </a:moveTo>
                <a:lnTo>
                  <a:pt x="29282" y="305422"/>
                </a:lnTo>
                <a:lnTo>
                  <a:pt x="28108" y="304778"/>
                </a:lnTo>
                <a:close/>
                <a:moveTo>
                  <a:pt x="17048" y="292060"/>
                </a:moveTo>
                <a:lnTo>
                  <a:pt x="17419" y="293422"/>
                </a:lnTo>
                <a:lnTo>
                  <a:pt x="16862" y="292741"/>
                </a:lnTo>
                <a:close/>
                <a:moveTo>
                  <a:pt x="15383" y="169047"/>
                </a:moveTo>
                <a:lnTo>
                  <a:pt x="17525" y="169504"/>
                </a:lnTo>
                <a:lnTo>
                  <a:pt x="14312" y="169275"/>
                </a:lnTo>
                <a:close/>
                <a:moveTo>
                  <a:pt x="6353" y="423428"/>
                </a:moveTo>
                <a:lnTo>
                  <a:pt x="8206" y="424579"/>
                </a:lnTo>
                <a:lnTo>
                  <a:pt x="5427" y="424004"/>
                </a:lnTo>
                <a:close/>
                <a:moveTo>
                  <a:pt x="37856" y="200920"/>
                </a:moveTo>
                <a:lnTo>
                  <a:pt x="39397" y="202445"/>
                </a:lnTo>
                <a:lnTo>
                  <a:pt x="37085" y="201683"/>
                </a:lnTo>
                <a:close/>
                <a:moveTo>
                  <a:pt x="10623" y="156027"/>
                </a:moveTo>
                <a:lnTo>
                  <a:pt x="11904" y="156564"/>
                </a:lnTo>
                <a:lnTo>
                  <a:pt x="9983" y="156295"/>
                </a:lnTo>
                <a:close/>
                <a:moveTo>
                  <a:pt x="8669" y="281322"/>
                </a:moveTo>
                <a:lnTo>
                  <a:pt x="10839" y="282843"/>
                </a:lnTo>
                <a:lnTo>
                  <a:pt x="7584" y="282082"/>
                </a:lnTo>
                <a:close/>
                <a:moveTo>
                  <a:pt x="23260" y="146994"/>
                </a:moveTo>
                <a:lnTo>
                  <a:pt x="25438" y="148526"/>
                </a:lnTo>
                <a:lnTo>
                  <a:pt x="22171" y="147760"/>
                </a:lnTo>
                <a:close/>
                <a:moveTo>
                  <a:pt x="42797" y="34830"/>
                </a:moveTo>
                <a:lnTo>
                  <a:pt x="43389" y="36253"/>
                </a:lnTo>
                <a:lnTo>
                  <a:pt x="42501" y="35541"/>
                </a:lnTo>
                <a:close/>
                <a:moveTo>
                  <a:pt x="26806" y="288783"/>
                </a:moveTo>
                <a:lnTo>
                  <a:pt x="27460" y="290110"/>
                </a:lnTo>
                <a:lnTo>
                  <a:pt x="26479" y="289447"/>
                </a:lnTo>
                <a:close/>
                <a:moveTo>
                  <a:pt x="37024" y="47967"/>
                </a:moveTo>
                <a:lnTo>
                  <a:pt x="37612" y="48641"/>
                </a:lnTo>
                <a:lnTo>
                  <a:pt x="36731" y="48304"/>
                </a:lnTo>
                <a:close/>
                <a:moveTo>
                  <a:pt x="28619" y="235774"/>
                </a:moveTo>
                <a:lnTo>
                  <a:pt x="30720" y="236358"/>
                </a:lnTo>
                <a:lnTo>
                  <a:pt x="27569" y="236066"/>
                </a:lnTo>
                <a:close/>
                <a:moveTo>
                  <a:pt x="14659" y="231815"/>
                </a:moveTo>
                <a:lnTo>
                  <a:pt x="15421" y="232123"/>
                </a:lnTo>
                <a:lnTo>
                  <a:pt x="14278" y="231969"/>
                </a:lnTo>
                <a:close/>
                <a:moveTo>
                  <a:pt x="36501" y="179948"/>
                </a:moveTo>
                <a:lnTo>
                  <a:pt x="38056" y="181012"/>
                </a:lnTo>
                <a:lnTo>
                  <a:pt x="35723" y="180480"/>
                </a:lnTo>
                <a:close/>
                <a:moveTo>
                  <a:pt x="6224" y="192235"/>
                </a:moveTo>
                <a:lnTo>
                  <a:pt x="6744" y="192649"/>
                </a:lnTo>
                <a:lnTo>
                  <a:pt x="5964" y="192442"/>
                </a:lnTo>
                <a:close/>
                <a:moveTo>
                  <a:pt x="61167" y="396137"/>
                </a:moveTo>
                <a:lnTo>
                  <a:pt x="63287" y="397537"/>
                </a:lnTo>
                <a:lnTo>
                  <a:pt x="60107" y="396837"/>
                </a:lnTo>
                <a:close/>
                <a:moveTo>
                  <a:pt x="43991" y="219994"/>
                </a:moveTo>
                <a:lnTo>
                  <a:pt x="45309" y="220772"/>
                </a:lnTo>
                <a:lnTo>
                  <a:pt x="43332" y="220383"/>
                </a:lnTo>
                <a:close/>
                <a:moveTo>
                  <a:pt x="62157" y="202514"/>
                </a:moveTo>
                <a:lnTo>
                  <a:pt x="64196" y="203356"/>
                </a:lnTo>
                <a:lnTo>
                  <a:pt x="61137" y="202935"/>
                </a:lnTo>
                <a:close/>
                <a:moveTo>
                  <a:pt x="18547" y="278813"/>
                </a:moveTo>
                <a:lnTo>
                  <a:pt x="20199" y="279842"/>
                </a:lnTo>
                <a:lnTo>
                  <a:pt x="17720" y="279328"/>
                </a:lnTo>
                <a:close/>
                <a:moveTo>
                  <a:pt x="16462" y="36559"/>
                </a:moveTo>
                <a:lnTo>
                  <a:pt x="17980" y="37061"/>
                </a:lnTo>
                <a:lnTo>
                  <a:pt x="15703" y="36810"/>
                </a:lnTo>
                <a:close/>
                <a:moveTo>
                  <a:pt x="60295" y="200764"/>
                </a:moveTo>
                <a:lnTo>
                  <a:pt x="61983" y="201470"/>
                </a:lnTo>
                <a:lnTo>
                  <a:pt x="59451" y="201117"/>
                </a:lnTo>
                <a:close/>
                <a:moveTo>
                  <a:pt x="64582" y="105136"/>
                </a:moveTo>
                <a:lnTo>
                  <a:pt x="66766" y="105532"/>
                </a:lnTo>
                <a:lnTo>
                  <a:pt x="63490" y="105334"/>
                </a:lnTo>
                <a:close/>
                <a:moveTo>
                  <a:pt x="52653" y="130478"/>
                </a:moveTo>
                <a:lnTo>
                  <a:pt x="54739" y="131683"/>
                </a:lnTo>
                <a:lnTo>
                  <a:pt x="51609" y="131080"/>
                </a:lnTo>
                <a:close/>
                <a:moveTo>
                  <a:pt x="52448" y="238609"/>
                </a:moveTo>
                <a:lnTo>
                  <a:pt x="54215" y="239334"/>
                </a:lnTo>
                <a:lnTo>
                  <a:pt x="51564" y="238971"/>
                </a:lnTo>
                <a:close/>
                <a:moveTo>
                  <a:pt x="27554" y="289643"/>
                </a:moveTo>
                <a:lnTo>
                  <a:pt x="28015" y="290375"/>
                </a:lnTo>
                <a:lnTo>
                  <a:pt x="27323" y="290009"/>
                </a:lnTo>
                <a:close/>
                <a:moveTo>
                  <a:pt x="14872" y="76712"/>
                </a:moveTo>
                <a:lnTo>
                  <a:pt x="15691" y="77050"/>
                </a:lnTo>
                <a:lnTo>
                  <a:pt x="14462" y="76881"/>
                </a:lnTo>
                <a:close/>
                <a:moveTo>
                  <a:pt x="40044" y="183644"/>
                </a:moveTo>
                <a:lnTo>
                  <a:pt x="41763" y="185385"/>
                </a:lnTo>
                <a:lnTo>
                  <a:pt x="39184" y="184515"/>
                </a:lnTo>
                <a:close/>
                <a:moveTo>
                  <a:pt x="42878" y="287255"/>
                </a:moveTo>
                <a:lnTo>
                  <a:pt x="44885" y="288999"/>
                </a:lnTo>
                <a:lnTo>
                  <a:pt x="41875" y="288127"/>
                </a:lnTo>
                <a:close/>
                <a:moveTo>
                  <a:pt x="32082" y="377356"/>
                </a:moveTo>
                <a:lnTo>
                  <a:pt x="33221" y="378347"/>
                </a:lnTo>
                <a:lnTo>
                  <a:pt x="31513" y="377852"/>
                </a:lnTo>
                <a:close/>
                <a:moveTo>
                  <a:pt x="18879" y="324984"/>
                </a:moveTo>
                <a:lnTo>
                  <a:pt x="19695" y="325757"/>
                </a:lnTo>
                <a:lnTo>
                  <a:pt x="18472" y="325370"/>
                </a:lnTo>
                <a:close/>
                <a:moveTo>
                  <a:pt x="32177" y="7099"/>
                </a:moveTo>
                <a:lnTo>
                  <a:pt x="34043" y="7400"/>
                </a:lnTo>
                <a:lnTo>
                  <a:pt x="31244" y="7250"/>
                </a:lnTo>
                <a:close/>
                <a:moveTo>
                  <a:pt x="10429" y="391908"/>
                </a:moveTo>
                <a:lnTo>
                  <a:pt x="12211" y="392240"/>
                </a:lnTo>
                <a:lnTo>
                  <a:pt x="9538" y="392074"/>
                </a:lnTo>
                <a:close/>
                <a:moveTo>
                  <a:pt x="16473" y="180183"/>
                </a:moveTo>
                <a:lnTo>
                  <a:pt x="16857" y="180834"/>
                </a:lnTo>
                <a:lnTo>
                  <a:pt x="16280" y="180508"/>
                </a:lnTo>
                <a:close/>
                <a:moveTo>
                  <a:pt x="25229" y="428404"/>
                </a:moveTo>
                <a:lnTo>
                  <a:pt x="25676" y="429752"/>
                </a:lnTo>
                <a:lnTo>
                  <a:pt x="25006" y="429078"/>
                </a:lnTo>
                <a:close/>
                <a:moveTo>
                  <a:pt x="15894" y="273560"/>
                </a:moveTo>
                <a:lnTo>
                  <a:pt x="16265" y="274990"/>
                </a:lnTo>
                <a:lnTo>
                  <a:pt x="15708" y="274275"/>
                </a:lnTo>
                <a:close/>
                <a:moveTo>
                  <a:pt x="65739" y="27028"/>
                </a:moveTo>
                <a:lnTo>
                  <a:pt x="67889" y="28618"/>
                </a:lnTo>
                <a:lnTo>
                  <a:pt x="64664" y="27823"/>
                </a:lnTo>
                <a:close/>
                <a:moveTo>
                  <a:pt x="22676" y="211166"/>
                </a:moveTo>
                <a:lnTo>
                  <a:pt x="23036" y="211738"/>
                </a:lnTo>
                <a:lnTo>
                  <a:pt x="22497" y="211452"/>
                </a:lnTo>
                <a:close/>
                <a:moveTo>
                  <a:pt x="5059" y="150287"/>
                </a:moveTo>
                <a:lnTo>
                  <a:pt x="5873" y="150691"/>
                </a:lnTo>
                <a:lnTo>
                  <a:pt x="4652" y="150489"/>
                </a:lnTo>
                <a:close/>
                <a:moveTo>
                  <a:pt x="5480" y="80562"/>
                </a:moveTo>
                <a:lnTo>
                  <a:pt x="5937" y="81066"/>
                </a:lnTo>
                <a:lnTo>
                  <a:pt x="5251" y="80814"/>
                </a:lnTo>
                <a:close/>
                <a:moveTo>
                  <a:pt x="59707" y="185689"/>
                </a:moveTo>
                <a:lnTo>
                  <a:pt x="60219" y="187288"/>
                </a:lnTo>
                <a:lnTo>
                  <a:pt x="59451" y="186488"/>
                </a:lnTo>
                <a:close/>
                <a:moveTo>
                  <a:pt x="13111" y="97675"/>
                </a:moveTo>
                <a:lnTo>
                  <a:pt x="13541" y="99231"/>
                </a:lnTo>
                <a:lnTo>
                  <a:pt x="12895" y="98453"/>
                </a:lnTo>
                <a:close/>
                <a:moveTo>
                  <a:pt x="32404" y="253386"/>
                </a:moveTo>
                <a:lnTo>
                  <a:pt x="33700" y="254965"/>
                </a:lnTo>
                <a:lnTo>
                  <a:pt x="31756" y="254176"/>
                </a:lnTo>
                <a:close/>
                <a:moveTo>
                  <a:pt x="64206" y="349969"/>
                </a:moveTo>
                <a:lnTo>
                  <a:pt x="65541" y="351314"/>
                </a:lnTo>
                <a:lnTo>
                  <a:pt x="63539" y="350642"/>
                </a:lnTo>
                <a:close/>
                <a:moveTo>
                  <a:pt x="16241" y="377018"/>
                </a:moveTo>
                <a:lnTo>
                  <a:pt x="17547" y="377357"/>
                </a:lnTo>
                <a:lnTo>
                  <a:pt x="15588" y="377187"/>
                </a:lnTo>
                <a:close/>
                <a:moveTo>
                  <a:pt x="24192" y="413813"/>
                </a:moveTo>
                <a:lnTo>
                  <a:pt x="25082" y="414293"/>
                </a:lnTo>
                <a:lnTo>
                  <a:pt x="23747" y="414053"/>
                </a:lnTo>
                <a:close/>
                <a:moveTo>
                  <a:pt x="70065" y="186889"/>
                </a:moveTo>
                <a:lnTo>
                  <a:pt x="71477" y="187732"/>
                </a:lnTo>
                <a:lnTo>
                  <a:pt x="69359" y="187310"/>
                </a:lnTo>
                <a:close/>
                <a:moveTo>
                  <a:pt x="19280" y="140700"/>
                </a:moveTo>
                <a:lnTo>
                  <a:pt x="21356" y="141733"/>
                </a:lnTo>
                <a:lnTo>
                  <a:pt x="18242" y="141217"/>
                </a:lnTo>
                <a:close/>
                <a:moveTo>
                  <a:pt x="50909" y="268264"/>
                </a:moveTo>
                <a:lnTo>
                  <a:pt x="51714" y="269923"/>
                </a:lnTo>
                <a:lnTo>
                  <a:pt x="50507" y="269093"/>
                </a:lnTo>
                <a:close/>
                <a:moveTo>
                  <a:pt x="65295" y="60720"/>
                </a:moveTo>
                <a:lnTo>
                  <a:pt x="65734" y="62108"/>
                </a:lnTo>
                <a:lnTo>
                  <a:pt x="65075" y="61414"/>
                </a:lnTo>
                <a:close/>
                <a:moveTo>
                  <a:pt x="11610" y="378750"/>
                </a:moveTo>
                <a:lnTo>
                  <a:pt x="12862" y="379824"/>
                </a:lnTo>
                <a:lnTo>
                  <a:pt x="10985" y="379287"/>
                </a:lnTo>
                <a:close/>
                <a:moveTo>
                  <a:pt x="20351" y="242499"/>
                </a:moveTo>
                <a:lnTo>
                  <a:pt x="21279" y="242823"/>
                </a:lnTo>
                <a:lnTo>
                  <a:pt x="19887" y="242661"/>
                </a:lnTo>
                <a:close/>
                <a:moveTo>
                  <a:pt x="38523" y="381265"/>
                </a:moveTo>
                <a:lnTo>
                  <a:pt x="40106" y="382264"/>
                </a:lnTo>
                <a:lnTo>
                  <a:pt x="37732" y="381765"/>
                </a:lnTo>
                <a:close/>
                <a:moveTo>
                  <a:pt x="60489" y="20859"/>
                </a:moveTo>
                <a:lnTo>
                  <a:pt x="61233" y="21711"/>
                </a:lnTo>
                <a:lnTo>
                  <a:pt x="60117" y="21285"/>
                </a:lnTo>
                <a:close/>
                <a:moveTo>
                  <a:pt x="2641" y="39183"/>
                </a:moveTo>
                <a:lnTo>
                  <a:pt x="4471" y="40188"/>
                </a:lnTo>
                <a:lnTo>
                  <a:pt x="1726" y="39685"/>
                </a:lnTo>
                <a:close/>
                <a:moveTo>
                  <a:pt x="46895" y="80299"/>
                </a:moveTo>
                <a:lnTo>
                  <a:pt x="48928" y="81981"/>
                </a:lnTo>
                <a:lnTo>
                  <a:pt x="45879" y="81140"/>
                </a:lnTo>
                <a:close/>
                <a:moveTo>
                  <a:pt x="24759" y="86588"/>
                </a:moveTo>
                <a:lnTo>
                  <a:pt x="25748" y="87315"/>
                </a:lnTo>
                <a:lnTo>
                  <a:pt x="24265" y="86952"/>
                </a:lnTo>
                <a:close/>
                <a:moveTo>
                  <a:pt x="27890" y="299005"/>
                </a:moveTo>
                <a:lnTo>
                  <a:pt x="29658" y="300655"/>
                </a:lnTo>
                <a:lnTo>
                  <a:pt x="27006" y="299830"/>
                </a:lnTo>
                <a:close/>
                <a:moveTo>
                  <a:pt x="44120" y="359041"/>
                </a:moveTo>
                <a:lnTo>
                  <a:pt x="45670" y="359460"/>
                </a:lnTo>
                <a:lnTo>
                  <a:pt x="43345" y="359251"/>
                </a:lnTo>
                <a:close/>
                <a:moveTo>
                  <a:pt x="13169" y="103143"/>
                </a:moveTo>
                <a:lnTo>
                  <a:pt x="13717" y="103832"/>
                </a:lnTo>
                <a:lnTo>
                  <a:pt x="12894" y="103487"/>
                </a:lnTo>
                <a:close/>
                <a:moveTo>
                  <a:pt x="47932" y="324689"/>
                </a:moveTo>
                <a:lnTo>
                  <a:pt x="49114" y="325808"/>
                </a:lnTo>
                <a:lnTo>
                  <a:pt x="47342" y="325249"/>
                </a:lnTo>
                <a:close/>
                <a:moveTo>
                  <a:pt x="45977" y="298861"/>
                </a:moveTo>
                <a:lnTo>
                  <a:pt x="47120" y="299706"/>
                </a:lnTo>
                <a:lnTo>
                  <a:pt x="45405" y="299283"/>
                </a:lnTo>
                <a:close/>
                <a:moveTo>
                  <a:pt x="37572" y="253808"/>
                </a:moveTo>
                <a:lnTo>
                  <a:pt x="38174" y="254798"/>
                </a:lnTo>
                <a:lnTo>
                  <a:pt x="37271" y="254303"/>
                </a:lnTo>
                <a:close/>
                <a:moveTo>
                  <a:pt x="36176" y="332317"/>
                </a:moveTo>
                <a:lnTo>
                  <a:pt x="37054" y="334055"/>
                </a:lnTo>
                <a:lnTo>
                  <a:pt x="35737" y="333186"/>
                </a:lnTo>
                <a:close/>
                <a:moveTo>
                  <a:pt x="51675" y="271709"/>
                </a:moveTo>
                <a:lnTo>
                  <a:pt x="52952" y="272265"/>
                </a:lnTo>
                <a:lnTo>
                  <a:pt x="51036" y="271987"/>
                </a:lnTo>
                <a:close/>
                <a:moveTo>
                  <a:pt x="24923" y="135316"/>
                </a:moveTo>
                <a:lnTo>
                  <a:pt x="26154" y="135726"/>
                </a:lnTo>
                <a:lnTo>
                  <a:pt x="24307" y="135521"/>
                </a:lnTo>
                <a:close/>
                <a:moveTo>
                  <a:pt x="2539" y="435655"/>
                </a:moveTo>
                <a:lnTo>
                  <a:pt x="2904" y="436405"/>
                </a:lnTo>
                <a:lnTo>
                  <a:pt x="2357" y="436030"/>
                </a:lnTo>
                <a:close/>
                <a:moveTo>
                  <a:pt x="29301" y="431309"/>
                </a:moveTo>
                <a:lnTo>
                  <a:pt x="30283" y="432042"/>
                </a:lnTo>
                <a:lnTo>
                  <a:pt x="28811" y="431676"/>
                </a:lnTo>
                <a:close/>
                <a:moveTo>
                  <a:pt x="35024" y="274255"/>
                </a:moveTo>
                <a:lnTo>
                  <a:pt x="36995" y="275589"/>
                </a:lnTo>
                <a:lnTo>
                  <a:pt x="34039" y="274922"/>
                </a:lnTo>
                <a:close/>
                <a:moveTo>
                  <a:pt x="6394" y="394154"/>
                </a:moveTo>
                <a:lnTo>
                  <a:pt x="8424" y="394610"/>
                </a:lnTo>
                <a:lnTo>
                  <a:pt x="5379" y="394382"/>
                </a:lnTo>
                <a:close/>
                <a:moveTo>
                  <a:pt x="58468" y="399327"/>
                </a:moveTo>
                <a:lnTo>
                  <a:pt x="60374" y="401024"/>
                </a:lnTo>
                <a:lnTo>
                  <a:pt x="57515" y="400176"/>
                </a:lnTo>
                <a:close/>
                <a:moveTo>
                  <a:pt x="22575" y="277950"/>
                </a:moveTo>
                <a:lnTo>
                  <a:pt x="24365" y="279498"/>
                </a:lnTo>
                <a:lnTo>
                  <a:pt x="21680" y="278724"/>
                </a:lnTo>
                <a:close/>
                <a:moveTo>
                  <a:pt x="43310" y="386295"/>
                </a:moveTo>
                <a:lnTo>
                  <a:pt x="44881" y="387169"/>
                </a:lnTo>
                <a:lnTo>
                  <a:pt x="42524" y="386732"/>
                </a:lnTo>
                <a:close/>
                <a:moveTo>
                  <a:pt x="67311" y="179233"/>
                </a:moveTo>
                <a:lnTo>
                  <a:pt x="67854" y="180903"/>
                </a:lnTo>
                <a:lnTo>
                  <a:pt x="67039" y="180068"/>
                </a:lnTo>
                <a:close/>
                <a:moveTo>
                  <a:pt x="27064" y="346993"/>
                </a:moveTo>
                <a:lnTo>
                  <a:pt x="29054" y="348465"/>
                </a:lnTo>
                <a:lnTo>
                  <a:pt x="26069" y="347729"/>
                </a:lnTo>
                <a:close/>
                <a:moveTo>
                  <a:pt x="49324" y="141790"/>
                </a:moveTo>
                <a:lnTo>
                  <a:pt x="50613" y="142681"/>
                </a:lnTo>
                <a:lnTo>
                  <a:pt x="48680" y="142236"/>
                </a:lnTo>
                <a:close/>
                <a:moveTo>
                  <a:pt x="57671" y="137002"/>
                </a:moveTo>
                <a:lnTo>
                  <a:pt x="58834" y="138465"/>
                </a:lnTo>
                <a:lnTo>
                  <a:pt x="57089" y="137734"/>
                </a:lnTo>
                <a:close/>
                <a:moveTo>
                  <a:pt x="9007" y="343972"/>
                </a:moveTo>
                <a:lnTo>
                  <a:pt x="10381" y="345289"/>
                </a:lnTo>
                <a:lnTo>
                  <a:pt x="8319" y="344630"/>
                </a:lnTo>
                <a:close/>
                <a:moveTo>
                  <a:pt x="48711" y="106296"/>
                </a:moveTo>
                <a:lnTo>
                  <a:pt x="50706" y="107526"/>
                </a:lnTo>
                <a:lnTo>
                  <a:pt x="47714" y="106911"/>
                </a:lnTo>
                <a:close/>
                <a:moveTo>
                  <a:pt x="26058" y="46383"/>
                </a:moveTo>
                <a:lnTo>
                  <a:pt x="26788" y="46735"/>
                </a:lnTo>
                <a:lnTo>
                  <a:pt x="25692" y="46559"/>
                </a:lnTo>
                <a:close/>
                <a:moveTo>
                  <a:pt x="21438" y="59703"/>
                </a:moveTo>
                <a:lnTo>
                  <a:pt x="21844" y="60082"/>
                </a:lnTo>
                <a:lnTo>
                  <a:pt x="21235" y="59893"/>
                </a:lnTo>
                <a:close/>
                <a:moveTo>
                  <a:pt x="8247" y="94956"/>
                </a:moveTo>
                <a:lnTo>
                  <a:pt x="8774" y="95719"/>
                </a:lnTo>
                <a:lnTo>
                  <a:pt x="7984" y="95337"/>
                </a:lnTo>
                <a:close/>
                <a:moveTo>
                  <a:pt x="8526" y="68799"/>
                </a:moveTo>
                <a:lnTo>
                  <a:pt x="9951" y="69662"/>
                </a:lnTo>
                <a:lnTo>
                  <a:pt x="7813" y="69231"/>
                </a:lnTo>
                <a:close/>
                <a:moveTo>
                  <a:pt x="48937" y="100853"/>
                </a:moveTo>
                <a:lnTo>
                  <a:pt x="50492" y="101575"/>
                </a:lnTo>
                <a:lnTo>
                  <a:pt x="48159" y="101214"/>
                </a:lnTo>
                <a:close/>
                <a:moveTo>
                  <a:pt x="31074" y="110440"/>
                </a:moveTo>
                <a:lnTo>
                  <a:pt x="31592" y="112237"/>
                </a:lnTo>
                <a:lnTo>
                  <a:pt x="30815" y="111338"/>
                </a:lnTo>
                <a:close/>
                <a:moveTo>
                  <a:pt x="19148" y="1016"/>
                </a:moveTo>
                <a:lnTo>
                  <a:pt x="20638" y="1401"/>
                </a:lnTo>
                <a:lnTo>
                  <a:pt x="18403" y="1209"/>
                </a:lnTo>
                <a:close/>
                <a:moveTo>
                  <a:pt x="8235" y="99226"/>
                </a:moveTo>
                <a:lnTo>
                  <a:pt x="8960" y="100086"/>
                </a:lnTo>
                <a:lnTo>
                  <a:pt x="7873" y="99656"/>
                </a:lnTo>
                <a:close/>
                <a:moveTo>
                  <a:pt x="24539" y="134724"/>
                </a:moveTo>
                <a:lnTo>
                  <a:pt x="26328" y="135596"/>
                </a:lnTo>
                <a:lnTo>
                  <a:pt x="23645" y="135160"/>
                </a:lnTo>
                <a:close/>
                <a:moveTo>
                  <a:pt x="64064" y="306549"/>
                </a:moveTo>
                <a:lnTo>
                  <a:pt x="66051" y="307497"/>
                </a:lnTo>
                <a:lnTo>
                  <a:pt x="63071" y="307023"/>
                </a:lnTo>
                <a:close/>
                <a:moveTo>
                  <a:pt x="24668" y="253449"/>
                </a:moveTo>
                <a:lnTo>
                  <a:pt x="26865" y="253868"/>
                </a:lnTo>
                <a:lnTo>
                  <a:pt x="23569" y="253658"/>
                </a:lnTo>
                <a:close/>
                <a:moveTo>
                  <a:pt x="48779" y="360360"/>
                </a:moveTo>
                <a:lnTo>
                  <a:pt x="50151" y="360846"/>
                </a:lnTo>
                <a:lnTo>
                  <a:pt x="48093" y="360603"/>
                </a:lnTo>
                <a:close/>
                <a:moveTo>
                  <a:pt x="70940" y="142843"/>
                </a:moveTo>
                <a:lnTo>
                  <a:pt x="72996" y="143856"/>
                </a:lnTo>
                <a:lnTo>
                  <a:pt x="69913" y="143350"/>
                </a:lnTo>
                <a:close/>
                <a:moveTo>
                  <a:pt x="9334" y="233001"/>
                </a:moveTo>
                <a:lnTo>
                  <a:pt x="10230" y="233764"/>
                </a:lnTo>
                <a:lnTo>
                  <a:pt x="8886" y="233383"/>
                </a:lnTo>
                <a:close/>
                <a:moveTo>
                  <a:pt x="63444" y="393521"/>
                </a:moveTo>
                <a:lnTo>
                  <a:pt x="64859" y="394805"/>
                </a:lnTo>
                <a:lnTo>
                  <a:pt x="62737" y="394163"/>
                </a:lnTo>
                <a:close/>
                <a:moveTo>
                  <a:pt x="47601" y="196170"/>
                </a:moveTo>
                <a:lnTo>
                  <a:pt x="49371" y="197381"/>
                </a:lnTo>
                <a:lnTo>
                  <a:pt x="46716" y="196775"/>
                </a:lnTo>
                <a:close/>
                <a:moveTo>
                  <a:pt x="70548" y="350611"/>
                </a:moveTo>
                <a:lnTo>
                  <a:pt x="72539" y="350967"/>
                </a:lnTo>
                <a:lnTo>
                  <a:pt x="69553" y="350789"/>
                </a:lnTo>
                <a:close/>
                <a:moveTo>
                  <a:pt x="33769" y="66160"/>
                </a:moveTo>
                <a:lnTo>
                  <a:pt x="34685" y="66570"/>
                </a:lnTo>
                <a:lnTo>
                  <a:pt x="33312" y="66365"/>
                </a:lnTo>
                <a:close/>
                <a:moveTo>
                  <a:pt x="61875" y="198979"/>
                </a:moveTo>
                <a:lnTo>
                  <a:pt x="63256" y="200519"/>
                </a:lnTo>
                <a:lnTo>
                  <a:pt x="61185" y="199749"/>
                </a:lnTo>
                <a:close/>
                <a:moveTo>
                  <a:pt x="54932" y="379097"/>
                </a:moveTo>
                <a:lnTo>
                  <a:pt x="55349" y="379549"/>
                </a:lnTo>
                <a:lnTo>
                  <a:pt x="54723" y="379323"/>
                </a:lnTo>
                <a:close/>
                <a:moveTo>
                  <a:pt x="34281" y="255764"/>
                </a:moveTo>
                <a:lnTo>
                  <a:pt x="36453" y="256590"/>
                </a:lnTo>
                <a:lnTo>
                  <a:pt x="33195" y="256177"/>
                </a:lnTo>
                <a:close/>
                <a:moveTo>
                  <a:pt x="10738" y="106909"/>
                </a:moveTo>
                <a:lnTo>
                  <a:pt x="11320" y="108329"/>
                </a:lnTo>
                <a:lnTo>
                  <a:pt x="10447" y="107619"/>
                </a:lnTo>
                <a:close/>
                <a:moveTo>
                  <a:pt x="39247" y="109067"/>
                </a:moveTo>
                <a:lnTo>
                  <a:pt x="40997" y="109941"/>
                </a:lnTo>
                <a:lnTo>
                  <a:pt x="38373" y="109504"/>
                </a:lnTo>
                <a:close/>
                <a:moveTo>
                  <a:pt x="14854" y="31403"/>
                </a:moveTo>
                <a:lnTo>
                  <a:pt x="16642" y="32947"/>
                </a:lnTo>
                <a:lnTo>
                  <a:pt x="13960" y="32175"/>
                </a:lnTo>
                <a:close/>
                <a:moveTo>
                  <a:pt x="50795" y="419089"/>
                </a:moveTo>
                <a:lnTo>
                  <a:pt x="52928" y="419397"/>
                </a:lnTo>
                <a:lnTo>
                  <a:pt x="49729" y="419243"/>
                </a:lnTo>
                <a:close/>
                <a:moveTo>
                  <a:pt x="10451" y="219623"/>
                </a:moveTo>
                <a:lnTo>
                  <a:pt x="11756" y="220454"/>
                </a:lnTo>
                <a:lnTo>
                  <a:pt x="9798" y="220038"/>
                </a:lnTo>
                <a:close/>
                <a:moveTo>
                  <a:pt x="16218" y="115965"/>
                </a:moveTo>
                <a:lnTo>
                  <a:pt x="18373" y="117004"/>
                </a:lnTo>
                <a:lnTo>
                  <a:pt x="15141" y="116484"/>
                </a:lnTo>
                <a:close/>
                <a:moveTo>
                  <a:pt x="30554" y="323292"/>
                </a:moveTo>
                <a:lnTo>
                  <a:pt x="32259" y="324792"/>
                </a:lnTo>
                <a:lnTo>
                  <a:pt x="29702" y="324042"/>
                </a:lnTo>
                <a:close/>
                <a:moveTo>
                  <a:pt x="55930" y="134558"/>
                </a:moveTo>
                <a:lnTo>
                  <a:pt x="56733" y="135611"/>
                </a:lnTo>
                <a:lnTo>
                  <a:pt x="55528" y="135084"/>
                </a:lnTo>
                <a:close/>
                <a:moveTo>
                  <a:pt x="52793" y="116980"/>
                </a:moveTo>
                <a:lnTo>
                  <a:pt x="54821" y="117462"/>
                </a:lnTo>
                <a:lnTo>
                  <a:pt x="51780" y="117221"/>
                </a:lnTo>
                <a:close/>
                <a:moveTo>
                  <a:pt x="17366" y="168276"/>
                </a:moveTo>
                <a:lnTo>
                  <a:pt x="18044" y="168773"/>
                </a:lnTo>
                <a:lnTo>
                  <a:pt x="17027" y="168525"/>
                </a:lnTo>
                <a:close/>
                <a:moveTo>
                  <a:pt x="22909" y="3501"/>
                </a:moveTo>
                <a:lnTo>
                  <a:pt x="24372" y="4624"/>
                </a:lnTo>
                <a:lnTo>
                  <a:pt x="22178" y="4063"/>
                </a:lnTo>
                <a:close/>
                <a:moveTo>
                  <a:pt x="11103" y="323600"/>
                </a:moveTo>
                <a:lnTo>
                  <a:pt x="12215" y="324722"/>
                </a:lnTo>
                <a:lnTo>
                  <a:pt x="10546" y="324161"/>
                </a:lnTo>
                <a:close/>
                <a:moveTo>
                  <a:pt x="62990" y="218517"/>
                </a:moveTo>
                <a:lnTo>
                  <a:pt x="63541" y="219318"/>
                </a:lnTo>
                <a:lnTo>
                  <a:pt x="62714" y="218918"/>
                </a:lnTo>
                <a:close/>
                <a:moveTo>
                  <a:pt x="11806" y="387833"/>
                </a:moveTo>
                <a:lnTo>
                  <a:pt x="12596" y="388240"/>
                </a:lnTo>
                <a:lnTo>
                  <a:pt x="11411" y="388037"/>
                </a:lnTo>
                <a:close/>
                <a:moveTo>
                  <a:pt x="32645" y="146461"/>
                </a:moveTo>
                <a:lnTo>
                  <a:pt x="34443" y="146794"/>
                </a:lnTo>
                <a:lnTo>
                  <a:pt x="31746" y="146628"/>
                </a:lnTo>
                <a:close/>
                <a:moveTo>
                  <a:pt x="16689" y="137492"/>
                </a:moveTo>
                <a:lnTo>
                  <a:pt x="17239" y="138562"/>
                </a:lnTo>
                <a:lnTo>
                  <a:pt x="16415" y="138027"/>
                </a:lnTo>
                <a:close/>
                <a:moveTo>
                  <a:pt x="63688" y="403110"/>
                </a:moveTo>
                <a:lnTo>
                  <a:pt x="65122" y="403426"/>
                </a:lnTo>
                <a:lnTo>
                  <a:pt x="62970" y="403268"/>
                </a:lnTo>
                <a:close/>
                <a:moveTo>
                  <a:pt x="45699" y="65198"/>
                </a:moveTo>
                <a:lnTo>
                  <a:pt x="47040" y="66428"/>
                </a:lnTo>
                <a:lnTo>
                  <a:pt x="45028" y="65813"/>
                </a:lnTo>
                <a:close/>
                <a:moveTo>
                  <a:pt x="67324" y="247949"/>
                </a:moveTo>
                <a:lnTo>
                  <a:pt x="68144" y="248378"/>
                </a:lnTo>
                <a:lnTo>
                  <a:pt x="66915" y="248163"/>
                </a:lnTo>
                <a:close/>
                <a:moveTo>
                  <a:pt x="53730" y="154506"/>
                </a:moveTo>
                <a:lnTo>
                  <a:pt x="54659" y="155620"/>
                </a:lnTo>
                <a:lnTo>
                  <a:pt x="53266" y="155063"/>
                </a:lnTo>
                <a:close/>
                <a:moveTo>
                  <a:pt x="48074" y="264274"/>
                </a:moveTo>
                <a:lnTo>
                  <a:pt x="48446" y="265829"/>
                </a:lnTo>
                <a:lnTo>
                  <a:pt x="47888" y="265051"/>
                </a:lnTo>
                <a:close/>
                <a:moveTo>
                  <a:pt x="47378" y="379846"/>
                </a:moveTo>
                <a:lnTo>
                  <a:pt x="48964" y="381132"/>
                </a:lnTo>
                <a:lnTo>
                  <a:pt x="46584" y="380489"/>
                </a:lnTo>
                <a:close/>
                <a:moveTo>
                  <a:pt x="20024" y="151309"/>
                </a:moveTo>
                <a:lnTo>
                  <a:pt x="22101" y="152080"/>
                </a:lnTo>
                <a:lnTo>
                  <a:pt x="18985" y="151694"/>
                </a:lnTo>
                <a:close/>
                <a:moveTo>
                  <a:pt x="64839" y="113608"/>
                </a:moveTo>
                <a:lnTo>
                  <a:pt x="66034" y="115355"/>
                </a:lnTo>
                <a:lnTo>
                  <a:pt x="64241" y="114482"/>
                </a:lnTo>
                <a:close/>
                <a:moveTo>
                  <a:pt x="45877" y="227286"/>
                </a:moveTo>
                <a:lnTo>
                  <a:pt x="46245" y="228178"/>
                </a:lnTo>
                <a:lnTo>
                  <a:pt x="45693" y="227732"/>
                </a:lnTo>
                <a:close/>
                <a:moveTo>
                  <a:pt x="10253" y="247237"/>
                </a:moveTo>
                <a:lnTo>
                  <a:pt x="12413" y="247927"/>
                </a:lnTo>
                <a:lnTo>
                  <a:pt x="9173" y="247582"/>
                </a:lnTo>
                <a:close/>
                <a:moveTo>
                  <a:pt x="66138" y="403836"/>
                </a:moveTo>
                <a:lnTo>
                  <a:pt x="66807" y="405465"/>
                </a:lnTo>
                <a:lnTo>
                  <a:pt x="65803" y="404650"/>
                </a:lnTo>
                <a:close/>
                <a:moveTo>
                  <a:pt x="50844" y="72943"/>
                </a:moveTo>
                <a:lnTo>
                  <a:pt x="51460" y="74164"/>
                </a:lnTo>
                <a:lnTo>
                  <a:pt x="50537" y="73554"/>
                </a:lnTo>
                <a:close/>
                <a:moveTo>
                  <a:pt x="62033" y="131759"/>
                </a:moveTo>
                <a:lnTo>
                  <a:pt x="63808" y="133020"/>
                </a:lnTo>
                <a:lnTo>
                  <a:pt x="61146" y="132389"/>
                </a:lnTo>
                <a:close/>
                <a:moveTo>
                  <a:pt x="9963" y="308054"/>
                </a:moveTo>
                <a:lnTo>
                  <a:pt x="10848" y="308609"/>
                </a:lnTo>
                <a:lnTo>
                  <a:pt x="9520" y="308332"/>
                </a:lnTo>
                <a:close/>
                <a:moveTo>
                  <a:pt x="33129" y="15192"/>
                </a:moveTo>
                <a:lnTo>
                  <a:pt x="35096" y="15546"/>
                </a:lnTo>
                <a:lnTo>
                  <a:pt x="32146" y="15369"/>
                </a:lnTo>
                <a:close/>
                <a:moveTo>
                  <a:pt x="69983" y="430935"/>
                </a:moveTo>
                <a:lnTo>
                  <a:pt x="71980" y="432129"/>
                </a:lnTo>
                <a:lnTo>
                  <a:pt x="68984" y="431532"/>
                </a:lnTo>
                <a:close/>
                <a:moveTo>
                  <a:pt x="70190" y="19288"/>
                </a:moveTo>
                <a:lnTo>
                  <a:pt x="71226" y="20300"/>
                </a:lnTo>
                <a:lnTo>
                  <a:pt x="69672" y="19794"/>
                </a:lnTo>
                <a:close/>
                <a:moveTo>
                  <a:pt x="12425" y="300119"/>
                </a:moveTo>
                <a:lnTo>
                  <a:pt x="14289" y="301089"/>
                </a:lnTo>
                <a:lnTo>
                  <a:pt x="11493" y="300604"/>
                </a:lnTo>
                <a:close/>
                <a:moveTo>
                  <a:pt x="4947" y="144546"/>
                </a:moveTo>
                <a:lnTo>
                  <a:pt x="6884" y="146326"/>
                </a:lnTo>
                <a:lnTo>
                  <a:pt x="3978" y="145436"/>
                </a:lnTo>
                <a:close/>
                <a:moveTo>
                  <a:pt x="27981" y="5912"/>
                </a:moveTo>
                <a:lnTo>
                  <a:pt x="29940" y="7269"/>
                </a:lnTo>
                <a:lnTo>
                  <a:pt x="27002" y="6590"/>
                </a:lnTo>
                <a:close/>
                <a:moveTo>
                  <a:pt x="3935" y="218746"/>
                </a:moveTo>
                <a:lnTo>
                  <a:pt x="4957" y="220532"/>
                </a:lnTo>
                <a:lnTo>
                  <a:pt x="3424" y="219639"/>
                </a:lnTo>
                <a:close/>
                <a:moveTo>
                  <a:pt x="41060" y="406017"/>
                </a:moveTo>
                <a:lnTo>
                  <a:pt x="42182" y="406837"/>
                </a:lnTo>
                <a:lnTo>
                  <a:pt x="40499" y="406427"/>
                </a:lnTo>
                <a:close/>
                <a:moveTo>
                  <a:pt x="38122" y="38721"/>
                </a:moveTo>
                <a:lnTo>
                  <a:pt x="39221" y="39493"/>
                </a:lnTo>
                <a:lnTo>
                  <a:pt x="37572" y="39107"/>
                </a:lnTo>
                <a:close/>
                <a:moveTo>
                  <a:pt x="13449" y="365671"/>
                </a:moveTo>
                <a:lnTo>
                  <a:pt x="14860" y="367050"/>
                </a:lnTo>
                <a:lnTo>
                  <a:pt x="12743" y="366361"/>
                </a:lnTo>
                <a:close/>
                <a:moveTo>
                  <a:pt x="43435" y="97980"/>
                </a:moveTo>
                <a:lnTo>
                  <a:pt x="44300" y="98557"/>
                </a:lnTo>
                <a:lnTo>
                  <a:pt x="43002" y="98268"/>
                </a:lnTo>
                <a:close/>
                <a:moveTo>
                  <a:pt x="45095" y="133709"/>
                </a:moveTo>
                <a:lnTo>
                  <a:pt x="45685" y="135241"/>
                </a:lnTo>
                <a:lnTo>
                  <a:pt x="44800" y="134475"/>
                </a:lnTo>
                <a:close/>
                <a:moveTo>
                  <a:pt x="10175" y="426418"/>
                </a:moveTo>
                <a:lnTo>
                  <a:pt x="11133" y="427729"/>
                </a:lnTo>
                <a:lnTo>
                  <a:pt x="9697" y="427074"/>
                </a:lnTo>
                <a:close/>
                <a:moveTo>
                  <a:pt x="70013" y="106271"/>
                </a:moveTo>
                <a:lnTo>
                  <a:pt x="71989" y="107069"/>
                </a:lnTo>
                <a:lnTo>
                  <a:pt x="69026" y="106670"/>
                </a:lnTo>
                <a:close/>
                <a:moveTo>
                  <a:pt x="38552" y="197993"/>
                </a:moveTo>
                <a:lnTo>
                  <a:pt x="39902" y="199319"/>
                </a:lnTo>
                <a:lnTo>
                  <a:pt x="37876" y="198656"/>
                </a:lnTo>
                <a:close/>
                <a:moveTo>
                  <a:pt x="54778" y="165634"/>
                </a:moveTo>
                <a:lnTo>
                  <a:pt x="56413" y="167247"/>
                </a:lnTo>
                <a:lnTo>
                  <a:pt x="53961" y="166441"/>
                </a:lnTo>
                <a:close/>
                <a:moveTo>
                  <a:pt x="36759" y="205324"/>
                </a:moveTo>
                <a:lnTo>
                  <a:pt x="37966" y="205899"/>
                </a:lnTo>
                <a:lnTo>
                  <a:pt x="36155" y="205612"/>
                </a:lnTo>
                <a:close/>
                <a:moveTo>
                  <a:pt x="43604" y="114775"/>
                </a:moveTo>
                <a:lnTo>
                  <a:pt x="44643" y="116470"/>
                </a:lnTo>
                <a:lnTo>
                  <a:pt x="43084" y="115622"/>
                </a:lnTo>
                <a:close/>
                <a:moveTo>
                  <a:pt x="21276" y="145373"/>
                </a:moveTo>
                <a:lnTo>
                  <a:pt x="22844" y="146579"/>
                </a:lnTo>
                <a:lnTo>
                  <a:pt x="20493" y="145976"/>
                </a:lnTo>
                <a:close/>
                <a:moveTo>
                  <a:pt x="60528" y="54967"/>
                </a:moveTo>
                <a:lnTo>
                  <a:pt x="61362" y="55530"/>
                </a:lnTo>
                <a:lnTo>
                  <a:pt x="60111" y="55248"/>
                </a:lnTo>
                <a:close/>
                <a:moveTo>
                  <a:pt x="11018" y="172197"/>
                </a:moveTo>
                <a:lnTo>
                  <a:pt x="12790" y="173745"/>
                </a:lnTo>
                <a:lnTo>
                  <a:pt x="10132" y="172971"/>
                </a:lnTo>
                <a:close/>
                <a:moveTo>
                  <a:pt x="14907" y="309822"/>
                </a:moveTo>
                <a:lnTo>
                  <a:pt x="15605" y="310802"/>
                </a:lnTo>
                <a:lnTo>
                  <a:pt x="14557" y="310312"/>
                </a:lnTo>
                <a:close/>
                <a:moveTo>
                  <a:pt x="9963" y="103831"/>
                </a:moveTo>
                <a:lnTo>
                  <a:pt x="11819" y="105208"/>
                </a:lnTo>
                <a:lnTo>
                  <a:pt x="9035" y="104520"/>
                </a:lnTo>
                <a:close/>
                <a:moveTo>
                  <a:pt x="35669" y="387492"/>
                </a:moveTo>
                <a:lnTo>
                  <a:pt x="36224" y="388237"/>
                </a:lnTo>
                <a:lnTo>
                  <a:pt x="35391" y="387864"/>
                </a:lnTo>
                <a:close/>
                <a:moveTo>
                  <a:pt x="48309" y="56310"/>
                </a:moveTo>
                <a:lnTo>
                  <a:pt x="49487" y="57251"/>
                </a:lnTo>
                <a:lnTo>
                  <a:pt x="47721" y="56781"/>
                </a:lnTo>
                <a:close/>
                <a:moveTo>
                  <a:pt x="13390" y="120550"/>
                </a:moveTo>
                <a:lnTo>
                  <a:pt x="14223" y="121664"/>
                </a:lnTo>
                <a:lnTo>
                  <a:pt x="12974" y="121107"/>
                </a:lnTo>
                <a:close/>
                <a:moveTo>
                  <a:pt x="24792" y="248362"/>
                </a:moveTo>
                <a:lnTo>
                  <a:pt x="25751" y="249744"/>
                </a:lnTo>
                <a:lnTo>
                  <a:pt x="24313" y="249053"/>
                </a:lnTo>
                <a:close/>
                <a:moveTo>
                  <a:pt x="62518" y="269061"/>
                </a:moveTo>
                <a:lnTo>
                  <a:pt x="64412" y="270058"/>
                </a:lnTo>
                <a:lnTo>
                  <a:pt x="61571" y="269559"/>
                </a:lnTo>
                <a:close/>
                <a:moveTo>
                  <a:pt x="6973" y="391693"/>
                </a:moveTo>
                <a:lnTo>
                  <a:pt x="7689" y="392105"/>
                </a:lnTo>
                <a:lnTo>
                  <a:pt x="6615" y="391899"/>
                </a:lnTo>
                <a:close/>
                <a:moveTo>
                  <a:pt x="53321" y="41093"/>
                </a:moveTo>
                <a:lnTo>
                  <a:pt x="54615" y="42035"/>
                </a:lnTo>
                <a:lnTo>
                  <a:pt x="52674" y="41564"/>
                </a:lnTo>
                <a:close/>
                <a:moveTo>
                  <a:pt x="4693" y="198014"/>
                </a:moveTo>
                <a:lnTo>
                  <a:pt x="5253" y="199364"/>
                </a:lnTo>
                <a:lnTo>
                  <a:pt x="4412" y="198689"/>
                </a:lnTo>
                <a:close/>
                <a:moveTo>
                  <a:pt x="60034" y="182736"/>
                </a:moveTo>
                <a:lnTo>
                  <a:pt x="61418" y="183625"/>
                </a:lnTo>
                <a:lnTo>
                  <a:pt x="59342" y="183180"/>
                </a:lnTo>
                <a:close/>
                <a:moveTo>
                  <a:pt x="42934" y="423331"/>
                </a:moveTo>
                <a:lnTo>
                  <a:pt x="43721" y="424525"/>
                </a:lnTo>
                <a:lnTo>
                  <a:pt x="42541" y="423928"/>
                </a:lnTo>
                <a:close/>
                <a:moveTo>
                  <a:pt x="2022" y="400302"/>
                </a:moveTo>
                <a:lnTo>
                  <a:pt x="2476" y="401243"/>
                </a:lnTo>
                <a:lnTo>
                  <a:pt x="1795" y="400773"/>
                </a:lnTo>
                <a:close/>
                <a:moveTo>
                  <a:pt x="26742" y="238549"/>
                </a:moveTo>
                <a:lnTo>
                  <a:pt x="27555" y="239120"/>
                </a:lnTo>
                <a:lnTo>
                  <a:pt x="26335" y="238835"/>
                </a:lnTo>
                <a:close/>
                <a:moveTo>
                  <a:pt x="37976" y="356114"/>
                </a:moveTo>
                <a:lnTo>
                  <a:pt x="40119" y="357034"/>
                </a:lnTo>
                <a:lnTo>
                  <a:pt x="36904" y="356574"/>
                </a:lnTo>
                <a:close/>
                <a:moveTo>
                  <a:pt x="18170" y="140480"/>
                </a:moveTo>
                <a:lnTo>
                  <a:pt x="18738" y="142090"/>
                </a:lnTo>
                <a:lnTo>
                  <a:pt x="17886" y="141285"/>
                </a:lnTo>
                <a:close/>
                <a:moveTo>
                  <a:pt x="57287" y="60370"/>
                </a:moveTo>
                <a:lnTo>
                  <a:pt x="59324" y="61415"/>
                </a:lnTo>
                <a:lnTo>
                  <a:pt x="56269" y="60893"/>
                </a:lnTo>
                <a:close/>
                <a:moveTo>
                  <a:pt x="42595" y="275661"/>
                </a:moveTo>
                <a:lnTo>
                  <a:pt x="44330" y="276280"/>
                </a:lnTo>
                <a:lnTo>
                  <a:pt x="41727" y="275971"/>
                </a:lnTo>
                <a:close/>
                <a:moveTo>
                  <a:pt x="25937" y="240206"/>
                </a:moveTo>
                <a:lnTo>
                  <a:pt x="27453" y="241590"/>
                </a:lnTo>
                <a:lnTo>
                  <a:pt x="25179" y="240898"/>
                </a:lnTo>
                <a:close/>
                <a:moveTo>
                  <a:pt x="16845" y="85579"/>
                </a:moveTo>
                <a:lnTo>
                  <a:pt x="18444" y="86517"/>
                </a:lnTo>
                <a:lnTo>
                  <a:pt x="16046" y="86048"/>
                </a:lnTo>
                <a:close/>
                <a:moveTo>
                  <a:pt x="69338" y="417869"/>
                </a:moveTo>
                <a:lnTo>
                  <a:pt x="71464" y="419640"/>
                </a:lnTo>
                <a:lnTo>
                  <a:pt x="68275" y="418754"/>
                </a:lnTo>
                <a:close/>
                <a:moveTo>
                  <a:pt x="63068" y="347379"/>
                </a:moveTo>
                <a:lnTo>
                  <a:pt x="63514" y="348875"/>
                </a:lnTo>
                <a:lnTo>
                  <a:pt x="62844" y="348127"/>
                </a:lnTo>
                <a:close/>
                <a:moveTo>
                  <a:pt x="59869" y="74542"/>
                </a:moveTo>
                <a:lnTo>
                  <a:pt x="60424" y="76196"/>
                </a:lnTo>
                <a:lnTo>
                  <a:pt x="59592" y="75369"/>
                </a:lnTo>
                <a:close/>
                <a:moveTo>
                  <a:pt x="13223" y="20938"/>
                </a:moveTo>
                <a:lnTo>
                  <a:pt x="14232" y="21762"/>
                </a:lnTo>
                <a:lnTo>
                  <a:pt x="12718" y="21350"/>
                </a:lnTo>
                <a:close/>
                <a:moveTo>
                  <a:pt x="22257" y="81484"/>
                </a:moveTo>
                <a:lnTo>
                  <a:pt x="23452" y="83049"/>
                </a:lnTo>
                <a:lnTo>
                  <a:pt x="21660" y="82266"/>
                </a:lnTo>
                <a:close/>
                <a:moveTo>
                  <a:pt x="3522" y="209341"/>
                </a:moveTo>
                <a:lnTo>
                  <a:pt x="5609" y="210854"/>
                </a:lnTo>
                <a:lnTo>
                  <a:pt x="2478" y="210097"/>
                </a:lnTo>
                <a:close/>
                <a:moveTo>
                  <a:pt x="3026" y="248553"/>
                </a:moveTo>
                <a:lnTo>
                  <a:pt x="3735" y="249083"/>
                </a:lnTo>
                <a:lnTo>
                  <a:pt x="2671" y="248818"/>
                </a:lnTo>
                <a:close/>
                <a:moveTo>
                  <a:pt x="61690" y="399664"/>
                </a:moveTo>
                <a:lnTo>
                  <a:pt x="63883" y="399988"/>
                </a:lnTo>
                <a:lnTo>
                  <a:pt x="60593" y="399826"/>
                </a:lnTo>
                <a:close/>
                <a:moveTo>
                  <a:pt x="2212" y="147788"/>
                </a:moveTo>
                <a:lnTo>
                  <a:pt x="3254" y="148250"/>
                </a:lnTo>
                <a:lnTo>
                  <a:pt x="1691" y="148019"/>
                </a:lnTo>
                <a:close/>
                <a:moveTo>
                  <a:pt x="65055" y="203394"/>
                </a:moveTo>
                <a:lnTo>
                  <a:pt x="67228" y="203762"/>
                </a:lnTo>
                <a:lnTo>
                  <a:pt x="63968" y="203578"/>
                </a:lnTo>
                <a:close/>
                <a:moveTo>
                  <a:pt x="33823" y="45616"/>
                </a:moveTo>
                <a:lnTo>
                  <a:pt x="35971" y="47262"/>
                </a:lnTo>
                <a:lnTo>
                  <a:pt x="32749" y="46439"/>
                </a:lnTo>
                <a:close/>
                <a:moveTo>
                  <a:pt x="9180" y="154198"/>
                </a:moveTo>
                <a:lnTo>
                  <a:pt x="11329" y="155390"/>
                </a:lnTo>
                <a:lnTo>
                  <a:pt x="8106" y="154794"/>
                </a:lnTo>
                <a:close/>
                <a:moveTo>
                  <a:pt x="29040" y="266188"/>
                </a:moveTo>
                <a:lnTo>
                  <a:pt x="30261" y="267755"/>
                </a:lnTo>
                <a:lnTo>
                  <a:pt x="28430" y="266972"/>
                </a:lnTo>
                <a:close/>
                <a:moveTo>
                  <a:pt x="7427" y="250958"/>
                </a:moveTo>
                <a:lnTo>
                  <a:pt x="9464" y="251302"/>
                </a:lnTo>
                <a:lnTo>
                  <a:pt x="6408" y="251130"/>
                </a:lnTo>
                <a:close/>
                <a:moveTo>
                  <a:pt x="22785" y="182322"/>
                </a:moveTo>
                <a:lnTo>
                  <a:pt x="24242" y="183870"/>
                </a:lnTo>
                <a:lnTo>
                  <a:pt x="22057" y="183096"/>
                </a:lnTo>
                <a:close/>
                <a:moveTo>
                  <a:pt x="38992" y="37002"/>
                </a:moveTo>
                <a:lnTo>
                  <a:pt x="41106" y="37580"/>
                </a:lnTo>
                <a:lnTo>
                  <a:pt x="37934" y="37291"/>
                </a:lnTo>
                <a:close/>
                <a:moveTo>
                  <a:pt x="57562" y="48560"/>
                </a:moveTo>
                <a:lnTo>
                  <a:pt x="58106" y="49858"/>
                </a:lnTo>
                <a:lnTo>
                  <a:pt x="57290" y="49209"/>
                </a:lnTo>
                <a:close/>
                <a:moveTo>
                  <a:pt x="29032" y="369834"/>
                </a:moveTo>
                <a:lnTo>
                  <a:pt x="29493" y="370293"/>
                </a:lnTo>
                <a:lnTo>
                  <a:pt x="28802" y="370064"/>
                </a:lnTo>
                <a:close/>
                <a:moveTo>
                  <a:pt x="6828" y="195529"/>
                </a:moveTo>
                <a:lnTo>
                  <a:pt x="7488" y="196073"/>
                </a:lnTo>
                <a:lnTo>
                  <a:pt x="6498" y="195801"/>
                </a:lnTo>
                <a:close/>
                <a:moveTo>
                  <a:pt x="32861" y="339575"/>
                </a:moveTo>
                <a:lnTo>
                  <a:pt x="34673" y="340475"/>
                </a:lnTo>
                <a:lnTo>
                  <a:pt x="31954" y="340025"/>
                </a:lnTo>
                <a:close/>
                <a:moveTo>
                  <a:pt x="25391" y="113363"/>
                </a:moveTo>
                <a:lnTo>
                  <a:pt x="27020" y="114222"/>
                </a:lnTo>
                <a:lnTo>
                  <a:pt x="24576" y="113793"/>
                </a:lnTo>
                <a:close/>
                <a:moveTo>
                  <a:pt x="50401" y="50296"/>
                </a:moveTo>
                <a:lnTo>
                  <a:pt x="51164" y="51417"/>
                </a:lnTo>
                <a:lnTo>
                  <a:pt x="50020" y="50856"/>
                </a:lnTo>
                <a:close/>
                <a:moveTo>
                  <a:pt x="1449" y="391882"/>
                </a:moveTo>
                <a:lnTo>
                  <a:pt x="3354" y="392836"/>
                </a:lnTo>
                <a:lnTo>
                  <a:pt x="496" y="392359"/>
                </a:lnTo>
                <a:close/>
                <a:moveTo>
                  <a:pt x="8058" y="164870"/>
                </a:moveTo>
                <a:lnTo>
                  <a:pt x="9048" y="165701"/>
                </a:lnTo>
                <a:lnTo>
                  <a:pt x="7563" y="165286"/>
                </a:lnTo>
                <a:close/>
                <a:moveTo>
                  <a:pt x="31645" y="62276"/>
                </a:moveTo>
                <a:lnTo>
                  <a:pt x="32108" y="62691"/>
                </a:lnTo>
                <a:lnTo>
                  <a:pt x="31414" y="62484"/>
                </a:lnTo>
                <a:close/>
                <a:moveTo>
                  <a:pt x="11011" y="85581"/>
                </a:moveTo>
                <a:lnTo>
                  <a:pt x="12131" y="86100"/>
                </a:lnTo>
                <a:lnTo>
                  <a:pt x="10451" y="85841"/>
                </a:lnTo>
                <a:close/>
                <a:moveTo>
                  <a:pt x="11291" y="253732"/>
                </a:moveTo>
                <a:lnTo>
                  <a:pt x="12688" y="254449"/>
                </a:lnTo>
                <a:lnTo>
                  <a:pt x="10593" y="254090"/>
                </a:lnTo>
                <a:close/>
                <a:moveTo>
                  <a:pt x="50447" y="232584"/>
                </a:moveTo>
                <a:lnTo>
                  <a:pt x="51181" y="234178"/>
                </a:lnTo>
                <a:lnTo>
                  <a:pt x="50080" y="233381"/>
                </a:lnTo>
                <a:close/>
                <a:moveTo>
                  <a:pt x="40945" y="61320"/>
                </a:moveTo>
                <a:lnTo>
                  <a:pt x="42217" y="61691"/>
                </a:lnTo>
                <a:lnTo>
                  <a:pt x="40309" y="61505"/>
                </a:lnTo>
                <a:close/>
                <a:moveTo>
                  <a:pt x="22624" y="387493"/>
                </a:moveTo>
                <a:lnTo>
                  <a:pt x="23699" y="388542"/>
                </a:lnTo>
                <a:lnTo>
                  <a:pt x="22087" y="388017"/>
                </a:lnTo>
                <a:close/>
                <a:moveTo>
                  <a:pt x="3327" y="192557"/>
                </a:moveTo>
                <a:lnTo>
                  <a:pt x="5291" y="194222"/>
                </a:lnTo>
                <a:lnTo>
                  <a:pt x="2346" y="193390"/>
                </a:lnTo>
                <a:close/>
                <a:moveTo>
                  <a:pt x="33287" y="430364"/>
                </a:moveTo>
                <a:lnTo>
                  <a:pt x="35445" y="430831"/>
                </a:lnTo>
                <a:lnTo>
                  <a:pt x="32207" y="430597"/>
                </a:lnTo>
                <a:close/>
                <a:moveTo>
                  <a:pt x="58540" y="107924"/>
                </a:moveTo>
                <a:lnTo>
                  <a:pt x="60007" y="108939"/>
                </a:lnTo>
                <a:lnTo>
                  <a:pt x="57806" y="108432"/>
                </a:lnTo>
                <a:close/>
                <a:moveTo>
                  <a:pt x="16597" y="85312"/>
                </a:moveTo>
                <a:lnTo>
                  <a:pt x="18772" y="86916"/>
                </a:lnTo>
                <a:lnTo>
                  <a:pt x="15510" y="86114"/>
                </a:lnTo>
                <a:close/>
                <a:moveTo>
                  <a:pt x="29911" y="357027"/>
                </a:moveTo>
                <a:lnTo>
                  <a:pt x="31553" y="357890"/>
                </a:lnTo>
                <a:lnTo>
                  <a:pt x="29090" y="357458"/>
                </a:lnTo>
                <a:close/>
                <a:moveTo>
                  <a:pt x="58190" y="367810"/>
                </a:moveTo>
                <a:lnTo>
                  <a:pt x="59169" y="369485"/>
                </a:lnTo>
                <a:lnTo>
                  <a:pt x="57701" y="368647"/>
                </a:lnTo>
                <a:close/>
                <a:moveTo>
                  <a:pt x="26075" y="94639"/>
                </a:moveTo>
                <a:lnTo>
                  <a:pt x="28071" y="96135"/>
                </a:lnTo>
                <a:lnTo>
                  <a:pt x="25077" y="95387"/>
                </a:lnTo>
                <a:close/>
                <a:moveTo>
                  <a:pt x="16493" y="230164"/>
                </a:moveTo>
                <a:lnTo>
                  <a:pt x="17134" y="231620"/>
                </a:lnTo>
                <a:lnTo>
                  <a:pt x="16172" y="230892"/>
                </a:lnTo>
                <a:close/>
                <a:moveTo>
                  <a:pt x="8629" y="434932"/>
                </a:moveTo>
                <a:lnTo>
                  <a:pt x="10652" y="435777"/>
                </a:lnTo>
                <a:lnTo>
                  <a:pt x="7617" y="435355"/>
                </a:lnTo>
                <a:close/>
                <a:moveTo>
                  <a:pt x="64867" y="197732"/>
                </a:moveTo>
                <a:lnTo>
                  <a:pt x="66340" y="199392"/>
                </a:lnTo>
                <a:lnTo>
                  <a:pt x="64130" y="198562"/>
                </a:lnTo>
                <a:close/>
                <a:moveTo>
                  <a:pt x="2627" y="2948"/>
                </a:moveTo>
                <a:lnTo>
                  <a:pt x="3555" y="4056"/>
                </a:lnTo>
                <a:lnTo>
                  <a:pt x="2163" y="3502"/>
                </a:lnTo>
                <a:close/>
                <a:moveTo>
                  <a:pt x="52640" y="87491"/>
                </a:moveTo>
                <a:lnTo>
                  <a:pt x="53120" y="87795"/>
                </a:lnTo>
                <a:lnTo>
                  <a:pt x="52400" y="87643"/>
                </a:lnTo>
                <a:close/>
                <a:moveTo>
                  <a:pt x="1388" y="90028"/>
                </a:moveTo>
                <a:lnTo>
                  <a:pt x="3485" y="90957"/>
                </a:lnTo>
                <a:lnTo>
                  <a:pt x="339" y="90493"/>
                </a:lnTo>
                <a:close/>
                <a:moveTo>
                  <a:pt x="19633" y="79953"/>
                </a:moveTo>
                <a:lnTo>
                  <a:pt x="20798" y="80619"/>
                </a:lnTo>
                <a:lnTo>
                  <a:pt x="19051" y="80286"/>
                </a:lnTo>
                <a:close/>
                <a:moveTo>
                  <a:pt x="15934" y="198336"/>
                </a:moveTo>
                <a:lnTo>
                  <a:pt x="17059" y="200097"/>
                </a:lnTo>
                <a:lnTo>
                  <a:pt x="15372" y="199217"/>
                </a:lnTo>
                <a:close/>
                <a:moveTo>
                  <a:pt x="30624" y="18733"/>
                </a:moveTo>
                <a:lnTo>
                  <a:pt x="31084" y="20105"/>
                </a:lnTo>
                <a:lnTo>
                  <a:pt x="30395" y="19419"/>
                </a:lnTo>
                <a:close/>
                <a:moveTo>
                  <a:pt x="37999" y="258981"/>
                </a:moveTo>
                <a:lnTo>
                  <a:pt x="40121" y="259726"/>
                </a:lnTo>
                <a:lnTo>
                  <a:pt x="36938" y="259353"/>
                </a:lnTo>
                <a:close/>
                <a:moveTo>
                  <a:pt x="13592" y="179584"/>
                </a:moveTo>
                <a:lnTo>
                  <a:pt x="15708" y="181223"/>
                </a:lnTo>
                <a:lnTo>
                  <a:pt x="12535" y="180403"/>
                </a:lnTo>
                <a:close/>
                <a:moveTo>
                  <a:pt x="40661" y="324839"/>
                </a:moveTo>
                <a:lnTo>
                  <a:pt x="41577" y="325825"/>
                </a:lnTo>
                <a:lnTo>
                  <a:pt x="40202" y="325332"/>
                </a:lnTo>
                <a:close/>
                <a:moveTo>
                  <a:pt x="15852" y="261789"/>
                </a:moveTo>
                <a:lnTo>
                  <a:pt x="17653" y="262929"/>
                </a:lnTo>
                <a:lnTo>
                  <a:pt x="14952" y="262359"/>
                </a:lnTo>
                <a:close/>
                <a:moveTo>
                  <a:pt x="61119" y="104504"/>
                </a:moveTo>
                <a:lnTo>
                  <a:pt x="62930" y="105866"/>
                </a:lnTo>
                <a:lnTo>
                  <a:pt x="60214" y="105185"/>
                </a:lnTo>
                <a:close/>
                <a:moveTo>
                  <a:pt x="61662" y="240244"/>
                </a:moveTo>
                <a:lnTo>
                  <a:pt x="62577" y="241120"/>
                </a:lnTo>
                <a:lnTo>
                  <a:pt x="61205" y="240682"/>
                </a:lnTo>
                <a:close/>
                <a:moveTo>
                  <a:pt x="51393" y="127202"/>
                </a:moveTo>
                <a:lnTo>
                  <a:pt x="53544" y="128554"/>
                </a:lnTo>
                <a:lnTo>
                  <a:pt x="50317" y="127878"/>
                </a:lnTo>
                <a:close/>
                <a:moveTo>
                  <a:pt x="70856" y="183163"/>
                </a:moveTo>
                <a:lnTo>
                  <a:pt x="72153" y="184622"/>
                </a:lnTo>
                <a:lnTo>
                  <a:pt x="70208" y="183893"/>
                </a:lnTo>
                <a:close/>
                <a:moveTo>
                  <a:pt x="69011" y="43856"/>
                </a:moveTo>
                <a:lnTo>
                  <a:pt x="70991" y="45559"/>
                </a:lnTo>
                <a:lnTo>
                  <a:pt x="68020" y="44707"/>
                </a:lnTo>
                <a:close/>
                <a:moveTo>
                  <a:pt x="27034" y="158319"/>
                </a:moveTo>
                <a:lnTo>
                  <a:pt x="27575" y="159630"/>
                </a:lnTo>
                <a:lnTo>
                  <a:pt x="26763" y="158975"/>
                </a:lnTo>
                <a:close/>
                <a:moveTo>
                  <a:pt x="31280" y="162255"/>
                </a:moveTo>
                <a:lnTo>
                  <a:pt x="32003" y="163820"/>
                </a:lnTo>
                <a:lnTo>
                  <a:pt x="30919" y="163037"/>
                </a:lnTo>
                <a:close/>
                <a:moveTo>
                  <a:pt x="3770" y="404478"/>
                </a:moveTo>
                <a:lnTo>
                  <a:pt x="4371" y="405437"/>
                </a:lnTo>
                <a:lnTo>
                  <a:pt x="3470" y="404958"/>
                </a:lnTo>
                <a:close/>
                <a:moveTo>
                  <a:pt x="19651" y="26111"/>
                </a:moveTo>
                <a:lnTo>
                  <a:pt x="20128" y="26582"/>
                </a:lnTo>
                <a:lnTo>
                  <a:pt x="19412" y="26347"/>
                </a:lnTo>
                <a:close/>
                <a:moveTo>
                  <a:pt x="2351" y="106823"/>
                </a:moveTo>
                <a:lnTo>
                  <a:pt x="3280" y="107959"/>
                </a:lnTo>
                <a:lnTo>
                  <a:pt x="1887" y="107391"/>
                </a:lnTo>
                <a:close/>
                <a:moveTo>
                  <a:pt x="64603" y="223094"/>
                </a:moveTo>
                <a:lnTo>
                  <a:pt x="66549" y="224009"/>
                </a:lnTo>
                <a:lnTo>
                  <a:pt x="63630" y="223552"/>
                </a:lnTo>
                <a:close/>
                <a:moveTo>
                  <a:pt x="59828" y="103821"/>
                </a:moveTo>
                <a:lnTo>
                  <a:pt x="60885" y="104461"/>
                </a:lnTo>
                <a:lnTo>
                  <a:pt x="59300" y="104141"/>
                </a:lnTo>
                <a:close/>
                <a:moveTo>
                  <a:pt x="27462" y="214721"/>
                </a:moveTo>
                <a:lnTo>
                  <a:pt x="29632" y="216152"/>
                </a:lnTo>
                <a:lnTo>
                  <a:pt x="26377" y="215436"/>
                </a:lnTo>
                <a:close/>
                <a:moveTo>
                  <a:pt x="29461" y="123733"/>
                </a:moveTo>
                <a:lnTo>
                  <a:pt x="31165" y="124985"/>
                </a:lnTo>
                <a:lnTo>
                  <a:pt x="28608" y="124359"/>
                </a:lnTo>
                <a:close/>
                <a:moveTo>
                  <a:pt x="69048" y="402558"/>
                </a:moveTo>
                <a:lnTo>
                  <a:pt x="69533" y="404198"/>
                </a:lnTo>
                <a:lnTo>
                  <a:pt x="68805" y="403378"/>
                </a:lnTo>
                <a:close/>
                <a:moveTo>
                  <a:pt x="7310" y="138403"/>
                </a:moveTo>
                <a:lnTo>
                  <a:pt x="8225" y="139056"/>
                </a:lnTo>
                <a:lnTo>
                  <a:pt x="6853" y="138730"/>
                </a:lnTo>
                <a:close/>
                <a:moveTo>
                  <a:pt x="28007" y="92476"/>
                </a:moveTo>
                <a:lnTo>
                  <a:pt x="29242" y="93185"/>
                </a:lnTo>
                <a:lnTo>
                  <a:pt x="27389" y="92831"/>
                </a:lnTo>
                <a:close/>
                <a:moveTo>
                  <a:pt x="37932" y="428640"/>
                </a:moveTo>
                <a:lnTo>
                  <a:pt x="38380" y="429093"/>
                </a:lnTo>
                <a:lnTo>
                  <a:pt x="37708" y="428866"/>
                </a:lnTo>
                <a:close/>
                <a:moveTo>
                  <a:pt x="12209" y="92898"/>
                </a:moveTo>
                <a:lnTo>
                  <a:pt x="14339" y="94421"/>
                </a:lnTo>
                <a:lnTo>
                  <a:pt x="11144" y="93660"/>
                </a:lnTo>
                <a:close/>
                <a:moveTo>
                  <a:pt x="34263" y="436073"/>
                </a:moveTo>
                <a:lnTo>
                  <a:pt x="34697" y="436434"/>
                </a:lnTo>
                <a:lnTo>
                  <a:pt x="34047" y="436253"/>
                </a:lnTo>
                <a:close/>
                <a:moveTo>
                  <a:pt x="13563" y="350620"/>
                </a:moveTo>
                <a:lnTo>
                  <a:pt x="15423" y="351430"/>
                </a:lnTo>
                <a:lnTo>
                  <a:pt x="12633" y="351025"/>
                </a:lnTo>
                <a:close/>
                <a:moveTo>
                  <a:pt x="63795" y="174475"/>
                </a:moveTo>
                <a:lnTo>
                  <a:pt x="65247" y="175942"/>
                </a:lnTo>
                <a:lnTo>
                  <a:pt x="63069" y="175208"/>
                </a:lnTo>
                <a:close/>
                <a:moveTo>
                  <a:pt x="54193" y="245925"/>
                </a:moveTo>
                <a:lnTo>
                  <a:pt x="55165" y="246475"/>
                </a:lnTo>
                <a:lnTo>
                  <a:pt x="53706" y="246200"/>
                </a:lnTo>
                <a:close/>
                <a:moveTo>
                  <a:pt x="30214" y="419488"/>
                </a:moveTo>
                <a:lnTo>
                  <a:pt x="32401" y="421104"/>
                </a:lnTo>
                <a:lnTo>
                  <a:pt x="29121" y="420296"/>
                </a:lnTo>
                <a:close/>
                <a:moveTo>
                  <a:pt x="51795" y="6962"/>
                </a:moveTo>
                <a:lnTo>
                  <a:pt x="53044" y="8739"/>
                </a:lnTo>
                <a:lnTo>
                  <a:pt x="51170" y="7851"/>
                </a:lnTo>
                <a:close/>
                <a:moveTo>
                  <a:pt x="36775" y="282135"/>
                </a:moveTo>
                <a:lnTo>
                  <a:pt x="38249" y="283279"/>
                </a:lnTo>
                <a:lnTo>
                  <a:pt x="36038" y="282707"/>
                </a:lnTo>
                <a:close/>
                <a:moveTo>
                  <a:pt x="46819" y="215824"/>
                </a:moveTo>
                <a:lnTo>
                  <a:pt x="47941" y="217549"/>
                </a:lnTo>
                <a:lnTo>
                  <a:pt x="46258" y="216687"/>
                </a:lnTo>
                <a:close/>
                <a:moveTo>
                  <a:pt x="27766" y="271455"/>
                </a:moveTo>
                <a:lnTo>
                  <a:pt x="29879" y="272195"/>
                </a:lnTo>
                <a:lnTo>
                  <a:pt x="26709" y="271825"/>
                </a:lnTo>
                <a:close/>
                <a:moveTo>
                  <a:pt x="10272" y="4686"/>
                </a:moveTo>
                <a:lnTo>
                  <a:pt x="10824" y="5331"/>
                </a:lnTo>
                <a:lnTo>
                  <a:pt x="9997" y="5009"/>
                </a:lnTo>
                <a:close/>
                <a:moveTo>
                  <a:pt x="35164" y="10595"/>
                </a:moveTo>
                <a:lnTo>
                  <a:pt x="37185" y="11748"/>
                </a:lnTo>
                <a:lnTo>
                  <a:pt x="34153" y="11172"/>
                </a:lnTo>
                <a:close/>
                <a:moveTo>
                  <a:pt x="46035" y="420212"/>
                </a:moveTo>
                <a:lnTo>
                  <a:pt x="46935" y="421143"/>
                </a:lnTo>
                <a:lnTo>
                  <a:pt x="45586" y="420677"/>
                </a:lnTo>
                <a:close/>
                <a:moveTo>
                  <a:pt x="68386" y="395812"/>
                </a:moveTo>
                <a:lnTo>
                  <a:pt x="70202" y="396535"/>
                </a:lnTo>
                <a:lnTo>
                  <a:pt x="67478" y="396173"/>
                </a:lnTo>
                <a:close/>
                <a:moveTo>
                  <a:pt x="64048" y="8405"/>
                </a:moveTo>
                <a:lnTo>
                  <a:pt x="64611" y="9522"/>
                </a:lnTo>
                <a:lnTo>
                  <a:pt x="63766" y="8964"/>
                </a:lnTo>
                <a:close/>
                <a:moveTo>
                  <a:pt x="4081" y="50559"/>
                </a:moveTo>
                <a:lnTo>
                  <a:pt x="6237" y="51382"/>
                </a:lnTo>
                <a:lnTo>
                  <a:pt x="3003" y="50971"/>
                </a:lnTo>
                <a:close/>
                <a:moveTo>
                  <a:pt x="10487" y="377680"/>
                </a:moveTo>
                <a:lnTo>
                  <a:pt x="11159" y="379249"/>
                </a:lnTo>
                <a:lnTo>
                  <a:pt x="10151" y="378464"/>
                </a:lnTo>
                <a:close/>
                <a:moveTo>
                  <a:pt x="27518" y="114958"/>
                </a:moveTo>
                <a:lnTo>
                  <a:pt x="29387" y="115606"/>
                </a:lnTo>
                <a:lnTo>
                  <a:pt x="26583" y="115282"/>
                </a:lnTo>
                <a:close/>
                <a:moveTo>
                  <a:pt x="68478" y="32289"/>
                </a:moveTo>
                <a:lnTo>
                  <a:pt x="68938" y="32804"/>
                </a:lnTo>
                <a:lnTo>
                  <a:pt x="68247" y="32546"/>
                </a:lnTo>
                <a:close/>
                <a:moveTo>
                  <a:pt x="67521" y="116732"/>
                </a:moveTo>
                <a:lnTo>
                  <a:pt x="68315" y="117580"/>
                </a:lnTo>
                <a:lnTo>
                  <a:pt x="67123" y="117156"/>
                </a:lnTo>
                <a:close/>
                <a:moveTo>
                  <a:pt x="2951" y="261129"/>
                </a:moveTo>
                <a:lnTo>
                  <a:pt x="4074" y="262694"/>
                </a:lnTo>
                <a:lnTo>
                  <a:pt x="2390" y="261911"/>
                </a:lnTo>
                <a:close/>
                <a:moveTo>
                  <a:pt x="60311" y="223647"/>
                </a:moveTo>
                <a:lnTo>
                  <a:pt x="61781" y="225365"/>
                </a:lnTo>
                <a:lnTo>
                  <a:pt x="59575" y="224506"/>
                </a:lnTo>
                <a:close/>
                <a:moveTo>
                  <a:pt x="26394" y="409932"/>
                </a:moveTo>
                <a:lnTo>
                  <a:pt x="27735" y="410345"/>
                </a:lnTo>
                <a:lnTo>
                  <a:pt x="25723" y="410139"/>
                </a:lnTo>
                <a:close/>
                <a:moveTo>
                  <a:pt x="13200" y="333058"/>
                </a:moveTo>
                <a:lnTo>
                  <a:pt x="15386" y="333390"/>
                </a:lnTo>
                <a:lnTo>
                  <a:pt x="12107" y="333224"/>
                </a:lnTo>
                <a:close/>
                <a:moveTo>
                  <a:pt x="11104" y="339051"/>
                </a:moveTo>
                <a:lnTo>
                  <a:pt x="13013" y="339577"/>
                </a:lnTo>
                <a:lnTo>
                  <a:pt x="10150" y="339314"/>
                </a:lnTo>
                <a:close/>
                <a:moveTo>
                  <a:pt x="27904" y="260373"/>
                </a:moveTo>
                <a:lnTo>
                  <a:pt x="29327" y="261285"/>
                </a:lnTo>
                <a:lnTo>
                  <a:pt x="27193" y="260829"/>
                </a:lnTo>
                <a:close/>
                <a:moveTo>
                  <a:pt x="41636" y="410575"/>
                </a:moveTo>
                <a:lnTo>
                  <a:pt x="43644" y="411312"/>
                </a:lnTo>
                <a:lnTo>
                  <a:pt x="40633" y="410944"/>
                </a:lnTo>
                <a:close/>
                <a:moveTo>
                  <a:pt x="69792" y="124019"/>
                </a:moveTo>
                <a:lnTo>
                  <a:pt x="70742" y="124977"/>
                </a:lnTo>
                <a:lnTo>
                  <a:pt x="69316" y="124498"/>
                </a:lnTo>
                <a:close/>
                <a:moveTo>
                  <a:pt x="60253" y="21139"/>
                </a:moveTo>
                <a:lnTo>
                  <a:pt x="62299" y="22634"/>
                </a:lnTo>
                <a:lnTo>
                  <a:pt x="59231" y="21887"/>
                </a:lnTo>
                <a:close/>
                <a:moveTo>
                  <a:pt x="35210" y="191294"/>
                </a:moveTo>
                <a:lnTo>
                  <a:pt x="36950" y="192787"/>
                </a:lnTo>
                <a:lnTo>
                  <a:pt x="34339" y="192041"/>
                </a:lnTo>
                <a:close/>
                <a:moveTo>
                  <a:pt x="43239" y="20817"/>
                </a:moveTo>
                <a:lnTo>
                  <a:pt x="44424" y="21580"/>
                </a:lnTo>
                <a:lnTo>
                  <a:pt x="42646" y="21198"/>
                </a:lnTo>
                <a:close/>
                <a:moveTo>
                  <a:pt x="33541" y="390497"/>
                </a:moveTo>
                <a:lnTo>
                  <a:pt x="34225" y="392231"/>
                </a:lnTo>
                <a:lnTo>
                  <a:pt x="33199" y="391364"/>
                </a:lnTo>
                <a:close/>
                <a:moveTo>
                  <a:pt x="28618" y="313484"/>
                </a:moveTo>
                <a:lnTo>
                  <a:pt x="30220" y="314938"/>
                </a:lnTo>
                <a:lnTo>
                  <a:pt x="27816" y="314211"/>
                </a:lnTo>
                <a:close/>
                <a:moveTo>
                  <a:pt x="53839" y="105741"/>
                </a:moveTo>
                <a:lnTo>
                  <a:pt x="55396" y="106588"/>
                </a:lnTo>
                <a:lnTo>
                  <a:pt x="53061" y="106164"/>
                </a:lnTo>
                <a:close/>
                <a:moveTo>
                  <a:pt x="68481" y="53852"/>
                </a:moveTo>
                <a:lnTo>
                  <a:pt x="68993" y="54348"/>
                </a:lnTo>
                <a:lnTo>
                  <a:pt x="68224" y="54100"/>
                </a:lnTo>
                <a:close/>
                <a:moveTo>
                  <a:pt x="3328" y="46979"/>
                </a:moveTo>
                <a:lnTo>
                  <a:pt x="4442" y="48179"/>
                </a:lnTo>
                <a:lnTo>
                  <a:pt x="2772" y="47579"/>
                </a:lnTo>
                <a:close/>
                <a:moveTo>
                  <a:pt x="32585" y="26954"/>
                </a:moveTo>
                <a:lnTo>
                  <a:pt x="33168" y="27300"/>
                </a:lnTo>
                <a:lnTo>
                  <a:pt x="32293" y="27127"/>
                </a:lnTo>
                <a:close/>
                <a:moveTo>
                  <a:pt x="43908" y="124536"/>
                </a:moveTo>
                <a:lnTo>
                  <a:pt x="45266" y="125346"/>
                </a:lnTo>
                <a:lnTo>
                  <a:pt x="43229" y="124941"/>
                </a:lnTo>
                <a:close/>
                <a:moveTo>
                  <a:pt x="61692" y="203062"/>
                </a:moveTo>
                <a:lnTo>
                  <a:pt x="62453" y="204551"/>
                </a:lnTo>
                <a:lnTo>
                  <a:pt x="61311" y="203806"/>
                </a:lnTo>
                <a:close/>
                <a:moveTo>
                  <a:pt x="35197" y="267122"/>
                </a:moveTo>
                <a:lnTo>
                  <a:pt x="37253" y="267532"/>
                </a:lnTo>
                <a:lnTo>
                  <a:pt x="34169" y="267327"/>
                </a:lnTo>
                <a:close/>
                <a:moveTo>
                  <a:pt x="25163" y="151886"/>
                </a:moveTo>
                <a:lnTo>
                  <a:pt x="26058" y="152248"/>
                </a:lnTo>
                <a:lnTo>
                  <a:pt x="24716" y="152067"/>
                </a:lnTo>
                <a:close/>
                <a:moveTo>
                  <a:pt x="26431" y="325238"/>
                </a:moveTo>
                <a:lnTo>
                  <a:pt x="28597" y="326824"/>
                </a:lnTo>
                <a:lnTo>
                  <a:pt x="25348" y="326031"/>
                </a:lnTo>
                <a:close/>
                <a:moveTo>
                  <a:pt x="61996" y="84720"/>
                </a:moveTo>
                <a:lnTo>
                  <a:pt x="62453" y="85905"/>
                </a:lnTo>
                <a:lnTo>
                  <a:pt x="61768" y="85313"/>
                </a:lnTo>
                <a:close/>
                <a:moveTo>
                  <a:pt x="69151" y="15256"/>
                </a:moveTo>
                <a:lnTo>
                  <a:pt x="70342" y="16109"/>
                </a:lnTo>
                <a:lnTo>
                  <a:pt x="68556" y="15683"/>
                </a:lnTo>
                <a:close/>
                <a:moveTo>
                  <a:pt x="56044" y="348008"/>
                </a:moveTo>
                <a:lnTo>
                  <a:pt x="57806" y="349498"/>
                </a:lnTo>
                <a:lnTo>
                  <a:pt x="55164" y="348753"/>
                </a:lnTo>
                <a:close/>
                <a:moveTo>
                  <a:pt x="2299" y="308995"/>
                </a:moveTo>
                <a:lnTo>
                  <a:pt x="4226" y="309772"/>
                </a:lnTo>
                <a:lnTo>
                  <a:pt x="1336" y="309384"/>
                </a:lnTo>
                <a:close/>
                <a:moveTo>
                  <a:pt x="3599" y="363401"/>
                </a:moveTo>
                <a:lnTo>
                  <a:pt x="5608" y="363727"/>
                </a:lnTo>
                <a:lnTo>
                  <a:pt x="2595" y="363564"/>
                </a:lnTo>
                <a:close/>
                <a:moveTo>
                  <a:pt x="40258" y="131205"/>
                </a:moveTo>
                <a:lnTo>
                  <a:pt x="41924" y="132240"/>
                </a:lnTo>
                <a:lnTo>
                  <a:pt x="39425" y="131723"/>
                </a:lnTo>
                <a:close/>
                <a:moveTo>
                  <a:pt x="60772" y="360054"/>
                </a:moveTo>
                <a:lnTo>
                  <a:pt x="61487" y="361260"/>
                </a:lnTo>
                <a:lnTo>
                  <a:pt x="60415" y="360657"/>
                </a:lnTo>
                <a:close/>
                <a:moveTo>
                  <a:pt x="11602" y="49128"/>
                </a:moveTo>
                <a:lnTo>
                  <a:pt x="13230" y="50051"/>
                </a:lnTo>
                <a:lnTo>
                  <a:pt x="10788" y="49590"/>
                </a:lnTo>
                <a:close/>
                <a:moveTo>
                  <a:pt x="63705" y="401582"/>
                </a:moveTo>
                <a:lnTo>
                  <a:pt x="65565" y="402593"/>
                </a:lnTo>
                <a:lnTo>
                  <a:pt x="62775" y="402088"/>
                </a:lnTo>
                <a:close/>
                <a:moveTo>
                  <a:pt x="10649" y="143313"/>
                </a:moveTo>
                <a:lnTo>
                  <a:pt x="11017" y="144379"/>
                </a:lnTo>
                <a:lnTo>
                  <a:pt x="10466" y="143846"/>
                </a:lnTo>
                <a:close/>
                <a:moveTo>
                  <a:pt x="56770" y="15521"/>
                </a:moveTo>
                <a:lnTo>
                  <a:pt x="58890" y="15825"/>
                </a:lnTo>
                <a:lnTo>
                  <a:pt x="55710" y="15673"/>
                </a:lnTo>
                <a:close/>
                <a:moveTo>
                  <a:pt x="69270" y="135858"/>
                </a:moveTo>
                <a:lnTo>
                  <a:pt x="70102" y="137549"/>
                </a:lnTo>
                <a:lnTo>
                  <a:pt x="68854" y="136703"/>
                </a:lnTo>
                <a:close/>
                <a:moveTo>
                  <a:pt x="34414" y="205111"/>
                </a:moveTo>
                <a:lnTo>
                  <a:pt x="36480" y="206880"/>
                </a:lnTo>
                <a:lnTo>
                  <a:pt x="33382" y="205996"/>
                </a:lnTo>
                <a:close/>
                <a:moveTo>
                  <a:pt x="2997" y="289305"/>
                </a:moveTo>
                <a:lnTo>
                  <a:pt x="3518" y="290459"/>
                </a:lnTo>
                <a:lnTo>
                  <a:pt x="2737" y="289882"/>
                </a:lnTo>
                <a:close/>
                <a:moveTo>
                  <a:pt x="29365" y="333720"/>
                </a:moveTo>
                <a:lnTo>
                  <a:pt x="31045" y="334996"/>
                </a:lnTo>
                <a:lnTo>
                  <a:pt x="28525" y="334358"/>
                </a:lnTo>
                <a:close/>
                <a:moveTo>
                  <a:pt x="59139" y="195560"/>
                </a:moveTo>
                <a:lnTo>
                  <a:pt x="60061" y="195958"/>
                </a:lnTo>
                <a:lnTo>
                  <a:pt x="58678" y="195759"/>
                </a:lnTo>
                <a:close/>
                <a:moveTo>
                  <a:pt x="30203" y="322604"/>
                </a:moveTo>
                <a:lnTo>
                  <a:pt x="30611" y="323326"/>
                </a:lnTo>
                <a:lnTo>
                  <a:pt x="29998" y="322965"/>
                </a:lnTo>
                <a:close/>
                <a:moveTo>
                  <a:pt x="70604" y="157134"/>
                </a:moveTo>
                <a:lnTo>
                  <a:pt x="72734" y="158504"/>
                </a:lnTo>
                <a:lnTo>
                  <a:pt x="69539" y="157819"/>
                </a:lnTo>
                <a:close/>
                <a:moveTo>
                  <a:pt x="14943" y="112419"/>
                </a:moveTo>
                <a:lnTo>
                  <a:pt x="16780" y="113769"/>
                </a:lnTo>
                <a:lnTo>
                  <a:pt x="14024" y="113094"/>
                </a:lnTo>
                <a:close/>
                <a:moveTo>
                  <a:pt x="21012" y="223684"/>
                </a:moveTo>
                <a:lnTo>
                  <a:pt x="22655" y="224985"/>
                </a:lnTo>
                <a:lnTo>
                  <a:pt x="20191" y="224334"/>
                </a:lnTo>
                <a:close/>
                <a:moveTo>
                  <a:pt x="58987" y="178448"/>
                </a:moveTo>
                <a:lnTo>
                  <a:pt x="61062" y="179696"/>
                </a:lnTo>
                <a:lnTo>
                  <a:pt x="57950" y="179072"/>
                </a:lnTo>
                <a:close/>
                <a:moveTo>
                  <a:pt x="41265" y="422248"/>
                </a:moveTo>
                <a:lnTo>
                  <a:pt x="42706" y="423327"/>
                </a:lnTo>
                <a:lnTo>
                  <a:pt x="40545" y="422788"/>
                </a:lnTo>
                <a:close/>
                <a:moveTo>
                  <a:pt x="4533" y="24651"/>
                </a:moveTo>
                <a:lnTo>
                  <a:pt x="6530" y="25725"/>
                </a:lnTo>
                <a:lnTo>
                  <a:pt x="3535" y="25188"/>
                </a:lnTo>
                <a:close/>
                <a:moveTo>
                  <a:pt x="28036" y="71719"/>
                </a:moveTo>
                <a:lnTo>
                  <a:pt x="28689" y="72603"/>
                </a:lnTo>
                <a:lnTo>
                  <a:pt x="27709" y="72161"/>
                </a:lnTo>
                <a:close/>
                <a:moveTo>
                  <a:pt x="34436" y="285115"/>
                </a:moveTo>
                <a:lnTo>
                  <a:pt x="35043" y="285741"/>
                </a:lnTo>
                <a:lnTo>
                  <a:pt x="34132" y="285428"/>
                </a:lnTo>
                <a:close/>
                <a:moveTo>
                  <a:pt x="27339" y="30508"/>
                </a:moveTo>
                <a:lnTo>
                  <a:pt x="28769" y="32070"/>
                </a:lnTo>
                <a:lnTo>
                  <a:pt x="26624" y="31289"/>
                </a:lnTo>
                <a:close/>
                <a:moveTo>
                  <a:pt x="64161" y="274783"/>
                </a:moveTo>
                <a:lnTo>
                  <a:pt x="64928" y="276450"/>
                </a:lnTo>
                <a:lnTo>
                  <a:pt x="63778" y="275617"/>
                </a:lnTo>
                <a:close/>
                <a:moveTo>
                  <a:pt x="42205" y="356568"/>
                </a:moveTo>
                <a:lnTo>
                  <a:pt x="42881" y="356957"/>
                </a:lnTo>
                <a:lnTo>
                  <a:pt x="41867" y="356762"/>
                </a:lnTo>
                <a:close/>
                <a:moveTo>
                  <a:pt x="10112" y="12445"/>
                </a:moveTo>
                <a:lnTo>
                  <a:pt x="11457" y="13516"/>
                </a:lnTo>
                <a:lnTo>
                  <a:pt x="9439" y="12980"/>
                </a:lnTo>
                <a:close/>
                <a:moveTo>
                  <a:pt x="62090" y="279165"/>
                </a:moveTo>
                <a:lnTo>
                  <a:pt x="63370" y="279488"/>
                </a:lnTo>
                <a:lnTo>
                  <a:pt x="61451" y="279326"/>
                </a:lnTo>
                <a:close/>
                <a:moveTo>
                  <a:pt x="64277" y="200651"/>
                </a:moveTo>
                <a:lnTo>
                  <a:pt x="64694" y="201857"/>
                </a:lnTo>
                <a:lnTo>
                  <a:pt x="64068" y="201254"/>
                </a:lnTo>
                <a:close/>
                <a:moveTo>
                  <a:pt x="64457" y="25753"/>
                </a:moveTo>
                <a:lnTo>
                  <a:pt x="66050" y="26907"/>
                </a:lnTo>
                <a:lnTo>
                  <a:pt x="63661" y="26330"/>
                </a:lnTo>
                <a:close/>
                <a:moveTo>
                  <a:pt x="1073" y="111230"/>
                </a:moveTo>
                <a:lnTo>
                  <a:pt x="1640" y="112236"/>
                </a:lnTo>
                <a:lnTo>
                  <a:pt x="789" y="111733"/>
                </a:lnTo>
                <a:close/>
                <a:moveTo>
                  <a:pt x="34244" y="132342"/>
                </a:moveTo>
                <a:lnTo>
                  <a:pt x="35882" y="133899"/>
                </a:lnTo>
                <a:lnTo>
                  <a:pt x="33425" y="133121"/>
                </a:lnTo>
                <a:close/>
                <a:moveTo>
                  <a:pt x="2432" y="169281"/>
                </a:moveTo>
                <a:lnTo>
                  <a:pt x="3216" y="170366"/>
                </a:lnTo>
                <a:lnTo>
                  <a:pt x="2039" y="169824"/>
                </a:lnTo>
                <a:close/>
                <a:moveTo>
                  <a:pt x="27007" y="313119"/>
                </a:moveTo>
                <a:lnTo>
                  <a:pt x="28087" y="313659"/>
                </a:lnTo>
                <a:lnTo>
                  <a:pt x="26466" y="313389"/>
                </a:lnTo>
                <a:close/>
                <a:moveTo>
                  <a:pt x="54888" y="120243"/>
                </a:moveTo>
                <a:lnTo>
                  <a:pt x="55974" y="121714"/>
                </a:lnTo>
                <a:lnTo>
                  <a:pt x="54346" y="120978"/>
                </a:lnTo>
                <a:close/>
                <a:moveTo>
                  <a:pt x="27242" y="63089"/>
                </a:moveTo>
                <a:lnTo>
                  <a:pt x="28366" y="63565"/>
                </a:lnTo>
                <a:lnTo>
                  <a:pt x="26679" y="63327"/>
                </a:lnTo>
                <a:close/>
                <a:moveTo>
                  <a:pt x="39449" y="6265"/>
                </a:moveTo>
                <a:lnTo>
                  <a:pt x="40122" y="7789"/>
                </a:lnTo>
                <a:lnTo>
                  <a:pt x="39112" y="7027"/>
                </a:lnTo>
                <a:close/>
                <a:moveTo>
                  <a:pt x="41904" y="196352"/>
                </a:moveTo>
                <a:lnTo>
                  <a:pt x="43906" y="196831"/>
                </a:lnTo>
                <a:lnTo>
                  <a:pt x="40902" y="196591"/>
                </a:lnTo>
                <a:close/>
                <a:moveTo>
                  <a:pt x="19366" y="115800"/>
                </a:moveTo>
                <a:lnTo>
                  <a:pt x="21110" y="116678"/>
                </a:lnTo>
                <a:lnTo>
                  <a:pt x="18494" y="116239"/>
                </a:lnTo>
                <a:close/>
                <a:moveTo>
                  <a:pt x="3440" y="143453"/>
                </a:moveTo>
                <a:lnTo>
                  <a:pt x="3895" y="143929"/>
                </a:lnTo>
                <a:lnTo>
                  <a:pt x="3213" y="143691"/>
                </a:lnTo>
                <a:close/>
                <a:moveTo>
                  <a:pt x="29327" y="395519"/>
                </a:moveTo>
                <a:lnTo>
                  <a:pt x="30302" y="396714"/>
                </a:lnTo>
                <a:lnTo>
                  <a:pt x="28840" y="396116"/>
                </a:lnTo>
                <a:close/>
                <a:moveTo>
                  <a:pt x="35061" y="217584"/>
                </a:moveTo>
                <a:lnTo>
                  <a:pt x="36945" y="218157"/>
                </a:lnTo>
                <a:lnTo>
                  <a:pt x="34120" y="217870"/>
                </a:lnTo>
                <a:close/>
                <a:moveTo>
                  <a:pt x="10795" y="98386"/>
                </a:moveTo>
                <a:lnTo>
                  <a:pt x="11802" y="99116"/>
                </a:lnTo>
                <a:lnTo>
                  <a:pt x="10292" y="98751"/>
                </a:lnTo>
                <a:close/>
                <a:moveTo>
                  <a:pt x="16721" y="86701"/>
                </a:moveTo>
                <a:lnTo>
                  <a:pt x="18187" y="87542"/>
                </a:lnTo>
                <a:lnTo>
                  <a:pt x="15989" y="87121"/>
                </a:lnTo>
                <a:close/>
                <a:moveTo>
                  <a:pt x="45167" y="78514"/>
                </a:moveTo>
                <a:lnTo>
                  <a:pt x="46148" y="79108"/>
                </a:lnTo>
                <a:lnTo>
                  <a:pt x="44676" y="78811"/>
                </a:lnTo>
                <a:close/>
                <a:moveTo>
                  <a:pt x="59024" y="118803"/>
                </a:moveTo>
                <a:lnTo>
                  <a:pt x="59932" y="119292"/>
                </a:lnTo>
                <a:lnTo>
                  <a:pt x="58570" y="119048"/>
                </a:lnTo>
                <a:close/>
                <a:moveTo>
                  <a:pt x="40595" y="119267"/>
                </a:moveTo>
                <a:lnTo>
                  <a:pt x="42204" y="120157"/>
                </a:lnTo>
                <a:lnTo>
                  <a:pt x="39790" y="119712"/>
                </a:lnTo>
                <a:close/>
                <a:moveTo>
                  <a:pt x="43092" y="229574"/>
                </a:moveTo>
                <a:lnTo>
                  <a:pt x="45154" y="230246"/>
                </a:lnTo>
                <a:lnTo>
                  <a:pt x="42062" y="229910"/>
                </a:lnTo>
                <a:close/>
                <a:moveTo>
                  <a:pt x="60753" y="82005"/>
                </a:moveTo>
                <a:lnTo>
                  <a:pt x="62128" y="83330"/>
                </a:lnTo>
                <a:lnTo>
                  <a:pt x="60066" y="82668"/>
                </a:lnTo>
                <a:close/>
                <a:moveTo>
                  <a:pt x="2541" y="134166"/>
                </a:moveTo>
                <a:lnTo>
                  <a:pt x="3647" y="134699"/>
                </a:lnTo>
                <a:lnTo>
                  <a:pt x="1988" y="134433"/>
                </a:lnTo>
                <a:close/>
                <a:moveTo>
                  <a:pt x="53666" y="48766"/>
                </a:moveTo>
                <a:lnTo>
                  <a:pt x="54796" y="49353"/>
                </a:lnTo>
                <a:lnTo>
                  <a:pt x="53101" y="49060"/>
                </a:lnTo>
                <a:close/>
                <a:moveTo>
                  <a:pt x="50660" y="303479"/>
                </a:moveTo>
                <a:lnTo>
                  <a:pt x="52473" y="304568"/>
                </a:lnTo>
                <a:lnTo>
                  <a:pt x="49753" y="304023"/>
                </a:lnTo>
                <a:close/>
                <a:moveTo>
                  <a:pt x="43473" y="395363"/>
                </a:moveTo>
                <a:lnTo>
                  <a:pt x="44592" y="397084"/>
                </a:lnTo>
                <a:lnTo>
                  <a:pt x="42913" y="396224"/>
                </a:lnTo>
                <a:close/>
                <a:moveTo>
                  <a:pt x="21395" y="180791"/>
                </a:moveTo>
                <a:lnTo>
                  <a:pt x="23381" y="181228"/>
                </a:lnTo>
                <a:lnTo>
                  <a:pt x="20402" y="181009"/>
                </a:lnTo>
                <a:close/>
                <a:moveTo>
                  <a:pt x="32225" y="314692"/>
                </a:moveTo>
                <a:lnTo>
                  <a:pt x="33661" y="315031"/>
                </a:lnTo>
                <a:lnTo>
                  <a:pt x="31507" y="314862"/>
                </a:lnTo>
                <a:close/>
                <a:moveTo>
                  <a:pt x="27445" y="360964"/>
                </a:moveTo>
                <a:lnTo>
                  <a:pt x="28606" y="361755"/>
                </a:lnTo>
                <a:lnTo>
                  <a:pt x="26864" y="361360"/>
                </a:lnTo>
                <a:close/>
                <a:moveTo>
                  <a:pt x="18518" y="327059"/>
                </a:moveTo>
                <a:lnTo>
                  <a:pt x="18953" y="328497"/>
                </a:lnTo>
                <a:lnTo>
                  <a:pt x="18301" y="327778"/>
                </a:lnTo>
                <a:close/>
              </a:path>
            </a:pathLst>
          </a:custGeom>
          <a:solidFill>
            <a:srgbClr val="FFFFFF">
              <a:alpha val="20000"/>
            </a:srgbClr>
          </a:solidFill>
          <a:ln w="0" cap="rnd" cmpd="sng" algn="ctr">
            <a:solidFill>
              <a:srgbClr val="FFFFFF">
                <a:alpha val="0"/>
              </a:srgbClr>
            </a:solidFill>
            <a:round/>
            <a:headEnd type="none"/>
            <a:tailEnd type="none"/>
          </a:ln>
        </p:spPr>
      </p:sp>
      <p:sp>
        <p:nvSpPr>
          <p:cNvPr id="360" name="synapse model / 0359 stack cell boundary"/>
          <p:cNvSpPr/>
          <p:nvPr/>
        </p:nvSpPr>
        <p:spPr>
          <a:xfrm>
            <a:off x="393192" y="1331976"/>
            <a:ext cx="667512" cy="914"/>
          </a:xfrm>
          <a:custGeom>
            <a:avLst/>
            <a:gdLst/>
            <a:ahLst/>
            <a:cxnLst/>
            <a:rect l="0" t="0" r="r" b="b"/>
            <a:pathLst>
              <a:path w="73000" h="100" fill="none" stroke="1" extrusionOk="0">
                <a:moveTo>
                  <a:pt x="0" y="0"/>
                </a:moveTo>
                <a:lnTo>
                  <a:pt x="73000" y="0"/>
                </a:lnTo>
              </a:path>
            </a:pathLst>
          </a:custGeom>
          <a:noFill/>
          <a:ln w="22860" cap="rnd" cmpd="sng" algn="ctr">
            <a:solidFill>
              <a:srgbClr val="000000"/>
            </a:solidFill>
            <a:round/>
            <a:headEnd type="none"/>
            <a:tailEnd type="none"/>
          </a:ln>
        </p:spPr>
      </p:sp>
      <p:sp>
        <p:nvSpPr>
          <p:cNvPr id="361" name="synapse model / 0360 side cell boundary"/>
          <p:cNvSpPr/>
          <p:nvPr/>
        </p:nvSpPr>
        <p:spPr>
          <a:xfrm>
            <a:off x="1060704" y="1331976"/>
            <a:ext cx="164592" cy="109728"/>
          </a:xfrm>
          <a:custGeom>
            <a:avLst/>
            <a:gdLst/>
            <a:ahLst/>
            <a:cxnLst/>
            <a:rect l="0" t="0" r="r" b="b"/>
            <a:pathLst>
              <a:path w="18000" h="12000" fill="none" stroke="1" extrusionOk="0">
                <a:moveTo>
                  <a:pt x="0" y="0"/>
                </a:moveTo>
                <a:lnTo>
                  <a:pt x="18000" y="12000"/>
                </a:lnTo>
              </a:path>
            </a:pathLst>
          </a:custGeom>
          <a:noFill/>
          <a:ln w="16459" cap="rnd" cmpd="sng" algn="ctr">
            <a:solidFill>
              <a:srgbClr val="000000"/>
            </a:solidFill>
            <a:round/>
            <a:headEnd type="none"/>
            <a:tailEnd type="none"/>
          </a:ln>
        </p:spPr>
      </p:sp>
      <p:sp>
        <p:nvSpPr>
          <p:cNvPr id="362" name="synapse model / 0361 stack cell boundary"/>
          <p:cNvSpPr/>
          <p:nvPr/>
        </p:nvSpPr>
        <p:spPr>
          <a:xfrm>
            <a:off x="393192" y="1667256"/>
            <a:ext cx="667512" cy="914"/>
          </a:xfrm>
          <a:custGeom>
            <a:avLst/>
            <a:gdLst/>
            <a:ahLst/>
            <a:cxnLst/>
            <a:rect l="0" t="0" r="r" b="b"/>
            <a:pathLst>
              <a:path w="73000" h="100" fill="none" stroke="1" extrusionOk="0">
                <a:moveTo>
                  <a:pt x="0" y="0"/>
                </a:moveTo>
                <a:lnTo>
                  <a:pt x="73000" y="0"/>
                </a:lnTo>
              </a:path>
            </a:pathLst>
          </a:custGeom>
          <a:noFill/>
          <a:ln w="22860" cap="rnd" cmpd="sng" algn="ctr">
            <a:solidFill>
              <a:srgbClr val="000000"/>
            </a:solidFill>
            <a:round/>
            <a:headEnd type="none"/>
            <a:tailEnd type="none"/>
          </a:ln>
        </p:spPr>
      </p:sp>
      <p:sp>
        <p:nvSpPr>
          <p:cNvPr id="363" name="synapse model / 0362 side cell boundary"/>
          <p:cNvSpPr/>
          <p:nvPr/>
        </p:nvSpPr>
        <p:spPr>
          <a:xfrm>
            <a:off x="1060704" y="1667256"/>
            <a:ext cx="164592" cy="109728"/>
          </a:xfrm>
          <a:custGeom>
            <a:avLst/>
            <a:gdLst/>
            <a:ahLst/>
            <a:cxnLst/>
            <a:rect l="0" t="0" r="r" b="b"/>
            <a:pathLst>
              <a:path w="18000" h="12000" fill="none" stroke="1" extrusionOk="0">
                <a:moveTo>
                  <a:pt x="0" y="0"/>
                </a:moveTo>
                <a:lnTo>
                  <a:pt x="18000" y="12000"/>
                </a:lnTo>
              </a:path>
            </a:pathLst>
          </a:custGeom>
          <a:noFill/>
          <a:ln w="16459" cap="rnd" cmpd="sng" algn="ctr">
            <a:solidFill>
              <a:srgbClr val="000000"/>
            </a:solidFill>
            <a:round/>
            <a:headEnd type="none"/>
            <a:tailEnd type="none"/>
          </a:ln>
        </p:spPr>
      </p:sp>
      <p:sp>
        <p:nvSpPr>
          <p:cNvPr id="364" name="synapse model / 0363 stack cell boundary"/>
          <p:cNvSpPr/>
          <p:nvPr/>
        </p:nvSpPr>
        <p:spPr>
          <a:xfrm>
            <a:off x="393192" y="2002536"/>
            <a:ext cx="667512" cy="914"/>
          </a:xfrm>
          <a:custGeom>
            <a:avLst/>
            <a:gdLst/>
            <a:ahLst/>
            <a:cxnLst/>
            <a:rect l="0" t="0" r="r" b="b"/>
            <a:pathLst>
              <a:path w="73000" h="100" fill="none" stroke="1" extrusionOk="0">
                <a:moveTo>
                  <a:pt x="0" y="0"/>
                </a:moveTo>
                <a:lnTo>
                  <a:pt x="73000" y="0"/>
                </a:lnTo>
              </a:path>
            </a:pathLst>
          </a:custGeom>
          <a:noFill/>
          <a:ln w="22860" cap="rnd" cmpd="sng" algn="ctr">
            <a:solidFill>
              <a:srgbClr val="000000"/>
            </a:solidFill>
            <a:round/>
            <a:headEnd type="none"/>
            <a:tailEnd type="none"/>
          </a:ln>
        </p:spPr>
      </p:sp>
      <p:sp>
        <p:nvSpPr>
          <p:cNvPr id="365" name="synapse model / 0364 side cell boundary"/>
          <p:cNvSpPr/>
          <p:nvPr/>
        </p:nvSpPr>
        <p:spPr>
          <a:xfrm>
            <a:off x="1060704" y="2002536"/>
            <a:ext cx="164592" cy="109728"/>
          </a:xfrm>
          <a:custGeom>
            <a:avLst/>
            <a:gdLst/>
            <a:ahLst/>
            <a:cxnLst/>
            <a:rect l="0" t="0" r="r" b="b"/>
            <a:pathLst>
              <a:path w="18000" h="12000" fill="none" stroke="1" extrusionOk="0">
                <a:moveTo>
                  <a:pt x="0" y="0"/>
                </a:moveTo>
                <a:lnTo>
                  <a:pt x="18000" y="12000"/>
                </a:lnTo>
              </a:path>
            </a:pathLst>
          </a:custGeom>
          <a:noFill/>
          <a:ln w="16459" cap="rnd" cmpd="sng" algn="ctr">
            <a:solidFill>
              <a:srgbClr val="000000"/>
            </a:solidFill>
            <a:round/>
            <a:headEnd type="none"/>
            <a:tailEnd type="none"/>
          </a:ln>
        </p:spPr>
      </p:sp>
      <p:sp>
        <p:nvSpPr>
          <p:cNvPr id="366" name="synapse model / 0365 stack cell boundary"/>
          <p:cNvSpPr/>
          <p:nvPr/>
        </p:nvSpPr>
        <p:spPr>
          <a:xfrm>
            <a:off x="393192" y="2337816"/>
            <a:ext cx="667512" cy="914"/>
          </a:xfrm>
          <a:custGeom>
            <a:avLst/>
            <a:gdLst/>
            <a:ahLst/>
            <a:cxnLst/>
            <a:rect l="0" t="0" r="r" b="b"/>
            <a:pathLst>
              <a:path w="73000" h="100" fill="none" stroke="1" extrusionOk="0">
                <a:moveTo>
                  <a:pt x="0" y="0"/>
                </a:moveTo>
                <a:lnTo>
                  <a:pt x="73000" y="0"/>
                </a:lnTo>
              </a:path>
            </a:pathLst>
          </a:custGeom>
          <a:noFill/>
          <a:ln w="22860" cap="rnd" cmpd="sng" algn="ctr">
            <a:solidFill>
              <a:srgbClr val="000000"/>
            </a:solidFill>
            <a:round/>
            <a:headEnd type="none"/>
            <a:tailEnd type="none"/>
          </a:ln>
        </p:spPr>
      </p:sp>
      <p:sp>
        <p:nvSpPr>
          <p:cNvPr id="367" name="synapse model / 0366 side cell boundary"/>
          <p:cNvSpPr/>
          <p:nvPr/>
        </p:nvSpPr>
        <p:spPr>
          <a:xfrm>
            <a:off x="1060704" y="2337816"/>
            <a:ext cx="164592" cy="109728"/>
          </a:xfrm>
          <a:custGeom>
            <a:avLst/>
            <a:gdLst/>
            <a:ahLst/>
            <a:cxnLst/>
            <a:rect l="0" t="0" r="r" b="b"/>
            <a:pathLst>
              <a:path w="18000" h="12000" fill="none" stroke="1" extrusionOk="0">
                <a:moveTo>
                  <a:pt x="0" y="0"/>
                </a:moveTo>
                <a:lnTo>
                  <a:pt x="18000" y="12000"/>
                </a:lnTo>
              </a:path>
            </a:pathLst>
          </a:custGeom>
          <a:noFill/>
          <a:ln w="16459" cap="rnd" cmpd="sng" algn="ctr">
            <a:solidFill>
              <a:srgbClr val="000000"/>
            </a:solidFill>
            <a:round/>
            <a:headEnd type="none"/>
            <a:tailEnd type="none"/>
          </a:ln>
        </p:spPr>
      </p:sp>
      <p:sp>
        <p:nvSpPr>
          <p:cNvPr id="368" name="synapse model / 0367 stack cell boundary"/>
          <p:cNvSpPr/>
          <p:nvPr/>
        </p:nvSpPr>
        <p:spPr>
          <a:xfrm>
            <a:off x="393192" y="2673096"/>
            <a:ext cx="667512" cy="914"/>
          </a:xfrm>
          <a:custGeom>
            <a:avLst/>
            <a:gdLst/>
            <a:ahLst/>
            <a:cxnLst/>
            <a:rect l="0" t="0" r="r" b="b"/>
            <a:pathLst>
              <a:path w="73000" h="100" fill="none" stroke="1" extrusionOk="0">
                <a:moveTo>
                  <a:pt x="0" y="0"/>
                </a:moveTo>
                <a:lnTo>
                  <a:pt x="73000" y="0"/>
                </a:lnTo>
              </a:path>
            </a:pathLst>
          </a:custGeom>
          <a:noFill/>
          <a:ln w="22860" cap="rnd" cmpd="sng" algn="ctr">
            <a:solidFill>
              <a:srgbClr val="000000"/>
            </a:solidFill>
            <a:round/>
            <a:headEnd type="none"/>
            <a:tailEnd type="none"/>
          </a:ln>
        </p:spPr>
      </p:sp>
      <p:sp>
        <p:nvSpPr>
          <p:cNvPr id="369" name="synapse model / 0368 side cell boundary"/>
          <p:cNvSpPr/>
          <p:nvPr/>
        </p:nvSpPr>
        <p:spPr>
          <a:xfrm>
            <a:off x="1060704" y="2673096"/>
            <a:ext cx="164592" cy="109728"/>
          </a:xfrm>
          <a:custGeom>
            <a:avLst/>
            <a:gdLst/>
            <a:ahLst/>
            <a:cxnLst/>
            <a:rect l="0" t="0" r="r" b="b"/>
            <a:pathLst>
              <a:path w="18000" h="12000" fill="none" stroke="1" extrusionOk="0">
                <a:moveTo>
                  <a:pt x="0" y="0"/>
                </a:moveTo>
                <a:lnTo>
                  <a:pt x="18000" y="12000"/>
                </a:lnTo>
              </a:path>
            </a:pathLst>
          </a:custGeom>
          <a:noFill/>
          <a:ln w="16459" cap="rnd" cmpd="sng" algn="ctr">
            <a:solidFill>
              <a:srgbClr val="000000"/>
            </a:solidFill>
            <a:round/>
            <a:headEnd type="none"/>
            <a:tailEnd type="none"/>
          </a:ln>
        </p:spPr>
      </p:sp>
      <p:sp>
        <p:nvSpPr>
          <p:cNvPr id="370" name="synapse model / 0369 stack cell boundary"/>
          <p:cNvSpPr/>
          <p:nvPr/>
        </p:nvSpPr>
        <p:spPr>
          <a:xfrm>
            <a:off x="393192" y="3008376"/>
            <a:ext cx="667512" cy="914"/>
          </a:xfrm>
          <a:custGeom>
            <a:avLst/>
            <a:gdLst/>
            <a:ahLst/>
            <a:cxnLst/>
            <a:rect l="0" t="0" r="r" b="b"/>
            <a:pathLst>
              <a:path w="73000" h="100" fill="none" stroke="1" extrusionOk="0">
                <a:moveTo>
                  <a:pt x="0" y="0"/>
                </a:moveTo>
                <a:lnTo>
                  <a:pt x="73000" y="0"/>
                </a:lnTo>
              </a:path>
            </a:pathLst>
          </a:custGeom>
          <a:noFill/>
          <a:ln w="22860" cap="rnd" cmpd="sng" algn="ctr">
            <a:solidFill>
              <a:srgbClr val="000000"/>
            </a:solidFill>
            <a:round/>
            <a:headEnd type="none"/>
            <a:tailEnd type="none"/>
          </a:ln>
        </p:spPr>
      </p:sp>
      <p:sp>
        <p:nvSpPr>
          <p:cNvPr id="371" name="synapse model / 0370 side cell boundary"/>
          <p:cNvSpPr/>
          <p:nvPr/>
        </p:nvSpPr>
        <p:spPr>
          <a:xfrm>
            <a:off x="1060704" y="3008376"/>
            <a:ext cx="164592" cy="109728"/>
          </a:xfrm>
          <a:custGeom>
            <a:avLst/>
            <a:gdLst/>
            <a:ahLst/>
            <a:cxnLst/>
            <a:rect l="0" t="0" r="r" b="b"/>
            <a:pathLst>
              <a:path w="18000" h="12000" fill="none" stroke="1" extrusionOk="0">
                <a:moveTo>
                  <a:pt x="0" y="0"/>
                </a:moveTo>
                <a:lnTo>
                  <a:pt x="18000" y="12000"/>
                </a:lnTo>
              </a:path>
            </a:pathLst>
          </a:custGeom>
          <a:noFill/>
          <a:ln w="16459" cap="rnd" cmpd="sng" algn="ctr">
            <a:solidFill>
              <a:srgbClr val="000000"/>
            </a:solidFill>
            <a:round/>
            <a:headEnd type="none"/>
            <a:tailEnd type="none"/>
          </a:ln>
        </p:spPr>
      </p:sp>
      <p:sp>
        <p:nvSpPr>
          <p:cNvPr id="372" name="synapse model / 0371 stack cell boundary"/>
          <p:cNvSpPr/>
          <p:nvPr/>
        </p:nvSpPr>
        <p:spPr>
          <a:xfrm>
            <a:off x="393192" y="3343656"/>
            <a:ext cx="667512" cy="914"/>
          </a:xfrm>
          <a:custGeom>
            <a:avLst/>
            <a:gdLst/>
            <a:ahLst/>
            <a:cxnLst/>
            <a:rect l="0" t="0" r="r" b="b"/>
            <a:pathLst>
              <a:path w="73000" h="100" fill="none" stroke="1" extrusionOk="0">
                <a:moveTo>
                  <a:pt x="0" y="0"/>
                </a:moveTo>
                <a:lnTo>
                  <a:pt x="73000" y="0"/>
                </a:lnTo>
              </a:path>
            </a:pathLst>
          </a:custGeom>
          <a:noFill/>
          <a:ln w="22860" cap="rnd" cmpd="sng" algn="ctr">
            <a:solidFill>
              <a:srgbClr val="000000"/>
            </a:solidFill>
            <a:round/>
            <a:headEnd type="none"/>
            <a:tailEnd type="none"/>
          </a:ln>
        </p:spPr>
      </p:sp>
      <p:sp>
        <p:nvSpPr>
          <p:cNvPr id="373" name="synapse model / 0372 side cell boundary"/>
          <p:cNvSpPr/>
          <p:nvPr/>
        </p:nvSpPr>
        <p:spPr>
          <a:xfrm>
            <a:off x="1060704" y="3343656"/>
            <a:ext cx="164592" cy="109728"/>
          </a:xfrm>
          <a:custGeom>
            <a:avLst/>
            <a:gdLst/>
            <a:ahLst/>
            <a:cxnLst/>
            <a:rect l="0" t="0" r="r" b="b"/>
            <a:pathLst>
              <a:path w="18000" h="12000" fill="none" stroke="1" extrusionOk="0">
                <a:moveTo>
                  <a:pt x="0" y="0"/>
                </a:moveTo>
                <a:lnTo>
                  <a:pt x="18000" y="12000"/>
                </a:lnTo>
              </a:path>
            </a:pathLst>
          </a:custGeom>
          <a:noFill/>
          <a:ln w="16459" cap="rnd" cmpd="sng" algn="ctr">
            <a:solidFill>
              <a:srgbClr val="000000"/>
            </a:solidFill>
            <a:round/>
            <a:headEnd type="none"/>
            <a:tailEnd type="none"/>
          </a:ln>
        </p:spPr>
      </p:sp>
      <p:sp>
        <p:nvSpPr>
          <p:cNvPr id="374" name="synapse model / 0373 stack cell boundary"/>
          <p:cNvSpPr/>
          <p:nvPr/>
        </p:nvSpPr>
        <p:spPr>
          <a:xfrm>
            <a:off x="393192" y="3678936"/>
            <a:ext cx="667512" cy="914"/>
          </a:xfrm>
          <a:custGeom>
            <a:avLst/>
            <a:gdLst/>
            <a:ahLst/>
            <a:cxnLst/>
            <a:rect l="0" t="0" r="r" b="b"/>
            <a:pathLst>
              <a:path w="73000" h="100" fill="none" stroke="1" extrusionOk="0">
                <a:moveTo>
                  <a:pt x="0" y="0"/>
                </a:moveTo>
                <a:lnTo>
                  <a:pt x="73000" y="0"/>
                </a:lnTo>
              </a:path>
            </a:pathLst>
          </a:custGeom>
          <a:noFill/>
          <a:ln w="22860" cap="rnd" cmpd="sng" algn="ctr">
            <a:solidFill>
              <a:srgbClr val="000000"/>
            </a:solidFill>
            <a:round/>
            <a:headEnd type="none"/>
            <a:tailEnd type="none"/>
          </a:ln>
        </p:spPr>
      </p:sp>
      <p:sp>
        <p:nvSpPr>
          <p:cNvPr id="375" name="synapse model / 0374 side cell boundary"/>
          <p:cNvSpPr/>
          <p:nvPr/>
        </p:nvSpPr>
        <p:spPr>
          <a:xfrm>
            <a:off x="1060704" y="3678936"/>
            <a:ext cx="164592" cy="109728"/>
          </a:xfrm>
          <a:custGeom>
            <a:avLst/>
            <a:gdLst/>
            <a:ahLst/>
            <a:cxnLst/>
            <a:rect l="0" t="0" r="r" b="b"/>
            <a:pathLst>
              <a:path w="18000" h="12000" fill="none" stroke="1" extrusionOk="0">
                <a:moveTo>
                  <a:pt x="0" y="0"/>
                </a:moveTo>
                <a:lnTo>
                  <a:pt x="18000" y="12000"/>
                </a:lnTo>
              </a:path>
            </a:pathLst>
          </a:custGeom>
          <a:noFill/>
          <a:ln w="16459" cap="rnd" cmpd="sng" algn="ctr">
            <a:solidFill>
              <a:srgbClr val="000000"/>
            </a:solidFill>
            <a:round/>
            <a:headEnd type="none"/>
            <a:tailEnd type="none"/>
          </a:ln>
        </p:spPr>
      </p:sp>
      <p:sp>
        <p:nvSpPr>
          <p:cNvPr id="376" name="synapse model / 0375 stack cell boundary"/>
          <p:cNvSpPr/>
          <p:nvPr/>
        </p:nvSpPr>
        <p:spPr>
          <a:xfrm>
            <a:off x="393192" y="4014216"/>
            <a:ext cx="667512" cy="914"/>
          </a:xfrm>
          <a:custGeom>
            <a:avLst/>
            <a:gdLst/>
            <a:ahLst/>
            <a:cxnLst/>
            <a:rect l="0" t="0" r="r" b="b"/>
            <a:pathLst>
              <a:path w="73000" h="100" fill="none" stroke="1" extrusionOk="0">
                <a:moveTo>
                  <a:pt x="0" y="0"/>
                </a:moveTo>
                <a:lnTo>
                  <a:pt x="73000" y="0"/>
                </a:lnTo>
              </a:path>
            </a:pathLst>
          </a:custGeom>
          <a:noFill/>
          <a:ln w="22860" cap="rnd" cmpd="sng" algn="ctr">
            <a:solidFill>
              <a:srgbClr val="000000"/>
            </a:solidFill>
            <a:round/>
            <a:headEnd type="none"/>
            <a:tailEnd type="none"/>
          </a:ln>
        </p:spPr>
      </p:sp>
      <p:sp>
        <p:nvSpPr>
          <p:cNvPr id="377" name="synapse model / 0376 side cell boundary"/>
          <p:cNvSpPr/>
          <p:nvPr/>
        </p:nvSpPr>
        <p:spPr>
          <a:xfrm>
            <a:off x="1060704" y="4014216"/>
            <a:ext cx="164592" cy="109728"/>
          </a:xfrm>
          <a:custGeom>
            <a:avLst/>
            <a:gdLst/>
            <a:ahLst/>
            <a:cxnLst/>
            <a:rect l="0" t="0" r="r" b="b"/>
            <a:pathLst>
              <a:path w="18000" h="12000" fill="none" stroke="1" extrusionOk="0">
                <a:moveTo>
                  <a:pt x="0" y="0"/>
                </a:moveTo>
                <a:lnTo>
                  <a:pt x="18000" y="12000"/>
                </a:lnTo>
              </a:path>
            </a:pathLst>
          </a:custGeom>
          <a:noFill/>
          <a:ln w="16459" cap="rnd" cmpd="sng" algn="ctr">
            <a:solidFill>
              <a:srgbClr val="000000"/>
            </a:solidFill>
            <a:round/>
            <a:headEnd type="none"/>
            <a:tailEnd type="none"/>
          </a:ln>
        </p:spPr>
      </p:sp>
      <p:sp>
        <p:nvSpPr>
          <p:cNvPr id="378" name="synapse model / 0377 stack cell boundary"/>
          <p:cNvSpPr/>
          <p:nvPr/>
        </p:nvSpPr>
        <p:spPr>
          <a:xfrm>
            <a:off x="393192" y="4349496"/>
            <a:ext cx="667512" cy="914"/>
          </a:xfrm>
          <a:custGeom>
            <a:avLst/>
            <a:gdLst/>
            <a:ahLst/>
            <a:cxnLst/>
            <a:rect l="0" t="0" r="r" b="b"/>
            <a:pathLst>
              <a:path w="73000" h="100" fill="none" stroke="1" extrusionOk="0">
                <a:moveTo>
                  <a:pt x="0" y="0"/>
                </a:moveTo>
                <a:lnTo>
                  <a:pt x="73000" y="0"/>
                </a:lnTo>
              </a:path>
            </a:pathLst>
          </a:custGeom>
          <a:noFill/>
          <a:ln w="22860" cap="rnd" cmpd="sng" algn="ctr">
            <a:solidFill>
              <a:srgbClr val="000000"/>
            </a:solidFill>
            <a:round/>
            <a:headEnd type="none"/>
            <a:tailEnd type="none"/>
          </a:ln>
        </p:spPr>
      </p:sp>
      <p:sp>
        <p:nvSpPr>
          <p:cNvPr id="379" name="synapse model / 0378 side cell boundary"/>
          <p:cNvSpPr/>
          <p:nvPr/>
        </p:nvSpPr>
        <p:spPr>
          <a:xfrm>
            <a:off x="1060704" y="4349496"/>
            <a:ext cx="164592" cy="109728"/>
          </a:xfrm>
          <a:custGeom>
            <a:avLst/>
            <a:gdLst/>
            <a:ahLst/>
            <a:cxnLst/>
            <a:rect l="0" t="0" r="r" b="b"/>
            <a:pathLst>
              <a:path w="18000" h="12000" fill="none" stroke="1" extrusionOk="0">
                <a:moveTo>
                  <a:pt x="0" y="0"/>
                </a:moveTo>
                <a:lnTo>
                  <a:pt x="18000" y="12000"/>
                </a:lnTo>
              </a:path>
            </a:pathLst>
          </a:custGeom>
          <a:noFill/>
          <a:ln w="16459" cap="rnd" cmpd="sng" algn="ctr">
            <a:solidFill>
              <a:srgbClr val="000000"/>
            </a:solidFill>
            <a:round/>
            <a:headEnd type="none"/>
            <a:tailEnd type="none"/>
          </a:ln>
        </p:spPr>
      </p:sp>
      <p:sp>
        <p:nvSpPr>
          <p:cNvPr id="380" name="synapse model / 0379 stack cell boundary"/>
          <p:cNvSpPr/>
          <p:nvPr/>
        </p:nvSpPr>
        <p:spPr>
          <a:xfrm>
            <a:off x="393192" y="4684776"/>
            <a:ext cx="667512" cy="914"/>
          </a:xfrm>
          <a:custGeom>
            <a:avLst/>
            <a:gdLst/>
            <a:ahLst/>
            <a:cxnLst/>
            <a:rect l="0" t="0" r="r" b="b"/>
            <a:pathLst>
              <a:path w="73000" h="100" fill="none" stroke="1" extrusionOk="0">
                <a:moveTo>
                  <a:pt x="0" y="0"/>
                </a:moveTo>
                <a:lnTo>
                  <a:pt x="73000" y="0"/>
                </a:lnTo>
              </a:path>
            </a:pathLst>
          </a:custGeom>
          <a:noFill/>
          <a:ln w="22860" cap="rnd" cmpd="sng" algn="ctr">
            <a:solidFill>
              <a:srgbClr val="000000"/>
            </a:solidFill>
            <a:round/>
            <a:headEnd type="none"/>
            <a:tailEnd type="none"/>
          </a:ln>
        </p:spPr>
      </p:sp>
      <p:sp>
        <p:nvSpPr>
          <p:cNvPr id="381" name="synapse model / 0380 side cell boundary"/>
          <p:cNvSpPr/>
          <p:nvPr/>
        </p:nvSpPr>
        <p:spPr>
          <a:xfrm>
            <a:off x="1060704" y="4684776"/>
            <a:ext cx="164592" cy="109728"/>
          </a:xfrm>
          <a:custGeom>
            <a:avLst/>
            <a:gdLst/>
            <a:ahLst/>
            <a:cxnLst/>
            <a:rect l="0" t="0" r="r" b="b"/>
            <a:pathLst>
              <a:path w="18000" h="12000" fill="none" stroke="1" extrusionOk="0">
                <a:moveTo>
                  <a:pt x="0" y="0"/>
                </a:moveTo>
                <a:lnTo>
                  <a:pt x="18000" y="12000"/>
                </a:lnTo>
              </a:path>
            </a:pathLst>
          </a:custGeom>
          <a:noFill/>
          <a:ln w="16459" cap="rnd" cmpd="sng" algn="ctr">
            <a:solidFill>
              <a:srgbClr val="000000"/>
            </a:solidFill>
            <a:round/>
            <a:headEnd type="none"/>
            <a:tailEnd type="none"/>
          </a:ln>
        </p:spPr>
      </p:sp>
      <p:sp>
        <p:nvSpPr>
          <p:cNvPr id="382" name="synapse model / 0381 stack side"/>
          <p:cNvSpPr/>
          <p:nvPr/>
        </p:nvSpPr>
        <p:spPr>
          <a:xfrm>
            <a:off x="1060704" y="5202936"/>
            <a:ext cx="164592" cy="1344168"/>
          </a:xfrm>
          <a:custGeom>
            <a:avLst/>
            <a:gdLst/>
            <a:ahLst/>
            <a:cxnLst/>
            <a:rect l="0" t="0" r="r" b="b"/>
            <a:pathLst>
              <a:path w="18000" h="147000" fill="norm" stroke="1" extrusionOk="0">
                <a:moveTo>
                  <a:pt x="0" y="1000"/>
                </a:moveTo>
                <a:lnTo>
                  <a:pt x="18000" y="0"/>
                </a:lnTo>
                <a:lnTo>
                  <a:pt x="18000" y="147000"/>
                </a:lnTo>
                <a:lnTo>
                  <a:pt x="0" y="147000"/>
                </a:lnTo>
                <a:close/>
              </a:path>
            </a:pathLst>
          </a:custGeom>
          <a:gradFill rotWithShape="1">
            <a:gsLst>
              <a:gs pos="0">
                <a:srgbClr val="DEDEDE"/>
              </a:gs>
              <a:gs pos="100000">
                <a:srgbClr val="BBBBBB"/>
              </a:gs>
            </a:gsLst>
            <a:lin ang="0" scaled="1"/>
            <a:tileRect/>
          </a:gradFill>
          <a:ln w="20117" cap="rnd" cmpd="sng" algn="ctr">
            <a:solidFill>
              <a:srgbClr val="000000"/>
            </a:solidFill>
            <a:round/>
            <a:headEnd type="none"/>
            <a:tailEnd type="none"/>
          </a:ln>
        </p:spPr>
      </p:sp>
      <p:sp>
        <p:nvSpPr>
          <p:cNvPr id="383" name="synapse model / 0382 activation stack"/>
          <p:cNvSpPr/>
          <p:nvPr/>
        </p:nvSpPr>
        <p:spPr>
          <a:xfrm>
            <a:off x="393192" y="5212080"/>
            <a:ext cx="667512" cy="1335024"/>
          </a:xfrm>
          <a:custGeom>
            <a:avLst/>
            <a:gdLst/>
            <a:ahLst/>
            <a:cxnLst/>
            <a:rect l="0" t="0" r="r" b="b"/>
            <a:pathLst>
              <a:path w="73000" h="146000" fill="norm" stroke="1" extrusionOk="0">
                <a:moveTo>
                  <a:pt x="0" y="0"/>
                </a:moveTo>
                <a:lnTo>
                  <a:pt x="73000" y="0"/>
                </a:lnTo>
                <a:lnTo>
                  <a:pt x="73000" y="146000"/>
                </a:lnTo>
                <a:lnTo>
                  <a:pt x="0" y="146000"/>
                </a:lnTo>
                <a:close/>
              </a:path>
            </a:pathLst>
          </a:custGeom>
          <a:gradFill rotWithShape="1">
            <a:gsLst>
              <a:gs pos="0">
                <a:srgbClr val="FFC800"/>
              </a:gs>
              <a:gs pos="100000">
                <a:srgbClr val="FFEF22"/>
              </a:gs>
            </a:gsLst>
            <a:lin ang="5400000" scaled="1"/>
            <a:tileRect/>
          </a:gradFill>
          <a:ln w="21946" cap="rnd" cmpd="sng" algn="ctr">
            <a:solidFill>
              <a:srgbClr val="000000"/>
            </a:solidFill>
            <a:round/>
            <a:headEnd type="none"/>
            <a:tailEnd type="none"/>
          </a:ln>
        </p:spPr>
      </p:sp>
      <p:sp>
        <p:nvSpPr>
          <p:cNvPr id="384" name="synapse model / 0383 paper texture"/>
          <p:cNvSpPr/>
          <p:nvPr/>
        </p:nvSpPr>
        <p:spPr>
          <a:xfrm>
            <a:off x="392991" y="5226489"/>
            <a:ext cx="660376" cy="1306986"/>
          </a:xfrm>
          <a:custGeom>
            <a:avLst/>
            <a:gdLst/>
            <a:ahLst/>
            <a:cxnLst/>
            <a:rect l="0" t="0" r="r" b="b"/>
            <a:pathLst>
              <a:path w="72220" h="142934" fill="norm" stroke="1" extrusionOk="0">
                <a:moveTo>
                  <a:pt x="34242" y="93443"/>
                </a:moveTo>
                <a:lnTo>
                  <a:pt x="35825" y="93957"/>
                </a:lnTo>
                <a:lnTo>
                  <a:pt x="33451" y="93700"/>
                </a:lnTo>
                <a:close/>
                <a:moveTo>
                  <a:pt x="1782" y="53014"/>
                </a:moveTo>
                <a:lnTo>
                  <a:pt x="2639" y="54530"/>
                </a:lnTo>
                <a:lnTo>
                  <a:pt x="1354" y="53772"/>
                </a:lnTo>
                <a:close/>
                <a:moveTo>
                  <a:pt x="49364" y="85433"/>
                </a:moveTo>
                <a:lnTo>
                  <a:pt x="50746" y="86725"/>
                </a:lnTo>
                <a:lnTo>
                  <a:pt x="48672" y="86079"/>
                </a:lnTo>
                <a:close/>
                <a:moveTo>
                  <a:pt x="11193" y="62352"/>
                </a:moveTo>
                <a:lnTo>
                  <a:pt x="11843" y="64011"/>
                </a:lnTo>
                <a:lnTo>
                  <a:pt x="10868" y="63182"/>
                </a:lnTo>
                <a:close/>
                <a:moveTo>
                  <a:pt x="5140" y="116515"/>
                </a:moveTo>
                <a:lnTo>
                  <a:pt x="5628" y="117846"/>
                </a:lnTo>
                <a:lnTo>
                  <a:pt x="4896" y="117181"/>
                </a:lnTo>
                <a:close/>
                <a:moveTo>
                  <a:pt x="24612" y="57284"/>
                </a:moveTo>
                <a:lnTo>
                  <a:pt x="26520" y="57612"/>
                </a:lnTo>
                <a:lnTo>
                  <a:pt x="23658" y="57448"/>
                </a:lnTo>
                <a:close/>
                <a:moveTo>
                  <a:pt x="5277" y="130274"/>
                </a:moveTo>
                <a:lnTo>
                  <a:pt x="6568" y="130710"/>
                </a:lnTo>
                <a:lnTo>
                  <a:pt x="4631" y="130492"/>
                </a:lnTo>
                <a:close/>
                <a:moveTo>
                  <a:pt x="70121" y="134804"/>
                </a:moveTo>
                <a:lnTo>
                  <a:pt x="70680" y="135739"/>
                </a:lnTo>
                <a:lnTo>
                  <a:pt x="69842" y="135272"/>
                </a:lnTo>
                <a:close/>
                <a:moveTo>
                  <a:pt x="10477" y="44118"/>
                </a:moveTo>
                <a:lnTo>
                  <a:pt x="11977" y="44663"/>
                </a:lnTo>
                <a:lnTo>
                  <a:pt x="9727" y="44390"/>
                </a:lnTo>
                <a:close/>
                <a:moveTo>
                  <a:pt x="49800" y="6768"/>
                </a:moveTo>
                <a:lnTo>
                  <a:pt x="50467" y="8291"/>
                </a:lnTo>
                <a:lnTo>
                  <a:pt x="49467" y="7530"/>
                </a:lnTo>
                <a:close/>
                <a:moveTo>
                  <a:pt x="29058" y="59318"/>
                </a:moveTo>
                <a:lnTo>
                  <a:pt x="30511" y="60334"/>
                </a:lnTo>
                <a:lnTo>
                  <a:pt x="28332" y="59826"/>
                </a:lnTo>
                <a:close/>
                <a:moveTo>
                  <a:pt x="27943" y="3785"/>
                </a:moveTo>
                <a:lnTo>
                  <a:pt x="29636" y="5536"/>
                </a:lnTo>
                <a:lnTo>
                  <a:pt x="27096" y="4661"/>
                </a:lnTo>
                <a:close/>
                <a:moveTo>
                  <a:pt x="69363" y="94318"/>
                </a:moveTo>
                <a:lnTo>
                  <a:pt x="70373" y="95163"/>
                </a:lnTo>
                <a:lnTo>
                  <a:pt x="68859" y="94741"/>
                </a:lnTo>
                <a:close/>
                <a:moveTo>
                  <a:pt x="49330" y="95774"/>
                </a:moveTo>
                <a:lnTo>
                  <a:pt x="49891" y="96426"/>
                </a:lnTo>
                <a:lnTo>
                  <a:pt x="49050" y="96100"/>
                </a:lnTo>
                <a:close/>
                <a:moveTo>
                  <a:pt x="26455" y="72547"/>
                </a:moveTo>
                <a:lnTo>
                  <a:pt x="28303" y="73597"/>
                </a:lnTo>
                <a:lnTo>
                  <a:pt x="25530" y="73072"/>
                </a:lnTo>
                <a:close/>
                <a:moveTo>
                  <a:pt x="2992" y="117051"/>
                </a:moveTo>
                <a:lnTo>
                  <a:pt x="4138" y="118130"/>
                </a:lnTo>
                <a:lnTo>
                  <a:pt x="2419" y="117591"/>
                </a:lnTo>
                <a:close/>
                <a:moveTo>
                  <a:pt x="16574" y="60520"/>
                </a:moveTo>
                <a:lnTo>
                  <a:pt x="17642" y="61978"/>
                </a:lnTo>
                <a:lnTo>
                  <a:pt x="16040" y="61249"/>
                </a:lnTo>
                <a:close/>
                <a:moveTo>
                  <a:pt x="8205" y="78070"/>
                </a:moveTo>
                <a:lnTo>
                  <a:pt x="8884" y="79414"/>
                </a:lnTo>
                <a:lnTo>
                  <a:pt x="7865" y="78742"/>
                </a:lnTo>
                <a:close/>
                <a:moveTo>
                  <a:pt x="3601" y="38971"/>
                </a:moveTo>
                <a:lnTo>
                  <a:pt x="4588" y="40226"/>
                </a:lnTo>
                <a:lnTo>
                  <a:pt x="3108" y="39598"/>
                </a:lnTo>
                <a:close/>
                <a:moveTo>
                  <a:pt x="4666" y="65099"/>
                </a:moveTo>
                <a:lnTo>
                  <a:pt x="5402" y="65822"/>
                </a:lnTo>
                <a:lnTo>
                  <a:pt x="4298" y="65460"/>
                </a:lnTo>
                <a:close/>
                <a:moveTo>
                  <a:pt x="34360" y="136525"/>
                </a:moveTo>
                <a:lnTo>
                  <a:pt x="35600" y="138259"/>
                </a:lnTo>
                <a:lnTo>
                  <a:pt x="33740" y="137392"/>
                </a:lnTo>
                <a:close/>
                <a:moveTo>
                  <a:pt x="12751" y="131592"/>
                </a:moveTo>
                <a:lnTo>
                  <a:pt x="13775" y="132176"/>
                </a:lnTo>
                <a:lnTo>
                  <a:pt x="12240" y="131884"/>
                </a:lnTo>
                <a:close/>
                <a:moveTo>
                  <a:pt x="53419" y="129846"/>
                </a:moveTo>
                <a:lnTo>
                  <a:pt x="53781" y="130549"/>
                </a:lnTo>
                <a:lnTo>
                  <a:pt x="53238" y="130197"/>
                </a:lnTo>
                <a:close/>
                <a:moveTo>
                  <a:pt x="54969" y="48300"/>
                </a:moveTo>
                <a:lnTo>
                  <a:pt x="55766" y="48613"/>
                </a:lnTo>
                <a:lnTo>
                  <a:pt x="54571" y="48457"/>
                </a:lnTo>
                <a:close/>
                <a:moveTo>
                  <a:pt x="3824" y="87952"/>
                </a:moveTo>
                <a:lnTo>
                  <a:pt x="5994" y="89750"/>
                </a:lnTo>
                <a:lnTo>
                  <a:pt x="2739" y="88851"/>
                </a:lnTo>
                <a:close/>
                <a:moveTo>
                  <a:pt x="36274" y="2843"/>
                </a:moveTo>
                <a:lnTo>
                  <a:pt x="37221" y="4324"/>
                </a:lnTo>
                <a:lnTo>
                  <a:pt x="35801" y="3584"/>
                </a:lnTo>
                <a:close/>
                <a:moveTo>
                  <a:pt x="59259" y="90860"/>
                </a:moveTo>
                <a:lnTo>
                  <a:pt x="60033" y="91951"/>
                </a:lnTo>
                <a:lnTo>
                  <a:pt x="58872" y="91405"/>
                </a:lnTo>
                <a:close/>
                <a:moveTo>
                  <a:pt x="34439" y="89086"/>
                </a:moveTo>
                <a:lnTo>
                  <a:pt x="35275" y="90806"/>
                </a:lnTo>
                <a:lnTo>
                  <a:pt x="34021" y="89946"/>
                </a:lnTo>
                <a:close/>
                <a:moveTo>
                  <a:pt x="63624" y="22611"/>
                </a:moveTo>
                <a:lnTo>
                  <a:pt x="64513" y="24221"/>
                </a:lnTo>
                <a:lnTo>
                  <a:pt x="63180" y="23416"/>
                </a:lnTo>
                <a:close/>
                <a:moveTo>
                  <a:pt x="20503" y="134402"/>
                </a:moveTo>
                <a:lnTo>
                  <a:pt x="21806" y="135746"/>
                </a:lnTo>
                <a:lnTo>
                  <a:pt x="19852" y="135074"/>
                </a:lnTo>
                <a:close/>
                <a:moveTo>
                  <a:pt x="50351" y="30036"/>
                </a:moveTo>
                <a:lnTo>
                  <a:pt x="51228" y="30719"/>
                </a:lnTo>
                <a:lnTo>
                  <a:pt x="49912" y="30377"/>
                </a:lnTo>
                <a:close/>
                <a:moveTo>
                  <a:pt x="48853" y="98681"/>
                </a:moveTo>
                <a:lnTo>
                  <a:pt x="49446" y="100311"/>
                </a:lnTo>
                <a:lnTo>
                  <a:pt x="48556" y="99496"/>
                </a:lnTo>
                <a:close/>
                <a:moveTo>
                  <a:pt x="30445" y="33920"/>
                </a:moveTo>
                <a:lnTo>
                  <a:pt x="31600" y="35689"/>
                </a:lnTo>
                <a:lnTo>
                  <a:pt x="29867" y="34805"/>
                </a:lnTo>
                <a:close/>
                <a:moveTo>
                  <a:pt x="40217" y="88762"/>
                </a:moveTo>
                <a:lnTo>
                  <a:pt x="42269" y="90505"/>
                </a:lnTo>
                <a:lnTo>
                  <a:pt x="39191" y="89633"/>
                </a:lnTo>
                <a:close/>
                <a:moveTo>
                  <a:pt x="54252" y="59149"/>
                </a:moveTo>
                <a:lnTo>
                  <a:pt x="55691" y="60800"/>
                </a:lnTo>
                <a:lnTo>
                  <a:pt x="53533" y="59975"/>
                </a:lnTo>
                <a:close/>
                <a:moveTo>
                  <a:pt x="56268" y="82388"/>
                </a:moveTo>
                <a:lnTo>
                  <a:pt x="57261" y="83240"/>
                </a:lnTo>
                <a:lnTo>
                  <a:pt x="55772" y="82814"/>
                </a:lnTo>
                <a:close/>
                <a:moveTo>
                  <a:pt x="52530" y="79980"/>
                </a:moveTo>
                <a:lnTo>
                  <a:pt x="52912" y="81345"/>
                </a:lnTo>
                <a:lnTo>
                  <a:pt x="52340" y="80663"/>
                </a:lnTo>
                <a:close/>
                <a:moveTo>
                  <a:pt x="64288" y="113500"/>
                </a:moveTo>
                <a:lnTo>
                  <a:pt x="66299" y="115166"/>
                </a:lnTo>
                <a:lnTo>
                  <a:pt x="63283" y="114333"/>
                </a:lnTo>
                <a:close/>
                <a:moveTo>
                  <a:pt x="38467" y="112268"/>
                </a:moveTo>
                <a:lnTo>
                  <a:pt x="39519" y="112715"/>
                </a:lnTo>
                <a:lnTo>
                  <a:pt x="37941" y="112492"/>
                </a:lnTo>
                <a:close/>
                <a:moveTo>
                  <a:pt x="25744" y="44056"/>
                </a:moveTo>
                <a:lnTo>
                  <a:pt x="27822" y="45390"/>
                </a:lnTo>
                <a:lnTo>
                  <a:pt x="24705" y="44723"/>
                </a:lnTo>
                <a:close/>
                <a:moveTo>
                  <a:pt x="38935" y="88386"/>
                </a:moveTo>
                <a:lnTo>
                  <a:pt x="39516" y="89487"/>
                </a:lnTo>
                <a:lnTo>
                  <a:pt x="38645" y="88936"/>
                </a:lnTo>
                <a:close/>
                <a:moveTo>
                  <a:pt x="50065" y="55789"/>
                </a:moveTo>
                <a:lnTo>
                  <a:pt x="50870" y="56699"/>
                </a:lnTo>
                <a:lnTo>
                  <a:pt x="49663" y="56244"/>
                </a:lnTo>
                <a:close/>
                <a:moveTo>
                  <a:pt x="23674" y="97419"/>
                </a:moveTo>
                <a:lnTo>
                  <a:pt x="24286" y="97855"/>
                </a:lnTo>
                <a:lnTo>
                  <a:pt x="23367" y="97637"/>
                </a:lnTo>
                <a:close/>
                <a:moveTo>
                  <a:pt x="22895" y="98920"/>
                </a:moveTo>
                <a:lnTo>
                  <a:pt x="24651" y="100209"/>
                </a:lnTo>
                <a:lnTo>
                  <a:pt x="22018" y="99564"/>
                </a:lnTo>
                <a:close/>
                <a:moveTo>
                  <a:pt x="66451" y="51706"/>
                </a:moveTo>
                <a:lnTo>
                  <a:pt x="66857" y="52737"/>
                </a:lnTo>
                <a:lnTo>
                  <a:pt x="66249" y="52222"/>
                </a:lnTo>
                <a:close/>
                <a:moveTo>
                  <a:pt x="32080" y="25074"/>
                </a:moveTo>
                <a:lnTo>
                  <a:pt x="33665" y="25886"/>
                </a:lnTo>
                <a:lnTo>
                  <a:pt x="31288" y="25480"/>
                </a:lnTo>
                <a:close/>
                <a:moveTo>
                  <a:pt x="17706" y="46249"/>
                </a:moveTo>
                <a:lnTo>
                  <a:pt x="19802" y="46561"/>
                </a:lnTo>
                <a:lnTo>
                  <a:pt x="16658" y="46405"/>
                </a:lnTo>
                <a:close/>
                <a:moveTo>
                  <a:pt x="26244" y="39420"/>
                </a:moveTo>
                <a:lnTo>
                  <a:pt x="26966" y="40369"/>
                </a:lnTo>
                <a:lnTo>
                  <a:pt x="25883" y="39895"/>
                </a:lnTo>
                <a:close/>
                <a:moveTo>
                  <a:pt x="16449" y="130821"/>
                </a:moveTo>
                <a:lnTo>
                  <a:pt x="17726" y="132169"/>
                </a:lnTo>
                <a:lnTo>
                  <a:pt x="15810" y="131495"/>
                </a:lnTo>
                <a:close/>
                <a:moveTo>
                  <a:pt x="12386" y="65866"/>
                </a:moveTo>
                <a:lnTo>
                  <a:pt x="13858" y="67431"/>
                </a:lnTo>
                <a:lnTo>
                  <a:pt x="11650" y="66648"/>
                </a:lnTo>
                <a:close/>
                <a:moveTo>
                  <a:pt x="18513" y="65152"/>
                </a:moveTo>
                <a:lnTo>
                  <a:pt x="20445" y="66699"/>
                </a:lnTo>
                <a:lnTo>
                  <a:pt x="17548" y="65925"/>
                </a:lnTo>
                <a:close/>
                <a:moveTo>
                  <a:pt x="16947" y="76357"/>
                </a:moveTo>
                <a:lnTo>
                  <a:pt x="18706" y="77250"/>
                </a:lnTo>
                <a:lnTo>
                  <a:pt x="16068" y="76803"/>
                </a:lnTo>
                <a:close/>
                <a:moveTo>
                  <a:pt x="48159" y="94272"/>
                </a:moveTo>
                <a:lnTo>
                  <a:pt x="50308" y="95403"/>
                </a:lnTo>
                <a:lnTo>
                  <a:pt x="47085" y="94838"/>
                </a:lnTo>
                <a:close/>
                <a:moveTo>
                  <a:pt x="48677" y="49507"/>
                </a:moveTo>
                <a:lnTo>
                  <a:pt x="50382" y="50290"/>
                </a:lnTo>
                <a:lnTo>
                  <a:pt x="47825" y="49899"/>
                </a:lnTo>
                <a:close/>
                <a:moveTo>
                  <a:pt x="36015" y="51024"/>
                </a:moveTo>
                <a:lnTo>
                  <a:pt x="36933" y="51528"/>
                </a:lnTo>
                <a:lnTo>
                  <a:pt x="35556" y="51276"/>
                </a:lnTo>
                <a:close/>
                <a:moveTo>
                  <a:pt x="16819" y="77259"/>
                </a:moveTo>
                <a:lnTo>
                  <a:pt x="17635" y="77628"/>
                </a:lnTo>
                <a:lnTo>
                  <a:pt x="16411" y="77444"/>
                </a:lnTo>
                <a:close/>
                <a:moveTo>
                  <a:pt x="57275" y="40269"/>
                </a:moveTo>
                <a:lnTo>
                  <a:pt x="59356" y="41468"/>
                </a:lnTo>
                <a:lnTo>
                  <a:pt x="56234" y="40869"/>
                </a:lnTo>
                <a:close/>
                <a:moveTo>
                  <a:pt x="28257" y="124277"/>
                </a:moveTo>
                <a:lnTo>
                  <a:pt x="30267" y="125059"/>
                </a:lnTo>
                <a:lnTo>
                  <a:pt x="27253" y="124668"/>
                </a:lnTo>
                <a:close/>
                <a:moveTo>
                  <a:pt x="9831" y="91079"/>
                </a:moveTo>
                <a:lnTo>
                  <a:pt x="11740" y="92292"/>
                </a:lnTo>
                <a:lnTo>
                  <a:pt x="8876" y="91686"/>
                </a:lnTo>
                <a:close/>
                <a:moveTo>
                  <a:pt x="55925" y="58401"/>
                </a:moveTo>
                <a:lnTo>
                  <a:pt x="57418" y="59096"/>
                </a:lnTo>
                <a:lnTo>
                  <a:pt x="55179" y="58748"/>
                </a:lnTo>
                <a:close/>
                <a:moveTo>
                  <a:pt x="29505" y="53720"/>
                </a:moveTo>
                <a:lnTo>
                  <a:pt x="30567" y="54619"/>
                </a:lnTo>
                <a:lnTo>
                  <a:pt x="28974" y="54169"/>
                </a:lnTo>
                <a:close/>
                <a:moveTo>
                  <a:pt x="57525" y="23709"/>
                </a:moveTo>
                <a:lnTo>
                  <a:pt x="58254" y="24391"/>
                </a:lnTo>
                <a:lnTo>
                  <a:pt x="57160" y="24050"/>
                </a:lnTo>
                <a:close/>
                <a:moveTo>
                  <a:pt x="68995" y="74178"/>
                </a:moveTo>
                <a:lnTo>
                  <a:pt x="69443" y="75731"/>
                </a:lnTo>
                <a:lnTo>
                  <a:pt x="68771" y="74954"/>
                </a:lnTo>
                <a:close/>
                <a:moveTo>
                  <a:pt x="62169" y="116848"/>
                </a:moveTo>
                <a:lnTo>
                  <a:pt x="63183" y="118250"/>
                </a:lnTo>
                <a:lnTo>
                  <a:pt x="61663" y="117549"/>
                </a:lnTo>
                <a:close/>
                <a:moveTo>
                  <a:pt x="22407" y="19055"/>
                </a:moveTo>
                <a:lnTo>
                  <a:pt x="24357" y="20604"/>
                </a:lnTo>
                <a:lnTo>
                  <a:pt x="21431" y="19829"/>
                </a:lnTo>
                <a:close/>
                <a:moveTo>
                  <a:pt x="15807" y="125237"/>
                </a:moveTo>
                <a:lnTo>
                  <a:pt x="16202" y="126000"/>
                </a:lnTo>
                <a:lnTo>
                  <a:pt x="15609" y="125618"/>
                </a:lnTo>
                <a:close/>
                <a:moveTo>
                  <a:pt x="1929" y="23883"/>
                </a:moveTo>
                <a:lnTo>
                  <a:pt x="2581" y="25257"/>
                </a:lnTo>
                <a:lnTo>
                  <a:pt x="1603" y="24570"/>
                </a:lnTo>
                <a:close/>
                <a:moveTo>
                  <a:pt x="21783" y="26602"/>
                </a:moveTo>
                <a:lnTo>
                  <a:pt x="22474" y="27370"/>
                </a:lnTo>
                <a:lnTo>
                  <a:pt x="21438" y="26986"/>
                </a:lnTo>
                <a:close/>
                <a:moveTo>
                  <a:pt x="61374" y="86206"/>
                </a:moveTo>
                <a:lnTo>
                  <a:pt x="61913" y="87533"/>
                </a:lnTo>
                <a:lnTo>
                  <a:pt x="61104" y="86869"/>
                </a:lnTo>
                <a:close/>
                <a:moveTo>
                  <a:pt x="38559" y="63553"/>
                </a:moveTo>
                <a:lnTo>
                  <a:pt x="39885" y="64830"/>
                </a:lnTo>
                <a:lnTo>
                  <a:pt x="37896" y="64192"/>
                </a:lnTo>
                <a:close/>
                <a:moveTo>
                  <a:pt x="57072" y="71679"/>
                </a:moveTo>
                <a:lnTo>
                  <a:pt x="58597" y="72680"/>
                </a:lnTo>
                <a:lnTo>
                  <a:pt x="56309" y="72180"/>
                </a:lnTo>
                <a:close/>
                <a:moveTo>
                  <a:pt x="45407" y="54977"/>
                </a:moveTo>
                <a:lnTo>
                  <a:pt x="46524" y="56052"/>
                </a:lnTo>
                <a:lnTo>
                  <a:pt x="44848" y="55514"/>
                </a:lnTo>
                <a:close/>
                <a:moveTo>
                  <a:pt x="51073" y="39251"/>
                </a:moveTo>
                <a:lnTo>
                  <a:pt x="53134" y="40288"/>
                </a:lnTo>
                <a:lnTo>
                  <a:pt x="50042" y="39770"/>
                </a:lnTo>
                <a:close/>
                <a:moveTo>
                  <a:pt x="60908" y="98151"/>
                </a:moveTo>
                <a:lnTo>
                  <a:pt x="63027" y="99475"/>
                </a:lnTo>
                <a:lnTo>
                  <a:pt x="59848" y="98813"/>
                </a:lnTo>
                <a:close/>
                <a:moveTo>
                  <a:pt x="30900" y="57463"/>
                </a:moveTo>
                <a:lnTo>
                  <a:pt x="32375" y="58894"/>
                </a:lnTo>
                <a:lnTo>
                  <a:pt x="30163" y="58178"/>
                </a:lnTo>
                <a:close/>
                <a:moveTo>
                  <a:pt x="59755" y="17916"/>
                </a:moveTo>
                <a:lnTo>
                  <a:pt x="60221" y="18378"/>
                </a:lnTo>
                <a:lnTo>
                  <a:pt x="59523" y="18147"/>
                </a:lnTo>
                <a:close/>
                <a:moveTo>
                  <a:pt x="6919" y="7494"/>
                </a:moveTo>
                <a:lnTo>
                  <a:pt x="7285" y="8168"/>
                </a:lnTo>
                <a:lnTo>
                  <a:pt x="6736" y="7831"/>
                </a:lnTo>
                <a:close/>
                <a:moveTo>
                  <a:pt x="8944" y="97414"/>
                </a:moveTo>
                <a:lnTo>
                  <a:pt x="10433" y="99162"/>
                </a:lnTo>
                <a:lnTo>
                  <a:pt x="8200" y="98288"/>
                </a:lnTo>
                <a:close/>
                <a:moveTo>
                  <a:pt x="68258" y="106206"/>
                </a:moveTo>
                <a:lnTo>
                  <a:pt x="70365" y="106548"/>
                </a:lnTo>
                <a:lnTo>
                  <a:pt x="67205" y="106377"/>
                </a:lnTo>
                <a:close/>
                <a:moveTo>
                  <a:pt x="16978" y="131864"/>
                </a:moveTo>
                <a:lnTo>
                  <a:pt x="18207" y="132474"/>
                </a:lnTo>
                <a:lnTo>
                  <a:pt x="16363" y="132169"/>
                </a:lnTo>
                <a:close/>
                <a:moveTo>
                  <a:pt x="53998" y="59992"/>
                </a:moveTo>
                <a:lnTo>
                  <a:pt x="55353" y="60766"/>
                </a:lnTo>
                <a:lnTo>
                  <a:pt x="53321" y="60379"/>
                </a:lnTo>
                <a:close/>
                <a:moveTo>
                  <a:pt x="17942" y="11890"/>
                </a:moveTo>
                <a:lnTo>
                  <a:pt x="19415" y="13619"/>
                </a:lnTo>
                <a:lnTo>
                  <a:pt x="17206" y="12755"/>
                </a:lnTo>
                <a:close/>
                <a:moveTo>
                  <a:pt x="70093" y="108852"/>
                </a:moveTo>
                <a:lnTo>
                  <a:pt x="72170" y="109695"/>
                </a:lnTo>
                <a:lnTo>
                  <a:pt x="69055" y="109273"/>
                </a:lnTo>
                <a:close/>
                <a:moveTo>
                  <a:pt x="21894" y="131486"/>
                </a:moveTo>
                <a:lnTo>
                  <a:pt x="23355" y="132789"/>
                </a:lnTo>
                <a:lnTo>
                  <a:pt x="21164" y="132137"/>
                </a:lnTo>
                <a:close/>
                <a:moveTo>
                  <a:pt x="1900" y="32104"/>
                </a:moveTo>
                <a:lnTo>
                  <a:pt x="3142" y="33501"/>
                </a:lnTo>
                <a:lnTo>
                  <a:pt x="1279" y="32802"/>
                </a:lnTo>
                <a:close/>
                <a:moveTo>
                  <a:pt x="58828" y="107718"/>
                </a:moveTo>
                <a:lnTo>
                  <a:pt x="59807" y="108590"/>
                </a:lnTo>
                <a:lnTo>
                  <a:pt x="58339" y="108154"/>
                </a:lnTo>
                <a:close/>
                <a:moveTo>
                  <a:pt x="61387" y="140932"/>
                </a:moveTo>
                <a:lnTo>
                  <a:pt x="62634" y="141524"/>
                </a:lnTo>
                <a:lnTo>
                  <a:pt x="60763" y="141228"/>
                </a:lnTo>
                <a:close/>
                <a:moveTo>
                  <a:pt x="44733" y="76061"/>
                </a:moveTo>
                <a:lnTo>
                  <a:pt x="45752" y="76707"/>
                </a:lnTo>
                <a:lnTo>
                  <a:pt x="44223" y="76384"/>
                </a:lnTo>
                <a:close/>
                <a:moveTo>
                  <a:pt x="27996" y="86997"/>
                </a:moveTo>
                <a:lnTo>
                  <a:pt x="28581" y="88109"/>
                </a:lnTo>
                <a:lnTo>
                  <a:pt x="27704" y="87553"/>
                </a:lnTo>
                <a:close/>
                <a:moveTo>
                  <a:pt x="67683" y="105951"/>
                </a:moveTo>
                <a:lnTo>
                  <a:pt x="68500" y="106879"/>
                </a:lnTo>
                <a:lnTo>
                  <a:pt x="67275" y="106415"/>
                </a:lnTo>
                <a:close/>
                <a:moveTo>
                  <a:pt x="8186" y="104823"/>
                </a:moveTo>
                <a:lnTo>
                  <a:pt x="9704" y="105382"/>
                </a:lnTo>
                <a:lnTo>
                  <a:pt x="7426" y="105102"/>
                </a:lnTo>
                <a:close/>
                <a:moveTo>
                  <a:pt x="39387" y="84631"/>
                </a:moveTo>
                <a:lnTo>
                  <a:pt x="40805" y="85499"/>
                </a:lnTo>
                <a:lnTo>
                  <a:pt x="38678" y="85065"/>
                </a:lnTo>
                <a:close/>
                <a:moveTo>
                  <a:pt x="22711" y="50167"/>
                </a:moveTo>
                <a:lnTo>
                  <a:pt x="24906" y="50963"/>
                </a:lnTo>
                <a:lnTo>
                  <a:pt x="21613" y="50565"/>
                </a:lnTo>
                <a:close/>
                <a:moveTo>
                  <a:pt x="36195" y="65193"/>
                </a:moveTo>
                <a:lnTo>
                  <a:pt x="36865" y="66092"/>
                </a:lnTo>
                <a:lnTo>
                  <a:pt x="35860" y="65642"/>
                </a:lnTo>
                <a:close/>
                <a:moveTo>
                  <a:pt x="15369" y="45518"/>
                </a:moveTo>
                <a:lnTo>
                  <a:pt x="16398" y="46343"/>
                </a:lnTo>
                <a:lnTo>
                  <a:pt x="14855" y="45931"/>
                </a:lnTo>
                <a:close/>
                <a:moveTo>
                  <a:pt x="66678" y="41876"/>
                </a:moveTo>
                <a:lnTo>
                  <a:pt x="67643" y="43163"/>
                </a:lnTo>
                <a:lnTo>
                  <a:pt x="66195" y="42520"/>
                </a:lnTo>
                <a:close/>
                <a:moveTo>
                  <a:pt x="28830" y="73175"/>
                </a:moveTo>
                <a:lnTo>
                  <a:pt x="30378" y="73585"/>
                </a:lnTo>
                <a:lnTo>
                  <a:pt x="28056" y="73380"/>
                </a:lnTo>
                <a:close/>
                <a:moveTo>
                  <a:pt x="48032" y="13891"/>
                </a:moveTo>
                <a:lnTo>
                  <a:pt x="48845" y="15406"/>
                </a:lnTo>
                <a:lnTo>
                  <a:pt x="47625" y="14648"/>
                </a:lnTo>
                <a:close/>
                <a:moveTo>
                  <a:pt x="70291" y="95767"/>
                </a:moveTo>
                <a:lnTo>
                  <a:pt x="70958" y="96725"/>
                </a:lnTo>
                <a:lnTo>
                  <a:pt x="69957" y="96246"/>
                </a:lnTo>
                <a:close/>
                <a:moveTo>
                  <a:pt x="20807" y="119711"/>
                </a:moveTo>
                <a:lnTo>
                  <a:pt x="21588" y="120306"/>
                </a:lnTo>
                <a:lnTo>
                  <a:pt x="20416" y="120009"/>
                </a:lnTo>
                <a:close/>
                <a:moveTo>
                  <a:pt x="45688" y="90541"/>
                </a:moveTo>
                <a:lnTo>
                  <a:pt x="47129" y="91560"/>
                </a:lnTo>
                <a:lnTo>
                  <a:pt x="44967" y="91051"/>
                </a:lnTo>
                <a:close/>
                <a:moveTo>
                  <a:pt x="68157" y="64982"/>
                </a:moveTo>
                <a:lnTo>
                  <a:pt x="70240" y="65870"/>
                </a:lnTo>
                <a:lnTo>
                  <a:pt x="67115" y="65426"/>
                </a:lnTo>
                <a:close/>
                <a:moveTo>
                  <a:pt x="33597" y="50819"/>
                </a:moveTo>
                <a:lnTo>
                  <a:pt x="35270" y="52246"/>
                </a:lnTo>
                <a:lnTo>
                  <a:pt x="32760" y="51533"/>
                </a:lnTo>
                <a:close/>
                <a:moveTo>
                  <a:pt x="17765" y="74644"/>
                </a:moveTo>
                <a:lnTo>
                  <a:pt x="19459" y="75696"/>
                </a:lnTo>
                <a:lnTo>
                  <a:pt x="16918" y="75170"/>
                </a:lnTo>
                <a:close/>
                <a:moveTo>
                  <a:pt x="47389" y="87539"/>
                </a:moveTo>
                <a:lnTo>
                  <a:pt x="49061" y="88372"/>
                </a:lnTo>
                <a:lnTo>
                  <a:pt x="46553" y="87956"/>
                </a:lnTo>
                <a:close/>
                <a:moveTo>
                  <a:pt x="22482" y="2950"/>
                </a:moveTo>
                <a:lnTo>
                  <a:pt x="24479" y="4435"/>
                </a:lnTo>
                <a:lnTo>
                  <a:pt x="21483" y="3693"/>
                </a:lnTo>
                <a:close/>
                <a:moveTo>
                  <a:pt x="28342" y="137734"/>
                </a:moveTo>
                <a:lnTo>
                  <a:pt x="30361" y="138261"/>
                </a:lnTo>
                <a:lnTo>
                  <a:pt x="27332" y="137998"/>
                </a:lnTo>
                <a:close/>
                <a:moveTo>
                  <a:pt x="59589" y="59606"/>
                </a:moveTo>
                <a:lnTo>
                  <a:pt x="60521" y="60295"/>
                </a:lnTo>
                <a:lnTo>
                  <a:pt x="59124" y="59950"/>
                </a:lnTo>
                <a:close/>
                <a:moveTo>
                  <a:pt x="29989" y="6832"/>
                </a:moveTo>
                <a:lnTo>
                  <a:pt x="30433" y="7307"/>
                </a:lnTo>
                <a:lnTo>
                  <a:pt x="29768" y="7070"/>
                </a:lnTo>
                <a:close/>
                <a:moveTo>
                  <a:pt x="22533" y="22089"/>
                </a:moveTo>
                <a:lnTo>
                  <a:pt x="23109" y="23637"/>
                </a:lnTo>
                <a:lnTo>
                  <a:pt x="22246" y="22863"/>
                </a:lnTo>
                <a:close/>
                <a:moveTo>
                  <a:pt x="27598" y="69534"/>
                </a:moveTo>
                <a:lnTo>
                  <a:pt x="29061" y="71233"/>
                </a:lnTo>
                <a:lnTo>
                  <a:pt x="26867" y="70384"/>
                </a:lnTo>
                <a:close/>
                <a:moveTo>
                  <a:pt x="11250" y="32039"/>
                </a:moveTo>
                <a:lnTo>
                  <a:pt x="13191" y="33703"/>
                </a:lnTo>
                <a:lnTo>
                  <a:pt x="10279" y="32871"/>
                </a:lnTo>
                <a:close/>
                <a:moveTo>
                  <a:pt x="66248" y="74983"/>
                </a:moveTo>
                <a:lnTo>
                  <a:pt x="67277" y="75566"/>
                </a:lnTo>
                <a:lnTo>
                  <a:pt x="65733" y="75275"/>
                </a:lnTo>
                <a:close/>
                <a:moveTo>
                  <a:pt x="64766" y="108867"/>
                </a:moveTo>
                <a:lnTo>
                  <a:pt x="66137" y="110354"/>
                </a:lnTo>
                <a:lnTo>
                  <a:pt x="64081" y="109611"/>
                </a:lnTo>
                <a:close/>
                <a:moveTo>
                  <a:pt x="19273" y="75747"/>
                </a:moveTo>
                <a:lnTo>
                  <a:pt x="21300" y="76210"/>
                </a:lnTo>
                <a:lnTo>
                  <a:pt x="18259" y="75979"/>
                </a:lnTo>
                <a:close/>
                <a:moveTo>
                  <a:pt x="44238" y="25930"/>
                </a:moveTo>
                <a:lnTo>
                  <a:pt x="46138" y="27489"/>
                </a:lnTo>
                <a:lnTo>
                  <a:pt x="43288" y="26710"/>
                </a:lnTo>
                <a:close/>
                <a:moveTo>
                  <a:pt x="46107" y="61766"/>
                </a:moveTo>
                <a:lnTo>
                  <a:pt x="46497" y="62807"/>
                </a:lnTo>
                <a:lnTo>
                  <a:pt x="45913" y="62287"/>
                </a:lnTo>
                <a:close/>
                <a:moveTo>
                  <a:pt x="26165" y="56644"/>
                </a:moveTo>
                <a:lnTo>
                  <a:pt x="26659" y="58325"/>
                </a:lnTo>
                <a:lnTo>
                  <a:pt x="25918" y="57485"/>
                </a:lnTo>
                <a:close/>
                <a:moveTo>
                  <a:pt x="37563" y="79745"/>
                </a:moveTo>
                <a:lnTo>
                  <a:pt x="39471" y="81389"/>
                </a:lnTo>
                <a:lnTo>
                  <a:pt x="36609" y="80567"/>
                </a:lnTo>
                <a:close/>
                <a:moveTo>
                  <a:pt x="39500" y="77216"/>
                </a:moveTo>
                <a:lnTo>
                  <a:pt x="41417" y="78075"/>
                </a:lnTo>
                <a:lnTo>
                  <a:pt x="38541" y="77646"/>
                </a:lnTo>
                <a:close/>
                <a:moveTo>
                  <a:pt x="64050" y="2907"/>
                </a:moveTo>
                <a:lnTo>
                  <a:pt x="65872" y="3998"/>
                </a:lnTo>
                <a:lnTo>
                  <a:pt x="63138" y="3452"/>
                </a:lnTo>
                <a:close/>
                <a:moveTo>
                  <a:pt x="44590" y="141054"/>
                </a:moveTo>
                <a:lnTo>
                  <a:pt x="45346" y="141965"/>
                </a:lnTo>
                <a:lnTo>
                  <a:pt x="44211" y="141509"/>
                </a:lnTo>
                <a:close/>
                <a:moveTo>
                  <a:pt x="56995" y="106204"/>
                </a:moveTo>
                <a:lnTo>
                  <a:pt x="58315" y="107670"/>
                </a:lnTo>
                <a:lnTo>
                  <a:pt x="56335" y="106937"/>
                </a:lnTo>
                <a:close/>
                <a:moveTo>
                  <a:pt x="48430" y="123715"/>
                </a:moveTo>
                <a:lnTo>
                  <a:pt x="49983" y="124560"/>
                </a:lnTo>
                <a:lnTo>
                  <a:pt x="47654" y="124138"/>
                </a:lnTo>
                <a:close/>
                <a:moveTo>
                  <a:pt x="21097" y="11159"/>
                </a:moveTo>
                <a:lnTo>
                  <a:pt x="21675" y="11522"/>
                </a:lnTo>
                <a:lnTo>
                  <a:pt x="20808" y="11341"/>
                </a:lnTo>
                <a:close/>
                <a:moveTo>
                  <a:pt x="69316" y="19546"/>
                </a:moveTo>
                <a:lnTo>
                  <a:pt x="70781" y="20047"/>
                </a:lnTo>
                <a:lnTo>
                  <a:pt x="68584" y="19797"/>
                </a:lnTo>
                <a:close/>
                <a:moveTo>
                  <a:pt x="68655" y="75608"/>
                </a:moveTo>
                <a:lnTo>
                  <a:pt x="69333" y="77148"/>
                </a:lnTo>
                <a:lnTo>
                  <a:pt x="68317" y="76378"/>
                </a:lnTo>
                <a:close/>
                <a:moveTo>
                  <a:pt x="61230" y="139264"/>
                </a:moveTo>
                <a:lnTo>
                  <a:pt x="61993" y="140168"/>
                </a:lnTo>
                <a:lnTo>
                  <a:pt x="60848" y="139716"/>
                </a:lnTo>
                <a:close/>
                <a:moveTo>
                  <a:pt x="47276" y="39822"/>
                </a:moveTo>
                <a:lnTo>
                  <a:pt x="48680" y="41174"/>
                </a:lnTo>
                <a:lnTo>
                  <a:pt x="46575" y="40498"/>
                </a:lnTo>
                <a:close/>
                <a:moveTo>
                  <a:pt x="53630" y="117250"/>
                </a:moveTo>
                <a:lnTo>
                  <a:pt x="55369" y="117978"/>
                </a:lnTo>
                <a:lnTo>
                  <a:pt x="52761" y="117614"/>
                </a:lnTo>
                <a:close/>
                <a:moveTo>
                  <a:pt x="53910" y="61441"/>
                </a:moveTo>
                <a:lnTo>
                  <a:pt x="54573" y="61773"/>
                </a:lnTo>
                <a:lnTo>
                  <a:pt x="53578" y="61607"/>
                </a:lnTo>
                <a:close/>
                <a:moveTo>
                  <a:pt x="44581" y="50611"/>
                </a:moveTo>
                <a:lnTo>
                  <a:pt x="45105" y="51647"/>
                </a:lnTo>
                <a:lnTo>
                  <a:pt x="44319" y="51129"/>
                </a:lnTo>
                <a:close/>
                <a:moveTo>
                  <a:pt x="30064" y="45935"/>
                </a:moveTo>
                <a:lnTo>
                  <a:pt x="31462" y="47044"/>
                </a:lnTo>
                <a:lnTo>
                  <a:pt x="29366" y="46490"/>
                </a:lnTo>
                <a:close/>
                <a:moveTo>
                  <a:pt x="38108" y="140602"/>
                </a:moveTo>
                <a:lnTo>
                  <a:pt x="40132" y="141350"/>
                </a:lnTo>
                <a:lnTo>
                  <a:pt x="37096" y="140976"/>
                </a:lnTo>
                <a:close/>
                <a:moveTo>
                  <a:pt x="62061" y="44489"/>
                </a:moveTo>
                <a:lnTo>
                  <a:pt x="64145" y="44876"/>
                </a:lnTo>
                <a:lnTo>
                  <a:pt x="61019" y="44683"/>
                </a:lnTo>
                <a:close/>
                <a:moveTo>
                  <a:pt x="23285" y="132682"/>
                </a:moveTo>
                <a:lnTo>
                  <a:pt x="24858" y="134042"/>
                </a:lnTo>
                <a:lnTo>
                  <a:pt x="22498" y="133362"/>
                </a:lnTo>
                <a:close/>
                <a:moveTo>
                  <a:pt x="15332" y="16823"/>
                </a:moveTo>
                <a:lnTo>
                  <a:pt x="17458" y="17222"/>
                </a:lnTo>
                <a:lnTo>
                  <a:pt x="14270" y="17022"/>
                </a:lnTo>
                <a:close/>
                <a:moveTo>
                  <a:pt x="13301" y="61031"/>
                </a:moveTo>
                <a:lnTo>
                  <a:pt x="15167" y="62350"/>
                </a:lnTo>
                <a:lnTo>
                  <a:pt x="12368" y="61691"/>
                </a:lnTo>
                <a:close/>
                <a:moveTo>
                  <a:pt x="70911" y="110860"/>
                </a:moveTo>
                <a:lnTo>
                  <a:pt x="72070" y="112527"/>
                </a:lnTo>
                <a:lnTo>
                  <a:pt x="70332" y="111693"/>
                </a:lnTo>
                <a:close/>
                <a:moveTo>
                  <a:pt x="23186" y="6788"/>
                </a:moveTo>
                <a:lnTo>
                  <a:pt x="25311" y="8410"/>
                </a:lnTo>
                <a:lnTo>
                  <a:pt x="22124" y="7599"/>
                </a:lnTo>
                <a:close/>
                <a:moveTo>
                  <a:pt x="47242" y="68067"/>
                </a:moveTo>
                <a:lnTo>
                  <a:pt x="47969" y="68696"/>
                </a:lnTo>
                <a:lnTo>
                  <a:pt x="46878" y="68381"/>
                </a:lnTo>
                <a:close/>
                <a:moveTo>
                  <a:pt x="5744" y="12858"/>
                </a:moveTo>
                <a:lnTo>
                  <a:pt x="6980" y="14503"/>
                </a:lnTo>
                <a:lnTo>
                  <a:pt x="5125" y="13680"/>
                </a:lnTo>
                <a:close/>
                <a:moveTo>
                  <a:pt x="66280" y="72977"/>
                </a:moveTo>
                <a:lnTo>
                  <a:pt x="67876" y="73979"/>
                </a:lnTo>
                <a:lnTo>
                  <a:pt x="65482" y="73478"/>
                </a:lnTo>
                <a:close/>
                <a:moveTo>
                  <a:pt x="55355" y="100425"/>
                </a:moveTo>
                <a:lnTo>
                  <a:pt x="57527" y="101993"/>
                </a:lnTo>
                <a:lnTo>
                  <a:pt x="54269" y="101209"/>
                </a:lnTo>
                <a:close/>
                <a:moveTo>
                  <a:pt x="48477" y="83846"/>
                </a:moveTo>
                <a:lnTo>
                  <a:pt x="49139" y="84853"/>
                </a:lnTo>
                <a:lnTo>
                  <a:pt x="48146" y="84349"/>
                </a:lnTo>
                <a:close/>
                <a:moveTo>
                  <a:pt x="32358" y="21489"/>
                </a:moveTo>
                <a:lnTo>
                  <a:pt x="33081" y="22406"/>
                </a:lnTo>
                <a:lnTo>
                  <a:pt x="31996" y="21947"/>
                </a:lnTo>
                <a:close/>
                <a:moveTo>
                  <a:pt x="13329" y="88681"/>
                </a:moveTo>
                <a:lnTo>
                  <a:pt x="14286" y="90463"/>
                </a:lnTo>
                <a:lnTo>
                  <a:pt x="12850" y="89572"/>
                </a:lnTo>
                <a:close/>
                <a:moveTo>
                  <a:pt x="48909" y="73301"/>
                </a:moveTo>
                <a:lnTo>
                  <a:pt x="50062" y="74189"/>
                </a:lnTo>
                <a:lnTo>
                  <a:pt x="48333" y="73745"/>
                </a:lnTo>
                <a:close/>
                <a:moveTo>
                  <a:pt x="15050" y="137114"/>
                </a:moveTo>
                <a:lnTo>
                  <a:pt x="17090" y="138389"/>
                </a:lnTo>
                <a:lnTo>
                  <a:pt x="14029" y="137751"/>
                </a:lnTo>
                <a:close/>
                <a:moveTo>
                  <a:pt x="46529" y="20030"/>
                </a:moveTo>
                <a:lnTo>
                  <a:pt x="47881" y="20581"/>
                </a:lnTo>
                <a:lnTo>
                  <a:pt x="45853" y="20306"/>
                </a:lnTo>
                <a:close/>
                <a:moveTo>
                  <a:pt x="23724" y="83377"/>
                </a:moveTo>
                <a:lnTo>
                  <a:pt x="24388" y="84026"/>
                </a:lnTo>
                <a:lnTo>
                  <a:pt x="23391" y="83702"/>
                </a:lnTo>
                <a:close/>
                <a:moveTo>
                  <a:pt x="52153" y="68743"/>
                </a:moveTo>
                <a:lnTo>
                  <a:pt x="54149" y="69282"/>
                </a:lnTo>
                <a:lnTo>
                  <a:pt x="51155" y="69013"/>
                </a:lnTo>
                <a:close/>
                <a:moveTo>
                  <a:pt x="7218" y="133614"/>
                </a:moveTo>
                <a:lnTo>
                  <a:pt x="8694" y="134954"/>
                </a:lnTo>
                <a:lnTo>
                  <a:pt x="6480" y="134284"/>
                </a:lnTo>
                <a:close/>
                <a:moveTo>
                  <a:pt x="39964" y="20677"/>
                </a:moveTo>
                <a:lnTo>
                  <a:pt x="42122" y="21721"/>
                </a:lnTo>
                <a:lnTo>
                  <a:pt x="38884" y="21199"/>
                </a:lnTo>
                <a:close/>
                <a:moveTo>
                  <a:pt x="64664" y="20341"/>
                </a:moveTo>
                <a:lnTo>
                  <a:pt x="65523" y="21464"/>
                </a:lnTo>
                <a:lnTo>
                  <a:pt x="64234" y="20903"/>
                </a:lnTo>
                <a:close/>
                <a:moveTo>
                  <a:pt x="18352" y="122355"/>
                </a:moveTo>
                <a:lnTo>
                  <a:pt x="19185" y="122773"/>
                </a:lnTo>
                <a:lnTo>
                  <a:pt x="17936" y="122564"/>
                </a:lnTo>
                <a:close/>
                <a:moveTo>
                  <a:pt x="12431" y="38297"/>
                </a:moveTo>
                <a:lnTo>
                  <a:pt x="14535" y="39915"/>
                </a:lnTo>
                <a:lnTo>
                  <a:pt x="11380" y="39106"/>
                </a:lnTo>
                <a:close/>
                <a:moveTo>
                  <a:pt x="47897" y="60415"/>
                </a:moveTo>
                <a:lnTo>
                  <a:pt x="48323" y="61963"/>
                </a:lnTo>
                <a:lnTo>
                  <a:pt x="47683" y="61189"/>
                </a:lnTo>
                <a:close/>
                <a:moveTo>
                  <a:pt x="9839" y="28032"/>
                </a:moveTo>
                <a:lnTo>
                  <a:pt x="10994" y="29626"/>
                </a:lnTo>
                <a:lnTo>
                  <a:pt x="9262" y="28829"/>
                </a:lnTo>
                <a:close/>
                <a:moveTo>
                  <a:pt x="13823" y="8357"/>
                </a:moveTo>
                <a:lnTo>
                  <a:pt x="15851" y="8669"/>
                </a:lnTo>
                <a:lnTo>
                  <a:pt x="12808" y="8513"/>
                </a:lnTo>
                <a:close/>
                <a:moveTo>
                  <a:pt x="52419" y="19543"/>
                </a:moveTo>
                <a:lnTo>
                  <a:pt x="53322" y="20154"/>
                </a:lnTo>
                <a:lnTo>
                  <a:pt x="51967" y="19848"/>
                </a:lnTo>
                <a:close/>
                <a:moveTo>
                  <a:pt x="31745" y="131194"/>
                </a:moveTo>
                <a:lnTo>
                  <a:pt x="33649" y="132298"/>
                </a:lnTo>
                <a:lnTo>
                  <a:pt x="30793" y="131746"/>
                </a:lnTo>
                <a:close/>
                <a:moveTo>
                  <a:pt x="7160" y="24548"/>
                </a:moveTo>
                <a:lnTo>
                  <a:pt x="8057" y="26039"/>
                </a:lnTo>
                <a:lnTo>
                  <a:pt x="6712" y="25293"/>
                </a:lnTo>
                <a:close/>
                <a:moveTo>
                  <a:pt x="65137" y="3067"/>
                </a:moveTo>
                <a:lnTo>
                  <a:pt x="66105" y="4807"/>
                </a:lnTo>
                <a:lnTo>
                  <a:pt x="64653" y="3937"/>
                </a:lnTo>
                <a:close/>
                <a:moveTo>
                  <a:pt x="11588" y="10846"/>
                </a:moveTo>
                <a:lnTo>
                  <a:pt x="12429" y="12480"/>
                </a:lnTo>
                <a:lnTo>
                  <a:pt x="11167" y="11663"/>
                </a:lnTo>
                <a:close/>
                <a:moveTo>
                  <a:pt x="19441" y="102553"/>
                </a:moveTo>
                <a:lnTo>
                  <a:pt x="20011" y="103840"/>
                </a:lnTo>
                <a:lnTo>
                  <a:pt x="19156" y="103197"/>
                </a:lnTo>
                <a:close/>
                <a:moveTo>
                  <a:pt x="12857" y="84513"/>
                </a:moveTo>
                <a:lnTo>
                  <a:pt x="14580" y="86131"/>
                </a:lnTo>
                <a:lnTo>
                  <a:pt x="11995" y="85322"/>
                </a:lnTo>
                <a:close/>
                <a:moveTo>
                  <a:pt x="31546" y="140257"/>
                </a:moveTo>
                <a:lnTo>
                  <a:pt x="32648" y="141982"/>
                </a:lnTo>
                <a:lnTo>
                  <a:pt x="30995" y="141120"/>
                </a:lnTo>
                <a:close/>
                <a:moveTo>
                  <a:pt x="64998" y="142223"/>
                </a:moveTo>
                <a:lnTo>
                  <a:pt x="65544" y="142934"/>
                </a:lnTo>
                <a:lnTo>
                  <a:pt x="64725" y="142579"/>
                </a:lnTo>
                <a:close/>
                <a:moveTo>
                  <a:pt x="49750" y="126043"/>
                </a:moveTo>
                <a:lnTo>
                  <a:pt x="50575" y="127495"/>
                </a:lnTo>
                <a:lnTo>
                  <a:pt x="49338" y="126769"/>
                </a:lnTo>
                <a:close/>
                <a:moveTo>
                  <a:pt x="34409" y="0"/>
                </a:moveTo>
                <a:lnTo>
                  <a:pt x="34917" y="311"/>
                </a:lnTo>
                <a:lnTo>
                  <a:pt x="34156" y="155"/>
                </a:lnTo>
                <a:close/>
                <a:moveTo>
                  <a:pt x="17021" y="132805"/>
                </a:moveTo>
                <a:lnTo>
                  <a:pt x="18628" y="134400"/>
                </a:lnTo>
                <a:lnTo>
                  <a:pt x="16217" y="133603"/>
                </a:lnTo>
                <a:close/>
                <a:moveTo>
                  <a:pt x="65160" y="55589"/>
                </a:moveTo>
                <a:lnTo>
                  <a:pt x="66798" y="56871"/>
                </a:lnTo>
                <a:lnTo>
                  <a:pt x="64341" y="56230"/>
                </a:lnTo>
                <a:close/>
                <a:moveTo>
                  <a:pt x="49458" y="12668"/>
                </a:moveTo>
                <a:lnTo>
                  <a:pt x="51451" y="13203"/>
                </a:lnTo>
                <a:lnTo>
                  <a:pt x="48461" y="12935"/>
                </a:lnTo>
                <a:close/>
                <a:moveTo>
                  <a:pt x="32198" y="97750"/>
                </a:moveTo>
                <a:lnTo>
                  <a:pt x="33926" y="99290"/>
                </a:lnTo>
                <a:lnTo>
                  <a:pt x="31335" y="98520"/>
                </a:lnTo>
                <a:close/>
                <a:moveTo>
                  <a:pt x="22883" y="42041"/>
                </a:moveTo>
                <a:lnTo>
                  <a:pt x="24579" y="42411"/>
                </a:lnTo>
                <a:lnTo>
                  <a:pt x="22035" y="42226"/>
                </a:lnTo>
                <a:close/>
                <a:moveTo>
                  <a:pt x="62168" y="44514"/>
                </a:moveTo>
                <a:lnTo>
                  <a:pt x="63244" y="45283"/>
                </a:lnTo>
                <a:lnTo>
                  <a:pt x="61630" y="44898"/>
                </a:lnTo>
                <a:close/>
                <a:moveTo>
                  <a:pt x="50975" y="24293"/>
                </a:moveTo>
                <a:lnTo>
                  <a:pt x="51576" y="24692"/>
                </a:lnTo>
                <a:lnTo>
                  <a:pt x="50675" y="24492"/>
                </a:lnTo>
                <a:close/>
                <a:moveTo>
                  <a:pt x="10187" y="88532"/>
                </a:moveTo>
                <a:lnTo>
                  <a:pt x="12366" y="88840"/>
                </a:lnTo>
                <a:lnTo>
                  <a:pt x="9097" y="88686"/>
                </a:lnTo>
                <a:close/>
                <a:moveTo>
                  <a:pt x="33381" y="50256"/>
                </a:moveTo>
                <a:lnTo>
                  <a:pt x="34304" y="51072"/>
                </a:lnTo>
                <a:lnTo>
                  <a:pt x="32919" y="50664"/>
                </a:lnTo>
                <a:close/>
                <a:moveTo>
                  <a:pt x="8583" y="60029"/>
                </a:moveTo>
                <a:lnTo>
                  <a:pt x="9426" y="60419"/>
                </a:lnTo>
                <a:lnTo>
                  <a:pt x="8162" y="60224"/>
                </a:lnTo>
                <a:close/>
                <a:moveTo>
                  <a:pt x="10462" y="132128"/>
                </a:moveTo>
                <a:lnTo>
                  <a:pt x="12141" y="133902"/>
                </a:lnTo>
                <a:lnTo>
                  <a:pt x="9623" y="133015"/>
                </a:lnTo>
                <a:close/>
                <a:moveTo>
                  <a:pt x="57995" y="105020"/>
                </a:moveTo>
                <a:lnTo>
                  <a:pt x="58764" y="105484"/>
                </a:lnTo>
                <a:lnTo>
                  <a:pt x="57610" y="105252"/>
                </a:lnTo>
                <a:close/>
                <a:moveTo>
                  <a:pt x="69913" y="97310"/>
                </a:moveTo>
                <a:lnTo>
                  <a:pt x="71601" y="97825"/>
                </a:lnTo>
                <a:lnTo>
                  <a:pt x="69069" y="97567"/>
                </a:lnTo>
                <a:close/>
                <a:moveTo>
                  <a:pt x="56444" y="75981"/>
                </a:moveTo>
                <a:lnTo>
                  <a:pt x="56956" y="76596"/>
                </a:lnTo>
                <a:lnTo>
                  <a:pt x="56187" y="76288"/>
                </a:lnTo>
                <a:close/>
                <a:moveTo>
                  <a:pt x="68757" y="88469"/>
                </a:moveTo>
                <a:lnTo>
                  <a:pt x="69276" y="88891"/>
                </a:lnTo>
                <a:lnTo>
                  <a:pt x="68498" y="88680"/>
                </a:lnTo>
                <a:close/>
                <a:moveTo>
                  <a:pt x="53551" y="49788"/>
                </a:moveTo>
                <a:lnTo>
                  <a:pt x="54785" y="50293"/>
                </a:lnTo>
                <a:lnTo>
                  <a:pt x="52934" y="50041"/>
                </a:lnTo>
                <a:close/>
                <a:moveTo>
                  <a:pt x="13495" y="70534"/>
                </a:moveTo>
                <a:lnTo>
                  <a:pt x="14636" y="71113"/>
                </a:lnTo>
                <a:lnTo>
                  <a:pt x="12925" y="70823"/>
                </a:lnTo>
                <a:close/>
                <a:moveTo>
                  <a:pt x="11562" y="63034"/>
                </a:moveTo>
                <a:lnTo>
                  <a:pt x="12122" y="63427"/>
                </a:lnTo>
                <a:lnTo>
                  <a:pt x="11282" y="63231"/>
                </a:lnTo>
                <a:close/>
                <a:moveTo>
                  <a:pt x="34171" y="6746"/>
                </a:moveTo>
                <a:lnTo>
                  <a:pt x="35879" y="8198"/>
                </a:lnTo>
                <a:lnTo>
                  <a:pt x="33316" y="7472"/>
                </a:lnTo>
                <a:close/>
                <a:moveTo>
                  <a:pt x="50400" y="135479"/>
                </a:moveTo>
                <a:lnTo>
                  <a:pt x="51056" y="136412"/>
                </a:lnTo>
                <a:lnTo>
                  <a:pt x="50071" y="135946"/>
                </a:lnTo>
                <a:close/>
                <a:moveTo>
                  <a:pt x="30061" y="9768"/>
                </a:moveTo>
                <a:lnTo>
                  <a:pt x="32001" y="10129"/>
                </a:lnTo>
                <a:lnTo>
                  <a:pt x="29090" y="9949"/>
                </a:lnTo>
                <a:close/>
                <a:moveTo>
                  <a:pt x="69835" y="96050"/>
                </a:moveTo>
                <a:lnTo>
                  <a:pt x="72007" y="96440"/>
                </a:lnTo>
                <a:lnTo>
                  <a:pt x="68749" y="96245"/>
                </a:lnTo>
                <a:close/>
                <a:moveTo>
                  <a:pt x="63568" y="137241"/>
                </a:moveTo>
                <a:lnTo>
                  <a:pt x="65357" y="138411"/>
                </a:lnTo>
                <a:lnTo>
                  <a:pt x="62673" y="137826"/>
                </a:lnTo>
                <a:close/>
                <a:moveTo>
                  <a:pt x="46402" y="68321"/>
                </a:moveTo>
                <a:lnTo>
                  <a:pt x="48331" y="69489"/>
                </a:lnTo>
                <a:lnTo>
                  <a:pt x="45438" y="68905"/>
                </a:lnTo>
                <a:close/>
                <a:moveTo>
                  <a:pt x="39346" y="57344"/>
                </a:moveTo>
                <a:lnTo>
                  <a:pt x="40859" y="58523"/>
                </a:lnTo>
                <a:lnTo>
                  <a:pt x="38590" y="57934"/>
                </a:lnTo>
                <a:close/>
                <a:moveTo>
                  <a:pt x="66837" y="109949"/>
                </a:moveTo>
                <a:lnTo>
                  <a:pt x="67797" y="111329"/>
                </a:lnTo>
                <a:lnTo>
                  <a:pt x="66357" y="110639"/>
                </a:lnTo>
                <a:close/>
                <a:moveTo>
                  <a:pt x="17380" y="68285"/>
                </a:moveTo>
                <a:lnTo>
                  <a:pt x="18704" y="69675"/>
                </a:lnTo>
                <a:lnTo>
                  <a:pt x="16719" y="68980"/>
                </a:lnTo>
                <a:close/>
                <a:moveTo>
                  <a:pt x="6096" y="20388"/>
                </a:moveTo>
                <a:lnTo>
                  <a:pt x="6784" y="21618"/>
                </a:lnTo>
                <a:lnTo>
                  <a:pt x="5752" y="21003"/>
                </a:lnTo>
                <a:close/>
                <a:moveTo>
                  <a:pt x="12956" y="79453"/>
                </a:moveTo>
                <a:lnTo>
                  <a:pt x="14938" y="80395"/>
                </a:lnTo>
                <a:lnTo>
                  <a:pt x="11966" y="79924"/>
                </a:lnTo>
                <a:close/>
                <a:moveTo>
                  <a:pt x="16668" y="84818"/>
                </a:moveTo>
                <a:lnTo>
                  <a:pt x="17779" y="85773"/>
                </a:lnTo>
                <a:lnTo>
                  <a:pt x="16113" y="85295"/>
                </a:lnTo>
                <a:close/>
                <a:moveTo>
                  <a:pt x="13499" y="97036"/>
                </a:moveTo>
                <a:lnTo>
                  <a:pt x="14487" y="98814"/>
                </a:lnTo>
                <a:lnTo>
                  <a:pt x="13005" y="97925"/>
                </a:lnTo>
                <a:close/>
                <a:moveTo>
                  <a:pt x="35778" y="96981"/>
                </a:moveTo>
                <a:lnTo>
                  <a:pt x="37838" y="98757"/>
                </a:lnTo>
                <a:lnTo>
                  <a:pt x="34748" y="97869"/>
                </a:lnTo>
                <a:close/>
                <a:moveTo>
                  <a:pt x="2512" y="132085"/>
                </a:moveTo>
                <a:lnTo>
                  <a:pt x="3054" y="133808"/>
                </a:lnTo>
                <a:lnTo>
                  <a:pt x="2241" y="132946"/>
                </a:lnTo>
                <a:close/>
                <a:moveTo>
                  <a:pt x="56238" y="36101"/>
                </a:moveTo>
                <a:lnTo>
                  <a:pt x="57911" y="37246"/>
                </a:lnTo>
                <a:lnTo>
                  <a:pt x="55401" y="36673"/>
                </a:lnTo>
                <a:close/>
                <a:moveTo>
                  <a:pt x="32683" y="89073"/>
                </a:moveTo>
                <a:lnTo>
                  <a:pt x="33878" y="90359"/>
                </a:lnTo>
                <a:lnTo>
                  <a:pt x="32086" y="89716"/>
                </a:lnTo>
                <a:close/>
                <a:moveTo>
                  <a:pt x="49679" y="227"/>
                </a:moveTo>
                <a:lnTo>
                  <a:pt x="51212" y="1584"/>
                </a:lnTo>
                <a:lnTo>
                  <a:pt x="48913" y="906"/>
                </a:lnTo>
                <a:close/>
                <a:moveTo>
                  <a:pt x="61683" y="76072"/>
                </a:moveTo>
                <a:lnTo>
                  <a:pt x="63035" y="76589"/>
                </a:lnTo>
                <a:lnTo>
                  <a:pt x="61007" y="76331"/>
                </a:lnTo>
                <a:close/>
                <a:moveTo>
                  <a:pt x="14728" y="127480"/>
                </a:moveTo>
                <a:lnTo>
                  <a:pt x="15193" y="129131"/>
                </a:lnTo>
                <a:lnTo>
                  <a:pt x="14495" y="128306"/>
                </a:lnTo>
                <a:close/>
                <a:moveTo>
                  <a:pt x="9675" y="54349"/>
                </a:moveTo>
                <a:lnTo>
                  <a:pt x="11176" y="54694"/>
                </a:lnTo>
                <a:lnTo>
                  <a:pt x="8924" y="54522"/>
                </a:lnTo>
                <a:close/>
                <a:moveTo>
                  <a:pt x="32312" y="113591"/>
                </a:moveTo>
                <a:lnTo>
                  <a:pt x="33373" y="114155"/>
                </a:lnTo>
                <a:lnTo>
                  <a:pt x="31781" y="113873"/>
                </a:lnTo>
                <a:close/>
                <a:moveTo>
                  <a:pt x="5196" y="135017"/>
                </a:moveTo>
                <a:lnTo>
                  <a:pt x="5739" y="136321"/>
                </a:lnTo>
                <a:lnTo>
                  <a:pt x="4925" y="135669"/>
                </a:lnTo>
                <a:close/>
                <a:moveTo>
                  <a:pt x="45661" y="39448"/>
                </a:moveTo>
                <a:lnTo>
                  <a:pt x="47043" y="40777"/>
                </a:lnTo>
                <a:lnTo>
                  <a:pt x="44970" y="40112"/>
                </a:lnTo>
                <a:close/>
                <a:moveTo>
                  <a:pt x="15579" y="34409"/>
                </a:moveTo>
                <a:lnTo>
                  <a:pt x="17639" y="35020"/>
                </a:lnTo>
                <a:lnTo>
                  <a:pt x="14550" y="34714"/>
                </a:lnTo>
                <a:close/>
                <a:moveTo>
                  <a:pt x="35226" y="64454"/>
                </a:moveTo>
                <a:lnTo>
                  <a:pt x="37015" y="66039"/>
                </a:lnTo>
                <a:lnTo>
                  <a:pt x="34331" y="65246"/>
                </a:lnTo>
                <a:close/>
                <a:moveTo>
                  <a:pt x="54484" y="88991"/>
                </a:moveTo>
                <a:lnTo>
                  <a:pt x="55835" y="89429"/>
                </a:lnTo>
                <a:lnTo>
                  <a:pt x="53809" y="89210"/>
                </a:lnTo>
                <a:close/>
                <a:moveTo>
                  <a:pt x="41207" y="61351"/>
                </a:moveTo>
                <a:lnTo>
                  <a:pt x="42956" y="62215"/>
                </a:lnTo>
                <a:lnTo>
                  <a:pt x="40333" y="61783"/>
                </a:lnTo>
                <a:close/>
                <a:moveTo>
                  <a:pt x="9570" y="54247"/>
                </a:moveTo>
                <a:lnTo>
                  <a:pt x="11458" y="55292"/>
                </a:lnTo>
                <a:lnTo>
                  <a:pt x="8626" y="54769"/>
                </a:lnTo>
                <a:close/>
                <a:moveTo>
                  <a:pt x="47815" y="7507"/>
                </a:moveTo>
                <a:lnTo>
                  <a:pt x="48575" y="8206"/>
                </a:lnTo>
                <a:lnTo>
                  <a:pt x="47435" y="7857"/>
                </a:lnTo>
                <a:close/>
                <a:moveTo>
                  <a:pt x="34927" y="16443"/>
                </a:moveTo>
                <a:lnTo>
                  <a:pt x="37026" y="17240"/>
                </a:lnTo>
                <a:lnTo>
                  <a:pt x="33877" y="16842"/>
                </a:lnTo>
                <a:close/>
                <a:moveTo>
                  <a:pt x="1088" y="33717"/>
                </a:moveTo>
                <a:lnTo>
                  <a:pt x="2366" y="34940"/>
                </a:lnTo>
                <a:lnTo>
                  <a:pt x="449" y="34328"/>
                </a:lnTo>
                <a:close/>
                <a:moveTo>
                  <a:pt x="58043" y="11809"/>
                </a:moveTo>
                <a:lnTo>
                  <a:pt x="60189" y="13393"/>
                </a:lnTo>
                <a:lnTo>
                  <a:pt x="56971" y="12601"/>
                </a:lnTo>
                <a:close/>
                <a:moveTo>
                  <a:pt x="37039" y="91960"/>
                </a:moveTo>
                <a:lnTo>
                  <a:pt x="37956" y="92483"/>
                </a:lnTo>
                <a:lnTo>
                  <a:pt x="36580" y="92222"/>
                </a:lnTo>
                <a:close/>
                <a:moveTo>
                  <a:pt x="1735" y="136884"/>
                </a:moveTo>
                <a:lnTo>
                  <a:pt x="3732" y="137853"/>
                </a:lnTo>
                <a:lnTo>
                  <a:pt x="736" y="137369"/>
                </a:lnTo>
                <a:close/>
                <a:moveTo>
                  <a:pt x="43152" y="67589"/>
                </a:moveTo>
                <a:lnTo>
                  <a:pt x="44775" y="68038"/>
                </a:lnTo>
                <a:lnTo>
                  <a:pt x="42340" y="67814"/>
                </a:lnTo>
                <a:close/>
                <a:moveTo>
                  <a:pt x="53809" y="24472"/>
                </a:moveTo>
                <a:lnTo>
                  <a:pt x="55252" y="25706"/>
                </a:lnTo>
                <a:lnTo>
                  <a:pt x="53087" y="25089"/>
                </a:lnTo>
                <a:close/>
                <a:moveTo>
                  <a:pt x="60375" y="87320"/>
                </a:moveTo>
                <a:lnTo>
                  <a:pt x="61055" y="88843"/>
                </a:lnTo>
                <a:lnTo>
                  <a:pt x="60035" y="88081"/>
                </a:lnTo>
                <a:close/>
                <a:moveTo>
                  <a:pt x="27208" y="79970"/>
                </a:moveTo>
                <a:lnTo>
                  <a:pt x="29039" y="81736"/>
                </a:lnTo>
                <a:lnTo>
                  <a:pt x="26293" y="80853"/>
                </a:lnTo>
                <a:close/>
                <a:moveTo>
                  <a:pt x="8313" y="64450"/>
                </a:moveTo>
                <a:lnTo>
                  <a:pt x="9244" y="66020"/>
                </a:lnTo>
                <a:lnTo>
                  <a:pt x="7847" y="65235"/>
                </a:lnTo>
                <a:close/>
                <a:moveTo>
                  <a:pt x="28863" y="129612"/>
                </a:moveTo>
                <a:lnTo>
                  <a:pt x="30681" y="130540"/>
                </a:lnTo>
                <a:lnTo>
                  <a:pt x="27954" y="130076"/>
                </a:lnTo>
                <a:close/>
                <a:moveTo>
                  <a:pt x="54450" y="96569"/>
                </a:moveTo>
                <a:lnTo>
                  <a:pt x="55017" y="97315"/>
                </a:lnTo>
                <a:lnTo>
                  <a:pt x="54167" y="96942"/>
                </a:lnTo>
                <a:close/>
                <a:moveTo>
                  <a:pt x="10522" y="118451"/>
                </a:moveTo>
                <a:lnTo>
                  <a:pt x="11604" y="119202"/>
                </a:lnTo>
                <a:lnTo>
                  <a:pt x="9982" y="118827"/>
                </a:lnTo>
                <a:close/>
                <a:moveTo>
                  <a:pt x="51229" y="140481"/>
                </a:moveTo>
                <a:lnTo>
                  <a:pt x="51840" y="141818"/>
                </a:lnTo>
                <a:lnTo>
                  <a:pt x="50923" y="141150"/>
                </a:lnTo>
                <a:close/>
                <a:moveTo>
                  <a:pt x="17016" y="112560"/>
                </a:moveTo>
                <a:lnTo>
                  <a:pt x="18746" y="114013"/>
                </a:lnTo>
                <a:lnTo>
                  <a:pt x="16151" y="113286"/>
                </a:lnTo>
                <a:close/>
                <a:moveTo>
                  <a:pt x="41841" y="16963"/>
                </a:moveTo>
                <a:lnTo>
                  <a:pt x="43767" y="17429"/>
                </a:lnTo>
                <a:lnTo>
                  <a:pt x="40878" y="17196"/>
                </a:lnTo>
                <a:close/>
                <a:moveTo>
                  <a:pt x="41628" y="136585"/>
                </a:moveTo>
                <a:lnTo>
                  <a:pt x="42474" y="137606"/>
                </a:lnTo>
                <a:lnTo>
                  <a:pt x="41205" y="137095"/>
                </a:lnTo>
                <a:close/>
                <a:moveTo>
                  <a:pt x="48334" y="91825"/>
                </a:moveTo>
                <a:lnTo>
                  <a:pt x="49283" y="92749"/>
                </a:lnTo>
                <a:lnTo>
                  <a:pt x="47860" y="92287"/>
                </a:lnTo>
                <a:close/>
                <a:moveTo>
                  <a:pt x="63745" y="101817"/>
                </a:moveTo>
                <a:lnTo>
                  <a:pt x="64417" y="103137"/>
                </a:lnTo>
                <a:lnTo>
                  <a:pt x="63409" y="102477"/>
                </a:lnTo>
                <a:close/>
                <a:moveTo>
                  <a:pt x="60665" y="85447"/>
                </a:moveTo>
                <a:lnTo>
                  <a:pt x="62669" y="86144"/>
                </a:lnTo>
                <a:lnTo>
                  <a:pt x="59662" y="85795"/>
                </a:lnTo>
                <a:close/>
                <a:moveTo>
                  <a:pt x="21289" y="123229"/>
                </a:moveTo>
                <a:lnTo>
                  <a:pt x="22113" y="123720"/>
                </a:lnTo>
                <a:lnTo>
                  <a:pt x="20876" y="123475"/>
                </a:lnTo>
                <a:close/>
                <a:moveTo>
                  <a:pt x="11398" y="125579"/>
                </a:moveTo>
                <a:lnTo>
                  <a:pt x="13271" y="126176"/>
                </a:lnTo>
                <a:lnTo>
                  <a:pt x="10462" y="125877"/>
                </a:lnTo>
                <a:close/>
                <a:moveTo>
                  <a:pt x="52945" y="27648"/>
                </a:moveTo>
                <a:lnTo>
                  <a:pt x="54445" y="27964"/>
                </a:lnTo>
                <a:lnTo>
                  <a:pt x="52195" y="27806"/>
                </a:lnTo>
                <a:close/>
                <a:moveTo>
                  <a:pt x="41398" y="106742"/>
                </a:moveTo>
                <a:lnTo>
                  <a:pt x="42682" y="107984"/>
                </a:lnTo>
                <a:lnTo>
                  <a:pt x="40756" y="107363"/>
                </a:lnTo>
                <a:close/>
                <a:moveTo>
                  <a:pt x="9260" y="64880"/>
                </a:moveTo>
                <a:lnTo>
                  <a:pt x="11059" y="65740"/>
                </a:lnTo>
                <a:lnTo>
                  <a:pt x="8360" y="65310"/>
                </a:lnTo>
                <a:close/>
                <a:moveTo>
                  <a:pt x="53088" y="85073"/>
                </a:moveTo>
                <a:lnTo>
                  <a:pt x="54933" y="86481"/>
                </a:lnTo>
                <a:lnTo>
                  <a:pt x="52166" y="85777"/>
                </a:lnTo>
                <a:close/>
                <a:moveTo>
                  <a:pt x="22369" y="116557"/>
                </a:moveTo>
                <a:lnTo>
                  <a:pt x="24230" y="117498"/>
                </a:lnTo>
                <a:lnTo>
                  <a:pt x="21439" y="117028"/>
                </a:lnTo>
                <a:close/>
                <a:moveTo>
                  <a:pt x="51332" y="58660"/>
                </a:moveTo>
                <a:lnTo>
                  <a:pt x="52747" y="59447"/>
                </a:lnTo>
                <a:lnTo>
                  <a:pt x="50624" y="59054"/>
                </a:lnTo>
                <a:close/>
                <a:moveTo>
                  <a:pt x="33349" y="43511"/>
                </a:moveTo>
                <a:lnTo>
                  <a:pt x="35354" y="44731"/>
                </a:lnTo>
                <a:lnTo>
                  <a:pt x="32347" y="44121"/>
                </a:lnTo>
                <a:close/>
                <a:moveTo>
                  <a:pt x="43983" y="74183"/>
                </a:moveTo>
                <a:lnTo>
                  <a:pt x="45192" y="74744"/>
                </a:lnTo>
                <a:lnTo>
                  <a:pt x="43378" y="74464"/>
                </a:lnTo>
                <a:close/>
                <a:moveTo>
                  <a:pt x="46302" y="63212"/>
                </a:moveTo>
                <a:lnTo>
                  <a:pt x="47288" y="64281"/>
                </a:lnTo>
                <a:lnTo>
                  <a:pt x="45808" y="63746"/>
                </a:lnTo>
                <a:close/>
                <a:moveTo>
                  <a:pt x="10166" y="92135"/>
                </a:moveTo>
                <a:lnTo>
                  <a:pt x="11964" y="92984"/>
                </a:lnTo>
                <a:lnTo>
                  <a:pt x="9266" y="92560"/>
                </a:lnTo>
                <a:close/>
                <a:moveTo>
                  <a:pt x="12324" y="137882"/>
                </a:moveTo>
                <a:lnTo>
                  <a:pt x="13821" y="138660"/>
                </a:lnTo>
                <a:lnTo>
                  <a:pt x="11576" y="138271"/>
                </a:lnTo>
                <a:close/>
                <a:moveTo>
                  <a:pt x="7338" y="81410"/>
                </a:moveTo>
                <a:lnTo>
                  <a:pt x="8093" y="83057"/>
                </a:lnTo>
                <a:lnTo>
                  <a:pt x="6960" y="82233"/>
                </a:lnTo>
                <a:close/>
                <a:moveTo>
                  <a:pt x="51186" y="39000"/>
                </a:moveTo>
                <a:lnTo>
                  <a:pt x="52290" y="39430"/>
                </a:lnTo>
                <a:lnTo>
                  <a:pt x="50635" y="39215"/>
                </a:lnTo>
                <a:close/>
                <a:moveTo>
                  <a:pt x="16738" y="79259"/>
                </a:moveTo>
                <a:lnTo>
                  <a:pt x="18721" y="80199"/>
                </a:lnTo>
                <a:lnTo>
                  <a:pt x="15747" y="79729"/>
                </a:lnTo>
                <a:close/>
                <a:moveTo>
                  <a:pt x="68403" y="36043"/>
                </a:moveTo>
                <a:lnTo>
                  <a:pt x="68944" y="37602"/>
                </a:lnTo>
                <a:lnTo>
                  <a:pt x="68133" y="36822"/>
                </a:lnTo>
                <a:close/>
                <a:moveTo>
                  <a:pt x="27455" y="39498"/>
                </a:moveTo>
                <a:lnTo>
                  <a:pt x="28627" y="40716"/>
                </a:lnTo>
                <a:lnTo>
                  <a:pt x="26869" y="40107"/>
                </a:lnTo>
                <a:close/>
                <a:moveTo>
                  <a:pt x="16418" y="14641"/>
                </a:moveTo>
                <a:lnTo>
                  <a:pt x="17873" y="15927"/>
                </a:lnTo>
                <a:lnTo>
                  <a:pt x="15690" y="15284"/>
                </a:lnTo>
                <a:close/>
                <a:moveTo>
                  <a:pt x="40252" y="22281"/>
                </a:moveTo>
                <a:lnTo>
                  <a:pt x="42194" y="23226"/>
                </a:lnTo>
                <a:lnTo>
                  <a:pt x="39281" y="22753"/>
                </a:lnTo>
                <a:close/>
                <a:moveTo>
                  <a:pt x="38965" y="126022"/>
                </a:moveTo>
                <a:lnTo>
                  <a:pt x="39562" y="127066"/>
                </a:lnTo>
                <a:lnTo>
                  <a:pt x="38666" y="126544"/>
                </a:lnTo>
                <a:close/>
                <a:moveTo>
                  <a:pt x="30685" y="90723"/>
                </a:moveTo>
                <a:lnTo>
                  <a:pt x="31452" y="91384"/>
                </a:lnTo>
                <a:lnTo>
                  <a:pt x="30302" y="91053"/>
                </a:lnTo>
                <a:close/>
                <a:moveTo>
                  <a:pt x="16910" y="79283"/>
                </a:moveTo>
                <a:lnTo>
                  <a:pt x="17815" y="80974"/>
                </a:lnTo>
                <a:lnTo>
                  <a:pt x="16457" y="80128"/>
                </a:lnTo>
                <a:close/>
                <a:moveTo>
                  <a:pt x="61991" y="103398"/>
                </a:moveTo>
                <a:lnTo>
                  <a:pt x="63093" y="104935"/>
                </a:lnTo>
                <a:lnTo>
                  <a:pt x="61440" y="104166"/>
                </a:lnTo>
                <a:close/>
                <a:moveTo>
                  <a:pt x="41203" y="111343"/>
                </a:moveTo>
                <a:lnTo>
                  <a:pt x="43320" y="111825"/>
                </a:lnTo>
                <a:lnTo>
                  <a:pt x="40145" y="111584"/>
                </a:lnTo>
                <a:close/>
                <a:moveTo>
                  <a:pt x="54320" y="128677"/>
                </a:moveTo>
                <a:lnTo>
                  <a:pt x="55419" y="129490"/>
                </a:lnTo>
                <a:lnTo>
                  <a:pt x="53770" y="129084"/>
                </a:lnTo>
                <a:close/>
                <a:moveTo>
                  <a:pt x="3230" y="127543"/>
                </a:moveTo>
                <a:lnTo>
                  <a:pt x="3963" y="127856"/>
                </a:lnTo>
                <a:lnTo>
                  <a:pt x="2864" y="127700"/>
                </a:lnTo>
                <a:close/>
                <a:moveTo>
                  <a:pt x="7259" y="73110"/>
                </a:moveTo>
                <a:lnTo>
                  <a:pt x="8872" y="74768"/>
                </a:lnTo>
                <a:lnTo>
                  <a:pt x="6452" y="73939"/>
                </a:lnTo>
                <a:close/>
                <a:moveTo>
                  <a:pt x="47506" y="13953"/>
                </a:moveTo>
                <a:lnTo>
                  <a:pt x="49577" y="15560"/>
                </a:lnTo>
                <a:lnTo>
                  <a:pt x="46471" y="14756"/>
                </a:lnTo>
                <a:close/>
                <a:moveTo>
                  <a:pt x="57523" y="128141"/>
                </a:moveTo>
                <a:lnTo>
                  <a:pt x="59419" y="129467"/>
                </a:lnTo>
                <a:lnTo>
                  <a:pt x="56575" y="128804"/>
                </a:lnTo>
                <a:close/>
                <a:moveTo>
                  <a:pt x="54722" y="2685"/>
                </a:moveTo>
                <a:lnTo>
                  <a:pt x="56904" y="2991"/>
                </a:lnTo>
                <a:lnTo>
                  <a:pt x="53632" y="2838"/>
                </a:lnTo>
                <a:close/>
                <a:moveTo>
                  <a:pt x="30807" y="80865"/>
                </a:moveTo>
                <a:lnTo>
                  <a:pt x="32102" y="81673"/>
                </a:lnTo>
                <a:lnTo>
                  <a:pt x="30160" y="81269"/>
                </a:lnTo>
                <a:close/>
                <a:moveTo>
                  <a:pt x="36590" y="44589"/>
                </a:moveTo>
                <a:lnTo>
                  <a:pt x="38164" y="44935"/>
                </a:lnTo>
                <a:lnTo>
                  <a:pt x="35803" y="44762"/>
                </a:lnTo>
                <a:close/>
                <a:moveTo>
                  <a:pt x="25153" y="92570"/>
                </a:moveTo>
                <a:lnTo>
                  <a:pt x="26348" y="92899"/>
                </a:lnTo>
                <a:lnTo>
                  <a:pt x="24555" y="92734"/>
                </a:lnTo>
                <a:close/>
                <a:moveTo>
                  <a:pt x="33169" y="132104"/>
                </a:moveTo>
                <a:lnTo>
                  <a:pt x="34485" y="133500"/>
                </a:lnTo>
                <a:lnTo>
                  <a:pt x="32511" y="132802"/>
                </a:lnTo>
                <a:close/>
                <a:moveTo>
                  <a:pt x="27824" y="139611"/>
                </a:moveTo>
                <a:lnTo>
                  <a:pt x="29146" y="141127"/>
                </a:lnTo>
                <a:lnTo>
                  <a:pt x="27163" y="140369"/>
                </a:lnTo>
                <a:close/>
                <a:moveTo>
                  <a:pt x="44842" y="115753"/>
                </a:moveTo>
                <a:lnTo>
                  <a:pt x="45918" y="117445"/>
                </a:lnTo>
                <a:lnTo>
                  <a:pt x="44304" y="116599"/>
                </a:lnTo>
                <a:close/>
                <a:moveTo>
                  <a:pt x="70191" y="127850"/>
                </a:moveTo>
                <a:lnTo>
                  <a:pt x="72220" y="128696"/>
                </a:lnTo>
                <a:lnTo>
                  <a:pt x="69176" y="128273"/>
                </a:lnTo>
                <a:close/>
                <a:moveTo>
                  <a:pt x="24725" y="127046"/>
                </a:moveTo>
                <a:lnTo>
                  <a:pt x="26603" y="128232"/>
                </a:lnTo>
                <a:lnTo>
                  <a:pt x="23787" y="127639"/>
                </a:lnTo>
                <a:close/>
                <a:moveTo>
                  <a:pt x="40208" y="1112"/>
                </a:moveTo>
                <a:lnTo>
                  <a:pt x="41593" y="1499"/>
                </a:lnTo>
                <a:lnTo>
                  <a:pt x="39516" y="1306"/>
                </a:lnTo>
                <a:close/>
                <a:moveTo>
                  <a:pt x="37868" y="31382"/>
                </a:moveTo>
                <a:lnTo>
                  <a:pt x="39342" y="31918"/>
                </a:lnTo>
                <a:lnTo>
                  <a:pt x="37131" y="31650"/>
                </a:lnTo>
                <a:close/>
                <a:moveTo>
                  <a:pt x="23948" y="109548"/>
                </a:moveTo>
                <a:lnTo>
                  <a:pt x="25370" y="110048"/>
                </a:lnTo>
                <a:lnTo>
                  <a:pt x="23237" y="109798"/>
                </a:lnTo>
                <a:close/>
                <a:moveTo>
                  <a:pt x="69955" y="2523"/>
                </a:moveTo>
                <a:lnTo>
                  <a:pt x="71069" y="3893"/>
                </a:lnTo>
                <a:lnTo>
                  <a:pt x="69398" y="3208"/>
                </a:lnTo>
                <a:close/>
                <a:moveTo>
                  <a:pt x="41700" y="92711"/>
                </a:moveTo>
                <a:lnTo>
                  <a:pt x="43721" y="93155"/>
                </a:lnTo>
                <a:lnTo>
                  <a:pt x="40689" y="92933"/>
                </a:lnTo>
                <a:close/>
                <a:moveTo>
                  <a:pt x="36598" y="35418"/>
                </a:moveTo>
                <a:lnTo>
                  <a:pt x="38057" y="36415"/>
                </a:lnTo>
                <a:lnTo>
                  <a:pt x="35869" y="35917"/>
                </a:lnTo>
                <a:close/>
                <a:moveTo>
                  <a:pt x="45066" y="113896"/>
                </a:moveTo>
                <a:lnTo>
                  <a:pt x="46344" y="114831"/>
                </a:lnTo>
                <a:lnTo>
                  <a:pt x="44427" y="114364"/>
                </a:lnTo>
                <a:close/>
                <a:moveTo>
                  <a:pt x="39971" y="23456"/>
                </a:moveTo>
                <a:lnTo>
                  <a:pt x="42010" y="24341"/>
                </a:lnTo>
                <a:lnTo>
                  <a:pt x="38951" y="23899"/>
                </a:lnTo>
                <a:close/>
                <a:moveTo>
                  <a:pt x="35934" y="119598"/>
                </a:moveTo>
                <a:lnTo>
                  <a:pt x="37826" y="121394"/>
                </a:lnTo>
                <a:lnTo>
                  <a:pt x="34988" y="120496"/>
                </a:lnTo>
                <a:close/>
                <a:moveTo>
                  <a:pt x="50607" y="75442"/>
                </a:moveTo>
                <a:lnTo>
                  <a:pt x="51752" y="76909"/>
                </a:lnTo>
                <a:lnTo>
                  <a:pt x="50035" y="76175"/>
                </a:lnTo>
                <a:close/>
                <a:moveTo>
                  <a:pt x="44471" y="915"/>
                </a:moveTo>
                <a:lnTo>
                  <a:pt x="45862" y="2219"/>
                </a:lnTo>
                <a:lnTo>
                  <a:pt x="43775" y="1567"/>
                </a:lnTo>
                <a:close/>
                <a:moveTo>
                  <a:pt x="26137" y="118106"/>
                </a:moveTo>
                <a:lnTo>
                  <a:pt x="27858" y="119735"/>
                </a:lnTo>
                <a:lnTo>
                  <a:pt x="25276" y="118921"/>
                </a:lnTo>
                <a:close/>
                <a:moveTo>
                  <a:pt x="21472" y="94060"/>
                </a:moveTo>
                <a:lnTo>
                  <a:pt x="22860" y="94872"/>
                </a:lnTo>
                <a:lnTo>
                  <a:pt x="20778" y="94466"/>
                </a:lnTo>
                <a:close/>
                <a:moveTo>
                  <a:pt x="21855" y="12026"/>
                </a:moveTo>
                <a:lnTo>
                  <a:pt x="23752" y="12740"/>
                </a:lnTo>
                <a:lnTo>
                  <a:pt x="20907" y="12383"/>
                </a:lnTo>
                <a:close/>
                <a:moveTo>
                  <a:pt x="25274" y="35818"/>
                </a:moveTo>
                <a:lnTo>
                  <a:pt x="26654" y="36860"/>
                </a:lnTo>
                <a:lnTo>
                  <a:pt x="24584" y="36339"/>
                </a:lnTo>
                <a:close/>
                <a:moveTo>
                  <a:pt x="61671" y="10798"/>
                </a:moveTo>
                <a:lnTo>
                  <a:pt x="62656" y="12351"/>
                </a:lnTo>
                <a:lnTo>
                  <a:pt x="61179" y="11575"/>
                </a:lnTo>
                <a:close/>
                <a:moveTo>
                  <a:pt x="56586" y="8568"/>
                </a:moveTo>
                <a:lnTo>
                  <a:pt x="57762" y="10357"/>
                </a:lnTo>
                <a:lnTo>
                  <a:pt x="55998" y="9462"/>
                </a:lnTo>
                <a:close/>
                <a:moveTo>
                  <a:pt x="69585" y="44913"/>
                </a:moveTo>
                <a:lnTo>
                  <a:pt x="71311" y="45709"/>
                </a:lnTo>
                <a:lnTo>
                  <a:pt x="68721" y="45311"/>
                </a:lnTo>
                <a:close/>
                <a:moveTo>
                  <a:pt x="5545" y="127711"/>
                </a:moveTo>
                <a:lnTo>
                  <a:pt x="6127" y="129499"/>
                </a:lnTo>
                <a:lnTo>
                  <a:pt x="5254" y="128605"/>
                </a:lnTo>
                <a:close/>
                <a:moveTo>
                  <a:pt x="32632" y="121362"/>
                </a:moveTo>
                <a:lnTo>
                  <a:pt x="33863" y="123013"/>
                </a:lnTo>
                <a:lnTo>
                  <a:pt x="32016" y="122188"/>
                </a:lnTo>
                <a:close/>
                <a:moveTo>
                  <a:pt x="53270" y="24095"/>
                </a:moveTo>
                <a:lnTo>
                  <a:pt x="53665" y="24650"/>
                </a:lnTo>
                <a:lnTo>
                  <a:pt x="53073" y="24373"/>
                </a:lnTo>
                <a:close/>
                <a:moveTo>
                  <a:pt x="43466" y="15169"/>
                </a:moveTo>
                <a:lnTo>
                  <a:pt x="43952" y="16042"/>
                </a:lnTo>
                <a:lnTo>
                  <a:pt x="43223" y="15606"/>
                </a:lnTo>
                <a:close/>
                <a:moveTo>
                  <a:pt x="4772" y="43358"/>
                </a:moveTo>
                <a:lnTo>
                  <a:pt x="6288" y="43999"/>
                </a:lnTo>
                <a:lnTo>
                  <a:pt x="4014" y="43679"/>
                </a:lnTo>
                <a:close/>
                <a:moveTo>
                  <a:pt x="56375" y="36703"/>
                </a:moveTo>
                <a:lnTo>
                  <a:pt x="57400" y="37610"/>
                </a:lnTo>
                <a:lnTo>
                  <a:pt x="55863" y="37157"/>
                </a:lnTo>
                <a:close/>
                <a:moveTo>
                  <a:pt x="60472" y="6269"/>
                </a:moveTo>
                <a:lnTo>
                  <a:pt x="62323" y="6710"/>
                </a:lnTo>
                <a:lnTo>
                  <a:pt x="59547" y="6489"/>
                </a:lnTo>
                <a:close/>
                <a:moveTo>
                  <a:pt x="68973" y="78869"/>
                </a:moveTo>
                <a:lnTo>
                  <a:pt x="70710" y="79941"/>
                </a:lnTo>
                <a:lnTo>
                  <a:pt x="68104" y="79405"/>
                </a:lnTo>
                <a:close/>
                <a:moveTo>
                  <a:pt x="47945" y="97636"/>
                </a:moveTo>
                <a:lnTo>
                  <a:pt x="48565" y="98227"/>
                </a:lnTo>
                <a:lnTo>
                  <a:pt x="47635" y="97932"/>
                </a:lnTo>
                <a:close/>
                <a:moveTo>
                  <a:pt x="64663" y="30788"/>
                </a:moveTo>
                <a:lnTo>
                  <a:pt x="65463" y="31165"/>
                </a:lnTo>
                <a:lnTo>
                  <a:pt x="64264" y="30977"/>
                </a:lnTo>
                <a:close/>
                <a:moveTo>
                  <a:pt x="50957" y="112094"/>
                </a:moveTo>
                <a:lnTo>
                  <a:pt x="51376" y="113687"/>
                </a:lnTo>
                <a:lnTo>
                  <a:pt x="50747" y="112891"/>
                </a:lnTo>
                <a:close/>
                <a:moveTo>
                  <a:pt x="9052" y="70353"/>
                </a:moveTo>
                <a:lnTo>
                  <a:pt x="10353" y="71032"/>
                </a:lnTo>
                <a:lnTo>
                  <a:pt x="8401" y="70692"/>
                </a:lnTo>
                <a:close/>
                <a:moveTo>
                  <a:pt x="23693" y="69670"/>
                </a:moveTo>
                <a:lnTo>
                  <a:pt x="25492" y="70351"/>
                </a:lnTo>
                <a:lnTo>
                  <a:pt x="22794" y="70011"/>
                </a:lnTo>
                <a:close/>
                <a:moveTo>
                  <a:pt x="17305" y="139081"/>
                </a:moveTo>
                <a:lnTo>
                  <a:pt x="18146" y="139536"/>
                </a:lnTo>
                <a:lnTo>
                  <a:pt x="16885" y="139309"/>
                </a:lnTo>
                <a:close/>
                <a:moveTo>
                  <a:pt x="66228" y="131803"/>
                </a:moveTo>
                <a:lnTo>
                  <a:pt x="66974" y="132897"/>
                </a:lnTo>
                <a:lnTo>
                  <a:pt x="65854" y="132350"/>
                </a:lnTo>
                <a:close/>
                <a:moveTo>
                  <a:pt x="62145" y="45347"/>
                </a:moveTo>
                <a:lnTo>
                  <a:pt x="63126" y="45654"/>
                </a:lnTo>
                <a:lnTo>
                  <a:pt x="61655" y="45500"/>
                </a:lnTo>
                <a:close/>
                <a:moveTo>
                  <a:pt x="10084" y="86248"/>
                </a:moveTo>
                <a:lnTo>
                  <a:pt x="11353" y="87842"/>
                </a:lnTo>
                <a:lnTo>
                  <a:pt x="9450" y="87045"/>
                </a:lnTo>
                <a:close/>
                <a:moveTo>
                  <a:pt x="32200" y="38225"/>
                </a:moveTo>
                <a:lnTo>
                  <a:pt x="33278" y="38735"/>
                </a:lnTo>
                <a:lnTo>
                  <a:pt x="31661" y="38480"/>
                </a:lnTo>
                <a:close/>
                <a:moveTo>
                  <a:pt x="34627" y="98373"/>
                </a:moveTo>
                <a:lnTo>
                  <a:pt x="35319" y="99549"/>
                </a:lnTo>
                <a:lnTo>
                  <a:pt x="34282" y="98961"/>
                </a:lnTo>
                <a:close/>
                <a:moveTo>
                  <a:pt x="70866" y="99053"/>
                </a:moveTo>
                <a:lnTo>
                  <a:pt x="71804" y="100320"/>
                </a:lnTo>
                <a:lnTo>
                  <a:pt x="70398" y="99687"/>
                </a:lnTo>
                <a:close/>
                <a:moveTo>
                  <a:pt x="8716" y="15023"/>
                </a:moveTo>
                <a:lnTo>
                  <a:pt x="10563" y="16384"/>
                </a:lnTo>
                <a:lnTo>
                  <a:pt x="7793" y="15703"/>
                </a:lnTo>
                <a:close/>
                <a:moveTo>
                  <a:pt x="44735" y="79697"/>
                </a:moveTo>
                <a:lnTo>
                  <a:pt x="45734" y="81252"/>
                </a:lnTo>
                <a:lnTo>
                  <a:pt x="44236" y="80474"/>
                </a:lnTo>
                <a:close/>
                <a:moveTo>
                  <a:pt x="37075" y="117418"/>
                </a:moveTo>
                <a:lnTo>
                  <a:pt x="38784" y="118220"/>
                </a:lnTo>
                <a:lnTo>
                  <a:pt x="36221" y="117819"/>
                </a:lnTo>
                <a:close/>
                <a:moveTo>
                  <a:pt x="58093" y="49456"/>
                </a:moveTo>
                <a:lnTo>
                  <a:pt x="59583" y="51020"/>
                </a:lnTo>
                <a:lnTo>
                  <a:pt x="57349" y="50238"/>
                </a:lnTo>
                <a:close/>
                <a:moveTo>
                  <a:pt x="67714" y="88333"/>
                </a:moveTo>
                <a:lnTo>
                  <a:pt x="68433" y="88874"/>
                </a:lnTo>
                <a:lnTo>
                  <a:pt x="67354" y="88604"/>
                </a:lnTo>
                <a:close/>
                <a:moveTo>
                  <a:pt x="59148" y="43438"/>
                </a:moveTo>
                <a:lnTo>
                  <a:pt x="59768" y="44606"/>
                </a:lnTo>
                <a:lnTo>
                  <a:pt x="58838" y="44022"/>
                </a:lnTo>
                <a:close/>
                <a:moveTo>
                  <a:pt x="30251" y="105187"/>
                </a:moveTo>
                <a:lnTo>
                  <a:pt x="30933" y="106254"/>
                </a:lnTo>
                <a:lnTo>
                  <a:pt x="29909" y="105721"/>
                </a:lnTo>
                <a:close/>
                <a:moveTo>
                  <a:pt x="67936" y="24044"/>
                </a:moveTo>
                <a:lnTo>
                  <a:pt x="69005" y="24935"/>
                </a:lnTo>
                <a:lnTo>
                  <a:pt x="67401" y="24490"/>
                </a:lnTo>
                <a:close/>
                <a:moveTo>
                  <a:pt x="10123" y="20031"/>
                </a:moveTo>
                <a:lnTo>
                  <a:pt x="11055" y="21155"/>
                </a:lnTo>
                <a:lnTo>
                  <a:pt x="9658" y="20593"/>
                </a:lnTo>
                <a:close/>
                <a:moveTo>
                  <a:pt x="10618" y="90160"/>
                </a:moveTo>
                <a:lnTo>
                  <a:pt x="11660" y="90910"/>
                </a:lnTo>
                <a:lnTo>
                  <a:pt x="10097" y="90535"/>
                </a:lnTo>
                <a:close/>
                <a:moveTo>
                  <a:pt x="60567" y="105511"/>
                </a:moveTo>
                <a:lnTo>
                  <a:pt x="61741" y="106200"/>
                </a:lnTo>
                <a:lnTo>
                  <a:pt x="59980" y="105856"/>
                </a:lnTo>
                <a:close/>
                <a:moveTo>
                  <a:pt x="36701" y="92150"/>
                </a:moveTo>
                <a:lnTo>
                  <a:pt x="38458" y="93443"/>
                </a:lnTo>
                <a:lnTo>
                  <a:pt x="35823" y="92796"/>
                </a:lnTo>
                <a:close/>
                <a:moveTo>
                  <a:pt x="1096" y="22105"/>
                </a:moveTo>
                <a:lnTo>
                  <a:pt x="3289" y="23225"/>
                </a:lnTo>
                <a:lnTo>
                  <a:pt x="0" y="22665"/>
                </a:lnTo>
                <a:close/>
                <a:moveTo>
                  <a:pt x="36976" y="15787"/>
                </a:moveTo>
                <a:lnTo>
                  <a:pt x="38781" y="17327"/>
                </a:lnTo>
                <a:lnTo>
                  <a:pt x="36074" y="16557"/>
                </a:lnTo>
                <a:close/>
                <a:moveTo>
                  <a:pt x="22745" y="38205"/>
                </a:moveTo>
                <a:lnTo>
                  <a:pt x="23230" y="38964"/>
                </a:lnTo>
                <a:lnTo>
                  <a:pt x="22503" y="38585"/>
                </a:lnTo>
                <a:close/>
                <a:moveTo>
                  <a:pt x="36911" y="63315"/>
                </a:moveTo>
                <a:lnTo>
                  <a:pt x="37277" y="63762"/>
                </a:lnTo>
                <a:lnTo>
                  <a:pt x="36728" y="63538"/>
                </a:lnTo>
                <a:close/>
                <a:moveTo>
                  <a:pt x="17524" y="118222"/>
                </a:moveTo>
                <a:lnTo>
                  <a:pt x="19658" y="119815"/>
                </a:lnTo>
                <a:lnTo>
                  <a:pt x="16456" y="119019"/>
                </a:lnTo>
                <a:close/>
                <a:moveTo>
                  <a:pt x="35557" y="51248"/>
                </a:moveTo>
                <a:lnTo>
                  <a:pt x="37564" y="52682"/>
                </a:lnTo>
                <a:lnTo>
                  <a:pt x="34554" y="51965"/>
                </a:lnTo>
                <a:close/>
                <a:moveTo>
                  <a:pt x="46263" y="99592"/>
                </a:moveTo>
                <a:lnTo>
                  <a:pt x="48348" y="100681"/>
                </a:lnTo>
                <a:lnTo>
                  <a:pt x="45221" y="100137"/>
                </a:lnTo>
                <a:close/>
                <a:moveTo>
                  <a:pt x="18904" y="104374"/>
                </a:moveTo>
                <a:lnTo>
                  <a:pt x="20976" y="105013"/>
                </a:lnTo>
                <a:lnTo>
                  <a:pt x="17869" y="104694"/>
                </a:lnTo>
                <a:close/>
                <a:moveTo>
                  <a:pt x="27945" y="108464"/>
                </a:moveTo>
                <a:lnTo>
                  <a:pt x="29776" y="108841"/>
                </a:lnTo>
                <a:lnTo>
                  <a:pt x="27030" y="108652"/>
                </a:lnTo>
                <a:close/>
                <a:moveTo>
                  <a:pt x="57494" y="34162"/>
                </a:moveTo>
                <a:lnTo>
                  <a:pt x="58079" y="34535"/>
                </a:lnTo>
                <a:lnTo>
                  <a:pt x="57202" y="34349"/>
                </a:lnTo>
                <a:close/>
                <a:moveTo>
                  <a:pt x="33319" y="64228"/>
                </a:moveTo>
                <a:lnTo>
                  <a:pt x="34014" y="65597"/>
                </a:lnTo>
                <a:lnTo>
                  <a:pt x="32972" y="64913"/>
                </a:lnTo>
                <a:close/>
                <a:moveTo>
                  <a:pt x="14015" y="132201"/>
                </a:moveTo>
                <a:lnTo>
                  <a:pt x="16212" y="133000"/>
                </a:lnTo>
                <a:lnTo>
                  <a:pt x="12916" y="132600"/>
                </a:lnTo>
                <a:close/>
                <a:moveTo>
                  <a:pt x="2597" y="9425"/>
                </a:moveTo>
                <a:lnTo>
                  <a:pt x="3937" y="10257"/>
                </a:lnTo>
                <a:lnTo>
                  <a:pt x="1927" y="9841"/>
                </a:lnTo>
                <a:close/>
                <a:moveTo>
                  <a:pt x="55533" y="57898"/>
                </a:moveTo>
                <a:lnTo>
                  <a:pt x="56358" y="58439"/>
                </a:lnTo>
                <a:lnTo>
                  <a:pt x="55120" y="58168"/>
                </a:lnTo>
                <a:close/>
                <a:moveTo>
                  <a:pt x="70452" y="108708"/>
                </a:moveTo>
                <a:lnTo>
                  <a:pt x="72061" y="109340"/>
                </a:lnTo>
                <a:lnTo>
                  <a:pt x="69647" y="109024"/>
                </a:lnTo>
                <a:close/>
                <a:moveTo>
                  <a:pt x="32046" y="107530"/>
                </a:moveTo>
                <a:lnTo>
                  <a:pt x="33592" y="108247"/>
                </a:lnTo>
                <a:lnTo>
                  <a:pt x="31272" y="107889"/>
                </a:lnTo>
                <a:close/>
                <a:moveTo>
                  <a:pt x="25543" y="115415"/>
                </a:moveTo>
                <a:lnTo>
                  <a:pt x="25993" y="116686"/>
                </a:lnTo>
                <a:lnTo>
                  <a:pt x="25318" y="116050"/>
                </a:lnTo>
                <a:close/>
                <a:moveTo>
                  <a:pt x="50449" y="73273"/>
                </a:moveTo>
                <a:lnTo>
                  <a:pt x="51821" y="74960"/>
                </a:lnTo>
                <a:lnTo>
                  <a:pt x="49762" y="74117"/>
                </a:lnTo>
                <a:close/>
                <a:moveTo>
                  <a:pt x="23723" y="106948"/>
                </a:moveTo>
                <a:lnTo>
                  <a:pt x="25410" y="108356"/>
                </a:lnTo>
                <a:lnTo>
                  <a:pt x="22880" y="107652"/>
                </a:lnTo>
                <a:close/>
                <a:moveTo>
                  <a:pt x="5727" y="98554"/>
                </a:moveTo>
                <a:lnTo>
                  <a:pt x="6772" y="99048"/>
                </a:lnTo>
                <a:lnTo>
                  <a:pt x="5205" y="98801"/>
                </a:lnTo>
                <a:close/>
                <a:moveTo>
                  <a:pt x="64571" y="37391"/>
                </a:moveTo>
                <a:lnTo>
                  <a:pt x="65783" y="38152"/>
                </a:lnTo>
                <a:lnTo>
                  <a:pt x="63965" y="37771"/>
                </a:lnTo>
                <a:close/>
                <a:moveTo>
                  <a:pt x="8865" y="41054"/>
                </a:moveTo>
                <a:lnTo>
                  <a:pt x="10349" y="42312"/>
                </a:lnTo>
                <a:lnTo>
                  <a:pt x="8124" y="41683"/>
                </a:lnTo>
                <a:close/>
                <a:moveTo>
                  <a:pt x="53351" y="21193"/>
                </a:moveTo>
                <a:lnTo>
                  <a:pt x="54208" y="22739"/>
                </a:lnTo>
                <a:lnTo>
                  <a:pt x="52923" y="21966"/>
                </a:lnTo>
                <a:close/>
                <a:moveTo>
                  <a:pt x="37743" y="105086"/>
                </a:moveTo>
                <a:lnTo>
                  <a:pt x="38947" y="106016"/>
                </a:lnTo>
                <a:lnTo>
                  <a:pt x="37141" y="105551"/>
                </a:lnTo>
                <a:close/>
                <a:moveTo>
                  <a:pt x="3335" y="119736"/>
                </a:moveTo>
                <a:lnTo>
                  <a:pt x="5359" y="121109"/>
                </a:lnTo>
                <a:lnTo>
                  <a:pt x="2323" y="120422"/>
                </a:lnTo>
                <a:close/>
                <a:moveTo>
                  <a:pt x="16152" y="89489"/>
                </a:moveTo>
                <a:lnTo>
                  <a:pt x="17761" y="90212"/>
                </a:lnTo>
                <a:lnTo>
                  <a:pt x="15348" y="89850"/>
                </a:lnTo>
                <a:close/>
                <a:moveTo>
                  <a:pt x="27383" y="126627"/>
                </a:moveTo>
                <a:lnTo>
                  <a:pt x="28220" y="127844"/>
                </a:lnTo>
                <a:lnTo>
                  <a:pt x="26965" y="127235"/>
                </a:lnTo>
                <a:close/>
                <a:moveTo>
                  <a:pt x="4312" y="2679"/>
                </a:moveTo>
                <a:lnTo>
                  <a:pt x="4742" y="3436"/>
                </a:lnTo>
                <a:lnTo>
                  <a:pt x="4097" y="3057"/>
                </a:lnTo>
                <a:close/>
                <a:moveTo>
                  <a:pt x="66077" y="82038"/>
                </a:moveTo>
                <a:lnTo>
                  <a:pt x="67322" y="82559"/>
                </a:lnTo>
                <a:lnTo>
                  <a:pt x="65454" y="82298"/>
                </a:lnTo>
                <a:close/>
                <a:moveTo>
                  <a:pt x="40044" y="17960"/>
                </a:moveTo>
                <a:lnTo>
                  <a:pt x="40518" y="18760"/>
                </a:lnTo>
                <a:lnTo>
                  <a:pt x="39807" y="18360"/>
                </a:lnTo>
                <a:close/>
                <a:moveTo>
                  <a:pt x="19046" y="111315"/>
                </a:moveTo>
                <a:lnTo>
                  <a:pt x="20439" y="112576"/>
                </a:lnTo>
                <a:lnTo>
                  <a:pt x="18349" y="111945"/>
                </a:lnTo>
                <a:close/>
                <a:moveTo>
                  <a:pt x="20513" y="55532"/>
                </a:moveTo>
                <a:lnTo>
                  <a:pt x="21073" y="56263"/>
                </a:lnTo>
                <a:lnTo>
                  <a:pt x="20232" y="55898"/>
                </a:lnTo>
                <a:close/>
                <a:moveTo>
                  <a:pt x="70532" y="95180"/>
                </a:moveTo>
                <a:lnTo>
                  <a:pt x="71505" y="96424"/>
                </a:lnTo>
                <a:lnTo>
                  <a:pt x="70046" y="95802"/>
                </a:lnTo>
                <a:close/>
                <a:moveTo>
                  <a:pt x="64784" y="115467"/>
                </a:moveTo>
                <a:lnTo>
                  <a:pt x="66105" y="116001"/>
                </a:lnTo>
                <a:lnTo>
                  <a:pt x="64123" y="115734"/>
                </a:lnTo>
                <a:close/>
                <a:moveTo>
                  <a:pt x="4659" y="9526"/>
                </a:moveTo>
                <a:lnTo>
                  <a:pt x="6527" y="10997"/>
                </a:lnTo>
                <a:lnTo>
                  <a:pt x="3725" y="10261"/>
                </a:lnTo>
                <a:close/>
                <a:moveTo>
                  <a:pt x="50048" y="102783"/>
                </a:moveTo>
                <a:lnTo>
                  <a:pt x="50657" y="103953"/>
                </a:lnTo>
                <a:lnTo>
                  <a:pt x="49744" y="103368"/>
                </a:lnTo>
                <a:close/>
                <a:moveTo>
                  <a:pt x="1667" y="3973"/>
                </a:moveTo>
                <a:lnTo>
                  <a:pt x="3164" y="4284"/>
                </a:lnTo>
                <a:lnTo>
                  <a:pt x="919" y="4128"/>
                </a:lnTo>
                <a:close/>
                <a:moveTo>
                  <a:pt x="29925" y="49860"/>
                </a:moveTo>
                <a:lnTo>
                  <a:pt x="31884" y="50687"/>
                </a:lnTo>
                <a:lnTo>
                  <a:pt x="28946" y="50273"/>
                </a:lnTo>
                <a:close/>
                <a:moveTo>
                  <a:pt x="15398" y="96667"/>
                </a:moveTo>
                <a:lnTo>
                  <a:pt x="16033" y="98436"/>
                </a:lnTo>
                <a:lnTo>
                  <a:pt x="15080" y="97551"/>
                </a:lnTo>
                <a:close/>
                <a:moveTo>
                  <a:pt x="65589" y="141183"/>
                </a:moveTo>
                <a:lnTo>
                  <a:pt x="67083" y="141755"/>
                </a:lnTo>
                <a:lnTo>
                  <a:pt x="64842" y="141469"/>
                </a:lnTo>
                <a:close/>
                <a:moveTo>
                  <a:pt x="15092" y="101651"/>
                </a:moveTo>
                <a:lnTo>
                  <a:pt x="16255" y="103009"/>
                </a:lnTo>
                <a:lnTo>
                  <a:pt x="14511" y="102330"/>
                </a:lnTo>
                <a:close/>
                <a:moveTo>
                  <a:pt x="15664" y="80795"/>
                </a:moveTo>
                <a:lnTo>
                  <a:pt x="17596" y="81526"/>
                </a:lnTo>
                <a:lnTo>
                  <a:pt x="14699" y="81160"/>
                </a:lnTo>
                <a:close/>
                <a:moveTo>
                  <a:pt x="59404" y="19991"/>
                </a:moveTo>
                <a:lnTo>
                  <a:pt x="60985" y="20353"/>
                </a:lnTo>
                <a:lnTo>
                  <a:pt x="58613" y="20172"/>
                </a:lnTo>
                <a:close/>
                <a:moveTo>
                  <a:pt x="18091" y="9714"/>
                </a:moveTo>
                <a:lnTo>
                  <a:pt x="18805" y="10809"/>
                </a:lnTo>
                <a:lnTo>
                  <a:pt x="17733" y="10262"/>
                </a:lnTo>
                <a:close/>
                <a:moveTo>
                  <a:pt x="57852" y="115731"/>
                </a:moveTo>
                <a:lnTo>
                  <a:pt x="59892" y="116401"/>
                </a:lnTo>
                <a:lnTo>
                  <a:pt x="56832" y="116066"/>
                </a:lnTo>
                <a:close/>
                <a:moveTo>
                  <a:pt x="66641" y="60339"/>
                </a:moveTo>
                <a:lnTo>
                  <a:pt x="68224" y="61722"/>
                </a:lnTo>
                <a:lnTo>
                  <a:pt x="65850" y="61030"/>
                </a:lnTo>
                <a:close/>
                <a:moveTo>
                  <a:pt x="20072" y="39590"/>
                </a:moveTo>
                <a:lnTo>
                  <a:pt x="21228" y="40402"/>
                </a:lnTo>
                <a:lnTo>
                  <a:pt x="19493" y="39996"/>
                </a:lnTo>
                <a:close/>
                <a:moveTo>
                  <a:pt x="52034" y="123287"/>
                </a:moveTo>
                <a:lnTo>
                  <a:pt x="53607" y="123660"/>
                </a:lnTo>
                <a:lnTo>
                  <a:pt x="51247" y="123473"/>
                </a:lnTo>
                <a:close/>
                <a:moveTo>
                  <a:pt x="56851" y="109260"/>
                </a:moveTo>
                <a:lnTo>
                  <a:pt x="59021" y="109842"/>
                </a:lnTo>
                <a:lnTo>
                  <a:pt x="55766" y="109551"/>
                </a:lnTo>
                <a:close/>
                <a:moveTo>
                  <a:pt x="66341" y="56109"/>
                </a:moveTo>
                <a:lnTo>
                  <a:pt x="67718" y="56713"/>
                </a:lnTo>
                <a:lnTo>
                  <a:pt x="65653" y="56411"/>
                </a:lnTo>
                <a:close/>
                <a:moveTo>
                  <a:pt x="18628" y="59747"/>
                </a:moveTo>
                <a:lnTo>
                  <a:pt x="20020" y="60430"/>
                </a:lnTo>
                <a:lnTo>
                  <a:pt x="17932" y="60088"/>
                </a:lnTo>
                <a:close/>
                <a:moveTo>
                  <a:pt x="39751" y="60354"/>
                </a:moveTo>
                <a:lnTo>
                  <a:pt x="40506" y="61625"/>
                </a:lnTo>
                <a:lnTo>
                  <a:pt x="39373" y="60989"/>
                </a:lnTo>
                <a:close/>
                <a:moveTo>
                  <a:pt x="23365" y="4618"/>
                </a:moveTo>
                <a:lnTo>
                  <a:pt x="24161" y="5550"/>
                </a:lnTo>
                <a:lnTo>
                  <a:pt x="22966" y="5084"/>
                </a:lnTo>
                <a:close/>
                <a:moveTo>
                  <a:pt x="44227" y="9218"/>
                </a:moveTo>
                <a:lnTo>
                  <a:pt x="46221" y="9636"/>
                </a:lnTo>
                <a:lnTo>
                  <a:pt x="43229" y="9427"/>
                </a:lnTo>
                <a:close/>
                <a:moveTo>
                  <a:pt x="67274" y="3492"/>
                </a:moveTo>
                <a:lnTo>
                  <a:pt x="68194" y="4296"/>
                </a:lnTo>
                <a:lnTo>
                  <a:pt x="66814" y="3894"/>
                </a:lnTo>
                <a:close/>
                <a:moveTo>
                  <a:pt x="48197" y="12196"/>
                </a:moveTo>
                <a:lnTo>
                  <a:pt x="48931" y="13732"/>
                </a:lnTo>
                <a:lnTo>
                  <a:pt x="47830" y="12964"/>
                </a:lnTo>
                <a:close/>
                <a:moveTo>
                  <a:pt x="65308" y="7443"/>
                </a:moveTo>
                <a:lnTo>
                  <a:pt x="65841" y="8254"/>
                </a:lnTo>
                <a:lnTo>
                  <a:pt x="65042" y="7849"/>
                </a:lnTo>
                <a:close/>
                <a:moveTo>
                  <a:pt x="26332" y="96406"/>
                </a:moveTo>
                <a:lnTo>
                  <a:pt x="28425" y="97658"/>
                </a:lnTo>
                <a:lnTo>
                  <a:pt x="25285" y="97032"/>
                </a:lnTo>
                <a:close/>
                <a:moveTo>
                  <a:pt x="24270" y="31054"/>
                </a:moveTo>
                <a:lnTo>
                  <a:pt x="24738" y="31455"/>
                </a:lnTo>
                <a:lnTo>
                  <a:pt x="24036" y="31254"/>
                </a:lnTo>
                <a:close/>
                <a:moveTo>
                  <a:pt x="61417" y="123122"/>
                </a:moveTo>
                <a:lnTo>
                  <a:pt x="62450" y="123753"/>
                </a:lnTo>
                <a:lnTo>
                  <a:pt x="60900" y="123438"/>
                </a:lnTo>
                <a:close/>
                <a:moveTo>
                  <a:pt x="61420" y="32353"/>
                </a:moveTo>
                <a:lnTo>
                  <a:pt x="62520" y="33985"/>
                </a:lnTo>
                <a:lnTo>
                  <a:pt x="60870" y="33169"/>
                </a:lnTo>
                <a:close/>
                <a:moveTo>
                  <a:pt x="2742" y="49973"/>
                </a:moveTo>
                <a:lnTo>
                  <a:pt x="3461" y="50945"/>
                </a:lnTo>
                <a:lnTo>
                  <a:pt x="2383" y="50459"/>
                </a:lnTo>
                <a:close/>
                <a:moveTo>
                  <a:pt x="66477" y="136474"/>
                </a:moveTo>
                <a:lnTo>
                  <a:pt x="68221" y="138045"/>
                </a:lnTo>
                <a:lnTo>
                  <a:pt x="65605" y="137260"/>
                </a:lnTo>
                <a:close/>
                <a:moveTo>
                  <a:pt x="27389" y="105104"/>
                </a:moveTo>
                <a:lnTo>
                  <a:pt x="29089" y="106760"/>
                </a:lnTo>
                <a:lnTo>
                  <a:pt x="26538" y="105932"/>
                </a:lnTo>
                <a:close/>
                <a:moveTo>
                  <a:pt x="26541" y="120818"/>
                </a:moveTo>
                <a:lnTo>
                  <a:pt x="27242" y="121994"/>
                </a:lnTo>
                <a:lnTo>
                  <a:pt x="26190" y="121406"/>
                </a:lnTo>
                <a:close/>
                <a:moveTo>
                  <a:pt x="67374" y="105812"/>
                </a:moveTo>
                <a:lnTo>
                  <a:pt x="69125" y="106383"/>
                </a:lnTo>
                <a:lnTo>
                  <a:pt x="66499" y="106097"/>
                </a:lnTo>
                <a:close/>
                <a:moveTo>
                  <a:pt x="27084" y="79672"/>
                </a:moveTo>
                <a:lnTo>
                  <a:pt x="28924" y="80329"/>
                </a:lnTo>
                <a:lnTo>
                  <a:pt x="26165" y="80000"/>
                </a:lnTo>
                <a:close/>
                <a:moveTo>
                  <a:pt x="38821" y="105983"/>
                </a:moveTo>
                <a:lnTo>
                  <a:pt x="40445" y="106667"/>
                </a:lnTo>
                <a:lnTo>
                  <a:pt x="38009" y="106325"/>
                </a:lnTo>
                <a:close/>
                <a:moveTo>
                  <a:pt x="7963" y="50891"/>
                </a:moveTo>
                <a:lnTo>
                  <a:pt x="8671" y="52033"/>
                </a:lnTo>
                <a:lnTo>
                  <a:pt x="7609" y="51462"/>
                </a:lnTo>
                <a:close/>
                <a:moveTo>
                  <a:pt x="37851" y="6147"/>
                </a:moveTo>
                <a:lnTo>
                  <a:pt x="39933" y="7819"/>
                </a:lnTo>
                <a:lnTo>
                  <a:pt x="36810" y="6983"/>
                </a:lnTo>
                <a:close/>
                <a:moveTo>
                  <a:pt x="14585" y="38425"/>
                </a:moveTo>
                <a:lnTo>
                  <a:pt x="16707" y="38772"/>
                </a:lnTo>
                <a:lnTo>
                  <a:pt x="13524" y="38598"/>
                </a:lnTo>
                <a:close/>
                <a:moveTo>
                  <a:pt x="12235" y="51716"/>
                </a:moveTo>
                <a:lnTo>
                  <a:pt x="14145" y="52102"/>
                </a:lnTo>
                <a:lnTo>
                  <a:pt x="11279" y="51909"/>
                </a:lnTo>
                <a:close/>
                <a:moveTo>
                  <a:pt x="38016" y="107757"/>
                </a:moveTo>
                <a:lnTo>
                  <a:pt x="39525" y="108719"/>
                </a:lnTo>
                <a:lnTo>
                  <a:pt x="37261" y="108238"/>
                </a:lnTo>
                <a:close/>
                <a:moveTo>
                  <a:pt x="46572" y="101192"/>
                </a:moveTo>
                <a:lnTo>
                  <a:pt x="47817" y="101896"/>
                </a:lnTo>
                <a:lnTo>
                  <a:pt x="45949" y="101544"/>
                </a:lnTo>
                <a:close/>
                <a:moveTo>
                  <a:pt x="45257" y="114636"/>
                </a:moveTo>
                <a:lnTo>
                  <a:pt x="45787" y="115900"/>
                </a:lnTo>
                <a:lnTo>
                  <a:pt x="44992" y="115268"/>
                </a:lnTo>
                <a:close/>
                <a:moveTo>
                  <a:pt x="30354" y="22573"/>
                </a:moveTo>
                <a:lnTo>
                  <a:pt x="31311" y="22977"/>
                </a:lnTo>
                <a:lnTo>
                  <a:pt x="29876" y="22775"/>
                </a:lnTo>
                <a:close/>
                <a:moveTo>
                  <a:pt x="58642" y="79445"/>
                </a:moveTo>
                <a:lnTo>
                  <a:pt x="59797" y="81046"/>
                </a:lnTo>
                <a:lnTo>
                  <a:pt x="58064" y="80245"/>
                </a:lnTo>
                <a:close/>
                <a:moveTo>
                  <a:pt x="58997" y="56042"/>
                </a:moveTo>
                <a:lnTo>
                  <a:pt x="59409" y="57223"/>
                </a:lnTo>
                <a:lnTo>
                  <a:pt x="58792" y="56632"/>
                </a:lnTo>
                <a:close/>
                <a:moveTo>
                  <a:pt x="17317" y="86132"/>
                </a:moveTo>
                <a:lnTo>
                  <a:pt x="17851" y="87630"/>
                </a:lnTo>
                <a:lnTo>
                  <a:pt x="17050" y="86881"/>
                </a:lnTo>
                <a:close/>
                <a:moveTo>
                  <a:pt x="60664" y="25399"/>
                </a:moveTo>
                <a:lnTo>
                  <a:pt x="62529" y="25841"/>
                </a:lnTo>
                <a:lnTo>
                  <a:pt x="59731" y="25620"/>
                </a:lnTo>
                <a:close/>
                <a:moveTo>
                  <a:pt x="11069" y="79927"/>
                </a:moveTo>
                <a:lnTo>
                  <a:pt x="11861" y="80817"/>
                </a:lnTo>
                <a:lnTo>
                  <a:pt x="10673" y="80372"/>
                </a:lnTo>
                <a:close/>
                <a:moveTo>
                  <a:pt x="26919" y="108178"/>
                </a:moveTo>
                <a:lnTo>
                  <a:pt x="28703" y="109805"/>
                </a:lnTo>
                <a:lnTo>
                  <a:pt x="26026" y="108992"/>
                </a:lnTo>
                <a:close/>
                <a:moveTo>
                  <a:pt x="17714" y="36631"/>
                </a:moveTo>
                <a:lnTo>
                  <a:pt x="19603" y="37534"/>
                </a:lnTo>
                <a:lnTo>
                  <a:pt x="16770" y="37082"/>
                </a:lnTo>
                <a:close/>
                <a:moveTo>
                  <a:pt x="9065" y="71498"/>
                </a:moveTo>
                <a:lnTo>
                  <a:pt x="9856" y="72749"/>
                </a:lnTo>
                <a:lnTo>
                  <a:pt x="8669" y="72123"/>
                </a:lnTo>
                <a:close/>
                <a:moveTo>
                  <a:pt x="29343" y="22514"/>
                </a:moveTo>
                <a:lnTo>
                  <a:pt x="31083" y="24151"/>
                </a:lnTo>
                <a:lnTo>
                  <a:pt x="28473" y="23332"/>
                </a:lnTo>
                <a:close/>
                <a:moveTo>
                  <a:pt x="11696" y="29842"/>
                </a:moveTo>
                <a:lnTo>
                  <a:pt x="12971" y="30387"/>
                </a:lnTo>
                <a:lnTo>
                  <a:pt x="11058" y="30114"/>
                </a:lnTo>
                <a:close/>
                <a:moveTo>
                  <a:pt x="68356" y="61808"/>
                </a:moveTo>
                <a:lnTo>
                  <a:pt x="68842" y="62408"/>
                </a:lnTo>
                <a:lnTo>
                  <a:pt x="68113" y="62108"/>
                </a:lnTo>
                <a:close/>
                <a:moveTo>
                  <a:pt x="16266" y="35289"/>
                </a:moveTo>
                <a:lnTo>
                  <a:pt x="17741" y="36908"/>
                </a:lnTo>
                <a:lnTo>
                  <a:pt x="15529" y="36099"/>
                </a:lnTo>
                <a:close/>
                <a:moveTo>
                  <a:pt x="28753" y="78037"/>
                </a:moveTo>
                <a:lnTo>
                  <a:pt x="30874" y="79078"/>
                </a:lnTo>
                <a:lnTo>
                  <a:pt x="27693" y="78557"/>
                </a:lnTo>
                <a:close/>
                <a:moveTo>
                  <a:pt x="27605" y="124050"/>
                </a:moveTo>
                <a:lnTo>
                  <a:pt x="29210" y="124974"/>
                </a:lnTo>
                <a:lnTo>
                  <a:pt x="26803" y="124512"/>
                </a:lnTo>
                <a:close/>
                <a:moveTo>
                  <a:pt x="58056" y="34846"/>
                </a:moveTo>
                <a:lnTo>
                  <a:pt x="58591" y="35497"/>
                </a:lnTo>
                <a:lnTo>
                  <a:pt x="57788" y="35172"/>
                </a:lnTo>
                <a:close/>
                <a:moveTo>
                  <a:pt x="24283" y="121769"/>
                </a:moveTo>
                <a:lnTo>
                  <a:pt x="25103" y="122179"/>
                </a:lnTo>
                <a:lnTo>
                  <a:pt x="23873" y="121974"/>
                </a:lnTo>
                <a:close/>
                <a:moveTo>
                  <a:pt x="8637" y="113857"/>
                </a:moveTo>
                <a:lnTo>
                  <a:pt x="9915" y="115583"/>
                </a:lnTo>
                <a:lnTo>
                  <a:pt x="7997" y="114720"/>
                </a:lnTo>
                <a:close/>
                <a:moveTo>
                  <a:pt x="24415" y="19913"/>
                </a:moveTo>
                <a:lnTo>
                  <a:pt x="25101" y="21341"/>
                </a:lnTo>
                <a:lnTo>
                  <a:pt x="24071" y="20627"/>
                </a:lnTo>
                <a:close/>
                <a:moveTo>
                  <a:pt x="36290" y="120018"/>
                </a:moveTo>
                <a:lnTo>
                  <a:pt x="38395" y="121049"/>
                </a:lnTo>
                <a:lnTo>
                  <a:pt x="35238" y="120533"/>
                </a:lnTo>
                <a:close/>
                <a:moveTo>
                  <a:pt x="7386" y="120960"/>
                </a:moveTo>
                <a:lnTo>
                  <a:pt x="9368" y="122122"/>
                </a:lnTo>
                <a:lnTo>
                  <a:pt x="6394" y="121541"/>
                </a:lnTo>
                <a:close/>
                <a:moveTo>
                  <a:pt x="38244" y="111267"/>
                </a:moveTo>
                <a:lnTo>
                  <a:pt x="39256" y="111598"/>
                </a:lnTo>
                <a:lnTo>
                  <a:pt x="37738" y="111433"/>
                </a:lnTo>
                <a:close/>
                <a:moveTo>
                  <a:pt x="67990" y="66297"/>
                </a:moveTo>
                <a:lnTo>
                  <a:pt x="68967" y="67921"/>
                </a:lnTo>
                <a:lnTo>
                  <a:pt x="67501" y="67109"/>
                </a:lnTo>
                <a:close/>
              </a:path>
            </a:pathLst>
          </a:custGeom>
          <a:solidFill>
            <a:srgbClr val="777777">
              <a:alpha val="20000"/>
            </a:srgbClr>
          </a:solidFill>
          <a:ln w="0" cap="rnd" cmpd="sng" algn="ctr">
            <a:solidFill>
              <a:srgbClr val="FFFFFF">
                <a:alpha val="0"/>
              </a:srgbClr>
            </a:solidFill>
            <a:round/>
            <a:headEnd type="none"/>
            <a:tailEnd type="none"/>
          </a:ln>
        </p:spPr>
      </p:sp>
      <p:sp>
        <p:nvSpPr>
          <p:cNvPr id="385" name="synapse model / 0384 paper texture"/>
          <p:cNvSpPr/>
          <p:nvPr/>
        </p:nvSpPr>
        <p:spPr>
          <a:xfrm>
            <a:off x="397706" y="5221774"/>
            <a:ext cx="663910" cy="1309682"/>
          </a:xfrm>
          <a:custGeom>
            <a:avLst/>
            <a:gdLst/>
            <a:ahLst/>
            <a:cxnLst/>
            <a:rect l="0" t="0" r="r" b="b"/>
            <a:pathLst>
              <a:path w="72606" h="143229" fill="norm" stroke="1" extrusionOk="0">
                <a:moveTo>
                  <a:pt x="63924" y="62813"/>
                </a:moveTo>
                <a:lnTo>
                  <a:pt x="65647" y="64612"/>
                </a:lnTo>
                <a:lnTo>
                  <a:pt x="63063" y="63713"/>
                </a:lnTo>
                <a:close/>
                <a:moveTo>
                  <a:pt x="36702" y="72473"/>
                </a:moveTo>
                <a:lnTo>
                  <a:pt x="38789" y="72973"/>
                </a:lnTo>
                <a:lnTo>
                  <a:pt x="35658" y="72723"/>
                </a:lnTo>
                <a:close/>
                <a:moveTo>
                  <a:pt x="49690" y="29086"/>
                </a:moveTo>
                <a:lnTo>
                  <a:pt x="50640" y="30559"/>
                </a:lnTo>
                <a:lnTo>
                  <a:pt x="49215" y="29822"/>
                </a:lnTo>
                <a:close/>
                <a:moveTo>
                  <a:pt x="5880" y="130961"/>
                </a:moveTo>
                <a:lnTo>
                  <a:pt x="7559" y="132651"/>
                </a:lnTo>
                <a:lnTo>
                  <a:pt x="5040" y="131806"/>
                </a:lnTo>
                <a:close/>
                <a:moveTo>
                  <a:pt x="59760" y="85024"/>
                </a:moveTo>
                <a:lnTo>
                  <a:pt x="60853" y="85468"/>
                </a:lnTo>
                <a:lnTo>
                  <a:pt x="59213" y="85246"/>
                </a:lnTo>
                <a:close/>
                <a:moveTo>
                  <a:pt x="64374" y="111282"/>
                </a:moveTo>
                <a:lnTo>
                  <a:pt x="65315" y="112016"/>
                </a:lnTo>
                <a:lnTo>
                  <a:pt x="63903" y="111649"/>
                </a:lnTo>
                <a:close/>
                <a:moveTo>
                  <a:pt x="68097" y="47096"/>
                </a:moveTo>
                <a:lnTo>
                  <a:pt x="68765" y="47741"/>
                </a:lnTo>
                <a:lnTo>
                  <a:pt x="67764" y="47418"/>
                </a:lnTo>
                <a:close/>
                <a:moveTo>
                  <a:pt x="50066" y="115885"/>
                </a:moveTo>
                <a:lnTo>
                  <a:pt x="50911" y="117204"/>
                </a:lnTo>
                <a:lnTo>
                  <a:pt x="49643" y="116544"/>
                </a:lnTo>
                <a:close/>
                <a:moveTo>
                  <a:pt x="42424" y="95219"/>
                </a:moveTo>
                <a:lnTo>
                  <a:pt x="43075" y="96690"/>
                </a:lnTo>
                <a:lnTo>
                  <a:pt x="42099" y="95955"/>
                </a:lnTo>
                <a:close/>
                <a:moveTo>
                  <a:pt x="7721" y="15008"/>
                </a:moveTo>
                <a:lnTo>
                  <a:pt x="9185" y="16662"/>
                </a:lnTo>
                <a:lnTo>
                  <a:pt x="6990" y="15835"/>
                </a:lnTo>
                <a:close/>
                <a:moveTo>
                  <a:pt x="48785" y="122126"/>
                </a:moveTo>
                <a:lnTo>
                  <a:pt x="50717" y="123429"/>
                </a:lnTo>
                <a:lnTo>
                  <a:pt x="47818" y="122777"/>
                </a:lnTo>
                <a:close/>
                <a:moveTo>
                  <a:pt x="65175" y="138785"/>
                </a:moveTo>
                <a:lnTo>
                  <a:pt x="67073" y="139306"/>
                </a:lnTo>
                <a:lnTo>
                  <a:pt x="64225" y="139046"/>
                </a:lnTo>
                <a:close/>
                <a:moveTo>
                  <a:pt x="20650" y="64165"/>
                </a:moveTo>
                <a:lnTo>
                  <a:pt x="22011" y="65163"/>
                </a:lnTo>
                <a:lnTo>
                  <a:pt x="19969" y="64664"/>
                </a:lnTo>
                <a:close/>
                <a:moveTo>
                  <a:pt x="62863" y="91754"/>
                </a:moveTo>
                <a:lnTo>
                  <a:pt x="64920" y="93538"/>
                </a:lnTo>
                <a:lnTo>
                  <a:pt x="61835" y="92646"/>
                </a:lnTo>
                <a:close/>
                <a:moveTo>
                  <a:pt x="3520" y="40999"/>
                </a:moveTo>
                <a:lnTo>
                  <a:pt x="5690" y="41453"/>
                </a:lnTo>
                <a:lnTo>
                  <a:pt x="2435" y="41226"/>
                </a:lnTo>
                <a:close/>
                <a:moveTo>
                  <a:pt x="27159" y="24682"/>
                </a:moveTo>
                <a:lnTo>
                  <a:pt x="28740" y="25669"/>
                </a:lnTo>
                <a:lnTo>
                  <a:pt x="26368" y="25176"/>
                </a:lnTo>
                <a:close/>
                <a:moveTo>
                  <a:pt x="61242" y="138151"/>
                </a:moveTo>
                <a:lnTo>
                  <a:pt x="63227" y="138917"/>
                </a:lnTo>
                <a:lnTo>
                  <a:pt x="60249" y="138534"/>
                </a:lnTo>
                <a:close/>
                <a:moveTo>
                  <a:pt x="45250" y="142057"/>
                </a:moveTo>
                <a:lnTo>
                  <a:pt x="46382" y="143013"/>
                </a:lnTo>
                <a:lnTo>
                  <a:pt x="44684" y="142535"/>
                </a:lnTo>
                <a:close/>
                <a:moveTo>
                  <a:pt x="69822" y="81597"/>
                </a:moveTo>
                <a:lnTo>
                  <a:pt x="70193" y="82736"/>
                </a:lnTo>
                <a:lnTo>
                  <a:pt x="69636" y="82167"/>
                </a:lnTo>
                <a:close/>
                <a:moveTo>
                  <a:pt x="9643" y="5229"/>
                </a:moveTo>
                <a:lnTo>
                  <a:pt x="11617" y="6662"/>
                </a:lnTo>
                <a:lnTo>
                  <a:pt x="8656" y="5946"/>
                </a:lnTo>
                <a:close/>
                <a:moveTo>
                  <a:pt x="28660" y="133677"/>
                </a:moveTo>
                <a:lnTo>
                  <a:pt x="29416" y="134051"/>
                </a:lnTo>
                <a:lnTo>
                  <a:pt x="28282" y="133864"/>
                </a:lnTo>
                <a:close/>
                <a:moveTo>
                  <a:pt x="4510" y="69773"/>
                </a:moveTo>
                <a:lnTo>
                  <a:pt x="5336" y="71068"/>
                </a:lnTo>
                <a:lnTo>
                  <a:pt x="4097" y="70421"/>
                </a:lnTo>
                <a:close/>
                <a:moveTo>
                  <a:pt x="68380" y="68046"/>
                </a:moveTo>
                <a:lnTo>
                  <a:pt x="70272" y="68518"/>
                </a:lnTo>
                <a:lnTo>
                  <a:pt x="67434" y="68282"/>
                </a:lnTo>
                <a:close/>
                <a:moveTo>
                  <a:pt x="51078" y="29880"/>
                </a:moveTo>
                <a:lnTo>
                  <a:pt x="53013" y="30995"/>
                </a:lnTo>
                <a:lnTo>
                  <a:pt x="50111" y="30437"/>
                </a:lnTo>
                <a:close/>
                <a:moveTo>
                  <a:pt x="25715" y="55762"/>
                </a:moveTo>
                <a:lnTo>
                  <a:pt x="26490" y="57148"/>
                </a:lnTo>
                <a:lnTo>
                  <a:pt x="25327" y="56455"/>
                </a:lnTo>
                <a:close/>
                <a:moveTo>
                  <a:pt x="34519" y="20164"/>
                </a:moveTo>
                <a:lnTo>
                  <a:pt x="35385" y="21034"/>
                </a:lnTo>
                <a:lnTo>
                  <a:pt x="34086" y="20599"/>
                </a:lnTo>
                <a:close/>
                <a:moveTo>
                  <a:pt x="20064" y="22930"/>
                </a:moveTo>
                <a:lnTo>
                  <a:pt x="21432" y="24301"/>
                </a:lnTo>
                <a:lnTo>
                  <a:pt x="19380" y="23616"/>
                </a:lnTo>
                <a:close/>
                <a:moveTo>
                  <a:pt x="777" y="98303"/>
                </a:moveTo>
                <a:lnTo>
                  <a:pt x="1494" y="99352"/>
                </a:lnTo>
                <a:lnTo>
                  <a:pt x="419" y="98828"/>
                </a:lnTo>
                <a:close/>
                <a:moveTo>
                  <a:pt x="57138" y="41870"/>
                </a:moveTo>
                <a:lnTo>
                  <a:pt x="59043" y="42304"/>
                </a:lnTo>
                <a:lnTo>
                  <a:pt x="56186" y="42087"/>
                </a:lnTo>
                <a:close/>
                <a:moveTo>
                  <a:pt x="21953" y="206"/>
                </a:moveTo>
                <a:lnTo>
                  <a:pt x="22590" y="1546"/>
                </a:lnTo>
                <a:lnTo>
                  <a:pt x="21634" y="876"/>
                </a:lnTo>
                <a:close/>
                <a:moveTo>
                  <a:pt x="65297" y="110121"/>
                </a:moveTo>
                <a:lnTo>
                  <a:pt x="66051" y="111328"/>
                </a:lnTo>
                <a:lnTo>
                  <a:pt x="64920" y="110724"/>
                </a:lnTo>
                <a:close/>
                <a:moveTo>
                  <a:pt x="44834" y="39221"/>
                </a:moveTo>
                <a:lnTo>
                  <a:pt x="45304" y="40814"/>
                </a:lnTo>
                <a:lnTo>
                  <a:pt x="44599" y="40017"/>
                </a:lnTo>
                <a:close/>
                <a:moveTo>
                  <a:pt x="65645" y="48586"/>
                </a:moveTo>
                <a:lnTo>
                  <a:pt x="66190" y="50081"/>
                </a:lnTo>
                <a:lnTo>
                  <a:pt x="65373" y="49334"/>
                </a:lnTo>
                <a:close/>
                <a:moveTo>
                  <a:pt x="14003" y="7069"/>
                </a:moveTo>
                <a:lnTo>
                  <a:pt x="16186" y="7670"/>
                </a:lnTo>
                <a:lnTo>
                  <a:pt x="12912" y="7369"/>
                </a:lnTo>
                <a:close/>
                <a:moveTo>
                  <a:pt x="17228" y="93864"/>
                </a:moveTo>
                <a:lnTo>
                  <a:pt x="18911" y="95135"/>
                </a:lnTo>
                <a:lnTo>
                  <a:pt x="16386" y="94499"/>
                </a:lnTo>
                <a:close/>
                <a:moveTo>
                  <a:pt x="12160" y="128409"/>
                </a:moveTo>
                <a:lnTo>
                  <a:pt x="13189" y="129017"/>
                </a:lnTo>
                <a:lnTo>
                  <a:pt x="11646" y="128713"/>
                </a:lnTo>
                <a:close/>
                <a:moveTo>
                  <a:pt x="55752" y="32554"/>
                </a:moveTo>
                <a:lnTo>
                  <a:pt x="56886" y="33248"/>
                </a:lnTo>
                <a:lnTo>
                  <a:pt x="55185" y="32901"/>
                </a:lnTo>
                <a:close/>
                <a:moveTo>
                  <a:pt x="33731" y="108447"/>
                </a:moveTo>
                <a:lnTo>
                  <a:pt x="34313" y="110246"/>
                </a:lnTo>
                <a:lnTo>
                  <a:pt x="33440" y="109347"/>
                </a:lnTo>
                <a:close/>
                <a:moveTo>
                  <a:pt x="35715" y="121408"/>
                </a:moveTo>
                <a:lnTo>
                  <a:pt x="36901" y="122269"/>
                </a:lnTo>
                <a:lnTo>
                  <a:pt x="35122" y="121839"/>
                </a:lnTo>
                <a:close/>
                <a:moveTo>
                  <a:pt x="40057" y="10071"/>
                </a:moveTo>
                <a:lnTo>
                  <a:pt x="40776" y="10551"/>
                </a:lnTo>
                <a:lnTo>
                  <a:pt x="39698" y="10311"/>
                </a:lnTo>
                <a:close/>
                <a:moveTo>
                  <a:pt x="12903" y="37934"/>
                </a:moveTo>
                <a:lnTo>
                  <a:pt x="13570" y="39613"/>
                </a:lnTo>
                <a:lnTo>
                  <a:pt x="12570" y="38774"/>
                </a:lnTo>
                <a:close/>
                <a:moveTo>
                  <a:pt x="3769" y="36670"/>
                </a:moveTo>
                <a:lnTo>
                  <a:pt x="4240" y="37856"/>
                </a:lnTo>
                <a:lnTo>
                  <a:pt x="3533" y="37263"/>
                </a:lnTo>
                <a:close/>
                <a:moveTo>
                  <a:pt x="62451" y="78700"/>
                </a:moveTo>
                <a:lnTo>
                  <a:pt x="63521" y="80174"/>
                </a:lnTo>
                <a:lnTo>
                  <a:pt x="61917" y="79437"/>
                </a:lnTo>
                <a:close/>
                <a:moveTo>
                  <a:pt x="42362" y="102187"/>
                </a:moveTo>
                <a:lnTo>
                  <a:pt x="44053" y="102877"/>
                </a:lnTo>
                <a:lnTo>
                  <a:pt x="41517" y="102532"/>
                </a:lnTo>
                <a:close/>
                <a:moveTo>
                  <a:pt x="5473" y="42903"/>
                </a:moveTo>
                <a:lnTo>
                  <a:pt x="6209" y="44317"/>
                </a:lnTo>
                <a:lnTo>
                  <a:pt x="5105" y="43610"/>
                </a:lnTo>
                <a:close/>
                <a:moveTo>
                  <a:pt x="59595" y="9156"/>
                </a:moveTo>
                <a:lnTo>
                  <a:pt x="61014" y="10264"/>
                </a:lnTo>
                <a:lnTo>
                  <a:pt x="58885" y="9710"/>
                </a:lnTo>
                <a:close/>
                <a:moveTo>
                  <a:pt x="31730" y="34152"/>
                </a:moveTo>
                <a:lnTo>
                  <a:pt x="33919" y="35651"/>
                </a:lnTo>
                <a:lnTo>
                  <a:pt x="30635" y="34901"/>
                </a:lnTo>
                <a:close/>
                <a:moveTo>
                  <a:pt x="54352" y="117903"/>
                </a:moveTo>
                <a:lnTo>
                  <a:pt x="56413" y="119537"/>
                </a:lnTo>
                <a:lnTo>
                  <a:pt x="53322" y="118720"/>
                </a:lnTo>
                <a:close/>
                <a:moveTo>
                  <a:pt x="55262" y="95542"/>
                </a:moveTo>
                <a:lnTo>
                  <a:pt x="55666" y="96325"/>
                </a:lnTo>
                <a:lnTo>
                  <a:pt x="55060" y="95934"/>
                </a:lnTo>
                <a:close/>
                <a:moveTo>
                  <a:pt x="23816" y="111154"/>
                </a:moveTo>
                <a:lnTo>
                  <a:pt x="24224" y="112547"/>
                </a:lnTo>
                <a:lnTo>
                  <a:pt x="23612" y="111851"/>
                </a:lnTo>
                <a:close/>
                <a:moveTo>
                  <a:pt x="30007" y="14575"/>
                </a:moveTo>
                <a:lnTo>
                  <a:pt x="31053" y="15283"/>
                </a:lnTo>
                <a:lnTo>
                  <a:pt x="29484" y="14929"/>
                </a:lnTo>
                <a:close/>
                <a:moveTo>
                  <a:pt x="47489" y="36889"/>
                </a:moveTo>
                <a:lnTo>
                  <a:pt x="48291" y="38406"/>
                </a:lnTo>
                <a:lnTo>
                  <a:pt x="47088" y="37648"/>
                </a:lnTo>
                <a:close/>
                <a:moveTo>
                  <a:pt x="28321" y="110298"/>
                </a:moveTo>
                <a:lnTo>
                  <a:pt x="28924" y="111161"/>
                </a:lnTo>
                <a:lnTo>
                  <a:pt x="28020" y="110730"/>
                </a:lnTo>
                <a:close/>
                <a:moveTo>
                  <a:pt x="12782" y="35316"/>
                </a:moveTo>
                <a:lnTo>
                  <a:pt x="14066" y="36921"/>
                </a:lnTo>
                <a:lnTo>
                  <a:pt x="12140" y="36118"/>
                </a:lnTo>
                <a:close/>
                <a:moveTo>
                  <a:pt x="35775" y="124908"/>
                </a:moveTo>
                <a:lnTo>
                  <a:pt x="36749" y="125304"/>
                </a:lnTo>
                <a:lnTo>
                  <a:pt x="35289" y="125106"/>
                </a:lnTo>
                <a:close/>
                <a:moveTo>
                  <a:pt x="59085" y="41505"/>
                </a:moveTo>
                <a:lnTo>
                  <a:pt x="59978" y="42825"/>
                </a:lnTo>
                <a:lnTo>
                  <a:pt x="58639" y="42165"/>
                </a:lnTo>
                <a:close/>
                <a:moveTo>
                  <a:pt x="70324" y="76238"/>
                </a:moveTo>
                <a:lnTo>
                  <a:pt x="71625" y="76887"/>
                </a:lnTo>
                <a:lnTo>
                  <a:pt x="69674" y="76562"/>
                </a:lnTo>
                <a:close/>
                <a:moveTo>
                  <a:pt x="5107" y="50938"/>
                </a:moveTo>
                <a:lnTo>
                  <a:pt x="5849" y="52050"/>
                </a:lnTo>
                <a:lnTo>
                  <a:pt x="4735" y="51494"/>
                </a:lnTo>
                <a:close/>
                <a:moveTo>
                  <a:pt x="9675" y="36632"/>
                </a:moveTo>
                <a:lnTo>
                  <a:pt x="10533" y="36970"/>
                </a:lnTo>
                <a:lnTo>
                  <a:pt x="9245" y="36801"/>
                </a:lnTo>
                <a:close/>
                <a:moveTo>
                  <a:pt x="56306" y="50991"/>
                </a:moveTo>
                <a:lnTo>
                  <a:pt x="57965" y="52386"/>
                </a:lnTo>
                <a:lnTo>
                  <a:pt x="55477" y="51688"/>
                </a:lnTo>
                <a:close/>
                <a:moveTo>
                  <a:pt x="50862" y="74466"/>
                </a:moveTo>
                <a:lnTo>
                  <a:pt x="51575" y="75680"/>
                </a:lnTo>
                <a:lnTo>
                  <a:pt x="50505" y="75073"/>
                </a:lnTo>
                <a:close/>
                <a:moveTo>
                  <a:pt x="24123" y="38101"/>
                </a:moveTo>
                <a:lnTo>
                  <a:pt x="26013" y="39726"/>
                </a:lnTo>
                <a:lnTo>
                  <a:pt x="23178" y="38914"/>
                </a:lnTo>
                <a:close/>
                <a:moveTo>
                  <a:pt x="60022" y="129487"/>
                </a:moveTo>
                <a:lnTo>
                  <a:pt x="61499" y="131041"/>
                </a:lnTo>
                <a:lnTo>
                  <a:pt x="59284" y="130264"/>
                </a:lnTo>
                <a:close/>
                <a:moveTo>
                  <a:pt x="44374" y="128238"/>
                </a:moveTo>
                <a:lnTo>
                  <a:pt x="45086" y="128814"/>
                </a:lnTo>
                <a:lnTo>
                  <a:pt x="44017" y="128526"/>
                </a:lnTo>
                <a:close/>
                <a:moveTo>
                  <a:pt x="7021" y="56336"/>
                </a:moveTo>
                <a:lnTo>
                  <a:pt x="9191" y="57489"/>
                </a:lnTo>
                <a:lnTo>
                  <a:pt x="5936" y="56912"/>
                </a:lnTo>
                <a:close/>
                <a:moveTo>
                  <a:pt x="20434" y="91420"/>
                </a:moveTo>
                <a:lnTo>
                  <a:pt x="21377" y="92625"/>
                </a:lnTo>
                <a:lnTo>
                  <a:pt x="19962" y="92023"/>
                </a:lnTo>
                <a:close/>
                <a:moveTo>
                  <a:pt x="51593" y="102265"/>
                </a:moveTo>
                <a:lnTo>
                  <a:pt x="53029" y="103178"/>
                </a:lnTo>
                <a:lnTo>
                  <a:pt x="50875" y="102721"/>
                </a:lnTo>
                <a:close/>
                <a:moveTo>
                  <a:pt x="12984" y="12627"/>
                </a:moveTo>
                <a:lnTo>
                  <a:pt x="13520" y="13461"/>
                </a:lnTo>
                <a:lnTo>
                  <a:pt x="12716" y="13044"/>
                </a:lnTo>
                <a:close/>
                <a:moveTo>
                  <a:pt x="59710" y="123984"/>
                </a:moveTo>
                <a:lnTo>
                  <a:pt x="60421" y="125377"/>
                </a:lnTo>
                <a:lnTo>
                  <a:pt x="59354" y="124680"/>
                </a:lnTo>
                <a:close/>
                <a:moveTo>
                  <a:pt x="26341" y="53470"/>
                </a:moveTo>
                <a:lnTo>
                  <a:pt x="28357" y="54649"/>
                </a:lnTo>
                <a:lnTo>
                  <a:pt x="25333" y="54060"/>
                </a:lnTo>
                <a:close/>
                <a:moveTo>
                  <a:pt x="39348" y="131107"/>
                </a:moveTo>
                <a:lnTo>
                  <a:pt x="40232" y="131852"/>
                </a:lnTo>
                <a:lnTo>
                  <a:pt x="38905" y="131479"/>
                </a:lnTo>
                <a:close/>
                <a:moveTo>
                  <a:pt x="8427" y="41554"/>
                </a:moveTo>
                <a:lnTo>
                  <a:pt x="10093" y="41950"/>
                </a:lnTo>
                <a:lnTo>
                  <a:pt x="7593" y="41752"/>
                </a:lnTo>
                <a:close/>
                <a:moveTo>
                  <a:pt x="35668" y="22361"/>
                </a:moveTo>
                <a:lnTo>
                  <a:pt x="36959" y="22738"/>
                </a:lnTo>
                <a:lnTo>
                  <a:pt x="35023" y="22549"/>
                </a:lnTo>
                <a:close/>
                <a:moveTo>
                  <a:pt x="46534" y="67743"/>
                </a:moveTo>
                <a:lnTo>
                  <a:pt x="48482" y="68401"/>
                </a:lnTo>
                <a:lnTo>
                  <a:pt x="45560" y="68072"/>
                </a:lnTo>
                <a:close/>
                <a:moveTo>
                  <a:pt x="10847" y="82725"/>
                </a:moveTo>
                <a:lnTo>
                  <a:pt x="11779" y="84449"/>
                </a:lnTo>
                <a:lnTo>
                  <a:pt x="10381" y="83587"/>
                </a:lnTo>
                <a:close/>
                <a:moveTo>
                  <a:pt x="45738" y="122746"/>
                </a:moveTo>
                <a:lnTo>
                  <a:pt x="47205" y="124090"/>
                </a:lnTo>
                <a:lnTo>
                  <a:pt x="45004" y="123418"/>
                </a:lnTo>
                <a:close/>
                <a:moveTo>
                  <a:pt x="18078" y="74019"/>
                </a:moveTo>
                <a:lnTo>
                  <a:pt x="18819" y="75315"/>
                </a:lnTo>
                <a:lnTo>
                  <a:pt x="17707" y="74667"/>
                </a:lnTo>
                <a:close/>
                <a:moveTo>
                  <a:pt x="31828" y="131611"/>
                </a:moveTo>
                <a:lnTo>
                  <a:pt x="33283" y="133003"/>
                </a:lnTo>
                <a:lnTo>
                  <a:pt x="31101" y="132307"/>
                </a:lnTo>
                <a:close/>
                <a:moveTo>
                  <a:pt x="7937" y="140756"/>
                </a:moveTo>
                <a:lnTo>
                  <a:pt x="9713" y="141436"/>
                </a:lnTo>
                <a:lnTo>
                  <a:pt x="7049" y="141096"/>
                </a:lnTo>
                <a:close/>
                <a:moveTo>
                  <a:pt x="48406" y="98826"/>
                </a:moveTo>
                <a:lnTo>
                  <a:pt x="49386" y="99560"/>
                </a:lnTo>
                <a:lnTo>
                  <a:pt x="47916" y="99193"/>
                </a:lnTo>
                <a:close/>
                <a:moveTo>
                  <a:pt x="6265" y="18337"/>
                </a:moveTo>
                <a:lnTo>
                  <a:pt x="7253" y="19048"/>
                </a:lnTo>
                <a:lnTo>
                  <a:pt x="5771" y="18692"/>
                </a:lnTo>
                <a:close/>
                <a:moveTo>
                  <a:pt x="14683" y="125532"/>
                </a:moveTo>
                <a:lnTo>
                  <a:pt x="15411" y="126415"/>
                </a:lnTo>
                <a:lnTo>
                  <a:pt x="14319" y="125973"/>
                </a:lnTo>
                <a:close/>
                <a:moveTo>
                  <a:pt x="8242" y="58988"/>
                </a:moveTo>
                <a:lnTo>
                  <a:pt x="8714" y="59581"/>
                </a:lnTo>
                <a:lnTo>
                  <a:pt x="8006" y="59284"/>
                </a:lnTo>
                <a:close/>
                <a:moveTo>
                  <a:pt x="60523" y="84246"/>
                </a:moveTo>
                <a:lnTo>
                  <a:pt x="62032" y="85338"/>
                </a:lnTo>
                <a:lnTo>
                  <a:pt x="59769" y="84792"/>
                </a:lnTo>
                <a:close/>
                <a:moveTo>
                  <a:pt x="42546" y="22633"/>
                </a:moveTo>
                <a:lnTo>
                  <a:pt x="42972" y="23775"/>
                </a:lnTo>
                <a:lnTo>
                  <a:pt x="42332" y="23204"/>
                </a:lnTo>
                <a:close/>
                <a:moveTo>
                  <a:pt x="16431" y="2194"/>
                </a:moveTo>
                <a:lnTo>
                  <a:pt x="18364" y="3416"/>
                </a:lnTo>
                <a:lnTo>
                  <a:pt x="15465" y="2805"/>
                </a:lnTo>
                <a:close/>
                <a:moveTo>
                  <a:pt x="53538" y="41491"/>
                </a:moveTo>
                <a:lnTo>
                  <a:pt x="54244" y="42946"/>
                </a:lnTo>
                <a:lnTo>
                  <a:pt x="53186" y="42219"/>
                </a:lnTo>
                <a:close/>
                <a:moveTo>
                  <a:pt x="13523" y="41559"/>
                </a:moveTo>
                <a:lnTo>
                  <a:pt x="15627" y="42856"/>
                </a:lnTo>
                <a:lnTo>
                  <a:pt x="12471" y="42207"/>
                </a:lnTo>
                <a:close/>
                <a:moveTo>
                  <a:pt x="55477" y="117610"/>
                </a:moveTo>
                <a:lnTo>
                  <a:pt x="56027" y="118079"/>
                </a:lnTo>
                <a:lnTo>
                  <a:pt x="55202" y="117845"/>
                </a:lnTo>
                <a:close/>
                <a:moveTo>
                  <a:pt x="18193" y="130235"/>
                </a:moveTo>
                <a:lnTo>
                  <a:pt x="20203" y="130699"/>
                </a:lnTo>
                <a:lnTo>
                  <a:pt x="17187" y="130467"/>
                </a:lnTo>
                <a:close/>
                <a:moveTo>
                  <a:pt x="37568" y="7717"/>
                </a:moveTo>
                <a:lnTo>
                  <a:pt x="38790" y="9247"/>
                </a:lnTo>
                <a:lnTo>
                  <a:pt x="36958" y="8482"/>
                </a:lnTo>
                <a:close/>
                <a:moveTo>
                  <a:pt x="31835" y="37367"/>
                </a:moveTo>
                <a:lnTo>
                  <a:pt x="32533" y="38835"/>
                </a:lnTo>
                <a:lnTo>
                  <a:pt x="31486" y="38101"/>
                </a:lnTo>
                <a:close/>
                <a:moveTo>
                  <a:pt x="36656" y="3936"/>
                </a:moveTo>
                <a:lnTo>
                  <a:pt x="37396" y="4369"/>
                </a:lnTo>
                <a:lnTo>
                  <a:pt x="36285" y="4153"/>
                </a:lnTo>
                <a:close/>
                <a:moveTo>
                  <a:pt x="32200" y="20720"/>
                </a:moveTo>
                <a:lnTo>
                  <a:pt x="33292" y="21237"/>
                </a:lnTo>
                <a:lnTo>
                  <a:pt x="31655" y="20979"/>
                </a:lnTo>
                <a:close/>
                <a:moveTo>
                  <a:pt x="70400" y="105828"/>
                </a:moveTo>
                <a:lnTo>
                  <a:pt x="70827" y="107192"/>
                </a:lnTo>
                <a:lnTo>
                  <a:pt x="70186" y="106510"/>
                </a:lnTo>
                <a:close/>
                <a:moveTo>
                  <a:pt x="7988" y="112415"/>
                </a:moveTo>
                <a:lnTo>
                  <a:pt x="9392" y="113854"/>
                </a:lnTo>
                <a:lnTo>
                  <a:pt x="7286" y="113135"/>
                </a:lnTo>
                <a:close/>
                <a:moveTo>
                  <a:pt x="31940" y="104803"/>
                </a:moveTo>
                <a:lnTo>
                  <a:pt x="32986" y="106096"/>
                </a:lnTo>
                <a:lnTo>
                  <a:pt x="31417" y="105450"/>
                </a:lnTo>
                <a:close/>
                <a:moveTo>
                  <a:pt x="19427" y="19853"/>
                </a:moveTo>
                <a:lnTo>
                  <a:pt x="21050" y="21557"/>
                </a:lnTo>
                <a:lnTo>
                  <a:pt x="18616" y="20705"/>
                </a:lnTo>
                <a:close/>
                <a:moveTo>
                  <a:pt x="43485" y="32313"/>
                </a:moveTo>
                <a:lnTo>
                  <a:pt x="44225" y="32932"/>
                </a:lnTo>
                <a:lnTo>
                  <a:pt x="43115" y="32622"/>
                </a:lnTo>
                <a:close/>
                <a:moveTo>
                  <a:pt x="31857" y="54823"/>
                </a:moveTo>
                <a:lnTo>
                  <a:pt x="32783" y="56022"/>
                </a:lnTo>
                <a:lnTo>
                  <a:pt x="31393" y="55423"/>
                </a:lnTo>
                <a:close/>
                <a:moveTo>
                  <a:pt x="31799" y="29301"/>
                </a:moveTo>
                <a:lnTo>
                  <a:pt x="32307" y="30547"/>
                </a:lnTo>
                <a:lnTo>
                  <a:pt x="31545" y="29924"/>
                </a:lnTo>
                <a:close/>
                <a:moveTo>
                  <a:pt x="10860" y="89790"/>
                </a:moveTo>
                <a:lnTo>
                  <a:pt x="11416" y="90678"/>
                </a:lnTo>
                <a:lnTo>
                  <a:pt x="10582" y="90234"/>
                </a:lnTo>
                <a:close/>
                <a:moveTo>
                  <a:pt x="22745" y="122250"/>
                </a:moveTo>
                <a:lnTo>
                  <a:pt x="23380" y="123878"/>
                </a:lnTo>
                <a:lnTo>
                  <a:pt x="22427" y="123064"/>
                </a:lnTo>
                <a:close/>
                <a:moveTo>
                  <a:pt x="22957" y="30352"/>
                </a:moveTo>
                <a:lnTo>
                  <a:pt x="24217" y="31979"/>
                </a:lnTo>
                <a:lnTo>
                  <a:pt x="22327" y="31165"/>
                </a:lnTo>
                <a:close/>
                <a:moveTo>
                  <a:pt x="40643" y="25614"/>
                </a:moveTo>
                <a:lnTo>
                  <a:pt x="42726" y="26211"/>
                </a:lnTo>
                <a:lnTo>
                  <a:pt x="39601" y="25912"/>
                </a:lnTo>
                <a:close/>
                <a:moveTo>
                  <a:pt x="56813" y="107272"/>
                </a:moveTo>
                <a:lnTo>
                  <a:pt x="58918" y="109004"/>
                </a:lnTo>
                <a:lnTo>
                  <a:pt x="55760" y="108138"/>
                </a:lnTo>
                <a:close/>
                <a:moveTo>
                  <a:pt x="45677" y="96211"/>
                </a:moveTo>
                <a:lnTo>
                  <a:pt x="47546" y="97843"/>
                </a:lnTo>
                <a:lnTo>
                  <a:pt x="44743" y="97027"/>
                </a:lnTo>
                <a:close/>
                <a:moveTo>
                  <a:pt x="23023" y="116541"/>
                </a:moveTo>
                <a:lnTo>
                  <a:pt x="24428" y="117766"/>
                </a:lnTo>
                <a:lnTo>
                  <a:pt x="22321" y="117154"/>
                </a:lnTo>
                <a:close/>
                <a:moveTo>
                  <a:pt x="26387" y="86265"/>
                </a:moveTo>
                <a:lnTo>
                  <a:pt x="27541" y="86917"/>
                </a:lnTo>
                <a:lnTo>
                  <a:pt x="25810" y="86591"/>
                </a:lnTo>
                <a:close/>
                <a:moveTo>
                  <a:pt x="43357" y="33549"/>
                </a:moveTo>
                <a:lnTo>
                  <a:pt x="44538" y="35125"/>
                </a:lnTo>
                <a:lnTo>
                  <a:pt x="42767" y="34337"/>
                </a:lnTo>
                <a:close/>
                <a:moveTo>
                  <a:pt x="50144" y="13146"/>
                </a:moveTo>
                <a:lnTo>
                  <a:pt x="52266" y="13584"/>
                </a:lnTo>
                <a:lnTo>
                  <a:pt x="49083" y="13365"/>
                </a:lnTo>
                <a:close/>
                <a:moveTo>
                  <a:pt x="16281" y="4679"/>
                </a:moveTo>
                <a:lnTo>
                  <a:pt x="18216" y="5434"/>
                </a:lnTo>
                <a:lnTo>
                  <a:pt x="15313" y="5056"/>
                </a:lnTo>
                <a:close/>
                <a:moveTo>
                  <a:pt x="5863" y="48175"/>
                </a:moveTo>
                <a:lnTo>
                  <a:pt x="7395" y="48956"/>
                </a:lnTo>
                <a:lnTo>
                  <a:pt x="5097" y="48566"/>
                </a:lnTo>
                <a:close/>
                <a:moveTo>
                  <a:pt x="2079" y="51112"/>
                </a:moveTo>
                <a:lnTo>
                  <a:pt x="3609" y="52567"/>
                </a:lnTo>
                <a:lnTo>
                  <a:pt x="1314" y="51839"/>
                </a:lnTo>
                <a:close/>
                <a:moveTo>
                  <a:pt x="65381" y="133617"/>
                </a:moveTo>
                <a:lnTo>
                  <a:pt x="66724" y="134285"/>
                </a:lnTo>
                <a:lnTo>
                  <a:pt x="64709" y="133951"/>
                </a:lnTo>
                <a:close/>
                <a:moveTo>
                  <a:pt x="23981" y="126895"/>
                </a:moveTo>
                <a:lnTo>
                  <a:pt x="25499" y="128044"/>
                </a:lnTo>
                <a:lnTo>
                  <a:pt x="23222" y="127470"/>
                </a:lnTo>
                <a:close/>
                <a:moveTo>
                  <a:pt x="55944" y="55155"/>
                </a:moveTo>
                <a:lnTo>
                  <a:pt x="57032" y="56319"/>
                </a:lnTo>
                <a:lnTo>
                  <a:pt x="55400" y="55737"/>
                </a:lnTo>
                <a:close/>
                <a:moveTo>
                  <a:pt x="11499" y="114877"/>
                </a:moveTo>
                <a:lnTo>
                  <a:pt x="13262" y="115617"/>
                </a:lnTo>
                <a:lnTo>
                  <a:pt x="10618" y="115247"/>
                </a:lnTo>
                <a:close/>
                <a:moveTo>
                  <a:pt x="47364" y="50185"/>
                </a:moveTo>
                <a:lnTo>
                  <a:pt x="48017" y="50522"/>
                </a:lnTo>
                <a:lnTo>
                  <a:pt x="47037" y="50353"/>
                </a:lnTo>
                <a:close/>
                <a:moveTo>
                  <a:pt x="23033" y="48713"/>
                </a:moveTo>
                <a:lnTo>
                  <a:pt x="24917" y="49876"/>
                </a:lnTo>
                <a:lnTo>
                  <a:pt x="22091" y="49294"/>
                </a:lnTo>
                <a:close/>
                <a:moveTo>
                  <a:pt x="65838" y="104641"/>
                </a:moveTo>
                <a:lnTo>
                  <a:pt x="66709" y="105587"/>
                </a:lnTo>
                <a:lnTo>
                  <a:pt x="65402" y="105114"/>
                </a:lnTo>
                <a:close/>
                <a:moveTo>
                  <a:pt x="61616" y="33935"/>
                </a:moveTo>
                <a:lnTo>
                  <a:pt x="62280" y="34530"/>
                </a:lnTo>
                <a:lnTo>
                  <a:pt x="61284" y="34233"/>
                </a:lnTo>
                <a:close/>
                <a:moveTo>
                  <a:pt x="49318" y="139361"/>
                </a:moveTo>
                <a:lnTo>
                  <a:pt x="51291" y="140961"/>
                </a:lnTo>
                <a:lnTo>
                  <a:pt x="48332" y="140161"/>
                </a:lnTo>
                <a:close/>
                <a:moveTo>
                  <a:pt x="19261" y="133326"/>
                </a:moveTo>
                <a:lnTo>
                  <a:pt x="20257" y="134128"/>
                </a:lnTo>
                <a:lnTo>
                  <a:pt x="18763" y="133727"/>
                </a:lnTo>
                <a:close/>
                <a:moveTo>
                  <a:pt x="23361" y="130507"/>
                </a:moveTo>
                <a:lnTo>
                  <a:pt x="24317" y="132015"/>
                </a:lnTo>
                <a:lnTo>
                  <a:pt x="22883" y="131261"/>
                </a:lnTo>
                <a:close/>
                <a:moveTo>
                  <a:pt x="17635" y="106439"/>
                </a:moveTo>
                <a:lnTo>
                  <a:pt x="19703" y="107448"/>
                </a:lnTo>
                <a:lnTo>
                  <a:pt x="16602" y="106944"/>
                </a:lnTo>
                <a:close/>
                <a:moveTo>
                  <a:pt x="48648" y="118209"/>
                </a:moveTo>
                <a:lnTo>
                  <a:pt x="49430" y="119458"/>
                </a:lnTo>
                <a:lnTo>
                  <a:pt x="48257" y="118833"/>
                </a:lnTo>
                <a:close/>
                <a:moveTo>
                  <a:pt x="21590" y="9781"/>
                </a:moveTo>
                <a:lnTo>
                  <a:pt x="22086" y="10901"/>
                </a:lnTo>
                <a:lnTo>
                  <a:pt x="21342" y="10341"/>
                </a:lnTo>
                <a:close/>
                <a:moveTo>
                  <a:pt x="8293" y="60812"/>
                </a:moveTo>
                <a:lnTo>
                  <a:pt x="9837" y="61679"/>
                </a:lnTo>
                <a:lnTo>
                  <a:pt x="7521" y="61245"/>
                </a:lnTo>
                <a:close/>
                <a:moveTo>
                  <a:pt x="53758" y="29172"/>
                </a:moveTo>
                <a:lnTo>
                  <a:pt x="55530" y="30511"/>
                </a:lnTo>
                <a:lnTo>
                  <a:pt x="52871" y="29841"/>
                </a:lnTo>
                <a:close/>
                <a:moveTo>
                  <a:pt x="14928" y="64114"/>
                </a:moveTo>
                <a:lnTo>
                  <a:pt x="15293" y="65386"/>
                </a:lnTo>
                <a:lnTo>
                  <a:pt x="14746" y="64750"/>
                </a:lnTo>
                <a:close/>
                <a:moveTo>
                  <a:pt x="14626" y="136828"/>
                </a:moveTo>
                <a:lnTo>
                  <a:pt x="15065" y="138044"/>
                </a:lnTo>
                <a:lnTo>
                  <a:pt x="14406" y="137436"/>
                </a:lnTo>
                <a:close/>
                <a:moveTo>
                  <a:pt x="29178" y="58352"/>
                </a:moveTo>
                <a:lnTo>
                  <a:pt x="31037" y="59295"/>
                </a:lnTo>
                <a:lnTo>
                  <a:pt x="28249" y="58823"/>
                </a:lnTo>
                <a:close/>
                <a:moveTo>
                  <a:pt x="49088" y="122486"/>
                </a:moveTo>
                <a:lnTo>
                  <a:pt x="51031" y="123910"/>
                </a:lnTo>
                <a:lnTo>
                  <a:pt x="48117" y="123198"/>
                </a:lnTo>
                <a:close/>
                <a:moveTo>
                  <a:pt x="69233" y="131018"/>
                </a:moveTo>
                <a:lnTo>
                  <a:pt x="70416" y="131512"/>
                </a:lnTo>
                <a:lnTo>
                  <a:pt x="68642" y="131265"/>
                </a:lnTo>
                <a:close/>
                <a:moveTo>
                  <a:pt x="8964" y="21100"/>
                </a:moveTo>
                <a:lnTo>
                  <a:pt x="10547" y="22191"/>
                </a:lnTo>
                <a:lnTo>
                  <a:pt x="8173" y="21645"/>
                </a:lnTo>
                <a:close/>
                <a:moveTo>
                  <a:pt x="34749" y="22662"/>
                </a:moveTo>
                <a:lnTo>
                  <a:pt x="35839" y="23372"/>
                </a:lnTo>
                <a:lnTo>
                  <a:pt x="34205" y="23017"/>
                </a:lnTo>
                <a:close/>
                <a:moveTo>
                  <a:pt x="4582" y="69388"/>
                </a:moveTo>
                <a:lnTo>
                  <a:pt x="5309" y="70190"/>
                </a:lnTo>
                <a:lnTo>
                  <a:pt x="4219" y="69789"/>
                </a:lnTo>
                <a:close/>
                <a:moveTo>
                  <a:pt x="30909" y="57823"/>
                </a:moveTo>
                <a:lnTo>
                  <a:pt x="31657" y="59244"/>
                </a:lnTo>
                <a:lnTo>
                  <a:pt x="30535" y="58533"/>
                </a:lnTo>
                <a:close/>
                <a:moveTo>
                  <a:pt x="67367" y="87163"/>
                </a:moveTo>
                <a:lnTo>
                  <a:pt x="69425" y="88803"/>
                </a:lnTo>
                <a:lnTo>
                  <a:pt x="66338" y="87983"/>
                </a:lnTo>
                <a:close/>
                <a:moveTo>
                  <a:pt x="2470" y="102024"/>
                </a:moveTo>
                <a:lnTo>
                  <a:pt x="4643" y="102730"/>
                </a:lnTo>
                <a:lnTo>
                  <a:pt x="1383" y="102377"/>
                </a:lnTo>
                <a:close/>
                <a:moveTo>
                  <a:pt x="51588" y="80921"/>
                </a:moveTo>
                <a:lnTo>
                  <a:pt x="53742" y="81985"/>
                </a:lnTo>
                <a:lnTo>
                  <a:pt x="50511" y="81453"/>
                </a:lnTo>
                <a:close/>
                <a:moveTo>
                  <a:pt x="61817" y="65402"/>
                </a:moveTo>
                <a:lnTo>
                  <a:pt x="62270" y="66485"/>
                </a:lnTo>
                <a:lnTo>
                  <a:pt x="61590" y="65943"/>
                </a:lnTo>
                <a:close/>
                <a:moveTo>
                  <a:pt x="27723" y="9218"/>
                </a:moveTo>
                <a:lnTo>
                  <a:pt x="28637" y="9803"/>
                </a:lnTo>
                <a:lnTo>
                  <a:pt x="27265" y="9511"/>
                </a:lnTo>
                <a:close/>
                <a:moveTo>
                  <a:pt x="63637" y="127517"/>
                </a:moveTo>
                <a:lnTo>
                  <a:pt x="64983" y="129177"/>
                </a:lnTo>
                <a:lnTo>
                  <a:pt x="62964" y="128347"/>
                </a:lnTo>
                <a:close/>
                <a:moveTo>
                  <a:pt x="28538" y="93844"/>
                </a:moveTo>
                <a:lnTo>
                  <a:pt x="30150" y="95602"/>
                </a:lnTo>
                <a:lnTo>
                  <a:pt x="27732" y="94723"/>
                </a:lnTo>
                <a:close/>
                <a:moveTo>
                  <a:pt x="49412" y="40103"/>
                </a:moveTo>
                <a:lnTo>
                  <a:pt x="50743" y="41600"/>
                </a:lnTo>
                <a:lnTo>
                  <a:pt x="48746" y="40851"/>
                </a:lnTo>
                <a:close/>
                <a:moveTo>
                  <a:pt x="55474" y="35327"/>
                </a:moveTo>
                <a:lnTo>
                  <a:pt x="57581" y="36425"/>
                </a:lnTo>
                <a:lnTo>
                  <a:pt x="54421" y="35876"/>
                </a:lnTo>
                <a:close/>
                <a:moveTo>
                  <a:pt x="57574" y="135798"/>
                </a:moveTo>
                <a:lnTo>
                  <a:pt x="59461" y="136346"/>
                </a:lnTo>
                <a:lnTo>
                  <a:pt x="56630" y="136072"/>
                </a:lnTo>
                <a:close/>
                <a:moveTo>
                  <a:pt x="32060" y="14902"/>
                </a:moveTo>
                <a:lnTo>
                  <a:pt x="32811" y="15358"/>
                </a:lnTo>
                <a:lnTo>
                  <a:pt x="31685" y="15130"/>
                </a:lnTo>
                <a:close/>
                <a:moveTo>
                  <a:pt x="17670" y="14022"/>
                </a:moveTo>
                <a:lnTo>
                  <a:pt x="19356" y="15765"/>
                </a:lnTo>
                <a:lnTo>
                  <a:pt x="16827" y="14893"/>
                </a:lnTo>
                <a:close/>
                <a:moveTo>
                  <a:pt x="50875" y="121462"/>
                </a:moveTo>
                <a:lnTo>
                  <a:pt x="52396" y="122502"/>
                </a:lnTo>
                <a:lnTo>
                  <a:pt x="50115" y="121982"/>
                </a:lnTo>
                <a:close/>
                <a:moveTo>
                  <a:pt x="31581" y="4512"/>
                </a:moveTo>
                <a:lnTo>
                  <a:pt x="33322" y="5015"/>
                </a:lnTo>
                <a:lnTo>
                  <a:pt x="30710" y="4763"/>
                </a:lnTo>
                <a:close/>
                <a:moveTo>
                  <a:pt x="62785" y="37415"/>
                </a:moveTo>
                <a:lnTo>
                  <a:pt x="64001" y="38653"/>
                </a:lnTo>
                <a:lnTo>
                  <a:pt x="62177" y="38034"/>
                </a:lnTo>
                <a:close/>
                <a:moveTo>
                  <a:pt x="31927" y="62424"/>
                </a:moveTo>
                <a:lnTo>
                  <a:pt x="34122" y="63936"/>
                </a:lnTo>
                <a:lnTo>
                  <a:pt x="30830" y="63180"/>
                </a:lnTo>
                <a:close/>
                <a:moveTo>
                  <a:pt x="11757" y="94699"/>
                </a:moveTo>
                <a:lnTo>
                  <a:pt x="13474" y="95438"/>
                </a:lnTo>
                <a:lnTo>
                  <a:pt x="10898" y="95069"/>
                </a:lnTo>
                <a:close/>
                <a:moveTo>
                  <a:pt x="8371" y="77399"/>
                </a:moveTo>
                <a:lnTo>
                  <a:pt x="9435" y="78347"/>
                </a:lnTo>
                <a:lnTo>
                  <a:pt x="7839" y="77873"/>
                </a:lnTo>
                <a:close/>
                <a:moveTo>
                  <a:pt x="46531" y="12681"/>
                </a:moveTo>
                <a:lnTo>
                  <a:pt x="47960" y="14247"/>
                </a:lnTo>
                <a:lnTo>
                  <a:pt x="45816" y="13464"/>
                </a:lnTo>
                <a:close/>
                <a:moveTo>
                  <a:pt x="56449" y="101908"/>
                </a:moveTo>
                <a:lnTo>
                  <a:pt x="57122" y="102679"/>
                </a:lnTo>
                <a:lnTo>
                  <a:pt x="56113" y="102294"/>
                </a:lnTo>
                <a:close/>
                <a:moveTo>
                  <a:pt x="23473" y="140697"/>
                </a:moveTo>
                <a:lnTo>
                  <a:pt x="25401" y="141834"/>
                </a:lnTo>
                <a:lnTo>
                  <a:pt x="22509" y="141265"/>
                </a:lnTo>
                <a:close/>
                <a:moveTo>
                  <a:pt x="16579" y="100217"/>
                </a:moveTo>
                <a:lnTo>
                  <a:pt x="18643" y="101964"/>
                </a:lnTo>
                <a:lnTo>
                  <a:pt x="15547" y="101090"/>
                </a:lnTo>
                <a:close/>
                <a:moveTo>
                  <a:pt x="63912" y="35356"/>
                </a:moveTo>
                <a:lnTo>
                  <a:pt x="66079" y="36711"/>
                </a:lnTo>
                <a:lnTo>
                  <a:pt x="62829" y="36033"/>
                </a:lnTo>
                <a:close/>
                <a:moveTo>
                  <a:pt x="56518" y="21171"/>
                </a:moveTo>
                <a:lnTo>
                  <a:pt x="58595" y="22821"/>
                </a:lnTo>
                <a:lnTo>
                  <a:pt x="55479" y="21996"/>
                </a:lnTo>
                <a:close/>
                <a:moveTo>
                  <a:pt x="48107" y="97275"/>
                </a:moveTo>
                <a:lnTo>
                  <a:pt x="49504" y="98088"/>
                </a:lnTo>
                <a:lnTo>
                  <a:pt x="47408" y="97682"/>
                </a:lnTo>
                <a:close/>
                <a:moveTo>
                  <a:pt x="57345" y="103533"/>
                </a:moveTo>
                <a:lnTo>
                  <a:pt x="58993" y="104714"/>
                </a:lnTo>
                <a:lnTo>
                  <a:pt x="56521" y="104123"/>
                </a:lnTo>
                <a:close/>
                <a:moveTo>
                  <a:pt x="57399" y="63446"/>
                </a:moveTo>
                <a:lnTo>
                  <a:pt x="59176" y="64806"/>
                </a:lnTo>
                <a:lnTo>
                  <a:pt x="56511" y="64126"/>
                </a:lnTo>
                <a:close/>
                <a:moveTo>
                  <a:pt x="64632" y="59579"/>
                </a:moveTo>
                <a:lnTo>
                  <a:pt x="66743" y="60206"/>
                </a:lnTo>
                <a:lnTo>
                  <a:pt x="63577" y="59893"/>
                </a:lnTo>
                <a:close/>
                <a:moveTo>
                  <a:pt x="36767" y="72144"/>
                </a:moveTo>
                <a:lnTo>
                  <a:pt x="38872" y="73441"/>
                </a:lnTo>
                <a:lnTo>
                  <a:pt x="35714" y="72793"/>
                </a:lnTo>
                <a:close/>
                <a:moveTo>
                  <a:pt x="23024" y="23827"/>
                </a:moveTo>
                <a:lnTo>
                  <a:pt x="24276" y="24692"/>
                </a:lnTo>
                <a:lnTo>
                  <a:pt x="22398" y="24260"/>
                </a:lnTo>
                <a:close/>
                <a:moveTo>
                  <a:pt x="23862" y="54602"/>
                </a:moveTo>
                <a:lnTo>
                  <a:pt x="25362" y="55925"/>
                </a:lnTo>
                <a:lnTo>
                  <a:pt x="23112" y="55264"/>
                </a:lnTo>
                <a:close/>
                <a:moveTo>
                  <a:pt x="7884" y="15595"/>
                </a:moveTo>
                <a:lnTo>
                  <a:pt x="9598" y="16576"/>
                </a:lnTo>
                <a:lnTo>
                  <a:pt x="7027" y="16086"/>
                </a:lnTo>
                <a:close/>
                <a:moveTo>
                  <a:pt x="57696" y="24557"/>
                </a:moveTo>
                <a:lnTo>
                  <a:pt x="59651" y="25944"/>
                </a:lnTo>
                <a:lnTo>
                  <a:pt x="56718" y="25250"/>
                </a:lnTo>
                <a:close/>
                <a:moveTo>
                  <a:pt x="44235" y="133237"/>
                </a:moveTo>
                <a:lnTo>
                  <a:pt x="44895" y="134415"/>
                </a:lnTo>
                <a:lnTo>
                  <a:pt x="43905" y="133826"/>
                </a:lnTo>
                <a:close/>
                <a:moveTo>
                  <a:pt x="69746" y="20311"/>
                </a:moveTo>
                <a:lnTo>
                  <a:pt x="70559" y="21720"/>
                </a:lnTo>
                <a:lnTo>
                  <a:pt x="69340" y="21015"/>
                </a:lnTo>
                <a:close/>
                <a:moveTo>
                  <a:pt x="18335" y="106163"/>
                </a:moveTo>
                <a:lnTo>
                  <a:pt x="18687" y="106628"/>
                </a:lnTo>
                <a:lnTo>
                  <a:pt x="18159" y="106395"/>
                </a:lnTo>
                <a:close/>
                <a:moveTo>
                  <a:pt x="43672" y="42558"/>
                </a:moveTo>
                <a:lnTo>
                  <a:pt x="45407" y="43851"/>
                </a:lnTo>
                <a:lnTo>
                  <a:pt x="42805" y="43204"/>
                </a:lnTo>
                <a:close/>
                <a:moveTo>
                  <a:pt x="39772" y="6059"/>
                </a:moveTo>
                <a:lnTo>
                  <a:pt x="40881" y="6521"/>
                </a:lnTo>
                <a:lnTo>
                  <a:pt x="39218" y="6290"/>
                </a:lnTo>
                <a:close/>
                <a:moveTo>
                  <a:pt x="31024" y="43699"/>
                </a:moveTo>
                <a:lnTo>
                  <a:pt x="31760" y="44414"/>
                </a:lnTo>
                <a:lnTo>
                  <a:pt x="30656" y="44057"/>
                </a:lnTo>
                <a:close/>
                <a:moveTo>
                  <a:pt x="66678" y="35699"/>
                </a:moveTo>
                <a:lnTo>
                  <a:pt x="68565" y="36162"/>
                </a:lnTo>
                <a:lnTo>
                  <a:pt x="65735" y="35931"/>
                </a:lnTo>
                <a:close/>
                <a:moveTo>
                  <a:pt x="45609" y="59065"/>
                </a:moveTo>
                <a:lnTo>
                  <a:pt x="46704" y="59616"/>
                </a:lnTo>
                <a:lnTo>
                  <a:pt x="45061" y="59340"/>
                </a:lnTo>
                <a:close/>
                <a:moveTo>
                  <a:pt x="48769" y="41393"/>
                </a:moveTo>
                <a:lnTo>
                  <a:pt x="49862" y="42190"/>
                </a:lnTo>
                <a:lnTo>
                  <a:pt x="48222" y="41791"/>
                </a:lnTo>
                <a:close/>
                <a:moveTo>
                  <a:pt x="36623" y="30027"/>
                </a:moveTo>
                <a:lnTo>
                  <a:pt x="37299" y="31538"/>
                </a:lnTo>
                <a:lnTo>
                  <a:pt x="36284" y="30783"/>
                </a:lnTo>
                <a:close/>
                <a:moveTo>
                  <a:pt x="44538" y="111520"/>
                </a:moveTo>
                <a:lnTo>
                  <a:pt x="46239" y="112256"/>
                </a:lnTo>
                <a:lnTo>
                  <a:pt x="43687" y="111888"/>
                </a:lnTo>
                <a:close/>
                <a:moveTo>
                  <a:pt x="67032" y="78998"/>
                </a:moveTo>
                <a:lnTo>
                  <a:pt x="67385" y="80222"/>
                </a:lnTo>
                <a:lnTo>
                  <a:pt x="66855" y="79610"/>
                </a:lnTo>
                <a:close/>
                <a:moveTo>
                  <a:pt x="53575" y="6194"/>
                </a:moveTo>
                <a:lnTo>
                  <a:pt x="55189" y="7062"/>
                </a:lnTo>
                <a:lnTo>
                  <a:pt x="52768" y="6628"/>
                </a:lnTo>
                <a:close/>
                <a:moveTo>
                  <a:pt x="13245" y="70489"/>
                </a:moveTo>
                <a:lnTo>
                  <a:pt x="14956" y="72017"/>
                </a:lnTo>
                <a:lnTo>
                  <a:pt x="12389" y="71253"/>
                </a:lnTo>
                <a:close/>
                <a:moveTo>
                  <a:pt x="65696" y="65048"/>
                </a:moveTo>
                <a:lnTo>
                  <a:pt x="66265" y="66419"/>
                </a:lnTo>
                <a:lnTo>
                  <a:pt x="65412" y="65734"/>
                </a:lnTo>
                <a:close/>
                <a:moveTo>
                  <a:pt x="28537" y="89426"/>
                </a:moveTo>
                <a:lnTo>
                  <a:pt x="29924" y="90441"/>
                </a:lnTo>
                <a:lnTo>
                  <a:pt x="27843" y="89933"/>
                </a:lnTo>
                <a:close/>
                <a:moveTo>
                  <a:pt x="44613" y="101027"/>
                </a:moveTo>
                <a:lnTo>
                  <a:pt x="46707" y="102178"/>
                </a:lnTo>
                <a:lnTo>
                  <a:pt x="43565" y="101603"/>
                </a:lnTo>
                <a:close/>
                <a:moveTo>
                  <a:pt x="26805" y="85022"/>
                </a:moveTo>
                <a:lnTo>
                  <a:pt x="28967" y="85830"/>
                </a:lnTo>
                <a:lnTo>
                  <a:pt x="25723" y="85426"/>
                </a:lnTo>
                <a:close/>
                <a:moveTo>
                  <a:pt x="1443" y="9883"/>
                </a:moveTo>
                <a:lnTo>
                  <a:pt x="3314" y="11627"/>
                </a:lnTo>
                <a:lnTo>
                  <a:pt x="507" y="10755"/>
                </a:lnTo>
                <a:close/>
                <a:moveTo>
                  <a:pt x="32376" y="19220"/>
                </a:moveTo>
                <a:lnTo>
                  <a:pt x="33229" y="20255"/>
                </a:lnTo>
                <a:lnTo>
                  <a:pt x="31949" y="19738"/>
                </a:lnTo>
                <a:close/>
                <a:moveTo>
                  <a:pt x="53302" y="86950"/>
                </a:moveTo>
                <a:lnTo>
                  <a:pt x="55201" y="88730"/>
                </a:lnTo>
                <a:lnTo>
                  <a:pt x="52353" y="87840"/>
                </a:lnTo>
                <a:close/>
                <a:moveTo>
                  <a:pt x="22925" y="51040"/>
                </a:moveTo>
                <a:lnTo>
                  <a:pt x="23402" y="52799"/>
                </a:lnTo>
                <a:lnTo>
                  <a:pt x="22686" y="51919"/>
                </a:lnTo>
                <a:close/>
                <a:moveTo>
                  <a:pt x="65377" y="55426"/>
                </a:moveTo>
                <a:lnTo>
                  <a:pt x="67468" y="56919"/>
                </a:lnTo>
                <a:lnTo>
                  <a:pt x="64331" y="56172"/>
                </a:lnTo>
                <a:close/>
                <a:moveTo>
                  <a:pt x="54165" y="106284"/>
                </a:moveTo>
                <a:lnTo>
                  <a:pt x="55795" y="107413"/>
                </a:lnTo>
                <a:lnTo>
                  <a:pt x="53350" y="106849"/>
                </a:lnTo>
                <a:close/>
                <a:moveTo>
                  <a:pt x="18407" y="59297"/>
                </a:moveTo>
                <a:lnTo>
                  <a:pt x="19362" y="60532"/>
                </a:lnTo>
                <a:lnTo>
                  <a:pt x="17930" y="59915"/>
                </a:lnTo>
                <a:close/>
                <a:moveTo>
                  <a:pt x="17888" y="122632"/>
                </a:moveTo>
                <a:lnTo>
                  <a:pt x="18930" y="123096"/>
                </a:lnTo>
                <a:lnTo>
                  <a:pt x="17368" y="122864"/>
                </a:lnTo>
                <a:close/>
                <a:moveTo>
                  <a:pt x="33308" y="140538"/>
                </a:moveTo>
                <a:lnTo>
                  <a:pt x="34833" y="141345"/>
                </a:lnTo>
                <a:lnTo>
                  <a:pt x="32545" y="140941"/>
                </a:lnTo>
                <a:close/>
                <a:moveTo>
                  <a:pt x="5292" y="8167"/>
                </a:moveTo>
                <a:lnTo>
                  <a:pt x="5849" y="9767"/>
                </a:lnTo>
                <a:lnTo>
                  <a:pt x="5013" y="8967"/>
                </a:lnTo>
                <a:close/>
                <a:moveTo>
                  <a:pt x="42140" y="88193"/>
                </a:moveTo>
                <a:lnTo>
                  <a:pt x="42537" y="89112"/>
                </a:lnTo>
                <a:lnTo>
                  <a:pt x="41941" y="88653"/>
                </a:lnTo>
                <a:close/>
                <a:moveTo>
                  <a:pt x="18193" y="112259"/>
                </a:moveTo>
                <a:lnTo>
                  <a:pt x="19276" y="112917"/>
                </a:lnTo>
                <a:lnTo>
                  <a:pt x="17652" y="112588"/>
                </a:lnTo>
                <a:close/>
                <a:moveTo>
                  <a:pt x="69724" y="5443"/>
                </a:moveTo>
                <a:lnTo>
                  <a:pt x="70250" y="6762"/>
                </a:lnTo>
                <a:lnTo>
                  <a:pt x="69461" y="6102"/>
                </a:lnTo>
                <a:close/>
                <a:moveTo>
                  <a:pt x="63023" y="46458"/>
                </a:moveTo>
                <a:lnTo>
                  <a:pt x="63941" y="47015"/>
                </a:lnTo>
                <a:lnTo>
                  <a:pt x="62564" y="46737"/>
                </a:lnTo>
                <a:close/>
                <a:moveTo>
                  <a:pt x="32723" y="92780"/>
                </a:moveTo>
                <a:lnTo>
                  <a:pt x="33879" y="93094"/>
                </a:lnTo>
                <a:lnTo>
                  <a:pt x="32145" y="92937"/>
                </a:lnTo>
                <a:close/>
                <a:moveTo>
                  <a:pt x="22287" y="91333"/>
                </a:moveTo>
                <a:lnTo>
                  <a:pt x="23189" y="92669"/>
                </a:lnTo>
                <a:lnTo>
                  <a:pt x="21836" y="92001"/>
                </a:lnTo>
                <a:close/>
                <a:moveTo>
                  <a:pt x="67831" y="62154"/>
                </a:moveTo>
                <a:lnTo>
                  <a:pt x="70003" y="62489"/>
                </a:lnTo>
                <a:lnTo>
                  <a:pt x="66744" y="62321"/>
                </a:lnTo>
                <a:close/>
                <a:moveTo>
                  <a:pt x="19276" y="9828"/>
                </a:moveTo>
                <a:lnTo>
                  <a:pt x="21116" y="10669"/>
                </a:lnTo>
                <a:lnTo>
                  <a:pt x="18356" y="10249"/>
                </a:lnTo>
                <a:close/>
                <a:moveTo>
                  <a:pt x="20854" y="30600"/>
                </a:moveTo>
                <a:lnTo>
                  <a:pt x="22573" y="30912"/>
                </a:lnTo>
                <a:lnTo>
                  <a:pt x="19995" y="30756"/>
                </a:lnTo>
                <a:close/>
                <a:moveTo>
                  <a:pt x="49605" y="11906"/>
                </a:moveTo>
                <a:lnTo>
                  <a:pt x="51677" y="13134"/>
                </a:lnTo>
                <a:lnTo>
                  <a:pt x="48568" y="12520"/>
                </a:lnTo>
                <a:close/>
                <a:moveTo>
                  <a:pt x="33565" y="5680"/>
                </a:moveTo>
                <a:lnTo>
                  <a:pt x="33938" y="6598"/>
                </a:lnTo>
                <a:lnTo>
                  <a:pt x="33378" y="6139"/>
                </a:lnTo>
                <a:close/>
                <a:moveTo>
                  <a:pt x="51673" y="96153"/>
                </a:moveTo>
                <a:lnTo>
                  <a:pt x="53035" y="96842"/>
                </a:lnTo>
                <a:lnTo>
                  <a:pt x="50992" y="96498"/>
                </a:lnTo>
                <a:close/>
                <a:moveTo>
                  <a:pt x="53878" y="89297"/>
                </a:moveTo>
                <a:lnTo>
                  <a:pt x="55678" y="90896"/>
                </a:lnTo>
                <a:lnTo>
                  <a:pt x="52978" y="90096"/>
                </a:lnTo>
                <a:close/>
                <a:moveTo>
                  <a:pt x="63497" y="26908"/>
                </a:moveTo>
                <a:lnTo>
                  <a:pt x="65125" y="28401"/>
                </a:lnTo>
                <a:lnTo>
                  <a:pt x="62683" y="27655"/>
                </a:lnTo>
                <a:close/>
                <a:moveTo>
                  <a:pt x="45455" y="68061"/>
                </a:moveTo>
                <a:lnTo>
                  <a:pt x="46803" y="68481"/>
                </a:lnTo>
                <a:lnTo>
                  <a:pt x="44781" y="68271"/>
                </a:lnTo>
                <a:close/>
                <a:moveTo>
                  <a:pt x="48487" y="114663"/>
                </a:moveTo>
                <a:lnTo>
                  <a:pt x="50444" y="115488"/>
                </a:lnTo>
                <a:lnTo>
                  <a:pt x="47508" y="115076"/>
                </a:lnTo>
                <a:close/>
                <a:moveTo>
                  <a:pt x="63514" y="60311"/>
                </a:moveTo>
                <a:lnTo>
                  <a:pt x="65388" y="61836"/>
                </a:lnTo>
                <a:lnTo>
                  <a:pt x="62578" y="61074"/>
                </a:lnTo>
                <a:close/>
                <a:moveTo>
                  <a:pt x="30262" y="92961"/>
                </a:moveTo>
                <a:lnTo>
                  <a:pt x="31651" y="94564"/>
                </a:lnTo>
                <a:lnTo>
                  <a:pt x="29567" y="93762"/>
                </a:lnTo>
                <a:close/>
                <a:moveTo>
                  <a:pt x="1370" y="20170"/>
                </a:moveTo>
                <a:lnTo>
                  <a:pt x="3567" y="21735"/>
                </a:lnTo>
                <a:lnTo>
                  <a:pt x="272" y="20953"/>
                </a:lnTo>
                <a:close/>
                <a:moveTo>
                  <a:pt x="70417" y="94491"/>
                </a:moveTo>
                <a:lnTo>
                  <a:pt x="72606" y="95913"/>
                </a:lnTo>
                <a:lnTo>
                  <a:pt x="69322" y="95202"/>
                </a:lnTo>
                <a:close/>
                <a:moveTo>
                  <a:pt x="12772" y="102260"/>
                </a:moveTo>
                <a:lnTo>
                  <a:pt x="14836" y="103979"/>
                </a:lnTo>
                <a:lnTo>
                  <a:pt x="11740" y="103119"/>
                </a:lnTo>
                <a:close/>
                <a:moveTo>
                  <a:pt x="43952" y="130491"/>
                </a:moveTo>
                <a:lnTo>
                  <a:pt x="45871" y="130838"/>
                </a:lnTo>
                <a:lnTo>
                  <a:pt x="42993" y="130664"/>
                </a:lnTo>
                <a:close/>
                <a:moveTo>
                  <a:pt x="14967" y="134448"/>
                </a:moveTo>
                <a:lnTo>
                  <a:pt x="17127" y="135260"/>
                </a:lnTo>
                <a:lnTo>
                  <a:pt x="13887" y="134854"/>
                </a:lnTo>
                <a:close/>
                <a:moveTo>
                  <a:pt x="4336" y="111050"/>
                </a:moveTo>
                <a:lnTo>
                  <a:pt x="5512" y="112832"/>
                </a:lnTo>
                <a:lnTo>
                  <a:pt x="3748" y="111941"/>
                </a:lnTo>
                <a:close/>
                <a:moveTo>
                  <a:pt x="59209" y="15865"/>
                </a:moveTo>
                <a:lnTo>
                  <a:pt x="60553" y="16925"/>
                </a:lnTo>
                <a:lnTo>
                  <a:pt x="58537" y="16395"/>
                </a:lnTo>
                <a:close/>
                <a:moveTo>
                  <a:pt x="1186" y="130365"/>
                </a:moveTo>
                <a:lnTo>
                  <a:pt x="2317" y="131271"/>
                </a:lnTo>
                <a:lnTo>
                  <a:pt x="621" y="130818"/>
                </a:lnTo>
                <a:close/>
                <a:moveTo>
                  <a:pt x="27995" y="109446"/>
                </a:moveTo>
                <a:lnTo>
                  <a:pt x="30116" y="110046"/>
                </a:lnTo>
                <a:lnTo>
                  <a:pt x="26935" y="109746"/>
                </a:lnTo>
                <a:close/>
                <a:moveTo>
                  <a:pt x="59525" y="80556"/>
                </a:moveTo>
                <a:lnTo>
                  <a:pt x="60854" y="80920"/>
                </a:lnTo>
                <a:lnTo>
                  <a:pt x="58860" y="80738"/>
                </a:lnTo>
                <a:close/>
                <a:moveTo>
                  <a:pt x="17227" y="125748"/>
                </a:moveTo>
                <a:lnTo>
                  <a:pt x="19120" y="126810"/>
                </a:lnTo>
                <a:lnTo>
                  <a:pt x="16281" y="126279"/>
                </a:lnTo>
                <a:close/>
                <a:moveTo>
                  <a:pt x="51047" y="31624"/>
                </a:moveTo>
                <a:lnTo>
                  <a:pt x="52872" y="33078"/>
                </a:lnTo>
                <a:lnTo>
                  <a:pt x="50134" y="32351"/>
                </a:lnTo>
                <a:close/>
                <a:moveTo>
                  <a:pt x="64361" y="69746"/>
                </a:moveTo>
                <a:lnTo>
                  <a:pt x="65004" y="71126"/>
                </a:lnTo>
                <a:lnTo>
                  <a:pt x="64040" y="70436"/>
                </a:lnTo>
                <a:close/>
                <a:moveTo>
                  <a:pt x="60434" y="104135"/>
                </a:moveTo>
                <a:lnTo>
                  <a:pt x="62093" y="105629"/>
                </a:lnTo>
                <a:lnTo>
                  <a:pt x="59604" y="104882"/>
                </a:lnTo>
                <a:close/>
                <a:moveTo>
                  <a:pt x="43894" y="16815"/>
                </a:moveTo>
                <a:lnTo>
                  <a:pt x="44261" y="17773"/>
                </a:lnTo>
                <a:lnTo>
                  <a:pt x="43710" y="17294"/>
                </a:lnTo>
                <a:close/>
                <a:moveTo>
                  <a:pt x="58972" y="43120"/>
                </a:moveTo>
                <a:lnTo>
                  <a:pt x="60327" y="43960"/>
                </a:lnTo>
                <a:lnTo>
                  <a:pt x="58295" y="43540"/>
                </a:lnTo>
                <a:close/>
                <a:moveTo>
                  <a:pt x="42253" y="51702"/>
                </a:moveTo>
                <a:lnTo>
                  <a:pt x="43170" y="52803"/>
                </a:lnTo>
                <a:lnTo>
                  <a:pt x="41794" y="52253"/>
                </a:lnTo>
                <a:close/>
                <a:moveTo>
                  <a:pt x="19540" y="134400"/>
                </a:moveTo>
                <a:lnTo>
                  <a:pt x="21628" y="135260"/>
                </a:lnTo>
                <a:lnTo>
                  <a:pt x="18496" y="134830"/>
                </a:lnTo>
                <a:close/>
                <a:moveTo>
                  <a:pt x="15861" y="108507"/>
                </a:moveTo>
                <a:lnTo>
                  <a:pt x="16990" y="110028"/>
                </a:lnTo>
                <a:lnTo>
                  <a:pt x="15296" y="109267"/>
                </a:lnTo>
                <a:close/>
                <a:moveTo>
                  <a:pt x="2277" y="111512"/>
                </a:moveTo>
                <a:lnTo>
                  <a:pt x="3781" y="113114"/>
                </a:lnTo>
                <a:lnTo>
                  <a:pt x="1525" y="112313"/>
                </a:lnTo>
                <a:close/>
                <a:moveTo>
                  <a:pt x="3716" y="14086"/>
                </a:moveTo>
                <a:lnTo>
                  <a:pt x="5640" y="15581"/>
                </a:lnTo>
                <a:lnTo>
                  <a:pt x="2753" y="14834"/>
                </a:lnTo>
                <a:close/>
                <a:moveTo>
                  <a:pt x="17103" y="87357"/>
                </a:moveTo>
                <a:lnTo>
                  <a:pt x="18999" y="88340"/>
                </a:lnTo>
                <a:lnTo>
                  <a:pt x="16156" y="87848"/>
                </a:lnTo>
                <a:close/>
                <a:moveTo>
                  <a:pt x="47430" y="12040"/>
                </a:moveTo>
                <a:lnTo>
                  <a:pt x="47980" y="13800"/>
                </a:lnTo>
                <a:lnTo>
                  <a:pt x="47155" y="12920"/>
                </a:lnTo>
                <a:close/>
                <a:moveTo>
                  <a:pt x="39524" y="7977"/>
                </a:moveTo>
                <a:lnTo>
                  <a:pt x="40225" y="8405"/>
                </a:lnTo>
                <a:lnTo>
                  <a:pt x="39173" y="8191"/>
                </a:lnTo>
                <a:close/>
                <a:moveTo>
                  <a:pt x="49542" y="12046"/>
                </a:moveTo>
                <a:lnTo>
                  <a:pt x="50581" y="12909"/>
                </a:lnTo>
                <a:lnTo>
                  <a:pt x="49023" y="12477"/>
                </a:lnTo>
                <a:close/>
                <a:moveTo>
                  <a:pt x="68649" y="43444"/>
                </a:moveTo>
                <a:lnTo>
                  <a:pt x="69488" y="44481"/>
                </a:lnTo>
                <a:lnTo>
                  <a:pt x="68230" y="43963"/>
                </a:lnTo>
                <a:close/>
                <a:moveTo>
                  <a:pt x="54158" y="139717"/>
                </a:moveTo>
                <a:lnTo>
                  <a:pt x="55581" y="140113"/>
                </a:lnTo>
                <a:lnTo>
                  <a:pt x="53447" y="139915"/>
                </a:lnTo>
                <a:close/>
                <a:moveTo>
                  <a:pt x="58927" y="11270"/>
                </a:moveTo>
                <a:lnTo>
                  <a:pt x="60082" y="12066"/>
                </a:lnTo>
                <a:lnTo>
                  <a:pt x="58350" y="11668"/>
                </a:lnTo>
                <a:close/>
                <a:moveTo>
                  <a:pt x="58142" y="57731"/>
                </a:moveTo>
                <a:lnTo>
                  <a:pt x="59326" y="58036"/>
                </a:lnTo>
                <a:lnTo>
                  <a:pt x="57550" y="57884"/>
                </a:lnTo>
                <a:close/>
                <a:moveTo>
                  <a:pt x="19034" y="142089"/>
                </a:moveTo>
                <a:lnTo>
                  <a:pt x="19453" y="142474"/>
                </a:lnTo>
                <a:lnTo>
                  <a:pt x="18824" y="142281"/>
                </a:lnTo>
                <a:close/>
                <a:moveTo>
                  <a:pt x="44543" y="80253"/>
                </a:moveTo>
                <a:lnTo>
                  <a:pt x="45271" y="80784"/>
                </a:lnTo>
                <a:lnTo>
                  <a:pt x="44179" y="80519"/>
                </a:lnTo>
                <a:close/>
                <a:moveTo>
                  <a:pt x="42984" y="28743"/>
                </a:moveTo>
                <a:lnTo>
                  <a:pt x="43957" y="29348"/>
                </a:lnTo>
                <a:lnTo>
                  <a:pt x="42497" y="29045"/>
                </a:lnTo>
                <a:close/>
                <a:moveTo>
                  <a:pt x="59776" y="114199"/>
                </a:moveTo>
                <a:lnTo>
                  <a:pt x="61697" y="115155"/>
                </a:lnTo>
                <a:lnTo>
                  <a:pt x="58816" y="114677"/>
                </a:lnTo>
                <a:close/>
                <a:moveTo>
                  <a:pt x="28019" y="70297"/>
                </a:moveTo>
                <a:lnTo>
                  <a:pt x="28721" y="72043"/>
                </a:lnTo>
                <a:lnTo>
                  <a:pt x="27669" y="71170"/>
                </a:lnTo>
                <a:close/>
                <a:moveTo>
                  <a:pt x="16487" y="115617"/>
                </a:moveTo>
                <a:lnTo>
                  <a:pt x="18083" y="116133"/>
                </a:lnTo>
                <a:lnTo>
                  <a:pt x="15689" y="115875"/>
                </a:lnTo>
                <a:close/>
                <a:moveTo>
                  <a:pt x="61065" y="93491"/>
                </a:moveTo>
                <a:lnTo>
                  <a:pt x="61817" y="94185"/>
                </a:lnTo>
                <a:lnTo>
                  <a:pt x="60689" y="93838"/>
                </a:lnTo>
                <a:close/>
                <a:moveTo>
                  <a:pt x="33577" y="105390"/>
                </a:moveTo>
                <a:lnTo>
                  <a:pt x="35421" y="107053"/>
                </a:lnTo>
                <a:lnTo>
                  <a:pt x="32654" y="106222"/>
                </a:lnTo>
                <a:close/>
                <a:moveTo>
                  <a:pt x="29710" y="53158"/>
                </a:moveTo>
                <a:lnTo>
                  <a:pt x="31274" y="54158"/>
                </a:lnTo>
                <a:lnTo>
                  <a:pt x="28927" y="53658"/>
                </a:lnTo>
                <a:close/>
                <a:moveTo>
                  <a:pt x="27097" y="135403"/>
                </a:moveTo>
                <a:lnTo>
                  <a:pt x="29066" y="135840"/>
                </a:lnTo>
                <a:lnTo>
                  <a:pt x="26112" y="135621"/>
                </a:lnTo>
                <a:close/>
                <a:moveTo>
                  <a:pt x="20715" y="4369"/>
                </a:moveTo>
                <a:lnTo>
                  <a:pt x="21607" y="4746"/>
                </a:lnTo>
                <a:lnTo>
                  <a:pt x="20269" y="4557"/>
                </a:lnTo>
                <a:close/>
                <a:moveTo>
                  <a:pt x="64310" y="63048"/>
                </a:moveTo>
                <a:lnTo>
                  <a:pt x="64995" y="63844"/>
                </a:lnTo>
                <a:lnTo>
                  <a:pt x="63967" y="63446"/>
                </a:lnTo>
                <a:close/>
                <a:moveTo>
                  <a:pt x="44689" y="38510"/>
                </a:moveTo>
                <a:lnTo>
                  <a:pt x="45160" y="39037"/>
                </a:lnTo>
                <a:lnTo>
                  <a:pt x="44454" y="38774"/>
                </a:lnTo>
                <a:close/>
                <a:moveTo>
                  <a:pt x="36487" y="37768"/>
                </a:moveTo>
                <a:lnTo>
                  <a:pt x="37512" y="38722"/>
                </a:lnTo>
                <a:lnTo>
                  <a:pt x="35974" y="38245"/>
                </a:lnTo>
                <a:close/>
                <a:moveTo>
                  <a:pt x="60231" y="31914"/>
                </a:moveTo>
                <a:lnTo>
                  <a:pt x="60953" y="32929"/>
                </a:lnTo>
                <a:lnTo>
                  <a:pt x="59869" y="32422"/>
                </a:lnTo>
                <a:close/>
                <a:moveTo>
                  <a:pt x="49122" y="95786"/>
                </a:moveTo>
                <a:lnTo>
                  <a:pt x="49953" y="97318"/>
                </a:lnTo>
                <a:lnTo>
                  <a:pt x="48707" y="96552"/>
                </a:lnTo>
                <a:close/>
                <a:moveTo>
                  <a:pt x="537" y="96566"/>
                </a:moveTo>
                <a:lnTo>
                  <a:pt x="1255" y="97172"/>
                </a:lnTo>
                <a:lnTo>
                  <a:pt x="178" y="96869"/>
                </a:lnTo>
                <a:close/>
                <a:moveTo>
                  <a:pt x="8715" y="138110"/>
                </a:moveTo>
                <a:lnTo>
                  <a:pt x="9804" y="139836"/>
                </a:lnTo>
                <a:lnTo>
                  <a:pt x="8170" y="138973"/>
                </a:lnTo>
                <a:close/>
                <a:moveTo>
                  <a:pt x="65083" y="48906"/>
                </a:moveTo>
                <a:lnTo>
                  <a:pt x="66895" y="49472"/>
                </a:lnTo>
                <a:lnTo>
                  <a:pt x="64177" y="49189"/>
                </a:lnTo>
                <a:close/>
                <a:moveTo>
                  <a:pt x="37190" y="135197"/>
                </a:moveTo>
                <a:lnTo>
                  <a:pt x="38881" y="136625"/>
                </a:lnTo>
                <a:lnTo>
                  <a:pt x="36345" y="135911"/>
                </a:lnTo>
                <a:close/>
                <a:moveTo>
                  <a:pt x="53674" y="3779"/>
                </a:moveTo>
                <a:lnTo>
                  <a:pt x="55572" y="4232"/>
                </a:lnTo>
                <a:lnTo>
                  <a:pt x="52725" y="4006"/>
                </a:lnTo>
                <a:close/>
                <a:moveTo>
                  <a:pt x="31373" y="100521"/>
                </a:moveTo>
                <a:lnTo>
                  <a:pt x="32968" y="101870"/>
                </a:lnTo>
                <a:lnTo>
                  <a:pt x="30576" y="101195"/>
                </a:lnTo>
                <a:close/>
                <a:moveTo>
                  <a:pt x="68478" y="46087"/>
                </a:moveTo>
                <a:lnTo>
                  <a:pt x="68930" y="47519"/>
                </a:lnTo>
                <a:lnTo>
                  <a:pt x="68253" y="46803"/>
                </a:lnTo>
                <a:close/>
                <a:moveTo>
                  <a:pt x="30289" y="140086"/>
                </a:moveTo>
                <a:lnTo>
                  <a:pt x="31644" y="140782"/>
                </a:lnTo>
                <a:lnTo>
                  <a:pt x="29611" y="140434"/>
                </a:lnTo>
                <a:close/>
                <a:moveTo>
                  <a:pt x="49786" y="47110"/>
                </a:moveTo>
                <a:lnTo>
                  <a:pt x="51802" y="47818"/>
                </a:lnTo>
                <a:lnTo>
                  <a:pt x="48778" y="47464"/>
                </a:lnTo>
                <a:close/>
                <a:moveTo>
                  <a:pt x="39153" y="29677"/>
                </a:moveTo>
                <a:lnTo>
                  <a:pt x="41095" y="30423"/>
                </a:lnTo>
                <a:lnTo>
                  <a:pt x="38182" y="30050"/>
                </a:lnTo>
                <a:close/>
                <a:moveTo>
                  <a:pt x="12317" y="7846"/>
                </a:moveTo>
                <a:lnTo>
                  <a:pt x="14422" y="9489"/>
                </a:lnTo>
                <a:lnTo>
                  <a:pt x="11264" y="8667"/>
                </a:lnTo>
                <a:close/>
                <a:moveTo>
                  <a:pt x="28339" y="15120"/>
                </a:moveTo>
                <a:lnTo>
                  <a:pt x="29092" y="16245"/>
                </a:lnTo>
                <a:lnTo>
                  <a:pt x="27962" y="15682"/>
                </a:lnTo>
                <a:close/>
                <a:moveTo>
                  <a:pt x="4789" y="23791"/>
                </a:moveTo>
                <a:lnTo>
                  <a:pt x="5227" y="24966"/>
                </a:lnTo>
                <a:lnTo>
                  <a:pt x="4571" y="24378"/>
                </a:lnTo>
                <a:close/>
                <a:moveTo>
                  <a:pt x="10564" y="40466"/>
                </a:moveTo>
                <a:lnTo>
                  <a:pt x="12587" y="41597"/>
                </a:lnTo>
                <a:lnTo>
                  <a:pt x="9552" y="41032"/>
                </a:lnTo>
                <a:close/>
                <a:moveTo>
                  <a:pt x="17359" y="106406"/>
                </a:moveTo>
                <a:lnTo>
                  <a:pt x="19211" y="107884"/>
                </a:lnTo>
                <a:lnTo>
                  <a:pt x="16433" y="107145"/>
                </a:lnTo>
                <a:close/>
                <a:moveTo>
                  <a:pt x="66335" y="41342"/>
                </a:moveTo>
                <a:lnTo>
                  <a:pt x="67808" y="42257"/>
                </a:lnTo>
                <a:lnTo>
                  <a:pt x="65598" y="41800"/>
                </a:lnTo>
                <a:close/>
                <a:moveTo>
                  <a:pt x="57222" y="19525"/>
                </a:moveTo>
                <a:lnTo>
                  <a:pt x="59362" y="21178"/>
                </a:lnTo>
                <a:lnTo>
                  <a:pt x="56153" y="20352"/>
                </a:lnTo>
                <a:close/>
                <a:moveTo>
                  <a:pt x="19441" y="70683"/>
                </a:moveTo>
                <a:lnTo>
                  <a:pt x="20829" y="71754"/>
                </a:lnTo>
                <a:lnTo>
                  <a:pt x="18746" y="71219"/>
                </a:lnTo>
                <a:close/>
                <a:moveTo>
                  <a:pt x="31238" y="17082"/>
                </a:moveTo>
                <a:lnTo>
                  <a:pt x="33301" y="18334"/>
                </a:lnTo>
                <a:lnTo>
                  <a:pt x="30206" y="17708"/>
                </a:lnTo>
                <a:close/>
                <a:moveTo>
                  <a:pt x="65101" y="111486"/>
                </a:moveTo>
                <a:lnTo>
                  <a:pt x="65861" y="112112"/>
                </a:lnTo>
                <a:lnTo>
                  <a:pt x="64721" y="111799"/>
                </a:lnTo>
                <a:close/>
                <a:moveTo>
                  <a:pt x="12329" y="41388"/>
                </a:moveTo>
                <a:lnTo>
                  <a:pt x="13119" y="42546"/>
                </a:lnTo>
                <a:lnTo>
                  <a:pt x="11934" y="41967"/>
                </a:lnTo>
                <a:close/>
                <a:moveTo>
                  <a:pt x="13080" y="66467"/>
                </a:moveTo>
                <a:lnTo>
                  <a:pt x="14739" y="67977"/>
                </a:lnTo>
                <a:lnTo>
                  <a:pt x="12250" y="67222"/>
                </a:lnTo>
                <a:close/>
                <a:moveTo>
                  <a:pt x="31028" y="133378"/>
                </a:moveTo>
                <a:lnTo>
                  <a:pt x="32023" y="134840"/>
                </a:lnTo>
                <a:lnTo>
                  <a:pt x="30531" y="134109"/>
                </a:lnTo>
                <a:close/>
                <a:moveTo>
                  <a:pt x="56132" y="131335"/>
                </a:moveTo>
                <a:lnTo>
                  <a:pt x="57479" y="132860"/>
                </a:lnTo>
                <a:lnTo>
                  <a:pt x="55459" y="132097"/>
                </a:lnTo>
                <a:close/>
                <a:moveTo>
                  <a:pt x="56543" y="40223"/>
                </a:moveTo>
                <a:lnTo>
                  <a:pt x="58266" y="41659"/>
                </a:lnTo>
                <a:lnTo>
                  <a:pt x="55682" y="40941"/>
                </a:lnTo>
                <a:close/>
                <a:moveTo>
                  <a:pt x="27149" y="60737"/>
                </a:moveTo>
                <a:lnTo>
                  <a:pt x="28360" y="61771"/>
                </a:lnTo>
                <a:lnTo>
                  <a:pt x="26543" y="61254"/>
                </a:lnTo>
                <a:close/>
                <a:moveTo>
                  <a:pt x="38604" y="140541"/>
                </a:moveTo>
                <a:lnTo>
                  <a:pt x="40327" y="142039"/>
                </a:lnTo>
                <a:lnTo>
                  <a:pt x="37743" y="141290"/>
                </a:lnTo>
                <a:close/>
                <a:moveTo>
                  <a:pt x="40875" y="137599"/>
                </a:moveTo>
                <a:lnTo>
                  <a:pt x="41670" y="138178"/>
                </a:lnTo>
                <a:lnTo>
                  <a:pt x="40478" y="137889"/>
                </a:lnTo>
                <a:close/>
                <a:moveTo>
                  <a:pt x="62074" y="107016"/>
                </a:moveTo>
                <a:lnTo>
                  <a:pt x="62510" y="108462"/>
                </a:lnTo>
                <a:lnTo>
                  <a:pt x="61856" y="107739"/>
                </a:lnTo>
                <a:close/>
                <a:moveTo>
                  <a:pt x="49297" y="67386"/>
                </a:moveTo>
                <a:lnTo>
                  <a:pt x="50251" y="68103"/>
                </a:lnTo>
                <a:lnTo>
                  <a:pt x="48820" y="67744"/>
                </a:lnTo>
                <a:close/>
                <a:moveTo>
                  <a:pt x="68081" y="3367"/>
                </a:moveTo>
                <a:lnTo>
                  <a:pt x="69938" y="3696"/>
                </a:lnTo>
                <a:lnTo>
                  <a:pt x="67153" y="3531"/>
                </a:lnTo>
                <a:close/>
                <a:moveTo>
                  <a:pt x="25182" y="2465"/>
                </a:moveTo>
                <a:lnTo>
                  <a:pt x="26799" y="3844"/>
                </a:lnTo>
                <a:lnTo>
                  <a:pt x="24373" y="3155"/>
                </a:lnTo>
                <a:close/>
                <a:moveTo>
                  <a:pt x="33724" y="88431"/>
                </a:moveTo>
                <a:lnTo>
                  <a:pt x="34112" y="90034"/>
                </a:lnTo>
                <a:lnTo>
                  <a:pt x="33530" y="89232"/>
                </a:lnTo>
                <a:close/>
                <a:moveTo>
                  <a:pt x="13193" y="78496"/>
                </a:moveTo>
                <a:lnTo>
                  <a:pt x="14305" y="79740"/>
                </a:lnTo>
                <a:lnTo>
                  <a:pt x="12637" y="79118"/>
                </a:lnTo>
                <a:close/>
                <a:moveTo>
                  <a:pt x="66133" y="73666"/>
                </a:moveTo>
                <a:lnTo>
                  <a:pt x="66831" y="74332"/>
                </a:lnTo>
                <a:lnTo>
                  <a:pt x="65783" y="73999"/>
                </a:lnTo>
                <a:close/>
                <a:moveTo>
                  <a:pt x="19721" y="62951"/>
                </a:moveTo>
                <a:lnTo>
                  <a:pt x="21759" y="64729"/>
                </a:lnTo>
                <a:lnTo>
                  <a:pt x="18702" y="63840"/>
                </a:lnTo>
                <a:close/>
                <a:moveTo>
                  <a:pt x="47908" y="114490"/>
                </a:moveTo>
                <a:lnTo>
                  <a:pt x="50086" y="115080"/>
                </a:lnTo>
                <a:lnTo>
                  <a:pt x="46819" y="114785"/>
                </a:lnTo>
                <a:close/>
                <a:moveTo>
                  <a:pt x="12422" y="133473"/>
                </a:moveTo>
                <a:lnTo>
                  <a:pt x="14294" y="135112"/>
                </a:lnTo>
                <a:lnTo>
                  <a:pt x="11486" y="134292"/>
                </a:lnTo>
                <a:close/>
                <a:moveTo>
                  <a:pt x="25570" y="47639"/>
                </a:moveTo>
                <a:lnTo>
                  <a:pt x="27711" y="48117"/>
                </a:lnTo>
                <a:lnTo>
                  <a:pt x="24500" y="47878"/>
                </a:lnTo>
                <a:close/>
                <a:moveTo>
                  <a:pt x="41900" y="46845"/>
                </a:moveTo>
                <a:lnTo>
                  <a:pt x="42307" y="48432"/>
                </a:lnTo>
                <a:lnTo>
                  <a:pt x="41697" y="47639"/>
                </a:lnTo>
                <a:close/>
                <a:moveTo>
                  <a:pt x="42039" y="94900"/>
                </a:moveTo>
                <a:lnTo>
                  <a:pt x="43522" y="95353"/>
                </a:lnTo>
                <a:lnTo>
                  <a:pt x="41297" y="95127"/>
                </a:lnTo>
                <a:close/>
                <a:moveTo>
                  <a:pt x="25803" y="12499"/>
                </a:moveTo>
                <a:lnTo>
                  <a:pt x="26598" y="13764"/>
                </a:lnTo>
                <a:lnTo>
                  <a:pt x="25405" y="13131"/>
                </a:lnTo>
                <a:close/>
                <a:moveTo>
                  <a:pt x="50927" y="22770"/>
                </a:moveTo>
                <a:lnTo>
                  <a:pt x="52432" y="23099"/>
                </a:lnTo>
                <a:lnTo>
                  <a:pt x="50174" y="22934"/>
                </a:lnTo>
                <a:close/>
                <a:moveTo>
                  <a:pt x="49787" y="108776"/>
                </a:moveTo>
                <a:lnTo>
                  <a:pt x="50736" y="110367"/>
                </a:lnTo>
                <a:lnTo>
                  <a:pt x="49313" y="109571"/>
                </a:lnTo>
                <a:close/>
                <a:moveTo>
                  <a:pt x="22225" y="82188"/>
                </a:moveTo>
                <a:lnTo>
                  <a:pt x="22959" y="83437"/>
                </a:lnTo>
                <a:lnTo>
                  <a:pt x="21857" y="82812"/>
                </a:lnTo>
                <a:close/>
                <a:moveTo>
                  <a:pt x="47294" y="34935"/>
                </a:moveTo>
                <a:lnTo>
                  <a:pt x="48842" y="35673"/>
                </a:lnTo>
                <a:lnTo>
                  <a:pt x="46519" y="35304"/>
                </a:lnTo>
                <a:close/>
                <a:moveTo>
                  <a:pt x="21208" y="111568"/>
                </a:moveTo>
                <a:lnTo>
                  <a:pt x="23357" y="113296"/>
                </a:lnTo>
                <a:lnTo>
                  <a:pt x="20133" y="112432"/>
                </a:lnTo>
                <a:close/>
                <a:moveTo>
                  <a:pt x="69411" y="4366"/>
                </a:moveTo>
                <a:lnTo>
                  <a:pt x="70016" y="4866"/>
                </a:lnTo>
                <a:lnTo>
                  <a:pt x="69109" y="4616"/>
                </a:lnTo>
                <a:close/>
                <a:moveTo>
                  <a:pt x="13633" y="89849"/>
                </a:moveTo>
                <a:lnTo>
                  <a:pt x="15573" y="90894"/>
                </a:lnTo>
                <a:lnTo>
                  <a:pt x="12664" y="90371"/>
                </a:lnTo>
                <a:close/>
                <a:moveTo>
                  <a:pt x="59882" y="68279"/>
                </a:moveTo>
                <a:lnTo>
                  <a:pt x="60296" y="69331"/>
                </a:lnTo>
                <a:lnTo>
                  <a:pt x="59676" y="68805"/>
                </a:lnTo>
                <a:close/>
                <a:moveTo>
                  <a:pt x="65373" y="47598"/>
                </a:moveTo>
                <a:lnTo>
                  <a:pt x="66740" y="49102"/>
                </a:lnTo>
                <a:lnTo>
                  <a:pt x="64690" y="48350"/>
                </a:lnTo>
                <a:close/>
                <a:moveTo>
                  <a:pt x="56123" y="62347"/>
                </a:moveTo>
                <a:lnTo>
                  <a:pt x="56899" y="63453"/>
                </a:lnTo>
                <a:lnTo>
                  <a:pt x="55735" y="62900"/>
                </a:lnTo>
                <a:close/>
                <a:moveTo>
                  <a:pt x="26935" y="47734"/>
                </a:moveTo>
                <a:lnTo>
                  <a:pt x="28760" y="48190"/>
                </a:lnTo>
                <a:lnTo>
                  <a:pt x="26022" y="47962"/>
                </a:lnTo>
                <a:close/>
                <a:moveTo>
                  <a:pt x="19675" y="10685"/>
                </a:moveTo>
                <a:lnTo>
                  <a:pt x="21085" y="11265"/>
                </a:lnTo>
                <a:lnTo>
                  <a:pt x="18970" y="10975"/>
                </a:lnTo>
                <a:close/>
                <a:moveTo>
                  <a:pt x="47668" y="127784"/>
                </a:moveTo>
                <a:lnTo>
                  <a:pt x="49702" y="129268"/>
                </a:lnTo>
                <a:lnTo>
                  <a:pt x="46651" y="128526"/>
                </a:lnTo>
                <a:close/>
                <a:moveTo>
                  <a:pt x="69156" y="47907"/>
                </a:moveTo>
                <a:lnTo>
                  <a:pt x="71324" y="48781"/>
                </a:lnTo>
                <a:lnTo>
                  <a:pt x="68071" y="48344"/>
                </a:lnTo>
                <a:close/>
                <a:moveTo>
                  <a:pt x="10986" y="136186"/>
                </a:moveTo>
                <a:lnTo>
                  <a:pt x="11802" y="136608"/>
                </a:lnTo>
                <a:lnTo>
                  <a:pt x="10578" y="136397"/>
                </a:lnTo>
                <a:close/>
                <a:moveTo>
                  <a:pt x="38930" y="2569"/>
                </a:moveTo>
                <a:lnTo>
                  <a:pt x="39580" y="3316"/>
                </a:lnTo>
                <a:lnTo>
                  <a:pt x="38605" y="2942"/>
                </a:lnTo>
                <a:close/>
                <a:moveTo>
                  <a:pt x="6021" y="85404"/>
                </a:moveTo>
                <a:lnTo>
                  <a:pt x="7865" y="86685"/>
                </a:lnTo>
                <a:lnTo>
                  <a:pt x="5100" y="86044"/>
                </a:lnTo>
                <a:close/>
                <a:moveTo>
                  <a:pt x="51469" y="55801"/>
                </a:moveTo>
                <a:lnTo>
                  <a:pt x="52689" y="56382"/>
                </a:lnTo>
                <a:lnTo>
                  <a:pt x="50859" y="56092"/>
                </a:lnTo>
                <a:close/>
                <a:moveTo>
                  <a:pt x="53701" y="20793"/>
                </a:moveTo>
                <a:lnTo>
                  <a:pt x="55527" y="21910"/>
                </a:lnTo>
                <a:lnTo>
                  <a:pt x="52787" y="21352"/>
                </a:lnTo>
                <a:close/>
                <a:moveTo>
                  <a:pt x="38811" y="117511"/>
                </a:moveTo>
                <a:lnTo>
                  <a:pt x="39826" y="118095"/>
                </a:lnTo>
                <a:lnTo>
                  <a:pt x="38303" y="117803"/>
                </a:lnTo>
                <a:close/>
                <a:moveTo>
                  <a:pt x="60127" y="2061"/>
                </a:moveTo>
                <a:lnTo>
                  <a:pt x="61004" y="2939"/>
                </a:lnTo>
                <a:lnTo>
                  <a:pt x="59688" y="2500"/>
                </a:lnTo>
                <a:close/>
                <a:moveTo>
                  <a:pt x="32532" y="80371"/>
                </a:moveTo>
                <a:lnTo>
                  <a:pt x="33657" y="80746"/>
                </a:lnTo>
                <a:lnTo>
                  <a:pt x="31969" y="80559"/>
                </a:lnTo>
                <a:close/>
                <a:moveTo>
                  <a:pt x="13455" y="105634"/>
                </a:moveTo>
                <a:lnTo>
                  <a:pt x="13824" y="106431"/>
                </a:lnTo>
                <a:lnTo>
                  <a:pt x="13271" y="106032"/>
                </a:lnTo>
                <a:close/>
                <a:moveTo>
                  <a:pt x="44476" y="35817"/>
                </a:moveTo>
                <a:lnTo>
                  <a:pt x="44861" y="37073"/>
                </a:lnTo>
                <a:lnTo>
                  <a:pt x="44283" y="36445"/>
                </a:lnTo>
                <a:close/>
                <a:moveTo>
                  <a:pt x="43899" y="140959"/>
                </a:moveTo>
                <a:lnTo>
                  <a:pt x="45502" y="142494"/>
                </a:lnTo>
                <a:lnTo>
                  <a:pt x="43098" y="141726"/>
                </a:lnTo>
                <a:close/>
                <a:moveTo>
                  <a:pt x="25476" y="52730"/>
                </a:moveTo>
                <a:lnTo>
                  <a:pt x="27051" y="53984"/>
                </a:lnTo>
                <a:lnTo>
                  <a:pt x="24688" y="53357"/>
                </a:lnTo>
                <a:close/>
                <a:moveTo>
                  <a:pt x="33037" y="118258"/>
                </a:moveTo>
                <a:lnTo>
                  <a:pt x="34788" y="119301"/>
                </a:lnTo>
                <a:lnTo>
                  <a:pt x="32161" y="118779"/>
                </a:lnTo>
                <a:close/>
                <a:moveTo>
                  <a:pt x="5943" y="27337"/>
                </a:moveTo>
                <a:lnTo>
                  <a:pt x="6413" y="28189"/>
                </a:lnTo>
                <a:lnTo>
                  <a:pt x="5707" y="27763"/>
                </a:lnTo>
                <a:close/>
                <a:moveTo>
                  <a:pt x="15934" y="38642"/>
                </a:moveTo>
                <a:lnTo>
                  <a:pt x="17647" y="40226"/>
                </a:lnTo>
                <a:lnTo>
                  <a:pt x="15077" y="39434"/>
                </a:lnTo>
                <a:close/>
                <a:moveTo>
                  <a:pt x="31091" y="28677"/>
                </a:moveTo>
                <a:lnTo>
                  <a:pt x="33111" y="30229"/>
                </a:lnTo>
                <a:lnTo>
                  <a:pt x="30082" y="29453"/>
                </a:lnTo>
                <a:close/>
                <a:moveTo>
                  <a:pt x="56769" y="139938"/>
                </a:moveTo>
                <a:lnTo>
                  <a:pt x="57549" y="141346"/>
                </a:lnTo>
                <a:lnTo>
                  <a:pt x="56379" y="140642"/>
                </a:lnTo>
                <a:close/>
                <a:moveTo>
                  <a:pt x="36167" y="0"/>
                </a:moveTo>
                <a:lnTo>
                  <a:pt x="36849" y="1107"/>
                </a:lnTo>
                <a:lnTo>
                  <a:pt x="35826" y="554"/>
                </a:lnTo>
                <a:close/>
                <a:moveTo>
                  <a:pt x="64384" y="35910"/>
                </a:moveTo>
                <a:lnTo>
                  <a:pt x="65141" y="37476"/>
                </a:lnTo>
                <a:lnTo>
                  <a:pt x="64005" y="36693"/>
                </a:lnTo>
                <a:close/>
                <a:moveTo>
                  <a:pt x="53557" y="10955"/>
                </a:moveTo>
                <a:lnTo>
                  <a:pt x="54444" y="12106"/>
                </a:lnTo>
                <a:lnTo>
                  <a:pt x="53114" y="11531"/>
                </a:lnTo>
                <a:close/>
                <a:moveTo>
                  <a:pt x="60768" y="70894"/>
                </a:moveTo>
                <a:lnTo>
                  <a:pt x="62012" y="71764"/>
                </a:lnTo>
                <a:lnTo>
                  <a:pt x="60146" y="71329"/>
                </a:lnTo>
                <a:close/>
                <a:moveTo>
                  <a:pt x="54584" y="129163"/>
                </a:moveTo>
                <a:lnTo>
                  <a:pt x="55441" y="130868"/>
                </a:lnTo>
                <a:lnTo>
                  <a:pt x="54155" y="130016"/>
                </a:lnTo>
                <a:close/>
                <a:moveTo>
                  <a:pt x="24796" y="20286"/>
                </a:moveTo>
                <a:lnTo>
                  <a:pt x="26775" y="20642"/>
                </a:lnTo>
                <a:lnTo>
                  <a:pt x="23807" y="20464"/>
                </a:lnTo>
                <a:close/>
                <a:moveTo>
                  <a:pt x="45696" y="106453"/>
                </a:moveTo>
                <a:lnTo>
                  <a:pt x="46092" y="106921"/>
                </a:lnTo>
                <a:lnTo>
                  <a:pt x="45498" y="106687"/>
                </a:lnTo>
                <a:close/>
                <a:moveTo>
                  <a:pt x="27055" y="22890"/>
                </a:moveTo>
                <a:lnTo>
                  <a:pt x="28688" y="24567"/>
                </a:lnTo>
                <a:lnTo>
                  <a:pt x="26239" y="23729"/>
                </a:lnTo>
                <a:close/>
                <a:moveTo>
                  <a:pt x="34457" y="81818"/>
                </a:moveTo>
                <a:lnTo>
                  <a:pt x="34991" y="82296"/>
                </a:lnTo>
                <a:lnTo>
                  <a:pt x="34190" y="82057"/>
                </a:lnTo>
                <a:close/>
                <a:moveTo>
                  <a:pt x="35920" y="123448"/>
                </a:moveTo>
                <a:lnTo>
                  <a:pt x="36702" y="123836"/>
                </a:lnTo>
                <a:lnTo>
                  <a:pt x="35529" y="123642"/>
                </a:lnTo>
                <a:close/>
                <a:moveTo>
                  <a:pt x="35985" y="11132"/>
                </a:moveTo>
                <a:lnTo>
                  <a:pt x="38069" y="12535"/>
                </a:lnTo>
                <a:lnTo>
                  <a:pt x="34944" y="11833"/>
                </a:lnTo>
                <a:close/>
                <a:moveTo>
                  <a:pt x="19106" y="124674"/>
                </a:moveTo>
                <a:lnTo>
                  <a:pt x="20238" y="125418"/>
                </a:lnTo>
                <a:lnTo>
                  <a:pt x="18539" y="125046"/>
                </a:lnTo>
                <a:close/>
                <a:moveTo>
                  <a:pt x="63912" y="95459"/>
                </a:moveTo>
                <a:lnTo>
                  <a:pt x="66011" y="97231"/>
                </a:lnTo>
                <a:lnTo>
                  <a:pt x="62863" y="96345"/>
                </a:lnTo>
                <a:close/>
                <a:moveTo>
                  <a:pt x="9244" y="108205"/>
                </a:moveTo>
                <a:lnTo>
                  <a:pt x="10021" y="109542"/>
                </a:lnTo>
                <a:lnTo>
                  <a:pt x="8856" y="108873"/>
                </a:lnTo>
                <a:close/>
                <a:moveTo>
                  <a:pt x="10749" y="34202"/>
                </a:moveTo>
                <a:lnTo>
                  <a:pt x="12006" y="34671"/>
                </a:lnTo>
                <a:lnTo>
                  <a:pt x="10121" y="34437"/>
                </a:lnTo>
                <a:close/>
                <a:moveTo>
                  <a:pt x="53541" y="104976"/>
                </a:moveTo>
                <a:lnTo>
                  <a:pt x="55431" y="105556"/>
                </a:lnTo>
                <a:lnTo>
                  <a:pt x="52595" y="105266"/>
                </a:lnTo>
                <a:close/>
                <a:moveTo>
                  <a:pt x="17900" y="12358"/>
                </a:moveTo>
                <a:lnTo>
                  <a:pt x="18494" y="13070"/>
                </a:lnTo>
                <a:lnTo>
                  <a:pt x="17603" y="12714"/>
                </a:lnTo>
                <a:close/>
                <a:moveTo>
                  <a:pt x="2099" y="124707"/>
                </a:moveTo>
                <a:lnTo>
                  <a:pt x="3370" y="126374"/>
                </a:lnTo>
                <a:lnTo>
                  <a:pt x="1464" y="125541"/>
                </a:lnTo>
                <a:close/>
                <a:moveTo>
                  <a:pt x="19694" y="30720"/>
                </a:moveTo>
                <a:lnTo>
                  <a:pt x="21701" y="31377"/>
                </a:lnTo>
                <a:lnTo>
                  <a:pt x="18691" y="31048"/>
                </a:lnTo>
                <a:close/>
                <a:moveTo>
                  <a:pt x="28748" y="90647"/>
                </a:moveTo>
                <a:lnTo>
                  <a:pt x="30181" y="91586"/>
                </a:lnTo>
                <a:lnTo>
                  <a:pt x="28032" y="91117"/>
                </a:lnTo>
                <a:close/>
                <a:moveTo>
                  <a:pt x="53146" y="78172"/>
                </a:moveTo>
                <a:lnTo>
                  <a:pt x="54215" y="78526"/>
                </a:lnTo>
                <a:lnTo>
                  <a:pt x="52611" y="78349"/>
                </a:lnTo>
                <a:close/>
                <a:moveTo>
                  <a:pt x="63551" y="33431"/>
                </a:moveTo>
                <a:lnTo>
                  <a:pt x="65062" y="34792"/>
                </a:lnTo>
                <a:lnTo>
                  <a:pt x="62796" y="34111"/>
                </a:lnTo>
                <a:close/>
                <a:moveTo>
                  <a:pt x="56215" y="100252"/>
                </a:moveTo>
                <a:lnTo>
                  <a:pt x="57834" y="100883"/>
                </a:lnTo>
                <a:lnTo>
                  <a:pt x="55406" y="100567"/>
                </a:lnTo>
                <a:close/>
                <a:moveTo>
                  <a:pt x="34763" y="119413"/>
                </a:moveTo>
                <a:lnTo>
                  <a:pt x="35749" y="120847"/>
                </a:lnTo>
                <a:lnTo>
                  <a:pt x="34270" y="120130"/>
                </a:lnTo>
                <a:close/>
                <a:moveTo>
                  <a:pt x="40965" y="80162"/>
                </a:moveTo>
                <a:lnTo>
                  <a:pt x="42520" y="81499"/>
                </a:lnTo>
                <a:lnTo>
                  <a:pt x="40188" y="80831"/>
                </a:lnTo>
                <a:close/>
                <a:moveTo>
                  <a:pt x="35927" y="838"/>
                </a:moveTo>
                <a:lnTo>
                  <a:pt x="36414" y="1767"/>
                </a:lnTo>
                <a:lnTo>
                  <a:pt x="35683" y="1303"/>
                </a:lnTo>
                <a:close/>
                <a:moveTo>
                  <a:pt x="6341" y="106373"/>
                </a:moveTo>
                <a:lnTo>
                  <a:pt x="7410" y="107709"/>
                </a:lnTo>
                <a:lnTo>
                  <a:pt x="5807" y="107041"/>
                </a:lnTo>
                <a:close/>
                <a:moveTo>
                  <a:pt x="42384" y="104431"/>
                </a:moveTo>
                <a:lnTo>
                  <a:pt x="43828" y="105807"/>
                </a:lnTo>
                <a:lnTo>
                  <a:pt x="41663" y="105119"/>
                </a:lnTo>
                <a:close/>
                <a:moveTo>
                  <a:pt x="45637" y="59967"/>
                </a:moveTo>
                <a:lnTo>
                  <a:pt x="47348" y="61130"/>
                </a:lnTo>
                <a:lnTo>
                  <a:pt x="44782" y="60549"/>
                </a:lnTo>
                <a:close/>
                <a:moveTo>
                  <a:pt x="37738" y="55061"/>
                </a:moveTo>
                <a:lnTo>
                  <a:pt x="39871" y="55978"/>
                </a:lnTo>
                <a:lnTo>
                  <a:pt x="36671" y="55519"/>
                </a:lnTo>
                <a:close/>
                <a:moveTo>
                  <a:pt x="70448" y="26976"/>
                </a:moveTo>
                <a:lnTo>
                  <a:pt x="70838" y="27802"/>
                </a:lnTo>
                <a:lnTo>
                  <a:pt x="70254" y="27389"/>
                </a:lnTo>
                <a:close/>
                <a:moveTo>
                  <a:pt x="18477" y="100560"/>
                </a:moveTo>
                <a:lnTo>
                  <a:pt x="20145" y="101373"/>
                </a:lnTo>
                <a:lnTo>
                  <a:pt x="17643" y="100966"/>
                </a:lnTo>
                <a:close/>
                <a:moveTo>
                  <a:pt x="27946" y="17796"/>
                </a:moveTo>
                <a:lnTo>
                  <a:pt x="29314" y="19131"/>
                </a:lnTo>
                <a:lnTo>
                  <a:pt x="27262" y="18463"/>
                </a:lnTo>
                <a:close/>
                <a:moveTo>
                  <a:pt x="28459" y="134061"/>
                </a:moveTo>
                <a:lnTo>
                  <a:pt x="28835" y="135327"/>
                </a:lnTo>
                <a:lnTo>
                  <a:pt x="28271" y="134694"/>
                </a:lnTo>
                <a:close/>
                <a:moveTo>
                  <a:pt x="62721" y="135502"/>
                </a:moveTo>
                <a:lnTo>
                  <a:pt x="64067" y="136185"/>
                </a:lnTo>
                <a:lnTo>
                  <a:pt x="62047" y="135844"/>
                </a:lnTo>
                <a:close/>
                <a:moveTo>
                  <a:pt x="37394" y="44334"/>
                </a:moveTo>
                <a:lnTo>
                  <a:pt x="37820" y="45046"/>
                </a:lnTo>
                <a:lnTo>
                  <a:pt x="37180" y="44690"/>
                </a:lnTo>
                <a:close/>
                <a:moveTo>
                  <a:pt x="65186" y="28061"/>
                </a:moveTo>
                <a:lnTo>
                  <a:pt x="66854" y="28712"/>
                </a:lnTo>
                <a:lnTo>
                  <a:pt x="64352" y="28386"/>
                </a:lnTo>
                <a:close/>
                <a:moveTo>
                  <a:pt x="39772" y="101241"/>
                </a:moveTo>
                <a:lnTo>
                  <a:pt x="41904" y="102254"/>
                </a:lnTo>
                <a:lnTo>
                  <a:pt x="38705" y="101748"/>
                </a:lnTo>
                <a:close/>
                <a:moveTo>
                  <a:pt x="45420" y="4045"/>
                </a:moveTo>
                <a:lnTo>
                  <a:pt x="46432" y="4985"/>
                </a:lnTo>
                <a:lnTo>
                  <a:pt x="44915" y="4515"/>
                </a:lnTo>
                <a:close/>
                <a:moveTo>
                  <a:pt x="54356" y="119231"/>
                </a:moveTo>
                <a:lnTo>
                  <a:pt x="55907" y="120361"/>
                </a:lnTo>
                <a:lnTo>
                  <a:pt x="53581" y="119796"/>
                </a:lnTo>
                <a:close/>
                <a:moveTo>
                  <a:pt x="63989" y="93308"/>
                </a:moveTo>
                <a:lnTo>
                  <a:pt x="65153" y="94959"/>
                </a:lnTo>
                <a:lnTo>
                  <a:pt x="63407" y="94134"/>
                </a:lnTo>
                <a:close/>
                <a:moveTo>
                  <a:pt x="36737" y="98913"/>
                </a:moveTo>
                <a:lnTo>
                  <a:pt x="37222" y="100323"/>
                </a:lnTo>
                <a:lnTo>
                  <a:pt x="36494" y="99618"/>
                </a:lnTo>
                <a:close/>
                <a:moveTo>
                  <a:pt x="48189" y="111573"/>
                </a:moveTo>
                <a:lnTo>
                  <a:pt x="50088" y="112179"/>
                </a:lnTo>
                <a:lnTo>
                  <a:pt x="47240" y="111876"/>
                </a:lnTo>
                <a:close/>
                <a:moveTo>
                  <a:pt x="9475" y="68399"/>
                </a:moveTo>
                <a:lnTo>
                  <a:pt x="10231" y="69271"/>
                </a:lnTo>
                <a:lnTo>
                  <a:pt x="9097" y="68835"/>
                </a:lnTo>
                <a:close/>
                <a:moveTo>
                  <a:pt x="46524" y="21997"/>
                </a:moveTo>
                <a:lnTo>
                  <a:pt x="47106" y="23229"/>
                </a:lnTo>
                <a:lnTo>
                  <a:pt x="46232" y="22613"/>
                </a:lnTo>
                <a:close/>
                <a:moveTo>
                  <a:pt x="17859" y="70860"/>
                </a:moveTo>
                <a:lnTo>
                  <a:pt x="19665" y="71312"/>
                </a:lnTo>
                <a:lnTo>
                  <a:pt x="16955" y="71086"/>
                </a:lnTo>
                <a:close/>
                <a:moveTo>
                  <a:pt x="50451" y="30565"/>
                </a:moveTo>
                <a:lnTo>
                  <a:pt x="52334" y="31729"/>
                </a:lnTo>
                <a:lnTo>
                  <a:pt x="49509" y="31147"/>
                </a:lnTo>
                <a:close/>
                <a:moveTo>
                  <a:pt x="40099" y="73528"/>
                </a:moveTo>
                <a:lnTo>
                  <a:pt x="42005" y="74831"/>
                </a:lnTo>
                <a:lnTo>
                  <a:pt x="39146" y="74179"/>
                </a:lnTo>
                <a:close/>
                <a:moveTo>
                  <a:pt x="18274" y="106315"/>
                </a:moveTo>
                <a:lnTo>
                  <a:pt x="20115" y="107498"/>
                </a:lnTo>
                <a:lnTo>
                  <a:pt x="17353" y="106906"/>
                </a:lnTo>
                <a:close/>
                <a:moveTo>
                  <a:pt x="53422" y="34894"/>
                </a:moveTo>
                <a:lnTo>
                  <a:pt x="53787" y="35803"/>
                </a:lnTo>
                <a:lnTo>
                  <a:pt x="53240" y="35348"/>
                </a:lnTo>
                <a:close/>
                <a:moveTo>
                  <a:pt x="27702" y="116006"/>
                </a:moveTo>
                <a:lnTo>
                  <a:pt x="29499" y="117548"/>
                </a:lnTo>
                <a:lnTo>
                  <a:pt x="26804" y="116777"/>
                </a:lnTo>
                <a:close/>
                <a:moveTo>
                  <a:pt x="652" y="130992"/>
                </a:moveTo>
                <a:lnTo>
                  <a:pt x="1955" y="131599"/>
                </a:lnTo>
                <a:lnTo>
                  <a:pt x="0" y="131295"/>
                </a:lnTo>
                <a:close/>
                <a:moveTo>
                  <a:pt x="34796" y="3828"/>
                </a:moveTo>
                <a:lnTo>
                  <a:pt x="36702" y="5367"/>
                </a:lnTo>
                <a:lnTo>
                  <a:pt x="33842" y="4597"/>
                </a:lnTo>
                <a:close/>
                <a:moveTo>
                  <a:pt x="4572" y="77564"/>
                </a:moveTo>
                <a:lnTo>
                  <a:pt x="5892" y="78811"/>
                </a:lnTo>
                <a:lnTo>
                  <a:pt x="3912" y="78188"/>
                </a:lnTo>
                <a:close/>
                <a:moveTo>
                  <a:pt x="26206" y="134302"/>
                </a:moveTo>
                <a:lnTo>
                  <a:pt x="28112" y="134832"/>
                </a:lnTo>
                <a:lnTo>
                  <a:pt x="25253" y="134567"/>
                </a:lnTo>
                <a:close/>
                <a:moveTo>
                  <a:pt x="41946" y="67188"/>
                </a:moveTo>
                <a:lnTo>
                  <a:pt x="42906" y="68785"/>
                </a:lnTo>
                <a:lnTo>
                  <a:pt x="41465" y="67987"/>
                </a:lnTo>
                <a:close/>
                <a:moveTo>
                  <a:pt x="36151" y="59486"/>
                </a:moveTo>
                <a:lnTo>
                  <a:pt x="37183" y="60368"/>
                </a:lnTo>
                <a:lnTo>
                  <a:pt x="35635" y="59927"/>
                </a:lnTo>
                <a:close/>
                <a:moveTo>
                  <a:pt x="14517" y="59081"/>
                </a:moveTo>
                <a:lnTo>
                  <a:pt x="16631" y="60275"/>
                </a:lnTo>
                <a:lnTo>
                  <a:pt x="13460" y="59678"/>
                </a:lnTo>
                <a:close/>
                <a:moveTo>
                  <a:pt x="2919" y="58963"/>
                </a:moveTo>
                <a:lnTo>
                  <a:pt x="4777" y="59411"/>
                </a:lnTo>
                <a:lnTo>
                  <a:pt x="1991" y="59187"/>
                </a:lnTo>
                <a:close/>
                <a:moveTo>
                  <a:pt x="56226" y="14585"/>
                </a:moveTo>
                <a:lnTo>
                  <a:pt x="57768" y="15009"/>
                </a:lnTo>
                <a:lnTo>
                  <a:pt x="55454" y="14797"/>
                </a:lnTo>
                <a:close/>
                <a:moveTo>
                  <a:pt x="60674" y="62588"/>
                </a:moveTo>
                <a:lnTo>
                  <a:pt x="62673" y="63671"/>
                </a:lnTo>
                <a:lnTo>
                  <a:pt x="59675" y="63129"/>
                </a:lnTo>
                <a:close/>
                <a:moveTo>
                  <a:pt x="66563" y="141481"/>
                </a:moveTo>
                <a:lnTo>
                  <a:pt x="68533" y="143229"/>
                </a:lnTo>
                <a:lnTo>
                  <a:pt x="65577" y="142355"/>
                </a:lnTo>
                <a:close/>
                <a:moveTo>
                  <a:pt x="42171" y="130039"/>
                </a:moveTo>
                <a:lnTo>
                  <a:pt x="43970" y="130970"/>
                </a:lnTo>
                <a:lnTo>
                  <a:pt x="41272" y="130504"/>
                </a:lnTo>
                <a:close/>
                <a:moveTo>
                  <a:pt x="38282" y="7812"/>
                </a:moveTo>
                <a:lnTo>
                  <a:pt x="39621" y="8751"/>
                </a:lnTo>
                <a:lnTo>
                  <a:pt x="37612" y="8282"/>
                </a:lnTo>
                <a:close/>
                <a:moveTo>
                  <a:pt x="40318" y="139948"/>
                </a:moveTo>
                <a:lnTo>
                  <a:pt x="41384" y="141324"/>
                </a:lnTo>
                <a:lnTo>
                  <a:pt x="39785" y="140636"/>
                </a:lnTo>
                <a:close/>
                <a:moveTo>
                  <a:pt x="31042" y="115043"/>
                </a:moveTo>
                <a:lnTo>
                  <a:pt x="32953" y="115783"/>
                </a:lnTo>
                <a:lnTo>
                  <a:pt x="30086" y="115413"/>
                </a:lnTo>
                <a:close/>
                <a:moveTo>
                  <a:pt x="52813" y="134068"/>
                </a:moveTo>
                <a:lnTo>
                  <a:pt x="54514" y="134843"/>
                </a:lnTo>
                <a:lnTo>
                  <a:pt x="51962" y="134456"/>
                </a:lnTo>
                <a:close/>
                <a:moveTo>
                  <a:pt x="34619" y="71628"/>
                </a:moveTo>
                <a:lnTo>
                  <a:pt x="35019" y="72707"/>
                </a:lnTo>
                <a:lnTo>
                  <a:pt x="34420" y="72168"/>
                </a:lnTo>
                <a:close/>
                <a:moveTo>
                  <a:pt x="18609" y="67049"/>
                </a:moveTo>
                <a:lnTo>
                  <a:pt x="19001" y="68184"/>
                </a:lnTo>
                <a:lnTo>
                  <a:pt x="18412" y="67617"/>
                </a:lnTo>
                <a:close/>
                <a:moveTo>
                  <a:pt x="70029" y="134959"/>
                </a:moveTo>
                <a:lnTo>
                  <a:pt x="70771" y="136629"/>
                </a:lnTo>
                <a:lnTo>
                  <a:pt x="69657" y="135794"/>
                </a:lnTo>
                <a:close/>
                <a:moveTo>
                  <a:pt x="2138" y="57841"/>
                </a:moveTo>
                <a:lnTo>
                  <a:pt x="4019" y="58424"/>
                </a:lnTo>
                <a:lnTo>
                  <a:pt x="1198" y="58133"/>
                </a:lnTo>
                <a:close/>
                <a:moveTo>
                  <a:pt x="64535" y="106562"/>
                </a:moveTo>
                <a:lnTo>
                  <a:pt x="65572" y="107278"/>
                </a:lnTo>
                <a:lnTo>
                  <a:pt x="64016" y="106920"/>
                </a:lnTo>
                <a:close/>
                <a:moveTo>
                  <a:pt x="3184" y="120038"/>
                </a:moveTo>
                <a:lnTo>
                  <a:pt x="4220" y="120755"/>
                </a:lnTo>
                <a:lnTo>
                  <a:pt x="2666" y="120396"/>
                </a:lnTo>
                <a:close/>
                <a:moveTo>
                  <a:pt x="13700" y="20506"/>
                </a:moveTo>
                <a:lnTo>
                  <a:pt x="15141" y="21706"/>
                </a:lnTo>
                <a:lnTo>
                  <a:pt x="12979" y="21106"/>
                </a:lnTo>
                <a:close/>
                <a:moveTo>
                  <a:pt x="34249" y="55217"/>
                </a:moveTo>
                <a:lnTo>
                  <a:pt x="35167" y="55558"/>
                </a:lnTo>
                <a:lnTo>
                  <a:pt x="33790" y="55388"/>
                </a:lnTo>
                <a:close/>
                <a:moveTo>
                  <a:pt x="36085" y="44138"/>
                </a:moveTo>
                <a:lnTo>
                  <a:pt x="37284" y="44951"/>
                </a:lnTo>
                <a:lnTo>
                  <a:pt x="35485" y="44545"/>
                </a:lnTo>
                <a:close/>
                <a:moveTo>
                  <a:pt x="3824" y="45090"/>
                </a:moveTo>
                <a:lnTo>
                  <a:pt x="5379" y="45994"/>
                </a:lnTo>
                <a:lnTo>
                  <a:pt x="3046" y="45542"/>
                </a:lnTo>
                <a:close/>
                <a:moveTo>
                  <a:pt x="70006" y="81927"/>
                </a:moveTo>
                <a:lnTo>
                  <a:pt x="71005" y="83187"/>
                </a:lnTo>
                <a:lnTo>
                  <a:pt x="69506" y="82557"/>
                </a:lnTo>
                <a:close/>
                <a:moveTo>
                  <a:pt x="57919" y="108117"/>
                </a:moveTo>
                <a:lnTo>
                  <a:pt x="58360" y="109221"/>
                </a:lnTo>
                <a:lnTo>
                  <a:pt x="57698" y="108669"/>
                </a:lnTo>
                <a:close/>
                <a:moveTo>
                  <a:pt x="68946" y="119703"/>
                </a:moveTo>
                <a:lnTo>
                  <a:pt x="69879" y="120749"/>
                </a:lnTo>
                <a:lnTo>
                  <a:pt x="68480" y="120226"/>
                </a:lnTo>
                <a:close/>
                <a:moveTo>
                  <a:pt x="37860" y="108928"/>
                </a:moveTo>
                <a:lnTo>
                  <a:pt x="39522" y="110120"/>
                </a:lnTo>
                <a:lnTo>
                  <a:pt x="37029" y="109524"/>
                </a:lnTo>
                <a:close/>
                <a:moveTo>
                  <a:pt x="69931" y="109123"/>
                </a:moveTo>
                <a:lnTo>
                  <a:pt x="72062" y="109457"/>
                </a:lnTo>
                <a:lnTo>
                  <a:pt x="68866" y="109290"/>
                </a:lnTo>
                <a:close/>
                <a:moveTo>
                  <a:pt x="25312" y="253"/>
                </a:moveTo>
                <a:lnTo>
                  <a:pt x="27353" y="1292"/>
                </a:lnTo>
                <a:lnTo>
                  <a:pt x="24292" y="772"/>
                </a:lnTo>
                <a:close/>
                <a:moveTo>
                  <a:pt x="1408" y="56718"/>
                </a:moveTo>
                <a:lnTo>
                  <a:pt x="2085" y="57469"/>
                </a:lnTo>
                <a:lnTo>
                  <a:pt x="1069" y="57093"/>
                </a:lnTo>
                <a:close/>
                <a:moveTo>
                  <a:pt x="10567" y="123341"/>
                </a:moveTo>
                <a:lnTo>
                  <a:pt x="12746" y="123641"/>
                </a:lnTo>
                <a:lnTo>
                  <a:pt x="9478" y="123491"/>
                </a:lnTo>
                <a:close/>
                <a:moveTo>
                  <a:pt x="12598" y="43895"/>
                </a:moveTo>
                <a:lnTo>
                  <a:pt x="14151" y="45415"/>
                </a:lnTo>
                <a:lnTo>
                  <a:pt x="11822" y="44655"/>
                </a:lnTo>
                <a:close/>
                <a:moveTo>
                  <a:pt x="28805" y="90312"/>
                </a:moveTo>
                <a:lnTo>
                  <a:pt x="30269" y="91345"/>
                </a:lnTo>
                <a:lnTo>
                  <a:pt x="28073" y="90829"/>
                </a:lnTo>
                <a:close/>
                <a:moveTo>
                  <a:pt x="44912" y="138006"/>
                </a:moveTo>
                <a:lnTo>
                  <a:pt x="45351" y="138743"/>
                </a:lnTo>
                <a:lnTo>
                  <a:pt x="44692" y="138374"/>
                </a:lnTo>
                <a:close/>
                <a:moveTo>
                  <a:pt x="4850" y="100858"/>
                </a:moveTo>
                <a:lnTo>
                  <a:pt x="6538" y="101595"/>
                </a:lnTo>
                <a:lnTo>
                  <a:pt x="4006" y="101226"/>
                </a:lnTo>
                <a:close/>
                <a:moveTo>
                  <a:pt x="15582" y="114887"/>
                </a:moveTo>
                <a:lnTo>
                  <a:pt x="16774" y="116256"/>
                </a:lnTo>
                <a:lnTo>
                  <a:pt x="14986" y="115571"/>
                </a:lnTo>
                <a:close/>
              </a:path>
            </a:pathLst>
          </a:custGeom>
          <a:solidFill>
            <a:srgbClr val="FFFFFF">
              <a:alpha val="20000"/>
            </a:srgbClr>
          </a:solidFill>
          <a:ln w="0" cap="rnd" cmpd="sng" algn="ctr">
            <a:solidFill>
              <a:srgbClr val="FFFFFF">
                <a:alpha val="0"/>
              </a:srgbClr>
            </a:solidFill>
            <a:round/>
            <a:headEnd type="none"/>
            <a:tailEnd type="none"/>
          </a:ln>
        </p:spPr>
      </p:sp>
      <p:sp>
        <p:nvSpPr>
          <p:cNvPr id="386" name="synapse model / 0385 stack cell boundary"/>
          <p:cNvSpPr/>
          <p:nvPr/>
        </p:nvSpPr>
        <p:spPr>
          <a:xfrm>
            <a:off x="393192" y="5545836"/>
            <a:ext cx="667512" cy="914"/>
          </a:xfrm>
          <a:custGeom>
            <a:avLst/>
            <a:gdLst/>
            <a:ahLst/>
            <a:cxnLst/>
            <a:rect l="0" t="0" r="r" b="b"/>
            <a:pathLst>
              <a:path w="73000" h="100" fill="none" stroke="1" extrusionOk="0">
                <a:moveTo>
                  <a:pt x="0" y="0"/>
                </a:moveTo>
                <a:lnTo>
                  <a:pt x="73000" y="0"/>
                </a:lnTo>
              </a:path>
            </a:pathLst>
          </a:custGeom>
          <a:noFill/>
          <a:ln w="21946" cap="rnd" cmpd="sng" algn="ctr">
            <a:solidFill>
              <a:srgbClr val="000000"/>
            </a:solidFill>
            <a:round/>
            <a:headEnd type="none"/>
            <a:tailEnd type="none"/>
          </a:ln>
        </p:spPr>
      </p:sp>
      <p:sp>
        <p:nvSpPr>
          <p:cNvPr id="387" name="synapse model / 0386 side cell boundary"/>
          <p:cNvSpPr/>
          <p:nvPr/>
        </p:nvSpPr>
        <p:spPr>
          <a:xfrm>
            <a:off x="1060704" y="5536692"/>
            <a:ext cx="164592" cy="9144"/>
          </a:xfrm>
          <a:custGeom>
            <a:avLst/>
            <a:gdLst/>
            <a:ahLst/>
            <a:cxnLst/>
            <a:rect l="0" t="0" r="r" b="b"/>
            <a:pathLst>
              <a:path w="18000" h="1000" fill="none" stroke="1" extrusionOk="0">
                <a:moveTo>
                  <a:pt x="0" y="1000"/>
                </a:moveTo>
                <a:lnTo>
                  <a:pt x="18000" y="0"/>
                </a:lnTo>
              </a:path>
            </a:pathLst>
          </a:custGeom>
          <a:noFill/>
          <a:ln w="16459" cap="rnd" cmpd="sng" algn="ctr">
            <a:solidFill>
              <a:srgbClr val="000000"/>
            </a:solidFill>
            <a:round/>
            <a:headEnd type="none"/>
            <a:tailEnd type="none"/>
          </a:ln>
        </p:spPr>
      </p:sp>
      <p:sp>
        <p:nvSpPr>
          <p:cNvPr id="388" name="synapse model / 0387 stack cell boundary"/>
          <p:cNvSpPr/>
          <p:nvPr/>
        </p:nvSpPr>
        <p:spPr>
          <a:xfrm>
            <a:off x="393192" y="5879592"/>
            <a:ext cx="667512" cy="914"/>
          </a:xfrm>
          <a:custGeom>
            <a:avLst/>
            <a:gdLst/>
            <a:ahLst/>
            <a:cxnLst/>
            <a:rect l="0" t="0" r="r" b="b"/>
            <a:pathLst>
              <a:path w="73000" h="100" fill="none" stroke="1" extrusionOk="0">
                <a:moveTo>
                  <a:pt x="0" y="0"/>
                </a:moveTo>
                <a:lnTo>
                  <a:pt x="73000" y="0"/>
                </a:lnTo>
              </a:path>
            </a:pathLst>
          </a:custGeom>
          <a:noFill/>
          <a:ln w="21946" cap="rnd" cmpd="sng" algn="ctr">
            <a:solidFill>
              <a:srgbClr val="000000"/>
            </a:solidFill>
            <a:round/>
            <a:headEnd type="none"/>
            <a:tailEnd type="none"/>
          </a:ln>
        </p:spPr>
      </p:sp>
      <p:sp>
        <p:nvSpPr>
          <p:cNvPr id="389" name="synapse model / 0388 side cell boundary"/>
          <p:cNvSpPr/>
          <p:nvPr/>
        </p:nvSpPr>
        <p:spPr>
          <a:xfrm>
            <a:off x="1060704" y="5870448"/>
            <a:ext cx="164592" cy="9144"/>
          </a:xfrm>
          <a:custGeom>
            <a:avLst/>
            <a:gdLst/>
            <a:ahLst/>
            <a:cxnLst/>
            <a:rect l="0" t="0" r="r" b="b"/>
            <a:pathLst>
              <a:path w="18000" h="1000" fill="none" stroke="1" extrusionOk="0">
                <a:moveTo>
                  <a:pt x="0" y="1000"/>
                </a:moveTo>
                <a:lnTo>
                  <a:pt x="18000" y="0"/>
                </a:lnTo>
              </a:path>
            </a:pathLst>
          </a:custGeom>
          <a:noFill/>
          <a:ln w="16459" cap="rnd" cmpd="sng" algn="ctr">
            <a:solidFill>
              <a:srgbClr val="000000"/>
            </a:solidFill>
            <a:round/>
            <a:headEnd type="none"/>
            <a:tailEnd type="none"/>
          </a:ln>
        </p:spPr>
      </p:sp>
      <p:sp>
        <p:nvSpPr>
          <p:cNvPr id="390" name="synapse model / 0389 stack cell boundary"/>
          <p:cNvSpPr/>
          <p:nvPr/>
        </p:nvSpPr>
        <p:spPr>
          <a:xfrm>
            <a:off x="393192" y="6213348"/>
            <a:ext cx="667512" cy="914"/>
          </a:xfrm>
          <a:custGeom>
            <a:avLst/>
            <a:gdLst/>
            <a:ahLst/>
            <a:cxnLst/>
            <a:rect l="0" t="0" r="r" b="b"/>
            <a:pathLst>
              <a:path w="73000" h="100" fill="none" stroke="1" extrusionOk="0">
                <a:moveTo>
                  <a:pt x="0" y="0"/>
                </a:moveTo>
                <a:lnTo>
                  <a:pt x="73000" y="0"/>
                </a:lnTo>
              </a:path>
            </a:pathLst>
          </a:custGeom>
          <a:noFill/>
          <a:ln w="21946" cap="rnd" cmpd="sng" algn="ctr">
            <a:solidFill>
              <a:srgbClr val="000000"/>
            </a:solidFill>
            <a:round/>
            <a:headEnd type="none"/>
            <a:tailEnd type="none"/>
          </a:ln>
        </p:spPr>
      </p:sp>
      <p:sp>
        <p:nvSpPr>
          <p:cNvPr id="391" name="synapse model / 0390 side cell boundary"/>
          <p:cNvSpPr/>
          <p:nvPr/>
        </p:nvSpPr>
        <p:spPr>
          <a:xfrm>
            <a:off x="1060704" y="6204204"/>
            <a:ext cx="164592" cy="9144"/>
          </a:xfrm>
          <a:custGeom>
            <a:avLst/>
            <a:gdLst/>
            <a:ahLst/>
            <a:cxnLst/>
            <a:rect l="0" t="0" r="r" b="b"/>
            <a:pathLst>
              <a:path w="18000" h="1000" fill="none" stroke="1" extrusionOk="0">
                <a:moveTo>
                  <a:pt x="0" y="1000"/>
                </a:moveTo>
                <a:lnTo>
                  <a:pt x="18000" y="0"/>
                </a:lnTo>
              </a:path>
            </a:pathLst>
          </a:custGeom>
          <a:noFill/>
          <a:ln w="16459" cap="rnd" cmpd="sng" algn="ctr">
            <a:solidFill>
              <a:srgbClr val="000000"/>
            </a:solidFill>
            <a:round/>
            <a:headEnd type="none"/>
            <a:tailEnd type="none"/>
          </a:ln>
        </p:spPr>
      </p:sp>
      <p:sp>
        <p:nvSpPr>
          <p:cNvPr id="392" name="synapse model / 0391 stack side"/>
          <p:cNvSpPr/>
          <p:nvPr/>
        </p:nvSpPr>
        <p:spPr>
          <a:xfrm>
            <a:off x="3721608" y="987552"/>
            <a:ext cx="155448" cy="4023360"/>
          </a:xfrm>
          <a:custGeom>
            <a:avLst/>
            <a:gdLst/>
            <a:ahLst/>
            <a:cxnLst/>
            <a:rect l="0" t="0" r="r" b="b"/>
            <a:pathLst>
              <a:path w="17000" h="440000" fill="norm" stroke="1" extrusionOk="0">
                <a:moveTo>
                  <a:pt x="0" y="0"/>
                </a:moveTo>
                <a:lnTo>
                  <a:pt x="17000" y="14000"/>
                </a:lnTo>
                <a:lnTo>
                  <a:pt x="17000" y="440000"/>
                </a:lnTo>
                <a:lnTo>
                  <a:pt x="0" y="440000"/>
                </a:lnTo>
                <a:close/>
              </a:path>
            </a:pathLst>
          </a:custGeom>
          <a:gradFill rotWithShape="1">
            <a:gsLst>
              <a:gs pos="0">
                <a:srgbClr val="DEDEDE"/>
              </a:gs>
              <a:gs pos="100000">
                <a:srgbClr val="BBBBBB"/>
              </a:gs>
            </a:gsLst>
            <a:lin ang="0" scaled="1"/>
            <a:tileRect/>
          </a:gradFill>
          <a:ln w="20117" cap="rnd" cmpd="sng" algn="ctr">
            <a:solidFill>
              <a:srgbClr val="000000"/>
            </a:solidFill>
            <a:round/>
            <a:headEnd type="none"/>
            <a:tailEnd type="none"/>
          </a:ln>
        </p:spPr>
      </p:sp>
      <p:sp>
        <p:nvSpPr>
          <p:cNvPr id="393" name="synapse model / 0392 activation stack"/>
          <p:cNvSpPr/>
          <p:nvPr/>
        </p:nvSpPr>
        <p:spPr>
          <a:xfrm>
            <a:off x="3063240" y="987552"/>
            <a:ext cx="658368" cy="4023360"/>
          </a:xfrm>
          <a:custGeom>
            <a:avLst/>
            <a:gdLst/>
            <a:ahLst/>
            <a:cxnLst/>
            <a:rect l="0" t="0" r="r" b="b"/>
            <a:pathLst>
              <a:path w="72000" h="440000" fill="norm" stroke="1" extrusionOk="0">
                <a:moveTo>
                  <a:pt x="0" y="0"/>
                </a:moveTo>
                <a:lnTo>
                  <a:pt x="72000" y="0"/>
                </a:lnTo>
                <a:lnTo>
                  <a:pt x="72000" y="440000"/>
                </a:lnTo>
                <a:lnTo>
                  <a:pt x="0" y="440000"/>
                </a:lnTo>
                <a:close/>
              </a:path>
            </a:pathLst>
          </a:custGeom>
          <a:gradFill rotWithShape="1">
            <a:gsLst>
              <a:gs pos="0">
                <a:srgbClr val="B2B2B2"/>
              </a:gs>
              <a:gs pos="100000">
                <a:srgbClr val="E4E4E4"/>
              </a:gs>
            </a:gsLst>
            <a:lin ang="5400000" scaled="1"/>
            <a:tileRect/>
          </a:gradFill>
          <a:ln w="23774" cap="rnd" cmpd="sng" algn="ctr">
            <a:solidFill>
              <a:srgbClr val="000000"/>
            </a:solidFill>
            <a:round/>
            <a:headEnd type="none"/>
            <a:tailEnd type="none"/>
          </a:ln>
        </p:spPr>
      </p:sp>
      <p:sp>
        <p:nvSpPr>
          <p:cNvPr id="394" name="synapse model / 0393 paper texture"/>
          <p:cNvSpPr/>
          <p:nvPr/>
        </p:nvSpPr>
        <p:spPr>
          <a:xfrm>
            <a:off x="3063209" y="1000771"/>
            <a:ext cx="653868" cy="3995223"/>
          </a:xfrm>
          <a:custGeom>
            <a:avLst/>
            <a:gdLst/>
            <a:ahLst/>
            <a:cxnLst/>
            <a:rect l="0" t="0" r="r" b="b"/>
            <a:pathLst>
              <a:path w="71508" h="436923" fill="norm" stroke="1" extrusionOk="0">
                <a:moveTo>
                  <a:pt x="18875" y="299012"/>
                </a:moveTo>
                <a:lnTo>
                  <a:pt x="20491" y="300586"/>
                </a:lnTo>
                <a:lnTo>
                  <a:pt x="18067" y="299799"/>
                </a:lnTo>
                <a:close/>
                <a:moveTo>
                  <a:pt x="13818" y="100308"/>
                </a:moveTo>
                <a:lnTo>
                  <a:pt x="14441" y="100946"/>
                </a:lnTo>
                <a:lnTo>
                  <a:pt x="13507" y="100627"/>
                </a:lnTo>
                <a:close/>
                <a:moveTo>
                  <a:pt x="51651" y="56457"/>
                </a:moveTo>
                <a:lnTo>
                  <a:pt x="52984" y="57078"/>
                </a:lnTo>
                <a:lnTo>
                  <a:pt x="50985" y="56768"/>
                </a:lnTo>
                <a:close/>
                <a:moveTo>
                  <a:pt x="21335" y="188155"/>
                </a:moveTo>
                <a:lnTo>
                  <a:pt x="23234" y="189368"/>
                </a:lnTo>
                <a:lnTo>
                  <a:pt x="20385" y="188761"/>
                </a:lnTo>
                <a:close/>
                <a:moveTo>
                  <a:pt x="1999" y="120095"/>
                </a:moveTo>
                <a:lnTo>
                  <a:pt x="2621" y="121702"/>
                </a:lnTo>
                <a:lnTo>
                  <a:pt x="1689" y="120898"/>
                </a:lnTo>
                <a:close/>
                <a:moveTo>
                  <a:pt x="56875" y="351797"/>
                </a:moveTo>
                <a:lnTo>
                  <a:pt x="58754" y="353214"/>
                </a:lnTo>
                <a:lnTo>
                  <a:pt x="55936" y="352505"/>
                </a:lnTo>
                <a:close/>
                <a:moveTo>
                  <a:pt x="66507" y="346432"/>
                </a:moveTo>
                <a:lnTo>
                  <a:pt x="67332" y="348007"/>
                </a:lnTo>
                <a:lnTo>
                  <a:pt x="66094" y="347220"/>
                </a:lnTo>
                <a:close/>
                <a:moveTo>
                  <a:pt x="34592" y="329491"/>
                </a:moveTo>
                <a:lnTo>
                  <a:pt x="35985" y="330435"/>
                </a:lnTo>
                <a:lnTo>
                  <a:pt x="33895" y="329963"/>
                </a:lnTo>
                <a:close/>
                <a:moveTo>
                  <a:pt x="26133" y="187387"/>
                </a:moveTo>
                <a:lnTo>
                  <a:pt x="27064" y="187863"/>
                </a:lnTo>
                <a:lnTo>
                  <a:pt x="25668" y="187625"/>
                </a:lnTo>
                <a:close/>
                <a:moveTo>
                  <a:pt x="57559" y="348393"/>
                </a:moveTo>
                <a:lnTo>
                  <a:pt x="59732" y="349730"/>
                </a:lnTo>
                <a:lnTo>
                  <a:pt x="56472" y="349062"/>
                </a:lnTo>
                <a:close/>
                <a:moveTo>
                  <a:pt x="39245" y="326610"/>
                </a:moveTo>
                <a:lnTo>
                  <a:pt x="39845" y="327925"/>
                </a:lnTo>
                <a:lnTo>
                  <a:pt x="38945" y="327268"/>
                </a:lnTo>
                <a:close/>
                <a:moveTo>
                  <a:pt x="31598" y="76743"/>
                </a:moveTo>
                <a:lnTo>
                  <a:pt x="32323" y="77827"/>
                </a:lnTo>
                <a:lnTo>
                  <a:pt x="31236" y="77285"/>
                </a:lnTo>
                <a:close/>
                <a:moveTo>
                  <a:pt x="18482" y="200338"/>
                </a:moveTo>
                <a:lnTo>
                  <a:pt x="19952" y="201232"/>
                </a:lnTo>
                <a:lnTo>
                  <a:pt x="17747" y="200785"/>
                </a:lnTo>
                <a:close/>
                <a:moveTo>
                  <a:pt x="10027" y="214059"/>
                </a:moveTo>
                <a:lnTo>
                  <a:pt x="10813" y="214712"/>
                </a:lnTo>
                <a:lnTo>
                  <a:pt x="9635" y="214386"/>
                </a:lnTo>
                <a:close/>
                <a:moveTo>
                  <a:pt x="14422" y="159689"/>
                </a:moveTo>
                <a:lnTo>
                  <a:pt x="14907" y="160965"/>
                </a:lnTo>
                <a:lnTo>
                  <a:pt x="14179" y="160327"/>
                </a:lnTo>
                <a:close/>
                <a:moveTo>
                  <a:pt x="66806" y="169848"/>
                </a:moveTo>
                <a:lnTo>
                  <a:pt x="68486" y="171548"/>
                </a:lnTo>
                <a:lnTo>
                  <a:pt x="65966" y="170698"/>
                </a:lnTo>
                <a:close/>
                <a:moveTo>
                  <a:pt x="3985" y="61497"/>
                </a:moveTo>
                <a:lnTo>
                  <a:pt x="5826" y="63054"/>
                </a:lnTo>
                <a:lnTo>
                  <a:pt x="3064" y="62276"/>
                </a:lnTo>
                <a:close/>
                <a:moveTo>
                  <a:pt x="45098" y="69368"/>
                </a:moveTo>
                <a:lnTo>
                  <a:pt x="46213" y="70970"/>
                </a:lnTo>
                <a:lnTo>
                  <a:pt x="44541" y="70169"/>
                </a:lnTo>
                <a:close/>
                <a:moveTo>
                  <a:pt x="62151" y="350541"/>
                </a:moveTo>
                <a:lnTo>
                  <a:pt x="62876" y="352121"/>
                </a:lnTo>
                <a:lnTo>
                  <a:pt x="61788" y="351331"/>
                </a:lnTo>
                <a:close/>
                <a:moveTo>
                  <a:pt x="26862" y="312670"/>
                </a:moveTo>
                <a:lnTo>
                  <a:pt x="27465" y="314427"/>
                </a:lnTo>
                <a:lnTo>
                  <a:pt x="26560" y="313548"/>
                </a:lnTo>
                <a:close/>
                <a:moveTo>
                  <a:pt x="42645" y="315380"/>
                </a:moveTo>
                <a:lnTo>
                  <a:pt x="43387" y="316606"/>
                </a:lnTo>
                <a:lnTo>
                  <a:pt x="42274" y="315993"/>
                </a:lnTo>
                <a:close/>
                <a:moveTo>
                  <a:pt x="41084" y="257920"/>
                </a:moveTo>
                <a:lnTo>
                  <a:pt x="42099" y="259311"/>
                </a:lnTo>
                <a:lnTo>
                  <a:pt x="40576" y="258615"/>
                </a:lnTo>
                <a:close/>
                <a:moveTo>
                  <a:pt x="24555" y="128611"/>
                </a:moveTo>
                <a:lnTo>
                  <a:pt x="25210" y="129937"/>
                </a:lnTo>
                <a:lnTo>
                  <a:pt x="24228" y="129274"/>
                </a:lnTo>
                <a:close/>
                <a:moveTo>
                  <a:pt x="8749" y="98123"/>
                </a:moveTo>
                <a:lnTo>
                  <a:pt x="9227" y="99388"/>
                </a:lnTo>
                <a:lnTo>
                  <a:pt x="8510" y="98756"/>
                </a:lnTo>
                <a:close/>
                <a:moveTo>
                  <a:pt x="39378" y="236983"/>
                </a:moveTo>
                <a:lnTo>
                  <a:pt x="39800" y="237943"/>
                </a:lnTo>
                <a:lnTo>
                  <a:pt x="39167" y="237463"/>
                </a:lnTo>
                <a:close/>
                <a:moveTo>
                  <a:pt x="24674" y="40048"/>
                </a:moveTo>
                <a:lnTo>
                  <a:pt x="25030" y="41844"/>
                </a:lnTo>
                <a:lnTo>
                  <a:pt x="24497" y="40946"/>
                </a:lnTo>
                <a:close/>
                <a:moveTo>
                  <a:pt x="9388" y="131311"/>
                </a:moveTo>
                <a:lnTo>
                  <a:pt x="10236" y="132507"/>
                </a:lnTo>
                <a:lnTo>
                  <a:pt x="8964" y="131909"/>
                </a:lnTo>
                <a:close/>
                <a:moveTo>
                  <a:pt x="6346" y="204896"/>
                </a:moveTo>
                <a:lnTo>
                  <a:pt x="7374" y="206448"/>
                </a:lnTo>
                <a:lnTo>
                  <a:pt x="5832" y="205672"/>
                </a:lnTo>
                <a:close/>
                <a:moveTo>
                  <a:pt x="1398" y="145841"/>
                </a:moveTo>
                <a:lnTo>
                  <a:pt x="2666" y="147596"/>
                </a:lnTo>
                <a:lnTo>
                  <a:pt x="763" y="146719"/>
                </a:lnTo>
                <a:close/>
                <a:moveTo>
                  <a:pt x="36655" y="206789"/>
                </a:moveTo>
                <a:lnTo>
                  <a:pt x="38243" y="207534"/>
                </a:lnTo>
                <a:lnTo>
                  <a:pt x="35860" y="207162"/>
                </a:lnTo>
                <a:close/>
                <a:moveTo>
                  <a:pt x="3193" y="218656"/>
                </a:moveTo>
                <a:lnTo>
                  <a:pt x="5228" y="220063"/>
                </a:lnTo>
                <a:lnTo>
                  <a:pt x="2176" y="219360"/>
                </a:lnTo>
                <a:close/>
                <a:moveTo>
                  <a:pt x="18827" y="298483"/>
                </a:moveTo>
                <a:lnTo>
                  <a:pt x="20748" y="299171"/>
                </a:lnTo>
                <a:lnTo>
                  <a:pt x="17867" y="298827"/>
                </a:lnTo>
                <a:close/>
                <a:moveTo>
                  <a:pt x="41576" y="154936"/>
                </a:moveTo>
                <a:lnTo>
                  <a:pt x="42378" y="155667"/>
                </a:lnTo>
                <a:lnTo>
                  <a:pt x="41175" y="155302"/>
                </a:lnTo>
                <a:close/>
                <a:moveTo>
                  <a:pt x="15069" y="152862"/>
                </a:moveTo>
                <a:lnTo>
                  <a:pt x="15489" y="153759"/>
                </a:lnTo>
                <a:lnTo>
                  <a:pt x="14859" y="153311"/>
                </a:lnTo>
                <a:close/>
                <a:moveTo>
                  <a:pt x="6990" y="330864"/>
                </a:moveTo>
                <a:lnTo>
                  <a:pt x="8449" y="331170"/>
                </a:lnTo>
                <a:lnTo>
                  <a:pt x="6260" y="331017"/>
                </a:lnTo>
                <a:close/>
                <a:moveTo>
                  <a:pt x="54399" y="82772"/>
                </a:moveTo>
                <a:lnTo>
                  <a:pt x="55639" y="83904"/>
                </a:lnTo>
                <a:lnTo>
                  <a:pt x="53779" y="83338"/>
                </a:lnTo>
                <a:close/>
                <a:moveTo>
                  <a:pt x="23971" y="126038"/>
                </a:moveTo>
                <a:lnTo>
                  <a:pt x="25126" y="126543"/>
                </a:lnTo>
                <a:lnTo>
                  <a:pt x="23394" y="126290"/>
                </a:lnTo>
                <a:close/>
                <a:moveTo>
                  <a:pt x="60589" y="48470"/>
                </a:moveTo>
                <a:lnTo>
                  <a:pt x="62463" y="49097"/>
                </a:lnTo>
                <a:lnTo>
                  <a:pt x="59653" y="48783"/>
                </a:lnTo>
                <a:close/>
                <a:moveTo>
                  <a:pt x="21935" y="169260"/>
                </a:moveTo>
                <a:lnTo>
                  <a:pt x="22347" y="169753"/>
                </a:lnTo>
                <a:lnTo>
                  <a:pt x="21729" y="169507"/>
                </a:lnTo>
                <a:close/>
                <a:moveTo>
                  <a:pt x="25914" y="192651"/>
                </a:moveTo>
                <a:lnTo>
                  <a:pt x="27886" y="194436"/>
                </a:lnTo>
                <a:lnTo>
                  <a:pt x="24928" y="193544"/>
                </a:lnTo>
                <a:close/>
                <a:moveTo>
                  <a:pt x="4010" y="233372"/>
                </a:moveTo>
                <a:lnTo>
                  <a:pt x="4599" y="234878"/>
                </a:lnTo>
                <a:lnTo>
                  <a:pt x="3715" y="234125"/>
                </a:lnTo>
                <a:close/>
                <a:moveTo>
                  <a:pt x="23271" y="389751"/>
                </a:moveTo>
                <a:lnTo>
                  <a:pt x="24630" y="390239"/>
                </a:lnTo>
                <a:lnTo>
                  <a:pt x="22591" y="389995"/>
                </a:lnTo>
                <a:close/>
                <a:moveTo>
                  <a:pt x="1344" y="107983"/>
                </a:moveTo>
                <a:lnTo>
                  <a:pt x="3300" y="108508"/>
                </a:lnTo>
                <a:lnTo>
                  <a:pt x="366" y="108246"/>
                </a:lnTo>
                <a:close/>
                <a:moveTo>
                  <a:pt x="34049" y="161966"/>
                </a:moveTo>
                <a:lnTo>
                  <a:pt x="35037" y="163469"/>
                </a:lnTo>
                <a:lnTo>
                  <a:pt x="33555" y="162718"/>
                </a:lnTo>
                <a:close/>
                <a:moveTo>
                  <a:pt x="15753" y="313484"/>
                </a:moveTo>
                <a:lnTo>
                  <a:pt x="17336" y="315187"/>
                </a:lnTo>
                <a:lnTo>
                  <a:pt x="14961" y="314336"/>
                </a:lnTo>
                <a:close/>
                <a:moveTo>
                  <a:pt x="36876" y="401789"/>
                </a:moveTo>
                <a:lnTo>
                  <a:pt x="38041" y="402949"/>
                </a:lnTo>
                <a:lnTo>
                  <a:pt x="36294" y="402369"/>
                </a:lnTo>
                <a:close/>
                <a:moveTo>
                  <a:pt x="43825" y="366484"/>
                </a:moveTo>
                <a:lnTo>
                  <a:pt x="45835" y="366957"/>
                </a:lnTo>
                <a:lnTo>
                  <a:pt x="42820" y="366720"/>
                </a:lnTo>
                <a:close/>
                <a:moveTo>
                  <a:pt x="10468" y="232847"/>
                </a:moveTo>
                <a:lnTo>
                  <a:pt x="12321" y="233947"/>
                </a:lnTo>
                <a:lnTo>
                  <a:pt x="9541" y="233397"/>
                </a:lnTo>
                <a:close/>
                <a:moveTo>
                  <a:pt x="21670" y="419887"/>
                </a:moveTo>
                <a:lnTo>
                  <a:pt x="22571" y="420317"/>
                </a:lnTo>
                <a:lnTo>
                  <a:pt x="21219" y="420102"/>
                </a:lnTo>
                <a:close/>
                <a:moveTo>
                  <a:pt x="4597" y="12842"/>
                </a:moveTo>
                <a:lnTo>
                  <a:pt x="6292" y="13302"/>
                </a:lnTo>
                <a:lnTo>
                  <a:pt x="3750" y="13072"/>
                </a:lnTo>
                <a:close/>
                <a:moveTo>
                  <a:pt x="50417" y="378146"/>
                </a:moveTo>
                <a:lnTo>
                  <a:pt x="52616" y="379659"/>
                </a:lnTo>
                <a:lnTo>
                  <a:pt x="49317" y="378903"/>
                </a:lnTo>
                <a:close/>
                <a:moveTo>
                  <a:pt x="30283" y="271426"/>
                </a:moveTo>
                <a:lnTo>
                  <a:pt x="32175" y="272800"/>
                </a:lnTo>
                <a:lnTo>
                  <a:pt x="29338" y="272113"/>
                </a:lnTo>
                <a:close/>
                <a:moveTo>
                  <a:pt x="21043" y="332551"/>
                </a:moveTo>
                <a:lnTo>
                  <a:pt x="21596" y="333314"/>
                </a:lnTo>
                <a:lnTo>
                  <a:pt x="20767" y="332933"/>
                </a:lnTo>
                <a:close/>
                <a:moveTo>
                  <a:pt x="69737" y="205481"/>
                </a:moveTo>
                <a:lnTo>
                  <a:pt x="70582" y="206958"/>
                </a:lnTo>
                <a:lnTo>
                  <a:pt x="69314" y="206220"/>
                </a:lnTo>
                <a:close/>
                <a:moveTo>
                  <a:pt x="32066" y="1159"/>
                </a:moveTo>
                <a:lnTo>
                  <a:pt x="32470" y="1848"/>
                </a:lnTo>
                <a:lnTo>
                  <a:pt x="31864" y="1503"/>
                </a:lnTo>
                <a:close/>
                <a:moveTo>
                  <a:pt x="23908" y="409135"/>
                </a:moveTo>
                <a:lnTo>
                  <a:pt x="24716" y="410710"/>
                </a:lnTo>
                <a:lnTo>
                  <a:pt x="23504" y="409923"/>
                </a:lnTo>
                <a:close/>
                <a:moveTo>
                  <a:pt x="59897" y="181410"/>
                </a:moveTo>
                <a:lnTo>
                  <a:pt x="62084" y="182852"/>
                </a:lnTo>
                <a:lnTo>
                  <a:pt x="58803" y="182131"/>
                </a:lnTo>
                <a:close/>
                <a:moveTo>
                  <a:pt x="34403" y="113809"/>
                </a:moveTo>
                <a:lnTo>
                  <a:pt x="35606" y="115462"/>
                </a:lnTo>
                <a:lnTo>
                  <a:pt x="33801" y="114636"/>
                </a:lnTo>
                <a:close/>
                <a:moveTo>
                  <a:pt x="38035" y="84291"/>
                </a:moveTo>
                <a:lnTo>
                  <a:pt x="39080" y="85305"/>
                </a:lnTo>
                <a:lnTo>
                  <a:pt x="37512" y="84798"/>
                </a:lnTo>
                <a:close/>
                <a:moveTo>
                  <a:pt x="14163" y="249927"/>
                </a:moveTo>
                <a:lnTo>
                  <a:pt x="14576" y="251459"/>
                </a:lnTo>
                <a:lnTo>
                  <a:pt x="13956" y="250693"/>
                </a:lnTo>
                <a:close/>
                <a:moveTo>
                  <a:pt x="13335" y="44512"/>
                </a:moveTo>
                <a:lnTo>
                  <a:pt x="14774" y="45273"/>
                </a:lnTo>
                <a:lnTo>
                  <a:pt x="12615" y="44892"/>
                </a:lnTo>
                <a:close/>
                <a:moveTo>
                  <a:pt x="62081" y="216714"/>
                </a:moveTo>
                <a:lnTo>
                  <a:pt x="63395" y="218266"/>
                </a:lnTo>
                <a:lnTo>
                  <a:pt x="61423" y="217490"/>
                </a:lnTo>
                <a:close/>
                <a:moveTo>
                  <a:pt x="15790" y="325271"/>
                </a:moveTo>
                <a:lnTo>
                  <a:pt x="17341" y="326214"/>
                </a:lnTo>
                <a:lnTo>
                  <a:pt x="15015" y="325742"/>
                </a:lnTo>
                <a:close/>
                <a:moveTo>
                  <a:pt x="67197" y="9181"/>
                </a:moveTo>
                <a:lnTo>
                  <a:pt x="69143" y="9696"/>
                </a:lnTo>
                <a:lnTo>
                  <a:pt x="66225" y="9438"/>
                </a:lnTo>
                <a:close/>
                <a:moveTo>
                  <a:pt x="58945" y="66740"/>
                </a:moveTo>
                <a:lnTo>
                  <a:pt x="59394" y="67791"/>
                </a:lnTo>
                <a:lnTo>
                  <a:pt x="58721" y="67266"/>
                </a:lnTo>
                <a:close/>
                <a:moveTo>
                  <a:pt x="64887" y="112043"/>
                </a:moveTo>
                <a:lnTo>
                  <a:pt x="66137" y="113255"/>
                </a:lnTo>
                <a:lnTo>
                  <a:pt x="64262" y="112649"/>
                </a:lnTo>
                <a:close/>
                <a:moveTo>
                  <a:pt x="17816" y="231320"/>
                </a:moveTo>
                <a:lnTo>
                  <a:pt x="18184" y="232294"/>
                </a:lnTo>
                <a:lnTo>
                  <a:pt x="17633" y="231807"/>
                </a:lnTo>
                <a:close/>
                <a:moveTo>
                  <a:pt x="53428" y="148102"/>
                </a:moveTo>
                <a:lnTo>
                  <a:pt x="54185" y="148478"/>
                </a:lnTo>
                <a:lnTo>
                  <a:pt x="53049" y="148290"/>
                </a:lnTo>
                <a:close/>
                <a:moveTo>
                  <a:pt x="49345" y="186235"/>
                </a:moveTo>
                <a:lnTo>
                  <a:pt x="51386" y="187646"/>
                </a:lnTo>
                <a:lnTo>
                  <a:pt x="48324" y="186941"/>
                </a:lnTo>
                <a:close/>
                <a:moveTo>
                  <a:pt x="7930" y="399043"/>
                </a:moveTo>
                <a:lnTo>
                  <a:pt x="10004" y="400569"/>
                </a:lnTo>
                <a:lnTo>
                  <a:pt x="6893" y="399806"/>
                </a:lnTo>
                <a:close/>
                <a:moveTo>
                  <a:pt x="58363" y="297307"/>
                </a:moveTo>
                <a:lnTo>
                  <a:pt x="60046" y="298607"/>
                </a:lnTo>
                <a:lnTo>
                  <a:pt x="57521" y="297957"/>
                </a:lnTo>
                <a:close/>
                <a:moveTo>
                  <a:pt x="41762" y="111950"/>
                </a:moveTo>
                <a:lnTo>
                  <a:pt x="42359" y="113339"/>
                </a:lnTo>
                <a:lnTo>
                  <a:pt x="41464" y="112644"/>
                </a:lnTo>
                <a:close/>
                <a:moveTo>
                  <a:pt x="42164" y="24227"/>
                </a:moveTo>
                <a:lnTo>
                  <a:pt x="43701" y="25442"/>
                </a:lnTo>
                <a:lnTo>
                  <a:pt x="41395" y="24834"/>
                </a:lnTo>
                <a:close/>
                <a:moveTo>
                  <a:pt x="36301" y="338242"/>
                </a:moveTo>
                <a:lnTo>
                  <a:pt x="38272" y="339114"/>
                </a:lnTo>
                <a:lnTo>
                  <a:pt x="35315" y="338678"/>
                </a:lnTo>
                <a:close/>
                <a:moveTo>
                  <a:pt x="57219" y="217733"/>
                </a:moveTo>
                <a:lnTo>
                  <a:pt x="58627" y="218654"/>
                </a:lnTo>
                <a:lnTo>
                  <a:pt x="56515" y="218193"/>
                </a:lnTo>
                <a:close/>
                <a:moveTo>
                  <a:pt x="65381" y="193781"/>
                </a:moveTo>
                <a:lnTo>
                  <a:pt x="67493" y="194588"/>
                </a:lnTo>
                <a:lnTo>
                  <a:pt x="64325" y="194184"/>
                </a:lnTo>
                <a:close/>
                <a:moveTo>
                  <a:pt x="47393" y="398384"/>
                </a:moveTo>
                <a:lnTo>
                  <a:pt x="49008" y="399247"/>
                </a:lnTo>
                <a:lnTo>
                  <a:pt x="46586" y="398815"/>
                </a:lnTo>
                <a:close/>
                <a:moveTo>
                  <a:pt x="6366" y="208604"/>
                </a:moveTo>
                <a:lnTo>
                  <a:pt x="7483" y="210125"/>
                </a:lnTo>
                <a:lnTo>
                  <a:pt x="5808" y="209365"/>
                </a:lnTo>
                <a:close/>
                <a:moveTo>
                  <a:pt x="55124" y="430508"/>
                </a:moveTo>
                <a:lnTo>
                  <a:pt x="56302" y="431424"/>
                </a:lnTo>
                <a:lnTo>
                  <a:pt x="54535" y="430966"/>
                </a:lnTo>
                <a:close/>
                <a:moveTo>
                  <a:pt x="39932" y="327180"/>
                </a:moveTo>
                <a:lnTo>
                  <a:pt x="40430" y="327804"/>
                </a:lnTo>
                <a:lnTo>
                  <a:pt x="39683" y="327492"/>
                </a:lnTo>
                <a:close/>
                <a:moveTo>
                  <a:pt x="11063" y="141410"/>
                </a:moveTo>
                <a:lnTo>
                  <a:pt x="11968" y="143162"/>
                </a:lnTo>
                <a:lnTo>
                  <a:pt x="10611" y="142286"/>
                </a:lnTo>
                <a:close/>
                <a:moveTo>
                  <a:pt x="15338" y="407486"/>
                </a:moveTo>
                <a:lnTo>
                  <a:pt x="16233" y="408092"/>
                </a:lnTo>
                <a:lnTo>
                  <a:pt x="14890" y="407789"/>
                </a:lnTo>
                <a:close/>
                <a:moveTo>
                  <a:pt x="68233" y="38495"/>
                </a:moveTo>
                <a:lnTo>
                  <a:pt x="68792" y="38988"/>
                </a:lnTo>
                <a:lnTo>
                  <a:pt x="67954" y="38741"/>
                </a:lnTo>
                <a:close/>
                <a:moveTo>
                  <a:pt x="5621" y="168520"/>
                </a:moveTo>
                <a:lnTo>
                  <a:pt x="6363" y="169058"/>
                </a:lnTo>
                <a:lnTo>
                  <a:pt x="5249" y="168789"/>
                </a:lnTo>
                <a:close/>
                <a:moveTo>
                  <a:pt x="2085" y="304682"/>
                </a:moveTo>
                <a:lnTo>
                  <a:pt x="2526" y="305329"/>
                </a:lnTo>
                <a:lnTo>
                  <a:pt x="1865" y="305005"/>
                </a:lnTo>
                <a:close/>
                <a:moveTo>
                  <a:pt x="40019" y="385644"/>
                </a:moveTo>
                <a:lnTo>
                  <a:pt x="41589" y="387007"/>
                </a:lnTo>
                <a:lnTo>
                  <a:pt x="39234" y="386326"/>
                </a:lnTo>
                <a:close/>
                <a:moveTo>
                  <a:pt x="49342" y="347908"/>
                </a:moveTo>
                <a:lnTo>
                  <a:pt x="51270" y="348441"/>
                </a:lnTo>
                <a:lnTo>
                  <a:pt x="48377" y="348175"/>
                </a:lnTo>
                <a:close/>
                <a:moveTo>
                  <a:pt x="4732" y="270898"/>
                </a:moveTo>
                <a:lnTo>
                  <a:pt x="6042" y="271979"/>
                </a:lnTo>
                <a:lnTo>
                  <a:pt x="4077" y="271438"/>
                </a:lnTo>
                <a:close/>
                <a:moveTo>
                  <a:pt x="54951" y="75695"/>
                </a:moveTo>
                <a:lnTo>
                  <a:pt x="56608" y="76635"/>
                </a:lnTo>
                <a:lnTo>
                  <a:pt x="54123" y="76165"/>
                </a:lnTo>
                <a:close/>
                <a:moveTo>
                  <a:pt x="30096" y="106487"/>
                </a:moveTo>
                <a:lnTo>
                  <a:pt x="30966" y="107656"/>
                </a:lnTo>
                <a:lnTo>
                  <a:pt x="29660" y="107072"/>
                </a:lnTo>
                <a:close/>
                <a:moveTo>
                  <a:pt x="39228" y="395804"/>
                </a:moveTo>
                <a:lnTo>
                  <a:pt x="40096" y="397177"/>
                </a:lnTo>
                <a:lnTo>
                  <a:pt x="38794" y="396491"/>
                </a:lnTo>
                <a:close/>
                <a:moveTo>
                  <a:pt x="7694" y="284476"/>
                </a:moveTo>
                <a:lnTo>
                  <a:pt x="8341" y="286062"/>
                </a:lnTo>
                <a:lnTo>
                  <a:pt x="7371" y="285269"/>
                </a:lnTo>
                <a:close/>
                <a:moveTo>
                  <a:pt x="67604" y="110725"/>
                </a:moveTo>
                <a:lnTo>
                  <a:pt x="69449" y="111354"/>
                </a:lnTo>
                <a:lnTo>
                  <a:pt x="66681" y="111039"/>
                </a:lnTo>
                <a:close/>
                <a:moveTo>
                  <a:pt x="22076" y="44656"/>
                </a:moveTo>
                <a:lnTo>
                  <a:pt x="23243" y="45112"/>
                </a:lnTo>
                <a:lnTo>
                  <a:pt x="21492" y="44884"/>
                </a:lnTo>
                <a:close/>
                <a:moveTo>
                  <a:pt x="49606" y="251051"/>
                </a:moveTo>
                <a:lnTo>
                  <a:pt x="50733" y="252416"/>
                </a:lnTo>
                <a:lnTo>
                  <a:pt x="49042" y="251734"/>
                </a:lnTo>
                <a:close/>
                <a:moveTo>
                  <a:pt x="17104" y="144501"/>
                </a:moveTo>
                <a:lnTo>
                  <a:pt x="18127" y="144804"/>
                </a:lnTo>
                <a:lnTo>
                  <a:pt x="16593" y="144653"/>
                </a:lnTo>
                <a:close/>
                <a:moveTo>
                  <a:pt x="62198" y="38117"/>
                </a:moveTo>
                <a:lnTo>
                  <a:pt x="62735" y="39614"/>
                </a:lnTo>
                <a:lnTo>
                  <a:pt x="61930" y="38866"/>
                </a:lnTo>
                <a:close/>
                <a:moveTo>
                  <a:pt x="57474" y="195119"/>
                </a:moveTo>
                <a:lnTo>
                  <a:pt x="58603" y="195628"/>
                </a:lnTo>
                <a:lnTo>
                  <a:pt x="56909" y="195373"/>
                </a:lnTo>
                <a:close/>
                <a:moveTo>
                  <a:pt x="1087" y="227008"/>
                </a:moveTo>
                <a:lnTo>
                  <a:pt x="1888" y="227535"/>
                </a:lnTo>
                <a:lnTo>
                  <a:pt x="687" y="227272"/>
                </a:lnTo>
                <a:close/>
                <a:moveTo>
                  <a:pt x="63494" y="7976"/>
                </a:moveTo>
                <a:lnTo>
                  <a:pt x="64514" y="9404"/>
                </a:lnTo>
                <a:lnTo>
                  <a:pt x="62983" y="8690"/>
                </a:lnTo>
                <a:close/>
                <a:moveTo>
                  <a:pt x="52528" y="46287"/>
                </a:moveTo>
                <a:lnTo>
                  <a:pt x="54251" y="47433"/>
                </a:lnTo>
                <a:lnTo>
                  <a:pt x="51666" y="46860"/>
                </a:lnTo>
                <a:close/>
                <a:moveTo>
                  <a:pt x="44471" y="411787"/>
                </a:moveTo>
                <a:lnTo>
                  <a:pt x="46298" y="412986"/>
                </a:lnTo>
                <a:lnTo>
                  <a:pt x="43557" y="412387"/>
                </a:lnTo>
                <a:close/>
                <a:moveTo>
                  <a:pt x="54125" y="214480"/>
                </a:moveTo>
                <a:lnTo>
                  <a:pt x="55495" y="216006"/>
                </a:lnTo>
                <a:lnTo>
                  <a:pt x="53440" y="215243"/>
                </a:lnTo>
                <a:close/>
                <a:moveTo>
                  <a:pt x="43745" y="164076"/>
                </a:moveTo>
                <a:lnTo>
                  <a:pt x="44133" y="165560"/>
                </a:lnTo>
                <a:lnTo>
                  <a:pt x="43551" y="164818"/>
                </a:lnTo>
                <a:close/>
                <a:moveTo>
                  <a:pt x="24476" y="187043"/>
                </a:moveTo>
                <a:lnTo>
                  <a:pt x="25358" y="188176"/>
                </a:lnTo>
                <a:lnTo>
                  <a:pt x="24035" y="187610"/>
                </a:lnTo>
                <a:close/>
                <a:moveTo>
                  <a:pt x="28669" y="364017"/>
                </a:moveTo>
                <a:lnTo>
                  <a:pt x="30118" y="365155"/>
                </a:lnTo>
                <a:lnTo>
                  <a:pt x="27945" y="364586"/>
                </a:lnTo>
                <a:close/>
                <a:moveTo>
                  <a:pt x="55031" y="192035"/>
                </a:moveTo>
                <a:lnTo>
                  <a:pt x="56374" y="193461"/>
                </a:lnTo>
                <a:lnTo>
                  <a:pt x="54360" y="192748"/>
                </a:lnTo>
                <a:close/>
                <a:moveTo>
                  <a:pt x="50857" y="324529"/>
                </a:moveTo>
                <a:lnTo>
                  <a:pt x="52855" y="325666"/>
                </a:lnTo>
                <a:lnTo>
                  <a:pt x="49858" y="325097"/>
                </a:lnTo>
                <a:close/>
                <a:moveTo>
                  <a:pt x="39310" y="81896"/>
                </a:moveTo>
                <a:lnTo>
                  <a:pt x="40106" y="82848"/>
                </a:lnTo>
                <a:lnTo>
                  <a:pt x="38912" y="82372"/>
                </a:lnTo>
                <a:close/>
                <a:moveTo>
                  <a:pt x="35421" y="392539"/>
                </a:moveTo>
                <a:lnTo>
                  <a:pt x="35850" y="393364"/>
                </a:lnTo>
                <a:lnTo>
                  <a:pt x="35207" y="392952"/>
                </a:lnTo>
                <a:close/>
                <a:moveTo>
                  <a:pt x="52074" y="200119"/>
                </a:moveTo>
                <a:lnTo>
                  <a:pt x="53993" y="200659"/>
                </a:lnTo>
                <a:lnTo>
                  <a:pt x="51114" y="200389"/>
                </a:lnTo>
                <a:close/>
                <a:moveTo>
                  <a:pt x="54209" y="188009"/>
                </a:moveTo>
                <a:lnTo>
                  <a:pt x="55609" y="188394"/>
                </a:lnTo>
                <a:lnTo>
                  <a:pt x="53509" y="188202"/>
                </a:lnTo>
                <a:close/>
                <a:moveTo>
                  <a:pt x="28800" y="350384"/>
                </a:moveTo>
                <a:lnTo>
                  <a:pt x="30510" y="351530"/>
                </a:lnTo>
                <a:lnTo>
                  <a:pt x="27945" y="350957"/>
                </a:lnTo>
                <a:close/>
                <a:moveTo>
                  <a:pt x="30186" y="16600"/>
                </a:moveTo>
                <a:lnTo>
                  <a:pt x="31829" y="17569"/>
                </a:lnTo>
                <a:lnTo>
                  <a:pt x="29364" y="17084"/>
                </a:lnTo>
                <a:close/>
                <a:moveTo>
                  <a:pt x="50963" y="266982"/>
                </a:moveTo>
                <a:lnTo>
                  <a:pt x="52057" y="268594"/>
                </a:lnTo>
                <a:lnTo>
                  <a:pt x="50417" y="267788"/>
                </a:lnTo>
                <a:close/>
                <a:moveTo>
                  <a:pt x="10121" y="418667"/>
                </a:moveTo>
                <a:lnTo>
                  <a:pt x="10630" y="420421"/>
                </a:lnTo>
                <a:lnTo>
                  <a:pt x="9866" y="419544"/>
                </a:lnTo>
                <a:close/>
                <a:moveTo>
                  <a:pt x="41495" y="195217"/>
                </a:moveTo>
                <a:lnTo>
                  <a:pt x="43576" y="196286"/>
                </a:lnTo>
                <a:lnTo>
                  <a:pt x="40454" y="195752"/>
                </a:lnTo>
                <a:close/>
                <a:moveTo>
                  <a:pt x="36085" y="25737"/>
                </a:moveTo>
                <a:lnTo>
                  <a:pt x="37910" y="26995"/>
                </a:lnTo>
                <a:lnTo>
                  <a:pt x="35172" y="26366"/>
                </a:lnTo>
                <a:close/>
                <a:moveTo>
                  <a:pt x="17536" y="49231"/>
                </a:moveTo>
                <a:lnTo>
                  <a:pt x="18663" y="50934"/>
                </a:lnTo>
                <a:lnTo>
                  <a:pt x="16973" y="50082"/>
                </a:lnTo>
                <a:close/>
                <a:moveTo>
                  <a:pt x="61071" y="202956"/>
                </a:moveTo>
                <a:lnTo>
                  <a:pt x="61487" y="204499"/>
                </a:lnTo>
                <a:lnTo>
                  <a:pt x="60863" y="203728"/>
                </a:lnTo>
                <a:close/>
                <a:moveTo>
                  <a:pt x="14951" y="318972"/>
                </a:moveTo>
                <a:lnTo>
                  <a:pt x="16225" y="320718"/>
                </a:lnTo>
                <a:lnTo>
                  <a:pt x="14314" y="319845"/>
                </a:lnTo>
                <a:close/>
                <a:moveTo>
                  <a:pt x="11191" y="346395"/>
                </a:moveTo>
                <a:lnTo>
                  <a:pt x="12873" y="346721"/>
                </a:lnTo>
                <a:lnTo>
                  <a:pt x="10350" y="346558"/>
                </a:lnTo>
                <a:close/>
                <a:moveTo>
                  <a:pt x="40015" y="128392"/>
                </a:moveTo>
                <a:lnTo>
                  <a:pt x="41651" y="130134"/>
                </a:lnTo>
                <a:lnTo>
                  <a:pt x="39197" y="129263"/>
                </a:lnTo>
                <a:close/>
                <a:moveTo>
                  <a:pt x="46965" y="215436"/>
                </a:moveTo>
                <a:lnTo>
                  <a:pt x="48432" y="216109"/>
                </a:lnTo>
                <a:lnTo>
                  <a:pt x="46232" y="215772"/>
                </a:lnTo>
                <a:close/>
                <a:moveTo>
                  <a:pt x="33271" y="50437"/>
                </a:moveTo>
                <a:lnTo>
                  <a:pt x="34954" y="50835"/>
                </a:lnTo>
                <a:lnTo>
                  <a:pt x="32429" y="50636"/>
                </a:lnTo>
                <a:close/>
                <a:moveTo>
                  <a:pt x="37366" y="78010"/>
                </a:moveTo>
                <a:lnTo>
                  <a:pt x="38757" y="78395"/>
                </a:lnTo>
                <a:lnTo>
                  <a:pt x="36670" y="78203"/>
                </a:lnTo>
                <a:close/>
                <a:moveTo>
                  <a:pt x="2898" y="272630"/>
                </a:moveTo>
                <a:lnTo>
                  <a:pt x="4579" y="274262"/>
                </a:lnTo>
                <a:lnTo>
                  <a:pt x="2057" y="273446"/>
                </a:lnTo>
                <a:close/>
                <a:moveTo>
                  <a:pt x="47736" y="434661"/>
                </a:moveTo>
                <a:lnTo>
                  <a:pt x="48350" y="435905"/>
                </a:lnTo>
                <a:lnTo>
                  <a:pt x="47429" y="435283"/>
                </a:lnTo>
                <a:close/>
                <a:moveTo>
                  <a:pt x="44908" y="76190"/>
                </a:moveTo>
                <a:lnTo>
                  <a:pt x="45517" y="76850"/>
                </a:lnTo>
                <a:lnTo>
                  <a:pt x="44604" y="76520"/>
                </a:lnTo>
                <a:close/>
                <a:moveTo>
                  <a:pt x="37114" y="343551"/>
                </a:moveTo>
                <a:lnTo>
                  <a:pt x="38779" y="344709"/>
                </a:lnTo>
                <a:lnTo>
                  <a:pt x="36281" y="344130"/>
                </a:lnTo>
                <a:close/>
                <a:moveTo>
                  <a:pt x="6351" y="315005"/>
                </a:moveTo>
                <a:lnTo>
                  <a:pt x="7649" y="315559"/>
                </a:lnTo>
                <a:lnTo>
                  <a:pt x="5702" y="315282"/>
                </a:lnTo>
                <a:close/>
                <a:moveTo>
                  <a:pt x="43662" y="106902"/>
                </a:moveTo>
                <a:lnTo>
                  <a:pt x="44584" y="107878"/>
                </a:lnTo>
                <a:lnTo>
                  <a:pt x="43202" y="107390"/>
                </a:lnTo>
                <a:close/>
                <a:moveTo>
                  <a:pt x="52841" y="46242"/>
                </a:moveTo>
                <a:lnTo>
                  <a:pt x="54009" y="46895"/>
                </a:lnTo>
                <a:lnTo>
                  <a:pt x="52256" y="46568"/>
                </a:lnTo>
                <a:close/>
                <a:moveTo>
                  <a:pt x="47303" y="356053"/>
                </a:moveTo>
                <a:lnTo>
                  <a:pt x="48141" y="357433"/>
                </a:lnTo>
                <a:lnTo>
                  <a:pt x="46883" y="356743"/>
                </a:lnTo>
                <a:close/>
                <a:moveTo>
                  <a:pt x="33019" y="94663"/>
                </a:moveTo>
                <a:lnTo>
                  <a:pt x="33879" y="95770"/>
                </a:lnTo>
                <a:lnTo>
                  <a:pt x="32589" y="95217"/>
                </a:lnTo>
                <a:close/>
                <a:moveTo>
                  <a:pt x="56672" y="262550"/>
                </a:moveTo>
                <a:lnTo>
                  <a:pt x="57023" y="264022"/>
                </a:lnTo>
                <a:lnTo>
                  <a:pt x="56496" y="263286"/>
                </a:lnTo>
                <a:close/>
                <a:moveTo>
                  <a:pt x="41035" y="184209"/>
                </a:moveTo>
                <a:lnTo>
                  <a:pt x="41831" y="185170"/>
                </a:lnTo>
                <a:lnTo>
                  <a:pt x="40637" y="184690"/>
                </a:lnTo>
                <a:close/>
                <a:moveTo>
                  <a:pt x="48757" y="118033"/>
                </a:moveTo>
                <a:lnTo>
                  <a:pt x="49363" y="119651"/>
                </a:lnTo>
                <a:lnTo>
                  <a:pt x="48454" y="118842"/>
                </a:lnTo>
                <a:close/>
                <a:moveTo>
                  <a:pt x="31508" y="30411"/>
                </a:moveTo>
                <a:lnTo>
                  <a:pt x="33506" y="30875"/>
                </a:lnTo>
                <a:lnTo>
                  <a:pt x="30509" y="30643"/>
                </a:lnTo>
                <a:close/>
                <a:moveTo>
                  <a:pt x="26178" y="270103"/>
                </a:moveTo>
                <a:lnTo>
                  <a:pt x="27757" y="271751"/>
                </a:lnTo>
                <a:lnTo>
                  <a:pt x="25389" y="270927"/>
                </a:lnTo>
                <a:close/>
                <a:moveTo>
                  <a:pt x="13145" y="248396"/>
                </a:moveTo>
                <a:lnTo>
                  <a:pt x="15122" y="249398"/>
                </a:lnTo>
                <a:lnTo>
                  <a:pt x="12156" y="248897"/>
                </a:lnTo>
                <a:close/>
                <a:moveTo>
                  <a:pt x="50311" y="203441"/>
                </a:moveTo>
                <a:lnTo>
                  <a:pt x="51987" y="205178"/>
                </a:lnTo>
                <a:lnTo>
                  <a:pt x="49474" y="204310"/>
                </a:lnTo>
                <a:close/>
                <a:moveTo>
                  <a:pt x="24451" y="321650"/>
                </a:moveTo>
                <a:lnTo>
                  <a:pt x="25439" y="323282"/>
                </a:lnTo>
                <a:lnTo>
                  <a:pt x="23957" y="322466"/>
                </a:lnTo>
                <a:close/>
                <a:moveTo>
                  <a:pt x="53719" y="374416"/>
                </a:moveTo>
                <a:lnTo>
                  <a:pt x="55686" y="375609"/>
                </a:lnTo>
                <a:lnTo>
                  <a:pt x="52736" y="375012"/>
                </a:lnTo>
                <a:close/>
                <a:moveTo>
                  <a:pt x="66585" y="67493"/>
                </a:moveTo>
                <a:lnTo>
                  <a:pt x="67997" y="67905"/>
                </a:lnTo>
                <a:lnTo>
                  <a:pt x="65879" y="67699"/>
                </a:lnTo>
                <a:close/>
                <a:moveTo>
                  <a:pt x="41242" y="299806"/>
                </a:moveTo>
                <a:lnTo>
                  <a:pt x="42120" y="301324"/>
                </a:lnTo>
                <a:lnTo>
                  <a:pt x="40804" y="300565"/>
                </a:lnTo>
                <a:close/>
                <a:moveTo>
                  <a:pt x="29802" y="85831"/>
                </a:moveTo>
                <a:lnTo>
                  <a:pt x="30510" y="86998"/>
                </a:lnTo>
                <a:lnTo>
                  <a:pt x="29448" y="86414"/>
                </a:lnTo>
                <a:close/>
                <a:moveTo>
                  <a:pt x="27515" y="20017"/>
                </a:moveTo>
                <a:lnTo>
                  <a:pt x="28430" y="21779"/>
                </a:lnTo>
                <a:lnTo>
                  <a:pt x="27057" y="20898"/>
                </a:lnTo>
                <a:close/>
                <a:moveTo>
                  <a:pt x="33596" y="298092"/>
                </a:moveTo>
                <a:lnTo>
                  <a:pt x="34735" y="298499"/>
                </a:lnTo>
                <a:lnTo>
                  <a:pt x="33027" y="298295"/>
                </a:lnTo>
                <a:close/>
                <a:moveTo>
                  <a:pt x="43242" y="91378"/>
                </a:moveTo>
                <a:lnTo>
                  <a:pt x="43818" y="92604"/>
                </a:lnTo>
                <a:lnTo>
                  <a:pt x="42954" y="91991"/>
                </a:lnTo>
                <a:close/>
                <a:moveTo>
                  <a:pt x="47621" y="4224"/>
                </a:moveTo>
                <a:lnTo>
                  <a:pt x="49721" y="4555"/>
                </a:lnTo>
                <a:lnTo>
                  <a:pt x="46571" y="4390"/>
                </a:lnTo>
                <a:close/>
                <a:moveTo>
                  <a:pt x="12458" y="143208"/>
                </a:moveTo>
                <a:lnTo>
                  <a:pt x="14283" y="144621"/>
                </a:lnTo>
                <a:lnTo>
                  <a:pt x="11545" y="143914"/>
                </a:lnTo>
                <a:close/>
                <a:moveTo>
                  <a:pt x="52287" y="187357"/>
                </a:moveTo>
                <a:lnTo>
                  <a:pt x="54325" y="187857"/>
                </a:lnTo>
                <a:lnTo>
                  <a:pt x="51269" y="187607"/>
                </a:lnTo>
                <a:close/>
                <a:moveTo>
                  <a:pt x="67304" y="21495"/>
                </a:moveTo>
                <a:lnTo>
                  <a:pt x="67938" y="22921"/>
                </a:lnTo>
                <a:lnTo>
                  <a:pt x="66987" y="22208"/>
                </a:lnTo>
                <a:close/>
                <a:moveTo>
                  <a:pt x="54117" y="293696"/>
                </a:moveTo>
                <a:lnTo>
                  <a:pt x="54927" y="295296"/>
                </a:lnTo>
                <a:lnTo>
                  <a:pt x="53713" y="294496"/>
                </a:lnTo>
                <a:close/>
                <a:moveTo>
                  <a:pt x="36544" y="89702"/>
                </a:moveTo>
                <a:lnTo>
                  <a:pt x="37073" y="91486"/>
                </a:lnTo>
                <a:lnTo>
                  <a:pt x="36280" y="90594"/>
                </a:lnTo>
                <a:close/>
                <a:moveTo>
                  <a:pt x="4855" y="95580"/>
                </a:moveTo>
                <a:lnTo>
                  <a:pt x="5864" y="97220"/>
                </a:lnTo>
                <a:lnTo>
                  <a:pt x="4350" y="96400"/>
                </a:lnTo>
                <a:close/>
                <a:moveTo>
                  <a:pt x="58323" y="367367"/>
                </a:moveTo>
                <a:lnTo>
                  <a:pt x="59840" y="367684"/>
                </a:lnTo>
                <a:lnTo>
                  <a:pt x="57565" y="367525"/>
                </a:lnTo>
                <a:close/>
                <a:moveTo>
                  <a:pt x="51929" y="82792"/>
                </a:moveTo>
                <a:lnTo>
                  <a:pt x="54031" y="84547"/>
                </a:lnTo>
                <a:lnTo>
                  <a:pt x="50878" y="83669"/>
                </a:lnTo>
                <a:close/>
                <a:moveTo>
                  <a:pt x="5554" y="319111"/>
                </a:moveTo>
                <a:lnTo>
                  <a:pt x="6351" y="319567"/>
                </a:lnTo>
                <a:lnTo>
                  <a:pt x="5155" y="319339"/>
                </a:lnTo>
                <a:close/>
                <a:moveTo>
                  <a:pt x="61368" y="192898"/>
                </a:moveTo>
                <a:lnTo>
                  <a:pt x="62263" y="194038"/>
                </a:lnTo>
                <a:lnTo>
                  <a:pt x="60921" y="193468"/>
                </a:lnTo>
                <a:close/>
                <a:moveTo>
                  <a:pt x="5451" y="184744"/>
                </a:moveTo>
                <a:lnTo>
                  <a:pt x="7003" y="186340"/>
                </a:lnTo>
                <a:lnTo>
                  <a:pt x="4676" y="185542"/>
                </a:lnTo>
                <a:close/>
                <a:moveTo>
                  <a:pt x="9459" y="390120"/>
                </a:moveTo>
                <a:lnTo>
                  <a:pt x="10004" y="390730"/>
                </a:lnTo>
                <a:lnTo>
                  <a:pt x="9187" y="390425"/>
                </a:lnTo>
                <a:close/>
                <a:moveTo>
                  <a:pt x="24029" y="73369"/>
                </a:moveTo>
                <a:lnTo>
                  <a:pt x="24548" y="74653"/>
                </a:lnTo>
                <a:lnTo>
                  <a:pt x="23770" y="74011"/>
                </a:lnTo>
                <a:close/>
                <a:moveTo>
                  <a:pt x="28519" y="82458"/>
                </a:moveTo>
                <a:lnTo>
                  <a:pt x="29821" y="82944"/>
                </a:lnTo>
                <a:lnTo>
                  <a:pt x="27868" y="82701"/>
                </a:lnTo>
                <a:close/>
                <a:moveTo>
                  <a:pt x="48013" y="420913"/>
                </a:moveTo>
                <a:lnTo>
                  <a:pt x="49227" y="421846"/>
                </a:lnTo>
                <a:lnTo>
                  <a:pt x="47406" y="421380"/>
                </a:lnTo>
                <a:close/>
                <a:moveTo>
                  <a:pt x="28509" y="159755"/>
                </a:moveTo>
                <a:lnTo>
                  <a:pt x="29624" y="160323"/>
                </a:lnTo>
                <a:lnTo>
                  <a:pt x="27952" y="160039"/>
                </a:lnTo>
                <a:close/>
                <a:moveTo>
                  <a:pt x="21442" y="301334"/>
                </a:moveTo>
                <a:lnTo>
                  <a:pt x="22679" y="301736"/>
                </a:lnTo>
                <a:lnTo>
                  <a:pt x="20823" y="301535"/>
                </a:lnTo>
                <a:close/>
                <a:moveTo>
                  <a:pt x="11026" y="367053"/>
                </a:moveTo>
                <a:lnTo>
                  <a:pt x="12029" y="368598"/>
                </a:lnTo>
                <a:lnTo>
                  <a:pt x="10524" y="367826"/>
                </a:lnTo>
                <a:close/>
                <a:moveTo>
                  <a:pt x="43584" y="272892"/>
                </a:moveTo>
                <a:lnTo>
                  <a:pt x="44592" y="274061"/>
                </a:lnTo>
                <a:lnTo>
                  <a:pt x="43080" y="273477"/>
                </a:lnTo>
                <a:close/>
                <a:moveTo>
                  <a:pt x="29631" y="225285"/>
                </a:moveTo>
                <a:lnTo>
                  <a:pt x="31729" y="225746"/>
                </a:lnTo>
                <a:lnTo>
                  <a:pt x="28582" y="225516"/>
                </a:lnTo>
                <a:close/>
                <a:moveTo>
                  <a:pt x="15743" y="394298"/>
                </a:moveTo>
                <a:lnTo>
                  <a:pt x="17808" y="395817"/>
                </a:lnTo>
                <a:lnTo>
                  <a:pt x="14710" y="395058"/>
                </a:lnTo>
                <a:close/>
                <a:moveTo>
                  <a:pt x="60376" y="44909"/>
                </a:moveTo>
                <a:lnTo>
                  <a:pt x="62055" y="45395"/>
                </a:lnTo>
                <a:lnTo>
                  <a:pt x="59537" y="45152"/>
                </a:lnTo>
                <a:close/>
                <a:moveTo>
                  <a:pt x="59511" y="172603"/>
                </a:moveTo>
                <a:lnTo>
                  <a:pt x="60766" y="173683"/>
                </a:lnTo>
                <a:lnTo>
                  <a:pt x="58883" y="173143"/>
                </a:lnTo>
                <a:close/>
                <a:moveTo>
                  <a:pt x="15203" y="247062"/>
                </a:moveTo>
                <a:lnTo>
                  <a:pt x="17148" y="248035"/>
                </a:lnTo>
                <a:lnTo>
                  <a:pt x="14230" y="247549"/>
                </a:lnTo>
                <a:close/>
                <a:moveTo>
                  <a:pt x="31286" y="159764"/>
                </a:moveTo>
                <a:lnTo>
                  <a:pt x="31989" y="160491"/>
                </a:lnTo>
                <a:lnTo>
                  <a:pt x="30935" y="160127"/>
                </a:lnTo>
                <a:close/>
                <a:moveTo>
                  <a:pt x="58815" y="421247"/>
                </a:moveTo>
                <a:lnTo>
                  <a:pt x="59858" y="421978"/>
                </a:lnTo>
                <a:lnTo>
                  <a:pt x="58293" y="421613"/>
                </a:lnTo>
                <a:close/>
                <a:moveTo>
                  <a:pt x="24267" y="377001"/>
                </a:moveTo>
                <a:lnTo>
                  <a:pt x="25103" y="377575"/>
                </a:lnTo>
                <a:lnTo>
                  <a:pt x="23850" y="377288"/>
                </a:lnTo>
                <a:close/>
                <a:moveTo>
                  <a:pt x="22760" y="37356"/>
                </a:moveTo>
                <a:lnTo>
                  <a:pt x="23382" y="38004"/>
                </a:lnTo>
                <a:lnTo>
                  <a:pt x="22449" y="37680"/>
                </a:lnTo>
                <a:close/>
                <a:moveTo>
                  <a:pt x="45944" y="405544"/>
                </a:moveTo>
                <a:lnTo>
                  <a:pt x="46773" y="406284"/>
                </a:lnTo>
                <a:lnTo>
                  <a:pt x="45529" y="405914"/>
                </a:lnTo>
                <a:close/>
                <a:moveTo>
                  <a:pt x="41501" y="12563"/>
                </a:moveTo>
                <a:lnTo>
                  <a:pt x="42016" y="13723"/>
                </a:lnTo>
                <a:lnTo>
                  <a:pt x="41244" y="13143"/>
                </a:lnTo>
                <a:close/>
                <a:moveTo>
                  <a:pt x="33068" y="153098"/>
                </a:moveTo>
                <a:lnTo>
                  <a:pt x="34187" y="153428"/>
                </a:lnTo>
                <a:lnTo>
                  <a:pt x="32509" y="153263"/>
                </a:lnTo>
                <a:close/>
                <a:moveTo>
                  <a:pt x="18929" y="77006"/>
                </a:moveTo>
                <a:lnTo>
                  <a:pt x="19721" y="77410"/>
                </a:lnTo>
                <a:lnTo>
                  <a:pt x="18533" y="77208"/>
                </a:lnTo>
                <a:close/>
                <a:moveTo>
                  <a:pt x="57292" y="6661"/>
                </a:moveTo>
                <a:lnTo>
                  <a:pt x="58409" y="7219"/>
                </a:lnTo>
                <a:lnTo>
                  <a:pt x="56734" y="6940"/>
                </a:lnTo>
                <a:close/>
                <a:moveTo>
                  <a:pt x="15040" y="331467"/>
                </a:moveTo>
                <a:lnTo>
                  <a:pt x="17168" y="333215"/>
                </a:lnTo>
                <a:lnTo>
                  <a:pt x="13976" y="332341"/>
                </a:lnTo>
                <a:close/>
                <a:moveTo>
                  <a:pt x="23851" y="236251"/>
                </a:moveTo>
                <a:lnTo>
                  <a:pt x="25000" y="236671"/>
                </a:lnTo>
                <a:lnTo>
                  <a:pt x="23277" y="236461"/>
                </a:lnTo>
                <a:close/>
                <a:moveTo>
                  <a:pt x="30185" y="266730"/>
                </a:moveTo>
                <a:lnTo>
                  <a:pt x="31273" y="268208"/>
                </a:lnTo>
                <a:lnTo>
                  <a:pt x="29641" y="267469"/>
                </a:lnTo>
                <a:close/>
                <a:moveTo>
                  <a:pt x="31798" y="127984"/>
                </a:moveTo>
                <a:lnTo>
                  <a:pt x="33804" y="129139"/>
                </a:lnTo>
                <a:lnTo>
                  <a:pt x="30795" y="128561"/>
                </a:lnTo>
                <a:close/>
                <a:moveTo>
                  <a:pt x="18614" y="394733"/>
                </a:moveTo>
                <a:lnTo>
                  <a:pt x="19852" y="395938"/>
                </a:lnTo>
                <a:lnTo>
                  <a:pt x="17995" y="395335"/>
                </a:lnTo>
                <a:close/>
                <a:moveTo>
                  <a:pt x="33321" y="374879"/>
                </a:moveTo>
                <a:lnTo>
                  <a:pt x="35024" y="375842"/>
                </a:lnTo>
                <a:lnTo>
                  <a:pt x="32469" y="375361"/>
                </a:lnTo>
                <a:close/>
                <a:moveTo>
                  <a:pt x="26210" y="337014"/>
                </a:moveTo>
                <a:lnTo>
                  <a:pt x="28109" y="338218"/>
                </a:lnTo>
                <a:lnTo>
                  <a:pt x="25260" y="337616"/>
                </a:lnTo>
                <a:close/>
                <a:moveTo>
                  <a:pt x="61229" y="230189"/>
                </a:moveTo>
                <a:lnTo>
                  <a:pt x="62347" y="230964"/>
                </a:lnTo>
                <a:lnTo>
                  <a:pt x="60670" y="230576"/>
                </a:lnTo>
                <a:close/>
                <a:moveTo>
                  <a:pt x="19577" y="66459"/>
                </a:moveTo>
                <a:lnTo>
                  <a:pt x="21634" y="67588"/>
                </a:lnTo>
                <a:lnTo>
                  <a:pt x="18548" y="67023"/>
                </a:lnTo>
                <a:close/>
                <a:moveTo>
                  <a:pt x="6763" y="90768"/>
                </a:moveTo>
                <a:lnTo>
                  <a:pt x="7898" y="92277"/>
                </a:lnTo>
                <a:lnTo>
                  <a:pt x="6196" y="91523"/>
                </a:lnTo>
                <a:close/>
                <a:moveTo>
                  <a:pt x="60070" y="331452"/>
                </a:moveTo>
                <a:lnTo>
                  <a:pt x="60961" y="332393"/>
                </a:lnTo>
                <a:lnTo>
                  <a:pt x="59624" y="331923"/>
                </a:lnTo>
                <a:close/>
                <a:moveTo>
                  <a:pt x="66376" y="168942"/>
                </a:moveTo>
                <a:lnTo>
                  <a:pt x="67927" y="169317"/>
                </a:lnTo>
                <a:lnTo>
                  <a:pt x="65600" y="169130"/>
                </a:lnTo>
                <a:close/>
                <a:moveTo>
                  <a:pt x="34114" y="220860"/>
                </a:moveTo>
                <a:lnTo>
                  <a:pt x="36147" y="222601"/>
                </a:lnTo>
                <a:lnTo>
                  <a:pt x="33098" y="221730"/>
                </a:lnTo>
                <a:close/>
                <a:moveTo>
                  <a:pt x="52918" y="144611"/>
                </a:moveTo>
                <a:lnTo>
                  <a:pt x="54882" y="146285"/>
                </a:lnTo>
                <a:lnTo>
                  <a:pt x="51936" y="145448"/>
                </a:lnTo>
                <a:close/>
                <a:moveTo>
                  <a:pt x="6264" y="185158"/>
                </a:moveTo>
                <a:lnTo>
                  <a:pt x="7633" y="185915"/>
                </a:lnTo>
                <a:lnTo>
                  <a:pt x="5579" y="185536"/>
                </a:lnTo>
                <a:close/>
                <a:moveTo>
                  <a:pt x="17612" y="342541"/>
                </a:moveTo>
                <a:lnTo>
                  <a:pt x="18350" y="343671"/>
                </a:lnTo>
                <a:lnTo>
                  <a:pt x="17244" y="343106"/>
                </a:lnTo>
                <a:close/>
                <a:moveTo>
                  <a:pt x="2380" y="201357"/>
                </a:moveTo>
                <a:lnTo>
                  <a:pt x="4514" y="201662"/>
                </a:lnTo>
                <a:lnTo>
                  <a:pt x="1313" y="201510"/>
                </a:lnTo>
                <a:close/>
                <a:moveTo>
                  <a:pt x="8429" y="393160"/>
                </a:moveTo>
                <a:lnTo>
                  <a:pt x="10470" y="394219"/>
                </a:lnTo>
                <a:lnTo>
                  <a:pt x="7408" y="393689"/>
                </a:lnTo>
                <a:close/>
                <a:moveTo>
                  <a:pt x="21359" y="129842"/>
                </a:moveTo>
                <a:lnTo>
                  <a:pt x="23067" y="131012"/>
                </a:lnTo>
                <a:lnTo>
                  <a:pt x="20506" y="130427"/>
                </a:lnTo>
                <a:close/>
                <a:moveTo>
                  <a:pt x="31809" y="301580"/>
                </a:moveTo>
                <a:lnTo>
                  <a:pt x="32342" y="302464"/>
                </a:lnTo>
                <a:lnTo>
                  <a:pt x="31542" y="302022"/>
                </a:lnTo>
                <a:close/>
                <a:moveTo>
                  <a:pt x="61608" y="398191"/>
                </a:moveTo>
                <a:lnTo>
                  <a:pt x="62856" y="399664"/>
                </a:lnTo>
                <a:lnTo>
                  <a:pt x="60983" y="398927"/>
                </a:lnTo>
                <a:close/>
                <a:moveTo>
                  <a:pt x="62038" y="227463"/>
                </a:moveTo>
                <a:lnTo>
                  <a:pt x="62653" y="227919"/>
                </a:lnTo>
                <a:lnTo>
                  <a:pt x="61731" y="227691"/>
                </a:lnTo>
                <a:close/>
                <a:moveTo>
                  <a:pt x="47314" y="148731"/>
                </a:moveTo>
                <a:lnTo>
                  <a:pt x="48638" y="149094"/>
                </a:lnTo>
                <a:lnTo>
                  <a:pt x="46652" y="148912"/>
                </a:lnTo>
                <a:close/>
                <a:moveTo>
                  <a:pt x="66387" y="120946"/>
                </a:moveTo>
                <a:lnTo>
                  <a:pt x="67910" y="122180"/>
                </a:lnTo>
                <a:lnTo>
                  <a:pt x="65625" y="121563"/>
                </a:lnTo>
                <a:close/>
                <a:moveTo>
                  <a:pt x="25563" y="90997"/>
                </a:moveTo>
                <a:lnTo>
                  <a:pt x="26952" y="91787"/>
                </a:lnTo>
                <a:lnTo>
                  <a:pt x="24868" y="91392"/>
                </a:lnTo>
                <a:close/>
                <a:moveTo>
                  <a:pt x="6305" y="76491"/>
                </a:moveTo>
                <a:lnTo>
                  <a:pt x="6728" y="78138"/>
                </a:lnTo>
                <a:lnTo>
                  <a:pt x="6094" y="77314"/>
                </a:lnTo>
                <a:close/>
                <a:moveTo>
                  <a:pt x="14990" y="401358"/>
                </a:moveTo>
                <a:lnTo>
                  <a:pt x="16484" y="403092"/>
                </a:lnTo>
                <a:lnTo>
                  <a:pt x="14242" y="402225"/>
                </a:lnTo>
                <a:close/>
                <a:moveTo>
                  <a:pt x="33405" y="111043"/>
                </a:moveTo>
                <a:lnTo>
                  <a:pt x="33911" y="112275"/>
                </a:lnTo>
                <a:lnTo>
                  <a:pt x="33152" y="111659"/>
                </a:lnTo>
                <a:close/>
                <a:moveTo>
                  <a:pt x="48971" y="296383"/>
                </a:moveTo>
                <a:lnTo>
                  <a:pt x="51005" y="296831"/>
                </a:lnTo>
                <a:lnTo>
                  <a:pt x="47955" y="296607"/>
                </a:lnTo>
                <a:close/>
                <a:moveTo>
                  <a:pt x="45532" y="307014"/>
                </a:moveTo>
                <a:lnTo>
                  <a:pt x="47624" y="307690"/>
                </a:lnTo>
                <a:lnTo>
                  <a:pt x="44487" y="307352"/>
                </a:lnTo>
                <a:close/>
                <a:moveTo>
                  <a:pt x="65252" y="10762"/>
                </a:moveTo>
                <a:lnTo>
                  <a:pt x="66691" y="11555"/>
                </a:lnTo>
                <a:lnTo>
                  <a:pt x="64532" y="11159"/>
                </a:lnTo>
                <a:close/>
                <a:moveTo>
                  <a:pt x="36800" y="75684"/>
                </a:moveTo>
                <a:lnTo>
                  <a:pt x="37862" y="76507"/>
                </a:lnTo>
                <a:lnTo>
                  <a:pt x="36269" y="76096"/>
                </a:lnTo>
                <a:close/>
                <a:moveTo>
                  <a:pt x="32985" y="176763"/>
                </a:moveTo>
                <a:lnTo>
                  <a:pt x="33739" y="177316"/>
                </a:lnTo>
                <a:lnTo>
                  <a:pt x="32608" y="177040"/>
                </a:lnTo>
                <a:close/>
                <a:moveTo>
                  <a:pt x="33266" y="432777"/>
                </a:moveTo>
                <a:lnTo>
                  <a:pt x="35185" y="433302"/>
                </a:lnTo>
                <a:lnTo>
                  <a:pt x="32306" y="433039"/>
                </a:lnTo>
                <a:close/>
                <a:moveTo>
                  <a:pt x="44758" y="63507"/>
                </a:moveTo>
                <a:lnTo>
                  <a:pt x="45710" y="65300"/>
                </a:lnTo>
                <a:lnTo>
                  <a:pt x="44282" y="64403"/>
                </a:lnTo>
                <a:close/>
                <a:moveTo>
                  <a:pt x="24391" y="44312"/>
                </a:moveTo>
                <a:lnTo>
                  <a:pt x="25780" y="45492"/>
                </a:lnTo>
                <a:lnTo>
                  <a:pt x="23697" y="44902"/>
                </a:lnTo>
                <a:close/>
                <a:moveTo>
                  <a:pt x="36240" y="413580"/>
                </a:moveTo>
                <a:lnTo>
                  <a:pt x="37539" y="414426"/>
                </a:lnTo>
                <a:lnTo>
                  <a:pt x="35591" y="414003"/>
                </a:lnTo>
                <a:close/>
                <a:moveTo>
                  <a:pt x="15389" y="253595"/>
                </a:moveTo>
                <a:lnTo>
                  <a:pt x="17115" y="254650"/>
                </a:lnTo>
                <a:lnTo>
                  <a:pt x="14525" y="254123"/>
                </a:lnTo>
                <a:close/>
                <a:moveTo>
                  <a:pt x="27956" y="109350"/>
                </a:moveTo>
                <a:lnTo>
                  <a:pt x="29870" y="111138"/>
                </a:lnTo>
                <a:lnTo>
                  <a:pt x="27000" y="110244"/>
                </a:lnTo>
                <a:close/>
                <a:moveTo>
                  <a:pt x="41381" y="310179"/>
                </a:moveTo>
                <a:lnTo>
                  <a:pt x="42331" y="310716"/>
                </a:lnTo>
                <a:lnTo>
                  <a:pt x="40905" y="310447"/>
                </a:lnTo>
                <a:close/>
                <a:moveTo>
                  <a:pt x="4919" y="269223"/>
                </a:moveTo>
                <a:lnTo>
                  <a:pt x="6965" y="270558"/>
                </a:lnTo>
                <a:lnTo>
                  <a:pt x="3895" y="269891"/>
                </a:lnTo>
                <a:close/>
                <a:moveTo>
                  <a:pt x="47438" y="375083"/>
                </a:moveTo>
                <a:lnTo>
                  <a:pt x="48550" y="376026"/>
                </a:lnTo>
                <a:lnTo>
                  <a:pt x="46881" y="375554"/>
                </a:lnTo>
                <a:close/>
                <a:moveTo>
                  <a:pt x="18972" y="362766"/>
                </a:moveTo>
                <a:lnTo>
                  <a:pt x="20599" y="363852"/>
                </a:lnTo>
                <a:lnTo>
                  <a:pt x="18159" y="363309"/>
                </a:lnTo>
                <a:close/>
                <a:moveTo>
                  <a:pt x="54760" y="398324"/>
                </a:moveTo>
                <a:lnTo>
                  <a:pt x="55194" y="398953"/>
                </a:lnTo>
                <a:lnTo>
                  <a:pt x="54542" y="398638"/>
                </a:lnTo>
                <a:close/>
                <a:moveTo>
                  <a:pt x="33270" y="311707"/>
                </a:moveTo>
                <a:lnTo>
                  <a:pt x="34067" y="312671"/>
                </a:lnTo>
                <a:lnTo>
                  <a:pt x="32871" y="312189"/>
                </a:lnTo>
                <a:close/>
                <a:moveTo>
                  <a:pt x="46787" y="128069"/>
                </a:moveTo>
                <a:lnTo>
                  <a:pt x="48375" y="128460"/>
                </a:lnTo>
                <a:lnTo>
                  <a:pt x="45992" y="128264"/>
                </a:lnTo>
                <a:close/>
                <a:moveTo>
                  <a:pt x="29463" y="278670"/>
                </a:moveTo>
                <a:lnTo>
                  <a:pt x="31410" y="279736"/>
                </a:lnTo>
                <a:lnTo>
                  <a:pt x="28489" y="279203"/>
                </a:lnTo>
                <a:close/>
                <a:moveTo>
                  <a:pt x="46879" y="289626"/>
                </a:moveTo>
                <a:lnTo>
                  <a:pt x="48427" y="290603"/>
                </a:lnTo>
                <a:lnTo>
                  <a:pt x="46105" y="290115"/>
                </a:lnTo>
                <a:close/>
                <a:moveTo>
                  <a:pt x="22869" y="55385"/>
                </a:moveTo>
                <a:lnTo>
                  <a:pt x="24860" y="56848"/>
                </a:lnTo>
                <a:lnTo>
                  <a:pt x="21874" y="56117"/>
                </a:lnTo>
                <a:close/>
                <a:moveTo>
                  <a:pt x="45940" y="328645"/>
                </a:moveTo>
                <a:lnTo>
                  <a:pt x="46871" y="329210"/>
                </a:lnTo>
                <a:lnTo>
                  <a:pt x="45474" y="328928"/>
                </a:lnTo>
                <a:close/>
                <a:moveTo>
                  <a:pt x="37732" y="203869"/>
                </a:moveTo>
                <a:lnTo>
                  <a:pt x="39282" y="205479"/>
                </a:lnTo>
                <a:lnTo>
                  <a:pt x="36957" y="204674"/>
                </a:lnTo>
                <a:close/>
                <a:moveTo>
                  <a:pt x="28075" y="162848"/>
                </a:moveTo>
                <a:lnTo>
                  <a:pt x="29729" y="164472"/>
                </a:lnTo>
                <a:lnTo>
                  <a:pt x="27248" y="163660"/>
                </a:lnTo>
                <a:close/>
                <a:moveTo>
                  <a:pt x="40068" y="259165"/>
                </a:moveTo>
                <a:lnTo>
                  <a:pt x="42067" y="260845"/>
                </a:lnTo>
                <a:lnTo>
                  <a:pt x="39068" y="260005"/>
                </a:lnTo>
                <a:close/>
                <a:moveTo>
                  <a:pt x="4102" y="425143"/>
                </a:moveTo>
                <a:lnTo>
                  <a:pt x="4628" y="426270"/>
                </a:lnTo>
                <a:lnTo>
                  <a:pt x="3839" y="425706"/>
                </a:lnTo>
                <a:close/>
                <a:moveTo>
                  <a:pt x="35500" y="427357"/>
                </a:moveTo>
                <a:lnTo>
                  <a:pt x="36282" y="427724"/>
                </a:lnTo>
                <a:lnTo>
                  <a:pt x="35109" y="427541"/>
                </a:lnTo>
                <a:close/>
                <a:moveTo>
                  <a:pt x="67158" y="199221"/>
                </a:moveTo>
                <a:lnTo>
                  <a:pt x="68356" y="200161"/>
                </a:lnTo>
                <a:lnTo>
                  <a:pt x="66559" y="199691"/>
                </a:lnTo>
                <a:close/>
                <a:moveTo>
                  <a:pt x="20130" y="12377"/>
                </a:moveTo>
                <a:lnTo>
                  <a:pt x="21509" y="13001"/>
                </a:lnTo>
                <a:lnTo>
                  <a:pt x="19440" y="12689"/>
                </a:lnTo>
                <a:close/>
                <a:moveTo>
                  <a:pt x="35465" y="434662"/>
                </a:moveTo>
                <a:lnTo>
                  <a:pt x="37634" y="435424"/>
                </a:lnTo>
                <a:lnTo>
                  <a:pt x="34380" y="435043"/>
                </a:lnTo>
                <a:close/>
                <a:moveTo>
                  <a:pt x="24076" y="52900"/>
                </a:moveTo>
                <a:lnTo>
                  <a:pt x="25550" y="53468"/>
                </a:lnTo>
                <a:lnTo>
                  <a:pt x="23339" y="53184"/>
                </a:lnTo>
                <a:close/>
                <a:moveTo>
                  <a:pt x="9720" y="399479"/>
                </a:moveTo>
                <a:lnTo>
                  <a:pt x="11104" y="401114"/>
                </a:lnTo>
                <a:lnTo>
                  <a:pt x="9028" y="400296"/>
                </a:lnTo>
                <a:close/>
                <a:moveTo>
                  <a:pt x="15821" y="76759"/>
                </a:moveTo>
                <a:lnTo>
                  <a:pt x="17240" y="78096"/>
                </a:lnTo>
                <a:lnTo>
                  <a:pt x="15112" y="77428"/>
                </a:lnTo>
                <a:close/>
                <a:moveTo>
                  <a:pt x="13304" y="218981"/>
                </a:moveTo>
                <a:lnTo>
                  <a:pt x="14694" y="220031"/>
                </a:lnTo>
                <a:lnTo>
                  <a:pt x="12610" y="219506"/>
                </a:lnTo>
                <a:close/>
                <a:moveTo>
                  <a:pt x="22686" y="194769"/>
                </a:moveTo>
                <a:lnTo>
                  <a:pt x="23240" y="195217"/>
                </a:lnTo>
                <a:lnTo>
                  <a:pt x="22409" y="194993"/>
                </a:lnTo>
                <a:close/>
                <a:moveTo>
                  <a:pt x="5074" y="363869"/>
                </a:moveTo>
                <a:lnTo>
                  <a:pt x="5885" y="365180"/>
                </a:lnTo>
                <a:lnTo>
                  <a:pt x="4668" y="364524"/>
                </a:lnTo>
                <a:close/>
                <a:moveTo>
                  <a:pt x="8937" y="385819"/>
                </a:moveTo>
                <a:lnTo>
                  <a:pt x="9340" y="387327"/>
                </a:lnTo>
                <a:lnTo>
                  <a:pt x="8736" y="386573"/>
                </a:lnTo>
                <a:close/>
                <a:moveTo>
                  <a:pt x="37675" y="396305"/>
                </a:moveTo>
                <a:lnTo>
                  <a:pt x="39672" y="396624"/>
                </a:lnTo>
                <a:lnTo>
                  <a:pt x="36677" y="396464"/>
                </a:lnTo>
                <a:close/>
                <a:moveTo>
                  <a:pt x="4505" y="108453"/>
                </a:moveTo>
                <a:lnTo>
                  <a:pt x="4936" y="110051"/>
                </a:lnTo>
                <a:lnTo>
                  <a:pt x="4289" y="109252"/>
                </a:lnTo>
                <a:close/>
                <a:moveTo>
                  <a:pt x="10943" y="295005"/>
                </a:moveTo>
                <a:lnTo>
                  <a:pt x="13042" y="296359"/>
                </a:lnTo>
                <a:lnTo>
                  <a:pt x="9894" y="295682"/>
                </a:lnTo>
                <a:close/>
                <a:moveTo>
                  <a:pt x="69682" y="282773"/>
                </a:moveTo>
                <a:lnTo>
                  <a:pt x="70751" y="284533"/>
                </a:lnTo>
                <a:lnTo>
                  <a:pt x="69148" y="283653"/>
                </a:lnTo>
                <a:close/>
                <a:moveTo>
                  <a:pt x="15962" y="241761"/>
                </a:moveTo>
                <a:lnTo>
                  <a:pt x="17079" y="242879"/>
                </a:lnTo>
                <a:lnTo>
                  <a:pt x="15403" y="242320"/>
                </a:lnTo>
                <a:close/>
                <a:moveTo>
                  <a:pt x="21559" y="419084"/>
                </a:moveTo>
                <a:lnTo>
                  <a:pt x="23743" y="420432"/>
                </a:lnTo>
                <a:lnTo>
                  <a:pt x="20467" y="419758"/>
                </a:lnTo>
                <a:close/>
                <a:moveTo>
                  <a:pt x="35299" y="415086"/>
                </a:moveTo>
                <a:lnTo>
                  <a:pt x="37402" y="415459"/>
                </a:lnTo>
                <a:lnTo>
                  <a:pt x="34248" y="415273"/>
                </a:lnTo>
                <a:close/>
                <a:moveTo>
                  <a:pt x="62072" y="46855"/>
                </a:moveTo>
                <a:lnTo>
                  <a:pt x="62595" y="47535"/>
                </a:lnTo>
                <a:lnTo>
                  <a:pt x="61811" y="47195"/>
                </a:lnTo>
                <a:close/>
                <a:moveTo>
                  <a:pt x="26592" y="211181"/>
                </a:moveTo>
                <a:lnTo>
                  <a:pt x="28707" y="211705"/>
                </a:lnTo>
                <a:lnTo>
                  <a:pt x="25535" y="211443"/>
                </a:lnTo>
                <a:close/>
                <a:moveTo>
                  <a:pt x="45620" y="219560"/>
                </a:moveTo>
                <a:lnTo>
                  <a:pt x="46203" y="221354"/>
                </a:lnTo>
                <a:lnTo>
                  <a:pt x="45328" y="220457"/>
                </a:lnTo>
                <a:close/>
                <a:moveTo>
                  <a:pt x="64183" y="150693"/>
                </a:moveTo>
                <a:lnTo>
                  <a:pt x="66143" y="151669"/>
                </a:lnTo>
                <a:lnTo>
                  <a:pt x="63203" y="151181"/>
                </a:lnTo>
                <a:close/>
                <a:moveTo>
                  <a:pt x="47471" y="405057"/>
                </a:moveTo>
                <a:lnTo>
                  <a:pt x="49003" y="405899"/>
                </a:lnTo>
                <a:lnTo>
                  <a:pt x="46705" y="405478"/>
                </a:lnTo>
                <a:close/>
                <a:moveTo>
                  <a:pt x="4625" y="203383"/>
                </a:moveTo>
                <a:lnTo>
                  <a:pt x="6045" y="204092"/>
                </a:lnTo>
                <a:lnTo>
                  <a:pt x="3915" y="203737"/>
                </a:lnTo>
                <a:close/>
                <a:moveTo>
                  <a:pt x="40785" y="6579"/>
                </a:moveTo>
                <a:lnTo>
                  <a:pt x="41603" y="7601"/>
                </a:lnTo>
                <a:lnTo>
                  <a:pt x="40377" y="7090"/>
                </a:lnTo>
                <a:close/>
                <a:moveTo>
                  <a:pt x="34265" y="308095"/>
                </a:moveTo>
                <a:lnTo>
                  <a:pt x="35044" y="308816"/>
                </a:lnTo>
                <a:lnTo>
                  <a:pt x="33876" y="308456"/>
                </a:lnTo>
                <a:close/>
                <a:moveTo>
                  <a:pt x="51559" y="123432"/>
                </a:moveTo>
                <a:lnTo>
                  <a:pt x="52187" y="124665"/>
                </a:lnTo>
                <a:lnTo>
                  <a:pt x="51245" y="124048"/>
                </a:lnTo>
                <a:close/>
                <a:moveTo>
                  <a:pt x="25156" y="256990"/>
                </a:moveTo>
                <a:lnTo>
                  <a:pt x="27299" y="258746"/>
                </a:lnTo>
                <a:lnTo>
                  <a:pt x="24084" y="257868"/>
                </a:lnTo>
                <a:close/>
                <a:moveTo>
                  <a:pt x="55596" y="424694"/>
                </a:moveTo>
                <a:lnTo>
                  <a:pt x="57413" y="425534"/>
                </a:lnTo>
                <a:lnTo>
                  <a:pt x="54688" y="425114"/>
                </a:lnTo>
                <a:close/>
                <a:moveTo>
                  <a:pt x="65378" y="54597"/>
                </a:moveTo>
                <a:lnTo>
                  <a:pt x="66114" y="55655"/>
                </a:lnTo>
                <a:lnTo>
                  <a:pt x="65009" y="55126"/>
                </a:lnTo>
                <a:close/>
                <a:moveTo>
                  <a:pt x="9518" y="263212"/>
                </a:moveTo>
                <a:lnTo>
                  <a:pt x="10877" y="263825"/>
                </a:lnTo>
                <a:lnTo>
                  <a:pt x="8838" y="263518"/>
                </a:lnTo>
                <a:close/>
                <a:moveTo>
                  <a:pt x="52298" y="36056"/>
                </a:moveTo>
                <a:lnTo>
                  <a:pt x="53552" y="36768"/>
                </a:lnTo>
                <a:lnTo>
                  <a:pt x="51672" y="36412"/>
                </a:lnTo>
                <a:close/>
                <a:moveTo>
                  <a:pt x="65711" y="62748"/>
                </a:moveTo>
                <a:lnTo>
                  <a:pt x="66765" y="64118"/>
                </a:lnTo>
                <a:lnTo>
                  <a:pt x="65184" y="63433"/>
                </a:lnTo>
                <a:close/>
                <a:moveTo>
                  <a:pt x="21922" y="361250"/>
                </a:moveTo>
                <a:lnTo>
                  <a:pt x="22481" y="361664"/>
                </a:lnTo>
                <a:lnTo>
                  <a:pt x="21642" y="361457"/>
                </a:lnTo>
                <a:close/>
                <a:moveTo>
                  <a:pt x="1897" y="242576"/>
                </a:moveTo>
                <a:lnTo>
                  <a:pt x="3134" y="243680"/>
                </a:lnTo>
                <a:lnTo>
                  <a:pt x="1278" y="243128"/>
                </a:lnTo>
                <a:close/>
                <a:moveTo>
                  <a:pt x="33583" y="383028"/>
                </a:moveTo>
                <a:lnTo>
                  <a:pt x="34333" y="383548"/>
                </a:lnTo>
                <a:lnTo>
                  <a:pt x="33208" y="383288"/>
                </a:lnTo>
                <a:close/>
                <a:moveTo>
                  <a:pt x="18128" y="363625"/>
                </a:moveTo>
                <a:lnTo>
                  <a:pt x="19979" y="364094"/>
                </a:lnTo>
                <a:lnTo>
                  <a:pt x="17202" y="363859"/>
                </a:lnTo>
                <a:close/>
                <a:moveTo>
                  <a:pt x="1071" y="431806"/>
                </a:moveTo>
                <a:lnTo>
                  <a:pt x="3213" y="432520"/>
                </a:lnTo>
                <a:lnTo>
                  <a:pt x="0" y="432163"/>
                </a:lnTo>
                <a:close/>
                <a:moveTo>
                  <a:pt x="37706" y="20122"/>
                </a:moveTo>
                <a:lnTo>
                  <a:pt x="38998" y="20680"/>
                </a:lnTo>
                <a:lnTo>
                  <a:pt x="37060" y="20401"/>
                </a:lnTo>
                <a:close/>
                <a:moveTo>
                  <a:pt x="48097" y="67539"/>
                </a:moveTo>
                <a:lnTo>
                  <a:pt x="49492" y="68333"/>
                </a:lnTo>
                <a:lnTo>
                  <a:pt x="47400" y="67936"/>
                </a:lnTo>
                <a:close/>
                <a:moveTo>
                  <a:pt x="34261" y="414755"/>
                </a:moveTo>
                <a:lnTo>
                  <a:pt x="35579" y="416517"/>
                </a:lnTo>
                <a:lnTo>
                  <a:pt x="33601" y="415636"/>
                </a:lnTo>
                <a:close/>
                <a:moveTo>
                  <a:pt x="50719" y="98606"/>
                </a:moveTo>
                <a:lnTo>
                  <a:pt x="51537" y="100132"/>
                </a:lnTo>
                <a:lnTo>
                  <a:pt x="50310" y="99369"/>
                </a:lnTo>
                <a:close/>
                <a:moveTo>
                  <a:pt x="54597" y="62393"/>
                </a:moveTo>
                <a:lnTo>
                  <a:pt x="56445" y="63140"/>
                </a:lnTo>
                <a:lnTo>
                  <a:pt x="53673" y="62767"/>
                </a:lnTo>
                <a:close/>
                <a:moveTo>
                  <a:pt x="40137" y="389393"/>
                </a:moveTo>
                <a:lnTo>
                  <a:pt x="42186" y="389954"/>
                </a:lnTo>
                <a:lnTo>
                  <a:pt x="39112" y="389673"/>
                </a:lnTo>
                <a:close/>
                <a:moveTo>
                  <a:pt x="10846" y="116098"/>
                </a:moveTo>
                <a:lnTo>
                  <a:pt x="12317" y="117845"/>
                </a:lnTo>
                <a:lnTo>
                  <a:pt x="10111" y="116972"/>
                </a:lnTo>
                <a:close/>
                <a:moveTo>
                  <a:pt x="46078" y="332932"/>
                </a:moveTo>
                <a:lnTo>
                  <a:pt x="47949" y="333945"/>
                </a:lnTo>
                <a:lnTo>
                  <a:pt x="45142" y="333438"/>
                </a:lnTo>
                <a:close/>
                <a:moveTo>
                  <a:pt x="26943" y="348292"/>
                </a:moveTo>
                <a:lnTo>
                  <a:pt x="28441" y="349918"/>
                </a:lnTo>
                <a:lnTo>
                  <a:pt x="26194" y="349105"/>
                </a:lnTo>
                <a:close/>
                <a:moveTo>
                  <a:pt x="69808" y="203010"/>
                </a:moveTo>
                <a:lnTo>
                  <a:pt x="70795" y="203503"/>
                </a:lnTo>
                <a:lnTo>
                  <a:pt x="69314" y="203257"/>
                </a:lnTo>
                <a:close/>
                <a:moveTo>
                  <a:pt x="41342" y="137370"/>
                </a:moveTo>
                <a:lnTo>
                  <a:pt x="42276" y="138430"/>
                </a:lnTo>
                <a:lnTo>
                  <a:pt x="40876" y="137900"/>
                </a:lnTo>
                <a:close/>
                <a:moveTo>
                  <a:pt x="51272" y="297202"/>
                </a:moveTo>
                <a:lnTo>
                  <a:pt x="52473" y="298479"/>
                </a:lnTo>
                <a:lnTo>
                  <a:pt x="50671" y="297841"/>
                </a:lnTo>
                <a:close/>
                <a:moveTo>
                  <a:pt x="44323" y="398861"/>
                </a:moveTo>
                <a:lnTo>
                  <a:pt x="45937" y="400434"/>
                </a:lnTo>
                <a:lnTo>
                  <a:pt x="43516" y="399647"/>
                </a:lnTo>
                <a:close/>
                <a:moveTo>
                  <a:pt x="17624" y="371525"/>
                </a:moveTo>
                <a:lnTo>
                  <a:pt x="17985" y="373047"/>
                </a:lnTo>
                <a:lnTo>
                  <a:pt x="17443" y="372286"/>
                </a:lnTo>
                <a:close/>
                <a:moveTo>
                  <a:pt x="2006" y="265710"/>
                </a:moveTo>
                <a:lnTo>
                  <a:pt x="2863" y="266254"/>
                </a:lnTo>
                <a:lnTo>
                  <a:pt x="1578" y="265982"/>
                </a:lnTo>
                <a:close/>
                <a:moveTo>
                  <a:pt x="52263" y="59487"/>
                </a:moveTo>
                <a:lnTo>
                  <a:pt x="53871" y="59911"/>
                </a:lnTo>
                <a:lnTo>
                  <a:pt x="51458" y="59699"/>
                </a:lnTo>
                <a:close/>
                <a:moveTo>
                  <a:pt x="15361" y="172519"/>
                </a:moveTo>
                <a:lnTo>
                  <a:pt x="16767" y="173807"/>
                </a:lnTo>
                <a:lnTo>
                  <a:pt x="14658" y="173163"/>
                </a:lnTo>
                <a:close/>
                <a:moveTo>
                  <a:pt x="25830" y="378155"/>
                </a:moveTo>
                <a:lnTo>
                  <a:pt x="26233" y="378744"/>
                </a:lnTo>
                <a:lnTo>
                  <a:pt x="25629" y="378450"/>
                </a:lnTo>
                <a:close/>
                <a:moveTo>
                  <a:pt x="28133" y="266991"/>
                </a:moveTo>
                <a:lnTo>
                  <a:pt x="29694" y="268622"/>
                </a:lnTo>
                <a:lnTo>
                  <a:pt x="27353" y="267806"/>
                </a:lnTo>
                <a:close/>
                <a:moveTo>
                  <a:pt x="25158" y="279760"/>
                </a:moveTo>
                <a:lnTo>
                  <a:pt x="26785" y="280300"/>
                </a:lnTo>
                <a:lnTo>
                  <a:pt x="24345" y="280030"/>
                </a:lnTo>
                <a:close/>
                <a:moveTo>
                  <a:pt x="26386" y="193117"/>
                </a:moveTo>
                <a:lnTo>
                  <a:pt x="27846" y="194210"/>
                </a:lnTo>
                <a:lnTo>
                  <a:pt x="25656" y="193663"/>
                </a:lnTo>
                <a:close/>
                <a:moveTo>
                  <a:pt x="10561" y="88466"/>
                </a:moveTo>
                <a:lnTo>
                  <a:pt x="11518" y="88897"/>
                </a:lnTo>
                <a:lnTo>
                  <a:pt x="10082" y="88681"/>
                </a:lnTo>
                <a:close/>
                <a:moveTo>
                  <a:pt x="54211" y="391040"/>
                </a:moveTo>
                <a:lnTo>
                  <a:pt x="55918" y="391669"/>
                </a:lnTo>
                <a:lnTo>
                  <a:pt x="53357" y="391355"/>
                </a:lnTo>
                <a:close/>
                <a:moveTo>
                  <a:pt x="41563" y="13609"/>
                </a:moveTo>
                <a:lnTo>
                  <a:pt x="42304" y="14290"/>
                </a:lnTo>
                <a:lnTo>
                  <a:pt x="41193" y="13950"/>
                </a:lnTo>
                <a:close/>
                <a:moveTo>
                  <a:pt x="42262" y="254054"/>
                </a:moveTo>
                <a:lnTo>
                  <a:pt x="43613" y="254595"/>
                </a:lnTo>
                <a:lnTo>
                  <a:pt x="41586" y="254325"/>
                </a:lnTo>
                <a:close/>
                <a:moveTo>
                  <a:pt x="35662" y="326219"/>
                </a:moveTo>
                <a:lnTo>
                  <a:pt x="37627" y="327073"/>
                </a:lnTo>
                <a:lnTo>
                  <a:pt x="34679" y="326646"/>
                </a:lnTo>
                <a:close/>
                <a:moveTo>
                  <a:pt x="31983" y="380098"/>
                </a:moveTo>
                <a:lnTo>
                  <a:pt x="32417" y="381303"/>
                </a:lnTo>
                <a:lnTo>
                  <a:pt x="31766" y="380700"/>
                </a:lnTo>
                <a:close/>
                <a:moveTo>
                  <a:pt x="8057" y="351137"/>
                </a:moveTo>
                <a:lnTo>
                  <a:pt x="9657" y="351545"/>
                </a:lnTo>
                <a:lnTo>
                  <a:pt x="7257" y="351341"/>
                </a:lnTo>
                <a:close/>
                <a:moveTo>
                  <a:pt x="4010" y="410637"/>
                </a:moveTo>
                <a:lnTo>
                  <a:pt x="4928" y="411809"/>
                </a:lnTo>
                <a:lnTo>
                  <a:pt x="3551" y="411223"/>
                </a:lnTo>
                <a:close/>
                <a:moveTo>
                  <a:pt x="41049" y="166688"/>
                </a:moveTo>
                <a:lnTo>
                  <a:pt x="41582" y="168074"/>
                </a:lnTo>
                <a:lnTo>
                  <a:pt x="40782" y="167381"/>
                </a:lnTo>
                <a:close/>
                <a:moveTo>
                  <a:pt x="24103" y="186285"/>
                </a:moveTo>
                <a:lnTo>
                  <a:pt x="25935" y="187993"/>
                </a:lnTo>
                <a:lnTo>
                  <a:pt x="23187" y="187139"/>
                </a:lnTo>
                <a:close/>
                <a:moveTo>
                  <a:pt x="20753" y="145273"/>
                </a:moveTo>
                <a:lnTo>
                  <a:pt x="22537" y="146248"/>
                </a:lnTo>
                <a:lnTo>
                  <a:pt x="19861" y="145761"/>
                </a:lnTo>
                <a:close/>
                <a:moveTo>
                  <a:pt x="62615" y="162609"/>
                </a:moveTo>
                <a:lnTo>
                  <a:pt x="63066" y="163337"/>
                </a:lnTo>
                <a:lnTo>
                  <a:pt x="62390" y="162973"/>
                </a:lnTo>
                <a:close/>
                <a:moveTo>
                  <a:pt x="63000" y="252449"/>
                </a:moveTo>
                <a:lnTo>
                  <a:pt x="65153" y="253982"/>
                </a:lnTo>
                <a:lnTo>
                  <a:pt x="61923" y="253216"/>
                </a:lnTo>
                <a:close/>
                <a:moveTo>
                  <a:pt x="47966" y="77873"/>
                </a:moveTo>
                <a:lnTo>
                  <a:pt x="49085" y="78203"/>
                </a:lnTo>
                <a:lnTo>
                  <a:pt x="47407" y="78038"/>
                </a:lnTo>
                <a:close/>
                <a:moveTo>
                  <a:pt x="24081" y="95014"/>
                </a:moveTo>
                <a:lnTo>
                  <a:pt x="26165" y="95548"/>
                </a:lnTo>
                <a:lnTo>
                  <a:pt x="23039" y="95281"/>
                </a:lnTo>
                <a:close/>
                <a:moveTo>
                  <a:pt x="24836" y="9618"/>
                </a:moveTo>
                <a:lnTo>
                  <a:pt x="25470" y="10962"/>
                </a:lnTo>
                <a:lnTo>
                  <a:pt x="24519" y="10290"/>
                </a:lnTo>
                <a:close/>
                <a:moveTo>
                  <a:pt x="28847" y="220340"/>
                </a:moveTo>
                <a:lnTo>
                  <a:pt x="30715" y="221683"/>
                </a:lnTo>
                <a:lnTo>
                  <a:pt x="27914" y="221012"/>
                </a:lnTo>
                <a:close/>
                <a:moveTo>
                  <a:pt x="15647" y="325768"/>
                </a:moveTo>
                <a:lnTo>
                  <a:pt x="17262" y="326950"/>
                </a:lnTo>
                <a:lnTo>
                  <a:pt x="14839" y="326359"/>
                </a:lnTo>
                <a:close/>
                <a:moveTo>
                  <a:pt x="35593" y="399489"/>
                </a:moveTo>
                <a:lnTo>
                  <a:pt x="37053" y="399880"/>
                </a:lnTo>
                <a:lnTo>
                  <a:pt x="34863" y="399684"/>
                </a:lnTo>
                <a:close/>
                <a:moveTo>
                  <a:pt x="58923" y="287838"/>
                </a:moveTo>
                <a:lnTo>
                  <a:pt x="59767" y="289297"/>
                </a:lnTo>
                <a:lnTo>
                  <a:pt x="58501" y="288568"/>
                </a:lnTo>
                <a:close/>
                <a:moveTo>
                  <a:pt x="65275" y="320020"/>
                </a:moveTo>
                <a:lnTo>
                  <a:pt x="66508" y="321561"/>
                </a:lnTo>
                <a:lnTo>
                  <a:pt x="64659" y="320790"/>
                </a:lnTo>
                <a:close/>
                <a:moveTo>
                  <a:pt x="6591" y="22489"/>
                </a:moveTo>
                <a:lnTo>
                  <a:pt x="7689" y="23567"/>
                </a:lnTo>
                <a:lnTo>
                  <a:pt x="6042" y="23028"/>
                </a:lnTo>
                <a:close/>
                <a:moveTo>
                  <a:pt x="45352" y="287052"/>
                </a:moveTo>
                <a:lnTo>
                  <a:pt x="46660" y="287912"/>
                </a:lnTo>
                <a:lnTo>
                  <a:pt x="44698" y="287482"/>
                </a:lnTo>
                <a:close/>
                <a:moveTo>
                  <a:pt x="51605" y="243479"/>
                </a:moveTo>
                <a:lnTo>
                  <a:pt x="52340" y="244644"/>
                </a:lnTo>
                <a:lnTo>
                  <a:pt x="51238" y="244062"/>
                </a:lnTo>
                <a:close/>
                <a:moveTo>
                  <a:pt x="32630" y="346463"/>
                </a:moveTo>
                <a:lnTo>
                  <a:pt x="34279" y="348240"/>
                </a:lnTo>
                <a:lnTo>
                  <a:pt x="31805" y="347352"/>
                </a:lnTo>
                <a:close/>
                <a:moveTo>
                  <a:pt x="53731" y="223296"/>
                </a:moveTo>
                <a:lnTo>
                  <a:pt x="55321" y="224036"/>
                </a:lnTo>
                <a:lnTo>
                  <a:pt x="52936" y="223666"/>
                </a:lnTo>
                <a:close/>
                <a:moveTo>
                  <a:pt x="39200" y="432651"/>
                </a:moveTo>
                <a:lnTo>
                  <a:pt x="39773" y="433588"/>
                </a:lnTo>
                <a:lnTo>
                  <a:pt x="38914" y="433120"/>
                </a:lnTo>
                <a:close/>
                <a:moveTo>
                  <a:pt x="30730" y="311758"/>
                </a:moveTo>
                <a:lnTo>
                  <a:pt x="31431" y="313084"/>
                </a:lnTo>
                <a:lnTo>
                  <a:pt x="30379" y="312421"/>
                </a:lnTo>
                <a:close/>
                <a:moveTo>
                  <a:pt x="8755" y="420529"/>
                </a:moveTo>
                <a:lnTo>
                  <a:pt x="9254" y="421797"/>
                </a:lnTo>
                <a:lnTo>
                  <a:pt x="8505" y="421163"/>
                </a:lnTo>
                <a:close/>
                <a:moveTo>
                  <a:pt x="52671" y="241430"/>
                </a:moveTo>
                <a:lnTo>
                  <a:pt x="53519" y="242272"/>
                </a:lnTo>
                <a:lnTo>
                  <a:pt x="52247" y="241851"/>
                </a:lnTo>
                <a:close/>
                <a:moveTo>
                  <a:pt x="62608" y="199879"/>
                </a:moveTo>
                <a:lnTo>
                  <a:pt x="63998" y="201611"/>
                </a:lnTo>
                <a:lnTo>
                  <a:pt x="61913" y="200745"/>
                </a:lnTo>
                <a:close/>
                <a:moveTo>
                  <a:pt x="34411" y="355181"/>
                </a:moveTo>
                <a:lnTo>
                  <a:pt x="35870" y="356726"/>
                </a:lnTo>
                <a:lnTo>
                  <a:pt x="33682" y="355953"/>
                </a:lnTo>
                <a:close/>
                <a:moveTo>
                  <a:pt x="44032" y="58303"/>
                </a:moveTo>
                <a:lnTo>
                  <a:pt x="44802" y="59017"/>
                </a:lnTo>
                <a:lnTo>
                  <a:pt x="43647" y="58660"/>
                </a:lnTo>
                <a:close/>
                <a:moveTo>
                  <a:pt x="16260" y="258015"/>
                </a:moveTo>
                <a:lnTo>
                  <a:pt x="17383" y="258863"/>
                </a:lnTo>
                <a:lnTo>
                  <a:pt x="15698" y="258439"/>
                </a:lnTo>
                <a:close/>
                <a:moveTo>
                  <a:pt x="2394" y="430668"/>
                </a:moveTo>
                <a:lnTo>
                  <a:pt x="3642" y="431281"/>
                </a:lnTo>
                <a:lnTo>
                  <a:pt x="1770" y="430974"/>
                </a:lnTo>
                <a:close/>
                <a:moveTo>
                  <a:pt x="46726" y="39373"/>
                </a:moveTo>
                <a:lnTo>
                  <a:pt x="47346" y="41088"/>
                </a:lnTo>
                <a:lnTo>
                  <a:pt x="46416" y="40231"/>
                </a:lnTo>
                <a:close/>
                <a:moveTo>
                  <a:pt x="47031" y="156186"/>
                </a:moveTo>
                <a:lnTo>
                  <a:pt x="47627" y="157575"/>
                </a:lnTo>
                <a:lnTo>
                  <a:pt x="46732" y="156880"/>
                </a:lnTo>
                <a:close/>
                <a:moveTo>
                  <a:pt x="17651" y="142660"/>
                </a:moveTo>
                <a:lnTo>
                  <a:pt x="18520" y="143905"/>
                </a:lnTo>
                <a:lnTo>
                  <a:pt x="17217" y="143282"/>
                </a:lnTo>
                <a:close/>
                <a:moveTo>
                  <a:pt x="17800" y="23335"/>
                </a:moveTo>
                <a:lnTo>
                  <a:pt x="19720" y="24429"/>
                </a:lnTo>
                <a:lnTo>
                  <a:pt x="16841" y="23882"/>
                </a:lnTo>
                <a:close/>
                <a:moveTo>
                  <a:pt x="9720" y="27216"/>
                </a:moveTo>
                <a:lnTo>
                  <a:pt x="11756" y="28281"/>
                </a:lnTo>
                <a:lnTo>
                  <a:pt x="8702" y="27748"/>
                </a:lnTo>
                <a:close/>
                <a:moveTo>
                  <a:pt x="38924" y="393041"/>
                </a:moveTo>
                <a:lnTo>
                  <a:pt x="39318" y="393501"/>
                </a:lnTo>
                <a:lnTo>
                  <a:pt x="38727" y="393271"/>
                </a:lnTo>
                <a:close/>
                <a:moveTo>
                  <a:pt x="15290" y="305251"/>
                </a:moveTo>
                <a:lnTo>
                  <a:pt x="15849" y="306394"/>
                </a:lnTo>
                <a:lnTo>
                  <a:pt x="15010" y="305822"/>
                </a:lnTo>
                <a:close/>
                <a:moveTo>
                  <a:pt x="55747" y="175016"/>
                </a:moveTo>
                <a:lnTo>
                  <a:pt x="57329" y="175379"/>
                </a:lnTo>
                <a:lnTo>
                  <a:pt x="54956" y="175197"/>
                </a:lnTo>
                <a:close/>
                <a:moveTo>
                  <a:pt x="34287" y="163110"/>
                </a:moveTo>
                <a:lnTo>
                  <a:pt x="35886" y="163999"/>
                </a:lnTo>
                <a:lnTo>
                  <a:pt x="33488" y="163555"/>
                </a:lnTo>
                <a:close/>
                <a:moveTo>
                  <a:pt x="46622" y="392406"/>
                </a:moveTo>
                <a:lnTo>
                  <a:pt x="48697" y="393925"/>
                </a:lnTo>
                <a:lnTo>
                  <a:pt x="45585" y="393166"/>
                </a:lnTo>
                <a:close/>
                <a:moveTo>
                  <a:pt x="49731" y="420170"/>
                </a:moveTo>
                <a:lnTo>
                  <a:pt x="50876" y="420501"/>
                </a:lnTo>
                <a:lnTo>
                  <a:pt x="49158" y="420335"/>
                </a:lnTo>
                <a:close/>
                <a:moveTo>
                  <a:pt x="56528" y="156766"/>
                </a:moveTo>
                <a:lnTo>
                  <a:pt x="57498" y="158488"/>
                </a:lnTo>
                <a:lnTo>
                  <a:pt x="56043" y="157627"/>
                </a:lnTo>
                <a:close/>
                <a:moveTo>
                  <a:pt x="28626" y="57768"/>
                </a:moveTo>
                <a:lnTo>
                  <a:pt x="30651" y="58072"/>
                </a:lnTo>
                <a:lnTo>
                  <a:pt x="27614" y="57920"/>
                </a:lnTo>
                <a:close/>
                <a:moveTo>
                  <a:pt x="4590" y="305413"/>
                </a:moveTo>
                <a:lnTo>
                  <a:pt x="5259" y="306795"/>
                </a:lnTo>
                <a:lnTo>
                  <a:pt x="4255" y="306104"/>
                </a:lnTo>
                <a:close/>
                <a:moveTo>
                  <a:pt x="1228" y="127058"/>
                </a:moveTo>
                <a:lnTo>
                  <a:pt x="2310" y="128298"/>
                </a:lnTo>
                <a:lnTo>
                  <a:pt x="687" y="127678"/>
                </a:lnTo>
                <a:close/>
                <a:moveTo>
                  <a:pt x="52353" y="295613"/>
                </a:moveTo>
                <a:lnTo>
                  <a:pt x="53063" y="297194"/>
                </a:lnTo>
                <a:lnTo>
                  <a:pt x="51999" y="296404"/>
                </a:lnTo>
                <a:close/>
                <a:moveTo>
                  <a:pt x="4706" y="191672"/>
                </a:moveTo>
                <a:lnTo>
                  <a:pt x="5150" y="193126"/>
                </a:lnTo>
                <a:lnTo>
                  <a:pt x="4485" y="192399"/>
                </a:lnTo>
                <a:close/>
                <a:moveTo>
                  <a:pt x="33571" y="191624"/>
                </a:moveTo>
                <a:lnTo>
                  <a:pt x="35652" y="192288"/>
                </a:lnTo>
                <a:lnTo>
                  <a:pt x="32531" y="191956"/>
                </a:lnTo>
                <a:close/>
                <a:moveTo>
                  <a:pt x="46134" y="304301"/>
                </a:moveTo>
                <a:lnTo>
                  <a:pt x="46615" y="305756"/>
                </a:lnTo>
                <a:lnTo>
                  <a:pt x="45893" y="305028"/>
                </a:lnTo>
                <a:close/>
                <a:moveTo>
                  <a:pt x="24532" y="319003"/>
                </a:moveTo>
                <a:lnTo>
                  <a:pt x="26276" y="319806"/>
                </a:lnTo>
                <a:lnTo>
                  <a:pt x="23661" y="319405"/>
                </a:lnTo>
                <a:close/>
                <a:moveTo>
                  <a:pt x="28237" y="179118"/>
                </a:moveTo>
                <a:lnTo>
                  <a:pt x="28772" y="180269"/>
                </a:lnTo>
                <a:lnTo>
                  <a:pt x="27969" y="179693"/>
                </a:lnTo>
                <a:close/>
                <a:moveTo>
                  <a:pt x="51054" y="418927"/>
                </a:moveTo>
                <a:lnTo>
                  <a:pt x="52226" y="420049"/>
                </a:lnTo>
                <a:lnTo>
                  <a:pt x="50468" y="419488"/>
                </a:lnTo>
                <a:close/>
                <a:moveTo>
                  <a:pt x="45149" y="332932"/>
                </a:moveTo>
                <a:lnTo>
                  <a:pt x="46727" y="334667"/>
                </a:lnTo>
                <a:lnTo>
                  <a:pt x="44359" y="333799"/>
                </a:lnTo>
                <a:close/>
                <a:moveTo>
                  <a:pt x="59084" y="421100"/>
                </a:moveTo>
                <a:lnTo>
                  <a:pt x="60252" y="422222"/>
                </a:lnTo>
                <a:lnTo>
                  <a:pt x="58500" y="421661"/>
                </a:lnTo>
                <a:close/>
                <a:moveTo>
                  <a:pt x="12594" y="223834"/>
                </a:moveTo>
                <a:lnTo>
                  <a:pt x="13892" y="224668"/>
                </a:lnTo>
                <a:lnTo>
                  <a:pt x="11945" y="224251"/>
                </a:lnTo>
                <a:close/>
                <a:moveTo>
                  <a:pt x="65374" y="383321"/>
                </a:moveTo>
                <a:lnTo>
                  <a:pt x="67242" y="384070"/>
                </a:lnTo>
                <a:lnTo>
                  <a:pt x="64441" y="383695"/>
                </a:lnTo>
                <a:close/>
                <a:moveTo>
                  <a:pt x="41074" y="373894"/>
                </a:moveTo>
                <a:lnTo>
                  <a:pt x="42148" y="375072"/>
                </a:lnTo>
                <a:lnTo>
                  <a:pt x="40537" y="374483"/>
                </a:lnTo>
                <a:close/>
                <a:moveTo>
                  <a:pt x="14260" y="410759"/>
                </a:moveTo>
                <a:lnTo>
                  <a:pt x="15669" y="411734"/>
                </a:lnTo>
                <a:lnTo>
                  <a:pt x="13556" y="411247"/>
                </a:lnTo>
                <a:close/>
                <a:moveTo>
                  <a:pt x="60277" y="117943"/>
                </a:moveTo>
                <a:lnTo>
                  <a:pt x="61610" y="118857"/>
                </a:lnTo>
                <a:lnTo>
                  <a:pt x="59610" y="118400"/>
                </a:lnTo>
                <a:close/>
                <a:moveTo>
                  <a:pt x="62919" y="218077"/>
                </a:moveTo>
                <a:lnTo>
                  <a:pt x="65018" y="219610"/>
                </a:lnTo>
                <a:lnTo>
                  <a:pt x="61869" y="218844"/>
                </a:lnTo>
                <a:close/>
                <a:moveTo>
                  <a:pt x="8712" y="255869"/>
                </a:moveTo>
                <a:lnTo>
                  <a:pt x="9971" y="256398"/>
                </a:lnTo>
                <a:lnTo>
                  <a:pt x="8083" y="256133"/>
                </a:lnTo>
                <a:close/>
                <a:moveTo>
                  <a:pt x="61468" y="356694"/>
                </a:moveTo>
                <a:lnTo>
                  <a:pt x="63614" y="357726"/>
                </a:lnTo>
                <a:lnTo>
                  <a:pt x="60395" y="357210"/>
                </a:lnTo>
                <a:close/>
                <a:moveTo>
                  <a:pt x="10949" y="285609"/>
                </a:moveTo>
                <a:lnTo>
                  <a:pt x="12849" y="286315"/>
                </a:lnTo>
                <a:lnTo>
                  <a:pt x="9999" y="285962"/>
                </a:lnTo>
                <a:close/>
                <a:moveTo>
                  <a:pt x="53396" y="210274"/>
                </a:moveTo>
                <a:lnTo>
                  <a:pt x="54461" y="212049"/>
                </a:lnTo>
                <a:lnTo>
                  <a:pt x="52863" y="211161"/>
                </a:lnTo>
                <a:close/>
                <a:moveTo>
                  <a:pt x="49214" y="423496"/>
                </a:moveTo>
                <a:lnTo>
                  <a:pt x="50998" y="425040"/>
                </a:lnTo>
                <a:lnTo>
                  <a:pt x="48322" y="424268"/>
                </a:lnTo>
                <a:close/>
                <a:moveTo>
                  <a:pt x="15644" y="325271"/>
                </a:moveTo>
                <a:lnTo>
                  <a:pt x="16177" y="326723"/>
                </a:lnTo>
                <a:lnTo>
                  <a:pt x="15377" y="325997"/>
                </a:lnTo>
                <a:close/>
                <a:moveTo>
                  <a:pt x="48497" y="174300"/>
                </a:moveTo>
                <a:lnTo>
                  <a:pt x="49923" y="176044"/>
                </a:lnTo>
                <a:lnTo>
                  <a:pt x="47783" y="175172"/>
                </a:lnTo>
                <a:close/>
                <a:moveTo>
                  <a:pt x="48188" y="129299"/>
                </a:moveTo>
                <a:lnTo>
                  <a:pt x="50321" y="130772"/>
                </a:lnTo>
                <a:lnTo>
                  <a:pt x="47122" y="130036"/>
                </a:lnTo>
                <a:close/>
                <a:moveTo>
                  <a:pt x="21859" y="181961"/>
                </a:moveTo>
                <a:lnTo>
                  <a:pt x="22846" y="182925"/>
                </a:lnTo>
                <a:lnTo>
                  <a:pt x="21365" y="182443"/>
                </a:lnTo>
                <a:close/>
                <a:moveTo>
                  <a:pt x="58840" y="165703"/>
                </a:moveTo>
                <a:lnTo>
                  <a:pt x="60934" y="166464"/>
                </a:lnTo>
                <a:lnTo>
                  <a:pt x="57793" y="166083"/>
                </a:lnTo>
                <a:close/>
                <a:moveTo>
                  <a:pt x="25486" y="128122"/>
                </a:moveTo>
                <a:lnTo>
                  <a:pt x="27294" y="128586"/>
                </a:lnTo>
                <a:lnTo>
                  <a:pt x="24582" y="128354"/>
                </a:lnTo>
                <a:close/>
                <a:moveTo>
                  <a:pt x="11871" y="353514"/>
                </a:moveTo>
                <a:lnTo>
                  <a:pt x="13599" y="354045"/>
                </a:lnTo>
                <a:lnTo>
                  <a:pt x="11007" y="353779"/>
                </a:lnTo>
                <a:close/>
                <a:moveTo>
                  <a:pt x="30197" y="25496"/>
                </a:moveTo>
                <a:lnTo>
                  <a:pt x="32110" y="27112"/>
                </a:lnTo>
                <a:lnTo>
                  <a:pt x="29240" y="26304"/>
                </a:lnTo>
                <a:close/>
                <a:moveTo>
                  <a:pt x="3737" y="342448"/>
                </a:moveTo>
                <a:lnTo>
                  <a:pt x="4545" y="344224"/>
                </a:lnTo>
                <a:lnTo>
                  <a:pt x="3334" y="343336"/>
                </a:lnTo>
                <a:close/>
                <a:moveTo>
                  <a:pt x="11561" y="412735"/>
                </a:moveTo>
                <a:lnTo>
                  <a:pt x="12457" y="413868"/>
                </a:lnTo>
                <a:lnTo>
                  <a:pt x="11113" y="413302"/>
                </a:lnTo>
                <a:close/>
                <a:moveTo>
                  <a:pt x="38885" y="347342"/>
                </a:moveTo>
                <a:lnTo>
                  <a:pt x="39888" y="348815"/>
                </a:lnTo>
                <a:lnTo>
                  <a:pt x="38384" y="348078"/>
                </a:lnTo>
                <a:close/>
                <a:moveTo>
                  <a:pt x="56209" y="287361"/>
                </a:moveTo>
                <a:lnTo>
                  <a:pt x="56654" y="288337"/>
                </a:lnTo>
                <a:lnTo>
                  <a:pt x="55986" y="287849"/>
                </a:lnTo>
                <a:close/>
                <a:moveTo>
                  <a:pt x="16194" y="434545"/>
                </a:moveTo>
                <a:lnTo>
                  <a:pt x="17322" y="436169"/>
                </a:lnTo>
                <a:lnTo>
                  <a:pt x="15630" y="435357"/>
                </a:lnTo>
                <a:close/>
                <a:moveTo>
                  <a:pt x="29831" y="112798"/>
                </a:moveTo>
                <a:lnTo>
                  <a:pt x="30533" y="114173"/>
                </a:lnTo>
                <a:lnTo>
                  <a:pt x="29479" y="113486"/>
                </a:lnTo>
                <a:close/>
                <a:moveTo>
                  <a:pt x="7976" y="207092"/>
                </a:moveTo>
                <a:lnTo>
                  <a:pt x="9307" y="208824"/>
                </a:lnTo>
                <a:lnTo>
                  <a:pt x="7311" y="207958"/>
                </a:lnTo>
                <a:close/>
                <a:moveTo>
                  <a:pt x="58572" y="29971"/>
                </a:moveTo>
                <a:lnTo>
                  <a:pt x="59584" y="30914"/>
                </a:lnTo>
                <a:lnTo>
                  <a:pt x="58066" y="30443"/>
                </a:lnTo>
                <a:close/>
                <a:moveTo>
                  <a:pt x="54532" y="45150"/>
                </a:moveTo>
                <a:lnTo>
                  <a:pt x="56165" y="45886"/>
                </a:lnTo>
                <a:lnTo>
                  <a:pt x="53715" y="45518"/>
                </a:lnTo>
                <a:close/>
                <a:moveTo>
                  <a:pt x="42808" y="158000"/>
                </a:moveTo>
                <a:lnTo>
                  <a:pt x="43474" y="159580"/>
                </a:lnTo>
                <a:lnTo>
                  <a:pt x="42475" y="158790"/>
                </a:lnTo>
                <a:close/>
                <a:moveTo>
                  <a:pt x="58915" y="156263"/>
                </a:moveTo>
                <a:lnTo>
                  <a:pt x="59953" y="156879"/>
                </a:lnTo>
                <a:lnTo>
                  <a:pt x="58396" y="156571"/>
                </a:lnTo>
                <a:close/>
                <a:moveTo>
                  <a:pt x="25138" y="180698"/>
                </a:moveTo>
                <a:lnTo>
                  <a:pt x="25712" y="182376"/>
                </a:lnTo>
                <a:lnTo>
                  <a:pt x="24851" y="181537"/>
                </a:lnTo>
                <a:close/>
                <a:moveTo>
                  <a:pt x="31717" y="111877"/>
                </a:moveTo>
                <a:lnTo>
                  <a:pt x="32549" y="112418"/>
                </a:lnTo>
                <a:lnTo>
                  <a:pt x="31301" y="112147"/>
                </a:lnTo>
                <a:close/>
                <a:moveTo>
                  <a:pt x="33704" y="180413"/>
                </a:moveTo>
                <a:lnTo>
                  <a:pt x="35522" y="181199"/>
                </a:lnTo>
                <a:lnTo>
                  <a:pt x="32795" y="180806"/>
                </a:lnTo>
                <a:close/>
                <a:moveTo>
                  <a:pt x="15856" y="73402"/>
                </a:moveTo>
                <a:lnTo>
                  <a:pt x="17517" y="73941"/>
                </a:lnTo>
                <a:lnTo>
                  <a:pt x="15026" y="73671"/>
                </a:lnTo>
                <a:close/>
                <a:moveTo>
                  <a:pt x="11530" y="36356"/>
                </a:moveTo>
                <a:lnTo>
                  <a:pt x="12885" y="37154"/>
                </a:lnTo>
                <a:lnTo>
                  <a:pt x="10853" y="36755"/>
                </a:lnTo>
                <a:close/>
                <a:moveTo>
                  <a:pt x="52417" y="158097"/>
                </a:moveTo>
                <a:lnTo>
                  <a:pt x="54329" y="158762"/>
                </a:lnTo>
                <a:lnTo>
                  <a:pt x="51461" y="158429"/>
                </a:lnTo>
                <a:close/>
                <a:moveTo>
                  <a:pt x="27215" y="337021"/>
                </a:moveTo>
                <a:lnTo>
                  <a:pt x="29173" y="338532"/>
                </a:lnTo>
                <a:lnTo>
                  <a:pt x="26236" y="337776"/>
                </a:lnTo>
                <a:close/>
                <a:moveTo>
                  <a:pt x="47923" y="213847"/>
                </a:moveTo>
                <a:lnTo>
                  <a:pt x="49061" y="215538"/>
                </a:lnTo>
                <a:lnTo>
                  <a:pt x="47354" y="214693"/>
                </a:lnTo>
                <a:close/>
                <a:moveTo>
                  <a:pt x="24080" y="179778"/>
                </a:moveTo>
                <a:lnTo>
                  <a:pt x="25699" y="180895"/>
                </a:lnTo>
                <a:lnTo>
                  <a:pt x="23270" y="180337"/>
                </a:lnTo>
                <a:close/>
                <a:moveTo>
                  <a:pt x="63590" y="144261"/>
                </a:moveTo>
                <a:lnTo>
                  <a:pt x="65470" y="145681"/>
                </a:lnTo>
                <a:lnTo>
                  <a:pt x="62651" y="144971"/>
                </a:lnTo>
                <a:close/>
                <a:moveTo>
                  <a:pt x="10445" y="399108"/>
                </a:moveTo>
                <a:lnTo>
                  <a:pt x="12089" y="400802"/>
                </a:lnTo>
                <a:lnTo>
                  <a:pt x="9623" y="399955"/>
                </a:lnTo>
                <a:close/>
                <a:moveTo>
                  <a:pt x="37219" y="384085"/>
                </a:moveTo>
                <a:lnTo>
                  <a:pt x="38561" y="385733"/>
                </a:lnTo>
                <a:lnTo>
                  <a:pt x="36549" y="384909"/>
                </a:lnTo>
                <a:close/>
                <a:moveTo>
                  <a:pt x="56290" y="85709"/>
                </a:moveTo>
                <a:lnTo>
                  <a:pt x="58276" y="86253"/>
                </a:lnTo>
                <a:lnTo>
                  <a:pt x="55297" y="85981"/>
                </a:lnTo>
                <a:close/>
                <a:moveTo>
                  <a:pt x="36131" y="149652"/>
                </a:moveTo>
                <a:lnTo>
                  <a:pt x="37296" y="150378"/>
                </a:lnTo>
                <a:lnTo>
                  <a:pt x="35549" y="150015"/>
                </a:lnTo>
                <a:close/>
                <a:moveTo>
                  <a:pt x="22035" y="322606"/>
                </a:moveTo>
                <a:lnTo>
                  <a:pt x="23123" y="323681"/>
                </a:lnTo>
                <a:lnTo>
                  <a:pt x="21491" y="323144"/>
                </a:lnTo>
                <a:close/>
                <a:moveTo>
                  <a:pt x="11308" y="69462"/>
                </a:moveTo>
                <a:lnTo>
                  <a:pt x="12936" y="70373"/>
                </a:lnTo>
                <a:lnTo>
                  <a:pt x="10494" y="69918"/>
                </a:lnTo>
                <a:close/>
                <a:moveTo>
                  <a:pt x="40153" y="397102"/>
                </a:moveTo>
                <a:lnTo>
                  <a:pt x="40668" y="397791"/>
                </a:lnTo>
                <a:lnTo>
                  <a:pt x="39895" y="397447"/>
                </a:lnTo>
                <a:close/>
                <a:moveTo>
                  <a:pt x="59254" y="299781"/>
                </a:moveTo>
                <a:lnTo>
                  <a:pt x="61091" y="300310"/>
                </a:lnTo>
                <a:lnTo>
                  <a:pt x="58336" y="300046"/>
                </a:lnTo>
                <a:close/>
                <a:moveTo>
                  <a:pt x="30643" y="371974"/>
                </a:moveTo>
                <a:lnTo>
                  <a:pt x="32785" y="373342"/>
                </a:lnTo>
                <a:lnTo>
                  <a:pt x="29571" y="372658"/>
                </a:lnTo>
                <a:close/>
                <a:moveTo>
                  <a:pt x="67856" y="149225"/>
                </a:moveTo>
                <a:lnTo>
                  <a:pt x="69440" y="150925"/>
                </a:lnTo>
                <a:lnTo>
                  <a:pt x="67064" y="150075"/>
                </a:lnTo>
                <a:close/>
                <a:moveTo>
                  <a:pt x="12265" y="266727"/>
                </a:moveTo>
                <a:lnTo>
                  <a:pt x="13196" y="267813"/>
                </a:lnTo>
                <a:lnTo>
                  <a:pt x="11799" y="267270"/>
                </a:lnTo>
                <a:close/>
                <a:moveTo>
                  <a:pt x="61710" y="190609"/>
                </a:moveTo>
                <a:lnTo>
                  <a:pt x="62284" y="191677"/>
                </a:lnTo>
                <a:lnTo>
                  <a:pt x="61424" y="191143"/>
                </a:lnTo>
                <a:close/>
                <a:moveTo>
                  <a:pt x="41468" y="120021"/>
                </a:moveTo>
                <a:lnTo>
                  <a:pt x="43305" y="120767"/>
                </a:lnTo>
                <a:lnTo>
                  <a:pt x="40549" y="120394"/>
                </a:lnTo>
                <a:close/>
                <a:moveTo>
                  <a:pt x="33944" y="243340"/>
                </a:moveTo>
                <a:lnTo>
                  <a:pt x="34345" y="244988"/>
                </a:lnTo>
                <a:lnTo>
                  <a:pt x="33744" y="244164"/>
                </a:lnTo>
                <a:close/>
                <a:moveTo>
                  <a:pt x="44155" y="122293"/>
                </a:moveTo>
                <a:lnTo>
                  <a:pt x="46197" y="123743"/>
                </a:lnTo>
                <a:lnTo>
                  <a:pt x="43134" y="123018"/>
                </a:lnTo>
                <a:close/>
                <a:moveTo>
                  <a:pt x="42107" y="217241"/>
                </a:moveTo>
                <a:lnTo>
                  <a:pt x="43734" y="217877"/>
                </a:lnTo>
                <a:lnTo>
                  <a:pt x="41294" y="217559"/>
                </a:lnTo>
                <a:close/>
                <a:moveTo>
                  <a:pt x="32500" y="9794"/>
                </a:moveTo>
                <a:lnTo>
                  <a:pt x="32951" y="10993"/>
                </a:lnTo>
                <a:lnTo>
                  <a:pt x="32275" y="10393"/>
                </a:lnTo>
                <a:close/>
                <a:moveTo>
                  <a:pt x="37476" y="369178"/>
                </a:moveTo>
                <a:lnTo>
                  <a:pt x="39006" y="370589"/>
                </a:lnTo>
                <a:lnTo>
                  <a:pt x="36711" y="369884"/>
                </a:lnTo>
                <a:close/>
                <a:moveTo>
                  <a:pt x="47264" y="172472"/>
                </a:moveTo>
                <a:lnTo>
                  <a:pt x="48962" y="173035"/>
                </a:lnTo>
                <a:lnTo>
                  <a:pt x="46414" y="172754"/>
                </a:lnTo>
                <a:close/>
                <a:moveTo>
                  <a:pt x="67924" y="268740"/>
                </a:moveTo>
                <a:lnTo>
                  <a:pt x="69084" y="270055"/>
                </a:lnTo>
                <a:lnTo>
                  <a:pt x="67344" y="269398"/>
                </a:lnTo>
                <a:close/>
                <a:moveTo>
                  <a:pt x="31486" y="131133"/>
                </a:moveTo>
                <a:lnTo>
                  <a:pt x="33004" y="132882"/>
                </a:lnTo>
                <a:lnTo>
                  <a:pt x="30727" y="132008"/>
                </a:lnTo>
                <a:close/>
                <a:moveTo>
                  <a:pt x="41647" y="387674"/>
                </a:moveTo>
                <a:lnTo>
                  <a:pt x="42721" y="389412"/>
                </a:lnTo>
                <a:lnTo>
                  <a:pt x="41110" y="388543"/>
                </a:lnTo>
                <a:close/>
                <a:moveTo>
                  <a:pt x="65010" y="331120"/>
                </a:moveTo>
                <a:lnTo>
                  <a:pt x="65518" y="332783"/>
                </a:lnTo>
                <a:lnTo>
                  <a:pt x="64756" y="331952"/>
                </a:lnTo>
                <a:close/>
                <a:moveTo>
                  <a:pt x="39983" y="200771"/>
                </a:moveTo>
                <a:lnTo>
                  <a:pt x="41844" y="201942"/>
                </a:lnTo>
                <a:lnTo>
                  <a:pt x="39053" y="201356"/>
                </a:lnTo>
                <a:close/>
                <a:moveTo>
                  <a:pt x="58336" y="246924"/>
                </a:moveTo>
                <a:lnTo>
                  <a:pt x="59009" y="248630"/>
                </a:lnTo>
                <a:lnTo>
                  <a:pt x="57999" y="247777"/>
                </a:lnTo>
                <a:close/>
                <a:moveTo>
                  <a:pt x="16172" y="224923"/>
                </a:moveTo>
                <a:lnTo>
                  <a:pt x="16941" y="225328"/>
                </a:lnTo>
                <a:lnTo>
                  <a:pt x="15788" y="225126"/>
                </a:lnTo>
                <a:close/>
                <a:moveTo>
                  <a:pt x="35172" y="177134"/>
                </a:moveTo>
                <a:lnTo>
                  <a:pt x="35719" y="178685"/>
                </a:lnTo>
                <a:lnTo>
                  <a:pt x="34899" y="177910"/>
                </a:lnTo>
                <a:close/>
                <a:moveTo>
                  <a:pt x="39799" y="262295"/>
                </a:moveTo>
                <a:lnTo>
                  <a:pt x="40435" y="263117"/>
                </a:lnTo>
                <a:lnTo>
                  <a:pt x="39481" y="262706"/>
                </a:lnTo>
                <a:close/>
                <a:moveTo>
                  <a:pt x="52086" y="267012"/>
                </a:moveTo>
                <a:lnTo>
                  <a:pt x="53163" y="267817"/>
                </a:lnTo>
                <a:lnTo>
                  <a:pt x="51548" y="267414"/>
                </a:lnTo>
                <a:close/>
                <a:moveTo>
                  <a:pt x="63400" y="209384"/>
                </a:moveTo>
                <a:lnTo>
                  <a:pt x="64139" y="210693"/>
                </a:lnTo>
                <a:lnTo>
                  <a:pt x="63030" y="210038"/>
                </a:lnTo>
                <a:close/>
                <a:moveTo>
                  <a:pt x="45143" y="309229"/>
                </a:moveTo>
                <a:lnTo>
                  <a:pt x="45991" y="310217"/>
                </a:lnTo>
                <a:lnTo>
                  <a:pt x="44718" y="309723"/>
                </a:lnTo>
                <a:close/>
                <a:moveTo>
                  <a:pt x="24923" y="18160"/>
                </a:moveTo>
                <a:lnTo>
                  <a:pt x="26158" y="19424"/>
                </a:lnTo>
                <a:lnTo>
                  <a:pt x="24306" y="18792"/>
                </a:lnTo>
                <a:close/>
                <a:moveTo>
                  <a:pt x="35483" y="394653"/>
                </a:moveTo>
                <a:lnTo>
                  <a:pt x="36392" y="395990"/>
                </a:lnTo>
                <a:lnTo>
                  <a:pt x="35029" y="395322"/>
                </a:lnTo>
                <a:close/>
                <a:moveTo>
                  <a:pt x="57530" y="317347"/>
                </a:moveTo>
                <a:lnTo>
                  <a:pt x="58173" y="319102"/>
                </a:lnTo>
                <a:lnTo>
                  <a:pt x="57209" y="318225"/>
                </a:lnTo>
                <a:close/>
                <a:moveTo>
                  <a:pt x="13692" y="14398"/>
                </a:moveTo>
                <a:lnTo>
                  <a:pt x="15139" y="15140"/>
                </a:lnTo>
                <a:lnTo>
                  <a:pt x="12969" y="14769"/>
                </a:lnTo>
                <a:close/>
                <a:moveTo>
                  <a:pt x="24181" y="66031"/>
                </a:moveTo>
                <a:lnTo>
                  <a:pt x="26021" y="66385"/>
                </a:lnTo>
                <a:lnTo>
                  <a:pt x="23260" y="66208"/>
                </a:lnTo>
                <a:close/>
                <a:moveTo>
                  <a:pt x="23140" y="432137"/>
                </a:moveTo>
                <a:lnTo>
                  <a:pt x="23725" y="433487"/>
                </a:lnTo>
                <a:lnTo>
                  <a:pt x="22848" y="432812"/>
                </a:lnTo>
                <a:close/>
                <a:moveTo>
                  <a:pt x="44688" y="155864"/>
                </a:moveTo>
                <a:lnTo>
                  <a:pt x="46194" y="156410"/>
                </a:lnTo>
                <a:lnTo>
                  <a:pt x="43935" y="156137"/>
                </a:lnTo>
                <a:close/>
                <a:moveTo>
                  <a:pt x="58309" y="369003"/>
                </a:moveTo>
                <a:lnTo>
                  <a:pt x="59940" y="369359"/>
                </a:lnTo>
                <a:lnTo>
                  <a:pt x="57493" y="369181"/>
                </a:lnTo>
                <a:close/>
                <a:moveTo>
                  <a:pt x="23528" y="69458"/>
                </a:moveTo>
                <a:lnTo>
                  <a:pt x="25686" y="69780"/>
                </a:lnTo>
                <a:lnTo>
                  <a:pt x="22449" y="69619"/>
                </a:lnTo>
                <a:close/>
                <a:moveTo>
                  <a:pt x="53963" y="412883"/>
                </a:moveTo>
                <a:lnTo>
                  <a:pt x="56031" y="413523"/>
                </a:lnTo>
                <a:lnTo>
                  <a:pt x="52930" y="413203"/>
                </a:lnTo>
                <a:close/>
                <a:moveTo>
                  <a:pt x="61488" y="52565"/>
                </a:moveTo>
                <a:lnTo>
                  <a:pt x="62639" y="53984"/>
                </a:lnTo>
                <a:lnTo>
                  <a:pt x="60912" y="53275"/>
                </a:lnTo>
                <a:close/>
                <a:moveTo>
                  <a:pt x="31499" y="99289"/>
                </a:moveTo>
                <a:lnTo>
                  <a:pt x="32979" y="100175"/>
                </a:lnTo>
                <a:lnTo>
                  <a:pt x="30758" y="99732"/>
                </a:lnTo>
                <a:close/>
                <a:moveTo>
                  <a:pt x="59294" y="358685"/>
                </a:moveTo>
                <a:lnTo>
                  <a:pt x="59798" y="360218"/>
                </a:lnTo>
                <a:lnTo>
                  <a:pt x="59042" y="359452"/>
                </a:lnTo>
                <a:close/>
                <a:moveTo>
                  <a:pt x="15665" y="92711"/>
                </a:moveTo>
                <a:lnTo>
                  <a:pt x="17844" y="94428"/>
                </a:lnTo>
                <a:lnTo>
                  <a:pt x="14576" y="93569"/>
                </a:lnTo>
                <a:close/>
                <a:moveTo>
                  <a:pt x="40580" y="387246"/>
                </a:moveTo>
                <a:lnTo>
                  <a:pt x="42029" y="387926"/>
                </a:lnTo>
                <a:lnTo>
                  <a:pt x="39855" y="387586"/>
                </a:lnTo>
                <a:close/>
                <a:moveTo>
                  <a:pt x="36379" y="288354"/>
                </a:moveTo>
                <a:lnTo>
                  <a:pt x="36932" y="289147"/>
                </a:lnTo>
                <a:lnTo>
                  <a:pt x="36102" y="288750"/>
                </a:lnTo>
                <a:close/>
                <a:moveTo>
                  <a:pt x="53588" y="282573"/>
                </a:moveTo>
                <a:lnTo>
                  <a:pt x="54071" y="283076"/>
                </a:lnTo>
                <a:lnTo>
                  <a:pt x="53346" y="282824"/>
                </a:lnTo>
                <a:close/>
                <a:moveTo>
                  <a:pt x="68294" y="55086"/>
                </a:moveTo>
                <a:lnTo>
                  <a:pt x="70273" y="56496"/>
                </a:lnTo>
                <a:lnTo>
                  <a:pt x="67304" y="55791"/>
                </a:lnTo>
                <a:close/>
                <a:moveTo>
                  <a:pt x="21151" y="118293"/>
                </a:moveTo>
                <a:lnTo>
                  <a:pt x="22213" y="118786"/>
                </a:lnTo>
                <a:lnTo>
                  <a:pt x="20620" y="118540"/>
                </a:lnTo>
                <a:close/>
                <a:moveTo>
                  <a:pt x="14066" y="432214"/>
                </a:moveTo>
                <a:lnTo>
                  <a:pt x="15337" y="433773"/>
                </a:lnTo>
                <a:lnTo>
                  <a:pt x="13431" y="432993"/>
                </a:lnTo>
                <a:close/>
                <a:moveTo>
                  <a:pt x="55959" y="91500"/>
                </a:moveTo>
                <a:lnTo>
                  <a:pt x="57690" y="93017"/>
                </a:lnTo>
                <a:lnTo>
                  <a:pt x="55094" y="92258"/>
                </a:lnTo>
                <a:close/>
                <a:moveTo>
                  <a:pt x="6705" y="154765"/>
                </a:moveTo>
                <a:lnTo>
                  <a:pt x="7775" y="155901"/>
                </a:lnTo>
                <a:lnTo>
                  <a:pt x="6170" y="155333"/>
                </a:lnTo>
                <a:close/>
                <a:moveTo>
                  <a:pt x="39630" y="199615"/>
                </a:moveTo>
                <a:lnTo>
                  <a:pt x="41638" y="201382"/>
                </a:lnTo>
                <a:lnTo>
                  <a:pt x="38626" y="200499"/>
                </a:lnTo>
                <a:close/>
                <a:moveTo>
                  <a:pt x="33626" y="387690"/>
                </a:moveTo>
                <a:lnTo>
                  <a:pt x="34413" y="389355"/>
                </a:lnTo>
                <a:lnTo>
                  <a:pt x="33232" y="388522"/>
                </a:lnTo>
                <a:close/>
                <a:moveTo>
                  <a:pt x="4174" y="315733"/>
                </a:moveTo>
                <a:lnTo>
                  <a:pt x="5610" y="317067"/>
                </a:lnTo>
                <a:lnTo>
                  <a:pt x="3456" y="316400"/>
                </a:lnTo>
                <a:close/>
                <a:moveTo>
                  <a:pt x="21470" y="284171"/>
                </a:moveTo>
                <a:lnTo>
                  <a:pt x="22666" y="284808"/>
                </a:lnTo>
                <a:lnTo>
                  <a:pt x="20872" y="284489"/>
                </a:lnTo>
                <a:close/>
                <a:moveTo>
                  <a:pt x="31028" y="290247"/>
                </a:moveTo>
                <a:lnTo>
                  <a:pt x="33210" y="291856"/>
                </a:lnTo>
                <a:lnTo>
                  <a:pt x="29938" y="291051"/>
                </a:lnTo>
                <a:close/>
                <a:moveTo>
                  <a:pt x="49008" y="204759"/>
                </a:moveTo>
                <a:lnTo>
                  <a:pt x="50646" y="205414"/>
                </a:lnTo>
                <a:lnTo>
                  <a:pt x="48190" y="205086"/>
                </a:lnTo>
                <a:close/>
                <a:moveTo>
                  <a:pt x="26340" y="358078"/>
                </a:moveTo>
                <a:lnTo>
                  <a:pt x="27291" y="358462"/>
                </a:lnTo>
                <a:lnTo>
                  <a:pt x="25865" y="358270"/>
                </a:lnTo>
                <a:close/>
                <a:moveTo>
                  <a:pt x="4604" y="13539"/>
                </a:moveTo>
                <a:lnTo>
                  <a:pt x="6287" y="13921"/>
                </a:lnTo>
                <a:lnTo>
                  <a:pt x="3763" y="13730"/>
                </a:lnTo>
                <a:close/>
                <a:moveTo>
                  <a:pt x="57559" y="193583"/>
                </a:moveTo>
                <a:lnTo>
                  <a:pt x="58859" y="194443"/>
                </a:lnTo>
                <a:lnTo>
                  <a:pt x="56909" y="194013"/>
                </a:lnTo>
                <a:close/>
                <a:moveTo>
                  <a:pt x="52672" y="318439"/>
                </a:moveTo>
                <a:lnTo>
                  <a:pt x="54232" y="319562"/>
                </a:lnTo>
                <a:lnTo>
                  <a:pt x="51892" y="319000"/>
                </a:lnTo>
                <a:close/>
                <a:moveTo>
                  <a:pt x="19558" y="242306"/>
                </a:moveTo>
                <a:lnTo>
                  <a:pt x="20729" y="243368"/>
                </a:lnTo>
                <a:lnTo>
                  <a:pt x="18973" y="242837"/>
                </a:lnTo>
                <a:close/>
                <a:moveTo>
                  <a:pt x="67945" y="240628"/>
                </a:moveTo>
                <a:lnTo>
                  <a:pt x="69805" y="241643"/>
                </a:lnTo>
                <a:lnTo>
                  <a:pt x="67016" y="241136"/>
                </a:lnTo>
                <a:close/>
                <a:moveTo>
                  <a:pt x="30613" y="380272"/>
                </a:moveTo>
                <a:lnTo>
                  <a:pt x="31415" y="381726"/>
                </a:lnTo>
                <a:lnTo>
                  <a:pt x="30213" y="380999"/>
                </a:lnTo>
                <a:close/>
                <a:moveTo>
                  <a:pt x="51008" y="103820"/>
                </a:moveTo>
                <a:lnTo>
                  <a:pt x="51684" y="105428"/>
                </a:lnTo>
                <a:lnTo>
                  <a:pt x="50670" y="104624"/>
                </a:lnTo>
                <a:close/>
                <a:moveTo>
                  <a:pt x="63424" y="198277"/>
                </a:moveTo>
                <a:lnTo>
                  <a:pt x="64120" y="198891"/>
                </a:lnTo>
                <a:lnTo>
                  <a:pt x="63076" y="198584"/>
                </a:lnTo>
                <a:close/>
                <a:moveTo>
                  <a:pt x="39917" y="101090"/>
                </a:moveTo>
                <a:lnTo>
                  <a:pt x="40370" y="102363"/>
                </a:lnTo>
                <a:lnTo>
                  <a:pt x="39690" y="101727"/>
                </a:lnTo>
                <a:close/>
                <a:moveTo>
                  <a:pt x="62219" y="32524"/>
                </a:moveTo>
                <a:lnTo>
                  <a:pt x="64296" y="32880"/>
                </a:lnTo>
                <a:lnTo>
                  <a:pt x="61180" y="32702"/>
                </a:lnTo>
                <a:close/>
                <a:moveTo>
                  <a:pt x="15108" y="58240"/>
                </a:moveTo>
                <a:lnTo>
                  <a:pt x="16319" y="58992"/>
                </a:lnTo>
                <a:lnTo>
                  <a:pt x="14503" y="58616"/>
                </a:lnTo>
                <a:close/>
                <a:moveTo>
                  <a:pt x="34467" y="94693"/>
                </a:moveTo>
                <a:lnTo>
                  <a:pt x="35765" y="96059"/>
                </a:lnTo>
                <a:lnTo>
                  <a:pt x="33817" y="95376"/>
                </a:lnTo>
                <a:close/>
                <a:moveTo>
                  <a:pt x="26254" y="91363"/>
                </a:moveTo>
                <a:lnTo>
                  <a:pt x="27915" y="92726"/>
                </a:lnTo>
                <a:lnTo>
                  <a:pt x="25424" y="92045"/>
                </a:lnTo>
                <a:close/>
                <a:moveTo>
                  <a:pt x="52586" y="434426"/>
                </a:moveTo>
                <a:lnTo>
                  <a:pt x="53588" y="435614"/>
                </a:lnTo>
                <a:lnTo>
                  <a:pt x="52085" y="435020"/>
                </a:lnTo>
                <a:close/>
                <a:moveTo>
                  <a:pt x="41411" y="180277"/>
                </a:moveTo>
                <a:lnTo>
                  <a:pt x="42594" y="181230"/>
                </a:lnTo>
                <a:lnTo>
                  <a:pt x="40819" y="180753"/>
                </a:lnTo>
                <a:close/>
                <a:moveTo>
                  <a:pt x="28152" y="190816"/>
                </a:moveTo>
                <a:lnTo>
                  <a:pt x="29959" y="192059"/>
                </a:lnTo>
                <a:lnTo>
                  <a:pt x="27248" y="191438"/>
                </a:lnTo>
                <a:close/>
                <a:moveTo>
                  <a:pt x="62786" y="392134"/>
                </a:moveTo>
                <a:lnTo>
                  <a:pt x="63717" y="392801"/>
                </a:lnTo>
                <a:lnTo>
                  <a:pt x="62321" y="392467"/>
                </a:lnTo>
                <a:close/>
                <a:moveTo>
                  <a:pt x="37276" y="396758"/>
                </a:moveTo>
                <a:lnTo>
                  <a:pt x="37875" y="397619"/>
                </a:lnTo>
                <a:lnTo>
                  <a:pt x="36977" y="397188"/>
                </a:lnTo>
                <a:close/>
                <a:moveTo>
                  <a:pt x="35070" y="42087"/>
                </a:moveTo>
                <a:lnTo>
                  <a:pt x="37026" y="43667"/>
                </a:lnTo>
                <a:lnTo>
                  <a:pt x="34092" y="42877"/>
                </a:lnTo>
                <a:close/>
                <a:moveTo>
                  <a:pt x="23207" y="344888"/>
                </a:moveTo>
                <a:lnTo>
                  <a:pt x="23944" y="345356"/>
                </a:lnTo>
                <a:lnTo>
                  <a:pt x="22839" y="345122"/>
                </a:lnTo>
                <a:close/>
                <a:moveTo>
                  <a:pt x="45200" y="145291"/>
                </a:moveTo>
                <a:lnTo>
                  <a:pt x="46240" y="146817"/>
                </a:lnTo>
                <a:lnTo>
                  <a:pt x="44680" y="146054"/>
                </a:lnTo>
                <a:close/>
                <a:moveTo>
                  <a:pt x="53098" y="278967"/>
                </a:moveTo>
                <a:lnTo>
                  <a:pt x="55057" y="279750"/>
                </a:lnTo>
                <a:lnTo>
                  <a:pt x="52118" y="279358"/>
                </a:lnTo>
                <a:close/>
                <a:moveTo>
                  <a:pt x="59551" y="357300"/>
                </a:moveTo>
                <a:lnTo>
                  <a:pt x="60954" y="357987"/>
                </a:lnTo>
                <a:lnTo>
                  <a:pt x="58849" y="357644"/>
                </a:lnTo>
                <a:close/>
                <a:moveTo>
                  <a:pt x="32445" y="339375"/>
                </a:moveTo>
                <a:lnTo>
                  <a:pt x="34521" y="340149"/>
                </a:lnTo>
                <a:lnTo>
                  <a:pt x="31406" y="339762"/>
                </a:lnTo>
                <a:close/>
                <a:moveTo>
                  <a:pt x="46019" y="395042"/>
                </a:moveTo>
                <a:lnTo>
                  <a:pt x="48104" y="395594"/>
                </a:lnTo>
                <a:lnTo>
                  <a:pt x="44976" y="395318"/>
                </a:lnTo>
                <a:close/>
                <a:moveTo>
                  <a:pt x="34120" y="78728"/>
                </a:moveTo>
                <a:lnTo>
                  <a:pt x="35906" y="80185"/>
                </a:lnTo>
                <a:lnTo>
                  <a:pt x="33226" y="79456"/>
                </a:lnTo>
                <a:close/>
                <a:moveTo>
                  <a:pt x="65559" y="182112"/>
                </a:moveTo>
                <a:lnTo>
                  <a:pt x="67234" y="182450"/>
                </a:lnTo>
                <a:lnTo>
                  <a:pt x="64722" y="182281"/>
                </a:lnTo>
                <a:close/>
                <a:moveTo>
                  <a:pt x="16309" y="202948"/>
                </a:moveTo>
                <a:lnTo>
                  <a:pt x="17660" y="204009"/>
                </a:lnTo>
                <a:lnTo>
                  <a:pt x="15634" y="203478"/>
                </a:lnTo>
                <a:close/>
                <a:moveTo>
                  <a:pt x="40013" y="246361"/>
                </a:moveTo>
                <a:lnTo>
                  <a:pt x="41590" y="246731"/>
                </a:lnTo>
                <a:lnTo>
                  <a:pt x="39225" y="246546"/>
                </a:lnTo>
                <a:close/>
                <a:moveTo>
                  <a:pt x="56050" y="17491"/>
                </a:moveTo>
                <a:lnTo>
                  <a:pt x="56425" y="18688"/>
                </a:lnTo>
                <a:lnTo>
                  <a:pt x="55863" y="18090"/>
                </a:lnTo>
                <a:close/>
                <a:moveTo>
                  <a:pt x="1130" y="324621"/>
                </a:moveTo>
                <a:lnTo>
                  <a:pt x="2177" y="325739"/>
                </a:lnTo>
                <a:lnTo>
                  <a:pt x="606" y="325180"/>
                </a:lnTo>
                <a:close/>
                <a:moveTo>
                  <a:pt x="63217" y="285160"/>
                </a:moveTo>
                <a:lnTo>
                  <a:pt x="64990" y="285775"/>
                </a:lnTo>
                <a:lnTo>
                  <a:pt x="62331" y="285467"/>
                </a:lnTo>
                <a:close/>
                <a:moveTo>
                  <a:pt x="30090" y="168555"/>
                </a:moveTo>
                <a:lnTo>
                  <a:pt x="30848" y="169524"/>
                </a:lnTo>
                <a:lnTo>
                  <a:pt x="29711" y="169040"/>
                </a:lnTo>
                <a:close/>
                <a:moveTo>
                  <a:pt x="25801" y="164710"/>
                </a:moveTo>
                <a:lnTo>
                  <a:pt x="26189" y="165768"/>
                </a:lnTo>
                <a:lnTo>
                  <a:pt x="25608" y="165239"/>
                </a:lnTo>
                <a:close/>
                <a:moveTo>
                  <a:pt x="26736" y="105916"/>
                </a:moveTo>
                <a:lnTo>
                  <a:pt x="28671" y="107244"/>
                </a:lnTo>
                <a:lnTo>
                  <a:pt x="25769" y="106580"/>
                </a:lnTo>
                <a:close/>
                <a:moveTo>
                  <a:pt x="17114" y="379802"/>
                </a:moveTo>
                <a:lnTo>
                  <a:pt x="18942" y="380193"/>
                </a:lnTo>
                <a:lnTo>
                  <a:pt x="16200" y="379998"/>
                </a:lnTo>
                <a:close/>
                <a:moveTo>
                  <a:pt x="6600" y="32339"/>
                </a:moveTo>
                <a:lnTo>
                  <a:pt x="8643" y="33723"/>
                </a:lnTo>
                <a:lnTo>
                  <a:pt x="5579" y="33031"/>
                </a:lnTo>
                <a:close/>
                <a:moveTo>
                  <a:pt x="39008" y="276962"/>
                </a:moveTo>
                <a:lnTo>
                  <a:pt x="41158" y="278034"/>
                </a:lnTo>
                <a:lnTo>
                  <a:pt x="37933" y="277498"/>
                </a:lnTo>
                <a:close/>
                <a:moveTo>
                  <a:pt x="3523" y="89375"/>
                </a:moveTo>
                <a:lnTo>
                  <a:pt x="4325" y="90590"/>
                </a:lnTo>
                <a:lnTo>
                  <a:pt x="3121" y="89982"/>
                </a:lnTo>
                <a:close/>
                <a:moveTo>
                  <a:pt x="19813" y="278983"/>
                </a:moveTo>
                <a:lnTo>
                  <a:pt x="20257" y="280422"/>
                </a:lnTo>
                <a:lnTo>
                  <a:pt x="19590" y="279702"/>
                </a:lnTo>
                <a:close/>
                <a:moveTo>
                  <a:pt x="9977" y="72659"/>
                </a:moveTo>
                <a:lnTo>
                  <a:pt x="11731" y="72980"/>
                </a:lnTo>
                <a:lnTo>
                  <a:pt x="9100" y="72819"/>
                </a:lnTo>
                <a:close/>
                <a:moveTo>
                  <a:pt x="8269" y="261530"/>
                </a:moveTo>
                <a:lnTo>
                  <a:pt x="10198" y="261833"/>
                </a:lnTo>
                <a:lnTo>
                  <a:pt x="7305" y="261681"/>
                </a:lnTo>
                <a:close/>
                <a:moveTo>
                  <a:pt x="10620" y="266318"/>
                </a:moveTo>
                <a:lnTo>
                  <a:pt x="11518" y="267805"/>
                </a:lnTo>
                <a:lnTo>
                  <a:pt x="10170" y="267061"/>
                </a:lnTo>
                <a:close/>
                <a:moveTo>
                  <a:pt x="23071" y="119494"/>
                </a:moveTo>
                <a:lnTo>
                  <a:pt x="24638" y="119836"/>
                </a:lnTo>
                <a:lnTo>
                  <a:pt x="22287" y="119665"/>
                </a:lnTo>
                <a:close/>
                <a:moveTo>
                  <a:pt x="62688" y="76886"/>
                </a:moveTo>
                <a:lnTo>
                  <a:pt x="64397" y="78448"/>
                </a:lnTo>
                <a:lnTo>
                  <a:pt x="61834" y="77667"/>
                </a:lnTo>
                <a:close/>
                <a:moveTo>
                  <a:pt x="58973" y="264364"/>
                </a:moveTo>
                <a:lnTo>
                  <a:pt x="59507" y="265279"/>
                </a:lnTo>
                <a:lnTo>
                  <a:pt x="58706" y="264822"/>
                </a:lnTo>
                <a:close/>
                <a:moveTo>
                  <a:pt x="13864" y="310614"/>
                </a:moveTo>
                <a:lnTo>
                  <a:pt x="14229" y="311168"/>
                </a:lnTo>
                <a:lnTo>
                  <a:pt x="13681" y="310891"/>
                </a:lnTo>
                <a:close/>
                <a:moveTo>
                  <a:pt x="48661" y="270827"/>
                </a:moveTo>
                <a:lnTo>
                  <a:pt x="50586" y="272275"/>
                </a:lnTo>
                <a:lnTo>
                  <a:pt x="47699" y="271551"/>
                </a:lnTo>
                <a:close/>
                <a:moveTo>
                  <a:pt x="60694" y="230251"/>
                </a:moveTo>
                <a:lnTo>
                  <a:pt x="61798" y="231842"/>
                </a:lnTo>
                <a:lnTo>
                  <a:pt x="60142" y="231046"/>
                </a:lnTo>
                <a:close/>
                <a:moveTo>
                  <a:pt x="11153" y="18294"/>
                </a:moveTo>
                <a:lnTo>
                  <a:pt x="12007" y="19946"/>
                </a:lnTo>
                <a:lnTo>
                  <a:pt x="10726" y="19120"/>
                </a:lnTo>
                <a:close/>
                <a:moveTo>
                  <a:pt x="27317" y="126844"/>
                </a:moveTo>
                <a:lnTo>
                  <a:pt x="27995" y="128285"/>
                </a:lnTo>
                <a:lnTo>
                  <a:pt x="26978" y="127565"/>
                </a:lnTo>
                <a:close/>
                <a:moveTo>
                  <a:pt x="18143" y="82402"/>
                </a:moveTo>
                <a:lnTo>
                  <a:pt x="19802" y="83769"/>
                </a:lnTo>
                <a:lnTo>
                  <a:pt x="17314" y="83086"/>
                </a:lnTo>
                <a:close/>
                <a:moveTo>
                  <a:pt x="20853" y="341077"/>
                </a:moveTo>
                <a:lnTo>
                  <a:pt x="22436" y="342057"/>
                </a:lnTo>
                <a:lnTo>
                  <a:pt x="20062" y="341567"/>
                </a:lnTo>
                <a:close/>
                <a:moveTo>
                  <a:pt x="65048" y="288534"/>
                </a:moveTo>
                <a:lnTo>
                  <a:pt x="65535" y="288881"/>
                </a:lnTo>
                <a:lnTo>
                  <a:pt x="64804" y="288707"/>
                </a:lnTo>
                <a:close/>
                <a:moveTo>
                  <a:pt x="50058" y="265838"/>
                </a:moveTo>
                <a:lnTo>
                  <a:pt x="50607" y="267437"/>
                </a:lnTo>
                <a:lnTo>
                  <a:pt x="49783" y="266638"/>
                </a:lnTo>
                <a:close/>
                <a:moveTo>
                  <a:pt x="9574" y="64549"/>
                </a:moveTo>
                <a:lnTo>
                  <a:pt x="10449" y="65784"/>
                </a:lnTo>
                <a:lnTo>
                  <a:pt x="9137" y="65167"/>
                </a:lnTo>
                <a:close/>
                <a:moveTo>
                  <a:pt x="48482" y="405671"/>
                </a:moveTo>
                <a:lnTo>
                  <a:pt x="49317" y="406029"/>
                </a:lnTo>
                <a:lnTo>
                  <a:pt x="48065" y="405850"/>
                </a:lnTo>
                <a:close/>
                <a:moveTo>
                  <a:pt x="13883" y="75756"/>
                </a:moveTo>
                <a:lnTo>
                  <a:pt x="15799" y="76665"/>
                </a:lnTo>
                <a:lnTo>
                  <a:pt x="12924" y="76210"/>
                </a:lnTo>
                <a:close/>
                <a:moveTo>
                  <a:pt x="29729" y="221592"/>
                </a:moveTo>
                <a:lnTo>
                  <a:pt x="31745" y="222052"/>
                </a:lnTo>
                <a:lnTo>
                  <a:pt x="28722" y="221822"/>
                </a:lnTo>
                <a:close/>
                <a:moveTo>
                  <a:pt x="27198" y="90819"/>
                </a:moveTo>
                <a:lnTo>
                  <a:pt x="27985" y="92487"/>
                </a:lnTo>
                <a:lnTo>
                  <a:pt x="26804" y="91653"/>
                </a:lnTo>
                <a:close/>
                <a:moveTo>
                  <a:pt x="8105" y="152122"/>
                </a:moveTo>
                <a:lnTo>
                  <a:pt x="10078" y="153801"/>
                </a:lnTo>
                <a:lnTo>
                  <a:pt x="7119" y="152961"/>
                </a:lnTo>
                <a:close/>
                <a:moveTo>
                  <a:pt x="49060" y="171774"/>
                </a:moveTo>
                <a:lnTo>
                  <a:pt x="50328" y="173093"/>
                </a:lnTo>
                <a:lnTo>
                  <a:pt x="48426" y="172433"/>
                </a:lnTo>
                <a:close/>
                <a:moveTo>
                  <a:pt x="69974" y="399534"/>
                </a:moveTo>
                <a:lnTo>
                  <a:pt x="71454" y="401251"/>
                </a:lnTo>
                <a:lnTo>
                  <a:pt x="69235" y="400393"/>
                </a:lnTo>
                <a:close/>
                <a:moveTo>
                  <a:pt x="30212" y="207121"/>
                </a:moveTo>
                <a:lnTo>
                  <a:pt x="32142" y="208718"/>
                </a:lnTo>
                <a:lnTo>
                  <a:pt x="29247" y="207919"/>
                </a:lnTo>
                <a:close/>
                <a:moveTo>
                  <a:pt x="57394" y="259505"/>
                </a:moveTo>
                <a:lnTo>
                  <a:pt x="57843" y="260590"/>
                </a:lnTo>
                <a:lnTo>
                  <a:pt x="57170" y="260048"/>
                </a:lnTo>
                <a:close/>
                <a:moveTo>
                  <a:pt x="53786" y="206316"/>
                </a:moveTo>
                <a:lnTo>
                  <a:pt x="55245" y="207842"/>
                </a:lnTo>
                <a:lnTo>
                  <a:pt x="53057" y="207079"/>
                </a:lnTo>
                <a:close/>
                <a:moveTo>
                  <a:pt x="18875" y="229776"/>
                </a:moveTo>
                <a:lnTo>
                  <a:pt x="20840" y="231530"/>
                </a:lnTo>
                <a:lnTo>
                  <a:pt x="17892" y="230653"/>
                </a:lnTo>
                <a:close/>
                <a:moveTo>
                  <a:pt x="63218" y="5764"/>
                </a:moveTo>
                <a:lnTo>
                  <a:pt x="64715" y="7107"/>
                </a:lnTo>
                <a:lnTo>
                  <a:pt x="62470" y="6436"/>
                </a:lnTo>
                <a:close/>
                <a:moveTo>
                  <a:pt x="58362" y="383912"/>
                </a:moveTo>
                <a:lnTo>
                  <a:pt x="59604" y="384838"/>
                </a:lnTo>
                <a:lnTo>
                  <a:pt x="57742" y="384375"/>
                </a:lnTo>
                <a:close/>
                <a:moveTo>
                  <a:pt x="7504" y="363845"/>
                </a:moveTo>
                <a:lnTo>
                  <a:pt x="9238" y="365436"/>
                </a:lnTo>
                <a:lnTo>
                  <a:pt x="6637" y="364641"/>
                </a:lnTo>
                <a:close/>
                <a:moveTo>
                  <a:pt x="25727" y="112866"/>
                </a:moveTo>
                <a:lnTo>
                  <a:pt x="26697" y="114174"/>
                </a:lnTo>
                <a:lnTo>
                  <a:pt x="25242" y="113520"/>
                </a:lnTo>
                <a:close/>
                <a:moveTo>
                  <a:pt x="17323" y="0"/>
                </a:moveTo>
                <a:lnTo>
                  <a:pt x="18479" y="822"/>
                </a:lnTo>
                <a:lnTo>
                  <a:pt x="16744" y="411"/>
                </a:lnTo>
                <a:close/>
                <a:moveTo>
                  <a:pt x="40129" y="219108"/>
                </a:moveTo>
                <a:lnTo>
                  <a:pt x="42314" y="219622"/>
                </a:lnTo>
                <a:lnTo>
                  <a:pt x="39037" y="219365"/>
                </a:lnTo>
                <a:close/>
                <a:moveTo>
                  <a:pt x="64319" y="429650"/>
                </a:moveTo>
                <a:lnTo>
                  <a:pt x="65892" y="430716"/>
                </a:lnTo>
                <a:lnTo>
                  <a:pt x="63533" y="430183"/>
                </a:lnTo>
                <a:close/>
                <a:moveTo>
                  <a:pt x="23397" y="420903"/>
                </a:moveTo>
                <a:lnTo>
                  <a:pt x="24644" y="422561"/>
                </a:lnTo>
                <a:lnTo>
                  <a:pt x="22773" y="421732"/>
                </a:lnTo>
                <a:close/>
                <a:moveTo>
                  <a:pt x="44226" y="51598"/>
                </a:moveTo>
                <a:lnTo>
                  <a:pt x="45480" y="52439"/>
                </a:lnTo>
                <a:lnTo>
                  <a:pt x="43599" y="52018"/>
                </a:lnTo>
                <a:close/>
                <a:moveTo>
                  <a:pt x="28742" y="51499"/>
                </a:moveTo>
                <a:lnTo>
                  <a:pt x="29920" y="52244"/>
                </a:lnTo>
                <a:lnTo>
                  <a:pt x="28153" y="51871"/>
                </a:lnTo>
                <a:close/>
                <a:moveTo>
                  <a:pt x="18351" y="351153"/>
                </a:moveTo>
                <a:lnTo>
                  <a:pt x="19280" y="352116"/>
                </a:lnTo>
                <a:lnTo>
                  <a:pt x="17886" y="351634"/>
                </a:lnTo>
                <a:close/>
                <a:moveTo>
                  <a:pt x="10025" y="66683"/>
                </a:moveTo>
                <a:lnTo>
                  <a:pt x="12160" y="67055"/>
                </a:lnTo>
                <a:lnTo>
                  <a:pt x="8958" y="66869"/>
                </a:lnTo>
                <a:close/>
                <a:moveTo>
                  <a:pt x="42935" y="69843"/>
                </a:moveTo>
                <a:lnTo>
                  <a:pt x="44303" y="71302"/>
                </a:lnTo>
                <a:lnTo>
                  <a:pt x="42252" y="70572"/>
                </a:lnTo>
                <a:close/>
                <a:moveTo>
                  <a:pt x="41722" y="304923"/>
                </a:moveTo>
                <a:lnTo>
                  <a:pt x="43036" y="306640"/>
                </a:lnTo>
                <a:lnTo>
                  <a:pt x="41064" y="305782"/>
                </a:lnTo>
                <a:close/>
                <a:moveTo>
                  <a:pt x="31552" y="119989"/>
                </a:moveTo>
                <a:lnTo>
                  <a:pt x="32452" y="121643"/>
                </a:lnTo>
                <a:lnTo>
                  <a:pt x="31102" y="120816"/>
                </a:lnTo>
                <a:close/>
                <a:moveTo>
                  <a:pt x="50601" y="326744"/>
                </a:moveTo>
                <a:lnTo>
                  <a:pt x="52181" y="328035"/>
                </a:lnTo>
                <a:lnTo>
                  <a:pt x="49811" y="327390"/>
                </a:lnTo>
                <a:close/>
                <a:moveTo>
                  <a:pt x="20528" y="392341"/>
                </a:moveTo>
                <a:lnTo>
                  <a:pt x="22448" y="393609"/>
                </a:lnTo>
                <a:lnTo>
                  <a:pt x="19568" y="392975"/>
                </a:lnTo>
                <a:close/>
                <a:moveTo>
                  <a:pt x="68044" y="331494"/>
                </a:moveTo>
                <a:lnTo>
                  <a:pt x="68673" y="333179"/>
                </a:lnTo>
                <a:lnTo>
                  <a:pt x="67730" y="332336"/>
                </a:lnTo>
                <a:close/>
                <a:moveTo>
                  <a:pt x="48322" y="386827"/>
                </a:moveTo>
                <a:lnTo>
                  <a:pt x="49553" y="387166"/>
                </a:lnTo>
                <a:lnTo>
                  <a:pt x="47706" y="386997"/>
                </a:lnTo>
                <a:close/>
                <a:moveTo>
                  <a:pt x="22838" y="274958"/>
                </a:moveTo>
                <a:lnTo>
                  <a:pt x="23434" y="275319"/>
                </a:lnTo>
                <a:lnTo>
                  <a:pt x="22540" y="275138"/>
                </a:lnTo>
                <a:close/>
                <a:moveTo>
                  <a:pt x="66598" y="133415"/>
                </a:moveTo>
                <a:lnTo>
                  <a:pt x="68163" y="134049"/>
                </a:lnTo>
                <a:lnTo>
                  <a:pt x="65815" y="133732"/>
                </a:lnTo>
                <a:close/>
                <a:moveTo>
                  <a:pt x="15139" y="347536"/>
                </a:moveTo>
                <a:lnTo>
                  <a:pt x="15933" y="348670"/>
                </a:lnTo>
                <a:lnTo>
                  <a:pt x="14742" y="348103"/>
                </a:lnTo>
                <a:close/>
                <a:moveTo>
                  <a:pt x="32154" y="142203"/>
                </a:moveTo>
                <a:lnTo>
                  <a:pt x="34050" y="143978"/>
                </a:lnTo>
                <a:lnTo>
                  <a:pt x="31206" y="143091"/>
                </a:lnTo>
                <a:close/>
                <a:moveTo>
                  <a:pt x="42609" y="148370"/>
                </a:moveTo>
                <a:lnTo>
                  <a:pt x="43086" y="149842"/>
                </a:lnTo>
                <a:lnTo>
                  <a:pt x="42370" y="149106"/>
                </a:lnTo>
                <a:close/>
                <a:moveTo>
                  <a:pt x="64831" y="424006"/>
                </a:moveTo>
                <a:lnTo>
                  <a:pt x="65293" y="425418"/>
                </a:lnTo>
                <a:lnTo>
                  <a:pt x="64601" y="424712"/>
                </a:lnTo>
                <a:close/>
                <a:moveTo>
                  <a:pt x="11071" y="137298"/>
                </a:moveTo>
                <a:lnTo>
                  <a:pt x="12852" y="138738"/>
                </a:lnTo>
                <a:lnTo>
                  <a:pt x="10181" y="138018"/>
                </a:lnTo>
                <a:close/>
                <a:moveTo>
                  <a:pt x="14651" y="268055"/>
                </a:moveTo>
                <a:lnTo>
                  <a:pt x="16027" y="268821"/>
                </a:lnTo>
                <a:lnTo>
                  <a:pt x="13963" y="268438"/>
                </a:lnTo>
                <a:close/>
                <a:moveTo>
                  <a:pt x="64687" y="329372"/>
                </a:moveTo>
                <a:lnTo>
                  <a:pt x="65202" y="329757"/>
                </a:lnTo>
                <a:lnTo>
                  <a:pt x="64430" y="329564"/>
                </a:lnTo>
                <a:close/>
                <a:moveTo>
                  <a:pt x="42423" y="143493"/>
                </a:moveTo>
                <a:lnTo>
                  <a:pt x="43857" y="144941"/>
                </a:lnTo>
                <a:lnTo>
                  <a:pt x="41706" y="144217"/>
                </a:lnTo>
                <a:close/>
                <a:moveTo>
                  <a:pt x="35822" y="286251"/>
                </a:moveTo>
                <a:lnTo>
                  <a:pt x="37897" y="287676"/>
                </a:lnTo>
                <a:lnTo>
                  <a:pt x="34785" y="286963"/>
                </a:lnTo>
                <a:close/>
                <a:moveTo>
                  <a:pt x="31478" y="309354"/>
                </a:moveTo>
                <a:lnTo>
                  <a:pt x="33660" y="310393"/>
                </a:lnTo>
                <a:lnTo>
                  <a:pt x="30387" y="309873"/>
                </a:lnTo>
                <a:close/>
                <a:moveTo>
                  <a:pt x="55354" y="230495"/>
                </a:moveTo>
                <a:lnTo>
                  <a:pt x="55860" y="231882"/>
                </a:lnTo>
                <a:lnTo>
                  <a:pt x="55101" y="231189"/>
                </a:lnTo>
                <a:close/>
                <a:moveTo>
                  <a:pt x="11066" y="399752"/>
                </a:moveTo>
                <a:lnTo>
                  <a:pt x="12968" y="401046"/>
                </a:lnTo>
                <a:lnTo>
                  <a:pt x="10115" y="400399"/>
                </a:lnTo>
                <a:close/>
                <a:moveTo>
                  <a:pt x="67430" y="17621"/>
                </a:moveTo>
                <a:lnTo>
                  <a:pt x="69234" y="19313"/>
                </a:lnTo>
                <a:lnTo>
                  <a:pt x="66528" y="18467"/>
                </a:lnTo>
                <a:close/>
                <a:moveTo>
                  <a:pt x="20463" y="170892"/>
                </a:moveTo>
                <a:lnTo>
                  <a:pt x="20918" y="172283"/>
                </a:lnTo>
                <a:lnTo>
                  <a:pt x="20235" y="171587"/>
                </a:lnTo>
                <a:close/>
                <a:moveTo>
                  <a:pt x="2291" y="284221"/>
                </a:moveTo>
                <a:lnTo>
                  <a:pt x="3615" y="285528"/>
                </a:lnTo>
                <a:lnTo>
                  <a:pt x="1629" y="284875"/>
                </a:lnTo>
                <a:close/>
                <a:moveTo>
                  <a:pt x="50792" y="427071"/>
                </a:moveTo>
                <a:lnTo>
                  <a:pt x="52396" y="428701"/>
                </a:lnTo>
                <a:lnTo>
                  <a:pt x="49991" y="427886"/>
                </a:lnTo>
                <a:close/>
                <a:moveTo>
                  <a:pt x="6922" y="223655"/>
                </a:moveTo>
                <a:lnTo>
                  <a:pt x="8504" y="225418"/>
                </a:lnTo>
                <a:lnTo>
                  <a:pt x="6131" y="224537"/>
                </a:lnTo>
                <a:close/>
                <a:moveTo>
                  <a:pt x="20596" y="382069"/>
                </a:moveTo>
                <a:lnTo>
                  <a:pt x="21987" y="383737"/>
                </a:lnTo>
                <a:lnTo>
                  <a:pt x="19901" y="382903"/>
                </a:lnTo>
                <a:close/>
                <a:moveTo>
                  <a:pt x="26436" y="136800"/>
                </a:moveTo>
                <a:lnTo>
                  <a:pt x="28368" y="138011"/>
                </a:lnTo>
                <a:lnTo>
                  <a:pt x="25470" y="137406"/>
                </a:lnTo>
                <a:close/>
                <a:moveTo>
                  <a:pt x="45875" y="264584"/>
                </a:moveTo>
                <a:lnTo>
                  <a:pt x="47746" y="265419"/>
                </a:lnTo>
                <a:lnTo>
                  <a:pt x="44939" y="265002"/>
                </a:lnTo>
                <a:close/>
                <a:moveTo>
                  <a:pt x="5133" y="384021"/>
                </a:moveTo>
                <a:lnTo>
                  <a:pt x="6635" y="384422"/>
                </a:lnTo>
                <a:lnTo>
                  <a:pt x="4382" y="384222"/>
                </a:lnTo>
                <a:close/>
                <a:moveTo>
                  <a:pt x="67215" y="403256"/>
                </a:moveTo>
                <a:lnTo>
                  <a:pt x="68584" y="404031"/>
                </a:lnTo>
                <a:lnTo>
                  <a:pt x="66530" y="403644"/>
                </a:lnTo>
                <a:close/>
                <a:moveTo>
                  <a:pt x="52453" y="350346"/>
                </a:moveTo>
                <a:lnTo>
                  <a:pt x="54374" y="351509"/>
                </a:lnTo>
                <a:lnTo>
                  <a:pt x="51492" y="350928"/>
                </a:lnTo>
                <a:close/>
                <a:moveTo>
                  <a:pt x="55458" y="419875"/>
                </a:moveTo>
                <a:lnTo>
                  <a:pt x="57108" y="420805"/>
                </a:lnTo>
                <a:lnTo>
                  <a:pt x="54633" y="420340"/>
                </a:lnTo>
                <a:close/>
                <a:moveTo>
                  <a:pt x="10970" y="113342"/>
                </a:moveTo>
                <a:lnTo>
                  <a:pt x="12332" y="115069"/>
                </a:lnTo>
                <a:lnTo>
                  <a:pt x="10289" y="114206"/>
                </a:lnTo>
                <a:close/>
                <a:moveTo>
                  <a:pt x="8587" y="267054"/>
                </a:moveTo>
                <a:lnTo>
                  <a:pt x="10514" y="267924"/>
                </a:lnTo>
                <a:lnTo>
                  <a:pt x="7623" y="267489"/>
                </a:lnTo>
                <a:close/>
                <a:moveTo>
                  <a:pt x="30984" y="334433"/>
                </a:moveTo>
                <a:lnTo>
                  <a:pt x="32030" y="334741"/>
                </a:lnTo>
                <a:lnTo>
                  <a:pt x="30461" y="334587"/>
                </a:lnTo>
                <a:close/>
                <a:moveTo>
                  <a:pt x="23665" y="22177"/>
                </a:moveTo>
                <a:lnTo>
                  <a:pt x="25750" y="23113"/>
                </a:lnTo>
                <a:lnTo>
                  <a:pt x="22622" y="22645"/>
                </a:lnTo>
                <a:close/>
                <a:moveTo>
                  <a:pt x="61323" y="60775"/>
                </a:moveTo>
                <a:lnTo>
                  <a:pt x="62337" y="62113"/>
                </a:lnTo>
                <a:lnTo>
                  <a:pt x="60817" y="61444"/>
                </a:lnTo>
                <a:close/>
                <a:moveTo>
                  <a:pt x="9800" y="183675"/>
                </a:moveTo>
                <a:lnTo>
                  <a:pt x="10939" y="184004"/>
                </a:lnTo>
                <a:lnTo>
                  <a:pt x="9230" y="183840"/>
                </a:lnTo>
                <a:close/>
                <a:moveTo>
                  <a:pt x="23585" y="424799"/>
                </a:moveTo>
                <a:lnTo>
                  <a:pt x="24761" y="425211"/>
                </a:lnTo>
                <a:lnTo>
                  <a:pt x="22998" y="425005"/>
                </a:lnTo>
                <a:close/>
                <a:moveTo>
                  <a:pt x="48307" y="146827"/>
                </a:moveTo>
                <a:lnTo>
                  <a:pt x="49513" y="148427"/>
                </a:lnTo>
                <a:lnTo>
                  <a:pt x="47704" y="147627"/>
                </a:lnTo>
                <a:close/>
                <a:moveTo>
                  <a:pt x="13531" y="45536"/>
                </a:moveTo>
                <a:lnTo>
                  <a:pt x="14560" y="46599"/>
                </a:lnTo>
                <a:lnTo>
                  <a:pt x="13016" y="46067"/>
                </a:lnTo>
                <a:close/>
                <a:moveTo>
                  <a:pt x="35485" y="187180"/>
                </a:moveTo>
                <a:lnTo>
                  <a:pt x="37478" y="188649"/>
                </a:lnTo>
                <a:lnTo>
                  <a:pt x="34489" y="187914"/>
                </a:lnTo>
                <a:close/>
                <a:moveTo>
                  <a:pt x="55083" y="321961"/>
                </a:moveTo>
                <a:lnTo>
                  <a:pt x="56124" y="323006"/>
                </a:lnTo>
                <a:lnTo>
                  <a:pt x="54562" y="322483"/>
                </a:lnTo>
                <a:close/>
                <a:moveTo>
                  <a:pt x="31096" y="170783"/>
                </a:moveTo>
                <a:lnTo>
                  <a:pt x="32858" y="171566"/>
                </a:lnTo>
                <a:lnTo>
                  <a:pt x="30216" y="171174"/>
                </a:lnTo>
                <a:close/>
                <a:moveTo>
                  <a:pt x="29133" y="55084"/>
                </a:moveTo>
                <a:lnTo>
                  <a:pt x="29881" y="55995"/>
                </a:lnTo>
                <a:lnTo>
                  <a:pt x="28759" y="55540"/>
                </a:lnTo>
                <a:close/>
                <a:moveTo>
                  <a:pt x="61940" y="108414"/>
                </a:moveTo>
                <a:lnTo>
                  <a:pt x="63482" y="109481"/>
                </a:lnTo>
                <a:lnTo>
                  <a:pt x="61169" y="108947"/>
                </a:lnTo>
                <a:close/>
                <a:moveTo>
                  <a:pt x="1831" y="14049"/>
                </a:moveTo>
                <a:lnTo>
                  <a:pt x="2793" y="15367"/>
                </a:lnTo>
                <a:lnTo>
                  <a:pt x="1350" y="14708"/>
                </a:lnTo>
                <a:close/>
                <a:moveTo>
                  <a:pt x="9780" y="60855"/>
                </a:moveTo>
                <a:lnTo>
                  <a:pt x="10551" y="61816"/>
                </a:lnTo>
                <a:lnTo>
                  <a:pt x="9394" y="61335"/>
                </a:lnTo>
                <a:close/>
                <a:moveTo>
                  <a:pt x="5741" y="336816"/>
                </a:moveTo>
                <a:lnTo>
                  <a:pt x="6900" y="338394"/>
                </a:lnTo>
                <a:lnTo>
                  <a:pt x="5162" y="337605"/>
                </a:lnTo>
                <a:close/>
                <a:moveTo>
                  <a:pt x="56316" y="420353"/>
                </a:moveTo>
                <a:lnTo>
                  <a:pt x="56855" y="421961"/>
                </a:lnTo>
                <a:lnTo>
                  <a:pt x="56047" y="421157"/>
                </a:lnTo>
                <a:close/>
                <a:moveTo>
                  <a:pt x="32845" y="202441"/>
                </a:moveTo>
                <a:lnTo>
                  <a:pt x="34647" y="202764"/>
                </a:lnTo>
                <a:lnTo>
                  <a:pt x="31944" y="202602"/>
                </a:lnTo>
                <a:close/>
                <a:moveTo>
                  <a:pt x="22421" y="353361"/>
                </a:moveTo>
                <a:lnTo>
                  <a:pt x="22810" y="354836"/>
                </a:lnTo>
                <a:lnTo>
                  <a:pt x="22226" y="354099"/>
                </a:lnTo>
                <a:close/>
                <a:moveTo>
                  <a:pt x="38779" y="3083"/>
                </a:moveTo>
                <a:lnTo>
                  <a:pt x="39263" y="3843"/>
                </a:lnTo>
                <a:lnTo>
                  <a:pt x="38537" y="3463"/>
                </a:lnTo>
                <a:close/>
                <a:moveTo>
                  <a:pt x="46801" y="399546"/>
                </a:moveTo>
                <a:lnTo>
                  <a:pt x="48537" y="399899"/>
                </a:lnTo>
                <a:lnTo>
                  <a:pt x="45934" y="399723"/>
                </a:lnTo>
                <a:close/>
                <a:moveTo>
                  <a:pt x="43745" y="227416"/>
                </a:moveTo>
                <a:lnTo>
                  <a:pt x="44934" y="228222"/>
                </a:lnTo>
                <a:lnTo>
                  <a:pt x="43151" y="227819"/>
                </a:lnTo>
                <a:close/>
                <a:moveTo>
                  <a:pt x="58890" y="280262"/>
                </a:moveTo>
                <a:lnTo>
                  <a:pt x="61023" y="280839"/>
                </a:lnTo>
                <a:lnTo>
                  <a:pt x="57823" y="280550"/>
                </a:lnTo>
                <a:close/>
                <a:moveTo>
                  <a:pt x="25663" y="63558"/>
                </a:moveTo>
                <a:lnTo>
                  <a:pt x="26435" y="64098"/>
                </a:lnTo>
                <a:lnTo>
                  <a:pt x="25276" y="63828"/>
                </a:lnTo>
                <a:close/>
                <a:moveTo>
                  <a:pt x="46221" y="141906"/>
                </a:moveTo>
                <a:lnTo>
                  <a:pt x="48061" y="143170"/>
                </a:lnTo>
                <a:lnTo>
                  <a:pt x="45301" y="142538"/>
                </a:lnTo>
                <a:close/>
                <a:moveTo>
                  <a:pt x="11673" y="160428"/>
                </a:moveTo>
                <a:lnTo>
                  <a:pt x="13559" y="161850"/>
                </a:lnTo>
                <a:lnTo>
                  <a:pt x="10730" y="161139"/>
                </a:lnTo>
                <a:close/>
                <a:moveTo>
                  <a:pt x="3044" y="416496"/>
                </a:moveTo>
                <a:lnTo>
                  <a:pt x="4191" y="418216"/>
                </a:lnTo>
                <a:lnTo>
                  <a:pt x="2471" y="417356"/>
                </a:lnTo>
                <a:close/>
                <a:moveTo>
                  <a:pt x="42634" y="307313"/>
                </a:moveTo>
                <a:lnTo>
                  <a:pt x="43580" y="307859"/>
                </a:lnTo>
                <a:lnTo>
                  <a:pt x="42162" y="307586"/>
                </a:lnTo>
                <a:close/>
                <a:moveTo>
                  <a:pt x="52540" y="174861"/>
                </a:moveTo>
                <a:lnTo>
                  <a:pt x="53733" y="176094"/>
                </a:lnTo>
                <a:lnTo>
                  <a:pt x="51944" y="175477"/>
                </a:lnTo>
                <a:close/>
                <a:moveTo>
                  <a:pt x="63146" y="55891"/>
                </a:moveTo>
                <a:lnTo>
                  <a:pt x="64934" y="57548"/>
                </a:lnTo>
                <a:lnTo>
                  <a:pt x="62251" y="56720"/>
                </a:lnTo>
                <a:close/>
                <a:moveTo>
                  <a:pt x="8780" y="50829"/>
                </a:moveTo>
                <a:lnTo>
                  <a:pt x="10782" y="52567"/>
                </a:lnTo>
                <a:lnTo>
                  <a:pt x="7779" y="51698"/>
                </a:lnTo>
                <a:close/>
                <a:moveTo>
                  <a:pt x="43983" y="347317"/>
                </a:moveTo>
                <a:lnTo>
                  <a:pt x="44408" y="348352"/>
                </a:lnTo>
                <a:lnTo>
                  <a:pt x="43770" y="347834"/>
                </a:lnTo>
                <a:close/>
                <a:moveTo>
                  <a:pt x="66545" y="59634"/>
                </a:moveTo>
                <a:lnTo>
                  <a:pt x="67667" y="60137"/>
                </a:lnTo>
                <a:lnTo>
                  <a:pt x="65984" y="59885"/>
                </a:lnTo>
                <a:close/>
                <a:moveTo>
                  <a:pt x="27062" y="1222"/>
                </a:moveTo>
                <a:lnTo>
                  <a:pt x="28907" y="1805"/>
                </a:lnTo>
                <a:lnTo>
                  <a:pt x="26140" y="1513"/>
                </a:lnTo>
                <a:close/>
                <a:moveTo>
                  <a:pt x="67093" y="88296"/>
                </a:moveTo>
                <a:lnTo>
                  <a:pt x="68386" y="89097"/>
                </a:lnTo>
                <a:lnTo>
                  <a:pt x="66447" y="88696"/>
                </a:lnTo>
                <a:close/>
                <a:moveTo>
                  <a:pt x="23741" y="41485"/>
                </a:moveTo>
                <a:lnTo>
                  <a:pt x="24124" y="43272"/>
                </a:lnTo>
                <a:lnTo>
                  <a:pt x="23550" y="42378"/>
                </a:lnTo>
                <a:close/>
                <a:moveTo>
                  <a:pt x="43550" y="67363"/>
                </a:moveTo>
                <a:lnTo>
                  <a:pt x="45713" y="68084"/>
                </a:lnTo>
                <a:lnTo>
                  <a:pt x="42469" y="67723"/>
                </a:lnTo>
                <a:close/>
                <a:moveTo>
                  <a:pt x="43615" y="167000"/>
                </a:moveTo>
                <a:lnTo>
                  <a:pt x="44373" y="167925"/>
                </a:lnTo>
                <a:lnTo>
                  <a:pt x="43236" y="167462"/>
                </a:lnTo>
                <a:close/>
                <a:moveTo>
                  <a:pt x="6576" y="189720"/>
                </a:moveTo>
                <a:lnTo>
                  <a:pt x="6999" y="190634"/>
                </a:lnTo>
                <a:lnTo>
                  <a:pt x="6364" y="190177"/>
                </a:lnTo>
                <a:close/>
                <a:moveTo>
                  <a:pt x="9174" y="348835"/>
                </a:moveTo>
                <a:lnTo>
                  <a:pt x="10008" y="349266"/>
                </a:lnTo>
                <a:lnTo>
                  <a:pt x="8756" y="349051"/>
                </a:lnTo>
                <a:close/>
                <a:moveTo>
                  <a:pt x="61331" y="395998"/>
                </a:moveTo>
                <a:lnTo>
                  <a:pt x="62527" y="396394"/>
                </a:lnTo>
                <a:lnTo>
                  <a:pt x="60732" y="396196"/>
                </a:lnTo>
                <a:close/>
                <a:moveTo>
                  <a:pt x="32878" y="429568"/>
                </a:moveTo>
                <a:lnTo>
                  <a:pt x="34318" y="429927"/>
                </a:lnTo>
                <a:lnTo>
                  <a:pt x="32158" y="429747"/>
                </a:lnTo>
                <a:close/>
                <a:moveTo>
                  <a:pt x="13637" y="419258"/>
                </a:moveTo>
                <a:lnTo>
                  <a:pt x="14883" y="420314"/>
                </a:lnTo>
                <a:lnTo>
                  <a:pt x="13014" y="419786"/>
                </a:lnTo>
                <a:close/>
                <a:moveTo>
                  <a:pt x="39003" y="249008"/>
                </a:moveTo>
                <a:lnTo>
                  <a:pt x="40493" y="249924"/>
                </a:lnTo>
                <a:lnTo>
                  <a:pt x="38258" y="249466"/>
                </a:lnTo>
                <a:close/>
                <a:moveTo>
                  <a:pt x="2341" y="170533"/>
                </a:moveTo>
                <a:lnTo>
                  <a:pt x="3342" y="172021"/>
                </a:lnTo>
                <a:lnTo>
                  <a:pt x="1841" y="171277"/>
                </a:lnTo>
                <a:close/>
                <a:moveTo>
                  <a:pt x="25831" y="425065"/>
                </a:moveTo>
                <a:lnTo>
                  <a:pt x="26457" y="426209"/>
                </a:lnTo>
                <a:lnTo>
                  <a:pt x="25518" y="425637"/>
                </a:lnTo>
                <a:close/>
                <a:moveTo>
                  <a:pt x="66742" y="292200"/>
                </a:moveTo>
                <a:lnTo>
                  <a:pt x="67120" y="293155"/>
                </a:lnTo>
                <a:lnTo>
                  <a:pt x="66552" y="292677"/>
                </a:lnTo>
                <a:close/>
                <a:moveTo>
                  <a:pt x="64069" y="82519"/>
                </a:moveTo>
                <a:lnTo>
                  <a:pt x="64905" y="84126"/>
                </a:lnTo>
                <a:lnTo>
                  <a:pt x="63651" y="83322"/>
                </a:lnTo>
                <a:close/>
                <a:moveTo>
                  <a:pt x="55602" y="121938"/>
                </a:moveTo>
                <a:lnTo>
                  <a:pt x="57214" y="122997"/>
                </a:lnTo>
                <a:lnTo>
                  <a:pt x="54795" y="122467"/>
                </a:lnTo>
                <a:close/>
                <a:moveTo>
                  <a:pt x="61342" y="14538"/>
                </a:moveTo>
                <a:lnTo>
                  <a:pt x="61794" y="16104"/>
                </a:lnTo>
                <a:lnTo>
                  <a:pt x="61116" y="15321"/>
                </a:lnTo>
                <a:close/>
                <a:moveTo>
                  <a:pt x="60045" y="195637"/>
                </a:moveTo>
                <a:lnTo>
                  <a:pt x="61611" y="195969"/>
                </a:lnTo>
                <a:lnTo>
                  <a:pt x="59261" y="195803"/>
                </a:lnTo>
                <a:close/>
                <a:moveTo>
                  <a:pt x="26061" y="86990"/>
                </a:moveTo>
                <a:lnTo>
                  <a:pt x="26765" y="88052"/>
                </a:lnTo>
                <a:lnTo>
                  <a:pt x="25709" y="87521"/>
                </a:lnTo>
                <a:close/>
                <a:moveTo>
                  <a:pt x="60311" y="28288"/>
                </a:moveTo>
                <a:lnTo>
                  <a:pt x="61980" y="28816"/>
                </a:lnTo>
                <a:lnTo>
                  <a:pt x="59477" y="28552"/>
                </a:lnTo>
                <a:close/>
                <a:moveTo>
                  <a:pt x="44696" y="250793"/>
                </a:moveTo>
                <a:lnTo>
                  <a:pt x="45837" y="251152"/>
                </a:lnTo>
                <a:lnTo>
                  <a:pt x="44126" y="250972"/>
                </a:lnTo>
                <a:close/>
                <a:moveTo>
                  <a:pt x="28650" y="376536"/>
                </a:moveTo>
                <a:lnTo>
                  <a:pt x="29333" y="377916"/>
                </a:lnTo>
                <a:lnTo>
                  <a:pt x="28308" y="377226"/>
                </a:lnTo>
                <a:close/>
                <a:moveTo>
                  <a:pt x="60053" y="152642"/>
                </a:moveTo>
                <a:lnTo>
                  <a:pt x="60548" y="153393"/>
                </a:lnTo>
                <a:lnTo>
                  <a:pt x="59805" y="153017"/>
                </a:lnTo>
                <a:close/>
                <a:moveTo>
                  <a:pt x="48315" y="240567"/>
                </a:moveTo>
                <a:lnTo>
                  <a:pt x="49773" y="241091"/>
                </a:lnTo>
                <a:lnTo>
                  <a:pt x="47586" y="240829"/>
                </a:lnTo>
                <a:close/>
                <a:moveTo>
                  <a:pt x="25467" y="307806"/>
                </a:moveTo>
                <a:lnTo>
                  <a:pt x="27032" y="308651"/>
                </a:lnTo>
                <a:lnTo>
                  <a:pt x="24685" y="308228"/>
                </a:lnTo>
                <a:close/>
                <a:moveTo>
                  <a:pt x="21558" y="15720"/>
                </a:moveTo>
                <a:lnTo>
                  <a:pt x="22252" y="16775"/>
                </a:lnTo>
                <a:lnTo>
                  <a:pt x="21211" y="16248"/>
                </a:lnTo>
                <a:close/>
                <a:moveTo>
                  <a:pt x="22254" y="86197"/>
                </a:moveTo>
                <a:lnTo>
                  <a:pt x="24243" y="87129"/>
                </a:lnTo>
                <a:lnTo>
                  <a:pt x="21260" y="86663"/>
                </a:lnTo>
                <a:close/>
                <a:moveTo>
                  <a:pt x="16074" y="142258"/>
                </a:moveTo>
                <a:lnTo>
                  <a:pt x="18108" y="143067"/>
                </a:lnTo>
                <a:lnTo>
                  <a:pt x="15056" y="142663"/>
                </a:lnTo>
                <a:close/>
                <a:moveTo>
                  <a:pt x="1250" y="173073"/>
                </a:moveTo>
                <a:lnTo>
                  <a:pt x="2761" y="174036"/>
                </a:lnTo>
                <a:lnTo>
                  <a:pt x="494" y="173555"/>
                </a:lnTo>
                <a:close/>
                <a:moveTo>
                  <a:pt x="15259" y="217584"/>
                </a:moveTo>
                <a:lnTo>
                  <a:pt x="16213" y="218323"/>
                </a:lnTo>
                <a:lnTo>
                  <a:pt x="14782" y="217953"/>
                </a:lnTo>
                <a:close/>
                <a:moveTo>
                  <a:pt x="8469" y="85011"/>
                </a:moveTo>
                <a:lnTo>
                  <a:pt x="9091" y="86387"/>
                </a:lnTo>
                <a:lnTo>
                  <a:pt x="8158" y="85699"/>
                </a:lnTo>
                <a:close/>
                <a:moveTo>
                  <a:pt x="23918" y="294476"/>
                </a:moveTo>
                <a:lnTo>
                  <a:pt x="24323" y="296021"/>
                </a:lnTo>
                <a:lnTo>
                  <a:pt x="23715" y="295248"/>
                </a:lnTo>
                <a:close/>
                <a:moveTo>
                  <a:pt x="23570" y="229555"/>
                </a:moveTo>
                <a:lnTo>
                  <a:pt x="25315" y="230912"/>
                </a:lnTo>
                <a:lnTo>
                  <a:pt x="22697" y="230234"/>
                </a:lnTo>
                <a:close/>
                <a:moveTo>
                  <a:pt x="69622" y="146317"/>
                </a:moveTo>
                <a:lnTo>
                  <a:pt x="70812" y="147654"/>
                </a:lnTo>
                <a:lnTo>
                  <a:pt x="69027" y="146985"/>
                </a:lnTo>
                <a:close/>
                <a:moveTo>
                  <a:pt x="14531" y="329337"/>
                </a:moveTo>
                <a:lnTo>
                  <a:pt x="16512" y="330340"/>
                </a:lnTo>
                <a:lnTo>
                  <a:pt x="13540" y="329839"/>
                </a:lnTo>
                <a:close/>
                <a:moveTo>
                  <a:pt x="14646" y="167101"/>
                </a:moveTo>
                <a:lnTo>
                  <a:pt x="16232" y="167864"/>
                </a:lnTo>
                <a:lnTo>
                  <a:pt x="13853" y="167483"/>
                </a:lnTo>
                <a:close/>
                <a:moveTo>
                  <a:pt x="54005" y="71012"/>
                </a:moveTo>
                <a:lnTo>
                  <a:pt x="54907" y="72077"/>
                </a:lnTo>
                <a:lnTo>
                  <a:pt x="53554" y="71545"/>
                </a:lnTo>
                <a:close/>
                <a:moveTo>
                  <a:pt x="44732" y="171583"/>
                </a:moveTo>
                <a:lnTo>
                  <a:pt x="46480" y="172724"/>
                </a:lnTo>
                <a:lnTo>
                  <a:pt x="43858" y="172154"/>
                </a:lnTo>
                <a:close/>
                <a:moveTo>
                  <a:pt x="57213" y="24023"/>
                </a:moveTo>
                <a:lnTo>
                  <a:pt x="58433" y="24908"/>
                </a:lnTo>
                <a:lnTo>
                  <a:pt x="56603" y="24465"/>
                </a:lnTo>
                <a:close/>
                <a:moveTo>
                  <a:pt x="27845" y="367713"/>
                </a:moveTo>
                <a:lnTo>
                  <a:pt x="29427" y="368396"/>
                </a:lnTo>
                <a:lnTo>
                  <a:pt x="27054" y="368055"/>
                </a:lnTo>
                <a:close/>
                <a:moveTo>
                  <a:pt x="40272" y="89479"/>
                </a:moveTo>
                <a:lnTo>
                  <a:pt x="42447" y="90020"/>
                </a:lnTo>
                <a:lnTo>
                  <a:pt x="39185" y="89750"/>
                </a:lnTo>
                <a:close/>
                <a:moveTo>
                  <a:pt x="10310" y="29869"/>
                </a:moveTo>
                <a:lnTo>
                  <a:pt x="10977" y="30524"/>
                </a:lnTo>
                <a:lnTo>
                  <a:pt x="9977" y="30196"/>
                </a:lnTo>
                <a:close/>
                <a:moveTo>
                  <a:pt x="3290" y="227322"/>
                </a:moveTo>
                <a:lnTo>
                  <a:pt x="4022" y="228965"/>
                </a:lnTo>
                <a:lnTo>
                  <a:pt x="2924" y="228143"/>
                </a:lnTo>
                <a:close/>
                <a:moveTo>
                  <a:pt x="36921" y="58553"/>
                </a:moveTo>
                <a:lnTo>
                  <a:pt x="38002" y="60214"/>
                </a:lnTo>
                <a:lnTo>
                  <a:pt x="36380" y="59384"/>
                </a:lnTo>
                <a:close/>
                <a:moveTo>
                  <a:pt x="67024" y="238046"/>
                </a:moveTo>
                <a:lnTo>
                  <a:pt x="68986" y="239362"/>
                </a:lnTo>
                <a:lnTo>
                  <a:pt x="66044" y="238704"/>
                </a:lnTo>
                <a:close/>
                <a:moveTo>
                  <a:pt x="62306" y="427556"/>
                </a:moveTo>
                <a:lnTo>
                  <a:pt x="63636" y="428070"/>
                </a:lnTo>
                <a:lnTo>
                  <a:pt x="61641" y="427813"/>
                </a:lnTo>
                <a:close/>
                <a:moveTo>
                  <a:pt x="22162" y="118670"/>
                </a:moveTo>
                <a:lnTo>
                  <a:pt x="23874" y="120055"/>
                </a:lnTo>
                <a:lnTo>
                  <a:pt x="21306" y="119362"/>
                </a:lnTo>
                <a:close/>
                <a:moveTo>
                  <a:pt x="53462" y="150010"/>
                </a:moveTo>
                <a:lnTo>
                  <a:pt x="54426" y="151140"/>
                </a:lnTo>
                <a:lnTo>
                  <a:pt x="52980" y="150575"/>
                </a:lnTo>
                <a:close/>
                <a:moveTo>
                  <a:pt x="44553" y="31823"/>
                </a:moveTo>
                <a:lnTo>
                  <a:pt x="46433" y="33525"/>
                </a:lnTo>
                <a:lnTo>
                  <a:pt x="43612" y="32674"/>
                </a:lnTo>
                <a:close/>
                <a:moveTo>
                  <a:pt x="11898" y="153488"/>
                </a:moveTo>
                <a:lnTo>
                  <a:pt x="13052" y="154899"/>
                </a:lnTo>
                <a:lnTo>
                  <a:pt x="11321" y="154194"/>
                </a:lnTo>
                <a:close/>
                <a:moveTo>
                  <a:pt x="59340" y="267165"/>
                </a:moveTo>
                <a:lnTo>
                  <a:pt x="60175" y="268816"/>
                </a:lnTo>
                <a:lnTo>
                  <a:pt x="58923" y="267991"/>
                </a:lnTo>
                <a:close/>
                <a:moveTo>
                  <a:pt x="57817" y="25058"/>
                </a:moveTo>
                <a:lnTo>
                  <a:pt x="59891" y="26179"/>
                </a:lnTo>
                <a:lnTo>
                  <a:pt x="56780" y="25618"/>
                </a:lnTo>
                <a:close/>
                <a:moveTo>
                  <a:pt x="45407" y="137343"/>
                </a:moveTo>
                <a:lnTo>
                  <a:pt x="46589" y="139077"/>
                </a:lnTo>
                <a:lnTo>
                  <a:pt x="44815" y="138210"/>
                </a:lnTo>
                <a:close/>
                <a:moveTo>
                  <a:pt x="52769" y="210051"/>
                </a:moveTo>
                <a:lnTo>
                  <a:pt x="53468" y="211721"/>
                </a:lnTo>
                <a:lnTo>
                  <a:pt x="52420" y="210886"/>
                </a:lnTo>
                <a:close/>
                <a:moveTo>
                  <a:pt x="59915" y="417819"/>
                </a:moveTo>
                <a:lnTo>
                  <a:pt x="60533" y="419150"/>
                </a:lnTo>
                <a:lnTo>
                  <a:pt x="59606" y="418485"/>
                </a:lnTo>
                <a:close/>
                <a:moveTo>
                  <a:pt x="69256" y="203087"/>
                </a:moveTo>
                <a:lnTo>
                  <a:pt x="71283" y="204293"/>
                </a:lnTo>
                <a:lnTo>
                  <a:pt x="68242" y="203690"/>
                </a:lnTo>
                <a:close/>
                <a:moveTo>
                  <a:pt x="47793" y="205309"/>
                </a:moveTo>
                <a:lnTo>
                  <a:pt x="49023" y="206805"/>
                </a:lnTo>
                <a:lnTo>
                  <a:pt x="47179" y="206057"/>
                </a:lnTo>
                <a:close/>
                <a:moveTo>
                  <a:pt x="44099" y="357419"/>
                </a:moveTo>
                <a:lnTo>
                  <a:pt x="44862" y="357898"/>
                </a:lnTo>
                <a:lnTo>
                  <a:pt x="43717" y="357659"/>
                </a:lnTo>
                <a:close/>
                <a:moveTo>
                  <a:pt x="62141" y="18447"/>
                </a:moveTo>
                <a:lnTo>
                  <a:pt x="62824" y="19440"/>
                </a:lnTo>
                <a:lnTo>
                  <a:pt x="61800" y="18943"/>
                </a:lnTo>
                <a:close/>
                <a:moveTo>
                  <a:pt x="56312" y="21879"/>
                </a:moveTo>
                <a:lnTo>
                  <a:pt x="57171" y="23080"/>
                </a:lnTo>
                <a:lnTo>
                  <a:pt x="55883" y="22480"/>
                </a:lnTo>
                <a:close/>
                <a:moveTo>
                  <a:pt x="65370" y="156660"/>
                </a:moveTo>
                <a:lnTo>
                  <a:pt x="66037" y="157656"/>
                </a:lnTo>
                <a:lnTo>
                  <a:pt x="65037" y="157158"/>
                </a:lnTo>
                <a:close/>
                <a:moveTo>
                  <a:pt x="16523" y="155772"/>
                </a:moveTo>
                <a:lnTo>
                  <a:pt x="18616" y="156498"/>
                </a:lnTo>
                <a:lnTo>
                  <a:pt x="15477" y="156135"/>
                </a:lnTo>
                <a:close/>
                <a:moveTo>
                  <a:pt x="4080" y="9326"/>
                </a:moveTo>
                <a:lnTo>
                  <a:pt x="5268" y="9780"/>
                </a:lnTo>
                <a:lnTo>
                  <a:pt x="3487" y="9553"/>
                </a:lnTo>
                <a:close/>
                <a:moveTo>
                  <a:pt x="54738" y="309191"/>
                </a:moveTo>
                <a:lnTo>
                  <a:pt x="56093" y="310741"/>
                </a:lnTo>
                <a:lnTo>
                  <a:pt x="54060" y="309966"/>
                </a:lnTo>
                <a:close/>
                <a:moveTo>
                  <a:pt x="37682" y="113723"/>
                </a:moveTo>
                <a:lnTo>
                  <a:pt x="39227" y="115040"/>
                </a:lnTo>
                <a:lnTo>
                  <a:pt x="36910" y="114381"/>
                </a:lnTo>
                <a:close/>
                <a:moveTo>
                  <a:pt x="54609" y="401153"/>
                </a:moveTo>
                <a:lnTo>
                  <a:pt x="55241" y="401661"/>
                </a:lnTo>
                <a:lnTo>
                  <a:pt x="54293" y="401407"/>
                </a:lnTo>
                <a:close/>
                <a:moveTo>
                  <a:pt x="21711" y="16621"/>
                </a:moveTo>
                <a:lnTo>
                  <a:pt x="22918" y="17999"/>
                </a:lnTo>
                <a:lnTo>
                  <a:pt x="21108" y="17310"/>
                </a:lnTo>
                <a:close/>
                <a:moveTo>
                  <a:pt x="54706" y="16695"/>
                </a:moveTo>
                <a:lnTo>
                  <a:pt x="56746" y="17540"/>
                </a:lnTo>
                <a:lnTo>
                  <a:pt x="53686" y="17118"/>
                </a:lnTo>
                <a:close/>
                <a:moveTo>
                  <a:pt x="62973" y="125910"/>
                </a:moveTo>
                <a:lnTo>
                  <a:pt x="63892" y="126618"/>
                </a:lnTo>
                <a:lnTo>
                  <a:pt x="62513" y="126264"/>
                </a:lnTo>
                <a:close/>
                <a:moveTo>
                  <a:pt x="27493" y="2970"/>
                </a:moveTo>
                <a:lnTo>
                  <a:pt x="28051" y="4044"/>
                </a:lnTo>
                <a:lnTo>
                  <a:pt x="27214" y="3507"/>
                </a:lnTo>
                <a:close/>
                <a:moveTo>
                  <a:pt x="49750" y="107321"/>
                </a:moveTo>
                <a:lnTo>
                  <a:pt x="51947" y="108040"/>
                </a:lnTo>
                <a:lnTo>
                  <a:pt x="48652" y="107680"/>
                </a:lnTo>
                <a:close/>
                <a:moveTo>
                  <a:pt x="16971" y="430959"/>
                </a:moveTo>
                <a:lnTo>
                  <a:pt x="18648" y="431642"/>
                </a:lnTo>
                <a:lnTo>
                  <a:pt x="16132" y="431301"/>
                </a:lnTo>
                <a:close/>
                <a:moveTo>
                  <a:pt x="62130" y="18779"/>
                </a:moveTo>
                <a:lnTo>
                  <a:pt x="62489" y="19271"/>
                </a:lnTo>
                <a:lnTo>
                  <a:pt x="61951" y="19025"/>
                </a:lnTo>
                <a:close/>
                <a:moveTo>
                  <a:pt x="27557" y="307355"/>
                </a:moveTo>
                <a:lnTo>
                  <a:pt x="28984" y="308330"/>
                </a:lnTo>
                <a:lnTo>
                  <a:pt x="26844" y="307842"/>
                </a:lnTo>
                <a:close/>
                <a:moveTo>
                  <a:pt x="56292" y="280803"/>
                </a:moveTo>
                <a:lnTo>
                  <a:pt x="56749" y="282114"/>
                </a:lnTo>
                <a:lnTo>
                  <a:pt x="56063" y="281458"/>
                </a:lnTo>
                <a:close/>
                <a:moveTo>
                  <a:pt x="4124" y="282675"/>
                </a:moveTo>
                <a:lnTo>
                  <a:pt x="5299" y="283765"/>
                </a:lnTo>
                <a:lnTo>
                  <a:pt x="3537" y="283220"/>
                </a:lnTo>
                <a:close/>
                <a:moveTo>
                  <a:pt x="38950" y="235024"/>
                </a:moveTo>
                <a:lnTo>
                  <a:pt x="39636" y="235869"/>
                </a:lnTo>
                <a:lnTo>
                  <a:pt x="38607" y="235446"/>
                </a:lnTo>
                <a:close/>
                <a:moveTo>
                  <a:pt x="21140" y="10380"/>
                </a:moveTo>
                <a:lnTo>
                  <a:pt x="22678" y="11970"/>
                </a:lnTo>
                <a:lnTo>
                  <a:pt x="20370" y="11175"/>
                </a:lnTo>
                <a:close/>
                <a:moveTo>
                  <a:pt x="55857" y="95417"/>
                </a:moveTo>
                <a:lnTo>
                  <a:pt x="57341" y="96856"/>
                </a:lnTo>
                <a:lnTo>
                  <a:pt x="55115" y="96137"/>
                </a:lnTo>
                <a:close/>
                <a:moveTo>
                  <a:pt x="39873" y="81588"/>
                </a:moveTo>
                <a:lnTo>
                  <a:pt x="41349" y="81960"/>
                </a:lnTo>
                <a:lnTo>
                  <a:pt x="39135" y="81774"/>
                </a:lnTo>
                <a:close/>
                <a:moveTo>
                  <a:pt x="40967" y="266665"/>
                </a:moveTo>
                <a:lnTo>
                  <a:pt x="41667" y="268049"/>
                </a:lnTo>
                <a:lnTo>
                  <a:pt x="40617" y="267357"/>
                </a:lnTo>
                <a:close/>
                <a:moveTo>
                  <a:pt x="63682" y="292445"/>
                </a:moveTo>
                <a:lnTo>
                  <a:pt x="64127" y="293173"/>
                </a:lnTo>
                <a:lnTo>
                  <a:pt x="63460" y="292809"/>
                </a:lnTo>
                <a:close/>
                <a:moveTo>
                  <a:pt x="35687" y="82476"/>
                </a:moveTo>
                <a:lnTo>
                  <a:pt x="37264" y="84218"/>
                </a:lnTo>
                <a:lnTo>
                  <a:pt x="34899" y="83347"/>
                </a:lnTo>
                <a:close/>
                <a:moveTo>
                  <a:pt x="15815" y="318425"/>
                </a:moveTo>
                <a:lnTo>
                  <a:pt x="17419" y="319640"/>
                </a:lnTo>
                <a:lnTo>
                  <a:pt x="15014" y="319033"/>
                </a:lnTo>
                <a:close/>
                <a:moveTo>
                  <a:pt x="66780" y="318021"/>
                </a:moveTo>
                <a:lnTo>
                  <a:pt x="67751" y="319618"/>
                </a:lnTo>
                <a:lnTo>
                  <a:pt x="66294" y="318820"/>
                </a:lnTo>
                <a:close/>
                <a:moveTo>
                  <a:pt x="28746" y="140198"/>
                </a:moveTo>
                <a:lnTo>
                  <a:pt x="30543" y="141886"/>
                </a:lnTo>
                <a:lnTo>
                  <a:pt x="27848" y="141042"/>
                </a:lnTo>
                <a:close/>
                <a:moveTo>
                  <a:pt x="66472" y="369732"/>
                </a:moveTo>
                <a:lnTo>
                  <a:pt x="67421" y="370314"/>
                </a:lnTo>
                <a:lnTo>
                  <a:pt x="65998" y="370023"/>
                </a:lnTo>
                <a:close/>
                <a:moveTo>
                  <a:pt x="9902" y="317443"/>
                </a:moveTo>
                <a:lnTo>
                  <a:pt x="11231" y="318417"/>
                </a:lnTo>
                <a:lnTo>
                  <a:pt x="9238" y="317930"/>
                </a:lnTo>
                <a:close/>
                <a:moveTo>
                  <a:pt x="38255" y="139241"/>
                </a:moveTo>
                <a:lnTo>
                  <a:pt x="39830" y="140395"/>
                </a:lnTo>
                <a:lnTo>
                  <a:pt x="37468" y="139818"/>
                </a:lnTo>
                <a:close/>
                <a:moveTo>
                  <a:pt x="63900" y="300902"/>
                </a:moveTo>
                <a:lnTo>
                  <a:pt x="65378" y="301992"/>
                </a:lnTo>
                <a:lnTo>
                  <a:pt x="63161" y="301447"/>
                </a:lnTo>
                <a:close/>
                <a:moveTo>
                  <a:pt x="18179" y="154816"/>
                </a:moveTo>
                <a:lnTo>
                  <a:pt x="19052" y="155201"/>
                </a:lnTo>
                <a:lnTo>
                  <a:pt x="17743" y="155009"/>
                </a:lnTo>
                <a:close/>
                <a:moveTo>
                  <a:pt x="21626" y="388911"/>
                </a:moveTo>
                <a:lnTo>
                  <a:pt x="22542" y="389682"/>
                </a:lnTo>
                <a:lnTo>
                  <a:pt x="21169" y="389296"/>
                </a:lnTo>
                <a:close/>
                <a:moveTo>
                  <a:pt x="10706" y="80814"/>
                </a:moveTo>
                <a:lnTo>
                  <a:pt x="12188" y="81267"/>
                </a:lnTo>
                <a:lnTo>
                  <a:pt x="9964" y="81040"/>
                </a:lnTo>
                <a:close/>
                <a:moveTo>
                  <a:pt x="6425" y="328311"/>
                </a:moveTo>
                <a:lnTo>
                  <a:pt x="7798" y="329420"/>
                </a:lnTo>
                <a:lnTo>
                  <a:pt x="5738" y="328866"/>
                </a:lnTo>
                <a:close/>
                <a:moveTo>
                  <a:pt x="23073" y="120911"/>
                </a:moveTo>
                <a:lnTo>
                  <a:pt x="23756" y="121357"/>
                </a:lnTo>
                <a:lnTo>
                  <a:pt x="22732" y="121134"/>
                </a:lnTo>
                <a:close/>
                <a:moveTo>
                  <a:pt x="45071" y="147393"/>
                </a:moveTo>
                <a:lnTo>
                  <a:pt x="46042" y="149159"/>
                </a:lnTo>
                <a:lnTo>
                  <a:pt x="44586" y="148276"/>
                </a:lnTo>
                <a:close/>
                <a:moveTo>
                  <a:pt x="17622" y="60736"/>
                </a:moveTo>
                <a:lnTo>
                  <a:pt x="19424" y="62298"/>
                </a:lnTo>
                <a:lnTo>
                  <a:pt x="16722" y="61517"/>
                </a:lnTo>
                <a:close/>
                <a:moveTo>
                  <a:pt x="12693" y="42489"/>
                </a:moveTo>
                <a:lnTo>
                  <a:pt x="13293" y="42827"/>
                </a:lnTo>
                <a:lnTo>
                  <a:pt x="12392" y="42658"/>
                </a:lnTo>
                <a:close/>
                <a:moveTo>
                  <a:pt x="18399" y="232449"/>
                </a:moveTo>
                <a:lnTo>
                  <a:pt x="20249" y="234091"/>
                </a:lnTo>
                <a:lnTo>
                  <a:pt x="17474" y="233270"/>
                </a:lnTo>
                <a:close/>
                <a:moveTo>
                  <a:pt x="3074" y="135669"/>
                </a:moveTo>
                <a:lnTo>
                  <a:pt x="4085" y="136848"/>
                </a:lnTo>
                <a:lnTo>
                  <a:pt x="2568" y="136258"/>
                </a:lnTo>
                <a:close/>
                <a:moveTo>
                  <a:pt x="59253" y="251489"/>
                </a:moveTo>
                <a:lnTo>
                  <a:pt x="60601" y="252295"/>
                </a:lnTo>
                <a:lnTo>
                  <a:pt x="58579" y="251892"/>
                </a:lnTo>
                <a:close/>
                <a:moveTo>
                  <a:pt x="54154" y="30101"/>
                </a:moveTo>
                <a:lnTo>
                  <a:pt x="55687" y="31354"/>
                </a:lnTo>
                <a:lnTo>
                  <a:pt x="53388" y="30728"/>
                </a:lnTo>
                <a:close/>
                <a:moveTo>
                  <a:pt x="5498" y="21609"/>
                </a:moveTo>
                <a:lnTo>
                  <a:pt x="6191" y="23175"/>
                </a:lnTo>
                <a:lnTo>
                  <a:pt x="5152" y="22392"/>
                </a:lnTo>
                <a:close/>
                <a:moveTo>
                  <a:pt x="40462" y="47652"/>
                </a:moveTo>
                <a:lnTo>
                  <a:pt x="42500" y="48328"/>
                </a:lnTo>
                <a:lnTo>
                  <a:pt x="39443" y="47990"/>
                </a:lnTo>
                <a:close/>
                <a:moveTo>
                  <a:pt x="4176" y="371213"/>
                </a:moveTo>
                <a:lnTo>
                  <a:pt x="6328" y="371868"/>
                </a:lnTo>
                <a:lnTo>
                  <a:pt x="3101" y="371541"/>
                </a:lnTo>
                <a:close/>
                <a:moveTo>
                  <a:pt x="54934" y="361336"/>
                </a:moveTo>
                <a:lnTo>
                  <a:pt x="57109" y="363037"/>
                </a:lnTo>
                <a:lnTo>
                  <a:pt x="53846" y="362186"/>
                </a:lnTo>
                <a:close/>
                <a:moveTo>
                  <a:pt x="4867" y="134826"/>
                </a:moveTo>
                <a:lnTo>
                  <a:pt x="5650" y="135342"/>
                </a:lnTo>
                <a:lnTo>
                  <a:pt x="4476" y="135084"/>
                </a:lnTo>
                <a:close/>
                <a:moveTo>
                  <a:pt x="69622" y="261971"/>
                </a:moveTo>
                <a:lnTo>
                  <a:pt x="70403" y="262571"/>
                </a:lnTo>
                <a:lnTo>
                  <a:pt x="69232" y="262271"/>
                </a:lnTo>
                <a:close/>
                <a:moveTo>
                  <a:pt x="8339" y="349422"/>
                </a:moveTo>
                <a:lnTo>
                  <a:pt x="10109" y="350031"/>
                </a:lnTo>
                <a:lnTo>
                  <a:pt x="7454" y="349726"/>
                </a:lnTo>
                <a:close/>
                <a:moveTo>
                  <a:pt x="17680" y="150842"/>
                </a:moveTo>
                <a:lnTo>
                  <a:pt x="18378" y="152121"/>
                </a:lnTo>
                <a:lnTo>
                  <a:pt x="17331" y="151482"/>
                </a:lnTo>
                <a:close/>
                <a:moveTo>
                  <a:pt x="32335" y="257158"/>
                </a:moveTo>
                <a:lnTo>
                  <a:pt x="34442" y="257825"/>
                </a:lnTo>
                <a:lnTo>
                  <a:pt x="31282" y="257491"/>
                </a:lnTo>
                <a:close/>
                <a:moveTo>
                  <a:pt x="13908" y="196088"/>
                </a:moveTo>
                <a:lnTo>
                  <a:pt x="15495" y="196925"/>
                </a:lnTo>
                <a:lnTo>
                  <a:pt x="13115" y="196507"/>
                </a:lnTo>
                <a:close/>
                <a:moveTo>
                  <a:pt x="42093" y="162477"/>
                </a:moveTo>
                <a:lnTo>
                  <a:pt x="43342" y="162852"/>
                </a:lnTo>
                <a:lnTo>
                  <a:pt x="41469" y="162664"/>
                </a:lnTo>
                <a:close/>
                <a:moveTo>
                  <a:pt x="37641" y="234171"/>
                </a:moveTo>
                <a:lnTo>
                  <a:pt x="38046" y="235484"/>
                </a:lnTo>
                <a:lnTo>
                  <a:pt x="37438" y="234827"/>
                </a:lnTo>
                <a:close/>
                <a:moveTo>
                  <a:pt x="68520" y="75976"/>
                </a:moveTo>
                <a:lnTo>
                  <a:pt x="69335" y="77181"/>
                </a:lnTo>
                <a:lnTo>
                  <a:pt x="68112" y="76579"/>
                </a:lnTo>
                <a:close/>
                <a:moveTo>
                  <a:pt x="66964" y="304154"/>
                </a:moveTo>
                <a:lnTo>
                  <a:pt x="68191" y="305007"/>
                </a:lnTo>
                <a:lnTo>
                  <a:pt x="66351" y="304580"/>
                </a:lnTo>
                <a:close/>
                <a:moveTo>
                  <a:pt x="37432" y="228997"/>
                </a:moveTo>
                <a:lnTo>
                  <a:pt x="38062" y="230578"/>
                </a:lnTo>
                <a:lnTo>
                  <a:pt x="37117" y="229787"/>
                </a:lnTo>
                <a:close/>
                <a:moveTo>
                  <a:pt x="57737" y="111262"/>
                </a:moveTo>
                <a:lnTo>
                  <a:pt x="59417" y="113033"/>
                </a:lnTo>
                <a:lnTo>
                  <a:pt x="56898" y="112148"/>
                </a:lnTo>
                <a:close/>
                <a:moveTo>
                  <a:pt x="46749" y="247144"/>
                </a:moveTo>
                <a:lnTo>
                  <a:pt x="48433" y="247795"/>
                </a:lnTo>
                <a:lnTo>
                  <a:pt x="45908" y="247470"/>
                </a:lnTo>
                <a:close/>
                <a:moveTo>
                  <a:pt x="19513" y="82217"/>
                </a:moveTo>
                <a:lnTo>
                  <a:pt x="20789" y="83543"/>
                </a:lnTo>
                <a:lnTo>
                  <a:pt x="18874" y="82880"/>
                </a:lnTo>
                <a:close/>
                <a:moveTo>
                  <a:pt x="47523" y="56717"/>
                </a:moveTo>
                <a:lnTo>
                  <a:pt x="48881" y="58081"/>
                </a:lnTo>
                <a:lnTo>
                  <a:pt x="46845" y="57399"/>
                </a:lnTo>
                <a:close/>
                <a:moveTo>
                  <a:pt x="27752" y="235844"/>
                </a:moveTo>
                <a:lnTo>
                  <a:pt x="29900" y="237054"/>
                </a:lnTo>
                <a:lnTo>
                  <a:pt x="26678" y="236449"/>
                </a:lnTo>
                <a:close/>
                <a:moveTo>
                  <a:pt x="4584" y="26534"/>
                </a:moveTo>
                <a:lnTo>
                  <a:pt x="4968" y="27280"/>
                </a:lnTo>
                <a:lnTo>
                  <a:pt x="4392" y="26907"/>
                </a:lnTo>
                <a:close/>
                <a:moveTo>
                  <a:pt x="41570" y="291959"/>
                </a:moveTo>
                <a:lnTo>
                  <a:pt x="43602" y="292930"/>
                </a:lnTo>
                <a:lnTo>
                  <a:pt x="40554" y="292444"/>
                </a:lnTo>
                <a:close/>
                <a:moveTo>
                  <a:pt x="31695" y="416873"/>
                </a:moveTo>
                <a:lnTo>
                  <a:pt x="33032" y="417656"/>
                </a:lnTo>
                <a:lnTo>
                  <a:pt x="31026" y="417264"/>
                </a:lnTo>
                <a:close/>
                <a:moveTo>
                  <a:pt x="23257" y="175835"/>
                </a:moveTo>
                <a:lnTo>
                  <a:pt x="24872" y="177328"/>
                </a:lnTo>
                <a:lnTo>
                  <a:pt x="22449" y="176581"/>
                </a:lnTo>
                <a:close/>
                <a:moveTo>
                  <a:pt x="14772" y="297489"/>
                </a:moveTo>
                <a:lnTo>
                  <a:pt x="16900" y="298310"/>
                </a:lnTo>
                <a:lnTo>
                  <a:pt x="13708" y="297899"/>
                </a:lnTo>
                <a:close/>
                <a:moveTo>
                  <a:pt x="17368" y="77967"/>
                </a:moveTo>
                <a:lnTo>
                  <a:pt x="18178" y="78417"/>
                </a:lnTo>
                <a:lnTo>
                  <a:pt x="16963" y="78192"/>
                </a:lnTo>
                <a:close/>
                <a:moveTo>
                  <a:pt x="46072" y="347750"/>
                </a:moveTo>
                <a:lnTo>
                  <a:pt x="46706" y="348724"/>
                </a:lnTo>
                <a:lnTo>
                  <a:pt x="45755" y="348237"/>
                </a:lnTo>
                <a:close/>
                <a:moveTo>
                  <a:pt x="67807" y="240049"/>
                </a:moveTo>
                <a:lnTo>
                  <a:pt x="68240" y="241802"/>
                </a:lnTo>
                <a:lnTo>
                  <a:pt x="67591" y="240925"/>
                </a:lnTo>
                <a:close/>
                <a:moveTo>
                  <a:pt x="46330" y="289161"/>
                </a:moveTo>
                <a:lnTo>
                  <a:pt x="46786" y="289718"/>
                </a:lnTo>
                <a:lnTo>
                  <a:pt x="46102" y="289440"/>
                </a:lnTo>
                <a:close/>
                <a:moveTo>
                  <a:pt x="11440" y="76764"/>
                </a:moveTo>
                <a:lnTo>
                  <a:pt x="12246" y="78302"/>
                </a:lnTo>
                <a:lnTo>
                  <a:pt x="11038" y="77533"/>
                </a:lnTo>
                <a:close/>
                <a:moveTo>
                  <a:pt x="29897" y="355618"/>
                </a:moveTo>
                <a:lnTo>
                  <a:pt x="31275" y="356867"/>
                </a:lnTo>
                <a:lnTo>
                  <a:pt x="29208" y="356242"/>
                </a:lnTo>
                <a:close/>
                <a:moveTo>
                  <a:pt x="15013" y="433050"/>
                </a:moveTo>
                <a:lnTo>
                  <a:pt x="16986" y="434099"/>
                </a:lnTo>
                <a:lnTo>
                  <a:pt x="14027" y="433575"/>
                </a:lnTo>
                <a:close/>
                <a:moveTo>
                  <a:pt x="17467" y="317883"/>
                </a:moveTo>
                <a:lnTo>
                  <a:pt x="18836" y="318839"/>
                </a:lnTo>
                <a:lnTo>
                  <a:pt x="16783" y="318361"/>
                </a:lnTo>
                <a:close/>
                <a:moveTo>
                  <a:pt x="39202" y="359724"/>
                </a:moveTo>
                <a:lnTo>
                  <a:pt x="39935" y="361341"/>
                </a:lnTo>
                <a:lnTo>
                  <a:pt x="38836" y="360532"/>
                </a:lnTo>
                <a:close/>
                <a:moveTo>
                  <a:pt x="48848" y="397910"/>
                </a:moveTo>
                <a:lnTo>
                  <a:pt x="49596" y="398311"/>
                </a:lnTo>
                <a:lnTo>
                  <a:pt x="48474" y="398111"/>
                </a:lnTo>
                <a:close/>
                <a:moveTo>
                  <a:pt x="37836" y="48035"/>
                </a:moveTo>
                <a:lnTo>
                  <a:pt x="38291" y="49712"/>
                </a:lnTo>
                <a:lnTo>
                  <a:pt x="37608" y="48874"/>
                </a:lnTo>
                <a:close/>
                <a:moveTo>
                  <a:pt x="49225" y="418281"/>
                </a:moveTo>
                <a:lnTo>
                  <a:pt x="51173" y="419698"/>
                </a:lnTo>
                <a:lnTo>
                  <a:pt x="48252" y="418990"/>
                </a:lnTo>
                <a:close/>
                <a:moveTo>
                  <a:pt x="11723" y="373237"/>
                </a:moveTo>
                <a:lnTo>
                  <a:pt x="12886" y="374163"/>
                </a:lnTo>
                <a:lnTo>
                  <a:pt x="11142" y="373700"/>
                </a:lnTo>
                <a:close/>
                <a:moveTo>
                  <a:pt x="45617" y="183577"/>
                </a:moveTo>
                <a:lnTo>
                  <a:pt x="47050" y="184576"/>
                </a:lnTo>
                <a:lnTo>
                  <a:pt x="44901" y="184076"/>
                </a:lnTo>
                <a:close/>
                <a:moveTo>
                  <a:pt x="60949" y="168847"/>
                </a:moveTo>
                <a:lnTo>
                  <a:pt x="62074" y="169904"/>
                </a:lnTo>
                <a:lnTo>
                  <a:pt x="60386" y="169376"/>
                </a:lnTo>
                <a:close/>
                <a:moveTo>
                  <a:pt x="33682" y="177686"/>
                </a:moveTo>
                <a:lnTo>
                  <a:pt x="34351" y="178297"/>
                </a:lnTo>
                <a:lnTo>
                  <a:pt x="33348" y="177991"/>
                </a:lnTo>
                <a:close/>
                <a:moveTo>
                  <a:pt x="16906" y="399960"/>
                </a:moveTo>
                <a:lnTo>
                  <a:pt x="18782" y="400456"/>
                </a:lnTo>
                <a:lnTo>
                  <a:pt x="15968" y="400208"/>
                </a:lnTo>
                <a:close/>
                <a:moveTo>
                  <a:pt x="23860" y="10273"/>
                </a:moveTo>
                <a:lnTo>
                  <a:pt x="25956" y="12058"/>
                </a:lnTo>
                <a:lnTo>
                  <a:pt x="22812" y="11166"/>
                </a:lnTo>
                <a:close/>
                <a:moveTo>
                  <a:pt x="26100" y="332300"/>
                </a:moveTo>
                <a:lnTo>
                  <a:pt x="27106" y="333438"/>
                </a:lnTo>
                <a:lnTo>
                  <a:pt x="25597" y="332869"/>
                </a:lnTo>
                <a:close/>
                <a:moveTo>
                  <a:pt x="67202" y="350626"/>
                </a:moveTo>
                <a:lnTo>
                  <a:pt x="68907" y="351222"/>
                </a:lnTo>
                <a:lnTo>
                  <a:pt x="66349" y="350924"/>
                </a:lnTo>
                <a:close/>
                <a:moveTo>
                  <a:pt x="18259" y="56492"/>
                </a:moveTo>
                <a:lnTo>
                  <a:pt x="18787" y="57104"/>
                </a:lnTo>
                <a:lnTo>
                  <a:pt x="17996" y="56798"/>
                </a:lnTo>
                <a:close/>
                <a:moveTo>
                  <a:pt x="29273" y="159780"/>
                </a:moveTo>
                <a:lnTo>
                  <a:pt x="30716" y="160278"/>
                </a:lnTo>
                <a:lnTo>
                  <a:pt x="28551" y="160029"/>
                </a:lnTo>
                <a:close/>
                <a:moveTo>
                  <a:pt x="10255" y="401686"/>
                </a:moveTo>
                <a:lnTo>
                  <a:pt x="10748" y="402349"/>
                </a:lnTo>
                <a:lnTo>
                  <a:pt x="10009" y="402017"/>
                </a:lnTo>
                <a:close/>
                <a:moveTo>
                  <a:pt x="47089" y="377275"/>
                </a:moveTo>
                <a:lnTo>
                  <a:pt x="49004" y="378018"/>
                </a:lnTo>
                <a:lnTo>
                  <a:pt x="46132" y="377646"/>
                </a:lnTo>
                <a:close/>
                <a:moveTo>
                  <a:pt x="55716" y="209473"/>
                </a:moveTo>
                <a:lnTo>
                  <a:pt x="57690" y="210567"/>
                </a:lnTo>
                <a:lnTo>
                  <a:pt x="54728" y="210020"/>
                </a:lnTo>
                <a:close/>
                <a:moveTo>
                  <a:pt x="9764" y="389592"/>
                </a:moveTo>
                <a:lnTo>
                  <a:pt x="11457" y="390719"/>
                </a:lnTo>
                <a:lnTo>
                  <a:pt x="8917" y="390156"/>
                </a:lnTo>
                <a:close/>
                <a:moveTo>
                  <a:pt x="23063" y="167184"/>
                </a:moveTo>
                <a:lnTo>
                  <a:pt x="23664" y="168422"/>
                </a:lnTo>
                <a:lnTo>
                  <a:pt x="22763" y="167803"/>
                </a:lnTo>
                <a:close/>
                <a:moveTo>
                  <a:pt x="6714" y="164927"/>
                </a:moveTo>
                <a:lnTo>
                  <a:pt x="7205" y="166410"/>
                </a:lnTo>
                <a:lnTo>
                  <a:pt x="6469" y="165668"/>
                </a:lnTo>
                <a:close/>
                <a:moveTo>
                  <a:pt x="16828" y="316104"/>
                </a:moveTo>
                <a:lnTo>
                  <a:pt x="18566" y="317102"/>
                </a:lnTo>
                <a:lnTo>
                  <a:pt x="15959" y="316603"/>
                </a:lnTo>
                <a:close/>
                <a:moveTo>
                  <a:pt x="49760" y="234853"/>
                </a:moveTo>
                <a:lnTo>
                  <a:pt x="51013" y="235705"/>
                </a:lnTo>
                <a:lnTo>
                  <a:pt x="49133" y="235279"/>
                </a:lnTo>
                <a:close/>
                <a:moveTo>
                  <a:pt x="23691" y="210424"/>
                </a:moveTo>
                <a:lnTo>
                  <a:pt x="25001" y="212183"/>
                </a:lnTo>
                <a:lnTo>
                  <a:pt x="23036" y="211304"/>
                </a:lnTo>
                <a:close/>
                <a:moveTo>
                  <a:pt x="67594" y="313985"/>
                </a:moveTo>
                <a:lnTo>
                  <a:pt x="68342" y="314978"/>
                </a:lnTo>
                <a:lnTo>
                  <a:pt x="67219" y="314481"/>
                </a:lnTo>
                <a:close/>
                <a:moveTo>
                  <a:pt x="54353" y="62833"/>
                </a:moveTo>
                <a:lnTo>
                  <a:pt x="56187" y="64524"/>
                </a:lnTo>
                <a:lnTo>
                  <a:pt x="53436" y="63679"/>
                </a:lnTo>
                <a:close/>
                <a:moveTo>
                  <a:pt x="58463" y="47433"/>
                </a:moveTo>
                <a:lnTo>
                  <a:pt x="59018" y="48061"/>
                </a:lnTo>
                <a:lnTo>
                  <a:pt x="58185" y="47747"/>
                </a:lnTo>
                <a:close/>
                <a:moveTo>
                  <a:pt x="60000" y="390299"/>
                </a:moveTo>
                <a:lnTo>
                  <a:pt x="61214" y="390944"/>
                </a:lnTo>
                <a:lnTo>
                  <a:pt x="59393" y="390622"/>
                </a:lnTo>
                <a:close/>
                <a:moveTo>
                  <a:pt x="65050" y="313191"/>
                </a:moveTo>
                <a:lnTo>
                  <a:pt x="67193" y="313979"/>
                </a:lnTo>
                <a:lnTo>
                  <a:pt x="63978" y="313585"/>
                </a:lnTo>
                <a:close/>
                <a:moveTo>
                  <a:pt x="47945" y="238490"/>
                </a:moveTo>
                <a:lnTo>
                  <a:pt x="49216" y="239613"/>
                </a:lnTo>
                <a:lnTo>
                  <a:pt x="47310" y="239051"/>
                </a:lnTo>
                <a:close/>
                <a:moveTo>
                  <a:pt x="32665" y="341655"/>
                </a:moveTo>
                <a:lnTo>
                  <a:pt x="33869" y="342895"/>
                </a:lnTo>
                <a:lnTo>
                  <a:pt x="32063" y="342275"/>
                </a:lnTo>
                <a:close/>
                <a:moveTo>
                  <a:pt x="63605" y="346547"/>
                </a:moveTo>
                <a:lnTo>
                  <a:pt x="64388" y="348041"/>
                </a:lnTo>
                <a:lnTo>
                  <a:pt x="63214" y="347294"/>
                </a:lnTo>
                <a:close/>
                <a:moveTo>
                  <a:pt x="27842" y="301414"/>
                </a:moveTo>
                <a:lnTo>
                  <a:pt x="29846" y="303197"/>
                </a:lnTo>
                <a:lnTo>
                  <a:pt x="26839" y="302305"/>
                </a:lnTo>
                <a:close/>
                <a:moveTo>
                  <a:pt x="1028" y="180861"/>
                </a:moveTo>
                <a:lnTo>
                  <a:pt x="1978" y="181818"/>
                </a:lnTo>
                <a:lnTo>
                  <a:pt x="553" y="181340"/>
                </a:lnTo>
                <a:close/>
                <a:moveTo>
                  <a:pt x="51589" y="431216"/>
                </a:moveTo>
                <a:lnTo>
                  <a:pt x="53165" y="431843"/>
                </a:lnTo>
                <a:lnTo>
                  <a:pt x="50800" y="431530"/>
                </a:lnTo>
                <a:close/>
                <a:moveTo>
                  <a:pt x="63607" y="118677"/>
                </a:moveTo>
                <a:lnTo>
                  <a:pt x="63998" y="119010"/>
                </a:lnTo>
                <a:lnTo>
                  <a:pt x="63412" y="118844"/>
                </a:lnTo>
                <a:close/>
                <a:moveTo>
                  <a:pt x="58609" y="115080"/>
                </a:moveTo>
                <a:lnTo>
                  <a:pt x="60342" y="115649"/>
                </a:lnTo>
                <a:lnTo>
                  <a:pt x="57743" y="115364"/>
                </a:lnTo>
                <a:close/>
                <a:moveTo>
                  <a:pt x="42615" y="90625"/>
                </a:moveTo>
                <a:lnTo>
                  <a:pt x="43402" y="91827"/>
                </a:lnTo>
                <a:lnTo>
                  <a:pt x="42221" y="91226"/>
                </a:lnTo>
                <a:close/>
                <a:moveTo>
                  <a:pt x="7681" y="71703"/>
                </a:moveTo>
                <a:lnTo>
                  <a:pt x="8571" y="72642"/>
                </a:lnTo>
                <a:lnTo>
                  <a:pt x="7236" y="72172"/>
                </a:lnTo>
                <a:close/>
                <a:moveTo>
                  <a:pt x="10424" y="130050"/>
                </a:moveTo>
                <a:lnTo>
                  <a:pt x="11228" y="130856"/>
                </a:lnTo>
                <a:lnTo>
                  <a:pt x="10022" y="130453"/>
                </a:lnTo>
                <a:close/>
                <a:moveTo>
                  <a:pt x="63174" y="43897"/>
                </a:moveTo>
                <a:lnTo>
                  <a:pt x="63740" y="45079"/>
                </a:lnTo>
                <a:lnTo>
                  <a:pt x="62891" y="44488"/>
                </a:lnTo>
                <a:close/>
                <a:moveTo>
                  <a:pt x="2993" y="173882"/>
                </a:moveTo>
                <a:lnTo>
                  <a:pt x="4318" y="175294"/>
                </a:lnTo>
                <a:lnTo>
                  <a:pt x="2331" y="174588"/>
                </a:lnTo>
                <a:close/>
                <a:moveTo>
                  <a:pt x="54207" y="232350"/>
                </a:moveTo>
                <a:lnTo>
                  <a:pt x="56063" y="233321"/>
                </a:lnTo>
                <a:lnTo>
                  <a:pt x="53279" y="232835"/>
                </a:lnTo>
                <a:close/>
                <a:moveTo>
                  <a:pt x="59144" y="305758"/>
                </a:moveTo>
                <a:lnTo>
                  <a:pt x="60498" y="307181"/>
                </a:lnTo>
                <a:lnTo>
                  <a:pt x="58467" y="306469"/>
                </a:lnTo>
                <a:close/>
                <a:moveTo>
                  <a:pt x="29712" y="40424"/>
                </a:moveTo>
                <a:lnTo>
                  <a:pt x="30100" y="41542"/>
                </a:lnTo>
                <a:lnTo>
                  <a:pt x="29518" y="40983"/>
                </a:lnTo>
                <a:close/>
                <a:moveTo>
                  <a:pt x="5706" y="322521"/>
                </a:moveTo>
                <a:lnTo>
                  <a:pt x="6426" y="323046"/>
                </a:lnTo>
                <a:lnTo>
                  <a:pt x="5345" y="322784"/>
                </a:lnTo>
                <a:close/>
                <a:moveTo>
                  <a:pt x="4292" y="31119"/>
                </a:moveTo>
                <a:lnTo>
                  <a:pt x="6380" y="32562"/>
                </a:lnTo>
                <a:lnTo>
                  <a:pt x="3248" y="31840"/>
                </a:lnTo>
                <a:close/>
                <a:moveTo>
                  <a:pt x="42152" y="161394"/>
                </a:moveTo>
                <a:lnTo>
                  <a:pt x="42930" y="162083"/>
                </a:lnTo>
                <a:lnTo>
                  <a:pt x="41762" y="161738"/>
                </a:lnTo>
                <a:close/>
                <a:moveTo>
                  <a:pt x="1942" y="406258"/>
                </a:moveTo>
                <a:lnTo>
                  <a:pt x="3540" y="408000"/>
                </a:lnTo>
                <a:lnTo>
                  <a:pt x="1142" y="407129"/>
                </a:lnTo>
                <a:close/>
                <a:moveTo>
                  <a:pt x="59669" y="361551"/>
                </a:moveTo>
                <a:lnTo>
                  <a:pt x="60133" y="362943"/>
                </a:lnTo>
                <a:lnTo>
                  <a:pt x="59436" y="362247"/>
                </a:lnTo>
                <a:close/>
                <a:moveTo>
                  <a:pt x="27426" y="234646"/>
                </a:moveTo>
                <a:lnTo>
                  <a:pt x="28275" y="235942"/>
                </a:lnTo>
                <a:lnTo>
                  <a:pt x="27001" y="235294"/>
                </a:lnTo>
                <a:close/>
                <a:moveTo>
                  <a:pt x="37452" y="136725"/>
                </a:moveTo>
                <a:lnTo>
                  <a:pt x="39132" y="137694"/>
                </a:lnTo>
                <a:lnTo>
                  <a:pt x="36612" y="137209"/>
                </a:lnTo>
                <a:close/>
                <a:moveTo>
                  <a:pt x="10249" y="76289"/>
                </a:moveTo>
                <a:lnTo>
                  <a:pt x="12331" y="77516"/>
                </a:lnTo>
                <a:lnTo>
                  <a:pt x="9207" y="76902"/>
                </a:lnTo>
                <a:close/>
                <a:moveTo>
                  <a:pt x="59276" y="143334"/>
                </a:moveTo>
                <a:lnTo>
                  <a:pt x="60410" y="144325"/>
                </a:lnTo>
                <a:lnTo>
                  <a:pt x="58709" y="143830"/>
                </a:lnTo>
                <a:close/>
                <a:moveTo>
                  <a:pt x="32615" y="66872"/>
                </a:moveTo>
                <a:lnTo>
                  <a:pt x="34493" y="67943"/>
                </a:lnTo>
                <a:lnTo>
                  <a:pt x="31675" y="67407"/>
                </a:lnTo>
                <a:close/>
                <a:moveTo>
                  <a:pt x="68634" y="145062"/>
                </a:moveTo>
                <a:lnTo>
                  <a:pt x="69312" y="145393"/>
                </a:lnTo>
                <a:lnTo>
                  <a:pt x="68295" y="145227"/>
                </a:lnTo>
                <a:close/>
                <a:moveTo>
                  <a:pt x="19942" y="388899"/>
                </a:moveTo>
                <a:lnTo>
                  <a:pt x="21474" y="390395"/>
                </a:lnTo>
                <a:lnTo>
                  <a:pt x="19176" y="389647"/>
                </a:lnTo>
                <a:close/>
                <a:moveTo>
                  <a:pt x="35930" y="311030"/>
                </a:moveTo>
                <a:lnTo>
                  <a:pt x="36320" y="312600"/>
                </a:lnTo>
                <a:lnTo>
                  <a:pt x="35735" y="311815"/>
                </a:lnTo>
                <a:close/>
                <a:moveTo>
                  <a:pt x="19130" y="84533"/>
                </a:moveTo>
                <a:lnTo>
                  <a:pt x="21229" y="85972"/>
                </a:lnTo>
                <a:lnTo>
                  <a:pt x="18080" y="85253"/>
                </a:lnTo>
                <a:close/>
                <a:moveTo>
                  <a:pt x="7435" y="294174"/>
                </a:moveTo>
                <a:lnTo>
                  <a:pt x="8501" y="295178"/>
                </a:lnTo>
                <a:lnTo>
                  <a:pt x="6903" y="294676"/>
                </a:lnTo>
                <a:close/>
                <a:moveTo>
                  <a:pt x="63812" y="369685"/>
                </a:moveTo>
                <a:lnTo>
                  <a:pt x="64527" y="370858"/>
                </a:lnTo>
                <a:lnTo>
                  <a:pt x="63454" y="370271"/>
                </a:lnTo>
                <a:close/>
                <a:moveTo>
                  <a:pt x="41513" y="252068"/>
                </a:moveTo>
                <a:lnTo>
                  <a:pt x="42105" y="253625"/>
                </a:lnTo>
                <a:lnTo>
                  <a:pt x="41217" y="252846"/>
                </a:lnTo>
                <a:close/>
                <a:moveTo>
                  <a:pt x="46842" y="420999"/>
                </a:moveTo>
                <a:lnTo>
                  <a:pt x="48200" y="421669"/>
                </a:lnTo>
                <a:lnTo>
                  <a:pt x="46164" y="421334"/>
                </a:lnTo>
                <a:close/>
                <a:moveTo>
                  <a:pt x="43668" y="2502"/>
                </a:moveTo>
                <a:lnTo>
                  <a:pt x="45602" y="3124"/>
                </a:lnTo>
                <a:lnTo>
                  <a:pt x="42701" y="2813"/>
                </a:lnTo>
                <a:close/>
                <a:moveTo>
                  <a:pt x="5204" y="105976"/>
                </a:moveTo>
                <a:lnTo>
                  <a:pt x="5728" y="107632"/>
                </a:lnTo>
                <a:lnTo>
                  <a:pt x="4942" y="106804"/>
                </a:lnTo>
                <a:close/>
                <a:moveTo>
                  <a:pt x="26549" y="387764"/>
                </a:moveTo>
                <a:lnTo>
                  <a:pt x="27517" y="388653"/>
                </a:lnTo>
                <a:lnTo>
                  <a:pt x="26065" y="388209"/>
                </a:lnTo>
                <a:close/>
                <a:moveTo>
                  <a:pt x="69231" y="230722"/>
                </a:moveTo>
                <a:lnTo>
                  <a:pt x="71321" y="231162"/>
                </a:lnTo>
                <a:lnTo>
                  <a:pt x="68185" y="230942"/>
                </a:lnTo>
                <a:close/>
                <a:moveTo>
                  <a:pt x="61430" y="305865"/>
                </a:moveTo>
                <a:lnTo>
                  <a:pt x="62464" y="306471"/>
                </a:lnTo>
                <a:lnTo>
                  <a:pt x="60913" y="306168"/>
                </a:lnTo>
                <a:close/>
                <a:moveTo>
                  <a:pt x="38958" y="51659"/>
                </a:moveTo>
                <a:lnTo>
                  <a:pt x="39526" y="52668"/>
                </a:lnTo>
                <a:lnTo>
                  <a:pt x="38674" y="52164"/>
                </a:lnTo>
                <a:close/>
                <a:moveTo>
                  <a:pt x="65986" y="413655"/>
                </a:moveTo>
                <a:lnTo>
                  <a:pt x="67397" y="414829"/>
                </a:lnTo>
                <a:lnTo>
                  <a:pt x="65281" y="414242"/>
                </a:lnTo>
                <a:close/>
                <a:moveTo>
                  <a:pt x="29719" y="306775"/>
                </a:moveTo>
                <a:lnTo>
                  <a:pt x="30506" y="307433"/>
                </a:lnTo>
                <a:lnTo>
                  <a:pt x="29325" y="307104"/>
                </a:lnTo>
                <a:close/>
                <a:moveTo>
                  <a:pt x="47584" y="324946"/>
                </a:moveTo>
                <a:lnTo>
                  <a:pt x="48979" y="326512"/>
                </a:lnTo>
                <a:lnTo>
                  <a:pt x="46887" y="325729"/>
                </a:lnTo>
                <a:close/>
                <a:moveTo>
                  <a:pt x="35654" y="364786"/>
                </a:moveTo>
                <a:lnTo>
                  <a:pt x="36181" y="365330"/>
                </a:lnTo>
                <a:lnTo>
                  <a:pt x="35390" y="365058"/>
                </a:lnTo>
                <a:close/>
                <a:moveTo>
                  <a:pt x="58541" y="433331"/>
                </a:moveTo>
                <a:lnTo>
                  <a:pt x="59103" y="434271"/>
                </a:lnTo>
                <a:lnTo>
                  <a:pt x="58260" y="433801"/>
                </a:lnTo>
                <a:close/>
                <a:moveTo>
                  <a:pt x="28276" y="241041"/>
                </a:moveTo>
                <a:lnTo>
                  <a:pt x="29039" y="242509"/>
                </a:lnTo>
                <a:lnTo>
                  <a:pt x="27895" y="241775"/>
                </a:lnTo>
                <a:close/>
                <a:moveTo>
                  <a:pt x="65773" y="411300"/>
                </a:moveTo>
                <a:lnTo>
                  <a:pt x="66291" y="411792"/>
                </a:lnTo>
                <a:lnTo>
                  <a:pt x="65515" y="411546"/>
                </a:lnTo>
                <a:close/>
                <a:moveTo>
                  <a:pt x="67045" y="35496"/>
                </a:moveTo>
                <a:lnTo>
                  <a:pt x="67829" y="37248"/>
                </a:lnTo>
                <a:lnTo>
                  <a:pt x="66654" y="36372"/>
                </a:lnTo>
                <a:close/>
                <a:moveTo>
                  <a:pt x="11301" y="360534"/>
                </a:moveTo>
                <a:lnTo>
                  <a:pt x="11781" y="361211"/>
                </a:lnTo>
                <a:lnTo>
                  <a:pt x="11061" y="360872"/>
                </a:lnTo>
                <a:close/>
                <a:moveTo>
                  <a:pt x="39868" y="389389"/>
                </a:moveTo>
                <a:lnTo>
                  <a:pt x="40269" y="390018"/>
                </a:lnTo>
                <a:lnTo>
                  <a:pt x="39667" y="389704"/>
                </a:lnTo>
                <a:close/>
                <a:moveTo>
                  <a:pt x="56314" y="95939"/>
                </a:moveTo>
                <a:lnTo>
                  <a:pt x="56762" y="96451"/>
                </a:lnTo>
                <a:lnTo>
                  <a:pt x="56091" y="96195"/>
                </a:lnTo>
                <a:close/>
                <a:moveTo>
                  <a:pt x="58275" y="135078"/>
                </a:moveTo>
                <a:lnTo>
                  <a:pt x="59476" y="136177"/>
                </a:lnTo>
                <a:lnTo>
                  <a:pt x="57674" y="135627"/>
                </a:lnTo>
                <a:close/>
                <a:moveTo>
                  <a:pt x="46511" y="161959"/>
                </a:moveTo>
                <a:lnTo>
                  <a:pt x="47045" y="163379"/>
                </a:lnTo>
                <a:lnTo>
                  <a:pt x="46244" y="162669"/>
                </a:lnTo>
                <a:close/>
                <a:moveTo>
                  <a:pt x="67090" y="197092"/>
                </a:moveTo>
                <a:lnTo>
                  <a:pt x="67851" y="198532"/>
                </a:lnTo>
                <a:lnTo>
                  <a:pt x="66710" y="197812"/>
                </a:lnTo>
                <a:close/>
                <a:moveTo>
                  <a:pt x="60473" y="24836"/>
                </a:moveTo>
                <a:lnTo>
                  <a:pt x="62579" y="25857"/>
                </a:lnTo>
                <a:lnTo>
                  <a:pt x="59420" y="25347"/>
                </a:lnTo>
                <a:close/>
                <a:moveTo>
                  <a:pt x="26805" y="164899"/>
                </a:moveTo>
                <a:lnTo>
                  <a:pt x="27589" y="166332"/>
                </a:lnTo>
                <a:lnTo>
                  <a:pt x="26413" y="165615"/>
                </a:lnTo>
                <a:close/>
                <a:moveTo>
                  <a:pt x="2427" y="77479"/>
                </a:moveTo>
                <a:lnTo>
                  <a:pt x="3828" y="78107"/>
                </a:lnTo>
                <a:lnTo>
                  <a:pt x="1727" y="77793"/>
                </a:lnTo>
                <a:close/>
                <a:moveTo>
                  <a:pt x="57076" y="57403"/>
                </a:moveTo>
                <a:lnTo>
                  <a:pt x="57982" y="58625"/>
                </a:lnTo>
                <a:lnTo>
                  <a:pt x="56623" y="58014"/>
                </a:lnTo>
                <a:close/>
                <a:moveTo>
                  <a:pt x="51838" y="196839"/>
                </a:moveTo>
                <a:lnTo>
                  <a:pt x="53750" y="198522"/>
                </a:lnTo>
                <a:lnTo>
                  <a:pt x="50882" y="197680"/>
                </a:lnTo>
                <a:close/>
                <a:moveTo>
                  <a:pt x="17419" y="278572"/>
                </a:moveTo>
                <a:lnTo>
                  <a:pt x="18301" y="280323"/>
                </a:lnTo>
                <a:lnTo>
                  <a:pt x="16978" y="279448"/>
                </a:lnTo>
                <a:close/>
                <a:moveTo>
                  <a:pt x="33666" y="131287"/>
                </a:moveTo>
                <a:lnTo>
                  <a:pt x="35744" y="132706"/>
                </a:lnTo>
                <a:lnTo>
                  <a:pt x="32628" y="131997"/>
                </a:lnTo>
                <a:close/>
                <a:moveTo>
                  <a:pt x="31744" y="174805"/>
                </a:moveTo>
                <a:lnTo>
                  <a:pt x="32598" y="175386"/>
                </a:lnTo>
                <a:lnTo>
                  <a:pt x="31317" y="175095"/>
                </a:lnTo>
                <a:close/>
                <a:moveTo>
                  <a:pt x="24327" y="95535"/>
                </a:moveTo>
                <a:lnTo>
                  <a:pt x="25079" y="95995"/>
                </a:lnTo>
                <a:lnTo>
                  <a:pt x="23951" y="95765"/>
                </a:lnTo>
                <a:close/>
                <a:moveTo>
                  <a:pt x="8932" y="249990"/>
                </a:moveTo>
                <a:lnTo>
                  <a:pt x="10169" y="250625"/>
                </a:lnTo>
                <a:lnTo>
                  <a:pt x="8314" y="250308"/>
                </a:lnTo>
                <a:close/>
                <a:moveTo>
                  <a:pt x="3084" y="435252"/>
                </a:moveTo>
                <a:lnTo>
                  <a:pt x="3460" y="436005"/>
                </a:lnTo>
                <a:lnTo>
                  <a:pt x="2897" y="435628"/>
                </a:lnTo>
                <a:close/>
                <a:moveTo>
                  <a:pt x="38274" y="430159"/>
                </a:moveTo>
                <a:lnTo>
                  <a:pt x="39281" y="431849"/>
                </a:lnTo>
                <a:lnTo>
                  <a:pt x="37770" y="431004"/>
                </a:lnTo>
                <a:close/>
                <a:moveTo>
                  <a:pt x="37232" y="355054"/>
                </a:moveTo>
                <a:lnTo>
                  <a:pt x="37667" y="355642"/>
                </a:lnTo>
                <a:lnTo>
                  <a:pt x="37015" y="355348"/>
                </a:lnTo>
                <a:close/>
                <a:moveTo>
                  <a:pt x="41654" y="243840"/>
                </a:moveTo>
                <a:lnTo>
                  <a:pt x="42049" y="244472"/>
                </a:lnTo>
                <a:lnTo>
                  <a:pt x="41456" y="244156"/>
                </a:lnTo>
                <a:close/>
                <a:moveTo>
                  <a:pt x="37878" y="33675"/>
                </a:moveTo>
                <a:lnTo>
                  <a:pt x="39131" y="34103"/>
                </a:lnTo>
                <a:lnTo>
                  <a:pt x="37252" y="33889"/>
                </a:lnTo>
                <a:close/>
                <a:moveTo>
                  <a:pt x="20129" y="115731"/>
                </a:moveTo>
                <a:lnTo>
                  <a:pt x="20573" y="116220"/>
                </a:lnTo>
                <a:lnTo>
                  <a:pt x="19907" y="115976"/>
                </a:lnTo>
                <a:close/>
                <a:moveTo>
                  <a:pt x="58146" y="118089"/>
                </a:moveTo>
                <a:lnTo>
                  <a:pt x="59291" y="119552"/>
                </a:lnTo>
                <a:lnTo>
                  <a:pt x="57573" y="118820"/>
                </a:lnTo>
                <a:close/>
                <a:moveTo>
                  <a:pt x="65670" y="125905"/>
                </a:moveTo>
                <a:lnTo>
                  <a:pt x="66068" y="127287"/>
                </a:lnTo>
                <a:lnTo>
                  <a:pt x="65471" y="126596"/>
                </a:lnTo>
                <a:close/>
                <a:moveTo>
                  <a:pt x="26103" y="170469"/>
                </a:moveTo>
                <a:lnTo>
                  <a:pt x="26552" y="170800"/>
                </a:lnTo>
                <a:lnTo>
                  <a:pt x="25878" y="170634"/>
                </a:lnTo>
                <a:close/>
                <a:moveTo>
                  <a:pt x="14965" y="394182"/>
                </a:moveTo>
                <a:lnTo>
                  <a:pt x="16540" y="395779"/>
                </a:lnTo>
                <a:lnTo>
                  <a:pt x="14178" y="394981"/>
                </a:lnTo>
                <a:close/>
                <a:moveTo>
                  <a:pt x="25526" y="343217"/>
                </a:moveTo>
                <a:lnTo>
                  <a:pt x="25933" y="344335"/>
                </a:lnTo>
                <a:lnTo>
                  <a:pt x="25322" y="343776"/>
                </a:lnTo>
                <a:close/>
                <a:moveTo>
                  <a:pt x="29538" y="389538"/>
                </a:moveTo>
                <a:lnTo>
                  <a:pt x="31642" y="390223"/>
                </a:lnTo>
                <a:lnTo>
                  <a:pt x="28485" y="389880"/>
                </a:lnTo>
                <a:close/>
                <a:moveTo>
                  <a:pt x="16556" y="230730"/>
                </a:moveTo>
                <a:lnTo>
                  <a:pt x="17713" y="232233"/>
                </a:lnTo>
                <a:lnTo>
                  <a:pt x="15978" y="231481"/>
                </a:lnTo>
                <a:close/>
                <a:moveTo>
                  <a:pt x="12068" y="177474"/>
                </a:moveTo>
                <a:lnTo>
                  <a:pt x="12496" y="177921"/>
                </a:lnTo>
                <a:lnTo>
                  <a:pt x="11854" y="177698"/>
                </a:lnTo>
                <a:close/>
                <a:moveTo>
                  <a:pt x="26492" y="110244"/>
                </a:moveTo>
                <a:lnTo>
                  <a:pt x="28380" y="111558"/>
                </a:lnTo>
                <a:lnTo>
                  <a:pt x="25548" y="110901"/>
                </a:lnTo>
                <a:close/>
                <a:moveTo>
                  <a:pt x="10399" y="370228"/>
                </a:moveTo>
                <a:lnTo>
                  <a:pt x="10868" y="370773"/>
                </a:lnTo>
                <a:lnTo>
                  <a:pt x="10164" y="370500"/>
                </a:lnTo>
                <a:close/>
                <a:moveTo>
                  <a:pt x="36736" y="262854"/>
                </a:moveTo>
                <a:lnTo>
                  <a:pt x="37924" y="263307"/>
                </a:lnTo>
                <a:lnTo>
                  <a:pt x="36141" y="263080"/>
                </a:lnTo>
                <a:close/>
                <a:moveTo>
                  <a:pt x="31283" y="322695"/>
                </a:moveTo>
                <a:lnTo>
                  <a:pt x="32883" y="323264"/>
                </a:lnTo>
                <a:lnTo>
                  <a:pt x="30484" y="322979"/>
                </a:lnTo>
                <a:close/>
                <a:moveTo>
                  <a:pt x="43119" y="240546"/>
                </a:moveTo>
                <a:lnTo>
                  <a:pt x="44389" y="241279"/>
                </a:lnTo>
                <a:lnTo>
                  <a:pt x="42485" y="240912"/>
                </a:lnTo>
                <a:close/>
                <a:moveTo>
                  <a:pt x="37766" y="267801"/>
                </a:moveTo>
                <a:lnTo>
                  <a:pt x="38483" y="268957"/>
                </a:lnTo>
                <a:lnTo>
                  <a:pt x="37407" y="268379"/>
                </a:lnTo>
                <a:close/>
                <a:moveTo>
                  <a:pt x="47456" y="62759"/>
                </a:moveTo>
                <a:lnTo>
                  <a:pt x="48587" y="63769"/>
                </a:lnTo>
                <a:lnTo>
                  <a:pt x="46890" y="63264"/>
                </a:lnTo>
                <a:close/>
                <a:moveTo>
                  <a:pt x="42567" y="188569"/>
                </a:moveTo>
                <a:lnTo>
                  <a:pt x="44606" y="189900"/>
                </a:lnTo>
                <a:lnTo>
                  <a:pt x="41548" y="189234"/>
                </a:lnTo>
                <a:close/>
                <a:moveTo>
                  <a:pt x="46347" y="183336"/>
                </a:moveTo>
                <a:lnTo>
                  <a:pt x="47528" y="184824"/>
                </a:lnTo>
                <a:lnTo>
                  <a:pt x="45757" y="184080"/>
                </a:lnTo>
                <a:close/>
                <a:moveTo>
                  <a:pt x="12316" y="428150"/>
                </a:moveTo>
                <a:lnTo>
                  <a:pt x="13206" y="429390"/>
                </a:lnTo>
                <a:lnTo>
                  <a:pt x="11872" y="428770"/>
                </a:lnTo>
                <a:close/>
                <a:moveTo>
                  <a:pt x="46374" y="429006"/>
                </a:moveTo>
                <a:lnTo>
                  <a:pt x="48566" y="429561"/>
                </a:lnTo>
                <a:lnTo>
                  <a:pt x="45277" y="429284"/>
                </a:lnTo>
                <a:close/>
                <a:moveTo>
                  <a:pt x="44564" y="220500"/>
                </a:moveTo>
                <a:lnTo>
                  <a:pt x="46123" y="221061"/>
                </a:lnTo>
                <a:lnTo>
                  <a:pt x="43785" y="220781"/>
                </a:lnTo>
                <a:close/>
                <a:moveTo>
                  <a:pt x="38455" y="430497"/>
                </a:moveTo>
                <a:lnTo>
                  <a:pt x="38978" y="431663"/>
                </a:lnTo>
                <a:lnTo>
                  <a:pt x="38193" y="431080"/>
                </a:lnTo>
                <a:close/>
                <a:moveTo>
                  <a:pt x="45676" y="366547"/>
                </a:moveTo>
                <a:lnTo>
                  <a:pt x="47590" y="366900"/>
                </a:lnTo>
                <a:lnTo>
                  <a:pt x="44719" y="366724"/>
                </a:lnTo>
                <a:close/>
                <a:moveTo>
                  <a:pt x="8102" y="173658"/>
                </a:moveTo>
                <a:lnTo>
                  <a:pt x="9614" y="175196"/>
                </a:lnTo>
                <a:lnTo>
                  <a:pt x="7346" y="174427"/>
                </a:lnTo>
                <a:close/>
                <a:moveTo>
                  <a:pt x="32450" y="202923"/>
                </a:moveTo>
                <a:lnTo>
                  <a:pt x="34457" y="204369"/>
                </a:lnTo>
                <a:lnTo>
                  <a:pt x="31447" y="203646"/>
                </a:lnTo>
                <a:close/>
                <a:moveTo>
                  <a:pt x="61760" y="1517"/>
                </a:moveTo>
                <a:lnTo>
                  <a:pt x="62704" y="2226"/>
                </a:lnTo>
                <a:lnTo>
                  <a:pt x="61289" y="1871"/>
                </a:lnTo>
                <a:close/>
                <a:moveTo>
                  <a:pt x="50122" y="31435"/>
                </a:moveTo>
                <a:lnTo>
                  <a:pt x="50899" y="32563"/>
                </a:lnTo>
                <a:lnTo>
                  <a:pt x="49734" y="31999"/>
                </a:lnTo>
                <a:close/>
                <a:moveTo>
                  <a:pt x="1473" y="38018"/>
                </a:moveTo>
                <a:lnTo>
                  <a:pt x="2190" y="39007"/>
                </a:lnTo>
                <a:lnTo>
                  <a:pt x="1114" y="38513"/>
                </a:lnTo>
                <a:close/>
                <a:moveTo>
                  <a:pt x="2235" y="163347"/>
                </a:moveTo>
                <a:lnTo>
                  <a:pt x="4378" y="165113"/>
                </a:lnTo>
                <a:lnTo>
                  <a:pt x="1163" y="164230"/>
                </a:lnTo>
                <a:close/>
                <a:moveTo>
                  <a:pt x="24441" y="281489"/>
                </a:moveTo>
                <a:lnTo>
                  <a:pt x="25514" y="281835"/>
                </a:lnTo>
                <a:lnTo>
                  <a:pt x="23904" y="281662"/>
                </a:lnTo>
                <a:close/>
                <a:moveTo>
                  <a:pt x="32920" y="120876"/>
                </a:moveTo>
                <a:lnTo>
                  <a:pt x="33774" y="121401"/>
                </a:lnTo>
                <a:lnTo>
                  <a:pt x="32493" y="121138"/>
                </a:lnTo>
                <a:close/>
                <a:moveTo>
                  <a:pt x="49923" y="237487"/>
                </a:moveTo>
                <a:lnTo>
                  <a:pt x="51398" y="238986"/>
                </a:lnTo>
                <a:lnTo>
                  <a:pt x="49185" y="238236"/>
                </a:lnTo>
                <a:close/>
                <a:moveTo>
                  <a:pt x="2694" y="432553"/>
                </a:moveTo>
                <a:lnTo>
                  <a:pt x="4882" y="434320"/>
                </a:lnTo>
                <a:lnTo>
                  <a:pt x="1599" y="433436"/>
                </a:lnTo>
                <a:close/>
                <a:moveTo>
                  <a:pt x="44332" y="131149"/>
                </a:moveTo>
                <a:lnTo>
                  <a:pt x="45578" y="132564"/>
                </a:lnTo>
                <a:lnTo>
                  <a:pt x="43710" y="131857"/>
                </a:lnTo>
                <a:close/>
                <a:moveTo>
                  <a:pt x="34842" y="177550"/>
                </a:moveTo>
                <a:lnTo>
                  <a:pt x="35728" y="178924"/>
                </a:lnTo>
                <a:lnTo>
                  <a:pt x="34399" y="178237"/>
                </a:lnTo>
                <a:close/>
                <a:moveTo>
                  <a:pt x="3638" y="369078"/>
                </a:moveTo>
                <a:lnTo>
                  <a:pt x="4579" y="370561"/>
                </a:lnTo>
                <a:lnTo>
                  <a:pt x="3167" y="369819"/>
                </a:lnTo>
                <a:close/>
                <a:moveTo>
                  <a:pt x="4855" y="181348"/>
                </a:moveTo>
                <a:lnTo>
                  <a:pt x="5914" y="183139"/>
                </a:lnTo>
                <a:lnTo>
                  <a:pt x="4325" y="182243"/>
                </a:lnTo>
                <a:close/>
                <a:moveTo>
                  <a:pt x="68730" y="361794"/>
                </a:moveTo>
                <a:lnTo>
                  <a:pt x="70808" y="362473"/>
                </a:lnTo>
                <a:lnTo>
                  <a:pt x="67691" y="362133"/>
                </a:lnTo>
                <a:close/>
                <a:moveTo>
                  <a:pt x="4790" y="83765"/>
                </a:moveTo>
                <a:lnTo>
                  <a:pt x="6187" y="84744"/>
                </a:lnTo>
                <a:lnTo>
                  <a:pt x="4091" y="84254"/>
                </a:lnTo>
                <a:close/>
                <a:moveTo>
                  <a:pt x="34585" y="283754"/>
                </a:moveTo>
                <a:lnTo>
                  <a:pt x="35137" y="284618"/>
                </a:lnTo>
                <a:lnTo>
                  <a:pt x="34310" y="284186"/>
                </a:lnTo>
                <a:close/>
                <a:moveTo>
                  <a:pt x="51691" y="37241"/>
                </a:moveTo>
                <a:lnTo>
                  <a:pt x="52238" y="38221"/>
                </a:lnTo>
                <a:lnTo>
                  <a:pt x="51417" y="37731"/>
                </a:lnTo>
                <a:close/>
                <a:moveTo>
                  <a:pt x="49882" y="267301"/>
                </a:moveTo>
                <a:lnTo>
                  <a:pt x="50323" y="268851"/>
                </a:lnTo>
                <a:lnTo>
                  <a:pt x="49662" y="268076"/>
                </a:lnTo>
                <a:close/>
                <a:moveTo>
                  <a:pt x="65989" y="68671"/>
                </a:moveTo>
                <a:lnTo>
                  <a:pt x="66607" y="69481"/>
                </a:lnTo>
                <a:lnTo>
                  <a:pt x="65680" y="69076"/>
                </a:lnTo>
                <a:close/>
                <a:moveTo>
                  <a:pt x="52705" y="15955"/>
                </a:moveTo>
                <a:lnTo>
                  <a:pt x="54386" y="16567"/>
                </a:lnTo>
                <a:lnTo>
                  <a:pt x="51864" y="16261"/>
                </a:lnTo>
                <a:close/>
                <a:moveTo>
                  <a:pt x="64033" y="141250"/>
                </a:moveTo>
                <a:lnTo>
                  <a:pt x="65195" y="142239"/>
                </a:lnTo>
                <a:lnTo>
                  <a:pt x="63451" y="141744"/>
                </a:lnTo>
                <a:close/>
                <a:moveTo>
                  <a:pt x="24601" y="378341"/>
                </a:moveTo>
                <a:lnTo>
                  <a:pt x="25765" y="378649"/>
                </a:lnTo>
                <a:lnTo>
                  <a:pt x="24019" y="378495"/>
                </a:lnTo>
                <a:close/>
                <a:moveTo>
                  <a:pt x="1879" y="256493"/>
                </a:moveTo>
                <a:lnTo>
                  <a:pt x="3569" y="257170"/>
                </a:lnTo>
                <a:lnTo>
                  <a:pt x="1034" y="256832"/>
                </a:lnTo>
                <a:close/>
                <a:moveTo>
                  <a:pt x="9118" y="186430"/>
                </a:moveTo>
                <a:lnTo>
                  <a:pt x="9904" y="187214"/>
                </a:lnTo>
                <a:lnTo>
                  <a:pt x="8725" y="186822"/>
                </a:lnTo>
                <a:close/>
                <a:moveTo>
                  <a:pt x="21613" y="239659"/>
                </a:moveTo>
                <a:lnTo>
                  <a:pt x="23164" y="240762"/>
                </a:lnTo>
                <a:lnTo>
                  <a:pt x="20838" y="240211"/>
                </a:lnTo>
                <a:close/>
                <a:moveTo>
                  <a:pt x="23845" y="383683"/>
                </a:moveTo>
                <a:lnTo>
                  <a:pt x="25107" y="385056"/>
                </a:lnTo>
                <a:lnTo>
                  <a:pt x="23214" y="384370"/>
                </a:lnTo>
                <a:close/>
                <a:moveTo>
                  <a:pt x="40442" y="254838"/>
                </a:moveTo>
                <a:lnTo>
                  <a:pt x="41256" y="256536"/>
                </a:lnTo>
                <a:lnTo>
                  <a:pt x="40035" y="255687"/>
                </a:lnTo>
                <a:close/>
                <a:moveTo>
                  <a:pt x="8406" y="214972"/>
                </a:moveTo>
                <a:lnTo>
                  <a:pt x="8968" y="216348"/>
                </a:lnTo>
                <a:lnTo>
                  <a:pt x="8124" y="215660"/>
                </a:lnTo>
                <a:close/>
                <a:moveTo>
                  <a:pt x="6338" y="133181"/>
                </a:moveTo>
                <a:lnTo>
                  <a:pt x="6925" y="134818"/>
                </a:lnTo>
                <a:lnTo>
                  <a:pt x="6044" y="134000"/>
                </a:lnTo>
                <a:close/>
                <a:moveTo>
                  <a:pt x="9726" y="125376"/>
                </a:moveTo>
                <a:lnTo>
                  <a:pt x="10566" y="126340"/>
                </a:lnTo>
                <a:lnTo>
                  <a:pt x="9306" y="125858"/>
                </a:lnTo>
                <a:close/>
                <a:moveTo>
                  <a:pt x="20446" y="343311"/>
                </a:moveTo>
                <a:lnTo>
                  <a:pt x="21584" y="344213"/>
                </a:lnTo>
                <a:lnTo>
                  <a:pt x="19877" y="343762"/>
                </a:lnTo>
                <a:close/>
                <a:moveTo>
                  <a:pt x="39382" y="47789"/>
                </a:moveTo>
                <a:lnTo>
                  <a:pt x="41143" y="48327"/>
                </a:lnTo>
                <a:lnTo>
                  <a:pt x="38502" y="48058"/>
                </a:lnTo>
                <a:close/>
                <a:moveTo>
                  <a:pt x="47140" y="56114"/>
                </a:moveTo>
                <a:lnTo>
                  <a:pt x="47640" y="57765"/>
                </a:lnTo>
                <a:lnTo>
                  <a:pt x="46891" y="56940"/>
                </a:lnTo>
                <a:close/>
                <a:moveTo>
                  <a:pt x="39561" y="108836"/>
                </a:moveTo>
                <a:lnTo>
                  <a:pt x="40110" y="109407"/>
                </a:lnTo>
                <a:lnTo>
                  <a:pt x="39286" y="109122"/>
                </a:lnTo>
                <a:close/>
                <a:moveTo>
                  <a:pt x="58785" y="334948"/>
                </a:moveTo>
                <a:lnTo>
                  <a:pt x="60618" y="335905"/>
                </a:lnTo>
                <a:lnTo>
                  <a:pt x="57868" y="335426"/>
                </a:lnTo>
                <a:close/>
                <a:moveTo>
                  <a:pt x="47271" y="101683"/>
                </a:moveTo>
                <a:lnTo>
                  <a:pt x="49059" y="102274"/>
                </a:lnTo>
                <a:lnTo>
                  <a:pt x="46378" y="101978"/>
                </a:lnTo>
                <a:close/>
                <a:moveTo>
                  <a:pt x="25385" y="305871"/>
                </a:moveTo>
                <a:lnTo>
                  <a:pt x="26445" y="306800"/>
                </a:lnTo>
                <a:lnTo>
                  <a:pt x="24856" y="306335"/>
                </a:lnTo>
                <a:close/>
                <a:moveTo>
                  <a:pt x="47052" y="65914"/>
                </a:moveTo>
                <a:lnTo>
                  <a:pt x="47425" y="66536"/>
                </a:lnTo>
                <a:lnTo>
                  <a:pt x="46866" y="66225"/>
                </a:lnTo>
                <a:close/>
                <a:moveTo>
                  <a:pt x="62554" y="404761"/>
                </a:moveTo>
                <a:lnTo>
                  <a:pt x="62989" y="405179"/>
                </a:lnTo>
                <a:lnTo>
                  <a:pt x="62337" y="404970"/>
                </a:lnTo>
                <a:close/>
                <a:moveTo>
                  <a:pt x="65814" y="425322"/>
                </a:moveTo>
                <a:lnTo>
                  <a:pt x="67540" y="426457"/>
                </a:lnTo>
                <a:lnTo>
                  <a:pt x="64952" y="425889"/>
                </a:lnTo>
                <a:close/>
                <a:moveTo>
                  <a:pt x="13071" y="296767"/>
                </a:moveTo>
                <a:lnTo>
                  <a:pt x="14085" y="297877"/>
                </a:lnTo>
                <a:lnTo>
                  <a:pt x="12565" y="297322"/>
                </a:lnTo>
                <a:close/>
                <a:moveTo>
                  <a:pt x="3465" y="405640"/>
                </a:moveTo>
                <a:lnTo>
                  <a:pt x="4892" y="406509"/>
                </a:lnTo>
                <a:lnTo>
                  <a:pt x="2751" y="406075"/>
                </a:lnTo>
                <a:close/>
                <a:moveTo>
                  <a:pt x="28636" y="165637"/>
                </a:moveTo>
                <a:lnTo>
                  <a:pt x="30754" y="167086"/>
                </a:lnTo>
                <a:lnTo>
                  <a:pt x="27576" y="166362"/>
                </a:lnTo>
                <a:close/>
                <a:moveTo>
                  <a:pt x="6402" y="408580"/>
                </a:moveTo>
                <a:lnTo>
                  <a:pt x="7171" y="409823"/>
                </a:lnTo>
                <a:lnTo>
                  <a:pt x="6018" y="409202"/>
                </a:lnTo>
                <a:close/>
                <a:moveTo>
                  <a:pt x="69048" y="387183"/>
                </a:moveTo>
                <a:lnTo>
                  <a:pt x="70741" y="387523"/>
                </a:lnTo>
                <a:lnTo>
                  <a:pt x="68201" y="387353"/>
                </a:lnTo>
                <a:close/>
                <a:moveTo>
                  <a:pt x="67430" y="261608"/>
                </a:moveTo>
                <a:lnTo>
                  <a:pt x="69365" y="262663"/>
                </a:lnTo>
                <a:lnTo>
                  <a:pt x="66463" y="262135"/>
                </a:lnTo>
                <a:close/>
                <a:moveTo>
                  <a:pt x="69467" y="194855"/>
                </a:moveTo>
                <a:lnTo>
                  <a:pt x="70180" y="196569"/>
                </a:lnTo>
                <a:lnTo>
                  <a:pt x="69111" y="195712"/>
                </a:lnTo>
                <a:close/>
                <a:moveTo>
                  <a:pt x="26837" y="248215"/>
                </a:moveTo>
                <a:lnTo>
                  <a:pt x="28420" y="249017"/>
                </a:lnTo>
                <a:lnTo>
                  <a:pt x="26045" y="248616"/>
                </a:lnTo>
                <a:close/>
                <a:moveTo>
                  <a:pt x="66334" y="105400"/>
                </a:moveTo>
                <a:lnTo>
                  <a:pt x="67106" y="106454"/>
                </a:lnTo>
                <a:lnTo>
                  <a:pt x="65948" y="105927"/>
                </a:lnTo>
                <a:close/>
                <a:moveTo>
                  <a:pt x="13739" y="378000"/>
                </a:moveTo>
                <a:lnTo>
                  <a:pt x="14169" y="378788"/>
                </a:lnTo>
                <a:lnTo>
                  <a:pt x="13524" y="378394"/>
                </a:lnTo>
                <a:close/>
                <a:moveTo>
                  <a:pt x="3576" y="428102"/>
                </a:moveTo>
                <a:lnTo>
                  <a:pt x="5444" y="428683"/>
                </a:lnTo>
                <a:lnTo>
                  <a:pt x="2642" y="428393"/>
                </a:lnTo>
                <a:close/>
                <a:moveTo>
                  <a:pt x="65573" y="118844"/>
                </a:moveTo>
                <a:lnTo>
                  <a:pt x="66564" y="120390"/>
                </a:lnTo>
                <a:lnTo>
                  <a:pt x="65077" y="119617"/>
                </a:lnTo>
                <a:close/>
                <a:moveTo>
                  <a:pt x="47638" y="131739"/>
                </a:moveTo>
                <a:lnTo>
                  <a:pt x="48694" y="133016"/>
                </a:lnTo>
                <a:lnTo>
                  <a:pt x="47110" y="132377"/>
                </a:lnTo>
                <a:close/>
                <a:moveTo>
                  <a:pt x="46898" y="35515"/>
                </a:moveTo>
                <a:lnTo>
                  <a:pt x="47696" y="36776"/>
                </a:lnTo>
                <a:lnTo>
                  <a:pt x="46499" y="36145"/>
                </a:lnTo>
                <a:close/>
                <a:moveTo>
                  <a:pt x="7579" y="378371"/>
                </a:moveTo>
                <a:lnTo>
                  <a:pt x="8208" y="379108"/>
                </a:lnTo>
                <a:lnTo>
                  <a:pt x="7265" y="378740"/>
                </a:lnTo>
                <a:close/>
                <a:moveTo>
                  <a:pt x="18106" y="223397"/>
                </a:moveTo>
                <a:lnTo>
                  <a:pt x="19311" y="224603"/>
                </a:lnTo>
                <a:lnTo>
                  <a:pt x="17503" y="224000"/>
                </a:lnTo>
                <a:close/>
                <a:moveTo>
                  <a:pt x="16176" y="179930"/>
                </a:moveTo>
                <a:lnTo>
                  <a:pt x="17872" y="180425"/>
                </a:lnTo>
                <a:lnTo>
                  <a:pt x="15328" y="180177"/>
                </a:lnTo>
                <a:close/>
                <a:moveTo>
                  <a:pt x="20237" y="12593"/>
                </a:moveTo>
                <a:lnTo>
                  <a:pt x="21358" y="14349"/>
                </a:lnTo>
                <a:lnTo>
                  <a:pt x="19677" y="13471"/>
                </a:lnTo>
                <a:close/>
                <a:moveTo>
                  <a:pt x="67703" y="174887"/>
                </a:moveTo>
                <a:lnTo>
                  <a:pt x="68710" y="175857"/>
                </a:lnTo>
                <a:lnTo>
                  <a:pt x="67200" y="175372"/>
                </a:lnTo>
                <a:close/>
                <a:moveTo>
                  <a:pt x="59184" y="84781"/>
                </a:moveTo>
                <a:lnTo>
                  <a:pt x="60418" y="85921"/>
                </a:lnTo>
                <a:lnTo>
                  <a:pt x="58567" y="85351"/>
                </a:lnTo>
                <a:close/>
                <a:moveTo>
                  <a:pt x="26773" y="32551"/>
                </a:moveTo>
                <a:lnTo>
                  <a:pt x="28696" y="34292"/>
                </a:lnTo>
                <a:lnTo>
                  <a:pt x="25811" y="33422"/>
                </a:lnTo>
                <a:close/>
                <a:moveTo>
                  <a:pt x="28211" y="297262"/>
                </a:moveTo>
                <a:lnTo>
                  <a:pt x="30347" y="298588"/>
                </a:lnTo>
                <a:lnTo>
                  <a:pt x="27143" y="297925"/>
                </a:lnTo>
                <a:close/>
                <a:moveTo>
                  <a:pt x="51789" y="141769"/>
                </a:moveTo>
                <a:lnTo>
                  <a:pt x="53861" y="142579"/>
                </a:lnTo>
                <a:lnTo>
                  <a:pt x="50753" y="142174"/>
                </a:lnTo>
                <a:close/>
                <a:moveTo>
                  <a:pt x="34799" y="286439"/>
                </a:moveTo>
                <a:lnTo>
                  <a:pt x="35162" y="287094"/>
                </a:lnTo>
                <a:lnTo>
                  <a:pt x="34617" y="286767"/>
                </a:lnTo>
                <a:close/>
                <a:moveTo>
                  <a:pt x="68831" y="239946"/>
                </a:moveTo>
                <a:lnTo>
                  <a:pt x="70284" y="241153"/>
                </a:lnTo>
                <a:lnTo>
                  <a:pt x="68104" y="240549"/>
                </a:lnTo>
                <a:close/>
                <a:moveTo>
                  <a:pt x="27140" y="301203"/>
                </a:moveTo>
                <a:lnTo>
                  <a:pt x="28639" y="302071"/>
                </a:lnTo>
                <a:lnTo>
                  <a:pt x="26390" y="301637"/>
                </a:lnTo>
                <a:close/>
                <a:moveTo>
                  <a:pt x="8632" y="172684"/>
                </a:moveTo>
                <a:lnTo>
                  <a:pt x="10026" y="173073"/>
                </a:lnTo>
                <a:lnTo>
                  <a:pt x="7934" y="172879"/>
                </a:lnTo>
                <a:close/>
                <a:moveTo>
                  <a:pt x="34661" y="424357"/>
                </a:moveTo>
                <a:lnTo>
                  <a:pt x="35234" y="425389"/>
                </a:lnTo>
                <a:lnTo>
                  <a:pt x="34375" y="424873"/>
                </a:lnTo>
                <a:close/>
                <a:moveTo>
                  <a:pt x="57527" y="139691"/>
                </a:moveTo>
                <a:lnTo>
                  <a:pt x="57898" y="141321"/>
                </a:lnTo>
                <a:lnTo>
                  <a:pt x="57342" y="140506"/>
                </a:lnTo>
                <a:close/>
                <a:moveTo>
                  <a:pt x="43644" y="95864"/>
                </a:moveTo>
                <a:lnTo>
                  <a:pt x="45130" y="96270"/>
                </a:lnTo>
                <a:lnTo>
                  <a:pt x="42901" y="96067"/>
                </a:lnTo>
                <a:close/>
                <a:moveTo>
                  <a:pt x="28089" y="107052"/>
                </a:moveTo>
                <a:lnTo>
                  <a:pt x="29706" y="108632"/>
                </a:lnTo>
                <a:lnTo>
                  <a:pt x="27281" y="107842"/>
                </a:lnTo>
                <a:close/>
                <a:moveTo>
                  <a:pt x="46983" y="432460"/>
                </a:moveTo>
                <a:lnTo>
                  <a:pt x="48712" y="432871"/>
                </a:lnTo>
                <a:lnTo>
                  <a:pt x="46119" y="432666"/>
                </a:lnTo>
                <a:close/>
                <a:moveTo>
                  <a:pt x="66878" y="159912"/>
                </a:moveTo>
                <a:lnTo>
                  <a:pt x="68618" y="160305"/>
                </a:lnTo>
                <a:lnTo>
                  <a:pt x="66009" y="160109"/>
                </a:lnTo>
                <a:close/>
                <a:moveTo>
                  <a:pt x="69340" y="271119"/>
                </a:moveTo>
                <a:lnTo>
                  <a:pt x="70881" y="272789"/>
                </a:lnTo>
                <a:lnTo>
                  <a:pt x="68570" y="271954"/>
                </a:lnTo>
                <a:close/>
                <a:moveTo>
                  <a:pt x="20573" y="197029"/>
                </a:moveTo>
                <a:lnTo>
                  <a:pt x="22056" y="198690"/>
                </a:lnTo>
                <a:lnTo>
                  <a:pt x="19832" y="197859"/>
                </a:lnTo>
                <a:close/>
                <a:moveTo>
                  <a:pt x="61951" y="41490"/>
                </a:moveTo>
                <a:lnTo>
                  <a:pt x="62344" y="43095"/>
                </a:lnTo>
                <a:lnTo>
                  <a:pt x="61754" y="42292"/>
                </a:lnTo>
                <a:close/>
                <a:moveTo>
                  <a:pt x="28604" y="52530"/>
                </a:moveTo>
                <a:lnTo>
                  <a:pt x="29961" y="54079"/>
                </a:lnTo>
                <a:lnTo>
                  <a:pt x="27925" y="53304"/>
                </a:lnTo>
                <a:close/>
                <a:moveTo>
                  <a:pt x="13345" y="262"/>
                </a:moveTo>
                <a:lnTo>
                  <a:pt x="14799" y="1332"/>
                </a:lnTo>
                <a:lnTo>
                  <a:pt x="12618" y="797"/>
                </a:lnTo>
                <a:close/>
                <a:moveTo>
                  <a:pt x="44485" y="137077"/>
                </a:moveTo>
                <a:lnTo>
                  <a:pt x="45836" y="138261"/>
                </a:lnTo>
                <a:lnTo>
                  <a:pt x="43810" y="137669"/>
                </a:lnTo>
                <a:close/>
                <a:moveTo>
                  <a:pt x="48931" y="109112"/>
                </a:moveTo>
                <a:lnTo>
                  <a:pt x="50801" y="110436"/>
                </a:lnTo>
                <a:lnTo>
                  <a:pt x="47996" y="109774"/>
                </a:lnTo>
                <a:close/>
                <a:moveTo>
                  <a:pt x="22119" y="272070"/>
                </a:moveTo>
                <a:lnTo>
                  <a:pt x="22546" y="272424"/>
                </a:lnTo>
                <a:lnTo>
                  <a:pt x="21905" y="272247"/>
                </a:lnTo>
                <a:close/>
                <a:moveTo>
                  <a:pt x="56366" y="158181"/>
                </a:moveTo>
                <a:lnTo>
                  <a:pt x="57830" y="159844"/>
                </a:lnTo>
                <a:lnTo>
                  <a:pt x="55634" y="159012"/>
                </a:lnTo>
                <a:close/>
                <a:moveTo>
                  <a:pt x="43767" y="213578"/>
                </a:moveTo>
                <a:lnTo>
                  <a:pt x="44746" y="213913"/>
                </a:lnTo>
                <a:lnTo>
                  <a:pt x="43278" y="213746"/>
                </a:lnTo>
                <a:close/>
                <a:moveTo>
                  <a:pt x="29904" y="77626"/>
                </a:moveTo>
                <a:lnTo>
                  <a:pt x="31682" y="79066"/>
                </a:lnTo>
                <a:lnTo>
                  <a:pt x="29015" y="78346"/>
                </a:lnTo>
                <a:close/>
                <a:moveTo>
                  <a:pt x="21408" y="157215"/>
                </a:moveTo>
                <a:lnTo>
                  <a:pt x="23108" y="157662"/>
                </a:lnTo>
                <a:lnTo>
                  <a:pt x="20558" y="157439"/>
                </a:lnTo>
                <a:close/>
                <a:moveTo>
                  <a:pt x="11413" y="390128"/>
                </a:moveTo>
                <a:lnTo>
                  <a:pt x="12302" y="391307"/>
                </a:lnTo>
                <a:lnTo>
                  <a:pt x="10968" y="390717"/>
                </a:lnTo>
                <a:close/>
                <a:moveTo>
                  <a:pt x="34876" y="93750"/>
                </a:moveTo>
                <a:lnTo>
                  <a:pt x="36393" y="94432"/>
                </a:lnTo>
                <a:lnTo>
                  <a:pt x="34118" y="94091"/>
                </a:lnTo>
                <a:close/>
                <a:moveTo>
                  <a:pt x="16478" y="203655"/>
                </a:moveTo>
                <a:lnTo>
                  <a:pt x="17650" y="204007"/>
                </a:lnTo>
                <a:lnTo>
                  <a:pt x="15892" y="203831"/>
                </a:lnTo>
                <a:close/>
                <a:moveTo>
                  <a:pt x="7017" y="205798"/>
                </a:moveTo>
                <a:lnTo>
                  <a:pt x="8355" y="206539"/>
                </a:lnTo>
                <a:lnTo>
                  <a:pt x="6348" y="206168"/>
                </a:lnTo>
                <a:close/>
                <a:moveTo>
                  <a:pt x="22971" y="165601"/>
                </a:moveTo>
                <a:lnTo>
                  <a:pt x="23333" y="167368"/>
                </a:lnTo>
                <a:lnTo>
                  <a:pt x="22790" y="166485"/>
                </a:lnTo>
                <a:close/>
                <a:moveTo>
                  <a:pt x="61112" y="165601"/>
                </a:moveTo>
                <a:lnTo>
                  <a:pt x="62450" y="167042"/>
                </a:lnTo>
                <a:lnTo>
                  <a:pt x="60442" y="166322"/>
                </a:lnTo>
                <a:close/>
                <a:moveTo>
                  <a:pt x="18601" y="229375"/>
                </a:moveTo>
                <a:lnTo>
                  <a:pt x="19645" y="230165"/>
                </a:lnTo>
                <a:lnTo>
                  <a:pt x="18079" y="229770"/>
                </a:lnTo>
                <a:close/>
                <a:moveTo>
                  <a:pt x="57903" y="310659"/>
                </a:moveTo>
                <a:lnTo>
                  <a:pt x="59794" y="312094"/>
                </a:lnTo>
                <a:lnTo>
                  <a:pt x="56958" y="311376"/>
                </a:lnTo>
                <a:close/>
                <a:moveTo>
                  <a:pt x="17470" y="259230"/>
                </a:moveTo>
                <a:lnTo>
                  <a:pt x="19413" y="259824"/>
                </a:lnTo>
                <a:lnTo>
                  <a:pt x="16499" y="259527"/>
                </a:lnTo>
                <a:close/>
                <a:moveTo>
                  <a:pt x="51103" y="215082"/>
                </a:moveTo>
                <a:lnTo>
                  <a:pt x="52708" y="216479"/>
                </a:lnTo>
                <a:lnTo>
                  <a:pt x="50300" y="215780"/>
                </a:lnTo>
                <a:close/>
                <a:moveTo>
                  <a:pt x="63955" y="67124"/>
                </a:moveTo>
                <a:lnTo>
                  <a:pt x="64958" y="68191"/>
                </a:lnTo>
                <a:lnTo>
                  <a:pt x="63454" y="67658"/>
                </a:lnTo>
                <a:close/>
                <a:moveTo>
                  <a:pt x="36717" y="363094"/>
                </a:moveTo>
                <a:lnTo>
                  <a:pt x="37150" y="364434"/>
                </a:lnTo>
                <a:lnTo>
                  <a:pt x="36501" y="363764"/>
                </a:lnTo>
                <a:close/>
                <a:moveTo>
                  <a:pt x="7315" y="58159"/>
                </a:moveTo>
                <a:lnTo>
                  <a:pt x="8222" y="59757"/>
                </a:lnTo>
                <a:lnTo>
                  <a:pt x="6862" y="58958"/>
                </a:lnTo>
                <a:close/>
                <a:moveTo>
                  <a:pt x="64572" y="400348"/>
                </a:moveTo>
                <a:lnTo>
                  <a:pt x="65991" y="400894"/>
                </a:lnTo>
                <a:lnTo>
                  <a:pt x="63863" y="400621"/>
                </a:lnTo>
                <a:close/>
                <a:moveTo>
                  <a:pt x="42553" y="433659"/>
                </a:moveTo>
                <a:lnTo>
                  <a:pt x="43737" y="434611"/>
                </a:lnTo>
                <a:lnTo>
                  <a:pt x="41962" y="434135"/>
                </a:lnTo>
                <a:close/>
                <a:moveTo>
                  <a:pt x="18737" y="31942"/>
                </a:moveTo>
                <a:lnTo>
                  <a:pt x="19626" y="32436"/>
                </a:lnTo>
                <a:lnTo>
                  <a:pt x="18292" y="32189"/>
                </a:lnTo>
                <a:close/>
                <a:moveTo>
                  <a:pt x="60353" y="246798"/>
                </a:moveTo>
                <a:lnTo>
                  <a:pt x="61114" y="248283"/>
                </a:lnTo>
                <a:lnTo>
                  <a:pt x="59973" y="247540"/>
                </a:lnTo>
                <a:close/>
                <a:moveTo>
                  <a:pt x="32774" y="74669"/>
                </a:moveTo>
                <a:lnTo>
                  <a:pt x="34853" y="75535"/>
                </a:lnTo>
                <a:lnTo>
                  <a:pt x="31735" y="75102"/>
                </a:lnTo>
                <a:close/>
                <a:moveTo>
                  <a:pt x="59114" y="365282"/>
                </a:moveTo>
                <a:lnTo>
                  <a:pt x="59742" y="366466"/>
                </a:lnTo>
                <a:lnTo>
                  <a:pt x="58801" y="365874"/>
                </a:lnTo>
                <a:close/>
                <a:moveTo>
                  <a:pt x="28896" y="113584"/>
                </a:moveTo>
                <a:lnTo>
                  <a:pt x="29282" y="114382"/>
                </a:lnTo>
                <a:lnTo>
                  <a:pt x="28703" y="113983"/>
                </a:lnTo>
                <a:close/>
                <a:moveTo>
                  <a:pt x="16189" y="402069"/>
                </a:moveTo>
                <a:lnTo>
                  <a:pt x="18126" y="402926"/>
                </a:lnTo>
                <a:lnTo>
                  <a:pt x="15221" y="402498"/>
                </a:lnTo>
                <a:close/>
                <a:moveTo>
                  <a:pt x="32141" y="195221"/>
                </a:moveTo>
                <a:lnTo>
                  <a:pt x="34028" y="196076"/>
                </a:lnTo>
                <a:lnTo>
                  <a:pt x="31197" y="195648"/>
                </a:lnTo>
                <a:close/>
                <a:moveTo>
                  <a:pt x="68415" y="156854"/>
                </a:moveTo>
                <a:lnTo>
                  <a:pt x="69804" y="158244"/>
                </a:lnTo>
                <a:lnTo>
                  <a:pt x="67720" y="157549"/>
                </a:lnTo>
                <a:close/>
                <a:moveTo>
                  <a:pt x="6914" y="30388"/>
                </a:moveTo>
                <a:lnTo>
                  <a:pt x="8085" y="30811"/>
                </a:lnTo>
                <a:lnTo>
                  <a:pt x="6329" y="30599"/>
                </a:lnTo>
                <a:close/>
                <a:moveTo>
                  <a:pt x="69420" y="166756"/>
                </a:moveTo>
                <a:lnTo>
                  <a:pt x="70886" y="167572"/>
                </a:lnTo>
                <a:lnTo>
                  <a:pt x="68688" y="167164"/>
                </a:lnTo>
                <a:close/>
                <a:moveTo>
                  <a:pt x="20661" y="157947"/>
                </a:moveTo>
                <a:lnTo>
                  <a:pt x="21983" y="159047"/>
                </a:lnTo>
                <a:lnTo>
                  <a:pt x="20000" y="158497"/>
                </a:lnTo>
                <a:close/>
                <a:moveTo>
                  <a:pt x="14507" y="299883"/>
                </a:moveTo>
                <a:lnTo>
                  <a:pt x="15626" y="301239"/>
                </a:lnTo>
                <a:lnTo>
                  <a:pt x="13947" y="300561"/>
                </a:lnTo>
                <a:close/>
                <a:moveTo>
                  <a:pt x="47240" y="316694"/>
                </a:moveTo>
                <a:lnTo>
                  <a:pt x="48170" y="317231"/>
                </a:lnTo>
                <a:lnTo>
                  <a:pt x="46776" y="316963"/>
                </a:lnTo>
                <a:close/>
                <a:moveTo>
                  <a:pt x="8336" y="116687"/>
                </a:moveTo>
                <a:lnTo>
                  <a:pt x="9358" y="117970"/>
                </a:lnTo>
                <a:lnTo>
                  <a:pt x="7824" y="117329"/>
                </a:lnTo>
                <a:close/>
                <a:moveTo>
                  <a:pt x="16723" y="216816"/>
                </a:moveTo>
                <a:lnTo>
                  <a:pt x="18132" y="217763"/>
                </a:lnTo>
                <a:lnTo>
                  <a:pt x="16018" y="217289"/>
                </a:lnTo>
                <a:close/>
                <a:moveTo>
                  <a:pt x="36177" y="208643"/>
                </a:moveTo>
                <a:lnTo>
                  <a:pt x="37243" y="210206"/>
                </a:lnTo>
                <a:lnTo>
                  <a:pt x="35644" y="209424"/>
                </a:lnTo>
                <a:close/>
                <a:moveTo>
                  <a:pt x="9830" y="90749"/>
                </a:moveTo>
                <a:lnTo>
                  <a:pt x="11350" y="91097"/>
                </a:lnTo>
                <a:lnTo>
                  <a:pt x="9070" y="90923"/>
                </a:lnTo>
                <a:close/>
                <a:moveTo>
                  <a:pt x="31321" y="81701"/>
                </a:moveTo>
                <a:lnTo>
                  <a:pt x="32623" y="83218"/>
                </a:lnTo>
                <a:lnTo>
                  <a:pt x="30670" y="82460"/>
                </a:lnTo>
                <a:close/>
                <a:moveTo>
                  <a:pt x="23421" y="430383"/>
                </a:moveTo>
                <a:lnTo>
                  <a:pt x="24577" y="431499"/>
                </a:lnTo>
                <a:lnTo>
                  <a:pt x="22842" y="430941"/>
                </a:lnTo>
                <a:close/>
                <a:moveTo>
                  <a:pt x="66317" y="111872"/>
                </a:moveTo>
                <a:lnTo>
                  <a:pt x="67975" y="112847"/>
                </a:lnTo>
                <a:lnTo>
                  <a:pt x="65488" y="112360"/>
                </a:lnTo>
                <a:close/>
                <a:moveTo>
                  <a:pt x="66515" y="236857"/>
                </a:moveTo>
                <a:lnTo>
                  <a:pt x="67502" y="237239"/>
                </a:lnTo>
                <a:lnTo>
                  <a:pt x="66022" y="237048"/>
                </a:lnTo>
                <a:close/>
                <a:moveTo>
                  <a:pt x="45433" y="385018"/>
                </a:moveTo>
                <a:lnTo>
                  <a:pt x="47266" y="386479"/>
                </a:lnTo>
                <a:lnTo>
                  <a:pt x="44517" y="385748"/>
                </a:lnTo>
                <a:close/>
                <a:moveTo>
                  <a:pt x="6376" y="395484"/>
                </a:moveTo>
                <a:lnTo>
                  <a:pt x="7479" y="396840"/>
                </a:lnTo>
                <a:lnTo>
                  <a:pt x="5824" y="396162"/>
                </a:lnTo>
                <a:close/>
                <a:moveTo>
                  <a:pt x="38690" y="300194"/>
                </a:moveTo>
                <a:lnTo>
                  <a:pt x="40474" y="300799"/>
                </a:lnTo>
                <a:lnTo>
                  <a:pt x="37798" y="300497"/>
                </a:lnTo>
                <a:close/>
                <a:moveTo>
                  <a:pt x="53050" y="339784"/>
                </a:moveTo>
                <a:lnTo>
                  <a:pt x="53838" y="340539"/>
                </a:lnTo>
                <a:lnTo>
                  <a:pt x="52655" y="340162"/>
                </a:lnTo>
                <a:close/>
                <a:moveTo>
                  <a:pt x="59749" y="407365"/>
                </a:moveTo>
                <a:lnTo>
                  <a:pt x="60665" y="408181"/>
                </a:lnTo>
                <a:lnTo>
                  <a:pt x="59291" y="407773"/>
                </a:lnTo>
                <a:close/>
                <a:moveTo>
                  <a:pt x="68739" y="389402"/>
                </a:moveTo>
                <a:lnTo>
                  <a:pt x="69358" y="390705"/>
                </a:lnTo>
                <a:lnTo>
                  <a:pt x="68430" y="390053"/>
                </a:lnTo>
                <a:close/>
                <a:moveTo>
                  <a:pt x="12732" y="14616"/>
                </a:moveTo>
                <a:lnTo>
                  <a:pt x="13838" y="16316"/>
                </a:lnTo>
                <a:lnTo>
                  <a:pt x="12178" y="15466"/>
                </a:lnTo>
                <a:close/>
                <a:moveTo>
                  <a:pt x="64885" y="258864"/>
                </a:moveTo>
                <a:lnTo>
                  <a:pt x="65264" y="260528"/>
                </a:lnTo>
                <a:lnTo>
                  <a:pt x="64696" y="259696"/>
                </a:lnTo>
                <a:close/>
                <a:moveTo>
                  <a:pt x="20121" y="312747"/>
                </a:moveTo>
                <a:lnTo>
                  <a:pt x="20898" y="313416"/>
                </a:lnTo>
                <a:lnTo>
                  <a:pt x="19732" y="313082"/>
                </a:lnTo>
                <a:close/>
                <a:moveTo>
                  <a:pt x="14553" y="122958"/>
                </a:moveTo>
                <a:lnTo>
                  <a:pt x="15858" y="123953"/>
                </a:lnTo>
                <a:lnTo>
                  <a:pt x="13900" y="123456"/>
                </a:lnTo>
                <a:close/>
                <a:moveTo>
                  <a:pt x="9764" y="355153"/>
                </a:moveTo>
                <a:lnTo>
                  <a:pt x="10630" y="356123"/>
                </a:lnTo>
                <a:lnTo>
                  <a:pt x="9332" y="355638"/>
                </a:lnTo>
                <a:close/>
                <a:moveTo>
                  <a:pt x="38224" y="150416"/>
                </a:moveTo>
                <a:lnTo>
                  <a:pt x="40294" y="150788"/>
                </a:lnTo>
                <a:lnTo>
                  <a:pt x="37190" y="150602"/>
                </a:lnTo>
                <a:close/>
                <a:moveTo>
                  <a:pt x="12675" y="1829"/>
                </a:moveTo>
                <a:lnTo>
                  <a:pt x="13243" y="3206"/>
                </a:lnTo>
                <a:lnTo>
                  <a:pt x="12392" y="2517"/>
                </a:lnTo>
                <a:close/>
                <a:moveTo>
                  <a:pt x="10886" y="324432"/>
                </a:moveTo>
                <a:lnTo>
                  <a:pt x="12299" y="325241"/>
                </a:lnTo>
                <a:lnTo>
                  <a:pt x="10179" y="324837"/>
                </a:lnTo>
                <a:close/>
                <a:moveTo>
                  <a:pt x="54812" y="109528"/>
                </a:moveTo>
                <a:lnTo>
                  <a:pt x="55716" y="110866"/>
                </a:lnTo>
                <a:lnTo>
                  <a:pt x="54360" y="110197"/>
                </a:lnTo>
                <a:close/>
                <a:moveTo>
                  <a:pt x="14404" y="220998"/>
                </a:moveTo>
                <a:lnTo>
                  <a:pt x="16495" y="221886"/>
                </a:lnTo>
                <a:lnTo>
                  <a:pt x="13359" y="221442"/>
                </a:lnTo>
                <a:close/>
                <a:moveTo>
                  <a:pt x="13818" y="322349"/>
                </a:moveTo>
                <a:lnTo>
                  <a:pt x="15826" y="323938"/>
                </a:lnTo>
                <a:lnTo>
                  <a:pt x="12814" y="323143"/>
                </a:lnTo>
                <a:close/>
                <a:moveTo>
                  <a:pt x="17903" y="111090"/>
                </a:moveTo>
                <a:lnTo>
                  <a:pt x="18643" y="112062"/>
                </a:lnTo>
                <a:lnTo>
                  <a:pt x="17533" y="111576"/>
                </a:lnTo>
                <a:close/>
                <a:moveTo>
                  <a:pt x="30125" y="140920"/>
                </a:moveTo>
                <a:lnTo>
                  <a:pt x="31704" y="142646"/>
                </a:lnTo>
                <a:lnTo>
                  <a:pt x="29336" y="141783"/>
                </a:lnTo>
                <a:close/>
                <a:moveTo>
                  <a:pt x="34332" y="193202"/>
                </a:moveTo>
                <a:lnTo>
                  <a:pt x="36109" y="194259"/>
                </a:lnTo>
                <a:lnTo>
                  <a:pt x="33443" y="193730"/>
                </a:lnTo>
                <a:close/>
                <a:moveTo>
                  <a:pt x="5492" y="118604"/>
                </a:moveTo>
                <a:lnTo>
                  <a:pt x="6967" y="120391"/>
                </a:lnTo>
                <a:lnTo>
                  <a:pt x="4755" y="119498"/>
                </a:lnTo>
                <a:close/>
                <a:moveTo>
                  <a:pt x="68545" y="205701"/>
                </a:moveTo>
                <a:lnTo>
                  <a:pt x="70537" y="206698"/>
                </a:lnTo>
                <a:lnTo>
                  <a:pt x="67549" y="206199"/>
                </a:lnTo>
                <a:close/>
                <a:moveTo>
                  <a:pt x="69763" y="47467"/>
                </a:moveTo>
                <a:lnTo>
                  <a:pt x="71508" y="48242"/>
                </a:lnTo>
                <a:lnTo>
                  <a:pt x="68891" y="47854"/>
                </a:lnTo>
                <a:close/>
                <a:moveTo>
                  <a:pt x="8680" y="35721"/>
                </a:moveTo>
                <a:lnTo>
                  <a:pt x="10066" y="36063"/>
                </a:lnTo>
                <a:lnTo>
                  <a:pt x="7987" y="35892"/>
                </a:lnTo>
                <a:close/>
                <a:moveTo>
                  <a:pt x="21645" y="86532"/>
                </a:moveTo>
                <a:lnTo>
                  <a:pt x="22863" y="87207"/>
                </a:lnTo>
                <a:lnTo>
                  <a:pt x="21036" y="86869"/>
                </a:lnTo>
                <a:close/>
                <a:moveTo>
                  <a:pt x="44976" y="359083"/>
                </a:moveTo>
                <a:lnTo>
                  <a:pt x="47130" y="360164"/>
                </a:lnTo>
                <a:lnTo>
                  <a:pt x="43899" y="359623"/>
                </a:lnTo>
                <a:close/>
                <a:moveTo>
                  <a:pt x="58713" y="81200"/>
                </a:moveTo>
                <a:lnTo>
                  <a:pt x="59493" y="81535"/>
                </a:lnTo>
                <a:lnTo>
                  <a:pt x="58323" y="81367"/>
                </a:lnTo>
                <a:close/>
                <a:moveTo>
                  <a:pt x="40474" y="417193"/>
                </a:moveTo>
                <a:lnTo>
                  <a:pt x="41805" y="418903"/>
                </a:lnTo>
                <a:lnTo>
                  <a:pt x="39809" y="418048"/>
                </a:lnTo>
                <a:close/>
                <a:moveTo>
                  <a:pt x="45996" y="18897"/>
                </a:moveTo>
                <a:lnTo>
                  <a:pt x="47449" y="20111"/>
                </a:lnTo>
                <a:lnTo>
                  <a:pt x="45269" y="19504"/>
                </a:lnTo>
                <a:close/>
                <a:moveTo>
                  <a:pt x="57126" y="75765"/>
                </a:moveTo>
                <a:lnTo>
                  <a:pt x="59094" y="77319"/>
                </a:lnTo>
                <a:lnTo>
                  <a:pt x="56141" y="76542"/>
                </a:lnTo>
                <a:close/>
                <a:moveTo>
                  <a:pt x="19613" y="149629"/>
                </a:moveTo>
                <a:lnTo>
                  <a:pt x="20521" y="151118"/>
                </a:lnTo>
                <a:lnTo>
                  <a:pt x="19159" y="150373"/>
                </a:lnTo>
                <a:close/>
                <a:moveTo>
                  <a:pt x="57032" y="194042"/>
                </a:moveTo>
                <a:lnTo>
                  <a:pt x="58513" y="194682"/>
                </a:lnTo>
                <a:lnTo>
                  <a:pt x="56292" y="194362"/>
                </a:lnTo>
                <a:close/>
                <a:moveTo>
                  <a:pt x="18332" y="78402"/>
                </a:moveTo>
                <a:lnTo>
                  <a:pt x="19360" y="79238"/>
                </a:lnTo>
                <a:lnTo>
                  <a:pt x="17818" y="78820"/>
                </a:lnTo>
                <a:close/>
                <a:moveTo>
                  <a:pt x="53692" y="362353"/>
                </a:moveTo>
                <a:lnTo>
                  <a:pt x="55273" y="363451"/>
                </a:lnTo>
                <a:lnTo>
                  <a:pt x="52901" y="362902"/>
                </a:lnTo>
                <a:close/>
                <a:moveTo>
                  <a:pt x="27961" y="423578"/>
                </a:moveTo>
                <a:lnTo>
                  <a:pt x="28415" y="425102"/>
                </a:lnTo>
                <a:lnTo>
                  <a:pt x="27734" y="424340"/>
                </a:lnTo>
                <a:close/>
                <a:moveTo>
                  <a:pt x="17404" y="129037"/>
                </a:moveTo>
                <a:lnTo>
                  <a:pt x="19014" y="129515"/>
                </a:lnTo>
                <a:lnTo>
                  <a:pt x="16600" y="129276"/>
                </a:lnTo>
                <a:close/>
                <a:moveTo>
                  <a:pt x="64784" y="4159"/>
                </a:moveTo>
                <a:lnTo>
                  <a:pt x="66283" y="5311"/>
                </a:lnTo>
                <a:lnTo>
                  <a:pt x="64035" y="4735"/>
                </a:lnTo>
                <a:close/>
                <a:moveTo>
                  <a:pt x="55795" y="29588"/>
                </a:moveTo>
                <a:lnTo>
                  <a:pt x="57512" y="31377"/>
                </a:lnTo>
                <a:lnTo>
                  <a:pt x="54937" y="30482"/>
                </a:lnTo>
                <a:close/>
                <a:moveTo>
                  <a:pt x="44968" y="69908"/>
                </a:moveTo>
                <a:lnTo>
                  <a:pt x="46852" y="71368"/>
                </a:lnTo>
                <a:lnTo>
                  <a:pt x="44026" y="70638"/>
                </a:lnTo>
                <a:close/>
                <a:moveTo>
                  <a:pt x="19463" y="289515"/>
                </a:moveTo>
                <a:lnTo>
                  <a:pt x="20856" y="290449"/>
                </a:lnTo>
                <a:lnTo>
                  <a:pt x="18766" y="289982"/>
                </a:lnTo>
                <a:close/>
                <a:moveTo>
                  <a:pt x="12565" y="338395"/>
                </a:moveTo>
                <a:lnTo>
                  <a:pt x="14564" y="339931"/>
                </a:lnTo>
                <a:lnTo>
                  <a:pt x="11565" y="339163"/>
                </a:lnTo>
                <a:close/>
                <a:moveTo>
                  <a:pt x="8349" y="297233"/>
                </a:moveTo>
                <a:lnTo>
                  <a:pt x="9355" y="298936"/>
                </a:lnTo>
                <a:lnTo>
                  <a:pt x="7847" y="298085"/>
                </a:lnTo>
                <a:close/>
                <a:moveTo>
                  <a:pt x="3085" y="1526"/>
                </a:moveTo>
                <a:lnTo>
                  <a:pt x="4271" y="2570"/>
                </a:lnTo>
                <a:lnTo>
                  <a:pt x="2492" y="2048"/>
                </a:lnTo>
                <a:close/>
                <a:moveTo>
                  <a:pt x="56681" y="225373"/>
                </a:moveTo>
                <a:lnTo>
                  <a:pt x="57904" y="225929"/>
                </a:lnTo>
                <a:lnTo>
                  <a:pt x="56069" y="225651"/>
                </a:lnTo>
                <a:close/>
                <a:moveTo>
                  <a:pt x="67543" y="287319"/>
                </a:moveTo>
                <a:lnTo>
                  <a:pt x="67947" y="288072"/>
                </a:lnTo>
                <a:lnTo>
                  <a:pt x="67341" y="287695"/>
                </a:lnTo>
                <a:close/>
                <a:moveTo>
                  <a:pt x="32044" y="333721"/>
                </a:moveTo>
                <a:lnTo>
                  <a:pt x="33904" y="335035"/>
                </a:lnTo>
                <a:lnTo>
                  <a:pt x="31114" y="334378"/>
                </a:lnTo>
                <a:close/>
                <a:moveTo>
                  <a:pt x="23394" y="99290"/>
                </a:moveTo>
                <a:lnTo>
                  <a:pt x="23960" y="99763"/>
                </a:lnTo>
                <a:lnTo>
                  <a:pt x="23112" y="99527"/>
                </a:lnTo>
                <a:close/>
                <a:moveTo>
                  <a:pt x="10541" y="249156"/>
                </a:moveTo>
                <a:lnTo>
                  <a:pt x="11451" y="250498"/>
                </a:lnTo>
                <a:lnTo>
                  <a:pt x="10086" y="249827"/>
                </a:lnTo>
                <a:close/>
                <a:moveTo>
                  <a:pt x="2783" y="171722"/>
                </a:moveTo>
                <a:lnTo>
                  <a:pt x="4296" y="172398"/>
                </a:lnTo>
                <a:lnTo>
                  <a:pt x="2027" y="172060"/>
                </a:lnTo>
                <a:close/>
                <a:moveTo>
                  <a:pt x="2691" y="268412"/>
                </a:moveTo>
                <a:lnTo>
                  <a:pt x="3210" y="270152"/>
                </a:lnTo>
                <a:lnTo>
                  <a:pt x="2432" y="269282"/>
                </a:lnTo>
                <a:close/>
                <a:moveTo>
                  <a:pt x="29132" y="424438"/>
                </a:moveTo>
                <a:lnTo>
                  <a:pt x="29828" y="425888"/>
                </a:lnTo>
                <a:lnTo>
                  <a:pt x="28783" y="425163"/>
                </a:lnTo>
                <a:close/>
                <a:moveTo>
                  <a:pt x="22554" y="307960"/>
                </a:moveTo>
                <a:lnTo>
                  <a:pt x="22960" y="308887"/>
                </a:lnTo>
                <a:lnTo>
                  <a:pt x="22352" y="308423"/>
                </a:lnTo>
                <a:close/>
                <a:moveTo>
                  <a:pt x="26468" y="30065"/>
                </a:moveTo>
                <a:lnTo>
                  <a:pt x="27171" y="30986"/>
                </a:lnTo>
                <a:lnTo>
                  <a:pt x="26116" y="30526"/>
                </a:lnTo>
                <a:close/>
                <a:moveTo>
                  <a:pt x="17542" y="417321"/>
                </a:moveTo>
                <a:lnTo>
                  <a:pt x="19595" y="418481"/>
                </a:lnTo>
                <a:lnTo>
                  <a:pt x="16515" y="417901"/>
                </a:lnTo>
                <a:close/>
                <a:moveTo>
                  <a:pt x="34868" y="335149"/>
                </a:moveTo>
                <a:lnTo>
                  <a:pt x="36103" y="336715"/>
                </a:lnTo>
                <a:lnTo>
                  <a:pt x="34251" y="335932"/>
                </a:lnTo>
                <a:close/>
                <a:moveTo>
                  <a:pt x="67753" y="227789"/>
                </a:moveTo>
                <a:lnTo>
                  <a:pt x="68110" y="228646"/>
                </a:lnTo>
                <a:lnTo>
                  <a:pt x="67575" y="228218"/>
                </a:lnTo>
                <a:close/>
                <a:moveTo>
                  <a:pt x="40354" y="126586"/>
                </a:moveTo>
                <a:lnTo>
                  <a:pt x="41742" y="127894"/>
                </a:lnTo>
                <a:lnTo>
                  <a:pt x="39660" y="127240"/>
                </a:lnTo>
                <a:close/>
                <a:moveTo>
                  <a:pt x="54006" y="390659"/>
                </a:moveTo>
                <a:lnTo>
                  <a:pt x="54757" y="392183"/>
                </a:lnTo>
                <a:lnTo>
                  <a:pt x="53630" y="391421"/>
                </a:lnTo>
                <a:close/>
                <a:moveTo>
                  <a:pt x="19546" y="240513"/>
                </a:moveTo>
                <a:lnTo>
                  <a:pt x="20458" y="240925"/>
                </a:lnTo>
                <a:lnTo>
                  <a:pt x="19090" y="240719"/>
                </a:lnTo>
                <a:close/>
                <a:moveTo>
                  <a:pt x="10296" y="104137"/>
                </a:moveTo>
                <a:lnTo>
                  <a:pt x="11813" y="105687"/>
                </a:lnTo>
                <a:lnTo>
                  <a:pt x="9537" y="104912"/>
                </a:lnTo>
                <a:close/>
                <a:moveTo>
                  <a:pt x="45374" y="388193"/>
                </a:moveTo>
                <a:lnTo>
                  <a:pt x="47514" y="389584"/>
                </a:lnTo>
                <a:lnTo>
                  <a:pt x="44304" y="388888"/>
                </a:lnTo>
                <a:close/>
                <a:moveTo>
                  <a:pt x="62285" y="14665"/>
                </a:moveTo>
                <a:lnTo>
                  <a:pt x="63260" y="15859"/>
                </a:lnTo>
                <a:lnTo>
                  <a:pt x="61797" y="15262"/>
                </a:lnTo>
                <a:close/>
                <a:moveTo>
                  <a:pt x="41327" y="282971"/>
                </a:moveTo>
                <a:lnTo>
                  <a:pt x="43311" y="283366"/>
                </a:lnTo>
                <a:lnTo>
                  <a:pt x="40335" y="283169"/>
                </a:lnTo>
                <a:close/>
                <a:moveTo>
                  <a:pt x="26498" y="26575"/>
                </a:moveTo>
                <a:lnTo>
                  <a:pt x="28379" y="28363"/>
                </a:lnTo>
                <a:lnTo>
                  <a:pt x="25557" y="27469"/>
                </a:lnTo>
                <a:close/>
                <a:moveTo>
                  <a:pt x="48814" y="384642"/>
                </a:moveTo>
                <a:lnTo>
                  <a:pt x="49269" y="385804"/>
                </a:lnTo>
                <a:lnTo>
                  <a:pt x="48586" y="385223"/>
                </a:lnTo>
                <a:close/>
                <a:moveTo>
                  <a:pt x="59540" y="87530"/>
                </a:moveTo>
                <a:lnTo>
                  <a:pt x="60985" y="88755"/>
                </a:lnTo>
                <a:lnTo>
                  <a:pt x="58817" y="88142"/>
                </a:lnTo>
                <a:close/>
                <a:moveTo>
                  <a:pt x="40002" y="119654"/>
                </a:moveTo>
                <a:lnTo>
                  <a:pt x="40732" y="121176"/>
                </a:lnTo>
                <a:lnTo>
                  <a:pt x="39637" y="120415"/>
                </a:lnTo>
                <a:close/>
                <a:moveTo>
                  <a:pt x="66953" y="315855"/>
                </a:moveTo>
                <a:lnTo>
                  <a:pt x="68350" y="316214"/>
                </a:lnTo>
                <a:lnTo>
                  <a:pt x="66255" y="316035"/>
                </a:lnTo>
                <a:close/>
                <a:moveTo>
                  <a:pt x="57262" y="158357"/>
                </a:moveTo>
                <a:lnTo>
                  <a:pt x="59245" y="159420"/>
                </a:lnTo>
                <a:lnTo>
                  <a:pt x="56271" y="158888"/>
                </a:lnTo>
                <a:close/>
                <a:moveTo>
                  <a:pt x="50048" y="93095"/>
                </a:moveTo>
                <a:lnTo>
                  <a:pt x="50425" y="93565"/>
                </a:lnTo>
                <a:lnTo>
                  <a:pt x="49860" y="93330"/>
                </a:lnTo>
                <a:close/>
                <a:moveTo>
                  <a:pt x="57035" y="57601"/>
                </a:moveTo>
                <a:lnTo>
                  <a:pt x="57726" y="58022"/>
                </a:lnTo>
                <a:lnTo>
                  <a:pt x="56689" y="57811"/>
                </a:lnTo>
                <a:close/>
                <a:moveTo>
                  <a:pt x="19668" y="357709"/>
                </a:moveTo>
                <a:lnTo>
                  <a:pt x="21532" y="358741"/>
                </a:lnTo>
                <a:lnTo>
                  <a:pt x="18736" y="358225"/>
                </a:lnTo>
                <a:close/>
                <a:moveTo>
                  <a:pt x="47988" y="112940"/>
                </a:moveTo>
                <a:lnTo>
                  <a:pt x="48502" y="113890"/>
                </a:lnTo>
                <a:lnTo>
                  <a:pt x="47731" y="113415"/>
                </a:lnTo>
                <a:close/>
                <a:moveTo>
                  <a:pt x="62945" y="175436"/>
                </a:moveTo>
                <a:lnTo>
                  <a:pt x="64515" y="176453"/>
                </a:lnTo>
                <a:lnTo>
                  <a:pt x="62161" y="175944"/>
                </a:lnTo>
                <a:close/>
                <a:moveTo>
                  <a:pt x="57943" y="328397"/>
                </a:moveTo>
                <a:lnTo>
                  <a:pt x="59959" y="329540"/>
                </a:lnTo>
                <a:lnTo>
                  <a:pt x="56936" y="328969"/>
                </a:lnTo>
                <a:close/>
                <a:moveTo>
                  <a:pt x="36016" y="42446"/>
                </a:moveTo>
                <a:lnTo>
                  <a:pt x="36375" y="44091"/>
                </a:lnTo>
                <a:lnTo>
                  <a:pt x="35837" y="43269"/>
                </a:lnTo>
                <a:close/>
                <a:moveTo>
                  <a:pt x="66302" y="343344"/>
                </a:moveTo>
                <a:lnTo>
                  <a:pt x="67519" y="344281"/>
                </a:lnTo>
                <a:lnTo>
                  <a:pt x="65693" y="343813"/>
                </a:lnTo>
                <a:close/>
                <a:moveTo>
                  <a:pt x="27322" y="357690"/>
                </a:moveTo>
                <a:lnTo>
                  <a:pt x="29009" y="359360"/>
                </a:lnTo>
                <a:lnTo>
                  <a:pt x="26478" y="358525"/>
                </a:lnTo>
                <a:close/>
                <a:moveTo>
                  <a:pt x="37780" y="289669"/>
                </a:moveTo>
                <a:lnTo>
                  <a:pt x="39820" y="290093"/>
                </a:lnTo>
                <a:lnTo>
                  <a:pt x="36761" y="289881"/>
                </a:lnTo>
                <a:close/>
                <a:moveTo>
                  <a:pt x="49448" y="152113"/>
                </a:moveTo>
                <a:lnTo>
                  <a:pt x="50775" y="153742"/>
                </a:lnTo>
                <a:lnTo>
                  <a:pt x="48785" y="152927"/>
                </a:lnTo>
                <a:close/>
                <a:moveTo>
                  <a:pt x="50232" y="252108"/>
                </a:moveTo>
                <a:lnTo>
                  <a:pt x="51990" y="252467"/>
                </a:lnTo>
                <a:lnTo>
                  <a:pt x="49353" y="252287"/>
                </a:lnTo>
                <a:close/>
                <a:moveTo>
                  <a:pt x="55913" y="278157"/>
                </a:moveTo>
                <a:lnTo>
                  <a:pt x="56863" y="279480"/>
                </a:lnTo>
                <a:lnTo>
                  <a:pt x="55438" y="278818"/>
                </a:lnTo>
                <a:close/>
                <a:moveTo>
                  <a:pt x="12324" y="175387"/>
                </a:moveTo>
                <a:lnTo>
                  <a:pt x="13334" y="175998"/>
                </a:lnTo>
                <a:lnTo>
                  <a:pt x="11819" y="175692"/>
                </a:lnTo>
                <a:close/>
                <a:moveTo>
                  <a:pt x="68624" y="113302"/>
                </a:moveTo>
                <a:lnTo>
                  <a:pt x="70824" y="114541"/>
                </a:lnTo>
                <a:lnTo>
                  <a:pt x="67524" y="113921"/>
                </a:lnTo>
                <a:close/>
                <a:moveTo>
                  <a:pt x="6167" y="316632"/>
                </a:moveTo>
                <a:lnTo>
                  <a:pt x="7953" y="318043"/>
                </a:lnTo>
                <a:lnTo>
                  <a:pt x="5274" y="317338"/>
                </a:lnTo>
                <a:close/>
                <a:moveTo>
                  <a:pt x="15588" y="363032"/>
                </a:moveTo>
                <a:lnTo>
                  <a:pt x="16956" y="363609"/>
                </a:lnTo>
                <a:lnTo>
                  <a:pt x="14904" y="363320"/>
                </a:lnTo>
                <a:close/>
                <a:moveTo>
                  <a:pt x="20517" y="186159"/>
                </a:moveTo>
                <a:lnTo>
                  <a:pt x="21605" y="187322"/>
                </a:lnTo>
                <a:lnTo>
                  <a:pt x="19974" y="186741"/>
                </a:lnTo>
                <a:close/>
                <a:moveTo>
                  <a:pt x="27833" y="87024"/>
                </a:moveTo>
                <a:lnTo>
                  <a:pt x="29274" y="87463"/>
                </a:lnTo>
                <a:lnTo>
                  <a:pt x="27113" y="87243"/>
                </a:lnTo>
                <a:close/>
                <a:moveTo>
                  <a:pt x="27184" y="343271"/>
                </a:moveTo>
                <a:lnTo>
                  <a:pt x="28055" y="343727"/>
                </a:lnTo>
                <a:lnTo>
                  <a:pt x="26749" y="343499"/>
                </a:lnTo>
                <a:close/>
                <a:moveTo>
                  <a:pt x="60999" y="265378"/>
                </a:moveTo>
                <a:lnTo>
                  <a:pt x="62240" y="266958"/>
                </a:lnTo>
                <a:lnTo>
                  <a:pt x="60379" y="266168"/>
                </a:lnTo>
                <a:close/>
                <a:moveTo>
                  <a:pt x="65102" y="290599"/>
                </a:moveTo>
                <a:lnTo>
                  <a:pt x="65865" y="291532"/>
                </a:lnTo>
                <a:lnTo>
                  <a:pt x="64720" y="291066"/>
                </a:lnTo>
                <a:close/>
                <a:moveTo>
                  <a:pt x="43483" y="22470"/>
                </a:moveTo>
                <a:lnTo>
                  <a:pt x="43920" y="23123"/>
                </a:lnTo>
                <a:lnTo>
                  <a:pt x="43265" y="22797"/>
                </a:lnTo>
                <a:close/>
                <a:moveTo>
                  <a:pt x="69126" y="1141"/>
                </a:moveTo>
                <a:lnTo>
                  <a:pt x="70749" y="2307"/>
                </a:lnTo>
                <a:lnTo>
                  <a:pt x="68315" y="1724"/>
                </a:lnTo>
                <a:close/>
                <a:moveTo>
                  <a:pt x="17531" y="168714"/>
                </a:moveTo>
                <a:lnTo>
                  <a:pt x="18242" y="169421"/>
                </a:lnTo>
                <a:lnTo>
                  <a:pt x="17176" y="169067"/>
                </a:lnTo>
                <a:close/>
                <a:moveTo>
                  <a:pt x="23522" y="363215"/>
                </a:moveTo>
                <a:lnTo>
                  <a:pt x="24112" y="364418"/>
                </a:lnTo>
                <a:lnTo>
                  <a:pt x="23227" y="363816"/>
                </a:lnTo>
                <a:close/>
                <a:moveTo>
                  <a:pt x="67246" y="203674"/>
                </a:moveTo>
                <a:lnTo>
                  <a:pt x="67889" y="204929"/>
                </a:lnTo>
                <a:lnTo>
                  <a:pt x="66925" y="204301"/>
                </a:lnTo>
                <a:close/>
                <a:moveTo>
                  <a:pt x="49177" y="245691"/>
                </a:moveTo>
                <a:lnTo>
                  <a:pt x="49889" y="246330"/>
                </a:lnTo>
                <a:lnTo>
                  <a:pt x="48822" y="246010"/>
                </a:lnTo>
                <a:close/>
                <a:moveTo>
                  <a:pt x="61353" y="379359"/>
                </a:moveTo>
                <a:lnTo>
                  <a:pt x="62641" y="380497"/>
                </a:lnTo>
                <a:lnTo>
                  <a:pt x="60708" y="379928"/>
                </a:lnTo>
                <a:close/>
                <a:moveTo>
                  <a:pt x="30509" y="332667"/>
                </a:moveTo>
                <a:lnTo>
                  <a:pt x="32653" y="333004"/>
                </a:lnTo>
                <a:lnTo>
                  <a:pt x="29437" y="332835"/>
                </a:lnTo>
                <a:close/>
                <a:moveTo>
                  <a:pt x="18152" y="383620"/>
                </a:moveTo>
                <a:lnTo>
                  <a:pt x="18549" y="383934"/>
                </a:lnTo>
                <a:lnTo>
                  <a:pt x="17953" y="383777"/>
                </a:lnTo>
                <a:close/>
                <a:moveTo>
                  <a:pt x="52586" y="178039"/>
                </a:moveTo>
                <a:lnTo>
                  <a:pt x="54376" y="178506"/>
                </a:lnTo>
                <a:lnTo>
                  <a:pt x="51691" y="178273"/>
                </a:lnTo>
                <a:close/>
                <a:moveTo>
                  <a:pt x="48973" y="297692"/>
                </a:moveTo>
                <a:lnTo>
                  <a:pt x="50495" y="299104"/>
                </a:lnTo>
                <a:lnTo>
                  <a:pt x="48211" y="298398"/>
                </a:lnTo>
                <a:close/>
                <a:moveTo>
                  <a:pt x="8758" y="6378"/>
                </a:moveTo>
                <a:lnTo>
                  <a:pt x="10280" y="6915"/>
                </a:lnTo>
                <a:lnTo>
                  <a:pt x="7996" y="6647"/>
                </a:lnTo>
                <a:close/>
                <a:moveTo>
                  <a:pt x="56533" y="62087"/>
                </a:moveTo>
                <a:lnTo>
                  <a:pt x="57555" y="62585"/>
                </a:lnTo>
                <a:lnTo>
                  <a:pt x="56022" y="62336"/>
                </a:lnTo>
                <a:close/>
                <a:moveTo>
                  <a:pt x="63341" y="212173"/>
                </a:moveTo>
                <a:lnTo>
                  <a:pt x="63814" y="213901"/>
                </a:lnTo>
                <a:lnTo>
                  <a:pt x="63105" y="213037"/>
                </a:lnTo>
                <a:close/>
                <a:moveTo>
                  <a:pt x="20471" y="153146"/>
                </a:moveTo>
                <a:lnTo>
                  <a:pt x="22240" y="154009"/>
                </a:lnTo>
                <a:lnTo>
                  <a:pt x="19587" y="153577"/>
                </a:lnTo>
                <a:close/>
                <a:moveTo>
                  <a:pt x="22324" y="336861"/>
                </a:moveTo>
                <a:lnTo>
                  <a:pt x="22837" y="338399"/>
                </a:lnTo>
                <a:lnTo>
                  <a:pt x="22067" y="337630"/>
                </a:lnTo>
                <a:close/>
                <a:moveTo>
                  <a:pt x="31061" y="366290"/>
                </a:moveTo>
                <a:lnTo>
                  <a:pt x="31592" y="367819"/>
                </a:lnTo>
                <a:lnTo>
                  <a:pt x="30795" y="367055"/>
                </a:lnTo>
                <a:close/>
                <a:moveTo>
                  <a:pt x="45084" y="265401"/>
                </a:moveTo>
                <a:lnTo>
                  <a:pt x="45968" y="265820"/>
                </a:lnTo>
                <a:lnTo>
                  <a:pt x="44642" y="265610"/>
                </a:lnTo>
                <a:close/>
                <a:moveTo>
                  <a:pt x="17712" y="63596"/>
                </a:moveTo>
                <a:lnTo>
                  <a:pt x="18521" y="64182"/>
                </a:lnTo>
                <a:lnTo>
                  <a:pt x="17308" y="63889"/>
                </a:lnTo>
                <a:close/>
                <a:moveTo>
                  <a:pt x="44180" y="127255"/>
                </a:moveTo>
                <a:lnTo>
                  <a:pt x="45248" y="128440"/>
                </a:lnTo>
                <a:lnTo>
                  <a:pt x="43646" y="127847"/>
                </a:lnTo>
                <a:close/>
                <a:moveTo>
                  <a:pt x="57454" y="360241"/>
                </a:moveTo>
                <a:lnTo>
                  <a:pt x="59393" y="361686"/>
                </a:lnTo>
                <a:lnTo>
                  <a:pt x="56485" y="360964"/>
                </a:lnTo>
                <a:close/>
                <a:moveTo>
                  <a:pt x="15922" y="27128"/>
                </a:moveTo>
                <a:lnTo>
                  <a:pt x="17429" y="28371"/>
                </a:lnTo>
                <a:lnTo>
                  <a:pt x="15169" y="27750"/>
                </a:lnTo>
                <a:close/>
                <a:moveTo>
                  <a:pt x="39719" y="114568"/>
                </a:moveTo>
                <a:lnTo>
                  <a:pt x="40112" y="115328"/>
                </a:lnTo>
                <a:lnTo>
                  <a:pt x="39522" y="114948"/>
                </a:lnTo>
                <a:close/>
                <a:moveTo>
                  <a:pt x="44934" y="82140"/>
                </a:moveTo>
                <a:lnTo>
                  <a:pt x="46601" y="83184"/>
                </a:lnTo>
                <a:lnTo>
                  <a:pt x="44100" y="82662"/>
                </a:lnTo>
                <a:close/>
                <a:moveTo>
                  <a:pt x="3239" y="53025"/>
                </a:moveTo>
                <a:lnTo>
                  <a:pt x="4162" y="53607"/>
                </a:lnTo>
                <a:lnTo>
                  <a:pt x="2778" y="53316"/>
                </a:lnTo>
                <a:close/>
                <a:moveTo>
                  <a:pt x="47134" y="221407"/>
                </a:moveTo>
                <a:lnTo>
                  <a:pt x="48276" y="222569"/>
                </a:lnTo>
                <a:lnTo>
                  <a:pt x="46562" y="221988"/>
                </a:lnTo>
                <a:close/>
                <a:moveTo>
                  <a:pt x="18747" y="245881"/>
                </a:moveTo>
                <a:lnTo>
                  <a:pt x="19487" y="246709"/>
                </a:lnTo>
                <a:lnTo>
                  <a:pt x="18377" y="246295"/>
                </a:lnTo>
                <a:close/>
                <a:moveTo>
                  <a:pt x="12429" y="138359"/>
                </a:moveTo>
                <a:lnTo>
                  <a:pt x="13991" y="140007"/>
                </a:lnTo>
                <a:lnTo>
                  <a:pt x="11648" y="139183"/>
                </a:lnTo>
                <a:close/>
                <a:moveTo>
                  <a:pt x="17402" y="359045"/>
                </a:moveTo>
                <a:lnTo>
                  <a:pt x="18554" y="360379"/>
                </a:lnTo>
                <a:lnTo>
                  <a:pt x="16826" y="359712"/>
                </a:lnTo>
                <a:close/>
                <a:moveTo>
                  <a:pt x="65632" y="128481"/>
                </a:moveTo>
                <a:lnTo>
                  <a:pt x="66818" y="130101"/>
                </a:lnTo>
                <a:lnTo>
                  <a:pt x="65039" y="129291"/>
                </a:lnTo>
                <a:close/>
                <a:moveTo>
                  <a:pt x="55838" y="267263"/>
                </a:moveTo>
                <a:lnTo>
                  <a:pt x="57486" y="268091"/>
                </a:lnTo>
                <a:lnTo>
                  <a:pt x="55015" y="267677"/>
                </a:lnTo>
                <a:close/>
                <a:moveTo>
                  <a:pt x="61769" y="404166"/>
                </a:moveTo>
                <a:lnTo>
                  <a:pt x="63624" y="405344"/>
                </a:lnTo>
                <a:lnTo>
                  <a:pt x="60842" y="404755"/>
                </a:lnTo>
                <a:close/>
                <a:moveTo>
                  <a:pt x="16367" y="348722"/>
                </a:moveTo>
                <a:lnTo>
                  <a:pt x="17777" y="349712"/>
                </a:lnTo>
                <a:lnTo>
                  <a:pt x="15661" y="349217"/>
                </a:lnTo>
                <a:close/>
                <a:moveTo>
                  <a:pt x="36395" y="352846"/>
                </a:moveTo>
                <a:lnTo>
                  <a:pt x="37435" y="354389"/>
                </a:lnTo>
                <a:lnTo>
                  <a:pt x="35874" y="353617"/>
                </a:lnTo>
                <a:close/>
                <a:moveTo>
                  <a:pt x="28667" y="234537"/>
                </a:moveTo>
                <a:lnTo>
                  <a:pt x="29346" y="235843"/>
                </a:lnTo>
                <a:lnTo>
                  <a:pt x="28328" y="235190"/>
                </a:lnTo>
                <a:close/>
                <a:moveTo>
                  <a:pt x="37819" y="62181"/>
                </a:moveTo>
                <a:lnTo>
                  <a:pt x="39816" y="63956"/>
                </a:lnTo>
                <a:lnTo>
                  <a:pt x="36820" y="63068"/>
                </a:lnTo>
                <a:close/>
                <a:moveTo>
                  <a:pt x="36910" y="301965"/>
                </a:moveTo>
                <a:lnTo>
                  <a:pt x="38908" y="302380"/>
                </a:lnTo>
                <a:lnTo>
                  <a:pt x="35911" y="302172"/>
                </a:lnTo>
                <a:close/>
                <a:moveTo>
                  <a:pt x="16931" y="156615"/>
                </a:moveTo>
                <a:lnTo>
                  <a:pt x="19013" y="158008"/>
                </a:lnTo>
                <a:lnTo>
                  <a:pt x="15890" y="157312"/>
                </a:lnTo>
                <a:close/>
                <a:moveTo>
                  <a:pt x="41981" y="288581"/>
                </a:moveTo>
                <a:lnTo>
                  <a:pt x="43928" y="290152"/>
                </a:lnTo>
                <a:lnTo>
                  <a:pt x="41008" y="289367"/>
                </a:lnTo>
                <a:close/>
                <a:moveTo>
                  <a:pt x="5575" y="196345"/>
                </a:moveTo>
                <a:lnTo>
                  <a:pt x="7532" y="196670"/>
                </a:lnTo>
                <a:lnTo>
                  <a:pt x="4596" y="196507"/>
                </a:lnTo>
                <a:close/>
                <a:moveTo>
                  <a:pt x="28914" y="174758"/>
                </a:moveTo>
                <a:lnTo>
                  <a:pt x="29525" y="175194"/>
                </a:lnTo>
                <a:lnTo>
                  <a:pt x="28609" y="174976"/>
                </a:lnTo>
                <a:close/>
                <a:moveTo>
                  <a:pt x="41919" y="22208"/>
                </a:moveTo>
                <a:lnTo>
                  <a:pt x="43851" y="23882"/>
                </a:lnTo>
                <a:lnTo>
                  <a:pt x="40954" y="23045"/>
                </a:lnTo>
                <a:close/>
                <a:moveTo>
                  <a:pt x="60255" y="259713"/>
                </a:moveTo>
                <a:lnTo>
                  <a:pt x="61667" y="261059"/>
                </a:lnTo>
                <a:lnTo>
                  <a:pt x="59550" y="260386"/>
                </a:lnTo>
                <a:close/>
                <a:moveTo>
                  <a:pt x="33633" y="21594"/>
                </a:moveTo>
                <a:lnTo>
                  <a:pt x="34854" y="23088"/>
                </a:lnTo>
                <a:lnTo>
                  <a:pt x="33023" y="22341"/>
                </a:lnTo>
                <a:close/>
                <a:moveTo>
                  <a:pt x="58997" y="328866"/>
                </a:moveTo>
                <a:lnTo>
                  <a:pt x="60454" y="329253"/>
                </a:lnTo>
                <a:lnTo>
                  <a:pt x="58268" y="329060"/>
                </a:lnTo>
                <a:close/>
                <a:moveTo>
                  <a:pt x="44083" y="309151"/>
                </a:moveTo>
                <a:lnTo>
                  <a:pt x="44636" y="310889"/>
                </a:lnTo>
                <a:lnTo>
                  <a:pt x="43806" y="310020"/>
                </a:lnTo>
                <a:close/>
                <a:moveTo>
                  <a:pt x="49934" y="134218"/>
                </a:moveTo>
                <a:lnTo>
                  <a:pt x="51405" y="135174"/>
                </a:lnTo>
                <a:lnTo>
                  <a:pt x="49199" y="134696"/>
                </a:lnTo>
                <a:close/>
                <a:moveTo>
                  <a:pt x="16515" y="121229"/>
                </a:moveTo>
                <a:lnTo>
                  <a:pt x="18552" y="121548"/>
                </a:lnTo>
                <a:lnTo>
                  <a:pt x="15497" y="121389"/>
                </a:lnTo>
                <a:close/>
                <a:moveTo>
                  <a:pt x="62878" y="207988"/>
                </a:moveTo>
                <a:lnTo>
                  <a:pt x="63992" y="208522"/>
                </a:lnTo>
                <a:lnTo>
                  <a:pt x="62320" y="208255"/>
                </a:lnTo>
                <a:close/>
                <a:moveTo>
                  <a:pt x="62105" y="193400"/>
                </a:moveTo>
                <a:lnTo>
                  <a:pt x="62723" y="193858"/>
                </a:lnTo>
                <a:lnTo>
                  <a:pt x="61796" y="193629"/>
                </a:lnTo>
                <a:close/>
                <a:moveTo>
                  <a:pt x="41687" y="252860"/>
                </a:moveTo>
                <a:lnTo>
                  <a:pt x="43335" y="253295"/>
                </a:lnTo>
                <a:lnTo>
                  <a:pt x="40864" y="253077"/>
                </a:lnTo>
                <a:close/>
                <a:moveTo>
                  <a:pt x="34822" y="126468"/>
                </a:moveTo>
                <a:lnTo>
                  <a:pt x="35221" y="128213"/>
                </a:lnTo>
                <a:lnTo>
                  <a:pt x="34622" y="127340"/>
                </a:lnTo>
                <a:close/>
                <a:moveTo>
                  <a:pt x="39826" y="304593"/>
                </a:moveTo>
                <a:lnTo>
                  <a:pt x="40278" y="305913"/>
                </a:lnTo>
                <a:lnTo>
                  <a:pt x="39600" y="305253"/>
                </a:lnTo>
                <a:close/>
                <a:moveTo>
                  <a:pt x="23311" y="217045"/>
                </a:moveTo>
                <a:lnTo>
                  <a:pt x="24223" y="217797"/>
                </a:lnTo>
                <a:lnTo>
                  <a:pt x="22855" y="217421"/>
                </a:lnTo>
                <a:close/>
                <a:moveTo>
                  <a:pt x="13289" y="68480"/>
                </a:moveTo>
                <a:lnTo>
                  <a:pt x="14896" y="69993"/>
                </a:lnTo>
                <a:lnTo>
                  <a:pt x="12486" y="69237"/>
                </a:lnTo>
                <a:close/>
                <a:moveTo>
                  <a:pt x="9749" y="268188"/>
                </a:moveTo>
                <a:lnTo>
                  <a:pt x="10829" y="269972"/>
                </a:lnTo>
                <a:lnTo>
                  <a:pt x="9209" y="269080"/>
                </a:lnTo>
                <a:close/>
                <a:moveTo>
                  <a:pt x="57328" y="248609"/>
                </a:moveTo>
                <a:lnTo>
                  <a:pt x="58518" y="249645"/>
                </a:lnTo>
                <a:lnTo>
                  <a:pt x="56733" y="249127"/>
                </a:lnTo>
                <a:close/>
                <a:moveTo>
                  <a:pt x="50704" y="25899"/>
                </a:moveTo>
                <a:lnTo>
                  <a:pt x="52563" y="26526"/>
                </a:lnTo>
                <a:lnTo>
                  <a:pt x="49774" y="26212"/>
                </a:lnTo>
                <a:close/>
                <a:moveTo>
                  <a:pt x="1840" y="349202"/>
                </a:moveTo>
                <a:lnTo>
                  <a:pt x="2902" y="349578"/>
                </a:lnTo>
                <a:lnTo>
                  <a:pt x="1310" y="349390"/>
                </a:lnTo>
                <a:close/>
                <a:moveTo>
                  <a:pt x="18497" y="33461"/>
                </a:moveTo>
                <a:lnTo>
                  <a:pt x="19961" y="34864"/>
                </a:lnTo>
                <a:lnTo>
                  <a:pt x="17765" y="34162"/>
                </a:lnTo>
                <a:close/>
                <a:moveTo>
                  <a:pt x="66688" y="125000"/>
                </a:moveTo>
                <a:lnTo>
                  <a:pt x="68572" y="126522"/>
                </a:lnTo>
                <a:lnTo>
                  <a:pt x="65747" y="125761"/>
                </a:lnTo>
                <a:close/>
                <a:moveTo>
                  <a:pt x="57757" y="427317"/>
                </a:moveTo>
                <a:lnTo>
                  <a:pt x="59355" y="428982"/>
                </a:lnTo>
                <a:lnTo>
                  <a:pt x="56957" y="428150"/>
                </a:lnTo>
                <a:close/>
                <a:moveTo>
                  <a:pt x="12357" y="311939"/>
                </a:moveTo>
                <a:lnTo>
                  <a:pt x="14393" y="312555"/>
                </a:lnTo>
                <a:lnTo>
                  <a:pt x="11339" y="312247"/>
                </a:lnTo>
                <a:close/>
                <a:moveTo>
                  <a:pt x="57848" y="169499"/>
                </a:moveTo>
                <a:lnTo>
                  <a:pt x="58712" y="170779"/>
                </a:lnTo>
                <a:lnTo>
                  <a:pt x="57416" y="170139"/>
                </a:lnTo>
                <a:close/>
                <a:moveTo>
                  <a:pt x="19986" y="287104"/>
                </a:moveTo>
                <a:lnTo>
                  <a:pt x="20475" y="288247"/>
                </a:lnTo>
                <a:lnTo>
                  <a:pt x="19742" y="287676"/>
                </a:lnTo>
                <a:close/>
                <a:moveTo>
                  <a:pt x="15431" y="97410"/>
                </a:moveTo>
                <a:lnTo>
                  <a:pt x="17439" y="98186"/>
                </a:lnTo>
                <a:lnTo>
                  <a:pt x="14428" y="97798"/>
                </a:lnTo>
                <a:close/>
                <a:moveTo>
                  <a:pt x="46841" y="137958"/>
                </a:moveTo>
                <a:lnTo>
                  <a:pt x="48768" y="138980"/>
                </a:lnTo>
                <a:lnTo>
                  <a:pt x="45878" y="138469"/>
                </a:lnTo>
                <a:close/>
                <a:moveTo>
                  <a:pt x="21275" y="369985"/>
                </a:moveTo>
                <a:lnTo>
                  <a:pt x="21963" y="371586"/>
                </a:lnTo>
                <a:lnTo>
                  <a:pt x="20931" y="370786"/>
                </a:lnTo>
                <a:close/>
                <a:moveTo>
                  <a:pt x="65505" y="3539"/>
                </a:moveTo>
                <a:lnTo>
                  <a:pt x="66017" y="4042"/>
                </a:lnTo>
                <a:lnTo>
                  <a:pt x="65249" y="3791"/>
                </a:lnTo>
                <a:close/>
                <a:moveTo>
                  <a:pt x="29986" y="270881"/>
                </a:moveTo>
                <a:lnTo>
                  <a:pt x="31792" y="271569"/>
                </a:lnTo>
                <a:lnTo>
                  <a:pt x="29084" y="271225"/>
                </a:lnTo>
                <a:close/>
                <a:moveTo>
                  <a:pt x="59645" y="96432"/>
                </a:moveTo>
                <a:lnTo>
                  <a:pt x="60369" y="97620"/>
                </a:lnTo>
                <a:lnTo>
                  <a:pt x="59283" y="97026"/>
                </a:lnTo>
                <a:close/>
                <a:moveTo>
                  <a:pt x="42533" y="435514"/>
                </a:moveTo>
                <a:lnTo>
                  <a:pt x="44478" y="436923"/>
                </a:lnTo>
                <a:lnTo>
                  <a:pt x="41560" y="436219"/>
                </a:lnTo>
                <a:close/>
                <a:moveTo>
                  <a:pt x="39428" y="315855"/>
                </a:moveTo>
                <a:lnTo>
                  <a:pt x="39852" y="316815"/>
                </a:lnTo>
                <a:lnTo>
                  <a:pt x="39216" y="316335"/>
                </a:lnTo>
                <a:close/>
                <a:moveTo>
                  <a:pt x="54719" y="316943"/>
                </a:moveTo>
                <a:lnTo>
                  <a:pt x="56570" y="318179"/>
                </a:lnTo>
                <a:lnTo>
                  <a:pt x="53793" y="317561"/>
                </a:lnTo>
                <a:close/>
                <a:moveTo>
                  <a:pt x="36045" y="235371"/>
                </a:moveTo>
                <a:lnTo>
                  <a:pt x="38149" y="236353"/>
                </a:lnTo>
                <a:lnTo>
                  <a:pt x="34993" y="235862"/>
                </a:lnTo>
                <a:close/>
                <a:moveTo>
                  <a:pt x="25260" y="95587"/>
                </a:moveTo>
                <a:lnTo>
                  <a:pt x="26031" y="96730"/>
                </a:lnTo>
                <a:lnTo>
                  <a:pt x="24875" y="96159"/>
                </a:lnTo>
                <a:close/>
                <a:moveTo>
                  <a:pt x="19892" y="331654"/>
                </a:moveTo>
                <a:lnTo>
                  <a:pt x="20978" y="333417"/>
                </a:lnTo>
                <a:lnTo>
                  <a:pt x="19348" y="332536"/>
                </a:lnTo>
                <a:close/>
                <a:moveTo>
                  <a:pt x="43555" y="83430"/>
                </a:moveTo>
                <a:lnTo>
                  <a:pt x="45280" y="83843"/>
                </a:lnTo>
                <a:lnTo>
                  <a:pt x="42693" y="83637"/>
                </a:lnTo>
                <a:close/>
                <a:moveTo>
                  <a:pt x="65753" y="37347"/>
                </a:moveTo>
                <a:lnTo>
                  <a:pt x="66741" y="37852"/>
                </a:lnTo>
                <a:lnTo>
                  <a:pt x="65259" y="37600"/>
                </a:lnTo>
                <a:close/>
                <a:moveTo>
                  <a:pt x="48368" y="282648"/>
                </a:moveTo>
                <a:lnTo>
                  <a:pt x="49925" y="283832"/>
                </a:lnTo>
                <a:lnTo>
                  <a:pt x="47590" y="283240"/>
                </a:lnTo>
                <a:close/>
                <a:moveTo>
                  <a:pt x="28633" y="98086"/>
                </a:moveTo>
                <a:lnTo>
                  <a:pt x="29577" y="99629"/>
                </a:lnTo>
                <a:lnTo>
                  <a:pt x="28161" y="98857"/>
                </a:lnTo>
                <a:close/>
                <a:moveTo>
                  <a:pt x="7389" y="266152"/>
                </a:moveTo>
                <a:lnTo>
                  <a:pt x="8149" y="267426"/>
                </a:lnTo>
                <a:lnTo>
                  <a:pt x="7008" y="266789"/>
                </a:lnTo>
                <a:close/>
                <a:moveTo>
                  <a:pt x="39388" y="104551"/>
                </a:moveTo>
                <a:lnTo>
                  <a:pt x="40200" y="105264"/>
                </a:lnTo>
                <a:lnTo>
                  <a:pt x="38982" y="104908"/>
                </a:lnTo>
                <a:close/>
                <a:moveTo>
                  <a:pt x="43990" y="389117"/>
                </a:moveTo>
                <a:lnTo>
                  <a:pt x="45754" y="389492"/>
                </a:lnTo>
                <a:lnTo>
                  <a:pt x="43108" y="389304"/>
                </a:lnTo>
                <a:close/>
                <a:moveTo>
                  <a:pt x="40192" y="248744"/>
                </a:moveTo>
                <a:lnTo>
                  <a:pt x="40632" y="249636"/>
                </a:lnTo>
                <a:lnTo>
                  <a:pt x="39972" y="249190"/>
                </a:lnTo>
                <a:close/>
                <a:moveTo>
                  <a:pt x="46723" y="74124"/>
                </a:moveTo>
                <a:lnTo>
                  <a:pt x="47616" y="74728"/>
                </a:lnTo>
                <a:lnTo>
                  <a:pt x="46277" y="74426"/>
                </a:lnTo>
                <a:close/>
                <a:moveTo>
                  <a:pt x="20317" y="176811"/>
                </a:moveTo>
                <a:lnTo>
                  <a:pt x="21201" y="177732"/>
                </a:lnTo>
                <a:lnTo>
                  <a:pt x="19875" y="177272"/>
                </a:lnTo>
                <a:close/>
                <a:moveTo>
                  <a:pt x="54214" y="390071"/>
                </a:moveTo>
                <a:lnTo>
                  <a:pt x="56121" y="390577"/>
                </a:lnTo>
                <a:lnTo>
                  <a:pt x="53260" y="390324"/>
                </a:lnTo>
                <a:close/>
                <a:moveTo>
                  <a:pt x="30496" y="8737"/>
                </a:moveTo>
                <a:lnTo>
                  <a:pt x="31687" y="10040"/>
                </a:lnTo>
                <a:lnTo>
                  <a:pt x="29900" y="9389"/>
                </a:lnTo>
                <a:close/>
                <a:moveTo>
                  <a:pt x="3925" y="334157"/>
                </a:moveTo>
                <a:lnTo>
                  <a:pt x="4655" y="334939"/>
                </a:lnTo>
                <a:lnTo>
                  <a:pt x="3560" y="334548"/>
                </a:lnTo>
                <a:close/>
                <a:moveTo>
                  <a:pt x="39270" y="279722"/>
                </a:moveTo>
                <a:lnTo>
                  <a:pt x="40320" y="280613"/>
                </a:lnTo>
                <a:lnTo>
                  <a:pt x="38744" y="280167"/>
                </a:lnTo>
                <a:close/>
                <a:moveTo>
                  <a:pt x="61309" y="64701"/>
                </a:moveTo>
                <a:lnTo>
                  <a:pt x="63104" y="65542"/>
                </a:lnTo>
                <a:lnTo>
                  <a:pt x="60411" y="65122"/>
                </a:lnTo>
                <a:close/>
                <a:moveTo>
                  <a:pt x="4585" y="64749"/>
                </a:moveTo>
                <a:lnTo>
                  <a:pt x="5382" y="65926"/>
                </a:lnTo>
                <a:lnTo>
                  <a:pt x="4187" y="65337"/>
                </a:lnTo>
                <a:close/>
                <a:moveTo>
                  <a:pt x="43684" y="34374"/>
                </a:moveTo>
                <a:lnTo>
                  <a:pt x="44630" y="35305"/>
                </a:lnTo>
                <a:lnTo>
                  <a:pt x="43212" y="34840"/>
                </a:lnTo>
                <a:close/>
                <a:moveTo>
                  <a:pt x="20343" y="386840"/>
                </a:moveTo>
                <a:lnTo>
                  <a:pt x="20997" y="387853"/>
                </a:lnTo>
                <a:lnTo>
                  <a:pt x="20016" y="387347"/>
                </a:lnTo>
                <a:close/>
                <a:moveTo>
                  <a:pt x="42798" y="336837"/>
                </a:moveTo>
                <a:lnTo>
                  <a:pt x="43979" y="337941"/>
                </a:lnTo>
                <a:lnTo>
                  <a:pt x="42207" y="337389"/>
                </a:lnTo>
                <a:close/>
                <a:moveTo>
                  <a:pt x="19586" y="68908"/>
                </a:moveTo>
                <a:lnTo>
                  <a:pt x="21163" y="69272"/>
                </a:lnTo>
                <a:lnTo>
                  <a:pt x="18797" y="69090"/>
                </a:lnTo>
                <a:close/>
                <a:moveTo>
                  <a:pt x="44935" y="409872"/>
                </a:moveTo>
                <a:lnTo>
                  <a:pt x="46964" y="411610"/>
                </a:lnTo>
                <a:lnTo>
                  <a:pt x="43921" y="410741"/>
                </a:lnTo>
                <a:close/>
                <a:moveTo>
                  <a:pt x="58908" y="350943"/>
                </a:moveTo>
                <a:lnTo>
                  <a:pt x="60878" y="351331"/>
                </a:lnTo>
                <a:lnTo>
                  <a:pt x="57924" y="351137"/>
                </a:lnTo>
                <a:close/>
                <a:moveTo>
                  <a:pt x="35297" y="67664"/>
                </a:moveTo>
                <a:lnTo>
                  <a:pt x="35916" y="69006"/>
                </a:lnTo>
                <a:lnTo>
                  <a:pt x="34988" y="68335"/>
                </a:lnTo>
                <a:close/>
                <a:moveTo>
                  <a:pt x="51618" y="292513"/>
                </a:moveTo>
                <a:lnTo>
                  <a:pt x="52284" y="294062"/>
                </a:lnTo>
                <a:lnTo>
                  <a:pt x="51285" y="293288"/>
                </a:lnTo>
                <a:close/>
                <a:moveTo>
                  <a:pt x="12479" y="359996"/>
                </a:moveTo>
                <a:lnTo>
                  <a:pt x="14574" y="361664"/>
                </a:lnTo>
                <a:lnTo>
                  <a:pt x="11432" y="360830"/>
                </a:lnTo>
                <a:close/>
                <a:moveTo>
                  <a:pt x="14705" y="122308"/>
                </a:moveTo>
                <a:lnTo>
                  <a:pt x="15742" y="124008"/>
                </a:lnTo>
                <a:lnTo>
                  <a:pt x="14187" y="123158"/>
                </a:lnTo>
                <a:close/>
                <a:moveTo>
                  <a:pt x="53804" y="186649"/>
                </a:moveTo>
                <a:lnTo>
                  <a:pt x="54946" y="188437"/>
                </a:lnTo>
                <a:lnTo>
                  <a:pt x="53233" y="187543"/>
                </a:lnTo>
                <a:close/>
                <a:moveTo>
                  <a:pt x="4548" y="207367"/>
                </a:moveTo>
                <a:lnTo>
                  <a:pt x="5368" y="208890"/>
                </a:lnTo>
                <a:lnTo>
                  <a:pt x="4139" y="208129"/>
                </a:lnTo>
                <a:close/>
                <a:moveTo>
                  <a:pt x="36122" y="396505"/>
                </a:moveTo>
                <a:lnTo>
                  <a:pt x="37222" y="398012"/>
                </a:lnTo>
                <a:lnTo>
                  <a:pt x="35571" y="397259"/>
                </a:lnTo>
                <a:close/>
                <a:moveTo>
                  <a:pt x="58668" y="102153"/>
                </a:moveTo>
                <a:lnTo>
                  <a:pt x="59851" y="103389"/>
                </a:lnTo>
                <a:lnTo>
                  <a:pt x="58076" y="102771"/>
                </a:lnTo>
                <a:close/>
                <a:moveTo>
                  <a:pt x="15390" y="230575"/>
                </a:moveTo>
                <a:lnTo>
                  <a:pt x="16611" y="232325"/>
                </a:lnTo>
                <a:lnTo>
                  <a:pt x="14779" y="231450"/>
                </a:lnTo>
                <a:close/>
                <a:moveTo>
                  <a:pt x="1520" y="19948"/>
                </a:moveTo>
                <a:lnTo>
                  <a:pt x="3614" y="21440"/>
                </a:lnTo>
                <a:lnTo>
                  <a:pt x="472" y="20694"/>
                </a:lnTo>
                <a:close/>
                <a:moveTo>
                  <a:pt x="5993" y="9969"/>
                </a:moveTo>
                <a:lnTo>
                  <a:pt x="7160" y="11695"/>
                </a:lnTo>
                <a:lnTo>
                  <a:pt x="5409" y="10832"/>
                </a:lnTo>
                <a:close/>
                <a:moveTo>
                  <a:pt x="46603" y="402369"/>
                </a:moveTo>
                <a:lnTo>
                  <a:pt x="47301" y="403709"/>
                </a:lnTo>
                <a:lnTo>
                  <a:pt x="46253" y="403039"/>
                </a:lnTo>
                <a:close/>
                <a:moveTo>
                  <a:pt x="36596" y="34612"/>
                </a:moveTo>
                <a:lnTo>
                  <a:pt x="37043" y="36037"/>
                </a:lnTo>
                <a:lnTo>
                  <a:pt x="36373" y="35325"/>
                </a:lnTo>
                <a:close/>
                <a:moveTo>
                  <a:pt x="14114" y="51218"/>
                </a:moveTo>
                <a:lnTo>
                  <a:pt x="15468" y="52410"/>
                </a:lnTo>
                <a:lnTo>
                  <a:pt x="13436" y="51814"/>
                </a:lnTo>
                <a:close/>
                <a:moveTo>
                  <a:pt x="44284" y="414088"/>
                </a:moveTo>
                <a:lnTo>
                  <a:pt x="44658" y="414493"/>
                </a:lnTo>
                <a:lnTo>
                  <a:pt x="44096" y="414290"/>
                </a:lnTo>
                <a:close/>
                <a:moveTo>
                  <a:pt x="28753" y="116699"/>
                </a:moveTo>
                <a:lnTo>
                  <a:pt x="29404" y="117603"/>
                </a:lnTo>
                <a:lnTo>
                  <a:pt x="28428" y="117151"/>
                </a:lnTo>
                <a:close/>
                <a:moveTo>
                  <a:pt x="30928" y="44319"/>
                </a:moveTo>
                <a:lnTo>
                  <a:pt x="32701" y="45815"/>
                </a:lnTo>
                <a:lnTo>
                  <a:pt x="30041" y="45067"/>
                </a:lnTo>
                <a:close/>
                <a:moveTo>
                  <a:pt x="23186" y="37272"/>
                </a:moveTo>
                <a:lnTo>
                  <a:pt x="24384" y="38722"/>
                </a:lnTo>
                <a:lnTo>
                  <a:pt x="22587" y="37997"/>
                </a:lnTo>
                <a:close/>
                <a:moveTo>
                  <a:pt x="6939" y="188944"/>
                </a:moveTo>
                <a:lnTo>
                  <a:pt x="8787" y="190475"/>
                </a:lnTo>
                <a:lnTo>
                  <a:pt x="6016" y="189710"/>
                </a:lnTo>
                <a:close/>
                <a:moveTo>
                  <a:pt x="42189" y="40208"/>
                </a:moveTo>
                <a:lnTo>
                  <a:pt x="43480" y="41317"/>
                </a:lnTo>
                <a:lnTo>
                  <a:pt x="41544" y="40763"/>
                </a:lnTo>
                <a:close/>
                <a:moveTo>
                  <a:pt x="11736" y="414089"/>
                </a:moveTo>
                <a:lnTo>
                  <a:pt x="13383" y="414405"/>
                </a:lnTo>
                <a:lnTo>
                  <a:pt x="10912" y="414247"/>
                </a:lnTo>
                <a:close/>
                <a:moveTo>
                  <a:pt x="40430" y="67931"/>
                </a:moveTo>
                <a:lnTo>
                  <a:pt x="41014" y="69694"/>
                </a:lnTo>
                <a:lnTo>
                  <a:pt x="40138" y="68813"/>
                </a:lnTo>
                <a:close/>
                <a:moveTo>
                  <a:pt x="20291" y="285585"/>
                </a:moveTo>
                <a:lnTo>
                  <a:pt x="22157" y="286681"/>
                </a:lnTo>
                <a:lnTo>
                  <a:pt x="19359" y="286133"/>
                </a:lnTo>
                <a:close/>
                <a:moveTo>
                  <a:pt x="22311" y="219765"/>
                </a:moveTo>
                <a:lnTo>
                  <a:pt x="23807" y="220807"/>
                </a:lnTo>
                <a:lnTo>
                  <a:pt x="21562" y="220286"/>
                </a:lnTo>
                <a:close/>
                <a:moveTo>
                  <a:pt x="15037" y="425828"/>
                </a:moveTo>
                <a:lnTo>
                  <a:pt x="17198" y="426654"/>
                </a:lnTo>
                <a:lnTo>
                  <a:pt x="13956" y="426241"/>
                </a:lnTo>
                <a:close/>
                <a:moveTo>
                  <a:pt x="32406" y="124849"/>
                </a:moveTo>
                <a:lnTo>
                  <a:pt x="33306" y="126619"/>
                </a:lnTo>
                <a:lnTo>
                  <a:pt x="31956" y="125734"/>
                </a:lnTo>
                <a:close/>
                <a:moveTo>
                  <a:pt x="21140" y="164588"/>
                </a:moveTo>
                <a:lnTo>
                  <a:pt x="22194" y="165503"/>
                </a:lnTo>
                <a:lnTo>
                  <a:pt x="20613" y="165045"/>
                </a:lnTo>
                <a:close/>
                <a:moveTo>
                  <a:pt x="35944" y="345439"/>
                </a:moveTo>
                <a:lnTo>
                  <a:pt x="36365" y="346029"/>
                </a:lnTo>
                <a:lnTo>
                  <a:pt x="35733" y="345734"/>
                </a:lnTo>
                <a:close/>
                <a:moveTo>
                  <a:pt x="31198" y="80783"/>
                </a:moveTo>
                <a:lnTo>
                  <a:pt x="31567" y="81316"/>
                </a:lnTo>
                <a:lnTo>
                  <a:pt x="31014" y="81049"/>
                </a:lnTo>
                <a:close/>
                <a:moveTo>
                  <a:pt x="1290" y="141941"/>
                </a:moveTo>
                <a:lnTo>
                  <a:pt x="2800" y="142986"/>
                </a:lnTo>
                <a:lnTo>
                  <a:pt x="536" y="142463"/>
                </a:lnTo>
                <a:close/>
                <a:moveTo>
                  <a:pt x="14020" y="7676"/>
                </a:moveTo>
                <a:lnTo>
                  <a:pt x="15177" y="8262"/>
                </a:lnTo>
                <a:lnTo>
                  <a:pt x="13442" y="7969"/>
                </a:lnTo>
                <a:close/>
                <a:moveTo>
                  <a:pt x="3225" y="43936"/>
                </a:moveTo>
                <a:lnTo>
                  <a:pt x="3928" y="45263"/>
                </a:lnTo>
                <a:lnTo>
                  <a:pt x="2874" y="44599"/>
                </a:lnTo>
                <a:close/>
                <a:moveTo>
                  <a:pt x="65990" y="79355"/>
                </a:moveTo>
                <a:lnTo>
                  <a:pt x="67079" y="80663"/>
                </a:lnTo>
                <a:lnTo>
                  <a:pt x="65446" y="80009"/>
                </a:lnTo>
                <a:close/>
                <a:moveTo>
                  <a:pt x="22422" y="113089"/>
                </a:moveTo>
                <a:lnTo>
                  <a:pt x="23842" y="114438"/>
                </a:lnTo>
                <a:lnTo>
                  <a:pt x="21712" y="113764"/>
                </a:lnTo>
                <a:close/>
                <a:moveTo>
                  <a:pt x="64273" y="287194"/>
                </a:moveTo>
                <a:lnTo>
                  <a:pt x="64642" y="288352"/>
                </a:lnTo>
                <a:lnTo>
                  <a:pt x="64089" y="287773"/>
                </a:lnTo>
                <a:close/>
                <a:moveTo>
                  <a:pt x="54903" y="120203"/>
                </a:moveTo>
                <a:lnTo>
                  <a:pt x="55704" y="121112"/>
                </a:lnTo>
                <a:lnTo>
                  <a:pt x="54502" y="120657"/>
                </a:lnTo>
                <a:close/>
                <a:moveTo>
                  <a:pt x="46529" y="323743"/>
                </a:moveTo>
                <a:lnTo>
                  <a:pt x="47449" y="324184"/>
                </a:lnTo>
                <a:lnTo>
                  <a:pt x="46069" y="323964"/>
                </a:lnTo>
                <a:close/>
                <a:moveTo>
                  <a:pt x="8157" y="311830"/>
                </a:moveTo>
                <a:lnTo>
                  <a:pt x="9323" y="312445"/>
                </a:lnTo>
                <a:lnTo>
                  <a:pt x="7575" y="312138"/>
                </a:lnTo>
                <a:close/>
                <a:moveTo>
                  <a:pt x="1084" y="147838"/>
                </a:moveTo>
                <a:lnTo>
                  <a:pt x="2051" y="148528"/>
                </a:lnTo>
                <a:lnTo>
                  <a:pt x="600" y="148183"/>
                </a:lnTo>
                <a:close/>
                <a:moveTo>
                  <a:pt x="25282" y="163451"/>
                </a:moveTo>
                <a:lnTo>
                  <a:pt x="25798" y="164876"/>
                </a:lnTo>
                <a:lnTo>
                  <a:pt x="25024" y="164164"/>
                </a:lnTo>
                <a:close/>
                <a:moveTo>
                  <a:pt x="60650" y="203537"/>
                </a:moveTo>
                <a:lnTo>
                  <a:pt x="62176" y="205024"/>
                </a:lnTo>
                <a:lnTo>
                  <a:pt x="59886" y="204280"/>
                </a:lnTo>
                <a:close/>
                <a:moveTo>
                  <a:pt x="28596" y="222318"/>
                </a:moveTo>
                <a:lnTo>
                  <a:pt x="29092" y="222978"/>
                </a:lnTo>
                <a:lnTo>
                  <a:pt x="28348" y="222648"/>
                </a:lnTo>
                <a:close/>
                <a:moveTo>
                  <a:pt x="35941" y="375711"/>
                </a:moveTo>
                <a:lnTo>
                  <a:pt x="37595" y="376017"/>
                </a:lnTo>
                <a:lnTo>
                  <a:pt x="35114" y="375864"/>
                </a:lnTo>
                <a:close/>
                <a:moveTo>
                  <a:pt x="52464" y="96918"/>
                </a:moveTo>
                <a:lnTo>
                  <a:pt x="54142" y="97675"/>
                </a:lnTo>
                <a:lnTo>
                  <a:pt x="51625" y="97296"/>
                </a:lnTo>
                <a:close/>
                <a:moveTo>
                  <a:pt x="34323" y="53555"/>
                </a:moveTo>
                <a:lnTo>
                  <a:pt x="35001" y="55347"/>
                </a:lnTo>
                <a:lnTo>
                  <a:pt x="33984" y="54451"/>
                </a:lnTo>
                <a:close/>
                <a:moveTo>
                  <a:pt x="52719" y="230244"/>
                </a:moveTo>
                <a:lnTo>
                  <a:pt x="53551" y="231416"/>
                </a:lnTo>
                <a:lnTo>
                  <a:pt x="52304" y="230830"/>
                </a:lnTo>
                <a:close/>
                <a:moveTo>
                  <a:pt x="37225" y="426986"/>
                </a:moveTo>
                <a:lnTo>
                  <a:pt x="38106" y="428406"/>
                </a:lnTo>
                <a:lnTo>
                  <a:pt x="36785" y="427696"/>
                </a:lnTo>
                <a:close/>
                <a:moveTo>
                  <a:pt x="11032" y="194129"/>
                </a:moveTo>
                <a:lnTo>
                  <a:pt x="11881" y="195417"/>
                </a:lnTo>
                <a:lnTo>
                  <a:pt x="10608" y="194773"/>
                </a:lnTo>
                <a:close/>
                <a:moveTo>
                  <a:pt x="4856" y="64317"/>
                </a:moveTo>
                <a:lnTo>
                  <a:pt x="6419" y="65058"/>
                </a:lnTo>
                <a:lnTo>
                  <a:pt x="4075" y="64687"/>
                </a:lnTo>
                <a:close/>
                <a:moveTo>
                  <a:pt x="48266" y="133066"/>
                </a:moveTo>
                <a:lnTo>
                  <a:pt x="48626" y="134542"/>
                </a:lnTo>
                <a:lnTo>
                  <a:pt x="48087" y="133804"/>
                </a:lnTo>
                <a:close/>
                <a:moveTo>
                  <a:pt x="22498" y="427732"/>
                </a:moveTo>
                <a:lnTo>
                  <a:pt x="23786" y="429025"/>
                </a:lnTo>
                <a:lnTo>
                  <a:pt x="21854" y="428378"/>
                </a:lnTo>
                <a:close/>
                <a:moveTo>
                  <a:pt x="57850" y="80781"/>
                </a:moveTo>
                <a:lnTo>
                  <a:pt x="59147" y="81813"/>
                </a:lnTo>
                <a:lnTo>
                  <a:pt x="57202" y="81297"/>
                </a:lnTo>
                <a:close/>
                <a:moveTo>
                  <a:pt x="49541" y="12879"/>
                </a:moveTo>
                <a:lnTo>
                  <a:pt x="51453" y="14237"/>
                </a:lnTo>
                <a:lnTo>
                  <a:pt x="48585" y="13558"/>
                </a:lnTo>
                <a:close/>
                <a:moveTo>
                  <a:pt x="64478" y="97472"/>
                </a:moveTo>
                <a:lnTo>
                  <a:pt x="66185" y="98819"/>
                </a:lnTo>
                <a:lnTo>
                  <a:pt x="63624" y="98145"/>
                </a:lnTo>
                <a:close/>
                <a:moveTo>
                  <a:pt x="33896" y="5475"/>
                </a:moveTo>
                <a:lnTo>
                  <a:pt x="35960" y="6854"/>
                </a:lnTo>
                <a:lnTo>
                  <a:pt x="32864" y="6164"/>
                </a:lnTo>
                <a:close/>
                <a:moveTo>
                  <a:pt x="11264" y="367540"/>
                </a:moveTo>
                <a:lnTo>
                  <a:pt x="12954" y="368385"/>
                </a:lnTo>
                <a:lnTo>
                  <a:pt x="10419" y="367963"/>
                </a:lnTo>
                <a:close/>
                <a:moveTo>
                  <a:pt x="53693" y="54174"/>
                </a:moveTo>
                <a:lnTo>
                  <a:pt x="55691" y="55896"/>
                </a:lnTo>
                <a:lnTo>
                  <a:pt x="52694" y="55035"/>
                </a:lnTo>
                <a:close/>
                <a:moveTo>
                  <a:pt x="32986" y="244469"/>
                </a:moveTo>
                <a:lnTo>
                  <a:pt x="34096" y="245084"/>
                </a:lnTo>
                <a:lnTo>
                  <a:pt x="32431" y="244776"/>
                </a:lnTo>
                <a:close/>
                <a:moveTo>
                  <a:pt x="14925" y="392165"/>
                </a:moveTo>
                <a:lnTo>
                  <a:pt x="16865" y="393792"/>
                </a:lnTo>
                <a:lnTo>
                  <a:pt x="13956" y="392978"/>
                </a:lnTo>
                <a:close/>
                <a:moveTo>
                  <a:pt x="44415" y="242101"/>
                </a:moveTo>
                <a:lnTo>
                  <a:pt x="45889" y="243425"/>
                </a:lnTo>
                <a:lnTo>
                  <a:pt x="43679" y="242763"/>
                </a:lnTo>
                <a:close/>
                <a:moveTo>
                  <a:pt x="13589" y="37028"/>
                </a:moveTo>
                <a:lnTo>
                  <a:pt x="14436" y="38327"/>
                </a:lnTo>
                <a:lnTo>
                  <a:pt x="13166" y="37678"/>
                </a:lnTo>
                <a:close/>
                <a:moveTo>
                  <a:pt x="68053" y="290834"/>
                </a:moveTo>
                <a:lnTo>
                  <a:pt x="70000" y="291397"/>
                </a:lnTo>
                <a:lnTo>
                  <a:pt x="67080" y="291115"/>
                </a:lnTo>
                <a:close/>
                <a:moveTo>
                  <a:pt x="43477" y="11105"/>
                </a:moveTo>
                <a:lnTo>
                  <a:pt x="45237" y="11539"/>
                </a:lnTo>
                <a:lnTo>
                  <a:pt x="42598" y="11322"/>
                </a:lnTo>
                <a:close/>
                <a:moveTo>
                  <a:pt x="56866" y="700"/>
                </a:moveTo>
                <a:lnTo>
                  <a:pt x="58884" y="1089"/>
                </a:lnTo>
                <a:lnTo>
                  <a:pt x="55858" y="895"/>
                </a:lnTo>
                <a:close/>
                <a:moveTo>
                  <a:pt x="59485" y="8715"/>
                </a:moveTo>
                <a:lnTo>
                  <a:pt x="60548" y="10001"/>
                </a:lnTo>
                <a:lnTo>
                  <a:pt x="58954" y="9358"/>
                </a:lnTo>
                <a:close/>
                <a:moveTo>
                  <a:pt x="67109" y="3118"/>
                </a:moveTo>
                <a:lnTo>
                  <a:pt x="68294" y="4534"/>
                </a:lnTo>
                <a:lnTo>
                  <a:pt x="66516" y="3826"/>
                </a:lnTo>
                <a:close/>
                <a:moveTo>
                  <a:pt x="45037" y="306840"/>
                </a:moveTo>
                <a:lnTo>
                  <a:pt x="47128" y="308352"/>
                </a:lnTo>
                <a:lnTo>
                  <a:pt x="43991" y="307596"/>
                </a:lnTo>
                <a:close/>
                <a:moveTo>
                  <a:pt x="20932" y="127337"/>
                </a:moveTo>
                <a:lnTo>
                  <a:pt x="23079" y="128187"/>
                </a:lnTo>
                <a:lnTo>
                  <a:pt x="19858" y="127762"/>
                </a:lnTo>
                <a:close/>
                <a:moveTo>
                  <a:pt x="25598" y="100902"/>
                </a:moveTo>
                <a:lnTo>
                  <a:pt x="26084" y="102313"/>
                </a:lnTo>
                <a:lnTo>
                  <a:pt x="25355" y="101608"/>
                </a:lnTo>
                <a:close/>
                <a:moveTo>
                  <a:pt x="45969" y="360933"/>
                </a:moveTo>
                <a:lnTo>
                  <a:pt x="47753" y="362549"/>
                </a:lnTo>
                <a:lnTo>
                  <a:pt x="45077" y="361741"/>
                </a:lnTo>
                <a:close/>
                <a:moveTo>
                  <a:pt x="33474" y="320373"/>
                </a:moveTo>
                <a:lnTo>
                  <a:pt x="35038" y="321058"/>
                </a:lnTo>
                <a:lnTo>
                  <a:pt x="32693" y="320716"/>
                </a:lnTo>
                <a:close/>
                <a:moveTo>
                  <a:pt x="60340" y="350043"/>
                </a:moveTo>
                <a:lnTo>
                  <a:pt x="61909" y="351123"/>
                </a:lnTo>
                <a:lnTo>
                  <a:pt x="59556" y="350583"/>
                </a:lnTo>
                <a:close/>
                <a:moveTo>
                  <a:pt x="30184" y="284652"/>
                </a:moveTo>
                <a:lnTo>
                  <a:pt x="31267" y="286248"/>
                </a:lnTo>
                <a:lnTo>
                  <a:pt x="29642" y="285450"/>
                </a:lnTo>
                <a:close/>
                <a:moveTo>
                  <a:pt x="41467" y="200144"/>
                </a:moveTo>
                <a:lnTo>
                  <a:pt x="43137" y="200926"/>
                </a:lnTo>
                <a:lnTo>
                  <a:pt x="40632" y="200535"/>
                </a:lnTo>
                <a:close/>
                <a:moveTo>
                  <a:pt x="9273" y="117553"/>
                </a:moveTo>
                <a:lnTo>
                  <a:pt x="10343" y="119281"/>
                </a:lnTo>
                <a:lnTo>
                  <a:pt x="8738" y="118417"/>
                </a:lnTo>
                <a:close/>
                <a:moveTo>
                  <a:pt x="25269" y="105197"/>
                </a:moveTo>
                <a:lnTo>
                  <a:pt x="26154" y="106694"/>
                </a:lnTo>
                <a:lnTo>
                  <a:pt x="24826" y="105946"/>
                </a:lnTo>
                <a:close/>
                <a:moveTo>
                  <a:pt x="1263" y="350103"/>
                </a:moveTo>
                <a:lnTo>
                  <a:pt x="3275" y="351716"/>
                </a:lnTo>
                <a:lnTo>
                  <a:pt x="258" y="350910"/>
                </a:lnTo>
                <a:close/>
                <a:moveTo>
                  <a:pt x="28155" y="346249"/>
                </a:moveTo>
                <a:lnTo>
                  <a:pt x="29253" y="346565"/>
                </a:lnTo>
                <a:lnTo>
                  <a:pt x="27606" y="346407"/>
                </a:lnTo>
                <a:close/>
                <a:moveTo>
                  <a:pt x="46136" y="238476"/>
                </a:moveTo>
                <a:lnTo>
                  <a:pt x="48060" y="239388"/>
                </a:lnTo>
                <a:lnTo>
                  <a:pt x="45173" y="238932"/>
                </a:lnTo>
                <a:close/>
                <a:moveTo>
                  <a:pt x="50398" y="423740"/>
                </a:moveTo>
                <a:lnTo>
                  <a:pt x="52277" y="425281"/>
                </a:lnTo>
                <a:lnTo>
                  <a:pt x="49459" y="424511"/>
                </a:lnTo>
                <a:close/>
                <a:moveTo>
                  <a:pt x="14001" y="375307"/>
                </a:moveTo>
                <a:lnTo>
                  <a:pt x="16196" y="376295"/>
                </a:lnTo>
                <a:lnTo>
                  <a:pt x="12903" y="375801"/>
                </a:lnTo>
                <a:close/>
                <a:moveTo>
                  <a:pt x="39632" y="380686"/>
                </a:moveTo>
                <a:lnTo>
                  <a:pt x="40732" y="382192"/>
                </a:lnTo>
                <a:lnTo>
                  <a:pt x="39083" y="381439"/>
                </a:lnTo>
                <a:close/>
                <a:moveTo>
                  <a:pt x="3169" y="393710"/>
                </a:moveTo>
                <a:lnTo>
                  <a:pt x="4090" y="394429"/>
                </a:lnTo>
                <a:lnTo>
                  <a:pt x="2708" y="394070"/>
                </a:lnTo>
                <a:close/>
                <a:moveTo>
                  <a:pt x="18151" y="66470"/>
                </a:moveTo>
                <a:lnTo>
                  <a:pt x="19808" y="68016"/>
                </a:lnTo>
                <a:lnTo>
                  <a:pt x="17323" y="67243"/>
                </a:lnTo>
                <a:close/>
                <a:moveTo>
                  <a:pt x="14278" y="21105"/>
                </a:moveTo>
                <a:lnTo>
                  <a:pt x="15597" y="22483"/>
                </a:lnTo>
                <a:lnTo>
                  <a:pt x="13619" y="21794"/>
                </a:lnTo>
                <a:close/>
                <a:moveTo>
                  <a:pt x="12319" y="17171"/>
                </a:moveTo>
                <a:lnTo>
                  <a:pt x="14047" y="18701"/>
                </a:lnTo>
                <a:lnTo>
                  <a:pt x="11455" y="17936"/>
                </a:lnTo>
                <a:close/>
                <a:moveTo>
                  <a:pt x="22529" y="118756"/>
                </a:moveTo>
                <a:lnTo>
                  <a:pt x="23830" y="119169"/>
                </a:lnTo>
                <a:lnTo>
                  <a:pt x="21879" y="118963"/>
                </a:lnTo>
                <a:close/>
                <a:moveTo>
                  <a:pt x="31598" y="420770"/>
                </a:moveTo>
                <a:lnTo>
                  <a:pt x="32584" y="421723"/>
                </a:lnTo>
                <a:lnTo>
                  <a:pt x="31106" y="421247"/>
                </a:lnTo>
                <a:close/>
                <a:moveTo>
                  <a:pt x="61600" y="372541"/>
                </a:moveTo>
                <a:lnTo>
                  <a:pt x="63787" y="373165"/>
                </a:lnTo>
                <a:lnTo>
                  <a:pt x="60507" y="372853"/>
                </a:lnTo>
                <a:close/>
                <a:moveTo>
                  <a:pt x="39068" y="417459"/>
                </a:moveTo>
                <a:lnTo>
                  <a:pt x="40964" y="418547"/>
                </a:lnTo>
                <a:lnTo>
                  <a:pt x="38120" y="418003"/>
                </a:lnTo>
                <a:close/>
                <a:moveTo>
                  <a:pt x="22517" y="42880"/>
                </a:moveTo>
                <a:lnTo>
                  <a:pt x="24228" y="44604"/>
                </a:lnTo>
                <a:lnTo>
                  <a:pt x="21661" y="43742"/>
                </a:lnTo>
                <a:close/>
                <a:moveTo>
                  <a:pt x="53353" y="200045"/>
                </a:moveTo>
                <a:lnTo>
                  <a:pt x="54336" y="201575"/>
                </a:lnTo>
                <a:lnTo>
                  <a:pt x="52861" y="200810"/>
                </a:lnTo>
                <a:close/>
                <a:moveTo>
                  <a:pt x="33359" y="364362"/>
                </a:moveTo>
                <a:lnTo>
                  <a:pt x="34846" y="365670"/>
                </a:lnTo>
                <a:lnTo>
                  <a:pt x="32616" y="365016"/>
                </a:lnTo>
                <a:close/>
                <a:moveTo>
                  <a:pt x="11349" y="308532"/>
                </a:moveTo>
                <a:lnTo>
                  <a:pt x="12957" y="310200"/>
                </a:lnTo>
                <a:lnTo>
                  <a:pt x="10546" y="309366"/>
                </a:lnTo>
                <a:close/>
                <a:moveTo>
                  <a:pt x="25660" y="34638"/>
                </a:moveTo>
                <a:lnTo>
                  <a:pt x="27681" y="35175"/>
                </a:lnTo>
                <a:lnTo>
                  <a:pt x="24649" y="34907"/>
                </a:lnTo>
                <a:close/>
                <a:moveTo>
                  <a:pt x="58018" y="37709"/>
                </a:moveTo>
                <a:lnTo>
                  <a:pt x="59494" y="39382"/>
                </a:lnTo>
                <a:lnTo>
                  <a:pt x="57280" y="38546"/>
                </a:lnTo>
                <a:close/>
                <a:moveTo>
                  <a:pt x="69376" y="373852"/>
                </a:moveTo>
                <a:lnTo>
                  <a:pt x="69872" y="374722"/>
                </a:lnTo>
                <a:lnTo>
                  <a:pt x="69128" y="374287"/>
                </a:lnTo>
                <a:close/>
                <a:moveTo>
                  <a:pt x="67210" y="203261"/>
                </a:moveTo>
                <a:lnTo>
                  <a:pt x="68398" y="204017"/>
                </a:lnTo>
                <a:lnTo>
                  <a:pt x="66616" y="203639"/>
                </a:lnTo>
                <a:close/>
              </a:path>
            </a:pathLst>
          </a:custGeom>
          <a:solidFill>
            <a:srgbClr val="777777">
              <a:alpha val="20000"/>
            </a:srgbClr>
          </a:solidFill>
          <a:ln w="0" cap="rnd" cmpd="sng" algn="ctr">
            <a:solidFill>
              <a:srgbClr val="FFFFFF">
                <a:alpha val="0"/>
              </a:srgbClr>
            </a:solidFill>
            <a:round/>
            <a:headEnd type="none"/>
            <a:tailEnd type="none"/>
          </a:ln>
        </p:spPr>
      </p:sp>
      <p:sp>
        <p:nvSpPr>
          <p:cNvPr id="395" name="synapse model / 0394 paper texture"/>
          <p:cNvSpPr/>
          <p:nvPr/>
        </p:nvSpPr>
        <p:spPr>
          <a:xfrm>
            <a:off x="3063894" y="997631"/>
            <a:ext cx="657694" cy="3998086"/>
          </a:xfrm>
          <a:custGeom>
            <a:avLst/>
            <a:gdLst/>
            <a:ahLst/>
            <a:cxnLst/>
            <a:rect l="0" t="0" r="r" b="b"/>
            <a:pathLst>
              <a:path w="71926" h="437236" fill="norm" stroke="1" extrusionOk="0">
                <a:moveTo>
                  <a:pt x="53082" y="234654"/>
                </a:moveTo>
                <a:lnTo>
                  <a:pt x="54849" y="235522"/>
                </a:lnTo>
                <a:lnTo>
                  <a:pt x="52199" y="235088"/>
                </a:lnTo>
                <a:close/>
                <a:moveTo>
                  <a:pt x="22496" y="167512"/>
                </a:moveTo>
                <a:lnTo>
                  <a:pt x="23988" y="168263"/>
                </a:lnTo>
                <a:lnTo>
                  <a:pt x="21750" y="167887"/>
                </a:lnTo>
                <a:close/>
                <a:moveTo>
                  <a:pt x="61569" y="225932"/>
                </a:moveTo>
                <a:lnTo>
                  <a:pt x="62515" y="227543"/>
                </a:lnTo>
                <a:lnTo>
                  <a:pt x="61096" y="226737"/>
                </a:lnTo>
                <a:close/>
                <a:moveTo>
                  <a:pt x="24856" y="340159"/>
                </a:moveTo>
                <a:lnTo>
                  <a:pt x="26422" y="341020"/>
                </a:lnTo>
                <a:lnTo>
                  <a:pt x="24073" y="340590"/>
                </a:lnTo>
                <a:close/>
                <a:moveTo>
                  <a:pt x="3876" y="411349"/>
                </a:moveTo>
                <a:lnTo>
                  <a:pt x="6040" y="413018"/>
                </a:lnTo>
                <a:lnTo>
                  <a:pt x="2794" y="412184"/>
                </a:lnTo>
                <a:close/>
                <a:moveTo>
                  <a:pt x="22235" y="11641"/>
                </a:moveTo>
                <a:lnTo>
                  <a:pt x="23136" y="13401"/>
                </a:lnTo>
                <a:lnTo>
                  <a:pt x="21785" y="12521"/>
                </a:lnTo>
                <a:close/>
                <a:moveTo>
                  <a:pt x="21015" y="387555"/>
                </a:moveTo>
                <a:lnTo>
                  <a:pt x="22848" y="388123"/>
                </a:lnTo>
                <a:lnTo>
                  <a:pt x="20098" y="387839"/>
                </a:lnTo>
                <a:close/>
                <a:moveTo>
                  <a:pt x="35354" y="77744"/>
                </a:moveTo>
                <a:lnTo>
                  <a:pt x="37236" y="78971"/>
                </a:lnTo>
                <a:lnTo>
                  <a:pt x="34413" y="78357"/>
                </a:lnTo>
                <a:close/>
                <a:moveTo>
                  <a:pt x="66622" y="30477"/>
                </a:moveTo>
                <a:lnTo>
                  <a:pt x="67110" y="31034"/>
                </a:lnTo>
                <a:lnTo>
                  <a:pt x="66378" y="30756"/>
                </a:lnTo>
                <a:close/>
                <a:moveTo>
                  <a:pt x="25345" y="332181"/>
                </a:moveTo>
                <a:lnTo>
                  <a:pt x="27196" y="333661"/>
                </a:lnTo>
                <a:lnTo>
                  <a:pt x="24419" y="332921"/>
                </a:lnTo>
                <a:close/>
                <a:moveTo>
                  <a:pt x="55932" y="56356"/>
                </a:moveTo>
                <a:lnTo>
                  <a:pt x="56786" y="57041"/>
                </a:lnTo>
                <a:lnTo>
                  <a:pt x="55506" y="56698"/>
                </a:lnTo>
                <a:close/>
                <a:moveTo>
                  <a:pt x="15247" y="391180"/>
                </a:moveTo>
                <a:lnTo>
                  <a:pt x="16060" y="392784"/>
                </a:lnTo>
                <a:lnTo>
                  <a:pt x="14841" y="391982"/>
                </a:lnTo>
                <a:close/>
                <a:moveTo>
                  <a:pt x="51940" y="414442"/>
                </a:moveTo>
                <a:lnTo>
                  <a:pt x="53191" y="415287"/>
                </a:lnTo>
                <a:lnTo>
                  <a:pt x="51314" y="414864"/>
                </a:lnTo>
                <a:close/>
                <a:moveTo>
                  <a:pt x="55088" y="173931"/>
                </a:moveTo>
                <a:lnTo>
                  <a:pt x="55834" y="174709"/>
                </a:lnTo>
                <a:lnTo>
                  <a:pt x="54716" y="174320"/>
                </a:lnTo>
                <a:close/>
                <a:moveTo>
                  <a:pt x="8378" y="351645"/>
                </a:moveTo>
                <a:lnTo>
                  <a:pt x="9881" y="352591"/>
                </a:lnTo>
                <a:lnTo>
                  <a:pt x="7627" y="352118"/>
                </a:lnTo>
                <a:close/>
                <a:moveTo>
                  <a:pt x="58180" y="93345"/>
                </a:moveTo>
                <a:lnTo>
                  <a:pt x="59210" y="94773"/>
                </a:lnTo>
                <a:lnTo>
                  <a:pt x="57665" y="94059"/>
                </a:lnTo>
                <a:close/>
                <a:moveTo>
                  <a:pt x="43399" y="89858"/>
                </a:moveTo>
                <a:lnTo>
                  <a:pt x="44868" y="90269"/>
                </a:lnTo>
                <a:lnTo>
                  <a:pt x="42664" y="90064"/>
                </a:lnTo>
                <a:close/>
                <a:moveTo>
                  <a:pt x="23093" y="428278"/>
                </a:moveTo>
                <a:lnTo>
                  <a:pt x="24992" y="428697"/>
                </a:lnTo>
                <a:lnTo>
                  <a:pt x="22144" y="428487"/>
                </a:lnTo>
                <a:close/>
                <a:moveTo>
                  <a:pt x="43746" y="369167"/>
                </a:moveTo>
                <a:lnTo>
                  <a:pt x="45505" y="370391"/>
                </a:lnTo>
                <a:lnTo>
                  <a:pt x="42866" y="369779"/>
                </a:lnTo>
                <a:close/>
                <a:moveTo>
                  <a:pt x="9155" y="260053"/>
                </a:moveTo>
                <a:lnTo>
                  <a:pt x="11207" y="261697"/>
                </a:lnTo>
                <a:lnTo>
                  <a:pt x="8129" y="260875"/>
                </a:lnTo>
                <a:close/>
                <a:moveTo>
                  <a:pt x="6268" y="336761"/>
                </a:moveTo>
                <a:lnTo>
                  <a:pt x="7720" y="338483"/>
                </a:lnTo>
                <a:lnTo>
                  <a:pt x="5542" y="337622"/>
                </a:lnTo>
                <a:close/>
                <a:moveTo>
                  <a:pt x="12118" y="419117"/>
                </a:moveTo>
                <a:lnTo>
                  <a:pt x="13527" y="420736"/>
                </a:lnTo>
                <a:lnTo>
                  <a:pt x="11413" y="419927"/>
                </a:lnTo>
                <a:close/>
                <a:moveTo>
                  <a:pt x="28213" y="324759"/>
                </a:moveTo>
                <a:lnTo>
                  <a:pt x="29795" y="325273"/>
                </a:lnTo>
                <a:lnTo>
                  <a:pt x="27421" y="325016"/>
                </a:lnTo>
                <a:close/>
                <a:moveTo>
                  <a:pt x="44944" y="68396"/>
                </a:moveTo>
                <a:lnTo>
                  <a:pt x="45453" y="69432"/>
                </a:lnTo>
                <a:lnTo>
                  <a:pt x="44689" y="68914"/>
                </a:lnTo>
                <a:close/>
                <a:moveTo>
                  <a:pt x="63138" y="227143"/>
                </a:moveTo>
                <a:lnTo>
                  <a:pt x="64552" y="227954"/>
                </a:lnTo>
                <a:lnTo>
                  <a:pt x="62431" y="227549"/>
                </a:lnTo>
                <a:close/>
                <a:moveTo>
                  <a:pt x="62489" y="260717"/>
                </a:moveTo>
                <a:lnTo>
                  <a:pt x="63961" y="262048"/>
                </a:lnTo>
                <a:lnTo>
                  <a:pt x="61753" y="261382"/>
                </a:lnTo>
                <a:close/>
                <a:moveTo>
                  <a:pt x="67714" y="73536"/>
                </a:moveTo>
                <a:lnTo>
                  <a:pt x="68135" y="74734"/>
                </a:lnTo>
                <a:lnTo>
                  <a:pt x="67503" y="74135"/>
                </a:lnTo>
                <a:close/>
                <a:moveTo>
                  <a:pt x="56404" y="91638"/>
                </a:moveTo>
                <a:lnTo>
                  <a:pt x="56830" y="93038"/>
                </a:lnTo>
                <a:lnTo>
                  <a:pt x="56192" y="92338"/>
                </a:lnTo>
                <a:close/>
                <a:moveTo>
                  <a:pt x="33550" y="59551"/>
                </a:moveTo>
                <a:lnTo>
                  <a:pt x="35622" y="60729"/>
                </a:lnTo>
                <a:lnTo>
                  <a:pt x="32513" y="60140"/>
                </a:lnTo>
                <a:close/>
                <a:moveTo>
                  <a:pt x="2232" y="112286"/>
                </a:moveTo>
                <a:lnTo>
                  <a:pt x="3205" y="113254"/>
                </a:lnTo>
                <a:lnTo>
                  <a:pt x="1745" y="112770"/>
                </a:lnTo>
                <a:close/>
                <a:moveTo>
                  <a:pt x="39937" y="371519"/>
                </a:moveTo>
                <a:lnTo>
                  <a:pt x="41228" y="371893"/>
                </a:lnTo>
                <a:lnTo>
                  <a:pt x="39291" y="371706"/>
                </a:lnTo>
                <a:close/>
                <a:moveTo>
                  <a:pt x="56055" y="279716"/>
                </a:moveTo>
                <a:lnTo>
                  <a:pt x="57604" y="280311"/>
                </a:lnTo>
                <a:lnTo>
                  <a:pt x="55281" y="280013"/>
                </a:lnTo>
                <a:close/>
                <a:moveTo>
                  <a:pt x="23733" y="1013"/>
                </a:moveTo>
                <a:lnTo>
                  <a:pt x="24754" y="2260"/>
                </a:lnTo>
                <a:lnTo>
                  <a:pt x="23223" y="1636"/>
                </a:lnTo>
                <a:close/>
                <a:moveTo>
                  <a:pt x="62869" y="8455"/>
                </a:moveTo>
                <a:lnTo>
                  <a:pt x="63885" y="9876"/>
                </a:lnTo>
                <a:lnTo>
                  <a:pt x="62361" y="9165"/>
                </a:lnTo>
                <a:close/>
                <a:moveTo>
                  <a:pt x="17602" y="108756"/>
                </a:moveTo>
                <a:lnTo>
                  <a:pt x="18577" y="109895"/>
                </a:lnTo>
                <a:lnTo>
                  <a:pt x="17114" y="109326"/>
                </a:lnTo>
                <a:close/>
                <a:moveTo>
                  <a:pt x="41961" y="266754"/>
                </a:moveTo>
                <a:lnTo>
                  <a:pt x="42802" y="267708"/>
                </a:lnTo>
                <a:lnTo>
                  <a:pt x="41541" y="267231"/>
                </a:lnTo>
                <a:close/>
                <a:moveTo>
                  <a:pt x="38872" y="135949"/>
                </a:moveTo>
                <a:lnTo>
                  <a:pt x="39859" y="136991"/>
                </a:lnTo>
                <a:lnTo>
                  <a:pt x="38379" y="136470"/>
                </a:lnTo>
                <a:close/>
                <a:moveTo>
                  <a:pt x="3944" y="35258"/>
                </a:moveTo>
                <a:lnTo>
                  <a:pt x="5674" y="36989"/>
                </a:lnTo>
                <a:lnTo>
                  <a:pt x="3079" y="36124"/>
                </a:lnTo>
                <a:close/>
                <a:moveTo>
                  <a:pt x="39138" y="54154"/>
                </a:moveTo>
                <a:lnTo>
                  <a:pt x="40326" y="55197"/>
                </a:lnTo>
                <a:lnTo>
                  <a:pt x="38544" y="54675"/>
                </a:lnTo>
                <a:close/>
                <a:moveTo>
                  <a:pt x="25302" y="184700"/>
                </a:moveTo>
                <a:lnTo>
                  <a:pt x="25787" y="185530"/>
                </a:lnTo>
                <a:lnTo>
                  <a:pt x="25060" y="185115"/>
                </a:lnTo>
                <a:close/>
                <a:moveTo>
                  <a:pt x="5498" y="17257"/>
                </a:moveTo>
                <a:lnTo>
                  <a:pt x="6762" y="17894"/>
                </a:lnTo>
                <a:lnTo>
                  <a:pt x="4866" y="17576"/>
                </a:lnTo>
                <a:close/>
                <a:moveTo>
                  <a:pt x="55048" y="253078"/>
                </a:moveTo>
                <a:lnTo>
                  <a:pt x="57059" y="253775"/>
                </a:lnTo>
                <a:lnTo>
                  <a:pt x="54043" y="253426"/>
                </a:lnTo>
                <a:close/>
                <a:moveTo>
                  <a:pt x="6500" y="260355"/>
                </a:moveTo>
                <a:lnTo>
                  <a:pt x="8404" y="260824"/>
                </a:lnTo>
                <a:lnTo>
                  <a:pt x="5548" y="260589"/>
                </a:lnTo>
                <a:close/>
                <a:moveTo>
                  <a:pt x="40424" y="56339"/>
                </a:moveTo>
                <a:lnTo>
                  <a:pt x="42592" y="57275"/>
                </a:lnTo>
                <a:lnTo>
                  <a:pt x="39340" y="56807"/>
                </a:lnTo>
                <a:close/>
                <a:moveTo>
                  <a:pt x="29036" y="359189"/>
                </a:moveTo>
                <a:lnTo>
                  <a:pt x="30551" y="359736"/>
                </a:lnTo>
                <a:lnTo>
                  <a:pt x="28279" y="359463"/>
                </a:lnTo>
                <a:close/>
                <a:moveTo>
                  <a:pt x="39165" y="178527"/>
                </a:moveTo>
                <a:lnTo>
                  <a:pt x="39535" y="180319"/>
                </a:lnTo>
                <a:lnTo>
                  <a:pt x="38980" y="179423"/>
                </a:lnTo>
                <a:close/>
                <a:moveTo>
                  <a:pt x="29132" y="81175"/>
                </a:moveTo>
                <a:lnTo>
                  <a:pt x="31086" y="82889"/>
                </a:lnTo>
                <a:lnTo>
                  <a:pt x="28155" y="82032"/>
                </a:lnTo>
                <a:close/>
                <a:moveTo>
                  <a:pt x="11255" y="412091"/>
                </a:moveTo>
                <a:lnTo>
                  <a:pt x="12541" y="413247"/>
                </a:lnTo>
                <a:lnTo>
                  <a:pt x="10613" y="412669"/>
                </a:lnTo>
                <a:close/>
                <a:moveTo>
                  <a:pt x="15511" y="207601"/>
                </a:moveTo>
                <a:lnTo>
                  <a:pt x="16155" y="208530"/>
                </a:lnTo>
                <a:lnTo>
                  <a:pt x="15189" y="208066"/>
                </a:lnTo>
                <a:close/>
                <a:moveTo>
                  <a:pt x="61484" y="206406"/>
                </a:moveTo>
                <a:lnTo>
                  <a:pt x="62342" y="207585"/>
                </a:lnTo>
                <a:lnTo>
                  <a:pt x="61055" y="206995"/>
                </a:lnTo>
                <a:close/>
                <a:moveTo>
                  <a:pt x="37392" y="213265"/>
                </a:moveTo>
                <a:lnTo>
                  <a:pt x="38090" y="214309"/>
                </a:lnTo>
                <a:lnTo>
                  <a:pt x="37042" y="213787"/>
                </a:lnTo>
                <a:close/>
                <a:moveTo>
                  <a:pt x="47411" y="131815"/>
                </a:moveTo>
                <a:lnTo>
                  <a:pt x="48054" y="133234"/>
                </a:lnTo>
                <a:lnTo>
                  <a:pt x="47089" y="132524"/>
                </a:lnTo>
                <a:close/>
                <a:moveTo>
                  <a:pt x="68194" y="382043"/>
                </a:moveTo>
                <a:lnTo>
                  <a:pt x="69170" y="382757"/>
                </a:lnTo>
                <a:lnTo>
                  <a:pt x="67706" y="382400"/>
                </a:lnTo>
                <a:close/>
                <a:moveTo>
                  <a:pt x="63603" y="294809"/>
                </a:moveTo>
                <a:lnTo>
                  <a:pt x="64651" y="296042"/>
                </a:lnTo>
                <a:lnTo>
                  <a:pt x="63079" y="295425"/>
                </a:lnTo>
                <a:close/>
                <a:moveTo>
                  <a:pt x="60233" y="259424"/>
                </a:moveTo>
                <a:lnTo>
                  <a:pt x="60750" y="259790"/>
                </a:lnTo>
                <a:lnTo>
                  <a:pt x="59974" y="259607"/>
                </a:lnTo>
                <a:close/>
                <a:moveTo>
                  <a:pt x="55731" y="156260"/>
                </a:moveTo>
                <a:lnTo>
                  <a:pt x="56424" y="156663"/>
                </a:lnTo>
                <a:lnTo>
                  <a:pt x="55384" y="156461"/>
                </a:lnTo>
                <a:close/>
                <a:moveTo>
                  <a:pt x="47712" y="360030"/>
                </a:moveTo>
                <a:lnTo>
                  <a:pt x="48886" y="361456"/>
                </a:lnTo>
                <a:lnTo>
                  <a:pt x="47125" y="360743"/>
                </a:lnTo>
                <a:close/>
                <a:moveTo>
                  <a:pt x="24168" y="280632"/>
                </a:moveTo>
                <a:lnTo>
                  <a:pt x="26276" y="281388"/>
                </a:lnTo>
                <a:lnTo>
                  <a:pt x="23114" y="281010"/>
                </a:lnTo>
                <a:close/>
                <a:moveTo>
                  <a:pt x="41675" y="2724"/>
                </a:moveTo>
                <a:lnTo>
                  <a:pt x="42028" y="3564"/>
                </a:lnTo>
                <a:lnTo>
                  <a:pt x="41499" y="3144"/>
                </a:lnTo>
                <a:close/>
                <a:moveTo>
                  <a:pt x="40648" y="435910"/>
                </a:moveTo>
                <a:lnTo>
                  <a:pt x="42504" y="436413"/>
                </a:lnTo>
                <a:lnTo>
                  <a:pt x="39720" y="436162"/>
                </a:lnTo>
                <a:close/>
                <a:moveTo>
                  <a:pt x="51231" y="256419"/>
                </a:moveTo>
                <a:lnTo>
                  <a:pt x="53184" y="257000"/>
                </a:lnTo>
                <a:lnTo>
                  <a:pt x="50255" y="256709"/>
                </a:lnTo>
                <a:close/>
                <a:moveTo>
                  <a:pt x="29320" y="325108"/>
                </a:moveTo>
                <a:lnTo>
                  <a:pt x="31440" y="326469"/>
                </a:lnTo>
                <a:lnTo>
                  <a:pt x="28260" y="325788"/>
                </a:lnTo>
                <a:close/>
                <a:moveTo>
                  <a:pt x="25428" y="228033"/>
                </a:moveTo>
                <a:lnTo>
                  <a:pt x="27511" y="228880"/>
                </a:lnTo>
                <a:lnTo>
                  <a:pt x="24387" y="228457"/>
                </a:lnTo>
                <a:close/>
                <a:moveTo>
                  <a:pt x="54713" y="25177"/>
                </a:moveTo>
                <a:lnTo>
                  <a:pt x="56642" y="26318"/>
                </a:lnTo>
                <a:lnTo>
                  <a:pt x="53749" y="25747"/>
                </a:lnTo>
                <a:close/>
                <a:moveTo>
                  <a:pt x="63053" y="130730"/>
                </a:moveTo>
                <a:lnTo>
                  <a:pt x="65159" y="131569"/>
                </a:lnTo>
                <a:lnTo>
                  <a:pt x="62000" y="131149"/>
                </a:lnTo>
                <a:close/>
                <a:moveTo>
                  <a:pt x="38932" y="93785"/>
                </a:moveTo>
                <a:lnTo>
                  <a:pt x="39536" y="94904"/>
                </a:lnTo>
                <a:lnTo>
                  <a:pt x="38631" y="94344"/>
                </a:lnTo>
                <a:close/>
                <a:moveTo>
                  <a:pt x="9404" y="311897"/>
                </a:moveTo>
                <a:lnTo>
                  <a:pt x="11202" y="312917"/>
                </a:lnTo>
                <a:lnTo>
                  <a:pt x="8505" y="312407"/>
                </a:lnTo>
                <a:close/>
                <a:moveTo>
                  <a:pt x="5605" y="290257"/>
                </a:moveTo>
                <a:lnTo>
                  <a:pt x="6157" y="291831"/>
                </a:lnTo>
                <a:lnTo>
                  <a:pt x="5329" y="291044"/>
                </a:lnTo>
                <a:close/>
                <a:moveTo>
                  <a:pt x="4075" y="74250"/>
                </a:moveTo>
                <a:lnTo>
                  <a:pt x="6148" y="75477"/>
                </a:lnTo>
                <a:lnTo>
                  <a:pt x="3039" y="74864"/>
                </a:lnTo>
                <a:close/>
                <a:moveTo>
                  <a:pt x="16891" y="377381"/>
                </a:moveTo>
                <a:lnTo>
                  <a:pt x="18887" y="377844"/>
                </a:lnTo>
                <a:lnTo>
                  <a:pt x="15893" y="377612"/>
                </a:lnTo>
                <a:close/>
                <a:moveTo>
                  <a:pt x="51205" y="417825"/>
                </a:moveTo>
                <a:lnTo>
                  <a:pt x="53286" y="418436"/>
                </a:lnTo>
                <a:lnTo>
                  <a:pt x="50164" y="418131"/>
                </a:lnTo>
                <a:close/>
                <a:moveTo>
                  <a:pt x="5295" y="282521"/>
                </a:moveTo>
                <a:lnTo>
                  <a:pt x="6546" y="282844"/>
                </a:lnTo>
                <a:lnTo>
                  <a:pt x="4670" y="282682"/>
                </a:lnTo>
                <a:close/>
                <a:moveTo>
                  <a:pt x="36006" y="247607"/>
                </a:moveTo>
                <a:lnTo>
                  <a:pt x="37580" y="247981"/>
                </a:lnTo>
                <a:lnTo>
                  <a:pt x="35219" y="247794"/>
                </a:lnTo>
                <a:close/>
                <a:moveTo>
                  <a:pt x="45520" y="43350"/>
                </a:moveTo>
                <a:lnTo>
                  <a:pt x="46361" y="44554"/>
                </a:lnTo>
                <a:lnTo>
                  <a:pt x="45100" y="43952"/>
                </a:lnTo>
                <a:close/>
                <a:moveTo>
                  <a:pt x="58175" y="262669"/>
                </a:moveTo>
                <a:lnTo>
                  <a:pt x="60281" y="263557"/>
                </a:lnTo>
                <a:lnTo>
                  <a:pt x="57122" y="263113"/>
                </a:lnTo>
                <a:close/>
                <a:moveTo>
                  <a:pt x="36406" y="31640"/>
                </a:moveTo>
                <a:lnTo>
                  <a:pt x="36898" y="32366"/>
                </a:lnTo>
                <a:lnTo>
                  <a:pt x="36159" y="32003"/>
                </a:lnTo>
                <a:close/>
                <a:moveTo>
                  <a:pt x="62531" y="240188"/>
                </a:moveTo>
                <a:lnTo>
                  <a:pt x="63359" y="241362"/>
                </a:lnTo>
                <a:lnTo>
                  <a:pt x="62117" y="240775"/>
                </a:lnTo>
                <a:close/>
                <a:moveTo>
                  <a:pt x="3867" y="369264"/>
                </a:moveTo>
                <a:lnTo>
                  <a:pt x="5846" y="369657"/>
                </a:lnTo>
                <a:lnTo>
                  <a:pt x="2877" y="369460"/>
                </a:lnTo>
                <a:close/>
                <a:moveTo>
                  <a:pt x="6395" y="153435"/>
                </a:moveTo>
                <a:lnTo>
                  <a:pt x="7865" y="155004"/>
                </a:lnTo>
                <a:lnTo>
                  <a:pt x="5661" y="154219"/>
                </a:lnTo>
                <a:close/>
                <a:moveTo>
                  <a:pt x="41914" y="219301"/>
                </a:moveTo>
                <a:lnTo>
                  <a:pt x="42714" y="220479"/>
                </a:lnTo>
                <a:lnTo>
                  <a:pt x="41515" y="219890"/>
                </a:lnTo>
                <a:close/>
                <a:moveTo>
                  <a:pt x="16383" y="240627"/>
                </a:moveTo>
                <a:lnTo>
                  <a:pt x="18012" y="241485"/>
                </a:lnTo>
                <a:lnTo>
                  <a:pt x="15569" y="241056"/>
                </a:lnTo>
                <a:close/>
                <a:moveTo>
                  <a:pt x="27099" y="299335"/>
                </a:moveTo>
                <a:lnTo>
                  <a:pt x="27598" y="301021"/>
                </a:lnTo>
                <a:lnTo>
                  <a:pt x="26849" y="300178"/>
                </a:lnTo>
                <a:close/>
                <a:moveTo>
                  <a:pt x="44636" y="112765"/>
                </a:moveTo>
                <a:lnTo>
                  <a:pt x="46160" y="113558"/>
                </a:lnTo>
                <a:lnTo>
                  <a:pt x="43873" y="113161"/>
                </a:lnTo>
                <a:close/>
                <a:moveTo>
                  <a:pt x="62816" y="259102"/>
                </a:moveTo>
                <a:lnTo>
                  <a:pt x="63516" y="259672"/>
                </a:lnTo>
                <a:lnTo>
                  <a:pt x="62466" y="259387"/>
                </a:lnTo>
                <a:close/>
                <a:moveTo>
                  <a:pt x="51452" y="213431"/>
                </a:moveTo>
                <a:lnTo>
                  <a:pt x="52784" y="214572"/>
                </a:lnTo>
                <a:lnTo>
                  <a:pt x="50786" y="214002"/>
                </a:lnTo>
                <a:close/>
                <a:moveTo>
                  <a:pt x="45557" y="402418"/>
                </a:moveTo>
                <a:lnTo>
                  <a:pt x="46529" y="403132"/>
                </a:lnTo>
                <a:lnTo>
                  <a:pt x="45071" y="402775"/>
                </a:lnTo>
                <a:close/>
                <a:moveTo>
                  <a:pt x="28834" y="228776"/>
                </a:moveTo>
                <a:lnTo>
                  <a:pt x="30176" y="229166"/>
                </a:lnTo>
                <a:lnTo>
                  <a:pt x="28164" y="228971"/>
                </a:lnTo>
                <a:close/>
                <a:moveTo>
                  <a:pt x="55903" y="389051"/>
                </a:moveTo>
                <a:lnTo>
                  <a:pt x="56881" y="390088"/>
                </a:lnTo>
                <a:lnTo>
                  <a:pt x="55414" y="389569"/>
                </a:lnTo>
                <a:close/>
                <a:moveTo>
                  <a:pt x="53899" y="129143"/>
                </a:moveTo>
                <a:lnTo>
                  <a:pt x="54390" y="130042"/>
                </a:lnTo>
                <a:lnTo>
                  <a:pt x="53653" y="129593"/>
                </a:lnTo>
                <a:close/>
                <a:moveTo>
                  <a:pt x="60191" y="243093"/>
                </a:moveTo>
                <a:lnTo>
                  <a:pt x="61800" y="244462"/>
                </a:lnTo>
                <a:lnTo>
                  <a:pt x="59387" y="243778"/>
                </a:lnTo>
                <a:close/>
                <a:moveTo>
                  <a:pt x="31572" y="296338"/>
                </a:moveTo>
                <a:lnTo>
                  <a:pt x="32120" y="297128"/>
                </a:lnTo>
                <a:lnTo>
                  <a:pt x="31298" y="296733"/>
                </a:lnTo>
                <a:close/>
                <a:moveTo>
                  <a:pt x="69428" y="45271"/>
                </a:moveTo>
                <a:lnTo>
                  <a:pt x="71450" y="46968"/>
                </a:lnTo>
                <a:lnTo>
                  <a:pt x="68417" y="46119"/>
                </a:lnTo>
                <a:close/>
                <a:moveTo>
                  <a:pt x="67218" y="306169"/>
                </a:moveTo>
                <a:lnTo>
                  <a:pt x="68980" y="307174"/>
                </a:lnTo>
                <a:lnTo>
                  <a:pt x="66337" y="306672"/>
                </a:lnTo>
                <a:close/>
                <a:moveTo>
                  <a:pt x="10675" y="333715"/>
                </a:moveTo>
                <a:lnTo>
                  <a:pt x="12547" y="335036"/>
                </a:lnTo>
                <a:lnTo>
                  <a:pt x="9739" y="334376"/>
                </a:lnTo>
                <a:close/>
                <a:moveTo>
                  <a:pt x="40364" y="247374"/>
                </a:moveTo>
                <a:lnTo>
                  <a:pt x="42289" y="248469"/>
                </a:lnTo>
                <a:lnTo>
                  <a:pt x="39401" y="247922"/>
                </a:lnTo>
                <a:close/>
                <a:moveTo>
                  <a:pt x="18324" y="28389"/>
                </a:moveTo>
                <a:lnTo>
                  <a:pt x="20435" y="29686"/>
                </a:lnTo>
                <a:lnTo>
                  <a:pt x="17268" y="29038"/>
                </a:lnTo>
                <a:close/>
                <a:moveTo>
                  <a:pt x="67566" y="418258"/>
                </a:moveTo>
                <a:lnTo>
                  <a:pt x="69645" y="418944"/>
                </a:lnTo>
                <a:lnTo>
                  <a:pt x="66526" y="418601"/>
                </a:lnTo>
                <a:close/>
                <a:moveTo>
                  <a:pt x="7334" y="308682"/>
                </a:moveTo>
                <a:lnTo>
                  <a:pt x="9181" y="309198"/>
                </a:lnTo>
                <a:lnTo>
                  <a:pt x="6410" y="308940"/>
                </a:lnTo>
                <a:close/>
                <a:moveTo>
                  <a:pt x="47652" y="266921"/>
                </a:moveTo>
                <a:lnTo>
                  <a:pt x="49761" y="267324"/>
                </a:lnTo>
                <a:lnTo>
                  <a:pt x="46597" y="267122"/>
                </a:lnTo>
                <a:close/>
                <a:moveTo>
                  <a:pt x="68261" y="317484"/>
                </a:moveTo>
                <a:lnTo>
                  <a:pt x="69127" y="318214"/>
                </a:lnTo>
                <a:lnTo>
                  <a:pt x="67828" y="317849"/>
                </a:lnTo>
                <a:close/>
                <a:moveTo>
                  <a:pt x="43457" y="102542"/>
                </a:moveTo>
                <a:lnTo>
                  <a:pt x="44907" y="103857"/>
                </a:lnTo>
                <a:lnTo>
                  <a:pt x="42733" y="103200"/>
                </a:lnTo>
                <a:close/>
                <a:moveTo>
                  <a:pt x="16686" y="222977"/>
                </a:moveTo>
                <a:lnTo>
                  <a:pt x="17536" y="223297"/>
                </a:lnTo>
                <a:lnTo>
                  <a:pt x="16261" y="223137"/>
                </a:lnTo>
                <a:close/>
                <a:moveTo>
                  <a:pt x="62408" y="128961"/>
                </a:moveTo>
                <a:lnTo>
                  <a:pt x="62980" y="129740"/>
                </a:lnTo>
                <a:lnTo>
                  <a:pt x="62121" y="129350"/>
                </a:lnTo>
                <a:close/>
                <a:moveTo>
                  <a:pt x="32702" y="184440"/>
                </a:moveTo>
                <a:lnTo>
                  <a:pt x="34134" y="185744"/>
                </a:lnTo>
                <a:lnTo>
                  <a:pt x="31986" y="185092"/>
                </a:lnTo>
                <a:close/>
                <a:moveTo>
                  <a:pt x="69446" y="396579"/>
                </a:moveTo>
                <a:lnTo>
                  <a:pt x="71484" y="397549"/>
                </a:lnTo>
                <a:lnTo>
                  <a:pt x="68426" y="397064"/>
                </a:lnTo>
                <a:close/>
                <a:moveTo>
                  <a:pt x="38109" y="168994"/>
                </a:moveTo>
                <a:lnTo>
                  <a:pt x="38903" y="170454"/>
                </a:lnTo>
                <a:lnTo>
                  <a:pt x="37712" y="169724"/>
                </a:lnTo>
                <a:close/>
                <a:moveTo>
                  <a:pt x="63452" y="182987"/>
                </a:moveTo>
                <a:lnTo>
                  <a:pt x="64918" y="183889"/>
                </a:lnTo>
                <a:lnTo>
                  <a:pt x="62719" y="183438"/>
                </a:lnTo>
                <a:close/>
                <a:moveTo>
                  <a:pt x="11977" y="142789"/>
                </a:moveTo>
                <a:lnTo>
                  <a:pt x="13018" y="143915"/>
                </a:lnTo>
                <a:lnTo>
                  <a:pt x="11457" y="143352"/>
                </a:lnTo>
                <a:close/>
                <a:moveTo>
                  <a:pt x="7338" y="28469"/>
                </a:moveTo>
                <a:lnTo>
                  <a:pt x="9504" y="30247"/>
                </a:lnTo>
                <a:lnTo>
                  <a:pt x="6255" y="29358"/>
                </a:lnTo>
                <a:close/>
                <a:moveTo>
                  <a:pt x="68759" y="292465"/>
                </a:moveTo>
                <a:lnTo>
                  <a:pt x="69970" y="292803"/>
                </a:lnTo>
                <a:lnTo>
                  <a:pt x="68154" y="292634"/>
                </a:lnTo>
                <a:close/>
                <a:moveTo>
                  <a:pt x="8008" y="421938"/>
                </a:moveTo>
                <a:lnTo>
                  <a:pt x="8786" y="423336"/>
                </a:lnTo>
                <a:lnTo>
                  <a:pt x="7619" y="422637"/>
                </a:lnTo>
                <a:close/>
                <a:moveTo>
                  <a:pt x="21476" y="257231"/>
                </a:moveTo>
                <a:lnTo>
                  <a:pt x="22627" y="257556"/>
                </a:lnTo>
                <a:lnTo>
                  <a:pt x="20901" y="257394"/>
                </a:lnTo>
                <a:close/>
                <a:moveTo>
                  <a:pt x="3819" y="114223"/>
                </a:moveTo>
                <a:lnTo>
                  <a:pt x="4269" y="114894"/>
                </a:lnTo>
                <a:lnTo>
                  <a:pt x="3594" y="114559"/>
                </a:lnTo>
                <a:close/>
                <a:moveTo>
                  <a:pt x="66617" y="102773"/>
                </a:moveTo>
                <a:lnTo>
                  <a:pt x="67850" y="103802"/>
                </a:lnTo>
                <a:lnTo>
                  <a:pt x="66000" y="103288"/>
                </a:lnTo>
                <a:close/>
                <a:moveTo>
                  <a:pt x="59553" y="431982"/>
                </a:moveTo>
                <a:lnTo>
                  <a:pt x="60319" y="432940"/>
                </a:lnTo>
                <a:lnTo>
                  <a:pt x="59170" y="432461"/>
                </a:lnTo>
                <a:close/>
                <a:moveTo>
                  <a:pt x="7367" y="190593"/>
                </a:moveTo>
                <a:lnTo>
                  <a:pt x="9018" y="191855"/>
                </a:lnTo>
                <a:lnTo>
                  <a:pt x="6541" y="191224"/>
                </a:lnTo>
                <a:close/>
                <a:moveTo>
                  <a:pt x="14147" y="146976"/>
                </a:moveTo>
                <a:lnTo>
                  <a:pt x="14601" y="148410"/>
                </a:lnTo>
                <a:lnTo>
                  <a:pt x="13920" y="147693"/>
                </a:lnTo>
                <a:close/>
                <a:moveTo>
                  <a:pt x="7234" y="203359"/>
                </a:moveTo>
                <a:lnTo>
                  <a:pt x="8935" y="204070"/>
                </a:lnTo>
                <a:lnTo>
                  <a:pt x="6383" y="203715"/>
                </a:lnTo>
                <a:close/>
                <a:moveTo>
                  <a:pt x="30825" y="55839"/>
                </a:moveTo>
                <a:lnTo>
                  <a:pt x="31189" y="57501"/>
                </a:lnTo>
                <a:lnTo>
                  <a:pt x="30643" y="56670"/>
                </a:lnTo>
                <a:close/>
                <a:moveTo>
                  <a:pt x="62033" y="173726"/>
                </a:moveTo>
                <a:lnTo>
                  <a:pt x="63721" y="174383"/>
                </a:lnTo>
                <a:lnTo>
                  <a:pt x="61188" y="174055"/>
                </a:lnTo>
                <a:close/>
                <a:moveTo>
                  <a:pt x="8248" y="184244"/>
                </a:moveTo>
                <a:lnTo>
                  <a:pt x="9312" y="185182"/>
                </a:lnTo>
                <a:lnTo>
                  <a:pt x="7715" y="184713"/>
                </a:lnTo>
                <a:close/>
                <a:moveTo>
                  <a:pt x="52764" y="159442"/>
                </a:moveTo>
                <a:lnTo>
                  <a:pt x="54316" y="160821"/>
                </a:lnTo>
                <a:lnTo>
                  <a:pt x="51988" y="160131"/>
                </a:lnTo>
                <a:close/>
                <a:moveTo>
                  <a:pt x="16585" y="322563"/>
                </a:moveTo>
                <a:lnTo>
                  <a:pt x="17694" y="324071"/>
                </a:lnTo>
                <a:lnTo>
                  <a:pt x="16030" y="323317"/>
                </a:lnTo>
                <a:close/>
                <a:moveTo>
                  <a:pt x="4494" y="333561"/>
                </a:moveTo>
                <a:lnTo>
                  <a:pt x="5410" y="335321"/>
                </a:lnTo>
                <a:lnTo>
                  <a:pt x="4036" y="334441"/>
                </a:lnTo>
                <a:close/>
                <a:moveTo>
                  <a:pt x="18647" y="231663"/>
                </a:moveTo>
                <a:lnTo>
                  <a:pt x="20222" y="232217"/>
                </a:lnTo>
                <a:lnTo>
                  <a:pt x="17859" y="231940"/>
                </a:lnTo>
                <a:close/>
                <a:moveTo>
                  <a:pt x="30545" y="429974"/>
                </a:moveTo>
                <a:lnTo>
                  <a:pt x="31687" y="431398"/>
                </a:lnTo>
                <a:lnTo>
                  <a:pt x="29975" y="430686"/>
                </a:lnTo>
                <a:close/>
                <a:moveTo>
                  <a:pt x="35159" y="237476"/>
                </a:moveTo>
                <a:lnTo>
                  <a:pt x="36514" y="238331"/>
                </a:lnTo>
                <a:lnTo>
                  <a:pt x="34481" y="237903"/>
                </a:lnTo>
                <a:close/>
                <a:moveTo>
                  <a:pt x="31084" y="124348"/>
                </a:moveTo>
                <a:lnTo>
                  <a:pt x="32464" y="125979"/>
                </a:lnTo>
                <a:lnTo>
                  <a:pt x="30394" y="125163"/>
                </a:lnTo>
                <a:close/>
                <a:moveTo>
                  <a:pt x="55359" y="258525"/>
                </a:moveTo>
                <a:lnTo>
                  <a:pt x="56351" y="259625"/>
                </a:lnTo>
                <a:lnTo>
                  <a:pt x="54864" y="259075"/>
                </a:lnTo>
                <a:close/>
                <a:moveTo>
                  <a:pt x="62543" y="322434"/>
                </a:moveTo>
                <a:lnTo>
                  <a:pt x="63477" y="322905"/>
                </a:lnTo>
                <a:lnTo>
                  <a:pt x="62075" y="322670"/>
                </a:lnTo>
                <a:close/>
                <a:moveTo>
                  <a:pt x="22554" y="270030"/>
                </a:moveTo>
                <a:lnTo>
                  <a:pt x="24339" y="270742"/>
                </a:lnTo>
                <a:lnTo>
                  <a:pt x="21662" y="270386"/>
                </a:lnTo>
                <a:close/>
                <a:moveTo>
                  <a:pt x="26560" y="250056"/>
                </a:moveTo>
                <a:lnTo>
                  <a:pt x="28288" y="251237"/>
                </a:lnTo>
                <a:lnTo>
                  <a:pt x="25696" y="250647"/>
                </a:lnTo>
                <a:close/>
                <a:moveTo>
                  <a:pt x="21015" y="137806"/>
                </a:moveTo>
                <a:lnTo>
                  <a:pt x="22176" y="138902"/>
                </a:lnTo>
                <a:lnTo>
                  <a:pt x="20434" y="138354"/>
                </a:lnTo>
                <a:close/>
                <a:moveTo>
                  <a:pt x="41199" y="358931"/>
                </a:moveTo>
                <a:lnTo>
                  <a:pt x="41572" y="359626"/>
                </a:lnTo>
                <a:lnTo>
                  <a:pt x="41012" y="359279"/>
                </a:lnTo>
                <a:close/>
                <a:moveTo>
                  <a:pt x="5677" y="170636"/>
                </a:moveTo>
                <a:lnTo>
                  <a:pt x="7734" y="172149"/>
                </a:lnTo>
                <a:lnTo>
                  <a:pt x="4649" y="171392"/>
                </a:lnTo>
                <a:close/>
                <a:moveTo>
                  <a:pt x="30608" y="256601"/>
                </a:moveTo>
                <a:lnTo>
                  <a:pt x="32204" y="257219"/>
                </a:lnTo>
                <a:lnTo>
                  <a:pt x="29810" y="256910"/>
                </a:lnTo>
                <a:close/>
                <a:moveTo>
                  <a:pt x="11901" y="337184"/>
                </a:moveTo>
                <a:lnTo>
                  <a:pt x="13175" y="338100"/>
                </a:lnTo>
                <a:lnTo>
                  <a:pt x="11264" y="337642"/>
                </a:lnTo>
                <a:close/>
                <a:moveTo>
                  <a:pt x="21912" y="375919"/>
                </a:moveTo>
                <a:lnTo>
                  <a:pt x="22266" y="377040"/>
                </a:lnTo>
                <a:lnTo>
                  <a:pt x="21735" y="376479"/>
                </a:lnTo>
                <a:close/>
                <a:moveTo>
                  <a:pt x="60946" y="68733"/>
                </a:moveTo>
                <a:lnTo>
                  <a:pt x="62246" y="70409"/>
                </a:lnTo>
                <a:lnTo>
                  <a:pt x="60296" y="69571"/>
                </a:lnTo>
                <a:close/>
                <a:moveTo>
                  <a:pt x="15245" y="393703"/>
                </a:moveTo>
                <a:lnTo>
                  <a:pt x="16911" y="394143"/>
                </a:lnTo>
                <a:lnTo>
                  <a:pt x="14411" y="393923"/>
                </a:lnTo>
                <a:close/>
                <a:moveTo>
                  <a:pt x="55664" y="176022"/>
                </a:moveTo>
                <a:lnTo>
                  <a:pt x="57847" y="176938"/>
                </a:lnTo>
                <a:lnTo>
                  <a:pt x="54573" y="176480"/>
                </a:lnTo>
                <a:close/>
                <a:moveTo>
                  <a:pt x="28577" y="245962"/>
                </a:moveTo>
                <a:lnTo>
                  <a:pt x="30474" y="246996"/>
                </a:lnTo>
                <a:lnTo>
                  <a:pt x="27629" y="246479"/>
                </a:lnTo>
                <a:close/>
                <a:moveTo>
                  <a:pt x="17235" y="12813"/>
                </a:moveTo>
                <a:lnTo>
                  <a:pt x="18119" y="14296"/>
                </a:lnTo>
                <a:lnTo>
                  <a:pt x="16793" y="13554"/>
                </a:lnTo>
                <a:close/>
                <a:moveTo>
                  <a:pt x="45624" y="221570"/>
                </a:moveTo>
                <a:lnTo>
                  <a:pt x="46202" y="223041"/>
                </a:lnTo>
                <a:lnTo>
                  <a:pt x="45335" y="222305"/>
                </a:lnTo>
                <a:close/>
                <a:moveTo>
                  <a:pt x="17348" y="394489"/>
                </a:moveTo>
                <a:lnTo>
                  <a:pt x="19128" y="395551"/>
                </a:lnTo>
                <a:lnTo>
                  <a:pt x="16458" y="395020"/>
                </a:lnTo>
                <a:close/>
                <a:moveTo>
                  <a:pt x="53073" y="156565"/>
                </a:moveTo>
                <a:lnTo>
                  <a:pt x="53966" y="157432"/>
                </a:lnTo>
                <a:lnTo>
                  <a:pt x="52626" y="156999"/>
                </a:lnTo>
                <a:close/>
                <a:moveTo>
                  <a:pt x="4387" y="122352"/>
                </a:moveTo>
                <a:lnTo>
                  <a:pt x="4822" y="123254"/>
                </a:lnTo>
                <a:lnTo>
                  <a:pt x="4169" y="122803"/>
                </a:lnTo>
                <a:close/>
                <a:moveTo>
                  <a:pt x="13489" y="294959"/>
                </a:moveTo>
                <a:lnTo>
                  <a:pt x="15239" y="296606"/>
                </a:lnTo>
                <a:lnTo>
                  <a:pt x="12614" y="295783"/>
                </a:lnTo>
                <a:close/>
                <a:moveTo>
                  <a:pt x="46614" y="395880"/>
                </a:moveTo>
                <a:lnTo>
                  <a:pt x="48172" y="396702"/>
                </a:lnTo>
                <a:lnTo>
                  <a:pt x="45835" y="396291"/>
                </a:lnTo>
                <a:close/>
                <a:moveTo>
                  <a:pt x="21179" y="168362"/>
                </a:moveTo>
                <a:lnTo>
                  <a:pt x="22169" y="169977"/>
                </a:lnTo>
                <a:lnTo>
                  <a:pt x="20684" y="169169"/>
                </a:lnTo>
                <a:close/>
                <a:moveTo>
                  <a:pt x="26318" y="394433"/>
                </a:moveTo>
                <a:lnTo>
                  <a:pt x="27322" y="395011"/>
                </a:lnTo>
                <a:lnTo>
                  <a:pt x="25816" y="394722"/>
                </a:lnTo>
                <a:close/>
                <a:moveTo>
                  <a:pt x="62157" y="120088"/>
                </a:moveTo>
                <a:lnTo>
                  <a:pt x="62891" y="121704"/>
                </a:lnTo>
                <a:lnTo>
                  <a:pt x="61790" y="120896"/>
                </a:lnTo>
                <a:close/>
                <a:moveTo>
                  <a:pt x="68797" y="224895"/>
                </a:moveTo>
                <a:lnTo>
                  <a:pt x="70642" y="225465"/>
                </a:lnTo>
                <a:lnTo>
                  <a:pt x="67874" y="225180"/>
                </a:lnTo>
                <a:close/>
                <a:moveTo>
                  <a:pt x="14659" y="198835"/>
                </a:moveTo>
                <a:lnTo>
                  <a:pt x="15100" y="200306"/>
                </a:lnTo>
                <a:lnTo>
                  <a:pt x="14438" y="199570"/>
                </a:lnTo>
                <a:close/>
                <a:moveTo>
                  <a:pt x="55497" y="413739"/>
                </a:moveTo>
                <a:lnTo>
                  <a:pt x="56876" y="415211"/>
                </a:lnTo>
                <a:lnTo>
                  <a:pt x="54808" y="414475"/>
                </a:lnTo>
                <a:close/>
                <a:moveTo>
                  <a:pt x="66462" y="56205"/>
                </a:moveTo>
                <a:lnTo>
                  <a:pt x="68304" y="57321"/>
                </a:lnTo>
                <a:lnTo>
                  <a:pt x="65541" y="56763"/>
                </a:lnTo>
                <a:close/>
                <a:moveTo>
                  <a:pt x="29642" y="274855"/>
                </a:moveTo>
                <a:lnTo>
                  <a:pt x="31611" y="276003"/>
                </a:lnTo>
                <a:lnTo>
                  <a:pt x="28657" y="275429"/>
                </a:lnTo>
                <a:close/>
                <a:moveTo>
                  <a:pt x="62393" y="122806"/>
                </a:moveTo>
                <a:lnTo>
                  <a:pt x="63958" y="123443"/>
                </a:lnTo>
                <a:lnTo>
                  <a:pt x="61611" y="123125"/>
                </a:lnTo>
                <a:close/>
                <a:moveTo>
                  <a:pt x="34753" y="136918"/>
                </a:moveTo>
                <a:lnTo>
                  <a:pt x="36816" y="137511"/>
                </a:lnTo>
                <a:lnTo>
                  <a:pt x="33722" y="137215"/>
                </a:lnTo>
                <a:close/>
                <a:moveTo>
                  <a:pt x="18182" y="164072"/>
                </a:moveTo>
                <a:lnTo>
                  <a:pt x="19379" y="165663"/>
                </a:lnTo>
                <a:lnTo>
                  <a:pt x="17584" y="164867"/>
                </a:lnTo>
                <a:close/>
                <a:moveTo>
                  <a:pt x="33824" y="270722"/>
                </a:moveTo>
                <a:lnTo>
                  <a:pt x="35739" y="272461"/>
                </a:lnTo>
                <a:lnTo>
                  <a:pt x="32866" y="271591"/>
                </a:lnTo>
                <a:close/>
                <a:moveTo>
                  <a:pt x="21110" y="336725"/>
                </a:moveTo>
                <a:lnTo>
                  <a:pt x="22045" y="337155"/>
                </a:lnTo>
                <a:lnTo>
                  <a:pt x="20643" y="336940"/>
                </a:lnTo>
                <a:close/>
                <a:moveTo>
                  <a:pt x="56298" y="419397"/>
                </a:moveTo>
                <a:lnTo>
                  <a:pt x="56977" y="419945"/>
                </a:lnTo>
                <a:lnTo>
                  <a:pt x="55959" y="419671"/>
                </a:lnTo>
                <a:close/>
                <a:moveTo>
                  <a:pt x="46639" y="26030"/>
                </a:moveTo>
                <a:lnTo>
                  <a:pt x="47881" y="26766"/>
                </a:lnTo>
                <a:lnTo>
                  <a:pt x="46018" y="26398"/>
                </a:lnTo>
                <a:close/>
                <a:moveTo>
                  <a:pt x="2031" y="161437"/>
                </a:moveTo>
                <a:lnTo>
                  <a:pt x="3475" y="162571"/>
                </a:lnTo>
                <a:lnTo>
                  <a:pt x="1309" y="162004"/>
                </a:lnTo>
                <a:close/>
                <a:moveTo>
                  <a:pt x="54426" y="192480"/>
                </a:moveTo>
                <a:lnTo>
                  <a:pt x="55863" y="193170"/>
                </a:lnTo>
                <a:lnTo>
                  <a:pt x="53708" y="192825"/>
                </a:lnTo>
                <a:close/>
                <a:moveTo>
                  <a:pt x="1749" y="22104"/>
                </a:moveTo>
                <a:lnTo>
                  <a:pt x="2622" y="23529"/>
                </a:lnTo>
                <a:lnTo>
                  <a:pt x="1313" y="22816"/>
                </a:lnTo>
                <a:close/>
                <a:moveTo>
                  <a:pt x="3275" y="63406"/>
                </a:moveTo>
                <a:lnTo>
                  <a:pt x="4541" y="64206"/>
                </a:lnTo>
                <a:lnTo>
                  <a:pt x="2642" y="63806"/>
                </a:lnTo>
                <a:close/>
                <a:moveTo>
                  <a:pt x="6470" y="432237"/>
                </a:moveTo>
                <a:lnTo>
                  <a:pt x="7445" y="433961"/>
                </a:lnTo>
                <a:lnTo>
                  <a:pt x="5982" y="433099"/>
                </a:lnTo>
                <a:close/>
                <a:moveTo>
                  <a:pt x="17799" y="134153"/>
                </a:moveTo>
                <a:lnTo>
                  <a:pt x="18800" y="134782"/>
                </a:lnTo>
                <a:lnTo>
                  <a:pt x="17299" y="134467"/>
                </a:lnTo>
                <a:close/>
                <a:moveTo>
                  <a:pt x="21148" y="237683"/>
                </a:moveTo>
                <a:lnTo>
                  <a:pt x="21579" y="238197"/>
                </a:lnTo>
                <a:lnTo>
                  <a:pt x="20932" y="237940"/>
                </a:lnTo>
                <a:close/>
                <a:moveTo>
                  <a:pt x="65295" y="311308"/>
                </a:moveTo>
                <a:lnTo>
                  <a:pt x="66251" y="312331"/>
                </a:lnTo>
                <a:lnTo>
                  <a:pt x="64817" y="311819"/>
                </a:lnTo>
                <a:close/>
                <a:moveTo>
                  <a:pt x="3668" y="285725"/>
                </a:moveTo>
                <a:lnTo>
                  <a:pt x="4844" y="286838"/>
                </a:lnTo>
                <a:lnTo>
                  <a:pt x="3080" y="286281"/>
                </a:lnTo>
                <a:close/>
                <a:moveTo>
                  <a:pt x="21559" y="343527"/>
                </a:moveTo>
                <a:lnTo>
                  <a:pt x="23094" y="344219"/>
                </a:lnTo>
                <a:lnTo>
                  <a:pt x="20791" y="343873"/>
                </a:lnTo>
                <a:close/>
                <a:moveTo>
                  <a:pt x="33345" y="81409"/>
                </a:moveTo>
                <a:lnTo>
                  <a:pt x="34038" y="82085"/>
                </a:lnTo>
                <a:lnTo>
                  <a:pt x="32999" y="81747"/>
                </a:lnTo>
                <a:close/>
                <a:moveTo>
                  <a:pt x="42589" y="8573"/>
                </a:moveTo>
                <a:lnTo>
                  <a:pt x="43729" y="9883"/>
                </a:lnTo>
                <a:lnTo>
                  <a:pt x="42019" y="9228"/>
                </a:lnTo>
                <a:close/>
                <a:moveTo>
                  <a:pt x="21485" y="383789"/>
                </a:moveTo>
                <a:lnTo>
                  <a:pt x="22798" y="385012"/>
                </a:lnTo>
                <a:lnTo>
                  <a:pt x="20828" y="384400"/>
                </a:lnTo>
                <a:close/>
                <a:moveTo>
                  <a:pt x="20545" y="377575"/>
                </a:moveTo>
                <a:lnTo>
                  <a:pt x="22203" y="378925"/>
                </a:lnTo>
                <a:lnTo>
                  <a:pt x="19716" y="378250"/>
                </a:lnTo>
                <a:close/>
                <a:moveTo>
                  <a:pt x="1790" y="129531"/>
                </a:moveTo>
                <a:lnTo>
                  <a:pt x="3006" y="130209"/>
                </a:lnTo>
                <a:lnTo>
                  <a:pt x="1183" y="129870"/>
                </a:lnTo>
                <a:close/>
                <a:moveTo>
                  <a:pt x="43164" y="94957"/>
                </a:moveTo>
                <a:lnTo>
                  <a:pt x="44022" y="95455"/>
                </a:lnTo>
                <a:lnTo>
                  <a:pt x="42734" y="95206"/>
                </a:lnTo>
                <a:close/>
                <a:moveTo>
                  <a:pt x="13708" y="55310"/>
                </a:moveTo>
                <a:lnTo>
                  <a:pt x="14341" y="56885"/>
                </a:lnTo>
                <a:lnTo>
                  <a:pt x="13391" y="56097"/>
                </a:lnTo>
                <a:close/>
                <a:moveTo>
                  <a:pt x="10578" y="179407"/>
                </a:moveTo>
                <a:lnTo>
                  <a:pt x="11580" y="181110"/>
                </a:lnTo>
                <a:lnTo>
                  <a:pt x="10077" y="180259"/>
                </a:lnTo>
                <a:close/>
                <a:moveTo>
                  <a:pt x="16274" y="226963"/>
                </a:moveTo>
                <a:lnTo>
                  <a:pt x="17678" y="227452"/>
                </a:lnTo>
                <a:lnTo>
                  <a:pt x="15572" y="227207"/>
                </a:lnTo>
                <a:close/>
                <a:moveTo>
                  <a:pt x="1472" y="129721"/>
                </a:moveTo>
                <a:lnTo>
                  <a:pt x="3533" y="131107"/>
                </a:lnTo>
                <a:lnTo>
                  <a:pt x="441" y="130414"/>
                </a:lnTo>
                <a:close/>
                <a:moveTo>
                  <a:pt x="13871" y="5958"/>
                </a:moveTo>
                <a:lnTo>
                  <a:pt x="14847" y="7143"/>
                </a:lnTo>
                <a:lnTo>
                  <a:pt x="13383" y="6551"/>
                </a:lnTo>
                <a:close/>
                <a:moveTo>
                  <a:pt x="47285" y="218215"/>
                </a:moveTo>
                <a:lnTo>
                  <a:pt x="47861" y="219579"/>
                </a:lnTo>
                <a:lnTo>
                  <a:pt x="46997" y="218897"/>
                </a:lnTo>
                <a:close/>
                <a:moveTo>
                  <a:pt x="23349" y="66827"/>
                </a:moveTo>
                <a:lnTo>
                  <a:pt x="24054" y="67989"/>
                </a:lnTo>
                <a:lnTo>
                  <a:pt x="22996" y="67408"/>
                </a:lnTo>
                <a:close/>
                <a:moveTo>
                  <a:pt x="22440" y="44088"/>
                </a:moveTo>
                <a:lnTo>
                  <a:pt x="23416" y="44781"/>
                </a:lnTo>
                <a:lnTo>
                  <a:pt x="21951" y="44434"/>
                </a:lnTo>
                <a:close/>
                <a:moveTo>
                  <a:pt x="46236" y="374067"/>
                </a:moveTo>
                <a:lnTo>
                  <a:pt x="47114" y="375305"/>
                </a:lnTo>
                <a:lnTo>
                  <a:pt x="45798" y="374686"/>
                </a:lnTo>
                <a:close/>
                <a:moveTo>
                  <a:pt x="59015" y="94718"/>
                </a:moveTo>
                <a:lnTo>
                  <a:pt x="60035" y="95106"/>
                </a:lnTo>
                <a:lnTo>
                  <a:pt x="58505" y="94912"/>
                </a:lnTo>
                <a:close/>
                <a:moveTo>
                  <a:pt x="69038" y="237092"/>
                </a:moveTo>
                <a:lnTo>
                  <a:pt x="70687" y="238328"/>
                </a:lnTo>
                <a:lnTo>
                  <a:pt x="68213" y="237710"/>
                </a:lnTo>
                <a:close/>
                <a:moveTo>
                  <a:pt x="16086" y="308423"/>
                </a:moveTo>
                <a:lnTo>
                  <a:pt x="17856" y="310140"/>
                </a:lnTo>
                <a:lnTo>
                  <a:pt x="15201" y="309282"/>
                </a:lnTo>
                <a:close/>
                <a:moveTo>
                  <a:pt x="54643" y="147689"/>
                </a:moveTo>
                <a:lnTo>
                  <a:pt x="55120" y="148071"/>
                </a:lnTo>
                <a:lnTo>
                  <a:pt x="54404" y="147880"/>
                </a:lnTo>
                <a:close/>
                <a:moveTo>
                  <a:pt x="31172" y="66485"/>
                </a:moveTo>
                <a:lnTo>
                  <a:pt x="32960" y="67953"/>
                </a:lnTo>
                <a:lnTo>
                  <a:pt x="30279" y="67219"/>
                </a:lnTo>
                <a:close/>
                <a:moveTo>
                  <a:pt x="17352" y="410761"/>
                </a:moveTo>
                <a:lnTo>
                  <a:pt x="18828" y="412306"/>
                </a:lnTo>
                <a:lnTo>
                  <a:pt x="16615" y="411533"/>
                </a:lnTo>
                <a:close/>
                <a:moveTo>
                  <a:pt x="25567" y="33077"/>
                </a:moveTo>
                <a:lnTo>
                  <a:pt x="26281" y="34726"/>
                </a:lnTo>
                <a:lnTo>
                  <a:pt x="25209" y="33901"/>
                </a:lnTo>
                <a:close/>
                <a:moveTo>
                  <a:pt x="25871" y="256382"/>
                </a:moveTo>
                <a:lnTo>
                  <a:pt x="27121" y="257422"/>
                </a:lnTo>
                <a:lnTo>
                  <a:pt x="25246" y="256902"/>
                </a:lnTo>
                <a:close/>
                <a:moveTo>
                  <a:pt x="28865" y="63636"/>
                </a:moveTo>
                <a:lnTo>
                  <a:pt x="30048" y="64621"/>
                </a:lnTo>
                <a:lnTo>
                  <a:pt x="28273" y="64128"/>
                </a:lnTo>
                <a:close/>
                <a:moveTo>
                  <a:pt x="47308" y="364759"/>
                </a:moveTo>
                <a:lnTo>
                  <a:pt x="47867" y="365503"/>
                </a:lnTo>
                <a:lnTo>
                  <a:pt x="47028" y="365131"/>
                </a:lnTo>
                <a:close/>
                <a:moveTo>
                  <a:pt x="18587" y="290942"/>
                </a:moveTo>
                <a:lnTo>
                  <a:pt x="19451" y="292339"/>
                </a:lnTo>
                <a:lnTo>
                  <a:pt x="18155" y="291640"/>
                </a:lnTo>
                <a:close/>
                <a:moveTo>
                  <a:pt x="68867" y="23967"/>
                </a:moveTo>
                <a:lnTo>
                  <a:pt x="70038" y="25087"/>
                </a:lnTo>
                <a:lnTo>
                  <a:pt x="68282" y="24527"/>
                </a:lnTo>
                <a:close/>
                <a:moveTo>
                  <a:pt x="8455" y="398010"/>
                </a:moveTo>
                <a:lnTo>
                  <a:pt x="9586" y="398894"/>
                </a:lnTo>
                <a:lnTo>
                  <a:pt x="7890" y="398452"/>
                </a:lnTo>
                <a:close/>
                <a:moveTo>
                  <a:pt x="11727" y="322876"/>
                </a:moveTo>
                <a:lnTo>
                  <a:pt x="13625" y="324083"/>
                </a:lnTo>
                <a:lnTo>
                  <a:pt x="10778" y="323480"/>
                </a:lnTo>
                <a:close/>
                <a:moveTo>
                  <a:pt x="7139" y="305675"/>
                </a:moveTo>
                <a:lnTo>
                  <a:pt x="7618" y="306127"/>
                </a:lnTo>
                <a:lnTo>
                  <a:pt x="6900" y="305901"/>
                </a:lnTo>
                <a:close/>
                <a:moveTo>
                  <a:pt x="56524" y="283159"/>
                </a:moveTo>
                <a:lnTo>
                  <a:pt x="57439" y="283566"/>
                </a:lnTo>
                <a:lnTo>
                  <a:pt x="56066" y="283362"/>
                </a:lnTo>
                <a:close/>
                <a:moveTo>
                  <a:pt x="38550" y="97185"/>
                </a:moveTo>
                <a:lnTo>
                  <a:pt x="39029" y="97633"/>
                </a:lnTo>
                <a:lnTo>
                  <a:pt x="38311" y="97409"/>
                </a:lnTo>
                <a:close/>
                <a:moveTo>
                  <a:pt x="21363" y="217488"/>
                </a:moveTo>
                <a:lnTo>
                  <a:pt x="23052" y="218780"/>
                </a:lnTo>
                <a:lnTo>
                  <a:pt x="20518" y="218134"/>
                </a:lnTo>
                <a:close/>
                <a:moveTo>
                  <a:pt x="36394" y="171615"/>
                </a:moveTo>
                <a:lnTo>
                  <a:pt x="38349" y="172488"/>
                </a:lnTo>
                <a:lnTo>
                  <a:pt x="35416" y="172051"/>
                </a:lnTo>
                <a:close/>
                <a:moveTo>
                  <a:pt x="50229" y="388318"/>
                </a:moveTo>
                <a:lnTo>
                  <a:pt x="50649" y="389221"/>
                </a:lnTo>
                <a:lnTo>
                  <a:pt x="50019" y="388770"/>
                </a:lnTo>
                <a:close/>
                <a:moveTo>
                  <a:pt x="13998" y="369527"/>
                </a:moveTo>
                <a:lnTo>
                  <a:pt x="15881" y="370306"/>
                </a:lnTo>
                <a:lnTo>
                  <a:pt x="13057" y="369917"/>
                </a:lnTo>
                <a:close/>
                <a:moveTo>
                  <a:pt x="8439" y="79686"/>
                </a:moveTo>
                <a:lnTo>
                  <a:pt x="9447" y="80446"/>
                </a:lnTo>
                <a:lnTo>
                  <a:pt x="7935" y="80066"/>
                </a:lnTo>
                <a:close/>
                <a:moveTo>
                  <a:pt x="64965" y="60880"/>
                </a:moveTo>
                <a:lnTo>
                  <a:pt x="67044" y="62650"/>
                </a:lnTo>
                <a:lnTo>
                  <a:pt x="63926" y="61765"/>
                </a:lnTo>
                <a:close/>
                <a:moveTo>
                  <a:pt x="13745" y="235178"/>
                </a:moveTo>
                <a:lnTo>
                  <a:pt x="14552" y="236089"/>
                </a:lnTo>
                <a:lnTo>
                  <a:pt x="13341" y="235633"/>
                </a:lnTo>
                <a:close/>
                <a:moveTo>
                  <a:pt x="51257" y="381113"/>
                </a:moveTo>
                <a:lnTo>
                  <a:pt x="52227" y="382870"/>
                </a:lnTo>
                <a:lnTo>
                  <a:pt x="50772" y="381992"/>
                </a:lnTo>
                <a:close/>
                <a:moveTo>
                  <a:pt x="51916" y="138014"/>
                </a:moveTo>
                <a:lnTo>
                  <a:pt x="52618" y="138368"/>
                </a:lnTo>
                <a:lnTo>
                  <a:pt x="51565" y="138191"/>
                </a:lnTo>
                <a:close/>
                <a:moveTo>
                  <a:pt x="24758" y="126041"/>
                </a:moveTo>
                <a:lnTo>
                  <a:pt x="25688" y="127063"/>
                </a:lnTo>
                <a:lnTo>
                  <a:pt x="24292" y="126552"/>
                </a:lnTo>
                <a:close/>
                <a:moveTo>
                  <a:pt x="65403" y="351680"/>
                </a:moveTo>
                <a:lnTo>
                  <a:pt x="66368" y="353390"/>
                </a:lnTo>
                <a:lnTo>
                  <a:pt x="64921" y="352535"/>
                </a:lnTo>
                <a:close/>
                <a:moveTo>
                  <a:pt x="49656" y="425472"/>
                </a:moveTo>
                <a:lnTo>
                  <a:pt x="51420" y="426356"/>
                </a:lnTo>
                <a:lnTo>
                  <a:pt x="48774" y="425914"/>
                </a:lnTo>
                <a:close/>
                <a:moveTo>
                  <a:pt x="53920" y="160967"/>
                </a:moveTo>
                <a:lnTo>
                  <a:pt x="54275" y="162449"/>
                </a:lnTo>
                <a:lnTo>
                  <a:pt x="53743" y="161708"/>
                </a:lnTo>
                <a:close/>
                <a:moveTo>
                  <a:pt x="9990" y="308779"/>
                </a:moveTo>
                <a:lnTo>
                  <a:pt x="10706" y="310479"/>
                </a:lnTo>
                <a:lnTo>
                  <a:pt x="9632" y="309629"/>
                </a:lnTo>
                <a:close/>
                <a:moveTo>
                  <a:pt x="8323" y="432179"/>
                </a:moveTo>
                <a:lnTo>
                  <a:pt x="9104" y="433030"/>
                </a:lnTo>
                <a:lnTo>
                  <a:pt x="7932" y="432605"/>
                </a:lnTo>
                <a:close/>
                <a:moveTo>
                  <a:pt x="26052" y="274127"/>
                </a:moveTo>
                <a:lnTo>
                  <a:pt x="27682" y="275898"/>
                </a:lnTo>
                <a:lnTo>
                  <a:pt x="25236" y="275012"/>
                </a:lnTo>
                <a:close/>
                <a:moveTo>
                  <a:pt x="9350" y="71159"/>
                </a:moveTo>
                <a:lnTo>
                  <a:pt x="9963" y="72948"/>
                </a:lnTo>
                <a:lnTo>
                  <a:pt x="9044" y="72053"/>
                </a:lnTo>
                <a:close/>
                <a:moveTo>
                  <a:pt x="48805" y="371083"/>
                </a:moveTo>
                <a:lnTo>
                  <a:pt x="49840" y="372763"/>
                </a:lnTo>
                <a:lnTo>
                  <a:pt x="48288" y="371923"/>
                </a:lnTo>
                <a:close/>
                <a:moveTo>
                  <a:pt x="41227" y="370324"/>
                </a:moveTo>
                <a:lnTo>
                  <a:pt x="42794" y="370650"/>
                </a:lnTo>
                <a:lnTo>
                  <a:pt x="40443" y="370487"/>
                </a:lnTo>
                <a:close/>
                <a:moveTo>
                  <a:pt x="13603" y="172771"/>
                </a:moveTo>
                <a:lnTo>
                  <a:pt x="15595" y="174274"/>
                </a:lnTo>
                <a:lnTo>
                  <a:pt x="12608" y="173523"/>
                </a:lnTo>
                <a:close/>
                <a:moveTo>
                  <a:pt x="36408" y="265274"/>
                </a:moveTo>
                <a:lnTo>
                  <a:pt x="37886" y="266352"/>
                </a:lnTo>
                <a:lnTo>
                  <a:pt x="35669" y="265813"/>
                </a:lnTo>
                <a:close/>
                <a:moveTo>
                  <a:pt x="2216" y="310695"/>
                </a:moveTo>
                <a:lnTo>
                  <a:pt x="3831" y="312037"/>
                </a:lnTo>
                <a:lnTo>
                  <a:pt x="1408" y="311366"/>
                </a:lnTo>
                <a:close/>
                <a:moveTo>
                  <a:pt x="23139" y="203508"/>
                </a:moveTo>
                <a:lnTo>
                  <a:pt x="23853" y="205102"/>
                </a:lnTo>
                <a:lnTo>
                  <a:pt x="22782" y="204305"/>
                </a:lnTo>
                <a:close/>
                <a:moveTo>
                  <a:pt x="47225" y="253628"/>
                </a:moveTo>
                <a:lnTo>
                  <a:pt x="47911" y="254776"/>
                </a:lnTo>
                <a:lnTo>
                  <a:pt x="46882" y="254202"/>
                </a:lnTo>
                <a:close/>
                <a:moveTo>
                  <a:pt x="15314" y="270994"/>
                </a:moveTo>
                <a:lnTo>
                  <a:pt x="17413" y="271535"/>
                </a:lnTo>
                <a:lnTo>
                  <a:pt x="14265" y="271264"/>
                </a:lnTo>
                <a:close/>
                <a:moveTo>
                  <a:pt x="15939" y="203234"/>
                </a:moveTo>
                <a:lnTo>
                  <a:pt x="18040" y="204594"/>
                </a:lnTo>
                <a:lnTo>
                  <a:pt x="14889" y="203914"/>
                </a:lnTo>
                <a:close/>
                <a:moveTo>
                  <a:pt x="38397" y="34382"/>
                </a:moveTo>
                <a:lnTo>
                  <a:pt x="40250" y="35142"/>
                </a:lnTo>
                <a:lnTo>
                  <a:pt x="37471" y="34762"/>
                </a:lnTo>
                <a:close/>
                <a:moveTo>
                  <a:pt x="7721" y="138255"/>
                </a:moveTo>
                <a:lnTo>
                  <a:pt x="9625" y="139424"/>
                </a:lnTo>
                <a:lnTo>
                  <a:pt x="6769" y="138839"/>
                </a:lnTo>
                <a:close/>
                <a:moveTo>
                  <a:pt x="45774" y="435302"/>
                </a:moveTo>
                <a:lnTo>
                  <a:pt x="47317" y="436431"/>
                </a:lnTo>
                <a:lnTo>
                  <a:pt x="45003" y="435866"/>
                </a:lnTo>
                <a:close/>
                <a:moveTo>
                  <a:pt x="69175" y="221546"/>
                </a:moveTo>
                <a:lnTo>
                  <a:pt x="71124" y="222853"/>
                </a:lnTo>
                <a:lnTo>
                  <a:pt x="68201" y="222199"/>
                </a:lnTo>
                <a:close/>
                <a:moveTo>
                  <a:pt x="22836" y="405821"/>
                </a:moveTo>
                <a:lnTo>
                  <a:pt x="24250" y="407346"/>
                </a:lnTo>
                <a:lnTo>
                  <a:pt x="22128" y="406584"/>
                </a:lnTo>
                <a:close/>
                <a:moveTo>
                  <a:pt x="41262" y="207939"/>
                </a:moveTo>
                <a:lnTo>
                  <a:pt x="42065" y="209599"/>
                </a:lnTo>
                <a:lnTo>
                  <a:pt x="40861" y="208769"/>
                </a:lnTo>
                <a:close/>
                <a:moveTo>
                  <a:pt x="57648" y="411869"/>
                </a:moveTo>
                <a:lnTo>
                  <a:pt x="58871" y="413163"/>
                </a:lnTo>
                <a:lnTo>
                  <a:pt x="57037" y="412516"/>
                </a:lnTo>
                <a:close/>
                <a:moveTo>
                  <a:pt x="39167" y="252009"/>
                </a:moveTo>
                <a:lnTo>
                  <a:pt x="40427" y="252711"/>
                </a:lnTo>
                <a:lnTo>
                  <a:pt x="38537" y="252360"/>
                </a:lnTo>
                <a:close/>
                <a:moveTo>
                  <a:pt x="35247" y="101132"/>
                </a:moveTo>
                <a:lnTo>
                  <a:pt x="37418" y="101586"/>
                </a:lnTo>
                <a:lnTo>
                  <a:pt x="34162" y="101359"/>
                </a:lnTo>
                <a:close/>
                <a:moveTo>
                  <a:pt x="40478" y="414599"/>
                </a:moveTo>
                <a:lnTo>
                  <a:pt x="42099" y="415374"/>
                </a:lnTo>
                <a:lnTo>
                  <a:pt x="39667" y="414986"/>
                </a:lnTo>
                <a:close/>
                <a:moveTo>
                  <a:pt x="46288" y="181710"/>
                </a:moveTo>
                <a:lnTo>
                  <a:pt x="48115" y="182313"/>
                </a:lnTo>
                <a:lnTo>
                  <a:pt x="45375" y="182011"/>
                </a:lnTo>
                <a:close/>
                <a:moveTo>
                  <a:pt x="40560" y="377113"/>
                </a:moveTo>
                <a:lnTo>
                  <a:pt x="41381" y="378032"/>
                </a:lnTo>
                <a:lnTo>
                  <a:pt x="40150" y="377573"/>
                </a:lnTo>
                <a:close/>
                <a:moveTo>
                  <a:pt x="47471" y="98108"/>
                </a:moveTo>
                <a:lnTo>
                  <a:pt x="49557" y="98669"/>
                </a:lnTo>
                <a:lnTo>
                  <a:pt x="46428" y="98389"/>
                </a:lnTo>
                <a:close/>
                <a:moveTo>
                  <a:pt x="27188" y="304022"/>
                </a:moveTo>
                <a:lnTo>
                  <a:pt x="27759" y="305391"/>
                </a:lnTo>
                <a:lnTo>
                  <a:pt x="26903" y="304707"/>
                </a:lnTo>
                <a:close/>
                <a:moveTo>
                  <a:pt x="56657" y="386719"/>
                </a:moveTo>
                <a:lnTo>
                  <a:pt x="57054" y="387516"/>
                </a:lnTo>
                <a:lnTo>
                  <a:pt x="56458" y="387117"/>
                </a:lnTo>
                <a:close/>
                <a:moveTo>
                  <a:pt x="20858" y="163713"/>
                </a:moveTo>
                <a:lnTo>
                  <a:pt x="21620" y="164646"/>
                </a:lnTo>
                <a:lnTo>
                  <a:pt x="20477" y="164180"/>
                </a:lnTo>
                <a:close/>
                <a:moveTo>
                  <a:pt x="4721" y="111798"/>
                </a:moveTo>
                <a:lnTo>
                  <a:pt x="5182" y="112137"/>
                </a:lnTo>
                <a:lnTo>
                  <a:pt x="4490" y="111968"/>
                </a:lnTo>
                <a:close/>
                <a:moveTo>
                  <a:pt x="15006" y="107762"/>
                </a:moveTo>
                <a:lnTo>
                  <a:pt x="15677" y="108445"/>
                </a:lnTo>
                <a:lnTo>
                  <a:pt x="14670" y="108104"/>
                </a:lnTo>
                <a:close/>
                <a:moveTo>
                  <a:pt x="22482" y="58627"/>
                </a:moveTo>
                <a:lnTo>
                  <a:pt x="22936" y="59210"/>
                </a:lnTo>
                <a:lnTo>
                  <a:pt x="22255" y="58919"/>
                </a:lnTo>
                <a:close/>
                <a:moveTo>
                  <a:pt x="25254" y="92106"/>
                </a:moveTo>
                <a:lnTo>
                  <a:pt x="25949" y="93500"/>
                </a:lnTo>
                <a:lnTo>
                  <a:pt x="24907" y="92803"/>
                </a:lnTo>
                <a:close/>
                <a:moveTo>
                  <a:pt x="8289" y="184491"/>
                </a:moveTo>
                <a:lnTo>
                  <a:pt x="8832" y="185709"/>
                </a:lnTo>
                <a:lnTo>
                  <a:pt x="8017" y="185100"/>
                </a:lnTo>
                <a:close/>
                <a:moveTo>
                  <a:pt x="2698" y="421615"/>
                </a:moveTo>
                <a:lnTo>
                  <a:pt x="4308" y="422108"/>
                </a:lnTo>
                <a:lnTo>
                  <a:pt x="1893" y="421862"/>
                </a:lnTo>
                <a:close/>
                <a:moveTo>
                  <a:pt x="12835" y="270361"/>
                </a:moveTo>
                <a:lnTo>
                  <a:pt x="13729" y="271425"/>
                </a:lnTo>
                <a:lnTo>
                  <a:pt x="12388" y="270893"/>
                </a:lnTo>
                <a:close/>
                <a:moveTo>
                  <a:pt x="10029" y="152802"/>
                </a:moveTo>
                <a:lnTo>
                  <a:pt x="11587" y="153670"/>
                </a:lnTo>
                <a:lnTo>
                  <a:pt x="9249" y="153236"/>
                </a:lnTo>
                <a:close/>
                <a:moveTo>
                  <a:pt x="62069" y="218619"/>
                </a:moveTo>
                <a:lnTo>
                  <a:pt x="63169" y="220036"/>
                </a:lnTo>
                <a:lnTo>
                  <a:pt x="61519" y="219328"/>
                </a:lnTo>
                <a:close/>
                <a:moveTo>
                  <a:pt x="49725" y="237464"/>
                </a:moveTo>
                <a:lnTo>
                  <a:pt x="51769" y="238654"/>
                </a:lnTo>
                <a:lnTo>
                  <a:pt x="48702" y="238059"/>
                </a:lnTo>
                <a:close/>
                <a:moveTo>
                  <a:pt x="50195" y="374759"/>
                </a:moveTo>
                <a:lnTo>
                  <a:pt x="51118" y="376459"/>
                </a:lnTo>
                <a:lnTo>
                  <a:pt x="49733" y="375609"/>
                </a:lnTo>
                <a:close/>
                <a:moveTo>
                  <a:pt x="44890" y="233043"/>
                </a:moveTo>
                <a:lnTo>
                  <a:pt x="46644" y="233924"/>
                </a:lnTo>
                <a:lnTo>
                  <a:pt x="44013" y="233484"/>
                </a:lnTo>
                <a:close/>
                <a:moveTo>
                  <a:pt x="24634" y="139314"/>
                </a:moveTo>
                <a:lnTo>
                  <a:pt x="25763" y="140579"/>
                </a:lnTo>
                <a:lnTo>
                  <a:pt x="24070" y="139947"/>
                </a:lnTo>
                <a:close/>
                <a:moveTo>
                  <a:pt x="15635" y="326629"/>
                </a:moveTo>
                <a:lnTo>
                  <a:pt x="16448" y="327276"/>
                </a:lnTo>
                <a:lnTo>
                  <a:pt x="15228" y="326952"/>
                </a:lnTo>
                <a:close/>
                <a:moveTo>
                  <a:pt x="44380" y="385651"/>
                </a:moveTo>
                <a:lnTo>
                  <a:pt x="45509" y="386658"/>
                </a:lnTo>
                <a:lnTo>
                  <a:pt x="43816" y="386154"/>
                </a:lnTo>
                <a:close/>
                <a:moveTo>
                  <a:pt x="69581" y="139267"/>
                </a:moveTo>
                <a:lnTo>
                  <a:pt x="71231" y="141018"/>
                </a:lnTo>
                <a:lnTo>
                  <a:pt x="68756" y="140143"/>
                </a:lnTo>
                <a:close/>
                <a:moveTo>
                  <a:pt x="51077" y="213567"/>
                </a:moveTo>
                <a:lnTo>
                  <a:pt x="53233" y="214954"/>
                </a:lnTo>
                <a:lnTo>
                  <a:pt x="49999" y="214261"/>
                </a:lnTo>
                <a:close/>
                <a:moveTo>
                  <a:pt x="20614" y="361711"/>
                </a:moveTo>
                <a:lnTo>
                  <a:pt x="21657" y="362996"/>
                </a:lnTo>
                <a:lnTo>
                  <a:pt x="20092" y="362353"/>
                </a:lnTo>
                <a:close/>
                <a:moveTo>
                  <a:pt x="44710" y="242918"/>
                </a:moveTo>
                <a:lnTo>
                  <a:pt x="45731" y="243830"/>
                </a:lnTo>
                <a:lnTo>
                  <a:pt x="44200" y="243374"/>
                </a:lnTo>
                <a:close/>
                <a:moveTo>
                  <a:pt x="45954" y="382728"/>
                </a:moveTo>
                <a:lnTo>
                  <a:pt x="46876" y="384201"/>
                </a:lnTo>
                <a:lnTo>
                  <a:pt x="45494" y="383464"/>
                </a:lnTo>
                <a:close/>
                <a:moveTo>
                  <a:pt x="56122" y="4082"/>
                </a:moveTo>
                <a:lnTo>
                  <a:pt x="57443" y="5367"/>
                </a:lnTo>
                <a:lnTo>
                  <a:pt x="55462" y="4725"/>
                </a:lnTo>
                <a:close/>
                <a:moveTo>
                  <a:pt x="68955" y="357429"/>
                </a:moveTo>
                <a:lnTo>
                  <a:pt x="69996" y="358881"/>
                </a:lnTo>
                <a:lnTo>
                  <a:pt x="68435" y="358155"/>
                </a:lnTo>
                <a:close/>
                <a:moveTo>
                  <a:pt x="36604" y="390664"/>
                </a:moveTo>
                <a:lnTo>
                  <a:pt x="38555" y="392071"/>
                </a:lnTo>
                <a:lnTo>
                  <a:pt x="35628" y="391367"/>
                </a:lnTo>
                <a:close/>
                <a:moveTo>
                  <a:pt x="6572" y="193655"/>
                </a:moveTo>
                <a:lnTo>
                  <a:pt x="6960" y="194047"/>
                </a:lnTo>
                <a:lnTo>
                  <a:pt x="6379" y="193851"/>
                </a:lnTo>
                <a:close/>
                <a:moveTo>
                  <a:pt x="66587" y="374106"/>
                </a:moveTo>
                <a:lnTo>
                  <a:pt x="68725" y="375776"/>
                </a:lnTo>
                <a:lnTo>
                  <a:pt x="65517" y="374941"/>
                </a:lnTo>
                <a:close/>
                <a:moveTo>
                  <a:pt x="11920" y="29616"/>
                </a:moveTo>
                <a:lnTo>
                  <a:pt x="13775" y="30702"/>
                </a:lnTo>
                <a:lnTo>
                  <a:pt x="10992" y="30159"/>
                </a:lnTo>
                <a:close/>
                <a:moveTo>
                  <a:pt x="25249" y="352898"/>
                </a:moveTo>
                <a:lnTo>
                  <a:pt x="26259" y="354160"/>
                </a:lnTo>
                <a:lnTo>
                  <a:pt x="24744" y="353529"/>
                </a:lnTo>
                <a:close/>
                <a:moveTo>
                  <a:pt x="28138" y="176130"/>
                </a:moveTo>
                <a:lnTo>
                  <a:pt x="28719" y="177856"/>
                </a:lnTo>
                <a:lnTo>
                  <a:pt x="27848" y="176993"/>
                </a:lnTo>
                <a:close/>
                <a:moveTo>
                  <a:pt x="8636" y="7339"/>
                </a:moveTo>
                <a:lnTo>
                  <a:pt x="10013" y="7987"/>
                </a:lnTo>
                <a:lnTo>
                  <a:pt x="7948" y="7663"/>
                </a:lnTo>
                <a:close/>
                <a:moveTo>
                  <a:pt x="58311" y="312154"/>
                </a:moveTo>
                <a:lnTo>
                  <a:pt x="60319" y="312455"/>
                </a:lnTo>
                <a:lnTo>
                  <a:pt x="57307" y="312305"/>
                </a:lnTo>
                <a:close/>
                <a:moveTo>
                  <a:pt x="61799" y="298073"/>
                </a:moveTo>
                <a:lnTo>
                  <a:pt x="62664" y="298874"/>
                </a:lnTo>
                <a:lnTo>
                  <a:pt x="61367" y="298474"/>
                </a:lnTo>
                <a:close/>
                <a:moveTo>
                  <a:pt x="61301" y="345517"/>
                </a:moveTo>
                <a:lnTo>
                  <a:pt x="62677" y="346581"/>
                </a:lnTo>
                <a:lnTo>
                  <a:pt x="60613" y="346049"/>
                </a:lnTo>
                <a:close/>
                <a:moveTo>
                  <a:pt x="60379" y="400502"/>
                </a:moveTo>
                <a:lnTo>
                  <a:pt x="61796" y="400887"/>
                </a:lnTo>
                <a:lnTo>
                  <a:pt x="59670" y="400695"/>
                </a:lnTo>
                <a:close/>
                <a:moveTo>
                  <a:pt x="10170" y="119907"/>
                </a:moveTo>
                <a:lnTo>
                  <a:pt x="11784" y="121667"/>
                </a:lnTo>
                <a:lnTo>
                  <a:pt x="9363" y="120787"/>
                </a:lnTo>
                <a:close/>
                <a:moveTo>
                  <a:pt x="57402" y="306199"/>
                </a:moveTo>
                <a:lnTo>
                  <a:pt x="59435" y="306708"/>
                </a:lnTo>
                <a:lnTo>
                  <a:pt x="56386" y="306454"/>
                </a:lnTo>
                <a:close/>
                <a:moveTo>
                  <a:pt x="57306" y="364370"/>
                </a:moveTo>
                <a:lnTo>
                  <a:pt x="58588" y="366057"/>
                </a:lnTo>
                <a:lnTo>
                  <a:pt x="56665" y="365213"/>
                </a:lnTo>
                <a:close/>
                <a:moveTo>
                  <a:pt x="1063" y="314701"/>
                </a:moveTo>
                <a:lnTo>
                  <a:pt x="2989" y="315928"/>
                </a:lnTo>
                <a:lnTo>
                  <a:pt x="99" y="315314"/>
                </a:lnTo>
                <a:close/>
                <a:moveTo>
                  <a:pt x="52769" y="24756"/>
                </a:moveTo>
                <a:lnTo>
                  <a:pt x="54779" y="26037"/>
                </a:lnTo>
                <a:lnTo>
                  <a:pt x="51764" y="25397"/>
                </a:lnTo>
                <a:close/>
                <a:moveTo>
                  <a:pt x="6057" y="354524"/>
                </a:moveTo>
                <a:lnTo>
                  <a:pt x="8224" y="355076"/>
                </a:lnTo>
                <a:lnTo>
                  <a:pt x="4973" y="354800"/>
                </a:lnTo>
                <a:close/>
                <a:moveTo>
                  <a:pt x="22682" y="224662"/>
                </a:moveTo>
                <a:lnTo>
                  <a:pt x="23592" y="225845"/>
                </a:lnTo>
                <a:lnTo>
                  <a:pt x="22228" y="225254"/>
                </a:lnTo>
                <a:close/>
                <a:moveTo>
                  <a:pt x="69867" y="356344"/>
                </a:moveTo>
                <a:lnTo>
                  <a:pt x="71828" y="356729"/>
                </a:lnTo>
                <a:lnTo>
                  <a:pt x="68886" y="356536"/>
                </a:lnTo>
                <a:close/>
                <a:moveTo>
                  <a:pt x="53855" y="180458"/>
                </a:moveTo>
                <a:lnTo>
                  <a:pt x="55839" y="181800"/>
                </a:lnTo>
                <a:lnTo>
                  <a:pt x="52864" y="181129"/>
                </a:lnTo>
                <a:close/>
                <a:moveTo>
                  <a:pt x="65425" y="272220"/>
                </a:moveTo>
                <a:lnTo>
                  <a:pt x="66436" y="272986"/>
                </a:lnTo>
                <a:lnTo>
                  <a:pt x="64919" y="272603"/>
                </a:lnTo>
                <a:close/>
                <a:moveTo>
                  <a:pt x="4930" y="150591"/>
                </a:moveTo>
                <a:lnTo>
                  <a:pt x="6799" y="151820"/>
                </a:lnTo>
                <a:lnTo>
                  <a:pt x="3995" y="151205"/>
                </a:lnTo>
                <a:close/>
                <a:moveTo>
                  <a:pt x="23962" y="318580"/>
                </a:moveTo>
                <a:lnTo>
                  <a:pt x="24766" y="318913"/>
                </a:lnTo>
                <a:lnTo>
                  <a:pt x="23560" y="318747"/>
                </a:lnTo>
                <a:close/>
                <a:moveTo>
                  <a:pt x="7437" y="159796"/>
                </a:moveTo>
                <a:lnTo>
                  <a:pt x="9240" y="160370"/>
                </a:lnTo>
                <a:lnTo>
                  <a:pt x="6536" y="160083"/>
                </a:lnTo>
                <a:close/>
                <a:moveTo>
                  <a:pt x="35893" y="240435"/>
                </a:moveTo>
                <a:lnTo>
                  <a:pt x="37965" y="240999"/>
                </a:lnTo>
                <a:lnTo>
                  <a:pt x="34857" y="240717"/>
                </a:lnTo>
                <a:close/>
                <a:moveTo>
                  <a:pt x="5828" y="392228"/>
                </a:moveTo>
                <a:lnTo>
                  <a:pt x="7724" y="393558"/>
                </a:lnTo>
                <a:lnTo>
                  <a:pt x="4880" y="392893"/>
                </a:lnTo>
                <a:close/>
                <a:moveTo>
                  <a:pt x="65620" y="1278"/>
                </a:moveTo>
                <a:lnTo>
                  <a:pt x="66323" y="1949"/>
                </a:lnTo>
                <a:lnTo>
                  <a:pt x="65268" y="1614"/>
                </a:lnTo>
                <a:close/>
                <a:moveTo>
                  <a:pt x="53485" y="90593"/>
                </a:moveTo>
                <a:lnTo>
                  <a:pt x="55141" y="91208"/>
                </a:lnTo>
                <a:lnTo>
                  <a:pt x="52656" y="90901"/>
                </a:lnTo>
                <a:close/>
                <a:moveTo>
                  <a:pt x="16891" y="6528"/>
                </a:moveTo>
                <a:lnTo>
                  <a:pt x="18104" y="7382"/>
                </a:lnTo>
                <a:lnTo>
                  <a:pt x="16285" y="6955"/>
                </a:lnTo>
                <a:close/>
                <a:moveTo>
                  <a:pt x="19988" y="235133"/>
                </a:moveTo>
                <a:lnTo>
                  <a:pt x="21182" y="236609"/>
                </a:lnTo>
                <a:lnTo>
                  <a:pt x="19391" y="235871"/>
                </a:lnTo>
                <a:close/>
                <a:moveTo>
                  <a:pt x="11362" y="236907"/>
                </a:moveTo>
                <a:lnTo>
                  <a:pt x="13235" y="238185"/>
                </a:lnTo>
                <a:lnTo>
                  <a:pt x="10426" y="237546"/>
                </a:lnTo>
                <a:close/>
                <a:moveTo>
                  <a:pt x="3973" y="200396"/>
                </a:moveTo>
                <a:lnTo>
                  <a:pt x="5281" y="201009"/>
                </a:lnTo>
                <a:lnTo>
                  <a:pt x="3319" y="200703"/>
                </a:lnTo>
                <a:close/>
                <a:moveTo>
                  <a:pt x="940" y="306444"/>
                </a:moveTo>
                <a:lnTo>
                  <a:pt x="2081" y="307007"/>
                </a:lnTo>
                <a:lnTo>
                  <a:pt x="370" y="306725"/>
                </a:lnTo>
                <a:close/>
                <a:moveTo>
                  <a:pt x="63555" y="429728"/>
                </a:moveTo>
                <a:lnTo>
                  <a:pt x="64814" y="430079"/>
                </a:lnTo>
                <a:lnTo>
                  <a:pt x="62926" y="429903"/>
                </a:lnTo>
                <a:close/>
                <a:moveTo>
                  <a:pt x="63637" y="171616"/>
                </a:moveTo>
                <a:lnTo>
                  <a:pt x="64490" y="172025"/>
                </a:lnTo>
                <a:lnTo>
                  <a:pt x="63210" y="171821"/>
                </a:lnTo>
                <a:close/>
                <a:moveTo>
                  <a:pt x="23263" y="282403"/>
                </a:moveTo>
                <a:lnTo>
                  <a:pt x="24451" y="283303"/>
                </a:lnTo>
                <a:lnTo>
                  <a:pt x="22668" y="282853"/>
                </a:lnTo>
                <a:close/>
                <a:moveTo>
                  <a:pt x="37278" y="130756"/>
                </a:moveTo>
                <a:lnTo>
                  <a:pt x="38475" y="131409"/>
                </a:lnTo>
                <a:lnTo>
                  <a:pt x="36680" y="131082"/>
                </a:lnTo>
                <a:close/>
                <a:moveTo>
                  <a:pt x="41957" y="336331"/>
                </a:moveTo>
                <a:lnTo>
                  <a:pt x="42904" y="337680"/>
                </a:lnTo>
                <a:lnTo>
                  <a:pt x="41483" y="337005"/>
                </a:lnTo>
                <a:close/>
                <a:moveTo>
                  <a:pt x="27278" y="423794"/>
                </a:moveTo>
                <a:lnTo>
                  <a:pt x="27923" y="425118"/>
                </a:lnTo>
                <a:lnTo>
                  <a:pt x="26955" y="424456"/>
                </a:lnTo>
                <a:close/>
                <a:moveTo>
                  <a:pt x="13520" y="256796"/>
                </a:moveTo>
                <a:lnTo>
                  <a:pt x="14347" y="257312"/>
                </a:lnTo>
                <a:lnTo>
                  <a:pt x="13107" y="257054"/>
                </a:lnTo>
                <a:close/>
                <a:moveTo>
                  <a:pt x="47732" y="13641"/>
                </a:moveTo>
                <a:lnTo>
                  <a:pt x="49472" y="14673"/>
                </a:lnTo>
                <a:lnTo>
                  <a:pt x="46862" y="14157"/>
                </a:lnTo>
                <a:close/>
                <a:moveTo>
                  <a:pt x="34635" y="242962"/>
                </a:moveTo>
                <a:lnTo>
                  <a:pt x="36720" y="243509"/>
                </a:lnTo>
                <a:lnTo>
                  <a:pt x="33592" y="243235"/>
                </a:lnTo>
                <a:close/>
                <a:moveTo>
                  <a:pt x="17477" y="101439"/>
                </a:moveTo>
                <a:lnTo>
                  <a:pt x="18578" y="103145"/>
                </a:lnTo>
                <a:lnTo>
                  <a:pt x="16927" y="102292"/>
                </a:lnTo>
                <a:close/>
                <a:moveTo>
                  <a:pt x="13832" y="42476"/>
                </a:moveTo>
                <a:lnTo>
                  <a:pt x="15162" y="43374"/>
                </a:lnTo>
                <a:lnTo>
                  <a:pt x="13166" y="42925"/>
                </a:lnTo>
                <a:close/>
                <a:moveTo>
                  <a:pt x="5213" y="378634"/>
                </a:moveTo>
                <a:lnTo>
                  <a:pt x="6240" y="379676"/>
                </a:lnTo>
                <a:lnTo>
                  <a:pt x="4700" y="379155"/>
                </a:lnTo>
                <a:close/>
                <a:moveTo>
                  <a:pt x="51433" y="185991"/>
                </a:moveTo>
                <a:lnTo>
                  <a:pt x="53307" y="187286"/>
                </a:lnTo>
                <a:lnTo>
                  <a:pt x="50496" y="186638"/>
                </a:lnTo>
                <a:close/>
                <a:moveTo>
                  <a:pt x="20806" y="12122"/>
                </a:moveTo>
                <a:lnTo>
                  <a:pt x="22878" y="13783"/>
                </a:lnTo>
                <a:lnTo>
                  <a:pt x="19771" y="12953"/>
                </a:lnTo>
                <a:close/>
                <a:moveTo>
                  <a:pt x="44269" y="37497"/>
                </a:moveTo>
                <a:lnTo>
                  <a:pt x="45602" y="39039"/>
                </a:lnTo>
                <a:lnTo>
                  <a:pt x="43602" y="38268"/>
                </a:lnTo>
                <a:close/>
                <a:moveTo>
                  <a:pt x="20108" y="393192"/>
                </a:moveTo>
                <a:lnTo>
                  <a:pt x="21286" y="394023"/>
                </a:lnTo>
                <a:lnTo>
                  <a:pt x="19519" y="393607"/>
                </a:lnTo>
                <a:close/>
                <a:moveTo>
                  <a:pt x="16230" y="138365"/>
                </a:moveTo>
                <a:lnTo>
                  <a:pt x="16820" y="138728"/>
                </a:lnTo>
                <a:lnTo>
                  <a:pt x="15935" y="138546"/>
                </a:lnTo>
                <a:close/>
                <a:moveTo>
                  <a:pt x="14755" y="72723"/>
                </a:moveTo>
                <a:lnTo>
                  <a:pt x="16123" y="73597"/>
                </a:lnTo>
                <a:lnTo>
                  <a:pt x="14070" y="73160"/>
                </a:lnTo>
                <a:close/>
                <a:moveTo>
                  <a:pt x="8504" y="351946"/>
                </a:moveTo>
                <a:lnTo>
                  <a:pt x="9060" y="353664"/>
                </a:lnTo>
                <a:lnTo>
                  <a:pt x="8226" y="352805"/>
                </a:lnTo>
                <a:close/>
                <a:moveTo>
                  <a:pt x="49704" y="383141"/>
                </a:moveTo>
                <a:lnTo>
                  <a:pt x="51476" y="384081"/>
                </a:lnTo>
                <a:lnTo>
                  <a:pt x="48818" y="383611"/>
                </a:lnTo>
                <a:close/>
                <a:moveTo>
                  <a:pt x="5812" y="92022"/>
                </a:moveTo>
                <a:lnTo>
                  <a:pt x="7040" y="93680"/>
                </a:lnTo>
                <a:lnTo>
                  <a:pt x="5198" y="92851"/>
                </a:lnTo>
                <a:close/>
                <a:moveTo>
                  <a:pt x="55923" y="355193"/>
                </a:moveTo>
                <a:lnTo>
                  <a:pt x="57860" y="355880"/>
                </a:lnTo>
                <a:lnTo>
                  <a:pt x="54954" y="355536"/>
                </a:lnTo>
                <a:close/>
                <a:moveTo>
                  <a:pt x="30454" y="44836"/>
                </a:moveTo>
                <a:lnTo>
                  <a:pt x="32413" y="45728"/>
                </a:lnTo>
                <a:lnTo>
                  <a:pt x="29474" y="45282"/>
                </a:lnTo>
                <a:close/>
                <a:moveTo>
                  <a:pt x="2611" y="71138"/>
                </a:moveTo>
                <a:lnTo>
                  <a:pt x="4106" y="72284"/>
                </a:lnTo>
                <a:lnTo>
                  <a:pt x="1864" y="71711"/>
                </a:lnTo>
                <a:close/>
                <a:moveTo>
                  <a:pt x="13961" y="431175"/>
                </a:moveTo>
                <a:lnTo>
                  <a:pt x="15799" y="431897"/>
                </a:lnTo>
                <a:lnTo>
                  <a:pt x="13042" y="431536"/>
                </a:lnTo>
                <a:close/>
                <a:moveTo>
                  <a:pt x="8114" y="185298"/>
                </a:moveTo>
                <a:lnTo>
                  <a:pt x="8589" y="187088"/>
                </a:lnTo>
                <a:lnTo>
                  <a:pt x="7876" y="186193"/>
                </a:lnTo>
                <a:close/>
                <a:moveTo>
                  <a:pt x="67238" y="322857"/>
                </a:moveTo>
                <a:lnTo>
                  <a:pt x="69255" y="324311"/>
                </a:lnTo>
                <a:lnTo>
                  <a:pt x="66229" y="323584"/>
                </a:lnTo>
                <a:close/>
                <a:moveTo>
                  <a:pt x="39178" y="432213"/>
                </a:moveTo>
                <a:lnTo>
                  <a:pt x="40401" y="433020"/>
                </a:lnTo>
                <a:lnTo>
                  <a:pt x="38566" y="432617"/>
                </a:lnTo>
                <a:close/>
                <a:moveTo>
                  <a:pt x="48466" y="396827"/>
                </a:moveTo>
                <a:lnTo>
                  <a:pt x="48970" y="397982"/>
                </a:lnTo>
                <a:lnTo>
                  <a:pt x="48214" y="397404"/>
                </a:lnTo>
                <a:close/>
                <a:moveTo>
                  <a:pt x="19201" y="14993"/>
                </a:moveTo>
                <a:lnTo>
                  <a:pt x="20547" y="15482"/>
                </a:lnTo>
                <a:lnTo>
                  <a:pt x="18527" y="15238"/>
                </a:lnTo>
                <a:close/>
                <a:moveTo>
                  <a:pt x="37535" y="35035"/>
                </a:moveTo>
                <a:lnTo>
                  <a:pt x="38280" y="36139"/>
                </a:lnTo>
                <a:lnTo>
                  <a:pt x="37162" y="35587"/>
                </a:lnTo>
                <a:close/>
                <a:moveTo>
                  <a:pt x="59716" y="143483"/>
                </a:moveTo>
                <a:lnTo>
                  <a:pt x="61266" y="144045"/>
                </a:lnTo>
                <a:lnTo>
                  <a:pt x="58941" y="143764"/>
                </a:lnTo>
                <a:close/>
                <a:moveTo>
                  <a:pt x="41729" y="66204"/>
                </a:moveTo>
                <a:lnTo>
                  <a:pt x="43656" y="66740"/>
                </a:lnTo>
                <a:lnTo>
                  <a:pt x="40766" y="66472"/>
                </a:lnTo>
                <a:close/>
                <a:moveTo>
                  <a:pt x="32935" y="77765"/>
                </a:moveTo>
                <a:lnTo>
                  <a:pt x="33852" y="78536"/>
                </a:lnTo>
                <a:lnTo>
                  <a:pt x="32476" y="78151"/>
                </a:lnTo>
                <a:close/>
                <a:moveTo>
                  <a:pt x="59093" y="285393"/>
                </a:moveTo>
                <a:lnTo>
                  <a:pt x="60839" y="285803"/>
                </a:lnTo>
                <a:lnTo>
                  <a:pt x="58220" y="285598"/>
                </a:lnTo>
                <a:close/>
                <a:moveTo>
                  <a:pt x="2851" y="344915"/>
                </a:moveTo>
                <a:lnTo>
                  <a:pt x="3921" y="345468"/>
                </a:lnTo>
                <a:lnTo>
                  <a:pt x="2315" y="345192"/>
                </a:lnTo>
                <a:close/>
                <a:moveTo>
                  <a:pt x="31530" y="36391"/>
                </a:moveTo>
                <a:lnTo>
                  <a:pt x="31938" y="37625"/>
                </a:lnTo>
                <a:lnTo>
                  <a:pt x="31325" y="37008"/>
                </a:lnTo>
                <a:close/>
                <a:moveTo>
                  <a:pt x="22696" y="406368"/>
                </a:moveTo>
                <a:lnTo>
                  <a:pt x="23298" y="407807"/>
                </a:lnTo>
                <a:lnTo>
                  <a:pt x="22396" y="407088"/>
                </a:lnTo>
                <a:close/>
                <a:moveTo>
                  <a:pt x="56177" y="369498"/>
                </a:moveTo>
                <a:lnTo>
                  <a:pt x="57389" y="370063"/>
                </a:lnTo>
                <a:lnTo>
                  <a:pt x="55571" y="369780"/>
                </a:lnTo>
                <a:close/>
                <a:moveTo>
                  <a:pt x="62501" y="120151"/>
                </a:moveTo>
                <a:lnTo>
                  <a:pt x="63141" y="120981"/>
                </a:lnTo>
                <a:lnTo>
                  <a:pt x="62181" y="120566"/>
                </a:lnTo>
                <a:close/>
                <a:moveTo>
                  <a:pt x="35542" y="108955"/>
                </a:moveTo>
                <a:lnTo>
                  <a:pt x="36869" y="109865"/>
                </a:lnTo>
                <a:lnTo>
                  <a:pt x="34878" y="109410"/>
                </a:lnTo>
                <a:close/>
                <a:moveTo>
                  <a:pt x="27143" y="167957"/>
                </a:moveTo>
                <a:lnTo>
                  <a:pt x="27974" y="168901"/>
                </a:lnTo>
                <a:lnTo>
                  <a:pt x="26728" y="168429"/>
                </a:lnTo>
                <a:close/>
                <a:moveTo>
                  <a:pt x="68016" y="268332"/>
                </a:moveTo>
                <a:lnTo>
                  <a:pt x="68401" y="269683"/>
                </a:lnTo>
                <a:lnTo>
                  <a:pt x="67824" y="269008"/>
                </a:lnTo>
                <a:close/>
                <a:moveTo>
                  <a:pt x="47433" y="174527"/>
                </a:moveTo>
                <a:lnTo>
                  <a:pt x="48519" y="175389"/>
                </a:lnTo>
                <a:lnTo>
                  <a:pt x="46890" y="174958"/>
                </a:lnTo>
                <a:close/>
                <a:moveTo>
                  <a:pt x="27918" y="54880"/>
                </a:moveTo>
                <a:lnTo>
                  <a:pt x="30069" y="55392"/>
                </a:lnTo>
                <a:lnTo>
                  <a:pt x="26843" y="55136"/>
                </a:lnTo>
                <a:close/>
                <a:moveTo>
                  <a:pt x="9529" y="64344"/>
                </a:moveTo>
                <a:lnTo>
                  <a:pt x="10691" y="64682"/>
                </a:lnTo>
                <a:lnTo>
                  <a:pt x="8947" y="64513"/>
                </a:lnTo>
                <a:close/>
                <a:moveTo>
                  <a:pt x="54424" y="100984"/>
                </a:moveTo>
                <a:lnTo>
                  <a:pt x="55740" y="102671"/>
                </a:lnTo>
                <a:lnTo>
                  <a:pt x="53765" y="101828"/>
                </a:lnTo>
                <a:close/>
                <a:moveTo>
                  <a:pt x="68026" y="45102"/>
                </a:moveTo>
                <a:lnTo>
                  <a:pt x="69255" y="45832"/>
                </a:lnTo>
                <a:lnTo>
                  <a:pt x="67411" y="45467"/>
                </a:lnTo>
                <a:close/>
                <a:moveTo>
                  <a:pt x="47030" y="166531"/>
                </a:moveTo>
                <a:lnTo>
                  <a:pt x="48774" y="167535"/>
                </a:lnTo>
                <a:lnTo>
                  <a:pt x="46158" y="167033"/>
                </a:lnTo>
                <a:close/>
                <a:moveTo>
                  <a:pt x="31478" y="422174"/>
                </a:moveTo>
                <a:lnTo>
                  <a:pt x="32972" y="422594"/>
                </a:lnTo>
                <a:lnTo>
                  <a:pt x="30731" y="422384"/>
                </a:lnTo>
                <a:close/>
                <a:moveTo>
                  <a:pt x="21319" y="416363"/>
                </a:moveTo>
                <a:lnTo>
                  <a:pt x="23243" y="417852"/>
                </a:lnTo>
                <a:lnTo>
                  <a:pt x="20357" y="417107"/>
                </a:lnTo>
                <a:close/>
                <a:moveTo>
                  <a:pt x="21914" y="269118"/>
                </a:moveTo>
                <a:lnTo>
                  <a:pt x="22565" y="269524"/>
                </a:lnTo>
                <a:lnTo>
                  <a:pt x="21588" y="269321"/>
                </a:lnTo>
                <a:close/>
                <a:moveTo>
                  <a:pt x="31956" y="351359"/>
                </a:moveTo>
                <a:lnTo>
                  <a:pt x="33130" y="351682"/>
                </a:lnTo>
                <a:lnTo>
                  <a:pt x="31369" y="351521"/>
                </a:lnTo>
                <a:close/>
                <a:moveTo>
                  <a:pt x="22202" y="146822"/>
                </a:moveTo>
                <a:lnTo>
                  <a:pt x="23547" y="147131"/>
                </a:lnTo>
                <a:lnTo>
                  <a:pt x="21529" y="146977"/>
                </a:lnTo>
                <a:close/>
                <a:moveTo>
                  <a:pt x="45452" y="427196"/>
                </a:moveTo>
                <a:lnTo>
                  <a:pt x="47210" y="427725"/>
                </a:lnTo>
                <a:lnTo>
                  <a:pt x="44572" y="427461"/>
                </a:lnTo>
                <a:close/>
                <a:moveTo>
                  <a:pt x="26769" y="189254"/>
                </a:moveTo>
                <a:lnTo>
                  <a:pt x="27148" y="190683"/>
                </a:lnTo>
                <a:lnTo>
                  <a:pt x="26580" y="189968"/>
                </a:lnTo>
                <a:close/>
                <a:moveTo>
                  <a:pt x="63233" y="237574"/>
                </a:moveTo>
                <a:lnTo>
                  <a:pt x="63836" y="238959"/>
                </a:lnTo>
                <a:lnTo>
                  <a:pt x="62932" y="238266"/>
                </a:lnTo>
                <a:close/>
                <a:moveTo>
                  <a:pt x="13146" y="338411"/>
                </a:moveTo>
                <a:lnTo>
                  <a:pt x="14301" y="339783"/>
                </a:lnTo>
                <a:lnTo>
                  <a:pt x="12569" y="339097"/>
                </a:lnTo>
                <a:close/>
                <a:moveTo>
                  <a:pt x="6192" y="68905"/>
                </a:moveTo>
                <a:lnTo>
                  <a:pt x="6617" y="69534"/>
                </a:lnTo>
                <a:lnTo>
                  <a:pt x="5979" y="69220"/>
                </a:lnTo>
                <a:close/>
                <a:moveTo>
                  <a:pt x="57876" y="10893"/>
                </a:moveTo>
                <a:lnTo>
                  <a:pt x="58718" y="12682"/>
                </a:lnTo>
                <a:lnTo>
                  <a:pt x="57455" y="11788"/>
                </a:lnTo>
                <a:close/>
                <a:moveTo>
                  <a:pt x="18173" y="253068"/>
                </a:moveTo>
                <a:lnTo>
                  <a:pt x="18932" y="254537"/>
                </a:lnTo>
                <a:lnTo>
                  <a:pt x="17794" y="253803"/>
                </a:lnTo>
                <a:close/>
                <a:moveTo>
                  <a:pt x="32641" y="285211"/>
                </a:moveTo>
                <a:lnTo>
                  <a:pt x="33614" y="286674"/>
                </a:lnTo>
                <a:lnTo>
                  <a:pt x="32155" y="285942"/>
                </a:lnTo>
                <a:close/>
                <a:moveTo>
                  <a:pt x="38922" y="305581"/>
                </a:moveTo>
                <a:lnTo>
                  <a:pt x="40502" y="307337"/>
                </a:lnTo>
                <a:lnTo>
                  <a:pt x="38132" y="306459"/>
                </a:lnTo>
                <a:close/>
                <a:moveTo>
                  <a:pt x="52884" y="377424"/>
                </a:moveTo>
                <a:lnTo>
                  <a:pt x="54837" y="378903"/>
                </a:lnTo>
                <a:lnTo>
                  <a:pt x="51908" y="378164"/>
                </a:lnTo>
                <a:close/>
                <a:moveTo>
                  <a:pt x="53901" y="160752"/>
                </a:moveTo>
                <a:lnTo>
                  <a:pt x="54995" y="161113"/>
                </a:lnTo>
                <a:lnTo>
                  <a:pt x="53354" y="160932"/>
                </a:lnTo>
                <a:close/>
                <a:moveTo>
                  <a:pt x="8015" y="343139"/>
                </a:moveTo>
                <a:lnTo>
                  <a:pt x="9308" y="343879"/>
                </a:lnTo>
                <a:lnTo>
                  <a:pt x="7369" y="343509"/>
                </a:lnTo>
                <a:close/>
                <a:moveTo>
                  <a:pt x="64933" y="423567"/>
                </a:moveTo>
                <a:lnTo>
                  <a:pt x="65393" y="425178"/>
                </a:lnTo>
                <a:lnTo>
                  <a:pt x="64703" y="424372"/>
                </a:lnTo>
                <a:close/>
                <a:moveTo>
                  <a:pt x="29902" y="376263"/>
                </a:moveTo>
                <a:lnTo>
                  <a:pt x="31827" y="377904"/>
                </a:lnTo>
                <a:lnTo>
                  <a:pt x="28939" y="377083"/>
                </a:lnTo>
                <a:close/>
                <a:moveTo>
                  <a:pt x="51288" y="384539"/>
                </a:moveTo>
                <a:lnTo>
                  <a:pt x="52579" y="386076"/>
                </a:lnTo>
                <a:lnTo>
                  <a:pt x="50643" y="385308"/>
                </a:lnTo>
                <a:close/>
                <a:moveTo>
                  <a:pt x="35788" y="151443"/>
                </a:moveTo>
                <a:lnTo>
                  <a:pt x="37704" y="152463"/>
                </a:lnTo>
                <a:lnTo>
                  <a:pt x="34830" y="151953"/>
                </a:lnTo>
                <a:close/>
                <a:moveTo>
                  <a:pt x="8590" y="120984"/>
                </a:moveTo>
                <a:lnTo>
                  <a:pt x="10458" y="122155"/>
                </a:lnTo>
                <a:lnTo>
                  <a:pt x="7656" y="121570"/>
                </a:lnTo>
                <a:close/>
                <a:moveTo>
                  <a:pt x="27885" y="55077"/>
                </a:moveTo>
                <a:lnTo>
                  <a:pt x="29725" y="56276"/>
                </a:lnTo>
                <a:lnTo>
                  <a:pt x="26965" y="55677"/>
                </a:lnTo>
                <a:close/>
                <a:moveTo>
                  <a:pt x="35858" y="25347"/>
                </a:moveTo>
                <a:lnTo>
                  <a:pt x="37225" y="26550"/>
                </a:lnTo>
                <a:lnTo>
                  <a:pt x="35175" y="25948"/>
                </a:lnTo>
                <a:close/>
                <a:moveTo>
                  <a:pt x="53016" y="131759"/>
                </a:moveTo>
                <a:lnTo>
                  <a:pt x="54324" y="132068"/>
                </a:lnTo>
                <a:lnTo>
                  <a:pt x="52362" y="131914"/>
                </a:lnTo>
                <a:close/>
                <a:moveTo>
                  <a:pt x="33594" y="327915"/>
                </a:moveTo>
                <a:lnTo>
                  <a:pt x="34406" y="328544"/>
                </a:lnTo>
                <a:lnTo>
                  <a:pt x="33188" y="328230"/>
                </a:lnTo>
                <a:close/>
                <a:moveTo>
                  <a:pt x="22328" y="208143"/>
                </a:moveTo>
                <a:lnTo>
                  <a:pt x="23825" y="208934"/>
                </a:lnTo>
                <a:lnTo>
                  <a:pt x="21579" y="208539"/>
                </a:lnTo>
                <a:close/>
                <a:moveTo>
                  <a:pt x="38553" y="124889"/>
                </a:moveTo>
                <a:lnTo>
                  <a:pt x="39940" y="125556"/>
                </a:lnTo>
                <a:lnTo>
                  <a:pt x="37859" y="125222"/>
                </a:lnTo>
                <a:close/>
                <a:moveTo>
                  <a:pt x="57727" y="395401"/>
                </a:moveTo>
                <a:lnTo>
                  <a:pt x="58348" y="397086"/>
                </a:lnTo>
                <a:lnTo>
                  <a:pt x="57417" y="396244"/>
                </a:lnTo>
                <a:close/>
                <a:moveTo>
                  <a:pt x="6889" y="191585"/>
                </a:moveTo>
                <a:lnTo>
                  <a:pt x="8750" y="192426"/>
                </a:lnTo>
                <a:lnTo>
                  <a:pt x="5959" y="192005"/>
                </a:lnTo>
                <a:close/>
                <a:moveTo>
                  <a:pt x="31159" y="341819"/>
                </a:moveTo>
                <a:lnTo>
                  <a:pt x="31994" y="342735"/>
                </a:lnTo>
                <a:lnTo>
                  <a:pt x="30741" y="342277"/>
                </a:lnTo>
                <a:close/>
                <a:moveTo>
                  <a:pt x="12627" y="301711"/>
                </a:moveTo>
                <a:lnTo>
                  <a:pt x="13352" y="303245"/>
                </a:lnTo>
                <a:lnTo>
                  <a:pt x="12264" y="302478"/>
                </a:lnTo>
                <a:close/>
                <a:moveTo>
                  <a:pt x="69548" y="272629"/>
                </a:moveTo>
                <a:lnTo>
                  <a:pt x="71021" y="273994"/>
                </a:lnTo>
                <a:lnTo>
                  <a:pt x="68812" y="273311"/>
                </a:lnTo>
                <a:close/>
                <a:moveTo>
                  <a:pt x="68194" y="38688"/>
                </a:moveTo>
                <a:lnTo>
                  <a:pt x="69794" y="40069"/>
                </a:lnTo>
                <a:lnTo>
                  <a:pt x="67394" y="39379"/>
                </a:lnTo>
                <a:close/>
                <a:moveTo>
                  <a:pt x="32165" y="154880"/>
                </a:moveTo>
                <a:lnTo>
                  <a:pt x="33155" y="155822"/>
                </a:lnTo>
                <a:lnTo>
                  <a:pt x="31670" y="155351"/>
                </a:lnTo>
                <a:close/>
                <a:moveTo>
                  <a:pt x="53018" y="185716"/>
                </a:moveTo>
                <a:lnTo>
                  <a:pt x="54479" y="187428"/>
                </a:lnTo>
                <a:lnTo>
                  <a:pt x="52287" y="186572"/>
                </a:lnTo>
                <a:close/>
                <a:moveTo>
                  <a:pt x="47192" y="396798"/>
                </a:moveTo>
                <a:lnTo>
                  <a:pt x="47794" y="397824"/>
                </a:lnTo>
                <a:lnTo>
                  <a:pt x="46891" y="397311"/>
                </a:lnTo>
                <a:close/>
                <a:moveTo>
                  <a:pt x="31002" y="141988"/>
                </a:moveTo>
                <a:lnTo>
                  <a:pt x="33166" y="142650"/>
                </a:lnTo>
                <a:lnTo>
                  <a:pt x="29921" y="142319"/>
                </a:lnTo>
                <a:close/>
                <a:moveTo>
                  <a:pt x="31121" y="273353"/>
                </a:moveTo>
                <a:lnTo>
                  <a:pt x="31569" y="273923"/>
                </a:lnTo>
                <a:lnTo>
                  <a:pt x="30897" y="273638"/>
                </a:lnTo>
                <a:close/>
                <a:moveTo>
                  <a:pt x="38602" y="290971"/>
                </a:moveTo>
                <a:lnTo>
                  <a:pt x="39623" y="292710"/>
                </a:lnTo>
                <a:lnTo>
                  <a:pt x="38091" y="291841"/>
                </a:lnTo>
                <a:close/>
                <a:moveTo>
                  <a:pt x="19099" y="382067"/>
                </a:moveTo>
                <a:lnTo>
                  <a:pt x="19495" y="382526"/>
                </a:lnTo>
                <a:lnTo>
                  <a:pt x="18900" y="382297"/>
                </a:lnTo>
                <a:close/>
                <a:moveTo>
                  <a:pt x="14898" y="396382"/>
                </a:moveTo>
                <a:lnTo>
                  <a:pt x="15760" y="397668"/>
                </a:lnTo>
                <a:lnTo>
                  <a:pt x="14467" y="397025"/>
                </a:lnTo>
                <a:close/>
                <a:moveTo>
                  <a:pt x="61954" y="232796"/>
                </a:moveTo>
                <a:lnTo>
                  <a:pt x="63903" y="234448"/>
                </a:lnTo>
                <a:lnTo>
                  <a:pt x="60980" y="233622"/>
                </a:lnTo>
                <a:close/>
                <a:moveTo>
                  <a:pt x="15801" y="170488"/>
                </a:moveTo>
                <a:lnTo>
                  <a:pt x="16514" y="171369"/>
                </a:lnTo>
                <a:lnTo>
                  <a:pt x="15444" y="170928"/>
                </a:lnTo>
                <a:close/>
                <a:moveTo>
                  <a:pt x="33306" y="5659"/>
                </a:moveTo>
                <a:lnTo>
                  <a:pt x="33989" y="7150"/>
                </a:lnTo>
                <a:lnTo>
                  <a:pt x="32965" y="6405"/>
                </a:lnTo>
                <a:close/>
                <a:moveTo>
                  <a:pt x="47592" y="394615"/>
                </a:moveTo>
                <a:lnTo>
                  <a:pt x="49383" y="394932"/>
                </a:lnTo>
                <a:lnTo>
                  <a:pt x="46696" y="394774"/>
                </a:lnTo>
                <a:close/>
                <a:moveTo>
                  <a:pt x="68810" y="412210"/>
                </a:moveTo>
                <a:lnTo>
                  <a:pt x="70999" y="412924"/>
                </a:lnTo>
                <a:lnTo>
                  <a:pt x="67715" y="412567"/>
                </a:lnTo>
                <a:close/>
                <a:moveTo>
                  <a:pt x="5739" y="39933"/>
                </a:moveTo>
                <a:lnTo>
                  <a:pt x="7386" y="41594"/>
                </a:lnTo>
                <a:lnTo>
                  <a:pt x="4916" y="40763"/>
                </a:lnTo>
                <a:close/>
                <a:moveTo>
                  <a:pt x="33251" y="133180"/>
                </a:moveTo>
                <a:lnTo>
                  <a:pt x="35067" y="134256"/>
                </a:lnTo>
                <a:lnTo>
                  <a:pt x="32343" y="133718"/>
                </a:lnTo>
                <a:close/>
                <a:moveTo>
                  <a:pt x="31133" y="275404"/>
                </a:moveTo>
                <a:lnTo>
                  <a:pt x="33068" y="277203"/>
                </a:lnTo>
                <a:lnTo>
                  <a:pt x="30165" y="276303"/>
                </a:lnTo>
                <a:close/>
                <a:moveTo>
                  <a:pt x="25611" y="118671"/>
                </a:moveTo>
                <a:lnTo>
                  <a:pt x="27166" y="119234"/>
                </a:lnTo>
                <a:lnTo>
                  <a:pt x="24833" y="118953"/>
                </a:lnTo>
                <a:close/>
                <a:moveTo>
                  <a:pt x="20367" y="267990"/>
                </a:moveTo>
                <a:lnTo>
                  <a:pt x="21336" y="268974"/>
                </a:lnTo>
                <a:lnTo>
                  <a:pt x="19883" y="268482"/>
                </a:lnTo>
                <a:close/>
                <a:moveTo>
                  <a:pt x="55917" y="139706"/>
                </a:moveTo>
                <a:lnTo>
                  <a:pt x="57892" y="141315"/>
                </a:lnTo>
                <a:lnTo>
                  <a:pt x="54930" y="140510"/>
                </a:lnTo>
                <a:close/>
                <a:moveTo>
                  <a:pt x="1399" y="380560"/>
                </a:moveTo>
                <a:lnTo>
                  <a:pt x="1924" y="382180"/>
                </a:lnTo>
                <a:lnTo>
                  <a:pt x="1136" y="381370"/>
                </a:lnTo>
                <a:close/>
                <a:moveTo>
                  <a:pt x="34331" y="314604"/>
                </a:moveTo>
                <a:lnTo>
                  <a:pt x="35919" y="315787"/>
                </a:lnTo>
                <a:lnTo>
                  <a:pt x="33536" y="315196"/>
                </a:lnTo>
                <a:close/>
                <a:moveTo>
                  <a:pt x="11890" y="239119"/>
                </a:moveTo>
                <a:lnTo>
                  <a:pt x="12317" y="240150"/>
                </a:lnTo>
                <a:lnTo>
                  <a:pt x="11677" y="239635"/>
                </a:lnTo>
                <a:close/>
                <a:moveTo>
                  <a:pt x="62625" y="215862"/>
                </a:moveTo>
                <a:lnTo>
                  <a:pt x="64433" y="217652"/>
                </a:lnTo>
                <a:lnTo>
                  <a:pt x="61721" y="216757"/>
                </a:lnTo>
                <a:close/>
                <a:moveTo>
                  <a:pt x="8299" y="150691"/>
                </a:moveTo>
                <a:lnTo>
                  <a:pt x="8727" y="151096"/>
                </a:lnTo>
                <a:lnTo>
                  <a:pt x="8085" y="150893"/>
                </a:lnTo>
                <a:close/>
                <a:moveTo>
                  <a:pt x="68851" y="423783"/>
                </a:moveTo>
                <a:lnTo>
                  <a:pt x="70458" y="424536"/>
                </a:lnTo>
                <a:lnTo>
                  <a:pt x="68047" y="424159"/>
                </a:lnTo>
                <a:close/>
                <a:moveTo>
                  <a:pt x="16491" y="424132"/>
                </a:moveTo>
                <a:lnTo>
                  <a:pt x="17387" y="424659"/>
                </a:lnTo>
                <a:lnTo>
                  <a:pt x="16042" y="424395"/>
                </a:lnTo>
                <a:close/>
                <a:moveTo>
                  <a:pt x="6878" y="141037"/>
                </a:moveTo>
                <a:lnTo>
                  <a:pt x="8678" y="141380"/>
                </a:lnTo>
                <a:lnTo>
                  <a:pt x="5977" y="141209"/>
                </a:lnTo>
                <a:close/>
                <a:moveTo>
                  <a:pt x="56498" y="277606"/>
                </a:moveTo>
                <a:lnTo>
                  <a:pt x="58185" y="278490"/>
                </a:lnTo>
                <a:lnTo>
                  <a:pt x="55654" y="278048"/>
                </a:lnTo>
                <a:close/>
                <a:moveTo>
                  <a:pt x="50578" y="349616"/>
                </a:moveTo>
                <a:lnTo>
                  <a:pt x="52044" y="349938"/>
                </a:lnTo>
                <a:lnTo>
                  <a:pt x="49845" y="349777"/>
                </a:lnTo>
                <a:close/>
                <a:moveTo>
                  <a:pt x="22029" y="291359"/>
                </a:moveTo>
                <a:lnTo>
                  <a:pt x="23576" y="292762"/>
                </a:lnTo>
                <a:lnTo>
                  <a:pt x="21255" y="292061"/>
                </a:lnTo>
                <a:close/>
                <a:moveTo>
                  <a:pt x="1811" y="63471"/>
                </a:moveTo>
                <a:lnTo>
                  <a:pt x="2773" y="64136"/>
                </a:lnTo>
                <a:lnTo>
                  <a:pt x="1329" y="63803"/>
                </a:lnTo>
                <a:close/>
                <a:moveTo>
                  <a:pt x="53891" y="422297"/>
                </a:moveTo>
                <a:lnTo>
                  <a:pt x="55753" y="423692"/>
                </a:lnTo>
                <a:lnTo>
                  <a:pt x="52960" y="422994"/>
                </a:lnTo>
                <a:close/>
                <a:moveTo>
                  <a:pt x="64197" y="96452"/>
                </a:moveTo>
                <a:lnTo>
                  <a:pt x="65931" y="98083"/>
                </a:lnTo>
                <a:lnTo>
                  <a:pt x="63331" y="97267"/>
                </a:lnTo>
                <a:close/>
                <a:moveTo>
                  <a:pt x="12963" y="36354"/>
                </a:moveTo>
                <a:lnTo>
                  <a:pt x="14546" y="37262"/>
                </a:lnTo>
                <a:lnTo>
                  <a:pt x="12171" y="36808"/>
                </a:lnTo>
                <a:close/>
                <a:moveTo>
                  <a:pt x="56085" y="386959"/>
                </a:moveTo>
                <a:lnTo>
                  <a:pt x="57426" y="388315"/>
                </a:lnTo>
                <a:lnTo>
                  <a:pt x="55415" y="387637"/>
                </a:lnTo>
                <a:close/>
                <a:moveTo>
                  <a:pt x="64928" y="78059"/>
                </a:moveTo>
                <a:lnTo>
                  <a:pt x="66036" y="78692"/>
                </a:lnTo>
                <a:lnTo>
                  <a:pt x="64375" y="78375"/>
                </a:lnTo>
                <a:close/>
                <a:moveTo>
                  <a:pt x="15335" y="428098"/>
                </a:moveTo>
                <a:lnTo>
                  <a:pt x="17351" y="429510"/>
                </a:lnTo>
                <a:lnTo>
                  <a:pt x="14328" y="428804"/>
                </a:lnTo>
                <a:close/>
                <a:moveTo>
                  <a:pt x="27594" y="332455"/>
                </a:moveTo>
                <a:lnTo>
                  <a:pt x="28705" y="333278"/>
                </a:lnTo>
                <a:lnTo>
                  <a:pt x="27038" y="332866"/>
                </a:lnTo>
                <a:close/>
                <a:moveTo>
                  <a:pt x="67797" y="384789"/>
                </a:moveTo>
                <a:lnTo>
                  <a:pt x="68908" y="385821"/>
                </a:lnTo>
                <a:lnTo>
                  <a:pt x="67242" y="385305"/>
                </a:lnTo>
                <a:close/>
                <a:moveTo>
                  <a:pt x="19101" y="297697"/>
                </a:moveTo>
                <a:lnTo>
                  <a:pt x="21262" y="298974"/>
                </a:lnTo>
                <a:lnTo>
                  <a:pt x="18021" y="298335"/>
                </a:lnTo>
                <a:close/>
                <a:moveTo>
                  <a:pt x="7026" y="287592"/>
                </a:moveTo>
                <a:lnTo>
                  <a:pt x="7992" y="289294"/>
                </a:lnTo>
                <a:lnTo>
                  <a:pt x="6542" y="288443"/>
                </a:lnTo>
                <a:close/>
                <a:moveTo>
                  <a:pt x="20117" y="320271"/>
                </a:moveTo>
                <a:lnTo>
                  <a:pt x="21979" y="320868"/>
                </a:lnTo>
                <a:lnTo>
                  <a:pt x="19186" y="320570"/>
                </a:lnTo>
                <a:close/>
                <a:moveTo>
                  <a:pt x="36225" y="8664"/>
                </a:moveTo>
                <a:lnTo>
                  <a:pt x="36753" y="9110"/>
                </a:lnTo>
                <a:lnTo>
                  <a:pt x="35961" y="8887"/>
                </a:lnTo>
                <a:close/>
                <a:moveTo>
                  <a:pt x="4415" y="152272"/>
                </a:moveTo>
                <a:lnTo>
                  <a:pt x="6260" y="153095"/>
                </a:lnTo>
                <a:lnTo>
                  <a:pt x="3492" y="152684"/>
                </a:lnTo>
                <a:close/>
                <a:moveTo>
                  <a:pt x="63754" y="428267"/>
                </a:moveTo>
                <a:lnTo>
                  <a:pt x="64916" y="429736"/>
                </a:lnTo>
                <a:lnTo>
                  <a:pt x="63173" y="429001"/>
                </a:lnTo>
                <a:close/>
                <a:moveTo>
                  <a:pt x="20671" y="8686"/>
                </a:moveTo>
                <a:lnTo>
                  <a:pt x="22304" y="9788"/>
                </a:lnTo>
                <a:lnTo>
                  <a:pt x="19855" y="9237"/>
                </a:lnTo>
                <a:close/>
                <a:moveTo>
                  <a:pt x="37661" y="152538"/>
                </a:moveTo>
                <a:lnTo>
                  <a:pt x="39621" y="154121"/>
                </a:lnTo>
                <a:lnTo>
                  <a:pt x="36681" y="153329"/>
                </a:lnTo>
                <a:close/>
                <a:moveTo>
                  <a:pt x="9638" y="318741"/>
                </a:moveTo>
                <a:lnTo>
                  <a:pt x="10574" y="319672"/>
                </a:lnTo>
                <a:lnTo>
                  <a:pt x="9171" y="319207"/>
                </a:lnTo>
                <a:close/>
                <a:moveTo>
                  <a:pt x="3566" y="46132"/>
                </a:moveTo>
                <a:lnTo>
                  <a:pt x="4512" y="47562"/>
                </a:lnTo>
                <a:lnTo>
                  <a:pt x="3093" y="46847"/>
                </a:lnTo>
                <a:close/>
                <a:moveTo>
                  <a:pt x="29351" y="318625"/>
                </a:moveTo>
                <a:lnTo>
                  <a:pt x="31015" y="320083"/>
                </a:lnTo>
                <a:lnTo>
                  <a:pt x="28519" y="319354"/>
                </a:lnTo>
                <a:close/>
                <a:moveTo>
                  <a:pt x="39440" y="101536"/>
                </a:moveTo>
                <a:lnTo>
                  <a:pt x="40111" y="102384"/>
                </a:lnTo>
                <a:lnTo>
                  <a:pt x="39105" y="101960"/>
                </a:lnTo>
                <a:close/>
                <a:moveTo>
                  <a:pt x="13806" y="185965"/>
                </a:moveTo>
                <a:lnTo>
                  <a:pt x="15321" y="186365"/>
                </a:lnTo>
                <a:lnTo>
                  <a:pt x="13049" y="186165"/>
                </a:lnTo>
                <a:close/>
                <a:moveTo>
                  <a:pt x="13404" y="157849"/>
                </a:moveTo>
                <a:lnTo>
                  <a:pt x="15509" y="158243"/>
                </a:lnTo>
                <a:lnTo>
                  <a:pt x="12352" y="158046"/>
                </a:lnTo>
                <a:close/>
                <a:moveTo>
                  <a:pt x="7114" y="194042"/>
                </a:moveTo>
                <a:lnTo>
                  <a:pt x="8998" y="195536"/>
                </a:lnTo>
                <a:lnTo>
                  <a:pt x="6172" y="194789"/>
                </a:lnTo>
                <a:close/>
                <a:moveTo>
                  <a:pt x="33553" y="220100"/>
                </a:moveTo>
                <a:lnTo>
                  <a:pt x="34350" y="221723"/>
                </a:lnTo>
                <a:lnTo>
                  <a:pt x="33155" y="220912"/>
                </a:lnTo>
                <a:close/>
                <a:moveTo>
                  <a:pt x="16879" y="172773"/>
                </a:moveTo>
                <a:lnTo>
                  <a:pt x="18459" y="174448"/>
                </a:lnTo>
                <a:lnTo>
                  <a:pt x="16089" y="173610"/>
                </a:lnTo>
                <a:close/>
                <a:moveTo>
                  <a:pt x="37134" y="28988"/>
                </a:moveTo>
                <a:lnTo>
                  <a:pt x="38167" y="29853"/>
                </a:lnTo>
                <a:lnTo>
                  <a:pt x="36618" y="29420"/>
                </a:lnTo>
                <a:close/>
                <a:moveTo>
                  <a:pt x="19779" y="28206"/>
                </a:moveTo>
                <a:lnTo>
                  <a:pt x="21165" y="29343"/>
                </a:lnTo>
                <a:lnTo>
                  <a:pt x="19086" y="28775"/>
                </a:lnTo>
                <a:close/>
                <a:moveTo>
                  <a:pt x="51348" y="26600"/>
                </a:moveTo>
                <a:lnTo>
                  <a:pt x="52977" y="27664"/>
                </a:lnTo>
                <a:lnTo>
                  <a:pt x="50534" y="27132"/>
                </a:lnTo>
                <a:close/>
                <a:moveTo>
                  <a:pt x="52065" y="31748"/>
                </a:moveTo>
                <a:lnTo>
                  <a:pt x="54261" y="32505"/>
                </a:lnTo>
                <a:lnTo>
                  <a:pt x="50966" y="32126"/>
                </a:lnTo>
                <a:close/>
                <a:moveTo>
                  <a:pt x="24655" y="58156"/>
                </a:moveTo>
                <a:lnTo>
                  <a:pt x="25010" y="59003"/>
                </a:lnTo>
                <a:lnTo>
                  <a:pt x="24477" y="58579"/>
                </a:lnTo>
                <a:close/>
                <a:moveTo>
                  <a:pt x="62171" y="192177"/>
                </a:moveTo>
                <a:lnTo>
                  <a:pt x="64197" y="192670"/>
                </a:lnTo>
                <a:lnTo>
                  <a:pt x="61159" y="192423"/>
                </a:lnTo>
                <a:close/>
                <a:moveTo>
                  <a:pt x="11451" y="273591"/>
                </a:moveTo>
                <a:lnTo>
                  <a:pt x="12003" y="274539"/>
                </a:lnTo>
                <a:lnTo>
                  <a:pt x="11175" y="274065"/>
                </a:lnTo>
                <a:close/>
                <a:moveTo>
                  <a:pt x="44922" y="222631"/>
                </a:moveTo>
                <a:lnTo>
                  <a:pt x="45970" y="223582"/>
                </a:lnTo>
                <a:lnTo>
                  <a:pt x="44398" y="223107"/>
                </a:lnTo>
                <a:close/>
                <a:moveTo>
                  <a:pt x="68395" y="267922"/>
                </a:moveTo>
                <a:lnTo>
                  <a:pt x="69124" y="268953"/>
                </a:lnTo>
                <a:lnTo>
                  <a:pt x="68031" y="268437"/>
                </a:lnTo>
                <a:close/>
                <a:moveTo>
                  <a:pt x="59813" y="365717"/>
                </a:moveTo>
                <a:lnTo>
                  <a:pt x="60997" y="366997"/>
                </a:lnTo>
                <a:lnTo>
                  <a:pt x="59222" y="366357"/>
                </a:lnTo>
                <a:close/>
                <a:moveTo>
                  <a:pt x="32872" y="235785"/>
                </a:moveTo>
                <a:lnTo>
                  <a:pt x="33257" y="236632"/>
                </a:lnTo>
                <a:lnTo>
                  <a:pt x="32679" y="236209"/>
                </a:lnTo>
                <a:close/>
                <a:moveTo>
                  <a:pt x="22975" y="372636"/>
                </a:moveTo>
                <a:lnTo>
                  <a:pt x="23975" y="373434"/>
                </a:lnTo>
                <a:lnTo>
                  <a:pt x="22475" y="373035"/>
                </a:lnTo>
                <a:close/>
                <a:moveTo>
                  <a:pt x="45824" y="120222"/>
                </a:moveTo>
                <a:lnTo>
                  <a:pt x="47484" y="121923"/>
                </a:lnTo>
                <a:lnTo>
                  <a:pt x="44993" y="121072"/>
                </a:lnTo>
                <a:close/>
                <a:moveTo>
                  <a:pt x="19361" y="359440"/>
                </a:moveTo>
                <a:lnTo>
                  <a:pt x="21136" y="360201"/>
                </a:lnTo>
                <a:lnTo>
                  <a:pt x="18474" y="359820"/>
                </a:lnTo>
                <a:close/>
                <a:moveTo>
                  <a:pt x="8044" y="318966"/>
                </a:moveTo>
                <a:lnTo>
                  <a:pt x="9863" y="320765"/>
                </a:lnTo>
                <a:lnTo>
                  <a:pt x="7134" y="319866"/>
                </a:lnTo>
                <a:close/>
                <a:moveTo>
                  <a:pt x="18025" y="210947"/>
                </a:moveTo>
                <a:lnTo>
                  <a:pt x="19988" y="212286"/>
                </a:lnTo>
                <a:lnTo>
                  <a:pt x="17044" y="211617"/>
                </a:lnTo>
                <a:close/>
                <a:moveTo>
                  <a:pt x="20747" y="230893"/>
                </a:moveTo>
                <a:lnTo>
                  <a:pt x="21661" y="232589"/>
                </a:lnTo>
                <a:lnTo>
                  <a:pt x="20291" y="231741"/>
                </a:lnTo>
                <a:close/>
                <a:moveTo>
                  <a:pt x="64961" y="13241"/>
                </a:moveTo>
                <a:lnTo>
                  <a:pt x="65965" y="13976"/>
                </a:lnTo>
                <a:lnTo>
                  <a:pt x="64458" y="13609"/>
                </a:lnTo>
                <a:close/>
                <a:moveTo>
                  <a:pt x="9904" y="303053"/>
                </a:moveTo>
                <a:lnTo>
                  <a:pt x="11642" y="303369"/>
                </a:lnTo>
                <a:lnTo>
                  <a:pt x="9035" y="303211"/>
                </a:lnTo>
                <a:close/>
                <a:moveTo>
                  <a:pt x="41416" y="390976"/>
                </a:moveTo>
                <a:lnTo>
                  <a:pt x="43294" y="392760"/>
                </a:lnTo>
                <a:lnTo>
                  <a:pt x="40477" y="391868"/>
                </a:lnTo>
                <a:close/>
                <a:moveTo>
                  <a:pt x="57971" y="95443"/>
                </a:moveTo>
                <a:lnTo>
                  <a:pt x="59644" y="95824"/>
                </a:lnTo>
                <a:lnTo>
                  <a:pt x="57135" y="95633"/>
                </a:lnTo>
                <a:close/>
                <a:moveTo>
                  <a:pt x="19965" y="324879"/>
                </a:moveTo>
                <a:lnTo>
                  <a:pt x="21005" y="326363"/>
                </a:lnTo>
                <a:lnTo>
                  <a:pt x="19445" y="325621"/>
                </a:lnTo>
                <a:close/>
                <a:moveTo>
                  <a:pt x="49749" y="60262"/>
                </a:moveTo>
                <a:lnTo>
                  <a:pt x="51894" y="61526"/>
                </a:lnTo>
                <a:lnTo>
                  <a:pt x="48676" y="60894"/>
                </a:lnTo>
                <a:close/>
                <a:moveTo>
                  <a:pt x="49025" y="27653"/>
                </a:moveTo>
                <a:lnTo>
                  <a:pt x="50308" y="28567"/>
                </a:lnTo>
                <a:lnTo>
                  <a:pt x="48383" y="28110"/>
                </a:lnTo>
                <a:close/>
                <a:moveTo>
                  <a:pt x="60247" y="415149"/>
                </a:moveTo>
                <a:lnTo>
                  <a:pt x="60981" y="415560"/>
                </a:lnTo>
                <a:lnTo>
                  <a:pt x="59880" y="415355"/>
                </a:lnTo>
                <a:close/>
                <a:moveTo>
                  <a:pt x="46777" y="145340"/>
                </a:moveTo>
                <a:lnTo>
                  <a:pt x="47266" y="146603"/>
                </a:lnTo>
                <a:lnTo>
                  <a:pt x="46532" y="145971"/>
                </a:lnTo>
                <a:close/>
                <a:moveTo>
                  <a:pt x="42802" y="365719"/>
                </a:moveTo>
                <a:lnTo>
                  <a:pt x="44346" y="367430"/>
                </a:lnTo>
                <a:lnTo>
                  <a:pt x="42030" y="366574"/>
                </a:lnTo>
                <a:close/>
                <a:moveTo>
                  <a:pt x="43240" y="314902"/>
                </a:moveTo>
                <a:lnTo>
                  <a:pt x="43973" y="315327"/>
                </a:lnTo>
                <a:lnTo>
                  <a:pt x="42873" y="315115"/>
                </a:lnTo>
                <a:close/>
                <a:moveTo>
                  <a:pt x="34013" y="329085"/>
                </a:moveTo>
                <a:lnTo>
                  <a:pt x="34920" y="329624"/>
                </a:lnTo>
                <a:lnTo>
                  <a:pt x="33560" y="329354"/>
                </a:lnTo>
                <a:close/>
                <a:moveTo>
                  <a:pt x="34733" y="14253"/>
                </a:moveTo>
                <a:lnTo>
                  <a:pt x="36036" y="15994"/>
                </a:lnTo>
                <a:lnTo>
                  <a:pt x="34082" y="15123"/>
                </a:lnTo>
                <a:close/>
                <a:moveTo>
                  <a:pt x="30206" y="115814"/>
                </a:moveTo>
                <a:lnTo>
                  <a:pt x="31988" y="116494"/>
                </a:lnTo>
                <a:lnTo>
                  <a:pt x="29315" y="116154"/>
                </a:lnTo>
                <a:close/>
                <a:moveTo>
                  <a:pt x="37658" y="145551"/>
                </a:moveTo>
                <a:lnTo>
                  <a:pt x="38257" y="146565"/>
                </a:lnTo>
                <a:lnTo>
                  <a:pt x="37358" y="146058"/>
                </a:lnTo>
                <a:close/>
                <a:moveTo>
                  <a:pt x="7999" y="403837"/>
                </a:moveTo>
                <a:lnTo>
                  <a:pt x="9501" y="404498"/>
                </a:lnTo>
                <a:lnTo>
                  <a:pt x="7248" y="404168"/>
                </a:lnTo>
                <a:close/>
                <a:moveTo>
                  <a:pt x="29135" y="429464"/>
                </a:moveTo>
                <a:lnTo>
                  <a:pt x="30540" y="429981"/>
                </a:lnTo>
                <a:lnTo>
                  <a:pt x="28433" y="429722"/>
                </a:lnTo>
                <a:close/>
                <a:moveTo>
                  <a:pt x="43203" y="155787"/>
                </a:moveTo>
                <a:lnTo>
                  <a:pt x="44178" y="156401"/>
                </a:lnTo>
                <a:lnTo>
                  <a:pt x="42716" y="156094"/>
                </a:lnTo>
                <a:close/>
                <a:moveTo>
                  <a:pt x="1190" y="363334"/>
                </a:moveTo>
                <a:lnTo>
                  <a:pt x="1746" y="364835"/>
                </a:lnTo>
                <a:lnTo>
                  <a:pt x="912" y="364085"/>
                </a:lnTo>
                <a:close/>
                <a:moveTo>
                  <a:pt x="44056" y="130644"/>
                </a:moveTo>
                <a:lnTo>
                  <a:pt x="44947" y="132070"/>
                </a:lnTo>
                <a:lnTo>
                  <a:pt x="43610" y="131357"/>
                </a:lnTo>
                <a:close/>
                <a:moveTo>
                  <a:pt x="30419" y="150224"/>
                </a:moveTo>
                <a:lnTo>
                  <a:pt x="32615" y="151011"/>
                </a:lnTo>
                <a:lnTo>
                  <a:pt x="29321" y="150618"/>
                </a:lnTo>
                <a:close/>
                <a:moveTo>
                  <a:pt x="62505" y="92807"/>
                </a:moveTo>
                <a:lnTo>
                  <a:pt x="63726" y="93454"/>
                </a:lnTo>
                <a:lnTo>
                  <a:pt x="61894" y="93130"/>
                </a:lnTo>
                <a:close/>
                <a:moveTo>
                  <a:pt x="13578" y="433718"/>
                </a:moveTo>
                <a:lnTo>
                  <a:pt x="15655" y="435290"/>
                </a:lnTo>
                <a:lnTo>
                  <a:pt x="12540" y="434504"/>
                </a:lnTo>
                <a:close/>
                <a:moveTo>
                  <a:pt x="36698" y="266808"/>
                </a:moveTo>
                <a:lnTo>
                  <a:pt x="37803" y="267520"/>
                </a:lnTo>
                <a:lnTo>
                  <a:pt x="36146" y="267164"/>
                </a:lnTo>
                <a:close/>
                <a:moveTo>
                  <a:pt x="15728" y="361455"/>
                </a:moveTo>
                <a:lnTo>
                  <a:pt x="16226" y="363012"/>
                </a:lnTo>
                <a:lnTo>
                  <a:pt x="15479" y="362233"/>
                </a:lnTo>
                <a:close/>
                <a:moveTo>
                  <a:pt x="65535" y="174776"/>
                </a:moveTo>
                <a:lnTo>
                  <a:pt x="66256" y="175579"/>
                </a:lnTo>
                <a:lnTo>
                  <a:pt x="65174" y="175178"/>
                </a:lnTo>
                <a:close/>
                <a:moveTo>
                  <a:pt x="61174" y="131968"/>
                </a:moveTo>
                <a:lnTo>
                  <a:pt x="62677" y="133110"/>
                </a:lnTo>
                <a:lnTo>
                  <a:pt x="60422" y="132539"/>
                </a:lnTo>
                <a:close/>
                <a:moveTo>
                  <a:pt x="38898" y="333924"/>
                </a:moveTo>
                <a:lnTo>
                  <a:pt x="39539" y="335026"/>
                </a:lnTo>
                <a:lnTo>
                  <a:pt x="38578" y="334475"/>
                </a:lnTo>
                <a:close/>
                <a:moveTo>
                  <a:pt x="45030" y="231366"/>
                </a:moveTo>
                <a:lnTo>
                  <a:pt x="46738" y="232559"/>
                </a:lnTo>
                <a:lnTo>
                  <a:pt x="44176" y="231963"/>
                </a:lnTo>
                <a:close/>
                <a:moveTo>
                  <a:pt x="21668" y="144006"/>
                </a:moveTo>
                <a:lnTo>
                  <a:pt x="22714" y="145205"/>
                </a:lnTo>
                <a:lnTo>
                  <a:pt x="21145" y="144606"/>
                </a:lnTo>
                <a:close/>
                <a:moveTo>
                  <a:pt x="57548" y="377466"/>
                </a:moveTo>
                <a:lnTo>
                  <a:pt x="58658" y="378989"/>
                </a:lnTo>
                <a:lnTo>
                  <a:pt x="56993" y="378228"/>
                </a:lnTo>
                <a:close/>
                <a:moveTo>
                  <a:pt x="33132" y="285724"/>
                </a:moveTo>
                <a:lnTo>
                  <a:pt x="35175" y="286923"/>
                </a:lnTo>
                <a:lnTo>
                  <a:pt x="32111" y="286324"/>
                </a:lnTo>
                <a:close/>
                <a:moveTo>
                  <a:pt x="6453" y="104380"/>
                </a:moveTo>
                <a:lnTo>
                  <a:pt x="6927" y="106005"/>
                </a:lnTo>
                <a:lnTo>
                  <a:pt x="6216" y="105193"/>
                </a:lnTo>
                <a:close/>
                <a:moveTo>
                  <a:pt x="46107" y="275862"/>
                </a:moveTo>
                <a:lnTo>
                  <a:pt x="46494" y="276761"/>
                </a:lnTo>
                <a:lnTo>
                  <a:pt x="45913" y="276311"/>
                </a:lnTo>
                <a:close/>
                <a:moveTo>
                  <a:pt x="40526" y="352667"/>
                </a:moveTo>
                <a:lnTo>
                  <a:pt x="42207" y="354288"/>
                </a:lnTo>
                <a:lnTo>
                  <a:pt x="39685" y="353478"/>
                </a:lnTo>
                <a:close/>
                <a:moveTo>
                  <a:pt x="27266" y="403166"/>
                </a:moveTo>
                <a:lnTo>
                  <a:pt x="28200" y="404833"/>
                </a:lnTo>
                <a:lnTo>
                  <a:pt x="26799" y="403999"/>
                </a:lnTo>
                <a:close/>
                <a:moveTo>
                  <a:pt x="21627" y="236104"/>
                </a:moveTo>
                <a:lnTo>
                  <a:pt x="22223" y="237241"/>
                </a:lnTo>
                <a:lnTo>
                  <a:pt x="21330" y="236673"/>
                </a:lnTo>
                <a:close/>
                <a:moveTo>
                  <a:pt x="68469" y="252963"/>
                </a:moveTo>
                <a:lnTo>
                  <a:pt x="69247" y="254068"/>
                </a:lnTo>
                <a:lnTo>
                  <a:pt x="68080" y="253515"/>
                </a:lnTo>
                <a:close/>
                <a:moveTo>
                  <a:pt x="33789" y="279517"/>
                </a:moveTo>
                <a:lnTo>
                  <a:pt x="35327" y="281102"/>
                </a:lnTo>
                <a:lnTo>
                  <a:pt x="33020" y="280309"/>
                </a:lnTo>
                <a:close/>
                <a:moveTo>
                  <a:pt x="43397" y="258946"/>
                </a:moveTo>
                <a:lnTo>
                  <a:pt x="44612" y="259911"/>
                </a:lnTo>
                <a:lnTo>
                  <a:pt x="42790" y="259428"/>
                </a:lnTo>
                <a:close/>
                <a:moveTo>
                  <a:pt x="43220" y="0"/>
                </a:moveTo>
                <a:lnTo>
                  <a:pt x="43776" y="1232"/>
                </a:lnTo>
                <a:lnTo>
                  <a:pt x="42942" y="616"/>
                </a:lnTo>
                <a:close/>
                <a:moveTo>
                  <a:pt x="59507" y="242277"/>
                </a:moveTo>
                <a:lnTo>
                  <a:pt x="60242" y="243308"/>
                </a:lnTo>
                <a:lnTo>
                  <a:pt x="59140" y="242793"/>
                </a:lnTo>
                <a:close/>
                <a:moveTo>
                  <a:pt x="22894" y="299967"/>
                </a:moveTo>
                <a:lnTo>
                  <a:pt x="23253" y="300753"/>
                </a:lnTo>
                <a:lnTo>
                  <a:pt x="22715" y="300360"/>
                </a:lnTo>
                <a:close/>
                <a:moveTo>
                  <a:pt x="54751" y="279700"/>
                </a:moveTo>
                <a:lnTo>
                  <a:pt x="55207" y="281068"/>
                </a:lnTo>
                <a:lnTo>
                  <a:pt x="54523" y="280384"/>
                </a:lnTo>
                <a:close/>
                <a:moveTo>
                  <a:pt x="24304" y="79533"/>
                </a:moveTo>
                <a:lnTo>
                  <a:pt x="25980" y="80067"/>
                </a:lnTo>
                <a:lnTo>
                  <a:pt x="23467" y="79800"/>
                </a:lnTo>
                <a:close/>
                <a:moveTo>
                  <a:pt x="62775" y="241167"/>
                </a:moveTo>
                <a:lnTo>
                  <a:pt x="63242" y="241710"/>
                </a:lnTo>
                <a:lnTo>
                  <a:pt x="62541" y="241439"/>
                </a:lnTo>
                <a:close/>
                <a:moveTo>
                  <a:pt x="15181" y="256004"/>
                </a:moveTo>
                <a:lnTo>
                  <a:pt x="17242" y="257332"/>
                </a:lnTo>
                <a:lnTo>
                  <a:pt x="14150" y="256668"/>
                </a:lnTo>
                <a:close/>
                <a:moveTo>
                  <a:pt x="20379" y="419328"/>
                </a:moveTo>
                <a:lnTo>
                  <a:pt x="21577" y="420606"/>
                </a:lnTo>
                <a:lnTo>
                  <a:pt x="19779" y="419967"/>
                </a:lnTo>
                <a:close/>
                <a:moveTo>
                  <a:pt x="61031" y="298076"/>
                </a:moveTo>
                <a:lnTo>
                  <a:pt x="62375" y="299046"/>
                </a:lnTo>
                <a:lnTo>
                  <a:pt x="60359" y="298561"/>
                </a:lnTo>
                <a:close/>
                <a:moveTo>
                  <a:pt x="14154" y="237922"/>
                </a:moveTo>
                <a:lnTo>
                  <a:pt x="15524" y="239260"/>
                </a:lnTo>
                <a:lnTo>
                  <a:pt x="13468" y="238591"/>
                </a:lnTo>
                <a:close/>
                <a:moveTo>
                  <a:pt x="64729" y="13912"/>
                </a:moveTo>
                <a:lnTo>
                  <a:pt x="66484" y="15060"/>
                </a:lnTo>
                <a:lnTo>
                  <a:pt x="63852" y="14486"/>
                </a:lnTo>
                <a:close/>
                <a:moveTo>
                  <a:pt x="45248" y="202029"/>
                </a:moveTo>
                <a:lnTo>
                  <a:pt x="46206" y="202669"/>
                </a:lnTo>
                <a:lnTo>
                  <a:pt x="44769" y="202349"/>
                </a:lnTo>
                <a:close/>
                <a:moveTo>
                  <a:pt x="11270" y="117999"/>
                </a:moveTo>
                <a:lnTo>
                  <a:pt x="12395" y="119081"/>
                </a:lnTo>
                <a:lnTo>
                  <a:pt x="10708" y="118540"/>
                </a:lnTo>
                <a:close/>
                <a:moveTo>
                  <a:pt x="28409" y="263088"/>
                </a:moveTo>
                <a:lnTo>
                  <a:pt x="29896" y="264790"/>
                </a:lnTo>
                <a:lnTo>
                  <a:pt x="27666" y="263939"/>
                </a:lnTo>
                <a:close/>
                <a:moveTo>
                  <a:pt x="50293" y="217452"/>
                </a:moveTo>
                <a:lnTo>
                  <a:pt x="52276" y="218494"/>
                </a:lnTo>
                <a:lnTo>
                  <a:pt x="49301" y="217973"/>
                </a:lnTo>
                <a:close/>
                <a:moveTo>
                  <a:pt x="30980" y="144868"/>
                </a:moveTo>
                <a:lnTo>
                  <a:pt x="32251" y="146236"/>
                </a:lnTo>
                <a:lnTo>
                  <a:pt x="30344" y="145552"/>
                </a:lnTo>
                <a:close/>
                <a:moveTo>
                  <a:pt x="23733" y="238299"/>
                </a:moveTo>
                <a:lnTo>
                  <a:pt x="25409" y="239149"/>
                </a:lnTo>
                <a:lnTo>
                  <a:pt x="22895" y="238724"/>
                </a:lnTo>
                <a:close/>
                <a:moveTo>
                  <a:pt x="31181" y="206217"/>
                </a:moveTo>
                <a:lnTo>
                  <a:pt x="32962" y="207137"/>
                </a:lnTo>
                <a:lnTo>
                  <a:pt x="30291" y="206677"/>
                </a:lnTo>
                <a:close/>
                <a:moveTo>
                  <a:pt x="67037" y="247925"/>
                </a:moveTo>
                <a:lnTo>
                  <a:pt x="68072" y="248718"/>
                </a:lnTo>
                <a:lnTo>
                  <a:pt x="66519" y="248321"/>
                </a:lnTo>
                <a:close/>
                <a:moveTo>
                  <a:pt x="48495" y="275964"/>
                </a:moveTo>
                <a:lnTo>
                  <a:pt x="49621" y="277323"/>
                </a:lnTo>
                <a:lnTo>
                  <a:pt x="47932" y="276644"/>
                </a:lnTo>
                <a:close/>
                <a:moveTo>
                  <a:pt x="52411" y="297404"/>
                </a:moveTo>
                <a:lnTo>
                  <a:pt x="53527" y="298784"/>
                </a:lnTo>
                <a:lnTo>
                  <a:pt x="51854" y="298094"/>
                </a:lnTo>
                <a:close/>
                <a:moveTo>
                  <a:pt x="11077" y="430368"/>
                </a:moveTo>
                <a:lnTo>
                  <a:pt x="12522" y="431633"/>
                </a:lnTo>
                <a:lnTo>
                  <a:pt x="10355" y="431000"/>
                </a:lnTo>
                <a:close/>
                <a:moveTo>
                  <a:pt x="41874" y="273402"/>
                </a:moveTo>
                <a:lnTo>
                  <a:pt x="43377" y="274012"/>
                </a:lnTo>
                <a:lnTo>
                  <a:pt x="41122" y="273707"/>
                </a:lnTo>
                <a:close/>
                <a:moveTo>
                  <a:pt x="13720" y="195458"/>
                </a:moveTo>
                <a:lnTo>
                  <a:pt x="15125" y="197181"/>
                </a:lnTo>
                <a:lnTo>
                  <a:pt x="13018" y="196319"/>
                </a:lnTo>
                <a:close/>
                <a:moveTo>
                  <a:pt x="40325" y="299685"/>
                </a:moveTo>
                <a:lnTo>
                  <a:pt x="40774" y="300057"/>
                </a:lnTo>
                <a:lnTo>
                  <a:pt x="40101" y="299871"/>
                </a:lnTo>
                <a:close/>
                <a:moveTo>
                  <a:pt x="15876" y="144648"/>
                </a:moveTo>
                <a:lnTo>
                  <a:pt x="16483" y="145301"/>
                </a:lnTo>
                <a:lnTo>
                  <a:pt x="15572" y="144975"/>
                </a:lnTo>
                <a:close/>
                <a:moveTo>
                  <a:pt x="22431" y="309007"/>
                </a:moveTo>
                <a:lnTo>
                  <a:pt x="23838" y="309638"/>
                </a:lnTo>
                <a:lnTo>
                  <a:pt x="21728" y="309322"/>
                </a:lnTo>
                <a:close/>
                <a:moveTo>
                  <a:pt x="29501" y="427811"/>
                </a:moveTo>
                <a:lnTo>
                  <a:pt x="30401" y="428741"/>
                </a:lnTo>
                <a:lnTo>
                  <a:pt x="29051" y="428276"/>
                </a:lnTo>
                <a:close/>
                <a:moveTo>
                  <a:pt x="16627" y="360019"/>
                </a:moveTo>
                <a:lnTo>
                  <a:pt x="18708" y="361757"/>
                </a:lnTo>
                <a:lnTo>
                  <a:pt x="15586" y="360888"/>
                </a:lnTo>
                <a:close/>
                <a:moveTo>
                  <a:pt x="19755" y="43801"/>
                </a:moveTo>
                <a:lnTo>
                  <a:pt x="20967" y="44181"/>
                </a:lnTo>
                <a:lnTo>
                  <a:pt x="19149" y="43991"/>
                </a:lnTo>
                <a:close/>
                <a:moveTo>
                  <a:pt x="69151" y="13464"/>
                </a:moveTo>
                <a:lnTo>
                  <a:pt x="69789" y="13898"/>
                </a:lnTo>
                <a:lnTo>
                  <a:pt x="68832" y="13681"/>
                </a:lnTo>
                <a:close/>
                <a:moveTo>
                  <a:pt x="18558" y="304162"/>
                </a:moveTo>
                <a:lnTo>
                  <a:pt x="19709" y="305029"/>
                </a:lnTo>
                <a:lnTo>
                  <a:pt x="17982" y="304596"/>
                </a:lnTo>
                <a:close/>
                <a:moveTo>
                  <a:pt x="20855" y="271782"/>
                </a:moveTo>
                <a:lnTo>
                  <a:pt x="21878" y="273282"/>
                </a:lnTo>
                <a:lnTo>
                  <a:pt x="20343" y="272532"/>
                </a:lnTo>
                <a:close/>
                <a:moveTo>
                  <a:pt x="17882" y="33574"/>
                </a:moveTo>
                <a:lnTo>
                  <a:pt x="19300" y="34929"/>
                </a:lnTo>
                <a:lnTo>
                  <a:pt x="17173" y="34252"/>
                </a:lnTo>
                <a:close/>
                <a:moveTo>
                  <a:pt x="6120" y="135872"/>
                </a:moveTo>
                <a:lnTo>
                  <a:pt x="6755" y="137013"/>
                </a:lnTo>
                <a:lnTo>
                  <a:pt x="5803" y="136442"/>
                </a:lnTo>
                <a:close/>
                <a:moveTo>
                  <a:pt x="48420" y="241919"/>
                </a:moveTo>
                <a:lnTo>
                  <a:pt x="49477" y="243063"/>
                </a:lnTo>
                <a:lnTo>
                  <a:pt x="47892" y="242491"/>
                </a:lnTo>
                <a:close/>
                <a:moveTo>
                  <a:pt x="34510" y="235465"/>
                </a:moveTo>
                <a:lnTo>
                  <a:pt x="36330" y="235828"/>
                </a:lnTo>
                <a:lnTo>
                  <a:pt x="33599" y="235646"/>
                </a:lnTo>
                <a:close/>
                <a:moveTo>
                  <a:pt x="26615" y="98775"/>
                </a:moveTo>
                <a:lnTo>
                  <a:pt x="28780" y="99085"/>
                </a:lnTo>
                <a:lnTo>
                  <a:pt x="25533" y="98930"/>
                </a:lnTo>
                <a:close/>
                <a:moveTo>
                  <a:pt x="15581" y="396338"/>
                </a:moveTo>
                <a:lnTo>
                  <a:pt x="16040" y="397605"/>
                </a:lnTo>
                <a:lnTo>
                  <a:pt x="15352" y="396972"/>
                </a:lnTo>
                <a:close/>
                <a:moveTo>
                  <a:pt x="25732" y="331031"/>
                </a:moveTo>
                <a:lnTo>
                  <a:pt x="27420" y="332139"/>
                </a:lnTo>
                <a:lnTo>
                  <a:pt x="24888" y="331585"/>
                </a:lnTo>
                <a:close/>
                <a:moveTo>
                  <a:pt x="10011" y="175652"/>
                </a:moveTo>
                <a:lnTo>
                  <a:pt x="12034" y="176580"/>
                </a:lnTo>
                <a:lnTo>
                  <a:pt x="8999" y="176116"/>
                </a:lnTo>
                <a:close/>
                <a:moveTo>
                  <a:pt x="37558" y="189919"/>
                </a:moveTo>
                <a:lnTo>
                  <a:pt x="38423" y="191045"/>
                </a:lnTo>
                <a:lnTo>
                  <a:pt x="37126" y="190482"/>
                </a:lnTo>
                <a:close/>
                <a:moveTo>
                  <a:pt x="49799" y="339572"/>
                </a:moveTo>
                <a:lnTo>
                  <a:pt x="51941" y="340866"/>
                </a:lnTo>
                <a:lnTo>
                  <a:pt x="48728" y="340219"/>
                </a:lnTo>
                <a:close/>
                <a:moveTo>
                  <a:pt x="67343" y="104639"/>
                </a:moveTo>
                <a:lnTo>
                  <a:pt x="68102" y="105676"/>
                </a:lnTo>
                <a:lnTo>
                  <a:pt x="66964" y="105158"/>
                </a:lnTo>
                <a:close/>
                <a:moveTo>
                  <a:pt x="48661" y="401696"/>
                </a:moveTo>
                <a:lnTo>
                  <a:pt x="50051" y="402391"/>
                </a:lnTo>
                <a:lnTo>
                  <a:pt x="47967" y="402044"/>
                </a:lnTo>
                <a:close/>
                <a:moveTo>
                  <a:pt x="25547" y="187007"/>
                </a:moveTo>
                <a:lnTo>
                  <a:pt x="25944" y="188483"/>
                </a:lnTo>
                <a:lnTo>
                  <a:pt x="25349" y="187745"/>
                </a:lnTo>
                <a:close/>
                <a:moveTo>
                  <a:pt x="23476" y="117408"/>
                </a:moveTo>
                <a:lnTo>
                  <a:pt x="24489" y="118044"/>
                </a:lnTo>
                <a:lnTo>
                  <a:pt x="22970" y="117726"/>
                </a:lnTo>
                <a:close/>
                <a:moveTo>
                  <a:pt x="1100" y="272150"/>
                </a:moveTo>
                <a:lnTo>
                  <a:pt x="2255" y="272993"/>
                </a:lnTo>
                <a:lnTo>
                  <a:pt x="522" y="272572"/>
                </a:lnTo>
                <a:close/>
                <a:moveTo>
                  <a:pt x="25447" y="170673"/>
                </a:moveTo>
                <a:lnTo>
                  <a:pt x="26392" y="171663"/>
                </a:lnTo>
                <a:lnTo>
                  <a:pt x="24974" y="171168"/>
                </a:lnTo>
                <a:close/>
                <a:moveTo>
                  <a:pt x="59442" y="399681"/>
                </a:moveTo>
                <a:lnTo>
                  <a:pt x="60102" y="400528"/>
                </a:lnTo>
                <a:lnTo>
                  <a:pt x="59111" y="400105"/>
                </a:lnTo>
                <a:close/>
                <a:moveTo>
                  <a:pt x="67393" y="323152"/>
                </a:moveTo>
                <a:lnTo>
                  <a:pt x="68791" y="323689"/>
                </a:lnTo>
                <a:lnTo>
                  <a:pt x="66694" y="323421"/>
                </a:lnTo>
                <a:close/>
                <a:moveTo>
                  <a:pt x="49329" y="160117"/>
                </a:moveTo>
                <a:lnTo>
                  <a:pt x="51449" y="161403"/>
                </a:lnTo>
                <a:lnTo>
                  <a:pt x="48269" y="160760"/>
                </a:lnTo>
                <a:close/>
                <a:moveTo>
                  <a:pt x="56564" y="52835"/>
                </a:moveTo>
                <a:lnTo>
                  <a:pt x="58202" y="54546"/>
                </a:lnTo>
                <a:lnTo>
                  <a:pt x="55745" y="53691"/>
                </a:lnTo>
                <a:close/>
                <a:moveTo>
                  <a:pt x="40632" y="139775"/>
                </a:moveTo>
                <a:lnTo>
                  <a:pt x="41776" y="141226"/>
                </a:lnTo>
                <a:lnTo>
                  <a:pt x="40060" y="140500"/>
                </a:lnTo>
                <a:close/>
                <a:moveTo>
                  <a:pt x="40153" y="102329"/>
                </a:moveTo>
                <a:lnTo>
                  <a:pt x="41310" y="103061"/>
                </a:lnTo>
                <a:lnTo>
                  <a:pt x="39575" y="102695"/>
                </a:lnTo>
                <a:close/>
                <a:moveTo>
                  <a:pt x="39649" y="131068"/>
                </a:moveTo>
                <a:lnTo>
                  <a:pt x="41771" y="132683"/>
                </a:lnTo>
                <a:lnTo>
                  <a:pt x="38588" y="131875"/>
                </a:lnTo>
                <a:close/>
                <a:moveTo>
                  <a:pt x="59241" y="77362"/>
                </a:moveTo>
                <a:lnTo>
                  <a:pt x="60015" y="78709"/>
                </a:lnTo>
                <a:lnTo>
                  <a:pt x="58855" y="78035"/>
                </a:lnTo>
                <a:close/>
                <a:moveTo>
                  <a:pt x="34403" y="371491"/>
                </a:moveTo>
                <a:lnTo>
                  <a:pt x="35967" y="371995"/>
                </a:lnTo>
                <a:lnTo>
                  <a:pt x="33622" y="371743"/>
                </a:lnTo>
                <a:close/>
                <a:moveTo>
                  <a:pt x="57351" y="296899"/>
                </a:moveTo>
                <a:lnTo>
                  <a:pt x="58857" y="298454"/>
                </a:lnTo>
                <a:lnTo>
                  <a:pt x="56598" y="297676"/>
                </a:lnTo>
                <a:close/>
                <a:moveTo>
                  <a:pt x="52522" y="423289"/>
                </a:moveTo>
                <a:lnTo>
                  <a:pt x="53499" y="424377"/>
                </a:lnTo>
                <a:lnTo>
                  <a:pt x="52034" y="423833"/>
                </a:lnTo>
                <a:close/>
                <a:moveTo>
                  <a:pt x="31117" y="361749"/>
                </a:moveTo>
                <a:lnTo>
                  <a:pt x="32657" y="362837"/>
                </a:lnTo>
                <a:lnTo>
                  <a:pt x="30348" y="362293"/>
                </a:lnTo>
                <a:close/>
                <a:moveTo>
                  <a:pt x="30588" y="265304"/>
                </a:moveTo>
                <a:lnTo>
                  <a:pt x="30995" y="265944"/>
                </a:lnTo>
                <a:lnTo>
                  <a:pt x="30385" y="265624"/>
                </a:lnTo>
                <a:close/>
                <a:moveTo>
                  <a:pt x="42268" y="394990"/>
                </a:moveTo>
                <a:lnTo>
                  <a:pt x="43590" y="395660"/>
                </a:lnTo>
                <a:lnTo>
                  <a:pt x="41607" y="395325"/>
                </a:lnTo>
                <a:close/>
                <a:moveTo>
                  <a:pt x="45902" y="322009"/>
                </a:moveTo>
                <a:lnTo>
                  <a:pt x="47309" y="323475"/>
                </a:lnTo>
                <a:lnTo>
                  <a:pt x="45199" y="322742"/>
                </a:lnTo>
                <a:close/>
                <a:moveTo>
                  <a:pt x="52112" y="95499"/>
                </a:moveTo>
                <a:lnTo>
                  <a:pt x="52754" y="96167"/>
                </a:lnTo>
                <a:lnTo>
                  <a:pt x="51791" y="95833"/>
                </a:lnTo>
                <a:close/>
                <a:moveTo>
                  <a:pt x="47755" y="410125"/>
                </a:moveTo>
                <a:lnTo>
                  <a:pt x="49557" y="411038"/>
                </a:lnTo>
                <a:lnTo>
                  <a:pt x="46855" y="410582"/>
                </a:lnTo>
                <a:close/>
                <a:moveTo>
                  <a:pt x="41455" y="238766"/>
                </a:moveTo>
                <a:lnTo>
                  <a:pt x="42586" y="239490"/>
                </a:lnTo>
                <a:lnTo>
                  <a:pt x="40889" y="239128"/>
                </a:lnTo>
                <a:close/>
                <a:moveTo>
                  <a:pt x="15405" y="74358"/>
                </a:moveTo>
                <a:lnTo>
                  <a:pt x="16199" y="75515"/>
                </a:lnTo>
                <a:lnTo>
                  <a:pt x="15008" y="74937"/>
                </a:lnTo>
                <a:close/>
                <a:moveTo>
                  <a:pt x="42374" y="107988"/>
                </a:moveTo>
                <a:lnTo>
                  <a:pt x="42943" y="109010"/>
                </a:lnTo>
                <a:lnTo>
                  <a:pt x="42090" y="108499"/>
                </a:lnTo>
                <a:close/>
                <a:moveTo>
                  <a:pt x="35577" y="349098"/>
                </a:moveTo>
                <a:lnTo>
                  <a:pt x="36857" y="350767"/>
                </a:lnTo>
                <a:lnTo>
                  <a:pt x="34937" y="349932"/>
                </a:lnTo>
                <a:close/>
                <a:moveTo>
                  <a:pt x="2684" y="322329"/>
                </a:moveTo>
                <a:lnTo>
                  <a:pt x="4476" y="323743"/>
                </a:lnTo>
                <a:lnTo>
                  <a:pt x="1788" y="323036"/>
                </a:lnTo>
                <a:close/>
                <a:moveTo>
                  <a:pt x="8127" y="190921"/>
                </a:moveTo>
                <a:lnTo>
                  <a:pt x="8709" y="191687"/>
                </a:lnTo>
                <a:lnTo>
                  <a:pt x="7835" y="191304"/>
                </a:lnTo>
                <a:close/>
                <a:moveTo>
                  <a:pt x="39384" y="36292"/>
                </a:moveTo>
                <a:lnTo>
                  <a:pt x="40390" y="37406"/>
                </a:lnTo>
                <a:lnTo>
                  <a:pt x="38881" y="36849"/>
                </a:lnTo>
                <a:close/>
                <a:moveTo>
                  <a:pt x="15421" y="159247"/>
                </a:moveTo>
                <a:lnTo>
                  <a:pt x="16835" y="160619"/>
                </a:lnTo>
                <a:lnTo>
                  <a:pt x="14713" y="159933"/>
                </a:lnTo>
                <a:close/>
                <a:moveTo>
                  <a:pt x="67217" y="62661"/>
                </a:moveTo>
                <a:lnTo>
                  <a:pt x="68243" y="63552"/>
                </a:lnTo>
                <a:lnTo>
                  <a:pt x="66703" y="63106"/>
                </a:lnTo>
                <a:close/>
                <a:moveTo>
                  <a:pt x="1019" y="302434"/>
                </a:moveTo>
                <a:lnTo>
                  <a:pt x="2176" y="303698"/>
                </a:lnTo>
                <a:lnTo>
                  <a:pt x="440" y="303066"/>
                </a:lnTo>
                <a:close/>
                <a:moveTo>
                  <a:pt x="15438" y="36574"/>
                </a:moveTo>
                <a:lnTo>
                  <a:pt x="15946" y="37107"/>
                </a:lnTo>
                <a:lnTo>
                  <a:pt x="15185" y="36841"/>
                </a:lnTo>
                <a:close/>
                <a:moveTo>
                  <a:pt x="3581" y="342376"/>
                </a:moveTo>
                <a:lnTo>
                  <a:pt x="4456" y="342817"/>
                </a:lnTo>
                <a:lnTo>
                  <a:pt x="3143" y="342597"/>
                </a:lnTo>
                <a:close/>
                <a:moveTo>
                  <a:pt x="1066" y="217354"/>
                </a:moveTo>
                <a:lnTo>
                  <a:pt x="1627" y="219059"/>
                </a:lnTo>
                <a:lnTo>
                  <a:pt x="786" y="218207"/>
                </a:lnTo>
                <a:close/>
                <a:moveTo>
                  <a:pt x="1342" y="307798"/>
                </a:moveTo>
                <a:lnTo>
                  <a:pt x="3204" y="309093"/>
                </a:lnTo>
                <a:lnTo>
                  <a:pt x="411" y="308445"/>
                </a:lnTo>
                <a:close/>
                <a:moveTo>
                  <a:pt x="59745" y="260840"/>
                </a:moveTo>
                <a:lnTo>
                  <a:pt x="60757" y="261363"/>
                </a:lnTo>
                <a:lnTo>
                  <a:pt x="59239" y="261101"/>
                </a:lnTo>
                <a:close/>
                <a:moveTo>
                  <a:pt x="67357" y="278315"/>
                </a:moveTo>
                <a:lnTo>
                  <a:pt x="68590" y="279872"/>
                </a:lnTo>
                <a:lnTo>
                  <a:pt x="66741" y="279093"/>
                </a:lnTo>
                <a:close/>
                <a:moveTo>
                  <a:pt x="15979" y="211497"/>
                </a:moveTo>
                <a:lnTo>
                  <a:pt x="17532" y="212457"/>
                </a:lnTo>
                <a:lnTo>
                  <a:pt x="15203" y="211977"/>
                </a:lnTo>
                <a:close/>
                <a:moveTo>
                  <a:pt x="59886" y="369805"/>
                </a:moveTo>
                <a:lnTo>
                  <a:pt x="61189" y="370962"/>
                </a:lnTo>
                <a:lnTo>
                  <a:pt x="59234" y="370384"/>
                </a:lnTo>
                <a:close/>
                <a:moveTo>
                  <a:pt x="6022" y="40255"/>
                </a:moveTo>
                <a:lnTo>
                  <a:pt x="7610" y="41989"/>
                </a:lnTo>
                <a:lnTo>
                  <a:pt x="5228" y="41122"/>
                </a:lnTo>
                <a:close/>
                <a:moveTo>
                  <a:pt x="48666" y="330566"/>
                </a:moveTo>
                <a:lnTo>
                  <a:pt x="49719" y="331214"/>
                </a:lnTo>
                <a:lnTo>
                  <a:pt x="48140" y="330890"/>
                </a:lnTo>
                <a:close/>
                <a:moveTo>
                  <a:pt x="38416" y="306801"/>
                </a:moveTo>
                <a:lnTo>
                  <a:pt x="40471" y="307238"/>
                </a:lnTo>
                <a:lnTo>
                  <a:pt x="37388" y="307020"/>
                </a:lnTo>
                <a:close/>
                <a:moveTo>
                  <a:pt x="38078" y="382575"/>
                </a:moveTo>
                <a:lnTo>
                  <a:pt x="39905" y="383796"/>
                </a:lnTo>
                <a:lnTo>
                  <a:pt x="37165" y="383185"/>
                </a:lnTo>
                <a:close/>
                <a:moveTo>
                  <a:pt x="15312" y="87426"/>
                </a:moveTo>
                <a:lnTo>
                  <a:pt x="15717" y="88721"/>
                </a:lnTo>
                <a:lnTo>
                  <a:pt x="15109" y="88074"/>
                </a:lnTo>
                <a:close/>
                <a:moveTo>
                  <a:pt x="11594" y="90719"/>
                </a:moveTo>
                <a:lnTo>
                  <a:pt x="12857" y="92399"/>
                </a:lnTo>
                <a:lnTo>
                  <a:pt x="10963" y="91559"/>
                </a:lnTo>
                <a:close/>
                <a:moveTo>
                  <a:pt x="27818" y="301624"/>
                </a:moveTo>
                <a:lnTo>
                  <a:pt x="28270" y="302295"/>
                </a:lnTo>
                <a:lnTo>
                  <a:pt x="27592" y="301960"/>
                </a:lnTo>
                <a:close/>
                <a:moveTo>
                  <a:pt x="37923" y="82343"/>
                </a:moveTo>
                <a:lnTo>
                  <a:pt x="39883" y="83641"/>
                </a:lnTo>
                <a:lnTo>
                  <a:pt x="36943" y="82992"/>
                </a:lnTo>
                <a:close/>
                <a:moveTo>
                  <a:pt x="48915" y="104868"/>
                </a:moveTo>
                <a:lnTo>
                  <a:pt x="49920" y="106002"/>
                </a:lnTo>
                <a:lnTo>
                  <a:pt x="48412" y="105435"/>
                </a:lnTo>
                <a:close/>
                <a:moveTo>
                  <a:pt x="12823" y="88383"/>
                </a:moveTo>
                <a:lnTo>
                  <a:pt x="13274" y="90079"/>
                </a:lnTo>
                <a:lnTo>
                  <a:pt x="12597" y="89231"/>
                </a:lnTo>
                <a:close/>
                <a:moveTo>
                  <a:pt x="47823" y="91054"/>
                </a:moveTo>
                <a:lnTo>
                  <a:pt x="49397" y="91973"/>
                </a:lnTo>
                <a:lnTo>
                  <a:pt x="47036" y="91514"/>
                </a:lnTo>
                <a:close/>
                <a:moveTo>
                  <a:pt x="37257" y="25478"/>
                </a:moveTo>
                <a:lnTo>
                  <a:pt x="38188" y="25820"/>
                </a:lnTo>
                <a:lnTo>
                  <a:pt x="36791" y="25649"/>
                </a:lnTo>
                <a:close/>
                <a:moveTo>
                  <a:pt x="10903" y="262031"/>
                </a:moveTo>
                <a:lnTo>
                  <a:pt x="13087" y="262724"/>
                </a:lnTo>
                <a:lnTo>
                  <a:pt x="9810" y="262378"/>
                </a:lnTo>
                <a:close/>
                <a:moveTo>
                  <a:pt x="1697" y="295957"/>
                </a:moveTo>
                <a:lnTo>
                  <a:pt x="2139" y="297080"/>
                </a:lnTo>
                <a:lnTo>
                  <a:pt x="1476" y="296518"/>
                </a:lnTo>
                <a:close/>
                <a:moveTo>
                  <a:pt x="9710" y="171655"/>
                </a:moveTo>
                <a:lnTo>
                  <a:pt x="10069" y="172857"/>
                </a:lnTo>
                <a:lnTo>
                  <a:pt x="9531" y="172256"/>
                </a:lnTo>
                <a:close/>
                <a:moveTo>
                  <a:pt x="13243" y="141698"/>
                </a:moveTo>
                <a:lnTo>
                  <a:pt x="14340" y="142870"/>
                </a:lnTo>
                <a:lnTo>
                  <a:pt x="12694" y="142284"/>
                </a:lnTo>
                <a:close/>
                <a:moveTo>
                  <a:pt x="10443" y="421609"/>
                </a:moveTo>
                <a:lnTo>
                  <a:pt x="11770" y="421917"/>
                </a:lnTo>
                <a:lnTo>
                  <a:pt x="9780" y="421763"/>
                </a:lnTo>
                <a:close/>
                <a:moveTo>
                  <a:pt x="32080" y="333122"/>
                </a:moveTo>
                <a:lnTo>
                  <a:pt x="33639" y="334069"/>
                </a:lnTo>
                <a:lnTo>
                  <a:pt x="31300" y="333595"/>
                </a:lnTo>
                <a:close/>
                <a:moveTo>
                  <a:pt x="25148" y="46363"/>
                </a:moveTo>
                <a:lnTo>
                  <a:pt x="26581" y="47251"/>
                </a:lnTo>
                <a:lnTo>
                  <a:pt x="24431" y="46807"/>
                </a:lnTo>
                <a:close/>
                <a:moveTo>
                  <a:pt x="5448" y="73246"/>
                </a:moveTo>
                <a:lnTo>
                  <a:pt x="6235" y="74348"/>
                </a:lnTo>
                <a:lnTo>
                  <a:pt x="5055" y="73797"/>
                </a:lnTo>
                <a:close/>
                <a:moveTo>
                  <a:pt x="58367" y="45988"/>
                </a:moveTo>
                <a:lnTo>
                  <a:pt x="60146" y="47781"/>
                </a:lnTo>
                <a:lnTo>
                  <a:pt x="57478" y="46884"/>
                </a:lnTo>
                <a:close/>
                <a:moveTo>
                  <a:pt x="25733" y="82320"/>
                </a:moveTo>
                <a:lnTo>
                  <a:pt x="26377" y="83423"/>
                </a:lnTo>
                <a:lnTo>
                  <a:pt x="25411" y="82872"/>
                </a:lnTo>
                <a:close/>
                <a:moveTo>
                  <a:pt x="60049" y="401163"/>
                </a:moveTo>
                <a:lnTo>
                  <a:pt x="60588" y="401550"/>
                </a:lnTo>
                <a:lnTo>
                  <a:pt x="59780" y="401357"/>
                </a:lnTo>
                <a:close/>
                <a:moveTo>
                  <a:pt x="67034" y="401989"/>
                </a:moveTo>
                <a:lnTo>
                  <a:pt x="67437" y="403358"/>
                </a:lnTo>
                <a:lnTo>
                  <a:pt x="66832" y="402674"/>
                </a:lnTo>
                <a:close/>
                <a:moveTo>
                  <a:pt x="53834" y="234290"/>
                </a:moveTo>
                <a:lnTo>
                  <a:pt x="55489" y="234971"/>
                </a:lnTo>
                <a:lnTo>
                  <a:pt x="53007" y="234631"/>
                </a:lnTo>
                <a:close/>
                <a:moveTo>
                  <a:pt x="14866" y="429434"/>
                </a:moveTo>
                <a:lnTo>
                  <a:pt x="16385" y="431196"/>
                </a:lnTo>
                <a:lnTo>
                  <a:pt x="14107" y="430315"/>
                </a:lnTo>
                <a:close/>
                <a:moveTo>
                  <a:pt x="36637" y="401930"/>
                </a:moveTo>
                <a:lnTo>
                  <a:pt x="38013" y="402262"/>
                </a:lnTo>
                <a:lnTo>
                  <a:pt x="35950" y="402096"/>
                </a:lnTo>
                <a:close/>
                <a:moveTo>
                  <a:pt x="14131" y="289208"/>
                </a:moveTo>
                <a:lnTo>
                  <a:pt x="16134" y="290853"/>
                </a:lnTo>
                <a:lnTo>
                  <a:pt x="13130" y="290030"/>
                </a:lnTo>
                <a:close/>
                <a:moveTo>
                  <a:pt x="68378" y="131093"/>
                </a:moveTo>
                <a:lnTo>
                  <a:pt x="70491" y="131995"/>
                </a:lnTo>
                <a:lnTo>
                  <a:pt x="67322" y="131544"/>
                </a:lnTo>
                <a:close/>
                <a:moveTo>
                  <a:pt x="26094" y="63314"/>
                </a:moveTo>
                <a:lnTo>
                  <a:pt x="28144" y="64241"/>
                </a:lnTo>
                <a:lnTo>
                  <a:pt x="25068" y="63778"/>
                </a:lnTo>
                <a:close/>
                <a:moveTo>
                  <a:pt x="9660" y="176236"/>
                </a:moveTo>
                <a:lnTo>
                  <a:pt x="11497" y="177578"/>
                </a:lnTo>
                <a:lnTo>
                  <a:pt x="8741" y="176907"/>
                </a:lnTo>
                <a:close/>
                <a:moveTo>
                  <a:pt x="46309" y="343608"/>
                </a:moveTo>
                <a:lnTo>
                  <a:pt x="47728" y="343982"/>
                </a:lnTo>
                <a:lnTo>
                  <a:pt x="45599" y="343795"/>
                </a:lnTo>
                <a:close/>
                <a:moveTo>
                  <a:pt x="48565" y="338576"/>
                </a:moveTo>
                <a:lnTo>
                  <a:pt x="50244" y="339148"/>
                </a:lnTo>
                <a:lnTo>
                  <a:pt x="47726" y="338862"/>
                </a:lnTo>
                <a:close/>
                <a:moveTo>
                  <a:pt x="16423" y="261144"/>
                </a:moveTo>
                <a:lnTo>
                  <a:pt x="17722" y="262005"/>
                </a:lnTo>
                <a:lnTo>
                  <a:pt x="15773" y="261575"/>
                </a:lnTo>
                <a:close/>
                <a:moveTo>
                  <a:pt x="45192" y="26623"/>
                </a:moveTo>
                <a:lnTo>
                  <a:pt x="46458" y="27794"/>
                </a:lnTo>
                <a:lnTo>
                  <a:pt x="44558" y="27209"/>
                </a:lnTo>
                <a:close/>
                <a:moveTo>
                  <a:pt x="21002" y="430271"/>
                </a:moveTo>
                <a:lnTo>
                  <a:pt x="21645" y="432047"/>
                </a:lnTo>
                <a:lnTo>
                  <a:pt x="20681" y="431159"/>
                </a:lnTo>
                <a:close/>
                <a:moveTo>
                  <a:pt x="29104" y="314616"/>
                </a:moveTo>
                <a:lnTo>
                  <a:pt x="30233" y="315737"/>
                </a:lnTo>
                <a:lnTo>
                  <a:pt x="28539" y="315176"/>
                </a:lnTo>
                <a:close/>
                <a:moveTo>
                  <a:pt x="18554" y="2521"/>
                </a:moveTo>
                <a:lnTo>
                  <a:pt x="19485" y="3913"/>
                </a:lnTo>
                <a:lnTo>
                  <a:pt x="18088" y="3217"/>
                </a:lnTo>
                <a:close/>
                <a:moveTo>
                  <a:pt x="45362" y="150283"/>
                </a:moveTo>
                <a:lnTo>
                  <a:pt x="46756" y="150785"/>
                </a:lnTo>
                <a:lnTo>
                  <a:pt x="44665" y="150534"/>
                </a:lnTo>
                <a:close/>
                <a:moveTo>
                  <a:pt x="25245" y="268118"/>
                </a:moveTo>
                <a:lnTo>
                  <a:pt x="26771" y="269388"/>
                </a:lnTo>
                <a:lnTo>
                  <a:pt x="24482" y="268753"/>
                </a:lnTo>
                <a:close/>
                <a:moveTo>
                  <a:pt x="49347" y="213431"/>
                </a:moveTo>
                <a:lnTo>
                  <a:pt x="50609" y="213994"/>
                </a:lnTo>
                <a:lnTo>
                  <a:pt x="48716" y="213712"/>
                </a:lnTo>
                <a:close/>
                <a:moveTo>
                  <a:pt x="51285" y="374771"/>
                </a:moveTo>
                <a:lnTo>
                  <a:pt x="52263" y="376408"/>
                </a:lnTo>
                <a:lnTo>
                  <a:pt x="50796" y="375590"/>
                </a:lnTo>
                <a:close/>
                <a:moveTo>
                  <a:pt x="15844" y="428460"/>
                </a:moveTo>
                <a:lnTo>
                  <a:pt x="16979" y="428809"/>
                </a:lnTo>
                <a:lnTo>
                  <a:pt x="15277" y="428634"/>
                </a:lnTo>
                <a:close/>
                <a:moveTo>
                  <a:pt x="987" y="415103"/>
                </a:moveTo>
                <a:lnTo>
                  <a:pt x="1633" y="416730"/>
                </a:lnTo>
                <a:lnTo>
                  <a:pt x="664" y="415916"/>
                </a:lnTo>
                <a:close/>
                <a:moveTo>
                  <a:pt x="36567" y="356615"/>
                </a:moveTo>
                <a:lnTo>
                  <a:pt x="37329" y="357385"/>
                </a:lnTo>
                <a:lnTo>
                  <a:pt x="36186" y="357000"/>
                </a:lnTo>
                <a:close/>
                <a:moveTo>
                  <a:pt x="67984" y="175693"/>
                </a:moveTo>
                <a:lnTo>
                  <a:pt x="68862" y="177316"/>
                </a:lnTo>
                <a:lnTo>
                  <a:pt x="67545" y="176504"/>
                </a:lnTo>
                <a:close/>
                <a:moveTo>
                  <a:pt x="23679" y="104470"/>
                </a:moveTo>
                <a:lnTo>
                  <a:pt x="25743" y="105181"/>
                </a:lnTo>
                <a:lnTo>
                  <a:pt x="22647" y="104825"/>
                </a:lnTo>
                <a:close/>
                <a:moveTo>
                  <a:pt x="48527" y="384150"/>
                </a:moveTo>
                <a:lnTo>
                  <a:pt x="49707" y="384765"/>
                </a:lnTo>
                <a:lnTo>
                  <a:pt x="47937" y="384457"/>
                </a:lnTo>
                <a:close/>
                <a:moveTo>
                  <a:pt x="4767" y="374577"/>
                </a:moveTo>
                <a:lnTo>
                  <a:pt x="6518" y="375262"/>
                </a:lnTo>
                <a:lnTo>
                  <a:pt x="3892" y="374919"/>
                </a:lnTo>
                <a:close/>
                <a:moveTo>
                  <a:pt x="52809" y="47052"/>
                </a:moveTo>
                <a:lnTo>
                  <a:pt x="53444" y="47487"/>
                </a:lnTo>
                <a:lnTo>
                  <a:pt x="52491" y="47270"/>
                </a:lnTo>
                <a:close/>
                <a:moveTo>
                  <a:pt x="61601" y="209155"/>
                </a:moveTo>
                <a:lnTo>
                  <a:pt x="62820" y="209713"/>
                </a:lnTo>
                <a:lnTo>
                  <a:pt x="60992" y="209434"/>
                </a:lnTo>
                <a:close/>
                <a:moveTo>
                  <a:pt x="35520" y="194654"/>
                </a:moveTo>
                <a:lnTo>
                  <a:pt x="37029" y="195205"/>
                </a:lnTo>
                <a:lnTo>
                  <a:pt x="34765" y="194929"/>
                </a:lnTo>
                <a:close/>
                <a:moveTo>
                  <a:pt x="58763" y="193193"/>
                </a:moveTo>
                <a:lnTo>
                  <a:pt x="59922" y="194163"/>
                </a:lnTo>
                <a:lnTo>
                  <a:pt x="58184" y="193678"/>
                </a:lnTo>
                <a:close/>
                <a:moveTo>
                  <a:pt x="29914" y="233186"/>
                </a:moveTo>
                <a:lnTo>
                  <a:pt x="31010" y="234526"/>
                </a:lnTo>
                <a:lnTo>
                  <a:pt x="29366" y="233856"/>
                </a:lnTo>
                <a:close/>
                <a:moveTo>
                  <a:pt x="64874" y="199934"/>
                </a:moveTo>
                <a:lnTo>
                  <a:pt x="66901" y="201554"/>
                </a:lnTo>
                <a:lnTo>
                  <a:pt x="63860" y="200744"/>
                </a:lnTo>
                <a:close/>
                <a:moveTo>
                  <a:pt x="33598" y="187478"/>
                </a:moveTo>
                <a:lnTo>
                  <a:pt x="34391" y="187954"/>
                </a:lnTo>
                <a:lnTo>
                  <a:pt x="33201" y="187716"/>
                </a:lnTo>
                <a:close/>
                <a:moveTo>
                  <a:pt x="14883" y="387220"/>
                </a:moveTo>
                <a:lnTo>
                  <a:pt x="15960" y="388162"/>
                </a:lnTo>
                <a:lnTo>
                  <a:pt x="14344" y="387691"/>
                </a:lnTo>
                <a:close/>
                <a:moveTo>
                  <a:pt x="58125" y="25157"/>
                </a:moveTo>
                <a:lnTo>
                  <a:pt x="58944" y="25854"/>
                </a:lnTo>
                <a:lnTo>
                  <a:pt x="57716" y="25505"/>
                </a:lnTo>
                <a:close/>
                <a:moveTo>
                  <a:pt x="54939" y="297660"/>
                </a:moveTo>
                <a:lnTo>
                  <a:pt x="55844" y="298254"/>
                </a:lnTo>
                <a:lnTo>
                  <a:pt x="54486" y="297957"/>
                </a:lnTo>
                <a:close/>
                <a:moveTo>
                  <a:pt x="6225" y="103836"/>
                </a:moveTo>
                <a:lnTo>
                  <a:pt x="7219" y="104172"/>
                </a:lnTo>
                <a:lnTo>
                  <a:pt x="5728" y="104004"/>
                </a:lnTo>
                <a:close/>
                <a:moveTo>
                  <a:pt x="65610" y="349502"/>
                </a:moveTo>
                <a:lnTo>
                  <a:pt x="67547" y="350124"/>
                </a:lnTo>
                <a:lnTo>
                  <a:pt x="64642" y="349813"/>
                </a:lnTo>
                <a:close/>
                <a:moveTo>
                  <a:pt x="32805" y="182409"/>
                </a:moveTo>
                <a:lnTo>
                  <a:pt x="34166" y="183389"/>
                </a:lnTo>
                <a:lnTo>
                  <a:pt x="32124" y="182899"/>
                </a:lnTo>
                <a:close/>
                <a:moveTo>
                  <a:pt x="23465" y="281406"/>
                </a:moveTo>
                <a:lnTo>
                  <a:pt x="24714" y="282325"/>
                </a:lnTo>
                <a:lnTo>
                  <a:pt x="22840" y="281866"/>
                </a:lnTo>
                <a:close/>
                <a:moveTo>
                  <a:pt x="45189" y="63807"/>
                </a:moveTo>
                <a:lnTo>
                  <a:pt x="45919" y="65228"/>
                </a:lnTo>
                <a:lnTo>
                  <a:pt x="44825" y="64517"/>
                </a:lnTo>
                <a:close/>
                <a:moveTo>
                  <a:pt x="34291" y="368583"/>
                </a:moveTo>
                <a:lnTo>
                  <a:pt x="36281" y="369574"/>
                </a:lnTo>
                <a:lnTo>
                  <a:pt x="33297" y="369078"/>
                </a:lnTo>
                <a:close/>
                <a:moveTo>
                  <a:pt x="3527" y="236061"/>
                </a:moveTo>
                <a:lnTo>
                  <a:pt x="4032" y="236689"/>
                </a:lnTo>
                <a:lnTo>
                  <a:pt x="3275" y="236375"/>
                </a:lnTo>
                <a:close/>
                <a:moveTo>
                  <a:pt x="19646" y="421210"/>
                </a:moveTo>
                <a:lnTo>
                  <a:pt x="21175" y="421800"/>
                </a:lnTo>
                <a:lnTo>
                  <a:pt x="18882" y="421505"/>
                </a:lnTo>
                <a:close/>
                <a:moveTo>
                  <a:pt x="8280" y="70557"/>
                </a:moveTo>
                <a:lnTo>
                  <a:pt x="9832" y="72129"/>
                </a:lnTo>
                <a:lnTo>
                  <a:pt x="7504" y="71343"/>
                </a:lnTo>
                <a:close/>
                <a:moveTo>
                  <a:pt x="48362" y="282338"/>
                </a:moveTo>
                <a:lnTo>
                  <a:pt x="49821" y="283141"/>
                </a:lnTo>
                <a:lnTo>
                  <a:pt x="47633" y="282740"/>
                </a:lnTo>
                <a:close/>
                <a:moveTo>
                  <a:pt x="35784" y="61728"/>
                </a:moveTo>
                <a:lnTo>
                  <a:pt x="37556" y="62204"/>
                </a:lnTo>
                <a:lnTo>
                  <a:pt x="34898" y="61966"/>
                </a:lnTo>
                <a:close/>
                <a:moveTo>
                  <a:pt x="69743" y="6915"/>
                </a:moveTo>
                <a:lnTo>
                  <a:pt x="70631" y="8354"/>
                </a:lnTo>
                <a:lnTo>
                  <a:pt x="69299" y="7635"/>
                </a:lnTo>
                <a:close/>
                <a:moveTo>
                  <a:pt x="32656" y="186853"/>
                </a:moveTo>
                <a:lnTo>
                  <a:pt x="33926" y="187179"/>
                </a:lnTo>
                <a:lnTo>
                  <a:pt x="32021" y="187016"/>
                </a:lnTo>
                <a:close/>
                <a:moveTo>
                  <a:pt x="46696" y="303960"/>
                </a:moveTo>
                <a:lnTo>
                  <a:pt x="47515" y="305188"/>
                </a:lnTo>
                <a:lnTo>
                  <a:pt x="46286" y="304574"/>
                </a:lnTo>
                <a:close/>
                <a:moveTo>
                  <a:pt x="21042" y="60861"/>
                </a:moveTo>
                <a:lnTo>
                  <a:pt x="21977" y="61262"/>
                </a:lnTo>
                <a:lnTo>
                  <a:pt x="20574" y="61062"/>
                </a:lnTo>
                <a:close/>
                <a:moveTo>
                  <a:pt x="27312" y="94642"/>
                </a:moveTo>
                <a:lnTo>
                  <a:pt x="28129" y="95265"/>
                </a:lnTo>
                <a:lnTo>
                  <a:pt x="26904" y="94954"/>
                </a:lnTo>
                <a:close/>
                <a:moveTo>
                  <a:pt x="67162" y="291031"/>
                </a:moveTo>
                <a:lnTo>
                  <a:pt x="68964" y="292338"/>
                </a:lnTo>
                <a:lnTo>
                  <a:pt x="66261" y="291685"/>
                </a:lnTo>
                <a:close/>
                <a:moveTo>
                  <a:pt x="64880" y="279829"/>
                </a:moveTo>
                <a:lnTo>
                  <a:pt x="65252" y="280688"/>
                </a:lnTo>
                <a:lnTo>
                  <a:pt x="64694" y="280258"/>
                </a:lnTo>
                <a:close/>
                <a:moveTo>
                  <a:pt x="7610" y="307864"/>
                </a:moveTo>
                <a:lnTo>
                  <a:pt x="8171" y="308452"/>
                </a:lnTo>
                <a:lnTo>
                  <a:pt x="7329" y="308158"/>
                </a:lnTo>
                <a:close/>
                <a:moveTo>
                  <a:pt x="1066" y="67103"/>
                </a:moveTo>
                <a:lnTo>
                  <a:pt x="2949" y="68316"/>
                </a:lnTo>
                <a:lnTo>
                  <a:pt x="124" y="67710"/>
                </a:lnTo>
                <a:close/>
                <a:moveTo>
                  <a:pt x="30249" y="281419"/>
                </a:moveTo>
                <a:lnTo>
                  <a:pt x="31607" y="282054"/>
                </a:lnTo>
                <a:lnTo>
                  <a:pt x="29570" y="281737"/>
                </a:lnTo>
                <a:close/>
                <a:moveTo>
                  <a:pt x="67610" y="73667"/>
                </a:moveTo>
                <a:lnTo>
                  <a:pt x="69282" y="74850"/>
                </a:lnTo>
                <a:lnTo>
                  <a:pt x="66773" y="74258"/>
                </a:lnTo>
                <a:close/>
                <a:moveTo>
                  <a:pt x="38567" y="216290"/>
                </a:moveTo>
                <a:lnTo>
                  <a:pt x="40352" y="217727"/>
                </a:lnTo>
                <a:lnTo>
                  <a:pt x="37675" y="217009"/>
                </a:lnTo>
                <a:close/>
                <a:moveTo>
                  <a:pt x="23424" y="145659"/>
                </a:moveTo>
                <a:lnTo>
                  <a:pt x="24341" y="146695"/>
                </a:lnTo>
                <a:lnTo>
                  <a:pt x="22966" y="146177"/>
                </a:lnTo>
                <a:close/>
                <a:moveTo>
                  <a:pt x="63593" y="361358"/>
                </a:moveTo>
                <a:lnTo>
                  <a:pt x="64673" y="362651"/>
                </a:lnTo>
                <a:lnTo>
                  <a:pt x="63054" y="362004"/>
                </a:lnTo>
                <a:close/>
                <a:moveTo>
                  <a:pt x="35542" y="194361"/>
                </a:moveTo>
                <a:lnTo>
                  <a:pt x="37712" y="195558"/>
                </a:lnTo>
                <a:lnTo>
                  <a:pt x="34457" y="194959"/>
                </a:lnTo>
                <a:close/>
                <a:moveTo>
                  <a:pt x="12705" y="232235"/>
                </a:moveTo>
                <a:lnTo>
                  <a:pt x="13956" y="233008"/>
                </a:lnTo>
                <a:lnTo>
                  <a:pt x="12080" y="232621"/>
                </a:lnTo>
                <a:close/>
                <a:moveTo>
                  <a:pt x="68661" y="285470"/>
                </a:moveTo>
                <a:lnTo>
                  <a:pt x="70646" y="286102"/>
                </a:lnTo>
                <a:lnTo>
                  <a:pt x="67669" y="285786"/>
                </a:lnTo>
                <a:close/>
                <a:moveTo>
                  <a:pt x="65335" y="171628"/>
                </a:moveTo>
                <a:lnTo>
                  <a:pt x="66797" y="172917"/>
                </a:lnTo>
                <a:lnTo>
                  <a:pt x="64604" y="172272"/>
                </a:lnTo>
                <a:close/>
                <a:moveTo>
                  <a:pt x="7766" y="372918"/>
                </a:moveTo>
                <a:lnTo>
                  <a:pt x="9581" y="374502"/>
                </a:lnTo>
                <a:lnTo>
                  <a:pt x="6859" y="373710"/>
                </a:lnTo>
                <a:close/>
                <a:moveTo>
                  <a:pt x="37311" y="156388"/>
                </a:moveTo>
                <a:lnTo>
                  <a:pt x="38828" y="157611"/>
                </a:lnTo>
                <a:lnTo>
                  <a:pt x="36552" y="157000"/>
                </a:lnTo>
                <a:close/>
                <a:moveTo>
                  <a:pt x="46988" y="260935"/>
                </a:moveTo>
                <a:lnTo>
                  <a:pt x="48527" y="261909"/>
                </a:lnTo>
                <a:lnTo>
                  <a:pt x="46218" y="261422"/>
                </a:lnTo>
                <a:close/>
                <a:moveTo>
                  <a:pt x="41066" y="1581"/>
                </a:moveTo>
                <a:lnTo>
                  <a:pt x="41559" y="2810"/>
                </a:lnTo>
                <a:lnTo>
                  <a:pt x="40820" y="2195"/>
                </a:lnTo>
                <a:close/>
                <a:moveTo>
                  <a:pt x="50758" y="357614"/>
                </a:moveTo>
                <a:lnTo>
                  <a:pt x="52275" y="359069"/>
                </a:lnTo>
                <a:lnTo>
                  <a:pt x="50000" y="358342"/>
                </a:lnTo>
                <a:close/>
                <a:moveTo>
                  <a:pt x="47502" y="20574"/>
                </a:moveTo>
                <a:lnTo>
                  <a:pt x="48149" y="22129"/>
                </a:lnTo>
                <a:lnTo>
                  <a:pt x="47178" y="21351"/>
                </a:lnTo>
                <a:close/>
                <a:moveTo>
                  <a:pt x="49002" y="434742"/>
                </a:moveTo>
                <a:lnTo>
                  <a:pt x="49652" y="436395"/>
                </a:lnTo>
                <a:lnTo>
                  <a:pt x="48676" y="435568"/>
                </a:lnTo>
                <a:close/>
                <a:moveTo>
                  <a:pt x="8786" y="431318"/>
                </a:moveTo>
                <a:lnTo>
                  <a:pt x="9573" y="432740"/>
                </a:lnTo>
                <a:lnTo>
                  <a:pt x="8392" y="432029"/>
                </a:lnTo>
                <a:close/>
                <a:moveTo>
                  <a:pt x="38580" y="392701"/>
                </a:moveTo>
                <a:lnTo>
                  <a:pt x="39446" y="393048"/>
                </a:lnTo>
                <a:lnTo>
                  <a:pt x="38147" y="392874"/>
                </a:lnTo>
                <a:close/>
                <a:moveTo>
                  <a:pt x="18733" y="189464"/>
                </a:moveTo>
                <a:lnTo>
                  <a:pt x="20128" y="190101"/>
                </a:lnTo>
                <a:lnTo>
                  <a:pt x="18036" y="189783"/>
                </a:lnTo>
                <a:close/>
                <a:moveTo>
                  <a:pt x="4843" y="16464"/>
                </a:moveTo>
                <a:lnTo>
                  <a:pt x="6268" y="17459"/>
                </a:lnTo>
                <a:lnTo>
                  <a:pt x="4131" y="16961"/>
                </a:lnTo>
                <a:close/>
                <a:moveTo>
                  <a:pt x="63264" y="235046"/>
                </a:moveTo>
                <a:lnTo>
                  <a:pt x="64198" y="235709"/>
                </a:lnTo>
                <a:lnTo>
                  <a:pt x="62796" y="235377"/>
                </a:lnTo>
                <a:close/>
                <a:moveTo>
                  <a:pt x="6543" y="69476"/>
                </a:moveTo>
                <a:lnTo>
                  <a:pt x="8621" y="69895"/>
                </a:lnTo>
                <a:lnTo>
                  <a:pt x="5504" y="69685"/>
                </a:lnTo>
                <a:close/>
                <a:moveTo>
                  <a:pt x="59664" y="286290"/>
                </a:moveTo>
                <a:lnTo>
                  <a:pt x="61777" y="287441"/>
                </a:lnTo>
                <a:lnTo>
                  <a:pt x="58608" y="286866"/>
                </a:lnTo>
                <a:close/>
                <a:moveTo>
                  <a:pt x="6203" y="225738"/>
                </a:moveTo>
                <a:lnTo>
                  <a:pt x="7053" y="227446"/>
                </a:lnTo>
                <a:lnTo>
                  <a:pt x="5777" y="226592"/>
                </a:lnTo>
                <a:close/>
                <a:moveTo>
                  <a:pt x="17265" y="4699"/>
                </a:moveTo>
                <a:lnTo>
                  <a:pt x="18038" y="6185"/>
                </a:lnTo>
                <a:lnTo>
                  <a:pt x="16878" y="5442"/>
                </a:lnTo>
                <a:close/>
                <a:moveTo>
                  <a:pt x="68092" y="55436"/>
                </a:moveTo>
                <a:lnTo>
                  <a:pt x="70204" y="56650"/>
                </a:lnTo>
                <a:lnTo>
                  <a:pt x="67036" y="56043"/>
                </a:lnTo>
                <a:close/>
                <a:moveTo>
                  <a:pt x="5312" y="427533"/>
                </a:moveTo>
                <a:lnTo>
                  <a:pt x="7132" y="428477"/>
                </a:lnTo>
                <a:lnTo>
                  <a:pt x="4401" y="428005"/>
                </a:lnTo>
                <a:close/>
                <a:moveTo>
                  <a:pt x="62557" y="384821"/>
                </a:moveTo>
                <a:lnTo>
                  <a:pt x="63199" y="385774"/>
                </a:lnTo>
                <a:lnTo>
                  <a:pt x="62235" y="385298"/>
                </a:lnTo>
                <a:close/>
                <a:moveTo>
                  <a:pt x="36253" y="16111"/>
                </a:moveTo>
                <a:lnTo>
                  <a:pt x="37139" y="17048"/>
                </a:lnTo>
                <a:lnTo>
                  <a:pt x="35810" y="16579"/>
                </a:lnTo>
                <a:close/>
                <a:moveTo>
                  <a:pt x="24205" y="357429"/>
                </a:moveTo>
                <a:lnTo>
                  <a:pt x="24844" y="358340"/>
                </a:lnTo>
                <a:lnTo>
                  <a:pt x="23886" y="357884"/>
                </a:lnTo>
                <a:close/>
                <a:moveTo>
                  <a:pt x="42331" y="14952"/>
                </a:moveTo>
                <a:lnTo>
                  <a:pt x="42861" y="16600"/>
                </a:lnTo>
                <a:lnTo>
                  <a:pt x="42066" y="15776"/>
                </a:lnTo>
                <a:close/>
                <a:moveTo>
                  <a:pt x="27595" y="305460"/>
                </a:moveTo>
                <a:lnTo>
                  <a:pt x="29719" y="307128"/>
                </a:lnTo>
                <a:lnTo>
                  <a:pt x="26533" y="306294"/>
                </a:lnTo>
                <a:close/>
                <a:moveTo>
                  <a:pt x="15321" y="93217"/>
                </a:moveTo>
                <a:lnTo>
                  <a:pt x="15827" y="93554"/>
                </a:lnTo>
                <a:lnTo>
                  <a:pt x="15068" y="93385"/>
                </a:lnTo>
                <a:close/>
                <a:moveTo>
                  <a:pt x="66125" y="418401"/>
                </a:moveTo>
                <a:lnTo>
                  <a:pt x="67084" y="419847"/>
                </a:lnTo>
                <a:lnTo>
                  <a:pt x="65646" y="419124"/>
                </a:lnTo>
                <a:close/>
                <a:moveTo>
                  <a:pt x="64484" y="115955"/>
                </a:moveTo>
                <a:lnTo>
                  <a:pt x="65794" y="117395"/>
                </a:lnTo>
                <a:lnTo>
                  <a:pt x="63829" y="116675"/>
                </a:lnTo>
                <a:close/>
                <a:moveTo>
                  <a:pt x="66243" y="116326"/>
                </a:moveTo>
                <a:lnTo>
                  <a:pt x="67722" y="118036"/>
                </a:lnTo>
                <a:lnTo>
                  <a:pt x="65504" y="117181"/>
                </a:lnTo>
                <a:close/>
                <a:moveTo>
                  <a:pt x="65900" y="315449"/>
                </a:moveTo>
                <a:lnTo>
                  <a:pt x="67724" y="317104"/>
                </a:lnTo>
                <a:lnTo>
                  <a:pt x="64989" y="316276"/>
                </a:lnTo>
                <a:close/>
                <a:moveTo>
                  <a:pt x="25951" y="205004"/>
                </a:moveTo>
                <a:lnTo>
                  <a:pt x="27568" y="205650"/>
                </a:lnTo>
                <a:lnTo>
                  <a:pt x="25143" y="205327"/>
                </a:lnTo>
                <a:close/>
                <a:moveTo>
                  <a:pt x="41867" y="233758"/>
                </a:moveTo>
                <a:lnTo>
                  <a:pt x="43078" y="234327"/>
                </a:lnTo>
                <a:lnTo>
                  <a:pt x="41261" y="234043"/>
                </a:lnTo>
                <a:close/>
                <a:moveTo>
                  <a:pt x="62612" y="374220"/>
                </a:moveTo>
                <a:lnTo>
                  <a:pt x="64459" y="375287"/>
                </a:lnTo>
                <a:lnTo>
                  <a:pt x="61688" y="374753"/>
                </a:lnTo>
                <a:close/>
                <a:moveTo>
                  <a:pt x="2148" y="231547"/>
                </a:moveTo>
                <a:lnTo>
                  <a:pt x="3457" y="232014"/>
                </a:lnTo>
                <a:lnTo>
                  <a:pt x="1493" y="231780"/>
                </a:lnTo>
                <a:close/>
                <a:moveTo>
                  <a:pt x="38694" y="255991"/>
                </a:moveTo>
                <a:lnTo>
                  <a:pt x="39050" y="256712"/>
                </a:lnTo>
                <a:lnTo>
                  <a:pt x="38516" y="256351"/>
                </a:lnTo>
                <a:close/>
                <a:moveTo>
                  <a:pt x="63163" y="39804"/>
                </a:moveTo>
                <a:lnTo>
                  <a:pt x="64494" y="41429"/>
                </a:lnTo>
                <a:lnTo>
                  <a:pt x="62497" y="40617"/>
                </a:lnTo>
                <a:close/>
                <a:moveTo>
                  <a:pt x="36604" y="27541"/>
                </a:moveTo>
                <a:lnTo>
                  <a:pt x="37195" y="28770"/>
                </a:lnTo>
                <a:lnTo>
                  <a:pt x="36309" y="28155"/>
                </a:lnTo>
                <a:close/>
                <a:moveTo>
                  <a:pt x="45813" y="384069"/>
                </a:moveTo>
                <a:lnTo>
                  <a:pt x="47715" y="384447"/>
                </a:lnTo>
                <a:lnTo>
                  <a:pt x="44863" y="384258"/>
                </a:lnTo>
                <a:close/>
                <a:moveTo>
                  <a:pt x="1891" y="89331"/>
                </a:moveTo>
                <a:lnTo>
                  <a:pt x="3408" y="90898"/>
                </a:lnTo>
                <a:lnTo>
                  <a:pt x="1132" y="90115"/>
                </a:lnTo>
                <a:close/>
                <a:moveTo>
                  <a:pt x="57796" y="221915"/>
                </a:moveTo>
                <a:lnTo>
                  <a:pt x="58584" y="222259"/>
                </a:lnTo>
                <a:lnTo>
                  <a:pt x="57402" y="222087"/>
                </a:lnTo>
                <a:close/>
                <a:moveTo>
                  <a:pt x="53996" y="63179"/>
                </a:moveTo>
                <a:lnTo>
                  <a:pt x="56049" y="63774"/>
                </a:lnTo>
                <a:lnTo>
                  <a:pt x="52970" y="63477"/>
                </a:lnTo>
                <a:close/>
                <a:moveTo>
                  <a:pt x="62510" y="201811"/>
                </a:moveTo>
                <a:lnTo>
                  <a:pt x="62952" y="203009"/>
                </a:lnTo>
                <a:lnTo>
                  <a:pt x="62289" y="202410"/>
                </a:lnTo>
                <a:close/>
                <a:moveTo>
                  <a:pt x="37154" y="93083"/>
                </a:moveTo>
                <a:lnTo>
                  <a:pt x="39173" y="94703"/>
                </a:lnTo>
                <a:lnTo>
                  <a:pt x="36145" y="93893"/>
                </a:lnTo>
                <a:close/>
                <a:moveTo>
                  <a:pt x="12800" y="333964"/>
                </a:moveTo>
                <a:lnTo>
                  <a:pt x="14038" y="335191"/>
                </a:lnTo>
                <a:lnTo>
                  <a:pt x="12181" y="334578"/>
                </a:lnTo>
                <a:close/>
                <a:moveTo>
                  <a:pt x="32166" y="254421"/>
                </a:moveTo>
                <a:lnTo>
                  <a:pt x="32813" y="254861"/>
                </a:lnTo>
                <a:lnTo>
                  <a:pt x="31843" y="254641"/>
                </a:lnTo>
                <a:close/>
                <a:moveTo>
                  <a:pt x="28918" y="382641"/>
                </a:moveTo>
                <a:lnTo>
                  <a:pt x="30771" y="383667"/>
                </a:lnTo>
                <a:lnTo>
                  <a:pt x="27992" y="383154"/>
                </a:lnTo>
                <a:close/>
                <a:moveTo>
                  <a:pt x="3735" y="143342"/>
                </a:moveTo>
                <a:lnTo>
                  <a:pt x="5318" y="144325"/>
                </a:lnTo>
                <a:lnTo>
                  <a:pt x="2943" y="143834"/>
                </a:lnTo>
                <a:close/>
                <a:moveTo>
                  <a:pt x="53991" y="110456"/>
                </a:moveTo>
                <a:lnTo>
                  <a:pt x="54514" y="111177"/>
                </a:lnTo>
                <a:lnTo>
                  <a:pt x="53730" y="110817"/>
                </a:lnTo>
                <a:close/>
                <a:moveTo>
                  <a:pt x="8583" y="248927"/>
                </a:moveTo>
                <a:lnTo>
                  <a:pt x="9216" y="249590"/>
                </a:lnTo>
                <a:lnTo>
                  <a:pt x="8266" y="249259"/>
                </a:lnTo>
                <a:close/>
                <a:moveTo>
                  <a:pt x="19830" y="144821"/>
                </a:moveTo>
                <a:lnTo>
                  <a:pt x="20841" y="146549"/>
                </a:lnTo>
                <a:lnTo>
                  <a:pt x="19324" y="145685"/>
                </a:lnTo>
                <a:close/>
                <a:moveTo>
                  <a:pt x="37547" y="95675"/>
                </a:moveTo>
                <a:lnTo>
                  <a:pt x="39315" y="96703"/>
                </a:lnTo>
                <a:lnTo>
                  <a:pt x="36664" y="96189"/>
                </a:lnTo>
                <a:close/>
                <a:moveTo>
                  <a:pt x="36798" y="95696"/>
                </a:moveTo>
                <a:lnTo>
                  <a:pt x="38612" y="97237"/>
                </a:lnTo>
                <a:lnTo>
                  <a:pt x="35891" y="96467"/>
                </a:lnTo>
                <a:close/>
                <a:moveTo>
                  <a:pt x="31239" y="163748"/>
                </a:moveTo>
                <a:lnTo>
                  <a:pt x="31800" y="164560"/>
                </a:lnTo>
                <a:lnTo>
                  <a:pt x="30958" y="164154"/>
                </a:lnTo>
                <a:close/>
                <a:moveTo>
                  <a:pt x="50172" y="278751"/>
                </a:moveTo>
                <a:lnTo>
                  <a:pt x="52089" y="279609"/>
                </a:lnTo>
                <a:lnTo>
                  <a:pt x="49213" y="279180"/>
                </a:lnTo>
                <a:close/>
                <a:moveTo>
                  <a:pt x="59618" y="80513"/>
                </a:moveTo>
                <a:lnTo>
                  <a:pt x="60898" y="81143"/>
                </a:lnTo>
                <a:lnTo>
                  <a:pt x="58978" y="80828"/>
                </a:lnTo>
                <a:close/>
                <a:moveTo>
                  <a:pt x="28979" y="33554"/>
                </a:moveTo>
                <a:lnTo>
                  <a:pt x="30280" y="34849"/>
                </a:lnTo>
                <a:lnTo>
                  <a:pt x="28329" y="34201"/>
                </a:lnTo>
                <a:close/>
                <a:moveTo>
                  <a:pt x="25997" y="418677"/>
                </a:moveTo>
                <a:lnTo>
                  <a:pt x="27533" y="419129"/>
                </a:lnTo>
                <a:lnTo>
                  <a:pt x="25229" y="418903"/>
                </a:lnTo>
                <a:close/>
                <a:moveTo>
                  <a:pt x="34221" y="306689"/>
                </a:moveTo>
                <a:lnTo>
                  <a:pt x="34724" y="308233"/>
                </a:lnTo>
                <a:lnTo>
                  <a:pt x="33970" y="307461"/>
                </a:lnTo>
                <a:close/>
                <a:moveTo>
                  <a:pt x="13001" y="231640"/>
                </a:moveTo>
                <a:lnTo>
                  <a:pt x="13917" y="233208"/>
                </a:lnTo>
                <a:lnTo>
                  <a:pt x="12543" y="232424"/>
                </a:lnTo>
                <a:close/>
                <a:moveTo>
                  <a:pt x="51914" y="432956"/>
                </a:moveTo>
                <a:lnTo>
                  <a:pt x="53404" y="434052"/>
                </a:lnTo>
                <a:lnTo>
                  <a:pt x="51170" y="433504"/>
                </a:lnTo>
                <a:close/>
                <a:moveTo>
                  <a:pt x="69312" y="205118"/>
                </a:moveTo>
                <a:lnTo>
                  <a:pt x="71162" y="205882"/>
                </a:lnTo>
                <a:lnTo>
                  <a:pt x="68387" y="205500"/>
                </a:lnTo>
                <a:close/>
                <a:moveTo>
                  <a:pt x="9335" y="417932"/>
                </a:moveTo>
                <a:lnTo>
                  <a:pt x="10395" y="419700"/>
                </a:lnTo>
                <a:lnTo>
                  <a:pt x="8805" y="418816"/>
                </a:lnTo>
                <a:close/>
                <a:moveTo>
                  <a:pt x="33385" y="331471"/>
                </a:moveTo>
                <a:lnTo>
                  <a:pt x="33892" y="332031"/>
                </a:lnTo>
                <a:lnTo>
                  <a:pt x="33131" y="331751"/>
                </a:lnTo>
                <a:close/>
                <a:moveTo>
                  <a:pt x="52397" y="97623"/>
                </a:moveTo>
                <a:lnTo>
                  <a:pt x="53167" y="98747"/>
                </a:lnTo>
                <a:lnTo>
                  <a:pt x="52012" y="98185"/>
                </a:lnTo>
                <a:close/>
                <a:moveTo>
                  <a:pt x="30324" y="211036"/>
                </a:moveTo>
                <a:lnTo>
                  <a:pt x="31039" y="212021"/>
                </a:lnTo>
                <a:lnTo>
                  <a:pt x="29966" y="211529"/>
                </a:lnTo>
                <a:close/>
                <a:moveTo>
                  <a:pt x="64819" y="288765"/>
                </a:moveTo>
                <a:lnTo>
                  <a:pt x="66649" y="289249"/>
                </a:lnTo>
                <a:lnTo>
                  <a:pt x="63904" y="289007"/>
                </a:lnTo>
                <a:close/>
                <a:moveTo>
                  <a:pt x="35152" y="342273"/>
                </a:moveTo>
                <a:lnTo>
                  <a:pt x="37209" y="343393"/>
                </a:lnTo>
                <a:lnTo>
                  <a:pt x="34123" y="342833"/>
                </a:lnTo>
                <a:close/>
                <a:moveTo>
                  <a:pt x="64300" y="336140"/>
                </a:moveTo>
                <a:lnTo>
                  <a:pt x="65033" y="336912"/>
                </a:lnTo>
                <a:lnTo>
                  <a:pt x="63933" y="336526"/>
                </a:lnTo>
                <a:close/>
                <a:moveTo>
                  <a:pt x="11966" y="73170"/>
                </a:moveTo>
                <a:lnTo>
                  <a:pt x="13670" y="74034"/>
                </a:lnTo>
                <a:lnTo>
                  <a:pt x="11114" y="73602"/>
                </a:lnTo>
                <a:close/>
                <a:moveTo>
                  <a:pt x="60416" y="126713"/>
                </a:moveTo>
                <a:lnTo>
                  <a:pt x="61742" y="128430"/>
                </a:lnTo>
                <a:lnTo>
                  <a:pt x="59753" y="127572"/>
                </a:lnTo>
                <a:close/>
                <a:moveTo>
                  <a:pt x="37065" y="45844"/>
                </a:moveTo>
                <a:lnTo>
                  <a:pt x="37523" y="47576"/>
                </a:lnTo>
                <a:lnTo>
                  <a:pt x="36835" y="46710"/>
                </a:lnTo>
                <a:close/>
                <a:moveTo>
                  <a:pt x="19987" y="19612"/>
                </a:moveTo>
                <a:lnTo>
                  <a:pt x="21807" y="20739"/>
                </a:lnTo>
                <a:lnTo>
                  <a:pt x="19077" y="20176"/>
                </a:lnTo>
                <a:close/>
                <a:moveTo>
                  <a:pt x="46171" y="310756"/>
                </a:moveTo>
                <a:lnTo>
                  <a:pt x="47997" y="312430"/>
                </a:lnTo>
                <a:lnTo>
                  <a:pt x="45257" y="311593"/>
                </a:lnTo>
                <a:close/>
                <a:moveTo>
                  <a:pt x="30558" y="397337"/>
                </a:moveTo>
                <a:lnTo>
                  <a:pt x="31048" y="399020"/>
                </a:lnTo>
                <a:lnTo>
                  <a:pt x="30312" y="398178"/>
                </a:lnTo>
                <a:close/>
                <a:moveTo>
                  <a:pt x="37560" y="361625"/>
                </a:moveTo>
                <a:lnTo>
                  <a:pt x="38998" y="363130"/>
                </a:lnTo>
                <a:lnTo>
                  <a:pt x="36842" y="362378"/>
                </a:lnTo>
                <a:close/>
                <a:moveTo>
                  <a:pt x="63666" y="190474"/>
                </a:moveTo>
                <a:lnTo>
                  <a:pt x="64447" y="191508"/>
                </a:lnTo>
                <a:lnTo>
                  <a:pt x="63275" y="190991"/>
                </a:lnTo>
                <a:close/>
                <a:moveTo>
                  <a:pt x="56039" y="184656"/>
                </a:moveTo>
                <a:lnTo>
                  <a:pt x="56658" y="185776"/>
                </a:lnTo>
                <a:lnTo>
                  <a:pt x="55729" y="185216"/>
                </a:lnTo>
                <a:close/>
                <a:moveTo>
                  <a:pt x="3814" y="92730"/>
                </a:moveTo>
                <a:lnTo>
                  <a:pt x="5824" y="94152"/>
                </a:lnTo>
                <a:lnTo>
                  <a:pt x="2809" y="93441"/>
                </a:lnTo>
                <a:close/>
                <a:moveTo>
                  <a:pt x="32720" y="184570"/>
                </a:moveTo>
                <a:lnTo>
                  <a:pt x="34837" y="185678"/>
                </a:lnTo>
                <a:lnTo>
                  <a:pt x="31662" y="185124"/>
                </a:lnTo>
                <a:close/>
                <a:moveTo>
                  <a:pt x="66160" y="432936"/>
                </a:moveTo>
                <a:lnTo>
                  <a:pt x="66871" y="434573"/>
                </a:lnTo>
                <a:lnTo>
                  <a:pt x="65804" y="433755"/>
                </a:lnTo>
                <a:close/>
                <a:moveTo>
                  <a:pt x="43259" y="216679"/>
                </a:moveTo>
                <a:lnTo>
                  <a:pt x="43760" y="217143"/>
                </a:lnTo>
                <a:lnTo>
                  <a:pt x="43008" y="216911"/>
                </a:lnTo>
                <a:close/>
                <a:moveTo>
                  <a:pt x="53488" y="350092"/>
                </a:moveTo>
                <a:lnTo>
                  <a:pt x="55145" y="351724"/>
                </a:lnTo>
                <a:lnTo>
                  <a:pt x="52659" y="350908"/>
                </a:lnTo>
                <a:close/>
                <a:moveTo>
                  <a:pt x="45408" y="373421"/>
                </a:moveTo>
                <a:lnTo>
                  <a:pt x="45852" y="374609"/>
                </a:lnTo>
                <a:lnTo>
                  <a:pt x="45186" y="374015"/>
                </a:lnTo>
                <a:close/>
                <a:moveTo>
                  <a:pt x="42682" y="287912"/>
                </a:moveTo>
                <a:lnTo>
                  <a:pt x="44858" y="289081"/>
                </a:lnTo>
                <a:lnTo>
                  <a:pt x="41594" y="288497"/>
                </a:lnTo>
                <a:close/>
                <a:moveTo>
                  <a:pt x="68565" y="203817"/>
                </a:moveTo>
                <a:lnTo>
                  <a:pt x="70594" y="204223"/>
                </a:lnTo>
                <a:lnTo>
                  <a:pt x="67551" y="204020"/>
                </a:lnTo>
                <a:close/>
                <a:moveTo>
                  <a:pt x="24541" y="420790"/>
                </a:moveTo>
                <a:lnTo>
                  <a:pt x="26435" y="421728"/>
                </a:lnTo>
                <a:lnTo>
                  <a:pt x="23595" y="421259"/>
                </a:lnTo>
                <a:close/>
                <a:moveTo>
                  <a:pt x="52865" y="351819"/>
                </a:moveTo>
                <a:lnTo>
                  <a:pt x="54345" y="352260"/>
                </a:lnTo>
                <a:lnTo>
                  <a:pt x="52125" y="352040"/>
                </a:lnTo>
                <a:close/>
                <a:moveTo>
                  <a:pt x="22752" y="289425"/>
                </a:moveTo>
                <a:lnTo>
                  <a:pt x="24559" y="289767"/>
                </a:lnTo>
                <a:lnTo>
                  <a:pt x="21848" y="289596"/>
                </a:lnTo>
                <a:close/>
                <a:moveTo>
                  <a:pt x="67206" y="390156"/>
                </a:moveTo>
                <a:lnTo>
                  <a:pt x="69039" y="391055"/>
                </a:lnTo>
                <a:lnTo>
                  <a:pt x="66290" y="390606"/>
                </a:lnTo>
                <a:close/>
                <a:moveTo>
                  <a:pt x="36516" y="317487"/>
                </a:moveTo>
                <a:lnTo>
                  <a:pt x="38542" y="318374"/>
                </a:lnTo>
                <a:lnTo>
                  <a:pt x="35503" y="317930"/>
                </a:lnTo>
                <a:close/>
                <a:moveTo>
                  <a:pt x="36535" y="95246"/>
                </a:moveTo>
                <a:lnTo>
                  <a:pt x="38371" y="96350"/>
                </a:lnTo>
                <a:lnTo>
                  <a:pt x="35617" y="95798"/>
                </a:lnTo>
                <a:close/>
                <a:moveTo>
                  <a:pt x="51501" y="328851"/>
                </a:moveTo>
                <a:lnTo>
                  <a:pt x="52638" y="329894"/>
                </a:lnTo>
                <a:lnTo>
                  <a:pt x="50933" y="329372"/>
                </a:lnTo>
                <a:close/>
                <a:moveTo>
                  <a:pt x="69200" y="198676"/>
                </a:moveTo>
                <a:lnTo>
                  <a:pt x="70138" y="199460"/>
                </a:lnTo>
                <a:lnTo>
                  <a:pt x="68731" y="199068"/>
                </a:lnTo>
                <a:close/>
                <a:moveTo>
                  <a:pt x="12584" y="271218"/>
                </a:moveTo>
                <a:lnTo>
                  <a:pt x="13876" y="271950"/>
                </a:lnTo>
                <a:lnTo>
                  <a:pt x="11938" y="271584"/>
                </a:lnTo>
                <a:close/>
                <a:moveTo>
                  <a:pt x="22735" y="406674"/>
                </a:moveTo>
                <a:lnTo>
                  <a:pt x="24053" y="407128"/>
                </a:lnTo>
                <a:lnTo>
                  <a:pt x="22076" y="406901"/>
                </a:lnTo>
                <a:close/>
                <a:moveTo>
                  <a:pt x="10997" y="294760"/>
                </a:moveTo>
                <a:lnTo>
                  <a:pt x="12663" y="295519"/>
                </a:lnTo>
                <a:lnTo>
                  <a:pt x="10164" y="295140"/>
                </a:lnTo>
                <a:close/>
                <a:moveTo>
                  <a:pt x="42677" y="69320"/>
                </a:moveTo>
                <a:lnTo>
                  <a:pt x="44017" y="70756"/>
                </a:lnTo>
                <a:lnTo>
                  <a:pt x="42006" y="70038"/>
                </a:lnTo>
                <a:close/>
                <a:moveTo>
                  <a:pt x="41950" y="58724"/>
                </a:moveTo>
                <a:lnTo>
                  <a:pt x="44050" y="59960"/>
                </a:lnTo>
                <a:lnTo>
                  <a:pt x="40901" y="59342"/>
                </a:lnTo>
                <a:close/>
                <a:moveTo>
                  <a:pt x="17563" y="49870"/>
                </a:moveTo>
                <a:lnTo>
                  <a:pt x="19374" y="50982"/>
                </a:lnTo>
                <a:lnTo>
                  <a:pt x="16658" y="50426"/>
                </a:lnTo>
                <a:close/>
                <a:moveTo>
                  <a:pt x="65752" y="365339"/>
                </a:moveTo>
                <a:lnTo>
                  <a:pt x="67055" y="366274"/>
                </a:lnTo>
                <a:lnTo>
                  <a:pt x="65100" y="365807"/>
                </a:lnTo>
                <a:close/>
                <a:moveTo>
                  <a:pt x="24833" y="122746"/>
                </a:moveTo>
                <a:lnTo>
                  <a:pt x="25358" y="123751"/>
                </a:lnTo>
                <a:lnTo>
                  <a:pt x="24571" y="123248"/>
                </a:lnTo>
                <a:close/>
                <a:moveTo>
                  <a:pt x="28407" y="272909"/>
                </a:moveTo>
                <a:lnTo>
                  <a:pt x="29658" y="273564"/>
                </a:lnTo>
                <a:lnTo>
                  <a:pt x="27782" y="273237"/>
                </a:lnTo>
                <a:close/>
                <a:moveTo>
                  <a:pt x="8115" y="146046"/>
                </a:moveTo>
                <a:lnTo>
                  <a:pt x="9692" y="147249"/>
                </a:lnTo>
                <a:lnTo>
                  <a:pt x="7327" y="146648"/>
                </a:lnTo>
                <a:close/>
                <a:moveTo>
                  <a:pt x="15113" y="170211"/>
                </a:moveTo>
                <a:lnTo>
                  <a:pt x="17142" y="171510"/>
                </a:lnTo>
                <a:lnTo>
                  <a:pt x="14098" y="170860"/>
                </a:lnTo>
                <a:close/>
                <a:moveTo>
                  <a:pt x="21432" y="190227"/>
                </a:moveTo>
                <a:lnTo>
                  <a:pt x="23541" y="191718"/>
                </a:lnTo>
                <a:lnTo>
                  <a:pt x="20377" y="190972"/>
                </a:lnTo>
                <a:close/>
                <a:moveTo>
                  <a:pt x="6068" y="209410"/>
                </a:moveTo>
                <a:lnTo>
                  <a:pt x="7220" y="210436"/>
                </a:lnTo>
                <a:lnTo>
                  <a:pt x="5493" y="209923"/>
                </a:lnTo>
                <a:close/>
                <a:moveTo>
                  <a:pt x="52045" y="192987"/>
                </a:moveTo>
                <a:lnTo>
                  <a:pt x="53468" y="194781"/>
                </a:lnTo>
                <a:lnTo>
                  <a:pt x="51333" y="193884"/>
                </a:lnTo>
                <a:close/>
                <a:moveTo>
                  <a:pt x="40899" y="61907"/>
                </a:moveTo>
                <a:lnTo>
                  <a:pt x="42862" y="62635"/>
                </a:lnTo>
                <a:lnTo>
                  <a:pt x="39918" y="62271"/>
                </a:lnTo>
                <a:close/>
                <a:moveTo>
                  <a:pt x="1344" y="167918"/>
                </a:moveTo>
                <a:lnTo>
                  <a:pt x="1986" y="169649"/>
                </a:lnTo>
                <a:lnTo>
                  <a:pt x="1023" y="168784"/>
                </a:lnTo>
                <a:close/>
                <a:moveTo>
                  <a:pt x="27887" y="201294"/>
                </a:moveTo>
                <a:lnTo>
                  <a:pt x="28348" y="202089"/>
                </a:lnTo>
                <a:lnTo>
                  <a:pt x="27656" y="201691"/>
                </a:lnTo>
                <a:close/>
                <a:moveTo>
                  <a:pt x="42433" y="43232"/>
                </a:moveTo>
                <a:lnTo>
                  <a:pt x="43959" y="44139"/>
                </a:lnTo>
                <a:lnTo>
                  <a:pt x="41671" y="43686"/>
                </a:lnTo>
                <a:close/>
                <a:moveTo>
                  <a:pt x="63591" y="318954"/>
                </a:moveTo>
                <a:lnTo>
                  <a:pt x="64907" y="319365"/>
                </a:lnTo>
                <a:lnTo>
                  <a:pt x="62933" y="319160"/>
                </a:lnTo>
                <a:close/>
                <a:moveTo>
                  <a:pt x="25076" y="38488"/>
                </a:moveTo>
                <a:lnTo>
                  <a:pt x="26020" y="39014"/>
                </a:lnTo>
                <a:lnTo>
                  <a:pt x="24605" y="38751"/>
                </a:lnTo>
                <a:close/>
                <a:moveTo>
                  <a:pt x="37086" y="299270"/>
                </a:moveTo>
                <a:lnTo>
                  <a:pt x="37502" y="300927"/>
                </a:lnTo>
                <a:lnTo>
                  <a:pt x="36878" y="300099"/>
                </a:lnTo>
                <a:close/>
                <a:moveTo>
                  <a:pt x="1693" y="87465"/>
                </a:moveTo>
                <a:lnTo>
                  <a:pt x="3178" y="89210"/>
                </a:lnTo>
                <a:lnTo>
                  <a:pt x="951" y="88337"/>
                </a:lnTo>
                <a:close/>
                <a:moveTo>
                  <a:pt x="14155" y="130614"/>
                </a:moveTo>
                <a:lnTo>
                  <a:pt x="15622" y="131471"/>
                </a:lnTo>
                <a:lnTo>
                  <a:pt x="13421" y="131042"/>
                </a:lnTo>
                <a:close/>
                <a:moveTo>
                  <a:pt x="44687" y="89803"/>
                </a:moveTo>
                <a:lnTo>
                  <a:pt x="45750" y="90886"/>
                </a:lnTo>
                <a:lnTo>
                  <a:pt x="44155" y="90344"/>
                </a:lnTo>
                <a:close/>
                <a:moveTo>
                  <a:pt x="29674" y="284331"/>
                </a:moveTo>
                <a:lnTo>
                  <a:pt x="30866" y="284968"/>
                </a:lnTo>
                <a:lnTo>
                  <a:pt x="29078" y="284649"/>
                </a:lnTo>
                <a:close/>
                <a:moveTo>
                  <a:pt x="35078" y="131603"/>
                </a:moveTo>
                <a:lnTo>
                  <a:pt x="35996" y="132107"/>
                </a:lnTo>
                <a:lnTo>
                  <a:pt x="34619" y="131855"/>
                </a:lnTo>
                <a:close/>
                <a:moveTo>
                  <a:pt x="12058" y="130712"/>
                </a:moveTo>
                <a:lnTo>
                  <a:pt x="13969" y="131755"/>
                </a:lnTo>
                <a:lnTo>
                  <a:pt x="11103" y="131234"/>
                </a:lnTo>
                <a:close/>
                <a:moveTo>
                  <a:pt x="15613" y="380366"/>
                </a:moveTo>
                <a:lnTo>
                  <a:pt x="17063" y="381199"/>
                </a:lnTo>
                <a:lnTo>
                  <a:pt x="14888" y="380782"/>
                </a:lnTo>
                <a:close/>
                <a:moveTo>
                  <a:pt x="37358" y="418423"/>
                </a:moveTo>
                <a:lnTo>
                  <a:pt x="38705" y="419474"/>
                </a:lnTo>
                <a:lnTo>
                  <a:pt x="36685" y="418948"/>
                </a:lnTo>
                <a:close/>
                <a:moveTo>
                  <a:pt x="48825" y="9148"/>
                </a:moveTo>
                <a:lnTo>
                  <a:pt x="49311" y="10694"/>
                </a:lnTo>
                <a:lnTo>
                  <a:pt x="48581" y="9921"/>
                </a:lnTo>
                <a:close/>
                <a:moveTo>
                  <a:pt x="30803" y="138227"/>
                </a:moveTo>
                <a:lnTo>
                  <a:pt x="31925" y="139987"/>
                </a:lnTo>
                <a:lnTo>
                  <a:pt x="30242" y="139107"/>
                </a:lnTo>
                <a:close/>
                <a:moveTo>
                  <a:pt x="58456" y="304861"/>
                </a:moveTo>
                <a:lnTo>
                  <a:pt x="59654" y="305882"/>
                </a:lnTo>
                <a:lnTo>
                  <a:pt x="57856" y="305371"/>
                </a:lnTo>
                <a:close/>
                <a:moveTo>
                  <a:pt x="38760" y="43593"/>
                </a:moveTo>
                <a:lnTo>
                  <a:pt x="39765" y="44476"/>
                </a:lnTo>
                <a:lnTo>
                  <a:pt x="38257" y="44035"/>
                </a:lnTo>
                <a:close/>
                <a:moveTo>
                  <a:pt x="41963" y="305441"/>
                </a:moveTo>
                <a:lnTo>
                  <a:pt x="43813" y="306317"/>
                </a:lnTo>
                <a:lnTo>
                  <a:pt x="41037" y="305879"/>
                </a:lnTo>
                <a:close/>
                <a:moveTo>
                  <a:pt x="27395" y="216553"/>
                </a:moveTo>
                <a:lnTo>
                  <a:pt x="27767" y="217294"/>
                </a:lnTo>
                <a:lnTo>
                  <a:pt x="27209" y="216923"/>
                </a:lnTo>
                <a:close/>
                <a:moveTo>
                  <a:pt x="35287" y="434079"/>
                </a:moveTo>
                <a:lnTo>
                  <a:pt x="36080" y="434573"/>
                </a:lnTo>
                <a:lnTo>
                  <a:pt x="34891" y="434326"/>
                </a:lnTo>
                <a:close/>
                <a:moveTo>
                  <a:pt x="6399" y="362681"/>
                </a:moveTo>
                <a:lnTo>
                  <a:pt x="6811" y="363810"/>
                </a:lnTo>
                <a:lnTo>
                  <a:pt x="6193" y="363245"/>
                </a:lnTo>
                <a:close/>
                <a:moveTo>
                  <a:pt x="58513" y="1411"/>
                </a:moveTo>
                <a:lnTo>
                  <a:pt x="59450" y="2239"/>
                </a:lnTo>
                <a:lnTo>
                  <a:pt x="58044" y="1825"/>
                </a:lnTo>
                <a:close/>
                <a:moveTo>
                  <a:pt x="13575" y="131256"/>
                </a:moveTo>
                <a:lnTo>
                  <a:pt x="13983" y="131747"/>
                </a:lnTo>
                <a:lnTo>
                  <a:pt x="13371" y="131502"/>
                </a:lnTo>
                <a:close/>
                <a:moveTo>
                  <a:pt x="1074" y="369516"/>
                </a:moveTo>
                <a:lnTo>
                  <a:pt x="2223" y="369947"/>
                </a:lnTo>
                <a:lnTo>
                  <a:pt x="499" y="369732"/>
                </a:lnTo>
                <a:close/>
                <a:moveTo>
                  <a:pt x="41152" y="289690"/>
                </a:moveTo>
                <a:lnTo>
                  <a:pt x="43056" y="291005"/>
                </a:lnTo>
                <a:lnTo>
                  <a:pt x="40201" y="290348"/>
                </a:lnTo>
                <a:close/>
                <a:moveTo>
                  <a:pt x="40764" y="116833"/>
                </a:moveTo>
                <a:lnTo>
                  <a:pt x="41120" y="118524"/>
                </a:lnTo>
                <a:lnTo>
                  <a:pt x="40586" y="117679"/>
                </a:lnTo>
                <a:close/>
                <a:moveTo>
                  <a:pt x="37436" y="255334"/>
                </a:moveTo>
                <a:lnTo>
                  <a:pt x="39247" y="256211"/>
                </a:lnTo>
                <a:lnTo>
                  <a:pt x="36531" y="255772"/>
                </a:lnTo>
                <a:close/>
                <a:moveTo>
                  <a:pt x="46042" y="164751"/>
                </a:moveTo>
                <a:lnTo>
                  <a:pt x="48085" y="166211"/>
                </a:lnTo>
                <a:lnTo>
                  <a:pt x="45021" y="165481"/>
                </a:lnTo>
                <a:close/>
                <a:moveTo>
                  <a:pt x="39581" y="405703"/>
                </a:moveTo>
                <a:lnTo>
                  <a:pt x="41012" y="406233"/>
                </a:lnTo>
                <a:lnTo>
                  <a:pt x="38866" y="405968"/>
                </a:lnTo>
                <a:close/>
                <a:moveTo>
                  <a:pt x="20691" y="107572"/>
                </a:moveTo>
                <a:lnTo>
                  <a:pt x="22839" y="109001"/>
                </a:lnTo>
                <a:lnTo>
                  <a:pt x="19616" y="108286"/>
                </a:lnTo>
                <a:close/>
                <a:moveTo>
                  <a:pt x="31912" y="282306"/>
                </a:moveTo>
                <a:lnTo>
                  <a:pt x="32428" y="283435"/>
                </a:lnTo>
                <a:lnTo>
                  <a:pt x="31654" y="282870"/>
                </a:lnTo>
                <a:close/>
                <a:moveTo>
                  <a:pt x="2492" y="151172"/>
                </a:moveTo>
                <a:lnTo>
                  <a:pt x="3075" y="151891"/>
                </a:lnTo>
                <a:lnTo>
                  <a:pt x="2200" y="151531"/>
                </a:lnTo>
                <a:close/>
                <a:moveTo>
                  <a:pt x="60043" y="6234"/>
                </a:moveTo>
                <a:lnTo>
                  <a:pt x="61513" y="7592"/>
                </a:lnTo>
                <a:lnTo>
                  <a:pt x="59308" y="6913"/>
                </a:lnTo>
                <a:close/>
                <a:moveTo>
                  <a:pt x="68310" y="223524"/>
                </a:moveTo>
                <a:lnTo>
                  <a:pt x="69423" y="225314"/>
                </a:lnTo>
                <a:lnTo>
                  <a:pt x="67754" y="224419"/>
                </a:lnTo>
                <a:close/>
                <a:moveTo>
                  <a:pt x="42433" y="307340"/>
                </a:moveTo>
                <a:lnTo>
                  <a:pt x="43582" y="309051"/>
                </a:lnTo>
                <a:lnTo>
                  <a:pt x="41858" y="308195"/>
                </a:lnTo>
                <a:close/>
                <a:moveTo>
                  <a:pt x="24402" y="306697"/>
                </a:moveTo>
                <a:lnTo>
                  <a:pt x="25371" y="307255"/>
                </a:lnTo>
                <a:lnTo>
                  <a:pt x="23918" y="306976"/>
                </a:lnTo>
                <a:close/>
                <a:moveTo>
                  <a:pt x="66436" y="391659"/>
                </a:moveTo>
                <a:lnTo>
                  <a:pt x="66820" y="393077"/>
                </a:lnTo>
                <a:lnTo>
                  <a:pt x="66245" y="392368"/>
                </a:lnTo>
                <a:close/>
                <a:moveTo>
                  <a:pt x="15452" y="372949"/>
                </a:moveTo>
                <a:lnTo>
                  <a:pt x="17209" y="374182"/>
                </a:lnTo>
                <a:lnTo>
                  <a:pt x="14573" y="373566"/>
                </a:lnTo>
                <a:close/>
                <a:moveTo>
                  <a:pt x="32297" y="140148"/>
                </a:moveTo>
                <a:lnTo>
                  <a:pt x="33468" y="140572"/>
                </a:lnTo>
                <a:lnTo>
                  <a:pt x="31712" y="140360"/>
                </a:lnTo>
                <a:close/>
                <a:moveTo>
                  <a:pt x="68233" y="105385"/>
                </a:moveTo>
                <a:lnTo>
                  <a:pt x="69152" y="106816"/>
                </a:lnTo>
                <a:lnTo>
                  <a:pt x="67773" y="106100"/>
                </a:lnTo>
                <a:close/>
                <a:moveTo>
                  <a:pt x="18482" y="428519"/>
                </a:moveTo>
                <a:lnTo>
                  <a:pt x="19435" y="429781"/>
                </a:lnTo>
                <a:lnTo>
                  <a:pt x="18006" y="429150"/>
                </a:lnTo>
                <a:close/>
                <a:moveTo>
                  <a:pt x="59037" y="198399"/>
                </a:moveTo>
                <a:lnTo>
                  <a:pt x="60937" y="199621"/>
                </a:lnTo>
                <a:lnTo>
                  <a:pt x="58087" y="199010"/>
                </a:lnTo>
                <a:close/>
                <a:moveTo>
                  <a:pt x="978" y="175846"/>
                </a:moveTo>
                <a:lnTo>
                  <a:pt x="2933" y="177361"/>
                </a:lnTo>
                <a:lnTo>
                  <a:pt x="0" y="176603"/>
                </a:lnTo>
                <a:close/>
                <a:moveTo>
                  <a:pt x="20525" y="103624"/>
                </a:moveTo>
                <a:lnTo>
                  <a:pt x="21414" y="104267"/>
                </a:lnTo>
                <a:lnTo>
                  <a:pt x="20081" y="103945"/>
                </a:lnTo>
                <a:close/>
                <a:moveTo>
                  <a:pt x="40034" y="319692"/>
                </a:moveTo>
                <a:lnTo>
                  <a:pt x="42113" y="320798"/>
                </a:lnTo>
                <a:lnTo>
                  <a:pt x="38994" y="320245"/>
                </a:lnTo>
                <a:close/>
                <a:moveTo>
                  <a:pt x="41562" y="19053"/>
                </a:moveTo>
                <a:lnTo>
                  <a:pt x="42388" y="20430"/>
                </a:lnTo>
                <a:lnTo>
                  <a:pt x="41148" y="19742"/>
                </a:lnTo>
                <a:close/>
                <a:moveTo>
                  <a:pt x="32288" y="60896"/>
                </a:moveTo>
                <a:lnTo>
                  <a:pt x="34249" y="61569"/>
                </a:lnTo>
                <a:lnTo>
                  <a:pt x="31308" y="61233"/>
                </a:lnTo>
                <a:close/>
                <a:moveTo>
                  <a:pt x="22632" y="78810"/>
                </a:moveTo>
                <a:lnTo>
                  <a:pt x="23153" y="79899"/>
                </a:lnTo>
                <a:lnTo>
                  <a:pt x="22371" y="79355"/>
                </a:lnTo>
                <a:close/>
                <a:moveTo>
                  <a:pt x="61922" y="17222"/>
                </a:moveTo>
                <a:lnTo>
                  <a:pt x="63147" y="18617"/>
                </a:lnTo>
                <a:lnTo>
                  <a:pt x="61310" y="17920"/>
                </a:lnTo>
                <a:close/>
                <a:moveTo>
                  <a:pt x="44620" y="397455"/>
                </a:moveTo>
                <a:lnTo>
                  <a:pt x="46385" y="398761"/>
                </a:lnTo>
                <a:lnTo>
                  <a:pt x="43737" y="398108"/>
                </a:lnTo>
                <a:close/>
                <a:moveTo>
                  <a:pt x="49192" y="69427"/>
                </a:moveTo>
                <a:lnTo>
                  <a:pt x="50928" y="69999"/>
                </a:lnTo>
                <a:lnTo>
                  <a:pt x="48324" y="69713"/>
                </a:lnTo>
                <a:close/>
                <a:moveTo>
                  <a:pt x="34951" y="76730"/>
                </a:moveTo>
                <a:lnTo>
                  <a:pt x="36099" y="77551"/>
                </a:lnTo>
                <a:lnTo>
                  <a:pt x="34376" y="77141"/>
                </a:lnTo>
                <a:close/>
                <a:moveTo>
                  <a:pt x="7684" y="361985"/>
                </a:moveTo>
                <a:lnTo>
                  <a:pt x="9437" y="363287"/>
                </a:lnTo>
                <a:lnTo>
                  <a:pt x="6808" y="362636"/>
                </a:lnTo>
                <a:close/>
                <a:moveTo>
                  <a:pt x="37640" y="292706"/>
                </a:moveTo>
                <a:lnTo>
                  <a:pt x="38546" y="293078"/>
                </a:lnTo>
                <a:lnTo>
                  <a:pt x="37187" y="292892"/>
                </a:lnTo>
                <a:close/>
                <a:moveTo>
                  <a:pt x="27001" y="243860"/>
                </a:moveTo>
                <a:lnTo>
                  <a:pt x="28971" y="245538"/>
                </a:lnTo>
                <a:lnTo>
                  <a:pt x="26015" y="244699"/>
                </a:lnTo>
                <a:close/>
                <a:moveTo>
                  <a:pt x="16647" y="104300"/>
                </a:moveTo>
                <a:lnTo>
                  <a:pt x="18779" y="104975"/>
                </a:lnTo>
                <a:lnTo>
                  <a:pt x="15581" y="104637"/>
                </a:lnTo>
                <a:close/>
                <a:moveTo>
                  <a:pt x="10660" y="19590"/>
                </a:moveTo>
                <a:lnTo>
                  <a:pt x="12854" y="21103"/>
                </a:lnTo>
                <a:lnTo>
                  <a:pt x="9563" y="20347"/>
                </a:lnTo>
                <a:close/>
                <a:moveTo>
                  <a:pt x="30236" y="53257"/>
                </a:moveTo>
                <a:lnTo>
                  <a:pt x="31541" y="53561"/>
                </a:lnTo>
                <a:lnTo>
                  <a:pt x="29584" y="53409"/>
                </a:lnTo>
                <a:close/>
                <a:moveTo>
                  <a:pt x="55573" y="18077"/>
                </a:moveTo>
                <a:lnTo>
                  <a:pt x="57459" y="19147"/>
                </a:lnTo>
                <a:lnTo>
                  <a:pt x="54630" y="18612"/>
                </a:lnTo>
                <a:close/>
                <a:moveTo>
                  <a:pt x="14971" y="323194"/>
                </a:moveTo>
                <a:lnTo>
                  <a:pt x="16920" y="324260"/>
                </a:lnTo>
                <a:lnTo>
                  <a:pt x="13997" y="323727"/>
                </a:lnTo>
                <a:close/>
                <a:moveTo>
                  <a:pt x="8858" y="215993"/>
                </a:moveTo>
                <a:lnTo>
                  <a:pt x="10259" y="216520"/>
                </a:lnTo>
                <a:lnTo>
                  <a:pt x="8157" y="216256"/>
                </a:lnTo>
                <a:close/>
                <a:moveTo>
                  <a:pt x="3948" y="181098"/>
                </a:moveTo>
                <a:lnTo>
                  <a:pt x="6050" y="182860"/>
                </a:lnTo>
                <a:lnTo>
                  <a:pt x="2898" y="181979"/>
                </a:lnTo>
                <a:close/>
                <a:moveTo>
                  <a:pt x="48066" y="337226"/>
                </a:moveTo>
                <a:lnTo>
                  <a:pt x="50210" y="337625"/>
                </a:lnTo>
                <a:lnTo>
                  <a:pt x="46994" y="337425"/>
                </a:lnTo>
                <a:close/>
                <a:moveTo>
                  <a:pt x="41271" y="82325"/>
                </a:moveTo>
                <a:lnTo>
                  <a:pt x="41930" y="83229"/>
                </a:lnTo>
                <a:lnTo>
                  <a:pt x="40942" y="82777"/>
                </a:lnTo>
                <a:close/>
                <a:moveTo>
                  <a:pt x="15528" y="342683"/>
                </a:moveTo>
                <a:lnTo>
                  <a:pt x="16397" y="343998"/>
                </a:lnTo>
                <a:lnTo>
                  <a:pt x="15094" y="343340"/>
                </a:lnTo>
                <a:close/>
                <a:moveTo>
                  <a:pt x="58441" y="182223"/>
                </a:moveTo>
                <a:lnTo>
                  <a:pt x="59206" y="183728"/>
                </a:lnTo>
                <a:lnTo>
                  <a:pt x="58059" y="182976"/>
                </a:lnTo>
                <a:close/>
                <a:moveTo>
                  <a:pt x="53465" y="75231"/>
                </a:moveTo>
                <a:lnTo>
                  <a:pt x="54434" y="76378"/>
                </a:lnTo>
                <a:lnTo>
                  <a:pt x="52980" y="75804"/>
                </a:lnTo>
                <a:close/>
                <a:moveTo>
                  <a:pt x="26533" y="340076"/>
                </a:moveTo>
                <a:lnTo>
                  <a:pt x="27418" y="341631"/>
                </a:lnTo>
                <a:lnTo>
                  <a:pt x="26090" y="340854"/>
                </a:lnTo>
                <a:close/>
                <a:moveTo>
                  <a:pt x="61106" y="39018"/>
                </a:moveTo>
                <a:lnTo>
                  <a:pt x="61710" y="39584"/>
                </a:lnTo>
                <a:lnTo>
                  <a:pt x="60804" y="39301"/>
                </a:lnTo>
                <a:close/>
                <a:moveTo>
                  <a:pt x="44018" y="43855"/>
                </a:moveTo>
                <a:lnTo>
                  <a:pt x="45307" y="44866"/>
                </a:lnTo>
                <a:lnTo>
                  <a:pt x="43373" y="44360"/>
                </a:lnTo>
                <a:close/>
                <a:moveTo>
                  <a:pt x="39991" y="124285"/>
                </a:moveTo>
                <a:lnTo>
                  <a:pt x="41266" y="124916"/>
                </a:lnTo>
                <a:lnTo>
                  <a:pt x="39353" y="124601"/>
                </a:lnTo>
                <a:close/>
                <a:moveTo>
                  <a:pt x="41044" y="290998"/>
                </a:moveTo>
                <a:lnTo>
                  <a:pt x="41876" y="291917"/>
                </a:lnTo>
                <a:lnTo>
                  <a:pt x="40628" y="291457"/>
                </a:lnTo>
                <a:close/>
                <a:moveTo>
                  <a:pt x="21045" y="431044"/>
                </a:moveTo>
                <a:lnTo>
                  <a:pt x="22738" y="431659"/>
                </a:lnTo>
                <a:lnTo>
                  <a:pt x="20198" y="431352"/>
                </a:lnTo>
                <a:close/>
                <a:moveTo>
                  <a:pt x="16232" y="20209"/>
                </a:moveTo>
                <a:lnTo>
                  <a:pt x="18377" y="21395"/>
                </a:lnTo>
                <a:lnTo>
                  <a:pt x="15160" y="20802"/>
                </a:lnTo>
                <a:close/>
                <a:moveTo>
                  <a:pt x="37246" y="204969"/>
                </a:moveTo>
                <a:lnTo>
                  <a:pt x="38430" y="206166"/>
                </a:lnTo>
                <a:lnTo>
                  <a:pt x="36654" y="205567"/>
                </a:lnTo>
                <a:close/>
                <a:moveTo>
                  <a:pt x="56569" y="149342"/>
                </a:moveTo>
                <a:lnTo>
                  <a:pt x="57355" y="149834"/>
                </a:lnTo>
                <a:lnTo>
                  <a:pt x="56177" y="149588"/>
                </a:lnTo>
                <a:close/>
                <a:moveTo>
                  <a:pt x="42979" y="6759"/>
                </a:moveTo>
                <a:lnTo>
                  <a:pt x="43889" y="7391"/>
                </a:lnTo>
                <a:lnTo>
                  <a:pt x="42524" y="7075"/>
                </a:lnTo>
                <a:close/>
                <a:moveTo>
                  <a:pt x="35516" y="424472"/>
                </a:moveTo>
                <a:lnTo>
                  <a:pt x="36210" y="425537"/>
                </a:lnTo>
                <a:lnTo>
                  <a:pt x="35170" y="425005"/>
                </a:lnTo>
                <a:close/>
                <a:moveTo>
                  <a:pt x="68299" y="53562"/>
                </a:moveTo>
                <a:lnTo>
                  <a:pt x="69816" y="54533"/>
                </a:lnTo>
                <a:lnTo>
                  <a:pt x="67541" y="54047"/>
                </a:lnTo>
                <a:close/>
                <a:moveTo>
                  <a:pt x="16043" y="108537"/>
                </a:moveTo>
                <a:lnTo>
                  <a:pt x="17064" y="109263"/>
                </a:lnTo>
                <a:lnTo>
                  <a:pt x="15533" y="108900"/>
                </a:lnTo>
                <a:close/>
                <a:moveTo>
                  <a:pt x="52746" y="241364"/>
                </a:moveTo>
                <a:lnTo>
                  <a:pt x="54553" y="241980"/>
                </a:lnTo>
                <a:lnTo>
                  <a:pt x="51842" y="241672"/>
                </a:lnTo>
                <a:close/>
                <a:moveTo>
                  <a:pt x="50273" y="248015"/>
                </a:moveTo>
                <a:lnTo>
                  <a:pt x="52364" y="248321"/>
                </a:lnTo>
                <a:lnTo>
                  <a:pt x="49227" y="248168"/>
                </a:lnTo>
                <a:close/>
                <a:moveTo>
                  <a:pt x="34107" y="431058"/>
                </a:moveTo>
                <a:lnTo>
                  <a:pt x="36033" y="431694"/>
                </a:lnTo>
                <a:lnTo>
                  <a:pt x="33144" y="431376"/>
                </a:lnTo>
                <a:close/>
                <a:moveTo>
                  <a:pt x="66088" y="196869"/>
                </a:moveTo>
                <a:lnTo>
                  <a:pt x="66620" y="197800"/>
                </a:lnTo>
                <a:lnTo>
                  <a:pt x="65822" y="197334"/>
                </a:lnTo>
                <a:close/>
                <a:moveTo>
                  <a:pt x="24867" y="248773"/>
                </a:moveTo>
                <a:lnTo>
                  <a:pt x="26025" y="249460"/>
                </a:lnTo>
                <a:lnTo>
                  <a:pt x="24288" y="249117"/>
                </a:lnTo>
                <a:close/>
                <a:moveTo>
                  <a:pt x="4781" y="282983"/>
                </a:moveTo>
                <a:lnTo>
                  <a:pt x="6795" y="283916"/>
                </a:lnTo>
                <a:lnTo>
                  <a:pt x="3773" y="283450"/>
                </a:lnTo>
                <a:close/>
                <a:moveTo>
                  <a:pt x="9278" y="95666"/>
                </a:moveTo>
                <a:lnTo>
                  <a:pt x="11325" y="96463"/>
                </a:lnTo>
                <a:lnTo>
                  <a:pt x="8254" y="96065"/>
                </a:lnTo>
                <a:close/>
                <a:moveTo>
                  <a:pt x="21097" y="16328"/>
                </a:moveTo>
                <a:lnTo>
                  <a:pt x="22810" y="17407"/>
                </a:lnTo>
                <a:lnTo>
                  <a:pt x="20240" y="16868"/>
                </a:lnTo>
                <a:close/>
                <a:moveTo>
                  <a:pt x="32024" y="276878"/>
                </a:moveTo>
                <a:lnTo>
                  <a:pt x="33749" y="278526"/>
                </a:lnTo>
                <a:lnTo>
                  <a:pt x="31161" y="277702"/>
                </a:lnTo>
                <a:close/>
                <a:moveTo>
                  <a:pt x="35647" y="244961"/>
                </a:moveTo>
                <a:lnTo>
                  <a:pt x="36470" y="245717"/>
                </a:lnTo>
                <a:lnTo>
                  <a:pt x="35236" y="245339"/>
                </a:lnTo>
                <a:close/>
                <a:moveTo>
                  <a:pt x="50190" y="136536"/>
                </a:moveTo>
                <a:lnTo>
                  <a:pt x="51201" y="136837"/>
                </a:lnTo>
                <a:lnTo>
                  <a:pt x="49684" y="136687"/>
                </a:lnTo>
                <a:close/>
                <a:moveTo>
                  <a:pt x="55449" y="287469"/>
                </a:moveTo>
                <a:lnTo>
                  <a:pt x="55977" y="289087"/>
                </a:lnTo>
                <a:lnTo>
                  <a:pt x="55184" y="288278"/>
                </a:lnTo>
                <a:close/>
                <a:moveTo>
                  <a:pt x="62251" y="351003"/>
                </a:moveTo>
                <a:lnTo>
                  <a:pt x="64439" y="352394"/>
                </a:lnTo>
                <a:lnTo>
                  <a:pt x="61157" y="351699"/>
                </a:lnTo>
                <a:close/>
                <a:moveTo>
                  <a:pt x="52489" y="210084"/>
                </a:moveTo>
                <a:lnTo>
                  <a:pt x="53777" y="211535"/>
                </a:lnTo>
                <a:lnTo>
                  <a:pt x="51845" y="210810"/>
                </a:lnTo>
                <a:close/>
                <a:moveTo>
                  <a:pt x="40608" y="361468"/>
                </a:moveTo>
                <a:lnTo>
                  <a:pt x="40970" y="363039"/>
                </a:lnTo>
                <a:lnTo>
                  <a:pt x="40427" y="362253"/>
                </a:lnTo>
                <a:close/>
                <a:moveTo>
                  <a:pt x="63296" y="183141"/>
                </a:moveTo>
                <a:lnTo>
                  <a:pt x="64849" y="183981"/>
                </a:lnTo>
                <a:lnTo>
                  <a:pt x="62519" y="183561"/>
                </a:lnTo>
                <a:close/>
                <a:moveTo>
                  <a:pt x="49609" y="25664"/>
                </a:moveTo>
                <a:lnTo>
                  <a:pt x="51033" y="27027"/>
                </a:lnTo>
                <a:lnTo>
                  <a:pt x="48896" y="26345"/>
                </a:lnTo>
                <a:close/>
                <a:moveTo>
                  <a:pt x="38231" y="23819"/>
                </a:moveTo>
                <a:lnTo>
                  <a:pt x="39218" y="25505"/>
                </a:lnTo>
                <a:lnTo>
                  <a:pt x="37738" y="24662"/>
                </a:lnTo>
                <a:close/>
                <a:moveTo>
                  <a:pt x="37925" y="79398"/>
                </a:moveTo>
                <a:lnTo>
                  <a:pt x="38556" y="80643"/>
                </a:lnTo>
                <a:lnTo>
                  <a:pt x="37610" y="80021"/>
                </a:lnTo>
                <a:close/>
                <a:moveTo>
                  <a:pt x="64035" y="119405"/>
                </a:moveTo>
                <a:lnTo>
                  <a:pt x="64769" y="119827"/>
                </a:lnTo>
                <a:lnTo>
                  <a:pt x="63668" y="119616"/>
                </a:lnTo>
                <a:close/>
                <a:moveTo>
                  <a:pt x="56340" y="410545"/>
                </a:moveTo>
                <a:lnTo>
                  <a:pt x="57628" y="411844"/>
                </a:lnTo>
                <a:lnTo>
                  <a:pt x="55696" y="411195"/>
                </a:lnTo>
                <a:close/>
                <a:moveTo>
                  <a:pt x="16463" y="96509"/>
                </a:moveTo>
                <a:lnTo>
                  <a:pt x="18598" y="96898"/>
                </a:lnTo>
                <a:lnTo>
                  <a:pt x="15396" y="96704"/>
                </a:lnTo>
                <a:close/>
                <a:moveTo>
                  <a:pt x="69174" y="273750"/>
                </a:moveTo>
                <a:lnTo>
                  <a:pt x="70871" y="274413"/>
                </a:lnTo>
                <a:lnTo>
                  <a:pt x="68325" y="274082"/>
                </a:lnTo>
                <a:close/>
                <a:moveTo>
                  <a:pt x="60082" y="324553"/>
                </a:moveTo>
                <a:lnTo>
                  <a:pt x="61542" y="325623"/>
                </a:lnTo>
                <a:lnTo>
                  <a:pt x="59353" y="325088"/>
                </a:lnTo>
                <a:close/>
                <a:moveTo>
                  <a:pt x="34999" y="153113"/>
                </a:moveTo>
                <a:lnTo>
                  <a:pt x="35689" y="153722"/>
                </a:lnTo>
                <a:lnTo>
                  <a:pt x="34654" y="153418"/>
                </a:lnTo>
                <a:close/>
                <a:moveTo>
                  <a:pt x="39219" y="311645"/>
                </a:moveTo>
                <a:lnTo>
                  <a:pt x="40950" y="313430"/>
                </a:lnTo>
                <a:lnTo>
                  <a:pt x="38353" y="312538"/>
                </a:lnTo>
                <a:close/>
                <a:moveTo>
                  <a:pt x="20203" y="94296"/>
                </a:moveTo>
                <a:lnTo>
                  <a:pt x="21727" y="94753"/>
                </a:lnTo>
                <a:lnTo>
                  <a:pt x="19442" y="94525"/>
                </a:lnTo>
                <a:close/>
                <a:moveTo>
                  <a:pt x="9523" y="340092"/>
                </a:moveTo>
                <a:lnTo>
                  <a:pt x="10079" y="340607"/>
                </a:lnTo>
                <a:lnTo>
                  <a:pt x="9245" y="340349"/>
                </a:lnTo>
                <a:close/>
                <a:moveTo>
                  <a:pt x="5718" y="213618"/>
                </a:moveTo>
                <a:lnTo>
                  <a:pt x="7712" y="215241"/>
                </a:lnTo>
                <a:lnTo>
                  <a:pt x="4720" y="214430"/>
                </a:lnTo>
                <a:close/>
                <a:moveTo>
                  <a:pt x="62468" y="350527"/>
                </a:moveTo>
                <a:lnTo>
                  <a:pt x="63585" y="351003"/>
                </a:lnTo>
                <a:lnTo>
                  <a:pt x="61910" y="350765"/>
                </a:lnTo>
                <a:close/>
                <a:moveTo>
                  <a:pt x="11965" y="368408"/>
                </a:moveTo>
                <a:lnTo>
                  <a:pt x="14013" y="369284"/>
                </a:lnTo>
                <a:lnTo>
                  <a:pt x="10941" y="368846"/>
                </a:lnTo>
                <a:close/>
                <a:moveTo>
                  <a:pt x="46303" y="263132"/>
                </a:moveTo>
                <a:lnTo>
                  <a:pt x="46771" y="264452"/>
                </a:lnTo>
                <a:lnTo>
                  <a:pt x="46069" y="263792"/>
                </a:lnTo>
                <a:close/>
                <a:moveTo>
                  <a:pt x="23780" y="389870"/>
                </a:moveTo>
                <a:lnTo>
                  <a:pt x="25670" y="390632"/>
                </a:lnTo>
                <a:lnTo>
                  <a:pt x="22835" y="390251"/>
                </a:lnTo>
                <a:close/>
                <a:moveTo>
                  <a:pt x="33647" y="418499"/>
                </a:moveTo>
                <a:lnTo>
                  <a:pt x="35846" y="419123"/>
                </a:lnTo>
                <a:lnTo>
                  <a:pt x="32548" y="418811"/>
                </a:lnTo>
                <a:close/>
                <a:moveTo>
                  <a:pt x="40365" y="167323"/>
                </a:moveTo>
                <a:lnTo>
                  <a:pt x="41508" y="168564"/>
                </a:lnTo>
                <a:lnTo>
                  <a:pt x="39794" y="167944"/>
                </a:lnTo>
                <a:close/>
                <a:moveTo>
                  <a:pt x="7561" y="397016"/>
                </a:moveTo>
                <a:lnTo>
                  <a:pt x="7933" y="398552"/>
                </a:lnTo>
                <a:lnTo>
                  <a:pt x="7374" y="397784"/>
                </a:lnTo>
                <a:close/>
                <a:moveTo>
                  <a:pt x="52042" y="326998"/>
                </a:moveTo>
                <a:lnTo>
                  <a:pt x="53704" y="327438"/>
                </a:lnTo>
                <a:lnTo>
                  <a:pt x="51211" y="327218"/>
                </a:lnTo>
                <a:close/>
                <a:moveTo>
                  <a:pt x="24142" y="423632"/>
                </a:moveTo>
                <a:lnTo>
                  <a:pt x="25720" y="423934"/>
                </a:lnTo>
                <a:lnTo>
                  <a:pt x="23353" y="423783"/>
                </a:lnTo>
                <a:close/>
                <a:moveTo>
                  <a:pt x="13705" y="258195"/>
                </a:moveTo>
                <a:lnTo>
                  <a:pt x="15851" y="258878"/>
                </a:lnTo>
                <a:lnTo>
                  <a:pt x="12632" y="258537"/>
                </a:lnTo>
                <a:close/>
                <a:moveTo>
                  <a:pt x="28156" y="419260"/>
                </a:moveTo>
                <a:lnTo>
                  <a:pt x="29009" y="419703"/>
                </a:lnTo>
                <a:lnTo>
                  <a:pt x="27730" y="419482"/>
                </a:lnTo>
                <a:close/>
                <a:moveTo>
                  <a:pt x="21010" y="180394"/>
                </a:moveTo>
                <a:lnTo>
                  <a:pt x="22462" y="181946"/>
                </a:lnTo>
                <a:lnTo>
                  <a:pt x="20284" y="181170"/>
                </a:lnTo>
                <a:close/>
                <a:moveTo>
                  <a:pt x="2265" y="48133"/>
                </a:moveTo>
                <a:lnTo>
                  <a:pt x="2634" y="49117"/>
                </a:lnTo>
                <a:lnTo>
                  <a:pt x="2080" y="48625"/>
                </a:lnTo>
                <a:close/>
                <a:moveTo>
                  <a:pt x="24840" y="240402"/>
                </a:moveTo>
                <a:lnTo>
                  <a:pt x="25790" y="241405"/>
                </a:lnTo>
                <a:lnTo>
                  <a:pt x="24365" y="240903"/>
                </a:lnTo>
                <a:close/>
                <a:moveTo>
                  <a:pt x="57029" y="258482"/>
                </a:moveTo>
                <a:lnTo>
                  <a:pt x="57733" y="259963"/>
                </a:lnTo>
                <a:lnTo>
                  <a:pt x="56676" y="259222"/>
                </a:lnTo>
                <a:close/>
                <a:moveTo>
                  <a:pt x="5375" y="345855"/>
                </a:moveTo>
                <a:lnTo>
                  <a:pt x="6203" y="346948"/>
                </a:lnTo>
                <a:lnTo>
                  <a:pt x="4961" y="346402"/>
                </a:lnTo>
                <a:close/>
                <a:moveTo>
                  <a:pt x="68048" y="122376"/>
                </a:moveTo>
                <a:lnTo>
                  <a:pt x="68624" y="122906"/>
                </a:lnTo>
                <a:lnTo>
                  <a:pt x="67760" y="122641"/>
                </a:lnTo>
                <a:close/>
                <a:moveTo>
                  <a:pt x="24811" y="21964"/>
                </a:moveTo>
                <a:lnTo>
                  <a:pt x="25656" y="22983"/>
                </a:lnTo>
                <a:lnTo>
                  <a:pt x="24388" y="22474"/>
                </a:lnTo>
                <a:close/>
                <a:moveTo>
                  <a:pt x="54721" y="173481"/>
                </a:moveTo>
                <a:lnTo>
                  <a:pt x="55916" y="175039"/>
                </a:lnTo>
                <a:lnTo>
                  <a:pt x="54124" y="174260"/>
                </a:lnTo>
                <a:close/>
                <a:moveTo>
                  <a:pt x="65430" y="292077"/>
                </a:moveTo>
                <a:lnTo>
                  <a:pt x="67364" y="293534"/>
                </a:lnTo>
                <a:lnTo>
                  <a:pt x="64462" y="292806"/>
                </a:lnTo>
                <a:close/>
                <a:moveTo>
                  <a:pt x="42592" y="238747"/>
                </a:moveTo>
                <a:lnTo>
                  <a:pt x="43709" y="239345"/>
                </a:lnTo>
                <a:lnTo>
                  <a:pt x="42033" y="239046"/>
                </a:lnTo>
                <a:close/>
                <a:moveTo>
                  <a:pt x="35938" y="390850"/>
                </a:moveTo>
                <a:lnTo>
                  <a:pt x="37999" y="391498"/>
                </a:lnTo>
                <a:lnTo>
                  <a:pt x="34907" y="391174"/>
                </a:lnTo>
                <a:close/>
                <a:moveTo>
                  <a:pt x="9403" y="33919"/>
                </a:moveTo>
                <a:lnTo>
                  <a:pt x="10437" y="34359"/>
                </a:lnTo>
                <a:lnTo>
                  <a:pt x="8886" y="34139"/>
                </a:lnTo>
                <a:close/>
                <a:moveTo>
                  <a:pt x="61894" y="350385"/>
                </a:moveTo>
                <a:lnTo>
                  <a:pt x="63009" y="351595"/>
                </a:lnTo>
                <a:lnTo>
                  <a:pt x="61337" y="350990"/>
                </a:lnTo>
                <a:close/>
                <a:moveTo>
                  <a:pt x="63002" y="16905"/>
                </a:moveTo>
                <a:lnTo>
                  <a:pt x="64354" y="17774"/>
                </a:lnTo>
                <a:lnTo>
                  <a:pt x="62326" y="17339"/>
                </a:lnTo>
                <a:close/>
                <a:moveTo>
                  <a:pt x="66074" y="109490"/>
                </a:moveTo>
                <a:lnTo>
                  <a:pt x="67270" y="110671"/>
                </a:lnTo>
                <a:lnTo>
                  <a:pt x="65476" y="110081"/>
                </a:lnTo>
                <a:close/>
                <a:moveTo>
                  <a:pt x="49926" y="69606"/>
                </a:moveTo>
                <a:lnTo>
                  <a:pt x="51887" y="70573"/>
                </a:lnTo>
                <a:lnTo>
                  <a:pt x="48946" y="70090"/>
                </a:lnTo>
                <a:close/>
                <a:moveTo>
                  <a:pt x="23615" y="246180"/>
                </a:moveTo>
                <a:lnTo>
                  <a:pt x="24815" y="246780"/>
                </a:lnTo>
                <a:lnTo>
                  <a:pt x="23016" y="246480"/>
                </a:lnTo>
                <a:close/>
                <a:moveTo>
                  <a:pt x="61438" y="300008"/>
                </a:moveTo>
                <a:lnTo>
                  <a:pt x="62111" y="301693"/>
                </a:lnTo>
                <a:lnTo>
                  <a:pt x="61101" y="300851"/>
                </a:lnTo>
                <a:close/>
                <a:moveTo>
                  <a:pt x="51774" y="381127"/>
                </a:moveTo>
                <a:lnTo>
                  <a:pt x="52327" y="382758"/>
                </a:lnTo>
                <a:lnTo>
                  <a:pt x="51497" y="381943"/>
                </a:lnTo>
                <a:close/>
                <a:moveTo>
                  <a:pt x="69898" y="245394"/>
                </a:moveTo>
                <a:lnTo>
                  <a:pt x="71926" y="246976"/>
                </a:lnTo>
                <a:lnTo>
                  <a:pt x="68883" y="246185"/>
                </a:lnTo>
                <a:close/>
                <a:moveTo>
                  <a:pt x="11041" y="50026"/>
                </a:moveTo>
                <a:lnTo>
                  <a:pt x="12620" y="51252"/>
                </a:lnTo>
                <a:lnTo>
                  <a:pt x="10252" y="50639"/>
                </a:lnTo>
                <a:close/>
                <a:moveTo>
                  <a:pt x="27676" y="283435"/>
                </a:moveTo>
                <a:lnTo>
                  <a:pt x="29163" y="283836"/>
                </a:lnTo>
                <a:lnTo>
                  <a:pt x="26933" y="283635"/>
                </a:lnTo>
                <a:close/>
                <a:moveTo>
                  <a:pt x="29864" y="401376"/>
                </a:moveTo>
                <a:lnTo>
                  <a:pt x="31567" y="402547"/>
                </a:lnTo>
                <a:lnTo>
                  <a:pt x="29012" y="401961"/>
                </a:lnTo>
                <a:close/>
                <a:moveTo>
                  <a:pt x="66487" y="348475"/>
                </a:moveTo>
                <a:lnTo>
                  <a:pt x="68339" y="349068"/>
                </a:lnTo>
                <a:lnTo>
                  <a:pt x="65561" y="348772"/>
                </a:lnTo>
                <a:close/>
                <a:moveTo>
                  <a:pt x="22220" y="404659"/>
                </a:moveTo>
                <a:lnTo>
                  <a:pt x="23524" y="406418"/>
                </a:lnTo>
                <a:lnTo>
                  <a:pt x="21569" y="405538"/>
                </a:lnTo>
                <a:close/>
                <a:moveTo>
                  <a:pt x="64601" y="37218"/>
                </a:moveTo>
                <a:lnTo>
                  <a:pt x="65629" y="38501"/>
                </a:lnTo>
                <a:lnTo>
                  <a:pt x="64087" y="37859"/>
                </a:lnTo>
                <a:close/>
                <a:moveTo>
                  <a:pt x="69900" y="270782"/>
                </a:moveTo>
                <a:lnTo>
                  <a:pt x="71263" y="271777"/>
                </a:lnTo>
                <a:lnTo>
                  <a:pt x="69218" y="271279"/>
                </a:lnTo>
                <a:close/>
                <a:moveTo>
                  <a:pt x="46544" y="408573"/>
                </a:moveTo>
                <a:lnTo>
                  <a:pt x="48719" y="409017"/>
                </a:lnTo>
                <a:lnTo>
                  <a:pt x="45457" y="408795"/>
                </a:lnTo>
                <a:close/>
                <a:moveTo>
                  <a:pt x="65339" y="207397"/>
                </a:moveTo>
                <a:lnTo>
                  <a:pt x="66124" y="208423"/>
                </a:lnTo>
                <a:lnTo>
                  <a:pt x="64946" y="207910"/>
                </a:lnTo>
                <a:close/>
                <a:moveTo>
                  <a:pt x="23795" y="144066"/>
                </a:moveTo>
                <a:lnTo>
                  <a:pt x="24737" y="145471"/>
                </a:lnTo>
                <a:lnTo>
                  <a:pt x="23325" y="144768"/>
                </a:lnTo>
                <a:close/>
                <a:moveTo>
                  <a:pt x="11174" y="107698"/>
                </a:moveTo>
                <a:lnTo>
                  <a:pt x="11790" y="108360"/>
                </a:lnTo>
                <a:lnTo>
                  <a:pt x="10866" y="108029"/>
                </a:lnTo>
                <a:close/>
                <a:moveTo>
                  <a:pt x="47257" y="230836"/>
                </a:moveTo>
                <a:lnTo>
                  <a:pt x="49179" y="231906"/>
                </a:lnTo>
                <a:lnTo>
                  <a:pt x="46295" y="231371"/>
                </a:lnTo>
                <a:close/>
                <a:moveTo>
                  <a:pt x="3590" y="244689"/>
                </a:moveTo>
                <a:lnTo>
                  <a:pt x="5434" y="245518"/>
                </a:lnTo>
                <a:lnTo>
                  <a:pt x="2668" y="245103"/>
                </a:lnTo>
                <a:close/>
                <a:moveTo>
                  <a:pt x="45926" y="196828"/>
                </a:moveTo>
                <a:lnTo>
                  <a:pt x="47956" y="197983"/>
                </a:lnTo>
                <a:lnTo>
                  <a:pt x="44911" y="197406"/>
                </a:lnTo>
                <a:close/>
                <a:moveTo>
                  <a:pt x="32244" y="161989"/>
                </a:moveTo>
                <a:lnTo>
                  <a:pt x="32688" y="162860"/>
                </a:lnTo>
                <a:lnTo>
                  <a:pt x="32022" y="162424"/>
                </a:lnTo>
                <a:close/>
                <a:moveTo>
                  <a:pt x="58329" y="386879"/>
                </a:moveTo>
                <a:lnTo>
                  <a:pt x="60255" y="388363"/>
                </a:lnTo>
                <a:lnTo>
                  <a:pt x="57366" y="387621"/>
                </a:lnTo>
                <a:close/>
                <a:moveTo>
                  <a:pt x="22267" y="66408"/>
                </a:moveTo>
                <a:lnTo>
                  <a:pt x="23290" y="66900"/>
                </a:lnTo>
                <a:lnTo>
                  <a:pt x="21756" y="66654"/>
                </a:lnTo>
                <a:close/>
                <a:moveTo>
                  <a:pt x="65620" y="7552"/>
                </a:moveTo>
                <a:lnTo>
                  <a:pt x="66250" y="8533"/>
                </a:lnTo>
                <a:lnTo>
                  <a:pt x="65305" y="8042"/>
                </a:lnTo>
                <a:close/>
                <a:moveTo>
                  <a:pt x="51173" y="402582"/>
                </a:moveTo>
                <a:lnTo>
                  <a:pt x="52462" y="404104"/>
                </a:lnTo>
                <a:lnTo>
                  <a:pt x="50529" y="403343"/>
                </a:lnTo>
                <a:close/>
                <a:moveTo>
                  <a:pt x="12908" y="244854"/>
                </a:moveTo>
                <a:lnTo>
                  <a:pt x="14704" y="246254"/>
                </a:lnTo>
                <a:lnTo>
                  <a:pt x="12010" y="245554"/>
                </a:lnTo>
                <a:close/>
                <a:moveTo>
                  <a:pt x="30832" y="323676"/>
                </a:moveTo>
                <a:lnTo>
                  <a:pt x="31864" y="324517"/>
                </a:lnTo>
                <a:lnTo>
                  <a:pt x="30315" y="324097"/>
                </a:lnTo>
                <a:close/>
                <a:moveTo>
                  <a:pt x="48842" y="49222"/>
                </a:moveTo>
                <a:lnTo>
                  <a:pt x="50030" y="50202"/>
                </a:lnTo>
                <a:lnTo>
                  <a:pt x="48247" y="49712"/>
                </a:lnTo>
                <a:close/>
                <a:moveTo>
                  <a:pt x="18390" y="187313"/>
                </a:moveTo>
                <a:lnTo>
                  <a:pt x="18864" y="187787"/>
                </a:lnTo>
                <a:lnTo>
                  <a:pt x="18153" y="187550"/>
                </a:lnTo>
                <a:close/>
                <a:moveTo>
                  <a:pt x="44793" y="416082"/>
                </a:moveTo>
                <a:lnTo>
                  <a:pt x="46754" y="417151"/>
                </a:lnTo>
                <a:lnTo>
                  <a:pt x="43812" y="416616"/>
                </a:lnTo>
                <a:close/>
                <a:moveTo>
                  <a:pt x="31851" y="298816"/>
                </a:moveTo>
                <a:lnTo>
                  <a:pt x="32997" y="300285"/>
                </a:lnTo>
                <a:lnTo>
                  <a:pt x="31279" y="299551"/>
                </a:lnTo>
                <a:close/>
                <a:moveTo>
                  <a:pt x="6758" y="66197"/>
                </a:moveTo>
                <a:lnTo>
                  <a:pt x="8641" y="67206"/>
                </a:lnTo>
                <a:lnTo>
                  <a:pt x="5817" y="66702"/>
                </a:lnTo>
                <a:close/>
                <a:moveTo>
                  <a:pt x="4273" y="167797"/>
                </a:moveTo>
                <a:lnTo>
                  <a:pt x="4949" y="168271"/>
                </a:lnTo>
                <a:lnTo>
                  <a:pt x="3935" y="168034"/>
                </a:lnTo>
                <a:close/>
                <a:moveTo>
                  <a:pt x="50743" y="342312"/>
                </a:moveTo>
                <a:lnTo>
                  <a:pt x="52421" y="343206"/>
                </a:lnTo>
                <a:lnTo>
                  <a:pt x="49904" y="342759"/>
                </a:lnTo>
                <a:close/>
                <a:moveTo>
                  <a:pt x="44546" y="242275"/>
                </a:moveTo>
                <a:lnTo>
                  <a:pt x="45357" y="242882"/>
                </a:lnTo>
                <a:lnTo>
                  <a:pt x="44141" y="242578"/>
                </a:lnTo>
                <a:close/>
                <a:moveTo>
                  <a:pt x="27767" y="408511"/>
                </a:moveTo>
                <a:lnTo>
                  <a:pt x="28139" y="408881"/>
                </a:lnTo>
                <a:lnTo>
                  <a:pt x="27581" y="408696"/>
                </a:lnTo>
                <a:close/>
                <a:moveTo>
                  <a:pt x="8151" y="65799"/>
                </a:moveTo>
                <a:lnTo>
                  <a:pt x="9286" y="67315"/>
                </a:lnTo>
                <a:lnTo>
                  <a:pt x="7584" y="66557"/>
                </a:lnTo>
                <a:close/>
                <a:moveTo>
                  <a:pt x="64224" y="313505"/>
                </a:moveTo>
                <a:lnTo>
                  <a:pt x="66082" y="315069"/>
                </a:lnTo>
                <a:lnTo>
                  <a:pt x="63295" y="314287"/>
                </a:lnTo>
                <a:close/>
                <a:moveTo>
                  <a:pt x="32152" y="281344"/>
                </a:moveTo>
                <a:lnTo>
                  <a:pt x="33659" y="283062"/>
                </a:lnTo>
                <a:lnTo>
                  <a:pt x="31399" y="282203"/>
                </a:lnTo>
                <a:close/>
                <a:moveTo>
                  <a:pt x="36739" y="406353"/>
                </a:moveTo>
                <a:lnTo>
                  <a:pt x="37793" y="407458"/>
                </a:lnTo>
                <a:lnTo>
                  <a:pt x="36212" y="406905"/>
                </a:lnTo>
                <a:close/>
                <a:moveTo>
                  <a:pt x="61697" y="109266"/>
                </a:moveTo>
                <a:lnTo>
                  <a:pt x="63088" y="110358"/>
                </a:lnTo>
                <a:lnTo>
                  <a:pt x="61001" y="109812"/>
                </a:lnTo>
                <a:close/>
                <a:moveTo>
                  <a:pt x="51756" y="425096"/>
                </a:moveTo>
                <a:lnTo>
                  <a:pt x="52999" y="426377"/>
                </a:lnTo>
                <a:lnTo>
                  <a:pt x="51135" y="425736"/>
                </a:lnTo>
                <a:close/>
                <a:moveTo>
                  <a:pt x="6193" y="307011"/>
                </a:moveTo>
                <a:lnTo>
                  <a:pt x="7879" y="307626"/>
                </a:lnTo>
                <a:lnTo>
                  <a:pt x="5350" y="307318"/>
                </a:lnTo>
                <a:close/>
                <a:moveTo>
                  <a:pt x="51516" y="424106"/>
                </a:moveTo>
                <a:lnTo>
                  <a:pt x="52388" y="425610"/>
                </a:lnTo>
                <a:lnTo>
                  <a:pt x="51080" y="424858"/>
                </a:lnTo>
                <a:close/>
                <a:moveTo>
                  <a:pt x="48167" y="44838"/>
                </a:moveTo>
                <a:lnTo>
                  <a:pt x="49451" y="46042"/>
                </a:lnTo>
                <a:lnTo>
                  <a:pt x="47525" y="45440"/>
                </a:lnTo>
                <a:close/>
                <a:moveTo>
                  <a:pt x="58972" y="368038"/>
                </a:moveTo>
                <a:lnTo>
                  <a:pt x="60670" y="369028"/>
                </a:lnTo>
                <a:lnTo>
                  <a:pt x="58123" y="368533"/>
                </a:lnTo>
                <a:close/>
                <a:moveTo>
                  <a:pt x="59028" y="133431"/>
                </a:moveTo>
                <a:lnTo>
                  <a:pt x="61049" y="134682"/>
                </a:lnTo>
                <a:lnTo>
                  <a:pt x="58017" y="134057"/>
                </a:lnTo>
                <a:close/>
                <a:moveTo>
                  <a:pt x="13735" y="272124"/>
                </a:moveTo>
                <a:lnTo>
                  <a:pt x="14135" y="273122"/>
                </a:lnTo>
                <a:lnTo>
                  <a:pt x="13535" y="272623"/>
                </a:lnTo>
                <a:close/>
                <a:moveTo>
                  <a:pt x="22588" y="55014"/>
                </a:moveTo>
                <a:lnTo>
                  <a:pt x="23151" y="56553"/>
                </a:lnTo>
                <a:lnTo>
                  <a:pt x="22307" y="55784"/>
                </a:lnTo>
                <a:close/>
                <a:moveTo>
                  <a:pt x="2287" y="227980"/>
                </a:moveTo>
                <a:lnTo>
                  <a:pt x="4458" y="228418"/>
                </a:lnTo>
                <a:lnTo>
                  <a:pt x="1202" y="228199"/>
                </a:lnTo>
                <a:close/>
                <a:moveTo>
                  <a:pt x="9121" y="388183"/>
                </a:moveTo>
                <a:lnTo>
                  <a:pt x="9540" y="388539"/>
                </a:lnTo>
                <a:lnTo>
                  <a:pt x="8911" y="388361"/>
                </a:lnTo>
                <a:close/>
                <a:moveTo>
                  <a:pt x="49391" y="238528"/>
                </a:moveTo>
                <a:lnTo>
                  <a:pt x="50061" y="240252"/>
                </a:lnTo>
                <a:lnTo>
                  <a:pt x="49056" y="239390"/>
                </a:lnTo>
                <a:close/>
                <a:moveTo>
                  <a:pt x="43876" y="249099"/>
                </a:moveTo>
                <a:lnTo>
                  <a:pt x="45772" y="250271"/>
                </a:lnTo>
                <a:lnTo>
                  <a:pt x="42928" y="249685"/>
                </a:lnTo>
                <a:close/>
                <a:moveTo>
                  <a:pt x="60650" y="212746"/>
                </a:moveTo>
                <a:lnTo>
                  <a:pt x="61769" y="213214"/>
                </a:lnTo>
                <a:lnTo>
                  <a:pt x="60091" y="212980"/>
                </a:lnTo>
                <a:close/>
                <a:moveTo>
                  <a:pt x="40351" y="301701"/>
                </a:moveTo>
                <a:lnTo>
                  <a:pt x="41136" y="303399"/>
                </a:lnTo>
                <a:lnTo>
                  <a:pt x="39958" y="302550"/>
                </a:lnTo>
                <a:close/>
                <a:moveTo>
                  <a:pt x="45279" y="364767"/>
                </a:moveTo>
                <a:lnTo>
                  <a:pt x="46653" y="366073"/>
                </a:lnTo>
                <a:lnTo>
                  <a:pt x="44592" y="365420"/>
                </a:lnTo>
                <a:close/>
                <a:moveTo>
                  <a:pt x="32753" y="211246"/>
                </a:moveTo>
                <a:lnTo>
                  <a:pt x="33445" y="212663"/>
                </a:lnTo>
                <a:lnTo>
                  <a:pt x="32407" y="211955"/>
                </a:lnTo>
                <a:close/>
                <a:moveTo>
                  <a:pt x="33765" y="152590"/>
                </a:moveTo>
                <a:lnTo>
                  <a:pt x="34355" y="154134"/>
                </a:lnTo>
                <a:lnTo>
                  <a:pt x="33470" y="153362"/>
                </a:lnTo>
                <a:close/>
                <a:moveTo>
                  <a:pt x="10177" y="72480"/>
                </a:moveTo>
                <a:lnTo>
                  <a:pt x="11123" y="74127"/>
                </a:lnTo>
                <a:lnTo>
                  <a:pt x="9704" y="73303"/>
                </a:lnTo>
                <a:close/>
                <a:moveTo>
                  <a:pt x="56579" y="378922"/>
                </a:moveTo>
                <a:lnTo>
                  <a:pt x="57160" y="379519"/>
                </a:lnTo>
                <a:lnTo>
                  <a:pt x="56288" y="379221"/>
                </a:lnTo>
                <a:close/>
                <a:moveTo>
                  <a:pt x="64441" y="401374"/>
                </a:moveTo>
                <a:lnTo>
                  <a:pt x="66530" y="401813"/>
                </a:lnTo>
                <a:lnTo>
                  <a:pt x="63397" y="401593"/>
                </a:lnTo>
                <a:close/>
                <a:moveTo>
                  <a:pt x="20417" y="421764"/>
                </a:moveTo>
                <a:lnTo>
                  <a:pt x="22343" y="423446"/>
                </a:lnTo>
                <a:lnTo>
                  <a:pt x="19454" y="422605"/>
                </a:lnTo>
                <a:close/>
                <a:moveTo>
                  <a:pt x="18677" y="153967"/>
                </a:moveTo>
                <a:lnTo>
                  <a:pt x="19202" y="155208"/>
                </a:lnTo>
                <a:lnTo>
                  <a:pt x="18415" y="154588"/>
                </a:lnTo>
                <a:close/>
                <a:moveTo>
                  <a:pt x="51872" y="134427"/>
                </a:moveTo>
                <a:lnTo>
                  <a:pt x="53458" y="134902"/>
                </a:lnTo>
                <a:lnTo>
                  <a:pt x="51079" y="134664"/>
                </a:lnTo>
                <a:close/>
                <a:moveTo>
                  <a:pt x="62328" y="249515"/>
                </a:moveTo>
                <a:lnTo>
                  <a:pt x="64454" y="251070"/>
                </a:lnTo>
                <a:lnTo>
                  <a:pt x="61266" y="250292"/>
                </a:lnTo>
                <a:close/>
                <a:moveTo>
                  <a:pt x="14562" y="12558"/>
                </a:moveTo>
                <a:lnTo>
                  <a:pt x="15121" y="13233"/>
                </a:lnTo>
                <a:lnTo>
                  <a:pt x="14282" y="12895"/>
                </a:lnTo>
                <a:close/>
                <a:moveTo>
                  <a:pt x="2579" y="311237"/>
                </a:moveTo>
                <a:lnTo>
                  <a:pt x="3180" y="312104"/>
                </a:lnTo>
                <a:lnTo>
                  <a:pt x="2278" y="311671"/>
                </a:lnTo>
                <a:close/>
                <a:moveTo>
                  <a:pt x="67373" y="404932"/>
                </a:moveTo>
                <a:lnTo>
                  <a:pt x="68998" y="406341"/>
                </a:lnTo>
                <a:lnTo>
                  <a:pt x="66561" y="405636"/>
                </a:lnTo>
                <a:close/>
                <a:moveTo>
                  <a:pt x="4524" y="431038"/>
                </a:moveTo>
                <a:lnTo>
                  <a:pt x="6488" y="432068"/>
                </a:lnTo>
                <a:lnTo>
                  <a:pt x="3542" y="431553"/>
                </a:lnTo>
                <a:close/>
                <a:moveTo>
                  <a:pt x="37491" y="198784"/>
                </a:moveTo>
                <a:lnTo>
                  <a:pt x="38762" y="199930"/>
                </a:lnTo>
                <a:lnTo>
                  <a:pt x="36855" y="199357"/>
                </a:lnTo>
                <a:close/>
                <a:moveTo>
                  <a:pt x="62302" y="36351"/>
                </a:moveTo>
                <a:lnTo>
                  <a:pt x="63713" y="37002"/>
                </a:lnTo>
                <a:lnTo>
                  <a:pt x="61596" y="36677"/>
                </a:lnTo>
                <a:close/>
                <a:moveTo>
                  <a:pt x="48775" y="361109"/>
                </a:moveTo>
                <a:lnTo>
                  <a:pt x="50235" y="362317"/>
                </a:lnTo>
                <a:lnTo>
                  <a:pt x="48045" y="361713"/>
                </a:lnTo>
                <a:close/>
                <a:moveTo>
                  <a:pt x="53590" y="266416"/>
                </a:moveTo>
                <a:lnTo>
                  <a:pt x="54703" y="267116"/>
                </a:lnTo>
                <a:lnTo>
                  <a:pt x="53034" y="266766"/>
                </a:lnTo>
                <a:close/>
                <a:moveTo>
                  <a:pt x="21506" y="174265"/>
                </a:moveTo>
                <a:lnTo>
                  <a:pt x="22540" y="175629"/>
                </a:lnTo>
                <a:lnTo>
                  <a:pt x="20989" y="174947"/>
                </a:lnTo>
                <a:close/>
                <a:moveTo>
                  <a:pt x="69442" y="199669"/>
                </a:moveTo>
                <a:lnTo>
                  <a:pt x="70649" y="200691"/>
                </a:lnTo>
                <a:lnTo>
                  <a:pt x="68839" y="200180"/>
                </a:lnTo>
                <a:close/>
                <a:moveTo>
                  <a:pt x="25850" y="277924"/>
                </a:moveTo>
                <a:lnTo>
                  <a:pt x="27254" y="279334"/>
                </a:lnTo>
                <a:lnTo>
                  <a:pt x="25148" y="278629"/>
                </a:lnTo>
                <a:close/>
                <a:moveTo>
                  <a:pt x="63113" y="370670"/>
                </a:moveTo>
                <a:lnTo>
                  <a:pt x="65084" y="372284"/>
                </a:lnTo>
                <a:lnTo>
                  <a:pt x="62127" y="371477"/>
                </a:lnTo>
                <a:close/>
                <a:moveTo>
                  <a:pt x="18244" y="378211"/>
                </a:moveTo>
                <a:lnTo>
                  <a:pt x="19005" y="379770"/>
                </a:lnTo>
                <a:lnTo>
                  <a:pt x="17864" y="378990"/>
                </a:lnTo>
                <a:close/>
                <a:moveTo>
                  <a:pt x="59010" y="214230"/>
                </a:moveTo>
                <a:lnTo>
                  <a:pt x="59428" y="214555"/>
                </a:lnTo>
                <a:lnTo>
                  <a:pt x="58802" y="214393"/>
                </a:lnTo>
                <a:close/>
                <a:moveTo>
                  <a:pt x="61115" y="14679"/>
                </a:moveTo>
                <a:lnTo>
                  <a:pt x="62236" y="15797"/>
                </a:lnTo>
                <a:lnTo>
                  <a:pt x="60554" y="15238"/>
                </a:lnTo>
                <a:close/>
                <a:moveTo>
                  <a:pt x="26534" y="17541"/>
                </a:moveTo>
                <a:lnTo>
                  <a:pt x="28550" y="18976"/>
                </a:lnTo>
                <a:lnTo>
                  <a:pt x="25527" y="18259"/>
                </a:lnTo>
                <a:close/>
                <a:moveTo>
                  <a:pt x="38089" y="295442"/>
                </a:moveTo>
                <a:lnTo>
                  <a:pt x="39612" y="296778"/>
                </a:lnTo>
                <a:lnTo>
                  <a:pt x="37328" y="296110"/>
                </a:lnTo>
                <a:close/>
                <a:moveTo>
                  <a:pt x="20646" y="77133"/>
                </a:moveTo>
                <a:lnTo>
                  <a:pt x="22155" y="78094"/>
                </a:lnTo>
                <a:lnTo>
                  <a:pt x="19892" y="77614"/>
                </a:lnTo>
                <a:close/>
                <a:moveTo>
                  <a:pt x="10500" y="115069"/>
                </a:moveTo>
                <a:lnTo>
                  <a:pt x="12676" y="115969"/>
                </a:lnTo>
                <a:lnTo>
                  <a:pt x="9413" y="115519"/>
                </a:lnTo>
                <a:close/>
                <a:moveTo>
                  <a:pt x="54870" y="236998"/>
                </a:moveTo>
                <a:lnTo>
                  <a:pt x="56261" y="237371"/>
                </a:lnTo>
                <a:lnTo>
                  <a:pt x="54175" y="237185"/>
                </a:lnTo>
                <a:close/>
                <a:moveTo>
                  <a:pt x="1168" y="24232"/>
                </a:moveTo>
                <a:lnTo>
                  <a:pt x="2446" y="24575"/>
                </a:lnTo>
                <a:lnTo>
                  <a:pt x="530" y="24403"/>
                </a:lnTo>
                <a:close/>
                <a:moveTo>
                  <a:pt x="33838" y="433623"/>
                </a:moveTo>
                <a:lnTo>
                  <a:pt x="34400" y="434382"/>
                </a:lnTo>
                <a:lnTo>
                  <a:pt x="33556" y="434003"/>
                </a:lnTo>
                <a:close/>
                <a:moveTo>
                  <a:pt x="24137" y="170891"/>
                </a:moveTo>
                <a:lnTo>
                  <a:pt x="25796" y="172664"/>
                </a:lnTo>
                <a:lnTo>
                  <a:pt x="23307" y="171777"/>
                </a:lnTo>
                <a:close/>
                <a:moveTo>
                  <a:pt x="63547" y="74507"/>
                </a:moveTo>
                <a:lnTo>
                  <a:pt x="65247" y="75245"/>
                </a:lnTo>
                <a:lnTo>
                  <a:pt x="62697" y="74876"/>
                </a:lnTo>
                <a:close/>
                <a:moveTo>
                  <a:pt x="28814" y="429000"/>
                </a:moveTo>
                <a:lnTo>
                  <a:pt x="30216" y="430474"/>
                </a:lnTo>
                <a:lnTo>
                  <a:pt x="28113" y="429737"/>
                </a:lnTo>
                <a:close/>
                <a:moveTo>
                  <a:pt x="12166" y="362355"/>
                </a:moveTo>
                <a:lnTo>
                  <a:pt x="13465" y="362690"/>
                </a:lnTo>
                <a:lnTo>
                  <a:pt x="11516" y="362522"/>
                </a:lnTo>
                <a:close/>
                <a:moveTo>
                  <a:pt x="10276" y="32951"/>
                </a:moveTo>
                <a:lnTo>
                  <a:pt x="12205" y="34089"/>
                </a:lnTo>
                <a:lnTo>
                  <a:pt x="9311" y="33520"/>
                </a:lnTo>
                <a:close/>
                <a:moveTo>
                  <a:pt x="17366" y="350014"/>
                </a:moveTo>
                <a:lnTo>
                  <a:pt x="19499" y="350467"/>
                </a:lnTo>
                <a:lnTo>
                  <a:pt x="16299" y="350241"/>
                </a:lnTo>
                <a:close/>
                <a:moveTo>
                  <a:pt x="7134" y="121354"/>
                </a:moveTo>
                <a:lnTo>
                  <a:pt x="8436" y="121659"/>
                </a:lnTo>
                <a:lnTo>
                  <a:pt x="6483" y="121506"/>
                </a:lnTo>
                <a:close/>
                <a:moveTo>
                  <a:pt x="5157" y="140661"/>
                </a:moveTo>
                <a:lnTo>
                  <a:pt x="6213" y="141046"/>
                </a:lnTo>
                <a:lnTo>
                  <a:pt x="4629" y="140854"/>
                </a:lnTo>
                <a:close/>
                <a:moveTo>
                  <a:pt x="63768" y="130766"/>
                </a:moveTo>
                <a:lnTo>
                  <a:pt x="65440" y="131439"/>
                </a:lnTo>
                <a:lnTo>
                  <a:pt x="62933" y="131103"/>
                </a:lnTo>
                <a:close/>
                <a:moveTo>
                  <a:pt x="5464" y="362582"/>
                </a:moveTo>
                <a:lnTo>
                  <a:pt x="6667" y="363715"/>
                </a:lnTo>
                <a:lnTo>
                  <a:pt x="4863" y="363148"/>
                </a:lnTo>
                <a:close/>
                <a:moveTo>
                  <a:pt x="34459" y="41604"/>
                </a:moveTo>
                <a:lnTo>
                  <a:pt x="34994" y="42161"/>
                </a:lnTo>
                <a:lnTo>
                  <a:pt x="34192" y="41883"/>
                </a:lnTo>
                <a:close/>
                <a:moveTo>
                  <a:pt x="18393" y="129452"/>
                </a:moveTo>
                <a:lnTo>
                  <a:pt x="19939" y="130268"/>
                </a:lnTo>
                <a:lnTo>
                  <a:pt x="17620" y="129860"/>
                </a:lnTo>
                <a:close/>
                <a:moveTo>
                  <a:pt x="16134" y="150314"/>
                </a:moveTo>
                <a:lnTo>
                  <a:pt x="16837" y="150822"/>
                </a:lnTo>
                <a:lnTo>
                  <a:pt x="15782" y="150568"/>
                </a:lnTo>
                <a:close/>
                <a:moveTo>
                  <a:pt x="48867" y="416178"/>
                </a:moveTo>
                <a:lnTo>
                  <a:pt x="49945" y="416854"/>
                </a:lnTo>
                <a:lnTo>
                  <a:pt x="48328" y="416516"/>
                </a:lnTo>
                <a:close/>
                <a:moveTo>
                  <a:pt x="36941" y="366096"/>
                </a:moveTo>
                <a:lnTo>
                  <a:pt x="38853" y="366670"/>
                </a:lnTo>
                <a:lnTo>
                  <a:pt x="35985" y="366383"/>
                </a:lnTo>
                <a:close/>
                <a:moveTo>
                  <a:pt x="39848" y="197161"/>
                </a:moveTo>
                <a:lnTo>
                  <a:pt x="41589" y="197652"/>
                </a:lnTo>
                <a:lnTo>
                  <a:pt x="38978" y="197407"/>
                </a:lnTo>
                <a:close/>
                <a:moveTo>
                  <a:pt x="63556" y="277514"/>
                </a:moveTo>
                <a:lnTo>
                  <a:pt x="65740" y="278585"/>
                </a:lnTo>
                <a:lnTo>
                  <a:pt x="62464" y="278049"/>
                </a:lnTo>
                <a:close/>
                <a:moveTo>
                  <a:pt x="50306" y="238291"/>
                </a:moveTo>
                <a:lnTo>
                  <a:pt x="52474" y="239352"/>
                </a:lnTo>
                <a:lnTo>
                  <a:pt x="49222" y="238822"/>
                </a:lnTo>
                <a:close/>
                <a:moveTo>
                  <a:pt x="54557" y="34991"/>
                </a:moveTo>
                <a:lnTo>
                  <a:pt x="55319" y="35679"/>
                </a:lnTo>
                <a:lnTo>
                  <a:pt x="54176" y="35335"/>
                </a:lnTo>
                <a:close/>
                <a:moveTo>
                  <a:pt x="1386" y="28606"/>
                </a:moveTo>
                <a:lnTo>
                  <a:pt x="3479" y="29139"/>
                </a:lnTo>
                <a:lnTo>
                  <a:pt x="340" y="28873"/>
                </a:lnTo>
                <a:close/>
                <a:moveTo>
                  <a:pt x="26946" y="415321"/>
                </a:moveTo>
                <a:lnTo>
                  <a:pt x="28532" y="416524"/>
                </a:lnTo>
                <a:lnTo>
                  <a:pt x="26153" y="415922"/>
                </a:lnTo>
                <a:close/>
                <a:moveTo>
                  <a:pt x="21209" y="374437"/>
                </a:moveTo>
                <a:lnTo>
                  <a:pt x="22218" y="375258"/>
                </a:lnTo>
                <a:lnTo>
                  <a:pt x="20705" y="374847"/>
                </a:lnTo>
                <a:close/>
                <a:moveTo>
                  <a:pt x="69535" y="196488"/>
                </a:moveTo>
                <a:lnTo>
                  <a:pt x="70737" y="197956"/>
                </a:lnTo>
                <a:lnTo>
                  <a:pt x="68934" y="197222"/>
                </a:lnTo>
                <a:close/>
                <a:moveTo>
                  <a:pt x="3592" y="234458"/>
                </a:moveTo>
                <a:lnTo>
                  <a:pt x="5595" y="235626"/>
                </a:lnTo>
                <a:lnTo>
                  <a:pt x="2591" y="235042"/>
                </a:lnTo>
                <a:close/>
                <a:moveTo>
                  <a:pt x="63196" y="346792"/>
                </a:moveTo>
                <a:lnTo>
                  <a:pt x="64939" y="347213"/>
                </a:lnTo>
                <a:lnTo>
                  <a:pt x="62325" y="347003"/>
                </a:lnTo>
                <a:close/>
                <a:moveTo>
                  <a:pt x="1860" y="330900"/>
                </a:moveTo>
                <a:lnTo>
                  <a:pt x="2241" y="331997"/>
                </a:lnTo>
                <a:lnTo>
                  <a:pt x="1669" y="331449"/>
                </a:lnTo>
                <a:close/>
                <a:moveTo>
                  <a:pt x="63957" y="10183"/>
                </a:moveTo>
                <a:lnTo>
                  <a:pt x="64893" y="11577"/>
                </a:lnTo>
                <a:lnTo>
                  <a:pt x="63489" y="10880"/>
                </a:lnTo>
                <a:close/>
                <a:moveTo>
                  <a:pt x="64359" y="3663"/>
                </a:moveTo>
                <a:lnTo>
                  <a:pt x="65292" y="4681"/>
                </a:lnTo>
                <a:lnTo>
                  <a:pt x="63893" y="4172"/>
                </a:lnTo>
                <a:close/>
                <a:moveTo>
                  <a:pt x="32375" y="162513"/>
                </a:moveTo>
                <a:lnTo>
                  <a:pt x="33234" y="164165"/>
                </a:lnTo>
                <a:lnTo>
                  <a:pt x="31945" y="163339"/>
                </a:lnTo>
                <a:close/>
                <a:moveTo>
                  <a:pt x="43720" y="305608"/>
                </a:moveTo>
                <a:lnTo>
                  <a:pt x="44084" y="307029"/>
                </a:lnTo>
                <a:lnTo>
                  <a:pt x="43538" y="306318"/>
                </a:lnTo>
                <a:close/>
                <a:moveTo>
                  <a:pt x="50671" y="345802"/>
                </a:moveTo>
                <a:lnTo>
                  <a:pt x="52701" y="347299"/>
                </a:lnTo>
                <a:lnTo>
                  <a:pt x="49656" y="346551"/>
                </a:lnTo>
                <a:close/>
                <a:moveTo>
                  <a:pt x="42460" y="433522"/>
                </a:moveTo>
                <a:lnTo>
                  <a:pt x="44218" y="434036"/>
                </a:lnTo>
                <a:lnTo>
                  <a:pt x="41582" y="433779"/>
                </a:lnTo>
                <a:close/>
                <a:moveTo>
                  <a:pt x="38462" y="196065"/>
                </a:moveTo>
                <a:lnTo>
                  <a:pt x="39696" y="197188"/>
                </a:lnTo>
                <a:lnTo>
                  <a:pt x="37845" y="196627"/>
                </a:lnTo>
                <a:close/>
                <a:moveTo>
                  <a:pt x="69108" y="331004"/>
                </a:moveTo>
                <a:lnTo>
                  <a:pt x="71290" y="332408"/>
                </a:lnTo>
                <a:lnTo>
                  <a:pt x="68017" y="331706"/>
                </a:lnTo>
                <a:close/>
                <a:moveTo>
                  <a:pt x="31343" y="77435"/>
                </a:moveTo>
                <a:lnTo>
                  <a:pt x="32325" y="79038"/>
                </a:lnTo>
                <a:lnTo>
                  <a:pt x="30852" y="78236"/>
                </a:lnTo>
                <a:close/>
                <a:moveTo>
                  <a:pt x="15108" y="2156"/>
                </a:moveTo>
                <a:lnTo>
                  <a:pt x="16590" y="3233"/>
                </a:lnTo>
                <a:lnTo>
                  <a:pt x="14367" y="2694"/>
                </a:lnTo>
                <a:close/>
                <a:moveTo>
                  <a:pt x="15543" y="29335"/>
                </a:moveTo>
                <a:lnTo>
                  <a:pt x="16062" y="30782"/>
                </a:lnTo>
                <a:lnTo>
                  <a:pt x="15284" y="30058"/>
                </a:lnTo>
                <a:close/>
                <a:moveTo>
                  <a:pt x="37839" y="370516"/>
                </a:moveTo>
                <a:lnTo>
                  <a:pt x="39307" y="371303"/>
                </a:lnTo>
                <a:lnTo>
                  <a:pt x="37105" y="370910"/>
                </a:lnTo>
                <a:close/>
                <a:moveTo>
                  <a:pt x="30155" y="243717"/>
                </a:moveTo>
                <a:lnTo>
                  <a:pt x="31552" y="244554"/>
                </a:lnTo>
                <a:lnTo>
                  <a:pt x="29456" y="244136"/>
                </a:lnTo>
                <a:close/>
                <a:moveTo>
                  <a:pt x="4192" y="14256"/>
                </a:moveTo>
                <a:lnTo>
                  <a:pt x="5808" y="15543"/>
                </a:lnTo>
                <a:lnTo>
                  <a:pt x="3384" y="14899"/>
                </a:lnTo>
                <a:close/>
                <a:moveTo>
                  <a:pt x="10067" y="394305"/>
                </a:moveTo>
                <a:lnTo>
                  <a:pt x="10488" y="396084"/>
                </a:lnTo>
                <a:lnTo>
                  <a:pt x="9856" y="395194"/>
                </a:lnTo>
                <a:close/>
                <a:moveTo>
                  <a:pt x="40488" y="399334"/>
                </a:moveTo>
                <a:lnTo>
                  <a:pt x="42266" y="400082"/>
                </a:lnTo>
                <a:lnTo>
                  <a:pt x="39599" y="399708"/>
                </a:lnTo>
                <a:close/>
                <a:moveTo>
                  <a:pt x="6067" y="274252"/>
                </a:moveTo>
                <a:lnTo>
                  <a:pt x="7949" y="275295"/>
                </a:lnTo>
                <a:lnTo>
                  <a:pt x="5127" y="274774"/>
                </a:lnTo>
                <a:close/>
                <a:moveTo>
                  <a:pt x="54113" y="251962"/>
                </a:moveTo>
                <a:lnTo>
                  <a:pt x="54702" y="252669"/>
                </a:lnTo>
                <a:lnTo>
                  <a:pt x="53819" y="252316"/>
                </a:lnTo>
                <a:close/>
                <a:moveTo>
                  <a:pt x="26768" y="217953"/>
                </a:moveTo>
                <a:lnTo>
                  <a:pt x="28094" y="219131"/>
                </a:lnTo>
                <a:lnTo>
                  <a:pt x="26105" y="218542"/>
                </a:lnTo>
                <a:close/>
                <a:moveTo>
                  <a:pt x="66320" y="267089"/>
                </a:moveTo>
                <a:lnTo>
                  <a:pt x="67503" y="267531"/>
                </a:lnTo>
                <a:lnTo>
                  <a:pt x="65729" y="267310"/>
                </a:lnTo>
                <a:close/>
                <a:moveTo>
                  <a:pt x="14986" y="376716"/>
                </a:moveTo>
                <a:lnTo>
                  <a:pt x="16501" y="377731"/>
                </a:lnTo>
                <a:lnTo>
                  <a:pt x="14228" y="377223"/>
                </a:lnTo>
                <a:close/>
                <a:moveTo>
                  <a:pt x="27913" y="98593"/>
                </a:moveTo>
                <a:lnTo>
                  <a:pt x="28922" y="99386"/>
                </a:lnTo>
                <a:lnTo>
                  <a:pt x="27409" y="98989"/>
                </a:lnTo>
                <a:close/>
                <a:moveTo>
                  <a:pt x="32838" y="74832"/>
                </a:moveTo>
                <a:lnTo>
                  <a:pt x="33406" y="75986"/>
                </a:lnTo>
                <a:lnTo>
                  <a:pt x="32554" y="75409"/>
                </a:lnTo>
                <a:close/>
                <a:moveTo>
                  <a:pt x="63896" y="254849"/>
                </a:moveTo>
                <a:lnTo>
                  <a:pt x="64762" y="256360"/>
                </a:lnTo>
                <a:lnTo>
                  <a:pt x="63463" y="255605"/>
                </a:lnTo>
                <a:close/>
                <a:moveTo>
                  <a:pt x="55017" y="166398"/>
                </a:moveTo>
                <a:lnTo>
                  <a:pt x="56025" y="167023"/>
                </a:lnTo>
                <a:lnTo>
                  <a:pt x="54514" y="166711"/>
                </a:lnTo>
                <a:close/>
                <a:moveTo>
                  <a:pt x="50233" y="213918"/>
                </a:moveTo>
                <a:lnTo>
                  <a:pt x="51585" y="215434"/>
                </a:lnTo>
                <a:lnTo>
                  <a:pt x="49557" y="214676"/>
                </a:lnTo>
                <a:close/>
                <a:moveTo>
                  <a:pt x="52873" y="410084"/>
                </a:moveTo>
                <a:lnTo>
                  <a:pt x="53748" y="410661"/>
                </a:lnTo>
                <a:lnTo>
                  <a:pt x="52436" y="410372"/>
                </a:lnTo>
                <a:close/>
                <a:moveTo>
                  <a:pt x="2880" y="253563"/>
                </a:moveTo>
                <a:lnTo>
                  <a:pt x="5013" y="253883"/>
                </a:lnTo>
                <a:lnTo>
                  <a:pt x="1814" y="253723"/>
                </a:lnTo>
                <a:close/>
                <a:moveTo>
                  <a:pt x="1842" y="234729"/>
                </a:moveTo>
                <a:lnTo>
                  <a:pt x="3163" y="236509"/>
                </a:lnTo>
                <a:lnTo>
                  <a:pt x="1182" y="235619"/>
                </a:lnTo>
                <a:close/>
                <a:moveTo>
                  <a:pt x="22415" y="13135"/>
                </a:moveTo>
                <a:lnTo>
                  <a:pt x="23967" y="13940"/>
                </a:lnTo>
                <a:lnTo>
                  <a:pt x="21638" y="13538"/>
                </a:lnTo>
                <a:close/>
                <a:moveTo>
                  <a:pt x="34950" y="190477"/>
                </a:moveTo>
                <a:lnTo>
                  <a:pt x="37065" y="190893"/>
                </a:lnTo>
                <a:lnTo>
                  <a:pt x="33892" y="190685"/>
                </a:lnTo>
                <a:close/>
                <a:moveTo>
                  <a:pt x="1066" y="105570"/>
                </a:moveTo>
                <a:lnTo>
                  <a:pt x="1455" y="107191"/>
                </a:lnTo>
                <a:lnTo>
                  <a:pt x="871" y="106380"/>
                </a:lnTo>
                <a:close/>
                <a:moveTo>
                  <a:pt x="5985" y="163959"/>
                </a:moveTo>
                <a:lnTo>
                  <a:pt x="6845" y="165121"/>
                </a:lnTo>
                <a:lnTo>
                  <a:pt x="5555" y="164540"/>
                </a:lnTo>
                <a:close/>
                <a:moveTo>
                  <a:pt x="17838" y="425900"/>
                </a:moveTo>
                <a:lnTo>
                  <a:pt x="19119" y="426716"/>
                </a:lnTo>
                <a:lnTo>
                  <a:pt x="17198" y="426308"/>
                </a:lnTo>
                <a:close/>
                <a:moveTo>
                  <a:pt x="17850" y="28243"/>
                </a:moveTo>
                <a:lnTo>
                  <a:pt x="19731" y="29776"/>
                </a:lnTo>
                <a:lnTo>
                  <a:pt x="16910" y="29009"/>
                </a:lnTo>
                <a:close/>
                <a:moveTo>
                  <a:pt x="11595" y="321838"/>
                </a:moveTo>
                <a:lnTo>
                  <a:pt x="13100" y="323636"/>
                </a:lnTo>
                <a:lnTo>
                  <a:pt x="10842" y="322737"/>
                </a:lnTo>
                <a:close/>
                <a:moveTo>
                  <a:pt x="3495" y="157103"/>
                </a:moveTo>
                <a:lnTo>
                  <a:pt x="4789" y="157415"/>
                </a:lnTo>
                <a:lnTo>
                  <a:pt x="2848" y="157259"/>
                </a:lnTo>
                <a:close/>
                <a:moveTo>
                  <a:pt x="47798" y="115582"/>
                </a:moveTo>
                <a:lnTo>
                  <a:pt x="48315" y="117125"/>
                </a:lnTo>
                <a:lnTo>
                  <a:pt x="47539" y="116354"/>
                </a:lnTo>
                <a:close/>
                <a:moveTo>
                  <a:pt x="10184" y="329218"/>
                </a:moveTo>
                <a:lnTo>
                  <a:pt x="11132" y="330883"/>
                </a:lnTo>
                <a:lnTo>
                  <a:pt x="9709" y="330050"/>
                </a:lnTo>
                <a:close/>
                <a:moveTo>
                  <a:pt x="19136" y="189535"/>
                </a:moveTo>
                <a:lnTo>
                  <a:pt x="19601" y="189837"/>
                </a:lnTo>
                <a:lnTo>
                  <a:pt x="18903" y="189686"/>
                </a:lnTo>
                <a:close/>
                <a:moveTo>
                  <a:pt x="39483" y="230329"/>
                </a:moveTo>
                <a:lnTo>
                  <a:pt x="41126" y="230730"/>
                </a:lnTo>
                <a:lnTo>
                  <a:pt x="38661" y="230529"/>
                </a:lnTo>
                <a:close/>
                <a:moveTo>
                  <a:pt x="56867" y="320364"/>
                </a:moveTo>
                <a:lnTo>
                  <a:pt x="57451" y="320982"/>
                </a:lnTo>
                <a:lnTo>
                  <a:pt x="56575" y="320673"/>
                </a:lnTo>
                <a:close/>
                <a:moveTo>
                  <a:pt x="53647" y="198933"/>
                </a:moveTo>
                <a:lnTo>
                  <a:pt x="54437" y="199923"/>
                </a:lnTo>
                <a:lnTo>
                  <a:pt x="53252" y="199428"/>
                </a:lnTo>
                <a:close/>
                <a:moveTo>
                  <a:pt x="43375" y="307824"/>
                </a:moveTo>
                <a:lnTo>
                  <a:pt x="45026" y="309505"/>
                </a:lnTo>
                <a:lnTo>
                  <a:pt x="42549" y="308664"/>
                </a:lnTo>
                <a:close/>
                <a:moveTo>
                  <a:pt x="33468" y="86270"/>
                </a:moveTo>
                <a:lnTo>
                  <a:pt x="34817" y="86990"/>
                </a:lnTo>
                <a:lnTo>
                  <a:pt x="32793" y="86630"/>
                </a:lnTo>
                <a:close/>
                <a:moveTo>
                  <a:pt x="26819" y="338286"/>
                </a:moveTo>
                <a:lnTo>
                  <a:pt x="27570" y="339961"/>
                </a:lnTo>
                <a:lnTo>
                  <a:pt x="26444" y="339123"/>
                </a:lnTo>
                <a:close/>
                <a:moveTo>
                  <a:pt x="45800" y="95627"/>
                </a:moveTo>
                <a:lnTo>
                  <a:pt x="46289" y="96331"/>
                </a:lnTo>
                <a:lnTo>
                  <a:pt x="45555" y="95979"/>
                </a:lnTo>
                <a:close/>
                <a:moveTo>
                  <a:pt x="62833" y="421472"/>
                </a:moveTo>
                <a:lnTo>
                  <a:pt x="63749" y="422438"/>
                </a:lnTo>
                <a:lnTo>
                  <a:pt x="62375" y="421955"/>
                </a:lnTo>
                <a:close/>
                <a:moveTo>
                  <a:pt x="37012" y="352614"/>
                </a:moveTo>
                <a:lnTo>
                  <a:pt x="37576" y="353155"/>
                </a:lnTo>
                <a:lnTo>
                  <a:pt x="36729" y="352885"/>
                </a:lnTo>
                <a:close/>
                <a:moveTo>
                  <a:pt x="30531" y="435292"/>
                </a:moveTo>
                <a:lnTo>
                  <a:pt x="32621" y="437081"/>
                </a:lnTo>
                <a:lnTo>
                  <a:pt x="29485" y="436186"/>
                </a:lnTo>
                <a:close/>
                <a:moveTo>
                  <a:pt x="41126" y="215710"/>
                </a:moveTo>
                <a:lnTo>
                  <a:pt x="43131" y="217229"/>
                </a:lnTo>
                <a:lnTo>
                  <a:pt x="40123" y="216469"/>
                </a:lnTo>
                <a:close/>
                <a:moveTo>
                  <a:pt x="9272" y="436089"/>
                </a:moveTo>
                <a:lnTo>
                  <a:pt x="10075" y="437236"/>
                </a:lnTo>
                <a:lnTo>
                  <a:pt x="8871" y="436662"/>
                </a:lnTo>
                <a:close/>
                <a:moveTo>
                  <a:pt x="7228" y="201326"/>
                </a:moveTo>
                <a:lnTo>
                  <a:pt x="8552" y="201891"/>
                </a:lnTo>
                <a:lnTo>
                  <a:pt x="6565" y="201609"/>
                </a:lnTo>
                <a:close/>
                <a:moveTo>
                  <a:pt x="50691" y="348509"/>
                </a:moveTo>
                <a:lnTo>
                  <a:pt x="52372" y="349761"/>
                </a:lnTo>
                <a:lnTo>
                  <a:pt x="49850" y="349135"/>
                </a:lnTo>
                <a:close/>
                <a:moveTo>
                  <a:pt x="54563" y="20449"/>
                </a:moveTo>
                <a:lnTo>
                  <a:pt x="56707" y="21855"/>
                </a:lnTo>
                <a:lnTo>
                  <a:pt x="53491" y="21152"/>
                </a:lnTo>
                <a:close/>
                <a:moveTo>
                  <a:pt x="28164" y="380737"/>
                </a:moveTo>
                <a:lnTo>
                  <a:pt x="29877" y="381429"/>
                </a:lnTo>
                <a:lnTo>
                  <a:pt x="27307" y="381083"/>
                </a:lnTo>
                <a:close/>
                <a:moveTo>
                  <a:pt x="20587" y="343867"/>
                </a:moveTo>
                <a:lnTo>
                  <a:pt x="22006" y="345626"/>
                </a:lnTo>
                <a:lnTo>
                  <a:pt x="19877" y="344747"/>
                </a:lnTo>
                <a:close/>
                <a:moveTo>
                  <a:pt x="32291" y="401141"/>
                </a:moveTo>
                <a:lnTo>
                  <a:pt x="33233" y="402477"/>
                </a:lnTo>
                <a:lnTo>
                  <a:pt x="31821" y="401809"/>
                </a:lnTo>
                <a:close/>
                <a:moveTo>
                  <a:pt x="1519" y="232174"/>
                </a:moveTo>
                <a:lnTo>
                  <a:pt x="2915" y="233473"/>
                </a:lnTo>
                <a:lnTo>
                  <a:pt x="821" y="232824"/>
                </a:lnTo>
                <a:close/>
                <a:moveTo>
                  <a:pt x="14475" y="282925"/>
                </a:moveTo>
                <a:lnTo>
                  <a:pt x="16105" y="284019"/>
                </a:lnTo>
                <a:lnTo>
                  <a:pt x="13659" y="283472"/>
                </a:lnTo>
                <a:close/>
                <a:moveTo>
                  <a:pt x="35243" y="278820"/>
                </a:moveTo>
                <a:lnTo>
                  <a:pt x="35938" y="279824"/>
                </a:lnTo>
                <a:lnTo>
                  <a:pt x="34895" y="279322"/>
                </a:lnTo>
                <a:close/>
                <a:moveTo>
                  <a:pt x="52967" y="166438"/>
                </a:moveTo>
                <a:lnTo>
                  <a:pt x="53438" y="168000"/>
                </a:lnTo>
                <a:lnTo>
                  <a:pt x="52732" y="167219"/>
                </a:lnTo>
                <a:close/>
                <a:moveTo>
                  <a:pt x="45519" y="111050"/>
                </a:moveTo>
                <a:lnTo>
                  <a:pt x="47149" y="111380"/>
                </a:lnTo>
                <a:lnTo>
                  <a:pt x="44704" y="111215"/>
                </a:lnTo>
                <a:close/>
                <a:moveTo>
                  <a:pt x="59416" y="28017"/>
                </a:moveTo>
                <a:lnTo>
                  <a:pt x="61398" y="29814"/>
                </a:lnTo>
                <a:lnTo>
                  <a:pt x="58425" y="28916"/>
                </a:lnTo>
                <a:close/>
                <a:moveTo>
                  <a:pt x="40993" y="73424"/>
                </a:moveTo>
                <a:lnTo>
                  <a:pt x="42139" y="74908"/>
                </a:lnTo>
                <a:lnTo>
                  <a:pt x="40420" y="74166"/>
                </a:lnTo>
                <a:close/>
                <a:moveTo>
                  <a:pt x="51888" y="282503"/>
                </a:moveTo>
                <a:lnTo>
                  <a:pt x="53343" y="283450"/>
                </a:lnTo>
                <a:lnTo>
                  <a:pt x="51161" y="282977"/>
                </a:lnTo>
                <a:close/>
                <a:moveTo>
                  <a:pt x="2678" y="33141"/>
                </a:moveTo>
                <a:lnTo>
                  <a:pt x="4695" y="34219"/>
                </a:lnTo>
                <a:lnTo>
                  <a:pt x="1670" y="33680"/>
                </a:lnTo>
                <a:close/>
                <a:moveTo>
                  <a:pt x="11805" y="217032"/>
                </a:moveTo>
                <a:lnTo>
                  <a:pt x="12908" y="218303"/>
                </a:lnTo>
                <a:lnTo>
                  <a:pt x="11253" y="217667"/>
                </a:lnTo>
                <a:close/>
                <a:moveTo>
                  <a:pt x="40349" y="380536"/>
                </a:moveTo>
                <a:lnTo>
                  <a:pt x="42439" y="381007"/>
                </a:lnTo>
                <a:lnTo>
                  <a:pt x="39303" y="380772"/>
                </a:lnTo>
                <a:close/>
                <a:moveTo>
                  <a:pt x="30156" y="83311"/>
                </a:moveTo>
                <a:lnTo>
                  <a:pt x="31255" y="84382"/>
                </a:lnTo>
                <a:lnTo>
                  <a:pt x="29606" y="83846"/>
                </a:lnTo>
                <a:close/>
                <a:moveTo>
                  <a:pt x="17319" y="113133"/>
                </a:moveTo>
                <a:lnTo>
                  <a:pt x="18256" y="113688"/>
                </a:lnTo>
                <a:lnTo>
                  <a:pt x="16850" y="113411"/>
                </a:lnTo>
                <a:close/>
                <a:moveTo>
                  <a:pt x="51034" y="231676"/>
                </a:moveTo>
                <a:lnTo>
                  <a:pt x="51975" y="232270"/>
                </a:lnTo>
                <a:lnTo>
                  <a:pt x="50563" y="231973"/>
                </a:lnTo>
                <a:close/>
                <a:moveTo>
                  <a:pt x="52008" y="257251"/>
                </a:moveTo>
                <a:lnTo>
                  <a:pt x="53461" y="258937"/>
                </a:lnTo>
                <a:lnTo>
                  <a:pt x="51282" y="258094"/>
                </a:lnTo>
                <a:close/>
                <a:moveTo>
                  <a:pt x="38085" y="380191"/>
                </a:moveTo>
                <a:lnTo>
                  <a:pt x="39126" y="381470"/>
                </a:lnTo>
                <a:lnTo>
                  <a:pt x="37564" y="380831"/>
                </a:lnTo>
                <a:close/>
                <a:moveTo>
                  <a:pt x="64978" y="78544"/>
                </a:moveTo>
                <a:lnTo>
                  <a:pt x="66635" y="79071"/>
                </a:lnTo>
                <a:lnTo>
                  <a:pt x="64149" y="78807"/>
                </a:lnTo>
                <a:close/>
                <a:moveTo>
                  <a:pt x="9258" y="357142"/>
                </a:moveTo>
                <a:lnTo>
                  <a:pt x="10048" y="358451"/>
                </a:lnTo>
                <a:lnTo>
                  <a:pt x="8863" y="357796"/>
                </a:lnTo>
                <a:close/>
                <a:moveTo>
                  <a:pt x="10649" y="320296"/>
                </a:moveTo>
                <a:lnTo>
                  <a:pt x="11870" y="320653"/>
                </a:lnTo>
                <a:lnTo>
                  <a:pt x="10038" y="320474"/>
                </a:lnTo>
                <a:close/>
                <a:moveTo>
                  <a:pt x="65858" y="390075"/>
                </a:moveTo>
                <a:lnTo>
                  <a:pt x="67134" y="391869"/>
                </a:lnTo>
                <a:lnTo>
                  <a:pt x="65220" y="390972"/>
                </a:lnTo>
                <a:close/>
                <a:moveTo>
                  <a:pt x="32758" y="18859"/>
                </a:moveTo>
                <a:lnTo>
                  <a:pt x="34816" y="19832"/>
                </a:lnTo>
                <a:lnTo>
                  <a:pt x="31729" y="19345"/>
                </a:lnTo>
                <a:close/>
                <a:moveTo>
                  <a:pt x="56977" y="422199"/>
                </a:moveTo>
                <a:lnTo>
                  <a:pt x="58784" y="422969"/>
                </a:lnTo>
                <a:lnTo>
                  <a:pt x="56074" y="422584"/>
                </a:lnTo>
                <a:close/>
                <a:moveTo>
                  <a:pt x="4889" y="294014"/>
                </a:moveTo>
                <a:lnTo>
                  <a:pt x="6388" y="294906"/>
                </a:lnTo>
                <a:lnTo>
                  <a:pt x="4139" y="294460"/>
                </a:lnTo>
                <a:close/>
                <a:moveTo>
                  <a:pt x="55554" y="124051"/>
                </a:moveTo>
                <a:lnTo>
                  <a:pt x="55907" y="125543"/>
                </a:lnTo>
                <a:lnTo>
                  <a:pt x="55378" y="124797"/>
                </a:lnTo>
                <a:close/>
                <a:moveTo>
                  <a:pt x="16785" y="395405"/>
                </a:moveTo>
                <a:lnTo>
                  <a:pt x="17523" y="396377"/>
                </a:lnTo>
                <a:lnTo>
                  <a:pt x="16417" y="395891"/>
                </a:lnTo>
                <a:close/>
                <a:moveTo>
                  <a:pt x="68599" y="162395"/>
                </a:moveTo>
                <a:lnTo>
                  <a:pt x="70111" y="164149"/>
                </a:lnTo>
                <a:lnTo>
                  <a:pt x="67843" y="163272"/>
                </a:lnTo>
                <a:close/>
                <a:moveTo>
                  <a:pt x="31132" y="413924"/>
                </a:moveTo>
                <a:lnTo>
                  <a:pt x="32628" y="415529"/>
                </a:lnTo>
                <a:lnTo>
                  <a:pt x="30384" y="414727"/>
                </a:lnTo>
                <a:close/>
                <a:moveTo>
                  <a:pt x="57517" y="374232"/>
                </a:moveTo>
                <a:lnTo>
                  <a:pt x="58752" y="375440"/>
                </a:lnTo>
                <a:lnTo>
                  <a:pt x="56899" y="374836"/>
                </a:lnTo>
                <a:close/>
                <a:moveTo>
                  <a:pt x="23325" y="109626"/>
                </a:moveTo>
                <a:lnTo>
                  <a:pt x="25463" y="110335"/>
                </a:lnTo>
                <a:lnTo>
                  <a:pt x="22256" y="109980"/>
                </a:lnTo>
                <a:close/>
                <a:moveTo>
                  <a:pt x="23085" y="413017"/>
                </a:moveTo>
                <a:lnTo>
                  <a:pt x="23541" y="413948"/>
                </a:lnTo>
                <a:lnTo>
                  <a:pt x="22857" y="413482"/>
                </a:lnTo>
                <a:close/>
                <a:moveTo>
                  <a:pt x="7679" y="38321"/>
                </a:moveTo>
                <a:lnTo>
                  <a:pt x="9872" y="38898"/>
                </a:lnTo>
                <a:lnTo>
                  <a:pt x="6582" y="38609"/>
                </a:lnTo>
                <a:close/>
                <a:moveTo>
                  <a:pt x="47098" y="429120"/>
                </a:moveTo>
                <a:lnTo>
                  <a:pt x="48328" y="430903"/>
                </a:lnTo>
                <a:lnTo>
                  <a:pt x="46483" y="430012"/>
                </a:lnTo>
                <a:close/>
                <a:moveTo>
                  <a:pt x="65646" y="434701"/>
                </a:moveTo>
                <a:lnTo>
                  <a:pt x="66254" y="435747"/>
                </a:lnTo>
                <a:lnTo>
                  <a:pt x="65341" y="435224"/>
                </a:lnTo>
                <a:close/>
                <a:moveTo>
                  <a:pt x="11174" y="15028"/>
                </a:moveTo>
                <a:lnTo>
                  <a:pt x="12306" y="16650"/>
                </a:lnTo>
                <a:lnTo>
                  <a:pt x="10608" y="15839"/>
                </a:lnTo>
                <a:close/>
                <a:moveTo>
                  <a:pt x="58927" y="320643"/>
                </a:moveTo>
                <a:lnTo>
                  <a:pt x="59612" y="321428"/>
                </a:lnTo>
                <a:lnTo>
                  <a:pt x="58585" y="321035"/>
                </a:lnTo>
                <a:close/>
                <a:moveTo>
                  <a:pt x="51817" y="373555"/>
                </a:moveTo>
                <a:lnTo>
                  <a:pt x="53091" y="374550"/>
                </a:lnTo>
                <a:lnTo>
                  <a:pt x="51179" y="374052"/>
                </a:lnTo>
                <a:close/>
                <a:moveTo>
                  <a:pt x="59415" y="367886"/>
                </a:moveTo>
                <a:lnTo>
                  <a:pt x="59838" y="369376"/>
                </a:lnTo>
                <a:lnTo>
                  <a:pt x="59203" y="368631"/>
                </a:lnTo>
                <a:close/>
                <a:moveTo>
                  <a:pt x="9509" y="264370"/>
                </a:moveTo>
                <a:lnTo>
                  <a:pt x="10489" y="265631"/>
                </a:lnTo>
                <a:lnTo>
                  <a:pt x="9019" y="265001"/>
                </a:lnTo>
                <a:close/>
                <a:moveTo>
                  <a:pt x="27037" y="307082"/>
                </a:moveTo>
                <a:lnTo>
                  <a:pt x="27813" y="308187"/>
                </a:lnTo>
                <a:lnTo>
                  <a:pt x="26648" y="307634"/>
                </a:lnTo>
                <a:close/>
                <a:moveTo>
                  <a:pt x="11833" y="420692"/>
                </a:moveTo>
                <a:lnTo>
                  <a:pt x="13612" y="421318"/>
                </a:lnTo>
                <a:lnTo>
                  <a:pt x="10943" y="421005"/>
                </a:lnTo>
                <a:close/>
                <a:moveTo>
                  <a:pt x="50232" y="92377"/>
                </a:moveTo>
                <a:lnTo>
                  <a:pt x="52372" y="92686"/>
                </a:lnTo>
                <a:lnTo>
                  <a:pt x="49162" y="92532"/>
                </a:lnTo>
                <a:close/>
                <a:moveTo>
                  <a:pt x="62328" y="215794"/>
                </a:moveTo>
                <a:lnTo>
                  <a:pt x="64385" y="216470"/>
                </a:lnTo>
                <a:lnTo>
                  <a:pt x="61299" y="216132"/>
                </a:lnTo>
                <a:close/>
                <a:moveTo>
                  <a:pt x="19775" y="247241"/>
                </a:moveTo>
                <a:lnTo>
                  <a:pt x="21158" y="247674"/>
                </a:lnTo>
                <a:lnTo>
                  <a:pt x="19084" y="247457"/>
                </a:lnTo>
                <a:close/>
                <a:moveTo>
                  <a:pt x="60959" y="289455"/>
                </a:moveTo>
                <a:lnTo>
                  <a:pt x="62781" y="290482"/>
                </a:lnTo>
                <a:lnTo>
                  <a:pt x="60048" y="289969"/>
                </a:lnTo>
                <a:close/>
                <a:moveTo>
                  <a:pt x="63420" y="129924"/>
                </a:moveTo>
                <a:lnTo>
                  <a:pt x="64483" y="130492"/>
                </a:lnTo>
                <a:lnTo>
                  <a:pt x="62888" y="130208"/>
                </a:lnTo>
                <a:close/>
                <a:moveTo>
                  <a:pt x="69169" y="238458"/>
                </a:moveTo>
                <a:lnTo>
                  <a:pt x="69983" y="238969"/>
                </a:lnTo>
                <a:lnTo>
                  <a:pt x="68762" y="238714"/>
                </a:lnTo>
                <a:close/>
                <a:moveTo>
                  <a:pt x="11798" y="106819"/>
                </a:moveTo>
                <a:lnTo>
                  <a:pt x="13113" y="108580"/>
                </a:lnTo>
                <a:lnTo>
                  <a:pt x="11140" y="107700"/>
                </a:lnTo>
                <a:close/>
                <a:moveTo>
                  <a:pt x="9232" y="239941"/>
                </a:moveTo>
                <a:lnTo>
                  <a:pt x="9656" y="240870"/>
                </a:lnTo>
                <a:lnTo>
                  <a:pt x="9021" y="240406"/>
                </a:lnTo>
                <a:close/>
                <a:moveTo>
                  <a:pt x="24263" y="434000"/>
                </a:moveTo>
                <a:lnTo>
                  <a:pt x="26138" y="435186"/>
                </a:lnTo>
                <a:lnTo>
                  <a:pt x="23326" y="434593"/>
                </a:lnTo>
                <a:close/>
                <a:moveTo>
                  <a:pt x="44680" y="38118"/>
                </a:moveTo>
                <a:lnTo>
                  <a:pt x="46313" y="39537"/>
                </a:lnTo>
                <a:lnTo>
                  <a:pt x="43864" y="38827"/>
                </a:lnTo>
                <a:close/>
                <a:moveTo>
                  <a:pt x="10526" y="407823"/>
                </a:moveTo>
                <a:lnTo>
                  <a:pt x="12046" y="408751"/>
                </a:lnTo>
                <a:lnTo>
                  <a:pt x="9766" y="408287"/>
                </a:lnTo>
                <a:close/>
                <a:moveTo>
                  <a:pt x="14856" y="95311"/>
                </a:moveTo>
                <a:lnTo>
                  <a:pt x="15664" y="96975"/>
                </a:lnTo>
                <a:lnTo>
                  <a:pt x="14452" y="96143"/>
                </a:lnTo>
                <a:close/>
                <a:moveTo>
                  <a:pt x="8593" y="306673"/>
                </a:moveTo>
                <a:lnTo>
                  <a:pt x="8998" y="307598"/>
                </a:lnTo>
                <a:lnTo>
                  <a:pt x="8390" y="307135"/>
                </a:lnTo>
                <a:close/>
                <a:moveTo>
                  <a:pt x="33326" y="4758"/>
                </a:moveTo>
                <a:lnTo>
                  <a:pt x="35413" y="6271"/>
                </a:lnTo>
                <a:lnTo>
                  <a:pt x="32282" y="5515"/>
                </a:lnTo>
                <a:close/>
                <a:moveTo>
                  <a:pt x="22681" y="380221"/>
                </a:moveTo>
                <a:lnTo>
                  <a:pt x="24857" y="380985"/>
                </a:lnTo>
                <a:lnTo>
                  <a:pt x="21593" y="380603"/>
                </a:lnTo>
                <a:close/>
                <a:moveTo>
                  <a:pt x="65059" y="105556"/>
                </a:moveTo>
                <a:lnTo>
                  <a:pt x="67236" y="106221"/>
                </a:lnTo>
                <a:lnTo>
                  <a:pt x="63970" y="105889"/>
                </a:lnTo>
                <a:close/>
                <a:moveTo>
                  <a:pt x="10461" y="333687"/>
                </a:moveTo>
                <a:lnTo>
                  <a:pt x="11359" y="335097"/>
                </a:lnTo>
                <a:lnTo>
                  <a:pt x="10012" y="334392"/>
                </a:lnTo>
                <a:close/>
                <a:moveTo>
                  <a:pt x="33334" y="136169"/>
                </a:moveTo>
                <a:lnTo>
                  <a:pt x="35021" y="136759"/>
                </a:lnTo>
                <a:lnTo>
                  <a:pt x="32490" y="136464"/>
                </a:lnTo>
                <a:close/>
                <a:moveTo>
                  <a:pt x="59736" y="271617"/>
                </a:moveTo>
                <a:lnTo>
                  <a:pt x="60121" y="272208"/>
                </a:lnTo>
                <a:lnTo>
                  <a:pt x="59543" y="271913"/>
                </a:lnTo>
                <a:close/>
                <a:moveTo>
                  <a:pt x="22785" y="130552"/>
                </a:moveTo>
                <a:lnTo>
                  <a:pt x="24004" y="131910"/>
                </a:lnTo>
                <a:lnTo>
                  <a:pt x="22176" y="131231"/>
                </a:lnTo>
                <a:close/>
                <a:moveTo>
                  <a:pt x="56599" y="184810"/>
                </a:moveTo>
                <a:lnTo>
                  <a:pt x="58270" y="186334"/>
                </a:lnTo>
                <a:lnTo>
                  <a:pt x="55763" y="185572"/>
                </a:lnTo>
                <a:close/>
                <a:moveTo>
                  <a:pt x="16630" y="77773"/>
                </a:moveTo>
                <a:lnTo>
                  <a:pt x="18599" y="79088"/>
                </a:lnTo>
                <a:lnTo>
                  <a:pt x="15645" y="78431"/>
                </a:lnTo>
                <a:close/>
                <a:moveTo>
                  <a:pt x="5270" y="375692"/>
                </a:moveTo>
                <a:lnTo>
                  <a:pt x="5839" y="377261"/>
                </a:lnTo>
                <a:lnTo>
                  <a:pt x="4985" y="376476"/>
                </a:lnTo>
                <a:close/>
                <a:moveTo>
                  <a:pt x="30761" y="169061"/>
                </a:moveTo>
                <a:lnTo>
                  <a:pt x="32021" y="170290"/>
                </a:lnTo>
                <a:lnTo>
                  <a:pt x="30131" y="169676"/>
                </a:lnTo>
                <a:close/>
                <a:moveTo>
                  <a:pt x="24391" y="312034"/>
                </a:moveTo>
                <a:lnTo>
                  <a:pt x="26315" y="313727"/>
                </a:lnTo>
                <a:lnTo>
                  <a:pt x="23429" y="312881"/>
                </a:lnTo>
                <a:close/>
                <a:moveTo>
                  <a:pt x="61672" y="405691"/>
                </a:moveTo>
                <a:lnTo>
                  <a:pt x="63263" y="406611"/>
                </a:lnTo>
                <a:lnTo>
                  <a:pt x="60876" y="406151"/>
                </a:lnTo>
                <a:close/>
                <a:moveTo>
                  <a:pt x="45959" y="217895"/>
                </a:moveTo>
                <a:lnTo>
                  <a:pt x="46917" y="219356"/>
                </a:lnTo>
                <a:lnTo>
                  <a:pt x="45481" y="218625"/>
                </a:lnTo>
                <a:close/>
                <a:moveTo>
                  <a:pt x="68522" y="68010"/>
                </a:moveTo>
                <a:lnTo>
                  <a:pt x="70569" y="69218"/>
                </a:lnTo>
                <a:lnTo>
                  <a:pt x="67499" y="68614"/>
                </a:lnTo>
                <a:close/>
                <a:moveTo>
                  <a:pt x="21350" y="429124"/>
                </a:moveTo>
                <a:lnTo>
                  <a:pt x="22276" y="430239"/>
                </a:lnTo>
                <a:lnTo>
                  <a:pt x="20888" y="429681"/>
                </a:lnTo>
                <a:close/>
                <a:moveTo>
                  <a:pt x="31653" y="180363"/>
                </a:moveTo>
                <a:lnTo>
                  <a:pt x="32352" y="180733"/>
                </a:lnTo>
                <a:lnTo>
                  <a:pt x="31303" y="180548"/>
                </a:lnTo>
                <a:close/>
                <a:moveTo>
                  <a:pt x="37124" y="200064"/>
                </a:moveTo>
                <a:lnTo>
                  <a:pt x="37505" y="201775"/>
                </a:lnTo>
                <a:lnTo>
                  <a:pt x="36934" y="200919"/>
                </a:lnTo>
                <a:close/>
                <a:moveTo>
                  <a:pt x="42642" y="328369"/>
                </a:moveTo>
                <a:lnTo>
                  <a:pt x="44133" y="328776"/>
                </a:lnTo>
                <a:lnTo>
                  <a:pt x="41897" y="328573"/>
                </a:lnTo>
                <a:close/>
                <a:moveTo>
                  <a:pt x="54070" y="167376"/>
                </a:moveTo>
                <a:lnTo>
                  <a:pt x="56091" y="168386"/>
                </a:lnTo>
                <a:lnTo>
                  <a:pt x="53059" y="167881"/>
                </a:lnTo>
                <a:close/>
                <a:moveTo>
                  <a:pt x="26373" y="231372"/>
                </a:moveTo>
                <a:lnTo>
                  <a:pt x="27802" y="231960"/>
                </a:lnTo>
                <a:lnTo>
                  <a:pt x="25659" y="231666"/>
                </a:lnTo>
                <a:close/>
                <a:moveTo>
                  <a:pt x="23367" y="19374"/>
                </a:moveTo>
                <a:lnTo>
                  <a:pt x="23853" y="20102"/>
                </a:lnTo>
                <a:lnTo>
                  <a:pt x="23123" y="19738"/>
                </a:lnTo>
                <a:close/>
                <a:moveTo>
                  <a:pt x="17522" y="137287"/>
                </a:moveTo>
                <a:lnTo>
                  <a:pt x="17906" y="137607"/>
                </a:lnTo>
                <a:lnTo>
                  <a:pt x="17330" y="137447"/>
                </a:lnTo>
                <a:close/>
                <a:moveTo>
                  <a:pt x="27409" y="96469"/>
                </a:moveTo>
                <a:lnTo>
                  <a:pt x="28512" y="98239"/>
                </a:lnTo>
                <a:lnTo>
                  <a:pt x="26857" y="97354"/>
                </a:lnTo>
                <a:close/>
                <a:moveTo>
                  <a:pt x="10341" y="246718"/>
                </a:moveTo>
                <a:lnTo>
                  <a:pt x="12108" y="247774"/>
                </a:lnTo>
                <a:lnTo>
                  <a:pt x="9457" y="247246"/>
                </a:lnTo>
                <a:close/>
                <a:moveTo>
                  <a:pt x="16962" y="114025"/>
                </a:moveTo>
                <a:lnTo>
                  <a:pt x="17957" y="114729"/>
                </a:lnTo>
                <a:lnTo>
                  <a:pt x="16464" y="114377"/>
                </a:lnTo>
                <a:close/>
                <a:moveTo>
                  <a:pt x="6378" y="44393"/>
                </a:moveTo>
                <a:lnTo>
                  <a:pt x="7223" y="45257"/>
                </a:lnTo>
                <a:lnTo>
                  <a:pt x="5955" y="44825"/>
                </a:lnTo>
                <a:close/>
                <a:moveTo>
                  <a:pt x="35780" y="30145"/>
                </a:moveTo>
                <a:lnTo>
                  <a:pt x="37567" y="31869"/>
                </a:lnTo>
                <a:lnTo>
                  <a:pt x="34887" y="31007"/>
                </a:lnTo>
                <a:close/>
                <a:moveTo>
                  <a:pt x="58903" y="88263"/>
                </a:moveTo>
                <a:lnTo>
                  <a:pt x="60880" y="88777"/>
                </a:lnTo>
                <a:lnTo>
                  <a:pt x="57914" y="88520"/>
                </a:lnTo>
                <a:close/>
                <a:moveTo>
                  <a:pt x="40016" y="20643"/>
                </a:moveTo>
                <a:lnTo>
                  <a:pt x="42211" y="21827"/>
                </a:lnTo>
                <a:lnTo>
                  <a:pt x="38919" y="21235"/>
                </a:lnTo>
                <a:close/>
                <a:moveTo>
                  <a:pt x="60285" y="42932"/>
                </a:moveTo>
                <a:lnTo>
                  <a:pt x="61814" y="43977"/>
                </a:lnTo>
                <a:lnTo>
                  <a:pt x="59520" y="43455"/>
                </a:lnTo>
                <a:close/>
                <a:moveTo>
                  <a:pt x="11602" y="77939"/>
                </a:moveTo>
                <a:lnTo>
                  <a:pt x="12191" y="79468"/>
                </a:lnTo>
                <a:lnTo>
                  <a:pt x="11307" y="78704"/>
                </a:lnTo>
                <a:close/>
                <a:moveTo>
                  <a:pt x="38665" y="306642"/>
                </a:moveTo>
                <a:lnTo>
                  <a:pt x="40000" y="307776"/>
                </a:lnTo>
                <a:lnTo>
                  <a:pt x="37998" y="307209"/>
                </a:lnTo>
                <a:close/>
                <a:moveTo>
                  <a:pt x="27518" y="201486"/>
                </a:moveTo>
                <a:lnTo>
                  <a:pt x="28028" y="202313"/>
                </a:lnTo>
                <a:lnTo>
                  <a:pt x="27263" y="201899"/>
                </a:lnTo>
                <a:close/>
                <a:moveTo>
                  <a:pt x="22259" y="246053"/>
                </a:moveTo>
                <a:lnTo>
                  <a:pt x="23523" y="246758"/>
                </a:lnTo>
                <a:lnTo>
                  <a:pt x="21627" y="246406"/>
                </a:lnTo>
                <a:close/>
                <a:moveTo>
                  <a:pt x="51534" y="431667"/>
                </a:moveTo>
                <a:lnTo>
                  <a:pt x="52754" y="432834"/>
                </a:lnTo>
                <a:lnTo>
                  <a:pt x="50924" y="432251"/>
                </a:lnTo>
                <a:close/>
                <a:moveTo>
                  <a:pt x="57842" y="234660"/>
                </a:moveTo>
                <a:lnTo>
                  <a:pt x="59747" y="235053"/>
                </a:lnTo>
                <a:lnTo>
                  <a:pt x="56890" y="234856"/>
                </a:lnTo>
                <a:close/>
                <a:moveTo>
                  <a:pt x="22377" y="381470"/>
                </a:moveTo>
                <a:lnTo>
                  <a:pt x="24138" y="382599"/>
                </a:lnTo>
                <a:lnTo>
                  <a:pt x="21496" y="382034"/>
                </a:lnTo>
                <a:close/>
                <a:moveTo>
                  <a:pt x="45902" y="118440"/>
                </a:moveTo>
                <a:lnTo>
                  <a:pt x="48052" y="119017"/>
                </a:lnTo>
                <a:lnTo>
                  <a:pt x="44827" y="118728"/>
                </a:lnTo>
                <a:close/>
                <a:moveTo>
                  <a:pt x="66224" y="181666"/>
                </a:moveTo>
                <a:lnTo>
                  <a:pt x="67423" y="182004"/>
                </a:lnTo>
                <a:lnTo>
                  <a:pt x="65625" y="181835"/>
                </a:lnTo>
                <a:close/>
                <a:moveTo>
                  <a:pt x="43291" y="150760"/>
                </a:moveTo>
                <a:lnTo>
                  <a:pt x="45159" y="151547"/>
                </a:lnTo>
                <a:lnTo>
                  <a:pt x="42357" y="151153"/>
                </a:lnTo>
                <a:close/>
                <a:moveTo>
                  <a:pt x="17166" y="144244"/>
                </a:moveTo>
                <a:lnTo>
                  <a:pt x="19349" y="144964"/>
                </a:lnTo>
                <a:lnTo>
                  <a:pt x="16075" y="144604"/>
                </a:lnTo>
                <a:close/>
                <a:moveTo>
                  <a:pt x="22952" y="74776"/>
                </a:moveTo>
                <a:lnTo>
                  <a:pt x="23549" y="76192"/>
                </a:lnTo>
                <a:lnTo>
                  <a:pt x="22653" y="75484"/>
                </a:lnTo>
                <a:close/>
                <a:moveTo>
                  <a:pt x="58878" y="395995"/>
                </a:moveTo>
                <a:lnTo>
                  <a:pt x="60069" y="396988"/>
                </a:lnTo>
                <a:lnTo>
                  <a:pt x="58282" y="396492"/>
                </a:lnTo>
                <a:close/>
                <a:moveTo>
                  <a:pt x="36914" y="413459"/>
                </a:moveTo>
                <a:lnTo>
                  <a:pt x="38233" y="415174"/>
                </a:lnTo>
                <a:lnTo>
                  <a:pt x="36255" y="414316"/>
                </a:lnTo>
                <a:close/>
                <a:moveTo>
                  <a:pt x="47918" y="349913"/>
                </a:moveTo>
                <a:lnTo>
                  <a:pt x="48546" y="350824"/>
                </a:lnTo>
                <a:lnTo>
                  <a:pt x="47605" y="350368"/>
                </a:lnTo>
                <a:close/>
                <a:moveTo>
                  <a:pt x="19975" y="342792"/>
                </a:moveTo>
                <a:lnTo>
                  <a:pt x="20506" y="344375"/>
                </a:lnTo>
                <a:lnTo>
                  <a:pt x="19709" y="343583"/>
                </a:lnTo>
                <a:close/>
                <a:moveTo>
                  <a:pt x="10059" y="22708"/>
                </a:moveTo>
                <a:lnTo>
                  <a:pt x="11319" y="24219"/>
                </a:lnTo>
                <a:lnTo>
                  <a:pt x="9428" y="23463"/>
                </a:lnTo>
                <a:close/>
                <a:moveTo>
                  <a:pt x="62196" y="328175"/>
                </a:moveTo>
                <a:lnTo>
                  <a:pt x="64081" y="328561"/>
                </a:lnTo>
                <a:lnTo>
                  <a:pt x="61254" y="328368"/>
                </a:lnTo>
                <a:close/>
                <a:moveTo>
                  <a:pt x="66141" y="248729"/>
                </a:moveTo>
                <a:lnTo>
                  <a:pt x="67905" y="250359"/>
                </a:lnTo>
                <a:lnTo>
                  <a:pt x="65258" y="249544"/>
                </a:lnTo>
                <a:close/>
                <a:moveTo>
                  <a:pt x="25648" y="138139"/>
                </a:moveTo>
                <a:lnTo>
                  <a:pt x="27024" y="138628"/>
                </a:lnTo>
                <a:lnTo>
                  <a:pt x="24960" y="138384"/>
                </a:lnTo>
                <a:close/>
                <a:moveTo>
                  <a:pt x="29710" y="221394"/>
                </a:moveTo>
                <a:lnTo>
                  <a:pt x="31791" y="223133"/>
                </a:lnTo>
                <a:lnTo>
                  <a:pt x="28669" y="222264"/>
                </a:lnTo>
                <a:close/>
                <a:moveTo>
                  <a:pt x="25978" y="339765"/>
                </a:moveTo>
                <a:lnTo>
                  <a:pt x="27327" y="340845"/>
                </a:lnTo>
                <a:lnTo>
                  <a:pt x="25303" y="340305"/>
                </a:lnTo>
                <a:close/>
                <a:moveTo>
                  <a:pt x="33860" y="379355"/>
                </a:moveTo>
                <a:lnTo>
                  <a:pt x="35794" y="381089"/>
                </a:lnTo>
                <a:lnTo>
                  <a:pt x="32892" y="380222"/>
                </a:lnTo>
                <a:close/>
                <a:moveTo>
                  <a:pt x="23607" y="192011"/>
                </a:moveTo>
                <a:lnTo>
                  <a:pt x="25344" y="193744"/>
                </a:lnTo>
                <a:lnTo>
                  <a:pt x="22738" y="192877"/>
                </a:lnTo>
                <a:close/>
                <a:moveTo>
                  <a:pt x="26659" y="120693"/>
                </a:moveTo>
                <a:lnTo>
                  <a:pt x="28096" y="122377"/>
                </a:lnTo>
                <a:lnTo>
                  <a:pt x="25941" y="121535"/>
                </a:lnTo>
                <a:close/>
                <a:moveTo>
                  <a:pt x="22092" y="180874"/>
                </a:moveTo>
                <a:lnTo>
                  <a:pt x="23942" y="181276"/>
                </a:lnTo>
                <a:lnTo>
                  <a:pt x="21166" y="181075"/>
                </a:lnTo>
                <a:close/>
                <a:moveTo>
                  <a:pt x="5574" y="358025"/>
                </a:moveTo>
                <a:lnTo>
                  <a:pt x="6078" y="359790"/>
                </a:lnTo>
                <a:lnTo>
                  <a:pt x="5321" y="358907"/>
                </a:lnTo>
                <a:close/>
                <a:moveTo>
                  <a:pt x="20224" y="314274"/>
                </a:moveTo>
                <a:lnTo>
                  <a:pt x="21224" y="315243"/>
                </a:lnTo>
                <a:lnTo>
                  <a:pt x="19724" y="314758"/>
                </a:lnTo>
                <a:close/>
                <a:moveTo>
                  <a:pt x="7307" y="173633"/>
                </a:moveTo>
                <a:lnTo>
                  <a:pt x="7982" y="175041"/>
                </a:lnTo>
                <a:lnTo>
                  <a:pt x="6970" y="174337"/>
                </a:lnTo>
                <a:close/>
                <a:moveTo>
                  <a:pt x="23494" y="273325"/>
                </a:moveTo>
                <a:lnTo>
                  <a:pt x="24639" y="273725"/>
                </a:lnTo>
                <a:lnTo>
                  <a:pt x="22922" y="273525"/>
                </a:lnTo>
                <a:close/>
                <a:moveTo>
                  <a:pt x="53041" y="24651"/>
                </a:moveTo>
                <a:lnTo>
                  <a:pt x="54692" y="25133"/>
                </a:lnTo>
                <a:lnTo>
                  <a:pt x="52215" y="24892"/>
                </a:lnTo>
                <a:close/>
                <a:moveTo>
                  <a:pt x="50067" y="19468"/>
                </a:moveTo>
                <a:lnTo>
                  <a:pt x="51569" y="20870"/>
                </a:lnTo>
                <a:lnTo>
                  <a:pt x="49317" y="20169"/>
                </a:lnTo>
                <a:close/>
                <a:moveTo>
                  <a:pt x="43637" y="58676"/>
                </a:moveTo>
                <a:lnTo>
                  <a:pt x="45635" y="59313"/>
                </a:lnTo>
                <a:lnTo>
                  <a:pt x="42639" y="58995"/>
                </a:lnTo>
                <a:close/>
                <a:moveTo>
                  <a:pt x="57168" y="20205"/>
                </a:moveTo>
                <a:lnTo>
                  <a:pt x="58777" y="21563"/>
                </a:lnTo>
                <a:lnTo>
                  <a:pt x="56363" y="20884"/>
                </a:lnTo>
                <a:close/>
                <a:moveTo>
                  <a:pt x="8325" y="108226"/>
                </a:moveTo>
                <a:lnTo>
                  <a:pt x="9476" y="108907"/>
                </a:lnTo>
                <a:lnTo>
                  <a:pt x="7750" y="108567"/>
                </a:lnTo>
                <a:close/>
                <a:moveTo>
                  <a:pt x="53296" y="271493"/>
                </a:moveTo>
                <a:lnTo>
                  <a:pt x="53904" y="272396"/>
                </a:lnTo>
                <a:lnTo>
                  <a:pt x="52992" y="271944"/>
                </a:lnTo>
                <a:close/>
                <a:moveTo>
                  <a:pt x="3884" y="127784"/>
                </a:moveTo>
                <a:lnTo>
                  <a:pt x="5692" y="129050"/>
                </a:lnTo>
                <a:lnTo>
                  <a:pt x="2979" y="128417"/>
                </a:lnTo>
                <a:close/>
                <a:moveTo>
                  <a:pt x="43122" y="412375"/>
                </a:moveTo>
                <a:lnTo>
                  <a:pt x="45300" y="413566"/>
                </a:lnTo>
                <a:lnTo>
                  <a:pt x="42032" y="412970"/>
                </a:lnTo>
                <a:close/>
                <a:moveTo>
                  <a:pt x="32721" y="62711"/>
                </a:moveTo>
                <a:lnTo>
                  <a:pt x="34919" y="63791"/>
                </a:lnTo>
                <a:lnTo>
                  <a:pt x="31622" y="63251"/>
                </a:lnTo>
                <a:close/>
                <a:moveTo>
                  <a:pt x="25503" y="227461"/>
                </a:moveTo>
                <a:lnTo>
                  <a:pt x="26898" y="228058"/>
                </a:lnTo>
                <a:lnTo>
                  <a:pt x="24805" y="227759"/>
                </a:lnTo>
                <a:close/>
                <a:moveTo>
                  <a:pt x="13169" y="50500"/>
                </a:moveTo>
                <a:lnTo>
                  <a:pt x="13783" y="51309"/>
                </a:lnTo>
                <a:lnTo>
                  <a:pt x="12863" y="50905"/>
                </a:lnTo>
                <a:close/>
                <a:moveTo>
                  <a:pt x="40351" y="334026"/>
                </a:moveTo>
                <a:lnTo>
                  <a:pt x="42105" y="335460"/>
                </a:lnTo>
                <a:lnTo>
                  <a:pt x="39474" y="334743"/>
                </a:lnTo>
                <a:close/>
                <a:moveTo>
                  <a:pt x="52470" y="30703"/>
                </a:moveTo>
                <a:lnTo>
                  <a:pt x="53490" y="31015"/>
                </a:lnTo>
                <a:lnTo>
                  <a:pt x="51960" y="30859"/>
                </a:lnTo>
                <a:close/>
                <a:moveTo>
                  <a:pt x="14520" y="432745"/>
                </a:moveTo>
                <a:lnTo>
                  <a:pt x="15840" y="433831"/>
                </a:lnTo>
                <a:lnTo>
                  <a:pt x="13861" y="433288"/>
                </a:lnTo>
                <a:close/>
                <a:moveTo>
                  <a:pt x="11053" y="225197"/>
                </a:moveTo>
                <a:lnTo>
                  <a:pt x="12685" y="226295"/>
                </a:lnTo>
                <a:lnTo>
                  <a:pt x="10238" y="225746"/>
                </a:lnTo>
                <a:close/>
                <a:moveTo>
                  <a:pt x="62561" y="292791"/>
                </a:moveTo>
                <a:lnTo>
                  <a:pt x="63395" y="293693"/>
                </a:lnTo>
                <a:lnTo>
                  <a:pt x="62144" y="293242"/>
                </a:lnTo>
                <a:close/>
                <a:moveTo>
                  <a:pt x="65513" y="206788"/>
                </a:moveTo>
                <a:lnTo>
                  <a:pt x="67069" y="208458"/>
                </a:lnTo>
                <a:lnTo>
                  <a:pt x="64735" y="207623"/>
                </a:lnTo>
                <a:close/>
                <a:moveTo>
                  <a:pt x="53503" y="181844"/>
                </a:moveTo>
                <a:lnTo>
                  <a:pt x="55360" y="182233"/>
                </a:lnTo>
                <a:lnTo>
                  <a:pt x="52575" y="182038"/>
                </a:lnTo>
                <a:close/>
                <a:moveTo>
                  <a:pt x="65296" y="395195"/>
                </a:moveTo>
                <a:lnTo>
                  <a:pt x="65798" y="396892"/>
                </a:lnTo>
                <a:lnTo>
                  <a:pt x="65045" y="396043"/>
                </a:lnTo>
                <a:close/>
                <a:moveTo>
                  <a:pt x="63608" y="242414"/>
                </a:moveTo>
                <a:lnTo>
                  <a:pt x="65240" y="243644"/>
                </a:lnTo>
                <a:lnTo>
                  <a:pt x="62792" y="243029"/>
                </a:lnTo>
                <a:close/>
                <a:moveTo>
                  <a:pt x="62470" y="351300"/>
                </a:moveTo>
                <a:lnTo>
                  <a:pt x="63873" y="352245"/>
                </a:lnTo>
                <a:lnTo>
                  <a:pt x="61769" y="351773"/>
                </a:lnTo>
                <a:close/>
                <a:moveTo>
                  <a:pt x="24730" y="266040"/>
                </a:moveTo>
                <a:lnTo>
                  <a:pt x="25556" y="267321"/>
                </a:lnTo>
                <a:lnTo>
                  <a:pt x="24317" y="266681"/>
                </a:lnTo>
                <a:close/>
                <a:moveTo>
                  <a:pt x="48084" y="365451"/>
                </a:moveTo>
                <a:lnTo>
                  <a:pt x="48495" y="367168"/>
                </a:lnTo>
                <a:lnTo>
                  <a:pt x="47878" y="366310"/>
                </a:lnTo>
                <a:close/>
                <a:moveTo>
                  <a:pt x="29728" y="299987"/>
                </a:moveTo>
                <a:lnTo>
                  <a:pt x="30220" y="301256"/>
                </a:lnTo>
                <a:lnTo>
                  <a:pt x="29482" y="300621"/>
                </a:lnTo>
                <a:close/>
                <a:moveTo>
                  <a:pt x="46911" y="434789"/>
                </a:moveTo>
                <a:lnTo>
                  <a:pt x="48827" y="435720"/>
                </a:lnTo>
                <a:lnTo>
                  <a:pt x="45952" y="435254"/>
                </a:lnTo>
                <a:close/>
                <a:moveTo>
                  <a:pt x="67587" y="145302"/>
                </a:moveTo>
                <a:lnTo>
                  <a:pt x="68240" y="147021"/>
                </a:lnTo>
                <a:lnTo>
                  <a:pt x="67260" y="146162"/>
                </a:lnTo>
                <a:close/>
                <a:moveTo>
                  <a:pt x="20554" y="17687"/>
                </a:moveTo>
                <a:lnTo>
                  <a:pt x="21371" y="18442"/>
                </a:lnTo>
                <a:lnTo>
                  <a:pt x="20145" y="18065"/>
                </a:lnTo>
                <a:close/>
                <a:moveTo>
                  <a:pt x="12048" y="307744"/>
                </a:moveTo>
                <a:lnTo>
                  <a:pt x="12600" y="308489"/>
                </a:lnTo>
                <a:lnTo>
                  <a:pt x="11772" y="308116"/>
                </a:lnTo>
                <a:close/>
                <a:moveTo>
                  <a:pt x="19635" y="239373"/>
                </a:moveTo>
                <a:lnTo>
                  <a:pt x="20803" y="239754"/>
                </a:lnTo>
                <a:lnTo>
                  <a:pt x="19051" y="239564"/>
                </a:lnTo>
                <a:close/>
                <a:moveTo>
                  <a:pt x="36697" y="323148"/>
                </a:moveTo>
                <a:lnTo>
                  <a:pt x="37403" y="324841"/>
                </a:lnTo>
                <a:lnTo>
                  <a:pt x="36344" y="323995"/>
                </a:lnTo>
                <a:close/>
                <a:moveTo>
                  <a:pt x="46499" y="44523"/>
                </a:moveTo>
                <a:lnTo>
                  <a:pt x="48672" y="45006"/>
                </a:lnTo>
                <a:lnTo>
                  <a:pt x="45413" y="44765"/>
                </a:lnTo>
                <a:close/>
                <a:moveTo>
                  <a:pt x="42836" y="142157"/>
                </a:moveTo>
                <a:lnTo>
                  <a:pt x="44138" y="143496"/>
                </a:lnTo>
                <a:lnTo>
                  <a:pt x="42185" y="142826"/>
                </a:lnTo>
                <a:close/>
                <a:moveTo>
                  <a:pt x="21859" y="107119"/>
                </a:moveTo>
                <a:lnTo>
                  <a:pt x="22517" y="107821"/>
                </a:lnTo>
                <a:lnTo>
                  <a:pt x="21531" y="107470"/>
                </a:lnTo>
                <a:close/>
                <a:moveTo>
                  <a:pt x="34175" y="379623"/>
                </a:moveTo>
                <a:lnTo>
                  <a:pt x="35634" y="381168"/>
                </a:lnTo>
                <a:lnTo>
                  <a:pt x="33446" y="380395"/>
                </a:lnTo>
                <a:close/>
                <a:moveTo>
                  <a:pt x="20179" y="372956"/>
                </a:moveTo>
                <a:lnTo>
                  <a:pt x="22374" y="373820"/>
                </a:lnTo>
                <a:lnTo>
                  <a:pt x="19081" y="373388"/>
                </a:lnTo>
                <a:close/>
                <a:moveTo>
                  <a:pt x="47671" y="207563"/>
                </a:moveTo>
                <a:lnTo>
                  <a:pt x="48504" y="208688"/>
                </a:lnTo>
                <a:lnTo>
                  <a:pt x="47255" y="208125"/>
                </a:lnTo>
                <a:close/>
                <a:moveTo>
                  <a:pt x="62086" y="262027"/>
                </a:moveTo>
                <a:lnTo>
                  <a:pt x="63055" y="263569"/>
                </a:lnTo>
                <a:lnTo>
                  <a:pt x="61601" y="262798"/>
                </a:lnTo>
                <a:close/>
                <a:moveTo>
                  <a:pt x="69825" y="43274"/>
                </a:moveTo>
                <a:lnTo>
                  <a:pt x="70657" y="43576"/>
                </a:lnTo>
                <a:lnTo>
                  <a:pt x="69409" y="43425"/>
                </a:lnTo>
                <a:close/>
                <a:moveTo>
                  <a:pt x="54548" y="264835"/>
                </a:moveTo>
                <a:lnTo>
                  <a:pt x="56215" y="266389"/>
                </a:lnTo>
                <a:lnTo>
                  <a:pt x="53714" y="265612"/>
                </a:lnTo>
                <a:close/>
                <a:moveTo>
                  <a:pt x="55276" y="67881"/>
                </a:moveTo>
                <a:lnTo>
                  <a:pt x="56759" y="68667"/>
                </a:lnTo>
                <a:lnTo>
                  <a:pt x="54535" y="68274"/>
                </a:lnTo>
                <a:close/>
                <a:moveTo>
                  <a:pt x="30913" y="67780"/>
                </a:moveTo>
                <a:lnTo>
                  <a:pt x="32025" y="69305"/>
                </a:lnTo>
                <a:lnTo>
                  <a:pt x="30357" y="68543"/>
                </a:lnTo>
                <a:close/>
                <a:moveTo>
                  <a:pt x="65761" y="102525"/>
                </a:moveTo>
                <a:lnTo>
                  <a:pt x="66738" y="103966"/>
                </a:lnTo>
                <a:lnTo>
                  <a:pt x="65272" y="103246"/>
                </a:lnTo>
                <a:close/>
                <a:moveTo>
                  <a:pt x="59470" y="106512"/>
                </a:moveTo>
                <a:lnTo>
                  <a:pt x="60770" y="108166"/>
                </a:lnTo>
                <a:lnTo>
                  <a:pt x="58820" y="107339"/>
                </a:lnTo>
                <a:close/>
                <a:moveTo>
                  <a:pt x="3557" y="360356"/>
                </a:moveTo>
                <a:lnTo>
                  <a:pt x="4566" y="361836"/>
                </a:lnTo>
                <a:lnTo>
                  <a:pt x="3053" y="361096"/>
                </a:lnTo>
                <a:close/>
                <a:moveTo>
                  <a:pt x="63143" y="371999"/>
                </a:moveTo>
                <a:lnTo>
                  <a:pt x="63693" y="373128"/>
                </a:lnTo>
                <a:lnTo>
                  <a:pt x="62868" y="372563"/>
                </a:lnTo>
                <a:close/>
                <a:moveTo>
                  <a:pt x="36194" y="90048"/>
                </a:moveTo>
                <a:lnTo>
                  <a:pt x="37639" y="90459"/>
                </a:lnTo>
                <a:lnTo>
                  <a:pt x="35471" y="90253"/>
                </a:lnTo>
                <a:close/>
                <a:moveTo>
                  <a:pt x="48133" y="407272"/>
                </a:moveTo>
                <a:lnTo>
                  <a:pt x="49613" y="408422"/>
                </a:lnTo>
                <a:lnTo>
                  <a:pt x="47393" y="407847"/>
                </a:lnTo>
                <a:close/>
                <a:moveTo>
                  <a:pt x="5555" y="249639"/>
                </a:moveTo>
                <a:lnTo>
                  <a:pt x="7016" y="250716"/>
                </a:lnTo>
                <a:lnTo>
                  <a:pt x="4825" y="250178"/>
                </a:lnTo>
                <a:close/>
                <a:moveTo>
                  <a:pt x="38717" y="389018"/>
                </a:moveTo>
                <a:lnTo>
                  <a:pt x="40710" y="389529"/>
                </a:lnTo>
                <a:lnTo>
                  <a:pt x="37720" y="389273"/>
                </a:lnTo>
                <a:close/>
                <a:moveTo>
                  <a:pt x="15129" y="94767"/>
                </a:moveTo>
                <a:lnTo>
                  <a:pt x="15647" y="96043"/>
                </a:lnTo>
                <a:lnTo>
                  <a:pt x="14870" y="95405"/>
                </a:lnTo>
                <a:close/>
                <a:moveTo>
                  <a:pt x="33670" y="176206"/>
                </a:moveTo>
                <a:lnTo>
                  <a:pt x="34918" y="176514"/>
                </a:lnTo>
                <a:lnTo>
                  <a:pt x="33046" y="176360"/>
                </a:lnTo>
                <a:close/>
                <a:moveTo>
                  <a:pt x="1897" y="267742"/>
                </a:moveTo>
                <a:lnTo>
                  <a:pt x="2926" y="268130"/>
                </a:lnTo>
                <a:lnTo>
                  <a:pt x="1382" y="267936"/>
                </a:lnTo>
                <a:close/>
                <a:moveTo>
                  <a:pt x="36840" y="7890"/>
                </a:moveTo>
                <a:lnTo>
                  <a:pt x="38813" y="8994"/>
                </a:lnTo>
                <a:lnTo>
                  <a:pt x="35853" y="8442"/>
                </a:lnTo>
                <a:close/>
                <a:moveTo>
                  <a:pt x="63510" y="434183"/>
                </a:moveTo>
                <a:lnTo>
                  <a:pt x="64727" y="435529"/>
                </a:lnTo>
                <a:lnTo>
                  <a:pt x="62901" y="434856"/>
                </a:lnTo>
                <a:close/>
                <a:moveTo>
                  <a:pt x="10488" y="179814"/>
                </a:moveTo>
                <a:lnTo>
                  <a:pt x="11152" y="181501"/>
                </a:lnTo>
                <a:lnTo>
                  <a:pt x="10156" y="180657"/>
                </a:lnTo>
                <a:close/>
                <a:moveTo>
                  <a:pt x="59474" y="49237"/>
                </a:moveTo>
                <a:lnTo>
                  <a:pt x="61432" y="50786"/>
                </a:lnTo>
                <a:lnTo>
                  <a:pt x="58495" y="50012"/>
                </a:lnTo>
                <a:close/>
                <a:moveTo>
                  <a:pt x="54744" y="98797"/>
                </a:moveTo>
                <a:lnTo>
                  <a:pt x="55599" y="100288"/>
                </a:lnTo>
                <a:lnTo>
                  <a:pt x="54316" y="99543"/>
                </a:lnTo>
                <a:close/>
                <a:moveTo>
                  <a:pt x="14965" y="84963"/>
                </a:moveTo>
                <a:lnTo>
                  <a:pt x="17061" y="86130"/>
                </a:lnTo>
                <a:lnTo>
                  <a:pt x="13916" y="85547"/>
                </a:lnTo>
                <a:close/>
                <a:moveTo>
                  <a:pt x="59767" y="82866"/>
                </a:moveTo>
                <a:lnTo>
                  <a:pt x="60329" y="83259"/>
                </a:lnTo>
                <a:lnTo>
                  <a:pt x="59486" y="83062"/>
                </a:lnTo>
                <a:close/>
                <a:moveTo>
                  <a:pt x="49107" y="133162"/>
                </a:moveTo>
                <a:lnTo>
                  <a:pt x="49632" y="133845"/>
                </a:lnTo>
                <a:lnTo>
                  <a:pt x="48845" y="133503"/>
                </a:lnTo>
                <a:close/>
                <a:moveTo>
                  <a:pt x="18071" y="345254"/>
                </a:moveTo>
                <a:lnTo>
                  <a:pt x="19579" y="346083"/>
                </a:lnTo>
                <a:lnTo>
                  <a:pt x="17317" y="345668"/>
                </a:lnTo>
                <a:close/>
                <a:moveTo>
                  <a:pt x="25293" y="308627"/>
                </a:moveTo>
                <a:lnTo>
                  <a:pt x="27197" y="310082"/>
                </a:lnTo>
                <a:lnTo>
                  <a:pt x="24341" y="309354"/>
                </a:lnTo>
                <a:close/>
                <a:moveTo>
                  <a:pt x="53425" y="166884"/>
                </a:moveTo>
                <a:lnTo>
                  <a:pt x="55519" y="167285"/>
                </a:lnTo>
                <a:lnTo>
                  <a:pt x="52378" y="167085"/>
                </a:lnTo>
                <a:close/>
                <a:moveTo>
                  <a:pt x="10430" y="180540"/>
                </a:moveTo>
                <a:lnTo>
                  <a:pt x="12341" y="181825"/>
                </a:lnTo>
                <a:lnTo>
                  <a:pt x="9474" y="181183"/>
                </a:lnTo>
                <a:close/>
                <a:moveTo>
                  <a:pt x="68315" y="99149"/>
                </a:moveTo>
                <a:lnTo>
                  <a:pt x="69194" y="99946"/>
                </a:lnTo>
                <a:lnTo>
                  <a:pt x="67875" y="99547"/>
                </a:lnTo>
                <a:close/>
                <a:moveTo>
                  <a:pt x="1072" y="80401"/>
                </a:moveTo>
                <a:lnTo>
                  <a:pt x="2128" y="82144"/>
                </a:lnTo>
                <a:lnTo>
                  <a:pt x="545" y="81272"/>
                </a:lnTo>
                <a:close/>
                <a:moveTo>
                  <a:pt x="58968" y="128620"/>
                </a:moveTo>
                <a:lnTo>
                  <a:pt x="59453" y="128976"/>
                </a:lnTo>
                <a:lnTo>
                  <a:pt x="58726" y="128798"/>
                </a:lnTo>
                <a:close/>
                <a:moveTo>
                  <a:pt x="51340" y="37763"/>
                </a:moveTo>
                <a:lnTo>
                  <a:pt x="53180" y="38988"/>
                </a:lnTo>
                <a:lnTo>
                  <a:pt x="50420" y="38375"/>
                </a:lnTo>
                <a:close/>
                <a:moveTo>
                  <a:pt x="24389" y="401305"/>
                </a:moveTo>
                <a:lnTo>
                  <a:pt x="26392" y="403085"/>
                </a:lnTo>
                <a:lnTo>
                  <a:pt x="23388" y="402195"/>
                </a:lnTo>
                <a:close/>
                <a:moveTo>
                  <a:pt x="22642" y="235060"/>
                </a:moveTo>
                <a:lnTo>
                  <a:pt x="24192" y="236734"/>
                </a:lnTo>
                <a:lnTo>
                  <a:pt x="21867" y="235897"/>
                </a:lnTo>
                <a:close/>
              </a:path>
            </a:pathLst>
          </a:custGeom>
          <a:solidFill>
            <a:srgbClr val="FFFFFF">
              <a:alpha val="20000"/>
            </a:srgbClr>
          </a:solidFill>
          <a:ln w="0" cap="rnd" cmpd="sng" algn="ctr">
            <a:solidFill>
              <a:srgbClr val="FFFFFF">
                <a:alpha val="0"/>
              </a:srgbClr>
            </a:solidFill>
            <a:round/>
            <a:headEnd type="none"/>
            <a:tailEnd type="none"/>
          </a:ln>
        </p:spPr>
      </p:sp>
      <p:sp>
        <p:nvSpPr>
          <p:cNvPr id="396" name="synapse model / 0395 stack cell boundary"/>
          <p:cNvSpPr/>
          <p:nvPr/>
        </p:nvSpPr>
        <p:spPr>
          <a:xfrm>
            <a:off x="3063240" y="1322832"/>
            <a:ext cx="658368" cy="914"/>
          </a:xfrm>
          <a:custGeom>
            <a:avLst/>
            <a:gdLst/>
            <a:ahLst/>
            <a:cxnLst/>
            <a:rect l="0" t="0" r="r" b="b"/>
            <a:pathLst>
              <a:path w="72000" h="100" fill="none" stroke="1" extrusionOk="0">
                <a:moveTo>
                  <a:pt x="0" y="0"/>
                </a:moveTo>
                <a:lnTo>
                  <a:pt x="72000" y="0"/>
                </a:lnTo>
              </a:path>
            </a:pathLst>
          </a:custGeom>
          <a:noFill/>
          <a:ln w="23774" cap="rnd" cmpd="sng" algn="ctr">
            <a:solidFill>
              <a:srgbClr val="000000"/>
            </a:solidFill>
            <a:round/>
            <a:headEnd type="none"/>
            <a:tailEnd type="none"/>
          </a:ln>
        </p:spPr>
      </p:sp>
      <p:sp>
        <p:nvSpPr>
          <p:cNvPr id="397" name="synapse model / 0396 side cell boundary"/>
          <p:cNvSpPr/>
          <p:nvPr/>
        </p:nvSpPr>
        <p:spPr>
          <a:xfrm>
            <a:off x="3721608" y="1322832"/>
            <a:ext cx="155448" cy="128016"/>
          </a:xfrm>
          <a:custGeom>
            <a:avLst/>
            <a:gdLst/>
            <a:ahLst/>
            <a:cxnLst/>
            <a:rect l="0" t="0" r="r" b="b"/>
            <a:pathLst>
              <a:path w="17000" h="14000" fill="none" stroke="1" extrusionOk="0">
                <a:moveTo>
                  <a:pt x="0" y="0"/>
                </a:moveTo>
                <a:lnTo>
                  <a:pt x="17000" y="14000"/>
                </a:lnTo>
              </a:path>
            </a:pathLst>
          </a:custGeom>
          <a:noFill/>
          <a:ln w="16459" cap="rnd" cmpd="sng" algn="ctr">
            <a:solidFill>
              <a:srgbClr val="000000"/>
            </a:solidFill>
            <a:round/>
            <a:headEnd type="none"/>
            <a:tailEnd type="none"/>
          </a:ln>
        </p:spPr>
      </p:sp>
      <p:sp>
        <p:nvSpPr>
          <p:cNvPr id="398" name="synapse model / 0397 stack cell boundary"/>
          <p:cNvSpPr/>
          <p:nvPr/>
        </p:nvSpPr>
        <p:spPr>
          <a:xfrm>
            <a:off x="3063240" y="1658112"/>
            <a:ext cx="658368" cy="914"/>
          </a:xfrm>
          <a:custGeom>
            <a:avLst/>
            <a:gdLst/>
            <a:ahLst/>
            <a:cxnLst/>
            <a:rect l="0" t="0" r="r" b="b"/>
            <a:pathLst>
              <a:path w="72000" h="100" fill="none" stroke="1" extrusionOk="0">
                <a:moveTo>
                  <a:pt x="0" y="0"/>
                </a:moveTo>
                <a:lnTo>
                  <a:pt x="72000" y="0"/>
                </a:lnTo>
              </a:path>
            </a:pathLst>
          </a:custGeom>
          <a:noFill/>
          <a:ln w="23774" cap="rnd" cmpd="sng" algn="ctr">
            <a:solidFill>
              <a:srgbClr val="000000"/>
            </a:solidFill>
            <a:round/>
            <a:headEnd type="none"/>
            <a:tailEnd type="none"/>
          </a:ln>
        </p:spPr>
      </p:sp>
      <p:sp>
        <p:nvSpPr>
          <p:cNvPr id="399" name="synapse model / 0398 side cell boundary"/>
          <p:cNvSpPr/>
          <p:nvPr/>
        </p:nvSpPr>
        <p:spPr>
          <a:xfrm>
            <a:off x="3721608" y="1658112"/>
            <a:ext cx="155448" cy="128016"/>
          </a:xfrm>
          <a:custGeom>
            <a:avLst/>
            <a:gdLst/>
            <a:ahLst/>
            <a:cxnLst/>
            <a:rect l="0" t="0" r="r" b="b"/>
            <a:pathLst>
              <a:path w="17000" h="14000" fill="none" stroke="1" extrusionOk="0">
                <a:moveTo>
                  <a:pt x="0" y="0"/>
                </a:moveTo>
                <a:lnTo>
                  <a:pt x="17000" y="14000"/>
                </a:lnTo>
              </a:path>
            </a:pathLst>
          </a:custGeom>
          <a:noFill/>
          <a:ln w="16459" cap="rnd" cmpd="sng" algn="ctr">
            <a:solidFill>
              <a:srgbClr val="000000"/>
            </a:solidFill>
            <a:round/>
            <a:headEnd type="none"/>
            <a:tailEnd type="none"/>
          </a:ln>
        </p:spPr>
      </p:sp>
      <p:sp>
        <p:nvSpPr>
          <p:cNvPr id="400" name="synapse model / 0399 stack cell boundary"/>
          <p:cNvSpPr/>
          <p:nvPr/>
        </p:nvSpPr>
        <p:spPr>
          <a:xfrm>
            <a:off x="3063240" y="1993392"/>
            <a:ext cx="658368" cy="914"/>
          </a:xfrm>
          <a:custGeom>
            <a:avLst/>
            <a:gdLst/>
            <a:ahLst/>
            <a:cxnLst/>
            <a:rect l="0" t="0" r="r" b="b"/>
            <a:pathLst>
              <a:path w="72000" h="100" fill="none" stroke="1" extrusionOk="0">
                <a:moveTo>
                  <a:pt x="0" y="0"/>
                </a:moveTo>
                <a:lnTo>
                  <a:pt x="72000" y="0"/>
                </a:lnTo>
              </a:path>
            </a:pathLst>
          </a:custGeom>
          <a:noFill/>
          <a:ln w="23774" cap="rnd" cmpd="sng" algn="ctr">
            <a:solidFill>
              <a:srgbClr val="000000"/>
            </a:solidFill>
            <a:round/>
            <a:headEnd type="none"/>
            <a:tailEnd type="none"/>
          </a:ln>
        </p:spPr>
      </p:sp>
      <p:sp>
        <p:nvSpPr>
          <p:cNvPr id="401" name="synapse model / 0400 side cell boundary"/>
          <p:cNvSpPr/>
          <p:nvPr/>
        </p:nvSpPr>
        <p:spPr>
          <a:xfrm>
            <a:off x="3721608" y="1993392"/>
            <a:ext cx="155448" cy="128016"/>
          </a:xfrm>
          <a:custGeom>
            <a:avLst/>
            <a:gdLst/>
            <a:ahLst/>
            <a:cxnLst/>
            <a:rect l="0" t="0" r="r" b="b"/>
            <a:pathLst>
              <a:path w="17000" h="14000" fill="none" stroke="1" extrusionOk="0">
                <a:moveTo>
                  <a:pt x="0" y="0"/>
                </a:moveTo>
                <a:lnTo>
                  <a:pt x="17000" y="14000"/>
                </a:lnTo>
              </a:path>
            </a:pathLst>
          </a:custGeom>
          <a:noFill/>
          <a:ln w="16459" cap="rnd" cmpd="sng" algn="ctr">
            <a:solidFill>
              <a:srgbClr val="000000"/>
            </a:solidFill>
            <a:round/>
            <a:headEnd type="none"/>
            <a:tailEnd type="none"/>
          </a:ln>
        </p:spPr>
      </p:sp>
      <p:sp>
        <p:nvSpPr>
          <p:cNvPr id="402" name="synapse model / 0401 stack cell boundary"/>
          <p:cNvSpPr/>
          <p:nvPr/>
        </p:nvSpPr>
        <p:spPr>
          <a:xfrm>
            <a:off x="3063240" y="2328672"/>
            <a:ext cx="658368" cy="914"/>
          </a:xfrm>
          <a:custGeom>
            <a:avLst/>
            <a:gdLst/>
            <a:ahLst/>
            <a:cxnLst/>
            <a:rect l="0" t="0" r="r" b="b"/>
            <a:pathLst>
              <a:path w="72000" h="100" fill="none" stroke="1" extrusionOk="0">
                <a:moveTo>
                  <a:pt x="0" y="0"/>
                </a:moveTo>
                <a:lnTo>
                  <a:pt x="72000" y="0"/>
                </a:lnTo>
              </a:path>
            </a:pathLst>
          </a:custGeom>
          <a:noFill/>
          <a:ln w="23774" cap="rnd" cmpd="sng" algn="ctr">
            <a:solidFill>
              <a:srgbClr val="000000"/>
            </a:solidFill>
            <a:round/>
            <a:headEnd type="none"/>
            <a:tailEnd type="none"/>
          </a:ln>
        </p:spPr>
      </p:sp>
      <p:sp>
        <p:nvSpPr>
          <p:cNvPr id="403" name="synapse model / 0402 side cell boundary"/>
          <p:cNvSpPr/>
          <p:nvPr/>
        </p:nvSpPr>
        <p:spPr>
          <a:xfrm>
            <a:off x="3721608" y="2328672"/>
            <a:ext cx="155448" cy="128016"/>
          </a:xfrm>
          <a:custGeom>
            <a:avLst/>
            <a:gdLst/>
            <a:ahLst/>
            <a:cxnLst/>
            <a:rect l="0" t="0" r="r" b="b"/>
            <a:pathLst>
              <a:path w="17000" h="14000" fill="none" stroke="1" extrusionOk="0">
                <a:moveTo>
                  <a:pt x="0" y="0"/>
                </a:moveTo>
                <a:lnTo>
                  <a:pt x="17000" y="14000"/>
                </a:lnTo>
              </a:path>
            </a:pathLst>
          </a:custGeom>
          <a:noFill/>
          <a:ln w="16459" cap="rnd" cmpd="sng" algn="ctr">
            <a:solidFill>
              <a:srgbClr val="000000"/>
            </a:solidFill>
            <a:round/>
            <a:headEnd type="none"/>
            <a:tailEnd type="none"/>
          </a:ln>
        </p:spPr>
      </p:sp>
      <p:sp>
        <p:nvSpPr>
          <p:cNvPr id="404" name="synapse model / 0403 stack cell boundary"/>
          <p:cNvSpPr/>
          <p:nvPr/>
        </p:nvSpPr>
        <p:spPr>
          <a:xfrm>
            <a:off x="3063240" y="2663952"/>
            <a:ext cx="658368" cy="914"/>
          </a:xfrm>
          <a:custGeom>
            <a:avLst/>
            <a:gdLst/>
            <a:ahLst/>
            <a:cxnLst/>
            <a:rect l="0" t="0" r="r" b="b"/>
            <a:pathLst>
              <a:path w="72000" h="100" fill="none" stroke="1" extrusionOk="0">
                <a:moveTo>
                  <a:pt x="0" y="0"/>
                </a:moveTo>
                <a:lnTo>
                  <a:pt x="72000" y="0"/>
                </a:lnTo>
              </a:path>
            </a:pathLst>
          </a:custGeom>
          <a:noFill/>
          <a:ln w="23774" cap="rnd" cmpd="sng" algn="ctr">
            <a:solidFill>
              <a:srgbClr val="000000"/>
            </a:solidFill>
            <a:round/>
            <a:headEnd type="none"/>
            <a:tailEnd type="none"/>
          </a:ln>
        </p:spPr>
      </p:sp>
      <p:sp>
        <p:nvSpPr>
          <p:cNvPr id="405" name="synapse model / 0404 side cell boundary"/>
          <p:cNvSpPr/>
          <p:nvPr/>
        </p:nvSpPr>
        <p:spPr>
          <a:xfrm>
            <a:off x="3721608" y="2663952"/>
            <a:ext cx="155448" cy="128016"/>
          </a:xfrm>
          <a:custGeom>
            <a:avLst/>
            <a:gdLst/>
            <a:ahLst/>
            <a:cxnLst/>
            <a:rect l="0" t="0" r="r" b="b"/>
            <a:pathLst>
              <a:path w="17000" h="14000" fill="none" stroke="1" extrusionOk="0">
                <a:moveTo>
                  <a:pt x="0" y="0"/>
                </a:moveTo>
                <a:lnTo>
                  <a:pt x="17000" y="14000"/>
                </a:lnTo>
              </a:path>
            </a:pathLst>
          </a:custGeom>
          <a:noFill/>
          <a:ln w="16459" cap="rnd" cmpd="sng" algn="ctr">
            <a:solidFill>
              <a:srgbClr val="000000"/>
            </a:solidFill>
            <a:round/>
            <a:headEnd type="none"/>
            <a:tailEnd type="none"/>
          </a:ln>
        </p:spPr>
      </p:sp>
      <p:sp>
        <p:nvSpPr>
          <p:cNvPr id="406" name="synapse model / 0405 stack cell boundary"/>
          <p:cNvSpPr/>
          <p:nvPr/>
        </p:nvSpPr>
        <p:spPr>
          <a:xfrm>
            <a:off x="3063240" y="2999232"/>
            <a:ext cx="658368" cy="914"/>
          </a:xfrm>
          <a:custGeom>
            <a:avLst/>
            <a:gdLst/>
            <a:ahLst/>
            <a:cxnLst/>
            <a:rect l="0" t="0" r="r" b="b"/>
            <a:pathLst>
              <a:path w="72000" h="100" fill="none" stroke="1" extrusionOk="0">
                <a:moveTo>
                  <a:pt x="0" y="0"/>
                </a:moveTo>
                <a:lnTo>
                  <a:pt x="72000" y="0"/>
                </a:lnTo>
              </a:path>
            </a:pathLst>
          </a:custGeom>
          <a:noFill/>
          <a:ln w="23774" cap="rnd" cmpd="sng" algn="ctr">
            <a:solidFill>
              <a:srgbClr val="000000"/>
            </a:solidFill>
            <a:round/>
            <a:headEnd type="none"/>
            <a:tailEnd type="none"/>
          </a:ln>
        </p:spPr>
      </p:sp>
      <p:sp>
        <p:nvSpPr>
          <p:cNvPr id="407" name="synapse model / 0406 side cell boundary"/>
          <p:cNvSpPr/>
          <p:nvPr/>
        </p:nvSpPr>
        <p:spPr>
          <a:xfrm>
            <a:off x="3721608" y="2999232"/>
            <a:ext cx="155448" cy="128016"/>
          </a:xfrm>
          <a:custGeom>
            <a:avLst/>
            <a:gdLst/>
            <a:ahLst/>
            <a:cxnLst/>
            <a:rect l="0" t="0" r="r" b="b"/>
            <a:pathLst>
              <a:path w="17000" h="14000" fill="none" stroke="1" extrusionOk="0">
                <a:moveTo>
                  <a:pt x="0" y="0"/>
                </a:moveTo>
                <a:lnTo>
                  <a:pt x="17000" y="14000"/>
                </a:lnTo>
              </a:path>
            </a:pathLst>
          </a:custGeom>
          <a:noFill/>
          <a:ln w="16459" cap="rnd" cmpd="sng" algn="ctr">
            <a:solidFill>
              <a:srgbClr val="000000"/>
            </a:solidFill>
            <a:round/>
            <a:headEnd type="none"/>
            <a:tailEnd type="none"/>
          </a:ln>
        </p:spPr>
      </p:sp>
      <p:sp>
        <p:nvSpPr>
          <p:cNvPr id="408" name="synapse model / 0407 stack cell boundary"/>
          <p:cNvSpPr/>
          <p:nvPr/>
        </p:nvSpPr>
        <p:spPr>
          <a:xfrm>
            <a:off x="3063240" y="3334512"/>
            <a:ext cx="658368" cy="914"/>
          </a:xfrm>
          <a:custGeom>
            <a:avLst/>
            <a:gdLst/>
            <a:ahLst/>
            <a:cxnLst/>
            <a:rect l="0" t="0" r="r" b="b"/>
            <a:pathLst>
              <a:path w="72000" h="100" fill="none" stroke="1" extrusionOk="0">
                <a:moveTo>
                  <a:pt x="0" y="0"/>
                </a:moveTo>
                <a:lnTo>
                  <a:pt x="72000" y="0"/>
                </a:lnTo>
              </a:path>
            </a:pathLst>
          </a:custGeom>
          <a:noFill/>
          <a:ln w="23774" cap="rnd" cmpd="sng" algn="ctr">
            <a:solidFill>
              <a:srgbClr val="000000"/>
            </a:solidFill>
            <a:round/>
            <a:headEnd type="none"/>
            <a:tailEnd type="none"/>
          </a:ln>
        </p:spPr>
      </p:sp>
      <p:sp>
        <p:nvSpPr>
          <p:cNvPr id="409" name="synapse model / 0408 side cell boundary"/>
          <p:cNvSpPr/>
          <p:nvPr/>
        </p:nvSpPr>
        <p:spPr>
          <a:xfrm>
            <a:off x="3721608" y="3334512"/>
            <a:ext cx="155448" cy="128016"/>
          </a:xfrm>
          <a:custGeom>
            <a:avLst/>
            <a:gdLst/>
            <a:ahLst/>
            <a:cxnLst/>
            <a:rect l="0" t="0" r="r" b="b"/>
            <a:pathLst>
              <a:path w="17000" h="14000" fill="none" stroke="1" extrusionOk="0">
                <a:moveTo>
                  <a:pt x="0" y="0"/>
                </a:moveTo>
                <a:lnTo>
                  <a:pt x="17000" y="14000"/>
                </a:lnTo>
              </a:path>
            </a:pathLst>
          </a:custGeom>
          <a:noFill/>
          <a:ln w="16459" cap="rnd" cmpd="sng" algn="ctr">
            <a:solidFill>
              <a:srgbClr val="000000"/>
            </a:solidFill>
            <a:round/>
            <a:headEnd type="none"/>
            <a:tailEnd type="none"/>
          </a:ln>
        </p:spPr>
      </p:sp>
      <p:sp>
        <p:nvSpPr>
          <p:cNvPr id="410" name="synapse model / 0409 stack cell boundary"/>
          <p:cNvSpPr/>
          <p:nvPr/>
        </p:nvSpPr>
        <p:spPr>
          <a:xfrm>
            <a:off x="3063240" y="3669792"/>
            <a:ext cx="658368" cy="914"/>
          </a:xfrm>
          <a:custGeom>
            <a:avLst/>
            <a:gdLst/>
            <a:ahLst/>
            <a:cxnLst/>
            <a:rect l="0" t="0" r="r" b="b"/>
            <a:pathLst>
              <a:path w="72000" h="100" fill="none" stroke="1" extrusionOk="0">
                <a:moveTo>
                  <a:pt x="0" y="0"/>
                </a:moveTo>
                <a:lnTo>
                  <a:pt x="72000" y="0"/>
                </a:lnTo>
              </a:path>
            </a:pathLst>
          </a:custGeom>
          <a:noFill/>
          <a:ln w="23774" cap="rnd" cmpd="sng" algn="ctr">
            <a:solidFill>
              <a:srgbClr val="000000"/>
            </a:solidFill>
            <a:round/>
            <a:headEnd type="none"/>
            <a:tailEnd type="none"/>
          </a:ln>
        </p:spPr>
      </p:sp>
      <p:sp>
        <p:nvSpPr>
          <p:cNvPr id="411" name="synapse model / 0410 side cell boundary"/>
          <p:cNvSpPr/>
          <p:nvPr/>
        </p:nvSpPr>
        <p:spPr>
          <a:xfrm>
            <a:off x="3721608" y="3669792"/>
            <a:ext cx="155448" cy="128016"/>
          </a:xfrm>
          <a:custGeom>
            <a:avLst/>
            <a:gdLst/>
            <a:ahLst/>
            <a:cxnLst/>
            <a:rect l="0" t="0" r="r" b="b"/>
            <a:pathLst>
              <a:path w="17000" h="14000" fill="none" stroke="1" extrusionOk="0">
                <a:moveTo>
                  <a:pt x="0" y="0"/>
                </a:moveTo>
                <a:lnTo>
                  <a:pt x="17000" y="14000"/>
                </a:lnTo>
              </a:path>
            </a:pathLst>
          </a:custGeom>
          <a:noFill/>
          <a:ln w="16459" cap="rnd" cmpd="sng" algn="ctr">
            <a:solidFill>
              <a:srgbClr val="000000"/>
            </a:solidFill>
            <a:round/>
            <a:headEnd type="none"/>
            <a:tailEnd type="none"/>
          </a:ln>
        </p:spPr>
      </p:sp>
      <p:sp>
        <p:nvSpPr>
          <p:cNvPr id="412" name="synapse model / 0411 stack cell boundary"/>
          <p:cNvSpPr/>
          <p:nvPr/>
        </p:nvSpPr>
        <p:spPr>
          <a:xfrm>
            <a:off x="3063240" y="4005072"/>
            <a:ext cx="658368" cy="914"/>
          </a:xfrm>
          <a:custGeom>
            <a:avLst/>
            <a:gdLst/>
            <a:ahLst/>
            <a:cxnLst/>
            <a:rect l="0" t="0" r="r" b="b"/>
            <a:pathLst>
              <a:path w="72000" h="100" fill="none" stroke="1" extrusionOk="0">
                <a:moveTo>
                  <a:pt x="0" y="0"/>
                </a:moveTo>
                <a:lnTo>
                  <a:pt x="72000" y="0"/>
                </a:lnTo>
              </a:path>
            </a:pathLst>
          </a:custGeom>
          <a:noFill/>
          <a:ln w="23774" cap="rnd" cmpd="sng" algn="ctr">
            <a:solidFill>
              <a:srgbClr val="000000"/>
            </a:solidFill>
            <a:round/>
            <a:headEnd type="none"/>
            <a:tailEnd type="none"/>
          </a:ln>
        </p:spPr>
      </p:sp>
      <p:sp>
        <p:nvSpPr>
          <p:cNvPr id="413" name="synapse model / 0412 side cell boundary"/>
          <p:cNvSpPr/>
          <p:nvPr/>
        </p:nvSpPr>
        <p:spPr>
          <a:xfrm>
            <a:off x="3721608" y="4005072"/>
            <a:ext cx="155448" cy="128016"/>
          </a:xfrm>
          <a:custGeom>
            <a:avLst/>
            <a:gdLst/>
            <a:ahLst/>
            <a:cxnLst/>
            <a:rect l="0" t="0" r="r" b="b"/>
            <a:pathLst>
              <a:path w="17000" h="14000" fill="none" stroke="1" extrusionOk="0">
                <a:moveTo>
                  <a:pt x="0" y="0"/>
                </a:moveTo>
                <a:lnTo>
                  <a:pt x="17000" y="14000"/>
                </a:lnTo>
              </a:path>
            </a:pathLst>
          </a:custGeom>
          <a:noFill/>
          <a:ln w="16459" cap="rnd" cmpd="sng" algn="ctr">
            <a:solidFill>
              <a:srgbClr val="000000"/>
            </a:solidFill>
            <a:round/>
            <a:headEnd type="none"/>
            <a:tailEnd type="none"/>
          </a:ln>
        </p:spPr>
      </p:sp>
      <p:sp>
        <p:nvSpPr>
          <p:cNvPr id="414" name="synapse model / 0413 stack cell boundary"/>
          <p:cNvSpPr/>
          <p:nvPr/>
        </p:nvSpPr>
        <p:spPr>
          <a:xfrm>
            <a:off x="3063240" y="4340352"/>
            <a:ext cx="658368" cy="914"/>
          </a:xfrm>
          <a:custGeom>
            <a:avLst/>
            <a:gdLst/>
            <a:ahLst/>
            <a:cxnLst/>
            <a:rect l="0" t="0" r="r" b="b"/>
            <a:pathLst>
              <a:path w="72000" h="100" fill="none" stroke="1" extrusionOk="0">
                <a:moveTo>
                  <a:pt x="0" y="0"/>
                </a:moveTo>
                <a:lnTo>
                  <a:pt x="72000" y="0"/>
                </a:lnTo>
              </a:path>
            </a:pathLst>
          </a:custGeom>
          <a:noFill/>
          <a:ln w="23774" cap="rnd" cmpd="sng" algn="ctr">
            <a:solidFill>
              <a:srgbClr val="000000"/>
            </a:solidFill>
            <a:round/>
            <a:headEnd type="none"/>
            <a:tailEnd type="none"/>
          </a:ln>
        </p:spPr>
      </p:sp>
      <p:sp>
        <p:nvSpPr>
          <p:cNvPr id="415" name="synapse model / 0414 side cell boundary"/>
          <p:cNvSpPr/>
          <p:nvPr/>
        </p:nvSpPr>
        <p:spPr>
          <a:xfrm>
            <a:off x="3721608" y="4340352"/>
            <a:ext cx="155448" cy="128016"/>
          </a:xfrm>
          <a:custGeom>
            <a:avLst/>
            <a:gdLst/>
            <a:ahLst/>
            <a:cxnLst/>
            <a:rect l="0" t="0" r="r" b="b"/>
            <a:pathLst>
              <a:path w="17000" h="14000" fill="none" stroke="1" extrusionOk="0">
                <a:moveTo>
                  <a:pt x="0" y="0"/>
                </a:moveTo>
                <a:lnTo>
                  <a:pt x="17000" y="14000"/>
                </a:lnTo>
              </a:path>
            </a:pathLst>
          </a:custGeom>
          <a:noFill/>
          <a:ln w="16459" cap="rnd" cmpd="sng" algn="ctr">
            <a:solidFill>
              <a:srgbClr val="000000"/>
            </a:solidFill>
            <a:round/>
            <a:headEnd type="none"/>
            <a:tailEnd type="none"/>
          </a:ln>
        </p:spPr>
      </p:sp>
      <p:sp>
        <p:nvSpPr>
          <p:cNvPr id="416" name="synapse model / 0415 stack cell boundary"/>
          <p:cNvSpPr/>
          <p:nvPr/>
        </p:nvSpPr>
        <p:spPr>
          <a:xfrm>
            <a:off x="3063240" y="4675632"/>
            <a:ext cx="658368" cy="914"/>
          </a:xfrm>
          <a:custGeom>
            <a:avLst/>
            <a:gdLst/>
            <a:ahLst/>
            <a:cxnLst/>
            <a:rect l="0" t="0" r="r" b="b"/>
            <a:pathLst>
              <a:path w="72000" h="100" fill="none" stroke="1" extrusionOk="0">
                <a:moveTo>
                  <a:pt x="0" y="0"/>
                </a:moveTo>
                <a:lnTo>
                  <a:pt x="72000" y="0"/>
                </a:lnTo>
              </a:path>
            </a:pathLst>
          </a:custGeom>
          <a:noFill/>
          <a:ln w="23774" cap="rnd" cmpd="sng" algn="ctr">
            <a:solidFill>
              <a:srgbClr val="000000"/>
            </a:solidFill>
            <a:round/>
            <a:headEnd type="none"/>
            <a:tailEnd type="none"/>
          </a:ln>
        </p:spPr>
      </p:sp>
      <p:sp>
        <p:nvSpPr>
          <p:cNvPr id="417" name="synapse model / 0416 side cell boundary"/>
          <p:cNvSpPr/>
          <p:nvPr/>
        </p:nvSpPr>
        <p:spPr>
          <a:xfrm>
            <a:off x="3721608" y="4675632"/>
            <a:ext cx="155448" cy="128016"/>
          </a:xfrm>
          <a:custGeom>
            <a:avLst/>
            <a:gdLst/>
            <a:ahLst/>
            <a:cxnLst/>
            <a:rect l="0" t="0" r="r" b="b"/>
            <a:pathLst>
              <a:path w="17000" h="14000" fill="none" stroke="1" extrusionOk="0">
                <a:moveTo>
                  <a:pt x="0" y="0"/>
                </a:moveTo>
                <a:lnTo>
                  <a:pt x="17000" y="14000"/>
                </a:lnTo>
              </a:path>
            </a:pathLst>
          </a:custGeom>
          <a:noFill/>
          <a:ln w="16459" cap="rnd" cmpd="sng" algn="ctr">
            <a:solidFill>
              <a:srgbClr val="000000"/>
            </a:solidFill>
            <a:round/>
            <a:headEnd type="none"/>
            <a:tailEnd type="none"/>
          </a:ln>
        </p:spPr>
      </p:sp>
      <p:sp>
        <p:nvSpPr>
          <p:cNvPr id="418" name="synapse model / 0417 stack side"/>
          <p:cNvSpPr/>
          <p:nvPr/>
        </p:nvSpPr>
        <p:spPr>
          <a:xfrm>
            <a:off x="2404872" y="2331720"/>
            <a:ext cx="146304" cy="1353312"/>
          </a:xfrm>
          <a:custGeom>
            <a:avLst/>
            <a:gdLst/>
            <a:ahLst/>
            <a:cxnLst/>
            <a:rect l="0" t="0" r="r" b="b"/>
            <a:pathLst>
              <a:path w="16000" h="148000" fill="norm" stroke="1" extrusionOk="0">
                <a:moveTo>
                  <a:pt x="0" y="0"/>
                </a:moveTo>
                <a:lnTo>
                  <a:pt x="16000" y="7000"/>
                </a:lnTo>
                <a:lnTo>
                  <a:pt x="16000" y="148000"/>
                </a:lnTo>
                <a:lnTo>
                  <a:pt x="0" y="148000"/>
                </a:lnTo>
                <a:close/>
              </a:path>
            </a:pathLst>
          </a:custGeom>
          <a:gradFill rotWithShape="1">
            <a:gsLst>
              <a:gs pos="0">
                <a:srgbClr val="DEDEDE"/>
              </a:gs>
              <a:gs pos="100000">
                <a:srgbClr val="BBBBBB"/>
              </a:gs>
            </a:gsLst>
            <a:lin ang="0" scaled="1"/>
            <a:tileRect/>
          </a:gradFill>
          <a:ln w="20117" cap="rnd" cmpd="sng" algn="ctr">
            <a:solidFill>
              <a:srgbClr val="000000"/>
            </a:solidFill>
            <a:round/>
            <a:headEnd type="none"/>
            <a:tailEnd type="none"/>
          </a:ln>
        </p:spPr>
      </p:sp>
      <p:sp>
        <p:nvSpPr>
          <p:cNvPr id="419" name="synapse model / 0418 activation stack"/>
          <p:cNvSpPr/>
          <p:nvPr/>
        </p:nvSpPr>
        <p:spPr>
          <a:xfrm>
            <a:off x="1737360" y="2331720"/>
            <a:ext cx="667512" cy="1353312"/>
          </a:xfrm>
          <a:custGeom>
            <a:avLst/>
            <a:gdLst/>
            <a:ahLst/>
            <a:cxnLst/>
            <a:rect l="0" t="0" r="r" b="b"/>
            <a:pathLst>
              <a:path w="73000" h="148000" fill="norm" stroke="1" extrusionOk="0">
                <a:moveTo>
                  <a:pt x="0" y="0"/>
                </a:moveTo>
                <a:lnTo>
                  <a:pt x="73000" y="0"/>
                </a:lnTo>
                <a:lnTo>
                  <a:pt x="73000" y="148000"/>
                </a:lnTo>
                <a:lnTo>
                  <a:pt x="0" y="148000"/>
                </a:lnTo>
                <a:close/>
              </a:path>
            </a:pathLst>
          </a:custGeom>
          <a:gradFill rotWithShape="1">
            <a:gsLst>
              <a:gs pos="0">
                <a:srgbClr val="B2B2B2"/>
              </a:gs>
              <a:gs pos="100000">
                <a:srgbClr val="E4E4E4"/>
              </a:gs>
            </a:gsLst>
            <a:lin ang="5400000" scaled="1"/>
            <a:tileRect/>
          </a:gradFill>
          <a:ln w="21946" cap="rnd" cmpd="sng" algn="ctr">
            <a:solidFill>
              <a:srgbClr val="000000"/>
            </a:solidFill>
            <a:round/>
            <a:headEnd type="none"/>
            <a:tailEnd type="none"/>
          </a:ln>
        </p:spPr>
      </p:sp>
      <p:sp>
        <p:nvSpPr>
          <p:cNvPr id="420" name="synapse model / 0419 paper texture"/>
          <p:cNvSpPr/>
          <p:nvPr/>
        </p:nvSpPr>
        <p:spPr>
          <a:xfrm>
            <a:off x="1736688" y="2344722"/>
            <a:ext cx="667581" cy="1334083"/>
          </a:xfrm>
          <a:custGeom>
            <a:avLst/>
            <a:gdLst/>
            <a:ahLst/>
            <a:cxnLst/>
            <a:rect l="0" t="0" r="r" b="b"/>
            <a:pathLst>
              <a:path w="73008" h="145897" fill="norm" stroke="1" extrusionOk="0">
                <a:moveTo>
                  <a:pt x="8551" y="101453"/>
                </a:moveTo>
                <a:lnTo>
                  <a:pt x="10108" y="103164"/>
                </a:lnTo>
                <a:lnTo>
                  <a:pt x="7773" y="102308"/>
                </a:lnTo>
                <a:close/>
                <a:moveTo>
                  <a:pt x="20052" y="36666"/>
                </a:moveTo>
                <a:lnTo>
                  <a:pt x="21760" y="37953"/>
                </a:lnTo>
                <a:lnTo>
                  <a:pt x="19198" y="37309"/>
                </a:lnTo>
                <a:close/>
                <a:moveTo>
                  <a:pt x="22283" y="98792"/>
                </a:moveTo>
                <a:lnTo>
                  <a:pt x="23366" y="100258"/>
                </a:lnTo>
                <a:lnTo>
                  <a:pt x="21741" y="99525"/>
                </a:lnTo>
                <a:close/>
                <a:moveTo>
                  <a:pt x="9361" y="31952"/>
                </a:moveTo>
                <a:lnTo>
                  <a:pt x="11379" y="32789"/>
                </a:lnTo>
                <a:lnTo>
                  <a:pt x="8353" y="32370"/>
                </a:lnTo>
                <a:close/>
                <a:moveTo>
                  <a:pt x="19302" y="116199"/>
                </a:moveTo>
                <a:lnTo>
                  <a:pt x="20820" y="116723"/>
                </a:lnTo>
                <a:lnTo>
                  <a:pt x="18542" y="116461"/>
                </a:lnTo>
                <a:close/>
                <a:moveTo>
                  <a:pt x="39667" y="95858"/>
                </a:moveTo>
                <a:lnTo>
                  <a:pt x="40322" y="97136"/>
                </a:lnTo>
                <a:lnTo>
                  <a:pt x="39339" y="96497"/>
                </a:lnTo>
                <a:close/>
                <a:moveTo>
                  <a:pt x="9685" y="48453"/>
                </a:moveTo>
                <a:lnTo>
                  <a:pt x="10189" y="49059"/>
                </a:lnTo>
                <a:lnTo>
                  <a:pt x="9433" y="48756"/>
                </a:lnTo>
                <a:close/>
                <a:moveTo>
                  <a:pt x="69533" y="58111"/>
                </a:moveTo>
                <a:lnTo>
                  <a:pt x="71716" y="59069"/>
                </a:lnTo>
                <a:lnTo>
                  <a:pt x="68442" y="58590"/>
                </a:lnTo>
                <a:close/>
                <a:moveTo>
                  <a:pt x="43601" y="126104"/>
                </a:moveTo>
                <a:lnTo>
                  <a:pt x="45221" y="126572"/>
                </a:lnTo>
                <a:lnTo>
                  <a:pt x="42790" y="126338"/>
                </a:lnTo>
                <a:close/>
                <a:moveTo>
                  <a:pt x="42309" y="91469"/>
                </a:moveTo>
                <a:lnTo>
                  <a:pt x="42995" y="91911"/>
                </a:lnTo>
                <a:lnTo>
                  <a:pt x="41967" y="91690"/>
                </a:lnTo>
                <a:close/>
                <a:moveTo>
                  <a:pt x="62309" y="74076"/>
                </a:moveTo>
                <a:lnTo>
                  <a:pt x="63018" y="75055"/>
                </a:lnTo>
                <a:lnTo>
                  <a:pt x="61955" y="74566"/>
                </a:lnTo>
                <a:close/>
                <a:moveTo>
                  <a:pt x="16347" y="115323"/>
                </a:moveTo>
                <a:lnTo>
                  <a:pt x="17623" y="115777"/>
                </a:lnTo>
                <a:lnTo>
                  <a:pt x="15709" y="115550"/>
                </a:lnTo>
                <a:close/>
                <a:moveTo>
                  <a:pt x="58342" y="12561"/>
                </a:moveTo>
                <a:lnTo>
                  <a:pt x="59212" y="12903"/>
                </a:lnTo>
                <a:lnTo>
                  <a:pt x="57908" y="12732"/>
                </a:lnTo>
                <a:close/>
                <a:moveTo>
                  <a:pt x="52897" y="16090"/>
                </a:moveTo>
                <a:lnTo>
                  <a:pt x="54220" y="16529"/>
                </a:lnTo>
                <a:lnTo>
                  <a:pt x="52236" y="16310"/>
                </a:lnTo>
                <a:close/>
                <a:moveTo>
                  <a:pt x="34704" y="98957"/>
                </a:moveTo>
                <a:lnTo>
                  <a:pt x="36044" y="99940"/>
                </a:lnTo>
                <a:lnTo>
                  <a:pt x="34034" y="99448"/>
                </a:lnTo>
                <a:close/>
                <a:moveTo>
                  <a:pt x="35014" y="62949"/>
                </a:moveTo>
                <a:lnTo>
                  <a:pt x="36466" y="63392"/>
                </a:lnTo>
                <a:lnTo>
                  <a:pt x="34289" y="63170"/>
                </a:lnTo>
                <a:close/>
                <a:moveTo>
                  <a:pt x="34290" y="33836"/>
                </a:moveTo>
                <a:lnTo>
                  <a:pt x="36241" y="35545"/>
                </a:lnTo>
                <a:lnTo>
                  <a:pt x="33314" y="34691"/>
                </a:lnTo>
                <a:close/>
                <a:moveTo>
                  <a:pt x="5725" y="20356"/>
                </a:moveTo>
                <a:lnTo>
                  <a:pt x="7376" y="21513"/>
                </a:lnTo>
                <a:lnTo>
                  <a:pt x="4899" y="20935"/>
                </a:lnTo>
                <a:close/>
                <a:moveTo>
                  <a:pt x="2411" y="101788"/>
                </a:moveTo>
                <a:lnTo>
                  <a:pt x="4507" y="102722"/>
                </a:lnTo>
                <a:lnTo>
                  <a:pt x="1363" y="102255"/>
                </a:lnTo>
                <a:close/>
                <a:moveTo>
                  <a:pt x="25398" y="82141"/>
                </a:moveTo>
                <a:lnTo>
                  <a:pt x="27485" y="82837"/>
                </a:lnTo>
                <a:lnTo>
                  <a:pt x="24354" y="82489"/>
                </a:lnTo>
                <a:close/>
                <a:moveTo>
                  <a:pt x="22233" y="26941"/>
                </a:moveTo>
                <a:lnTo>
                  <a:pt x="23746" y="27945"/>
                </a:lnTo>
                <a:lnTo>
                  <a:pt x="21477" y="27443"/>
                </a:lnTo>
                <a:close/>
                <a:moveTo>
                  <a:pt x="18999" y="55823"/>
                </a:moveTo>
                <a:lnTo>
                  <a:pt x="19413" y="56591"/>
                </a:lnTo>
                <a:lnTo>
                  <a:pt x="18791" y="56207"/>
                </a:lnTo>
                <a:close/>
                <a:moveTo>
                  <a:pt x="69877" y="84554"/>
                </a:moveTo>
                <a:lnTo>
                  <a:pt x="70750" y="86259"/>
                </a:lnTo>
                <a:lnTo>
                  <a:pt x="69440" y="85407"/>
                </a:lnTo>
                <a:close/>
                <a:moveTo>
                  <a:pt x="26153" y="36051"/>
                </a:moveTo>
                <a:lnTo>
                  <a:pt x="26568" y="36570"/>
                </a:lnTo>
                <a:lnTo>
                  <a:pt x="25945" y="36310"/>
                </a:lnTo>
                <a:close/>
                <a:moveTo>
                  <a:pt x="15006" y="32933"/>
                </a:moveTo>
                <a:lnTo>
                  <a:pt x="16971" y="33630"/>
                </a:lnTo>
                <a:lnTo>
                  <a:pt x="14024" y="33282"/>
                </a:lnTo>
                <a:close/>
                <a:moveTo>
                  <a:pt x="18476" y="87147"/>
                </a:moveTo>
                <a:lnTo>
                  <a:pt x="20522" y="87885"/>
                </a:lnTo>
                <a:lnTo>
                  <a:pt x="17452" y="87516"/>
                </a:lnTo>
                <a:close/>
                <a:moveTo>
                  <a:pt x="54385" y="53045"/>
                </a:moveTo>
                <a:lnTo>
                  <a:pt x="55773" y="54239"/>
                </a:lnTo>
                <a:lnTo>
                  <a:pt x="53691" y="53642"/>
                </a:lnTo>
                <a:close/>
                <a:moveTo>
                  <a:pt x="67035" y="109381"/>
                </a:moveTo>
                <a:lnTo>
                  <a:pt x="68325" y="110943"/>
                </a:lnTo>
                <a:lnTo>
                  <a:pt x="66390" y="110162"/>
                </a:lnTo>
                <a:close/>
                <a:moveTo>
                  <a:pt x="26726" y="55274"/>
                </a:moveTo>
                <a:lnTo>
                  <a:pt x="28852" y="56393"/>
                </a:lnTo>
                <a:lnTo>
                  <a:pt x="25663" y="55834"/>
                </a:lnTo>
                <a:close/>
                <a:moveTo>
                  <a:pt x="55214" y="45173"/>
                </a:moveTo>
                <a:lnTo>
                  <a:pt x="57258" y="46392"/>
                </a:lnTo>
                <a:lnTo>
                  <a:pt x="54193" y="45783"/>
                </a:lnTo>
                <a:close/>
                <a:moveTo>
                  <a:pt x="18385" y="134956"/>
                </a:moveTo>
                <a:lnTo>
                  <a:pt x="19603" y="135765"/>
                </a:lnTo>
                <a:lnTo>
                  <a:pt x="17776" y="135360"/>
                </a:lnTo>
                <a:close/>
                <a:moveTo>
                  <a:pt x="19466" y="14549"/>
                </a:moveTo>
                <a:lnTo>
                  <a:pt x="20187" y="15887"/>
                </a:lnTo>
                <a:lnTo>
                  <a:pt x="19106" y="15218"/>
                </a:lnTo>
                <a:close/>
                <a:moveTo>
                  <a:pt x="10918" y="37092"/>
                </a:moveTo>
                <a:lnTo>
                  <a:pt x="12096" y="38209"/>
                </a:lnTo>
                <a:lnTo>
                  <a:pt x="10329" y="37650"/>
                </a:lnTo>
                <a:close/>
                <a:moveTo>
                  <a:pt x="27709" y="113417"/>
                </a:moveTo>
                <a:lnTo>
                  <a:pt x="28534" y="114270"/>
                </a:lnTo>
                <a:lnTo>
                  <a:pt x="27296" y="113843"/>
                </a:lnTo>
                <a:close/>
                <a:moveTo>
                  <a:pt x="30824" y="18264"/>
                </a:moveTo>
                <a:lnTo>
                  <a:pt x="31585" y="18784"/>
                </a:lnTo>
                <a:lnTo>
                  <a:pt x="30443" y="18524"/>
                </a:lnTo>
                <a:close/>
                <a:moveTo>
                  <a:pt x="51851" y="20829"/>
                </a:moveTo>
                <a:lnTo>
                  <a:pt x="53437" y="21462"/>
                </a:lnTo>
                <a:lnTo>
                  <a:pt x="51058" y="21146"/>
                </a:lnTo>
                <a:close/>
                <a:moveTo>
                  <a:pt x="46360" y="94775"/>
                </a:moveTo>
                <a:lnTo>
                  <a:pt x="47364" y="96475"/>
                </a:lnTo>
                <a:lnTo>
                  <a:pt x="45858" y="95625"/>
                </a:lnTo>
                <a:close/>
                <a:moveTo>
                  <a:pt x="47049" y="80386"/>
                </a:moveTo>
                <a:lnTo>
                  <a:pt x="47484" y="81295"/>
                </a:lnTo>
                <a:lnTo>
                  <a:pt x="46831" y="80840"/>
                </a:lnTo>
                <a:close/>
                <a:moveTo>
                  <a:pt x="19698" y="67708"/>
                </a:moveTo>
                <a:lnTo>
                  <a:pt x="21775" y="69304"/>
                </a:lnTo>
                <a:lnTo>
                  <a:pt x="18660" y="68506"/>
                </a:lnTo>
                <a:close/>
                <a:moveTo>
                  <a:pt x="5407" y="98196"/>
                </a:moveTo>
                <a:lnTo>
                  <a:pt x="7485" y="99310"/>
                </a:lnTo>
                <a:lnTo>
                  <a:pt x="4368" y="98753"/>
                </a:lnTo>
                <a:close/>
                <a:moveTo>
                  <a:pt x="7846" y="125261"/>
                </a:moveTo>
                <a:lnTo>
                  <a:pt x="8985" y="127032"/>
                </a:lnTo>
                <a:lnTo>
                  <a:pt x="7277" y="126147"/>
                </a:lnTo>
                <a:close/>
                <a:moveTo>
                  <a:pt x="62286" y="119765"/>
                </a:moveTo>
                <a:lnTo>
                  <a:pt x="64359" y="120167"/>
                </a:lnTo>
                <a:lnTo>
                  <a:pt x="61250" y="119966"/>
                </a:lnTo>
                <a:close/>
                <a:moveTo>
                  <a:pt x="56638" y="43830"/>
                </a:moveTo>
                <a:lnTo>
                  <a:pt x="57238" y="44698"/>
                </a:lnTo>
                <a:lnTo>
                  <a:pt x="56338" y="44264"/>
                </a:lnTo>
                <a:close/>
                <a:moveTo>
                  <a:pt x="42297" y="285"/>
                </a:moveTo>
                <a:lnTo>
                  <a:pt x="43479" y="1761"/>
                </a:lnTo>
                <a:lnTo>
                  <a:pt x="41706" y="1023"/>
                </a:lnTo>
                <a:close/>
                <a:moveTo>
                  <a:pt x="35744" y="76160"/>
                </a:moveTo>
                <a:lnTo>
                  <a:pt x="36642" y="77917"/>
                </a:lnTo>
                <a:lnTo>
                  <a:pt x="35295" y="77038"/>
                </a:lnTo>
                <a:close/>
                <a:moveTo>
                  <a:pt x="18446" y="98345"/>
                </a:moveTo>
                <a:lnTo>
                  <a:pt x="19990" y="98646"/>
                </a:lnTo>
                <a:lnTo>
                  <a:pt x="17673" y="98496"/>
                </a:lnTo>
                <a:close/>
                <a:moveTo>
                  <a:pt x="70828" y="33720"/>
                </a:moveTo>
                <a:lnTo>
                  <a:pt x="73008" y="35412"/>
                </a:lnTo>
                <a:lnTo>
                  <a:pt x="69739" y="34566"/>
                </a:lnTo>
                <a:close/>
                <a:moveTo>
                  <a:pt x="64141" y="123590"/>
                </a:moveTo>
                <a:lnTo>
                  <a:pt x="65227" y="124558"/>
                </a:lnTo>
                <a:lnTo>
                  <a:pt x="63598" y="124074"/>
                </a:lnTo>
                <a:close/>
                <a:moveTo>
                  <a:pt x="25276" y="135298"/>
                </a:moveTo>
                <a:lnTo>
                  <a:pt x="25680" y="135803"/>
                </a:lnTo>
                <a:lnTo>
                  <a:pt x="25074" y="135551"/>
                </a:lnTo>
                <a:close/>
                <a:moveTo>
                  <a:pt x="68022" y="116515"/>
                </a:moveTo>
                <a:lnTo>
                  <a:pt x="69678" y="118267"/>
                </a:lnTo>
                <a:lnTo>
                  <a:pt x="67194" y="117391"/>
                </a:lnTo>
                <a:close/>
                <a:moveTo>
                  <a:pt x="37727" y="120692"/>
                </a:moveTo>
                <a:lnTo>
                  <a:pt x="38897" y="122343"/>
                </a:lnTo>
                <a:lnTo>
                  <a:pt x="37143" y="121517"/>
                </a:lnTo>
                <a:close/>
                <a:moveTo>
                  <a:pt x="5949" y="63135"/>
                </a:moveTo>
                <a:lnTo>
                  <a:pt x="7367" y="64626"/>
                </a:lnTo>
                <a:lnTo>
                  <a:pt x="5240" y="63880"/>
                </a:lnTo>
                <a:close/>
                <a:moveTo>
                  <a:pt x="30649" y="98264"/>
                </a:moveTo>
                <a:lnTo>
                  <a:pt x="32789" y="99193"/>
                </a:lnTo>
                <a:lnTo>
                  <a:pt x="29579" y="98729"/>
                </a:lnTo>
                <a:close/>
                <a:moveTo>
                  <a:pt x="15042" y="3969"/>
                </a:moveTo>
                <a:lnTo>
                  <a:pt x="16986" y="4983"/>
                </a:lnTo>
                <a:lnTo>
                  <a:pt x="14070" y="4476"/>
                </a:lnTo>
                <a:close/>
                <a:moveTo>
                  <a:pt x="28233" y="74930"/>
                </a:moveTo>
                <a:lnTo>
                  <a:pt x="28806" y="75563"/>
                </a:lnTo>
                <a:lnTo>
                  <a:pt x="27947" y="75247"/>
                </a:lnTo>
                <a:close/>
                <a:moveTo>
                  <a:pt x="17578" y="36568"/>
                </a:moveTo>
                <a:lnTo>
                  <a:pt x="19518" y="37238"/>
                </a:lnTo>
                <a:lnTo>
                  <a:pt x="16608" y="36903"/>
                </a:lnTo>
                <a:close/>
                <a:moveTo>
                  <a:pt x="7407" y="125252"/>
                </a:moveTo>
                <a:lnTo>
                  <a:pt x="8789" y="125594"/>
                </a:lnTo>
                <a:lnTo>
                  <a:pt x="6715" y="125423"/>
                </a:lnTo>
                <a:close/>
                <a:moveTo>
                  <a:pt x="48336" y="99083"/>
                </a:moveTo>
                <a:lnTo>
                  <a:pt x="49888" y="100544"/>
                </a:lnTo>
                <a:lnTo>
                  <a:pt x="47560" y="99814"/>
                </a:lnTo>
                <a:close/>
                <a:moveTo>
                  <a:pt x="30749" y="32186"/>
                </a:moveTo>
                <a:lnTo>
                  <a:pt x="32475" y="33424"/>
                </a:lnTo>
                <a:lnTo>
                  <a:pt x="29885" y="32805"/>
                </a:lnTo>
                <a:close/>
                <a:moveTo>
                  <a:pt x="50337" y="26207"/>
                </a:moveTo>
                <a:lnTo>
                  <a:pt x="51376" y="27544"/>
                </a:lnTo>
                <a:lnTo>
                  <a:pt x="49817" y="26876"/>
                </a:lnTo>
                <a:close/>
                <a:moveTo>
                  <a:pt x="27993" y="86935"/>
                </a:moveTo>
                <a:lnTo>
                  <a:pt x="29218" y="88367"/>
                </a:lnTo>
                <a:lnTo>
                  <a:pt x="27381" y="87651"/>
                </a:lnTo>
                <a:close/>
                <a:moveTo>
                  <a:pt x="25460" y="71773"/>
                </a:moveTo>
                <a:lnTo>
                  <a:pt x="27343" y="72539"/>
                </a:lnTo>
                <a:lnTo>
                  <a:pt x="24519" y="72156"/>
                </a:lnTo>
                <a:close/>
                <a:moveTo>
                  <a:pt x="13375" y="91887"/>
                </a:moveTo>
                <a:lnTo>
                  <a:pt x="13971" y="93472"/>
                </a:lnTo>
                <a:lnTo>
                  <a:pt x="13077" y="92679"/>
                </a:lnTo>
                <a:close/>
                <a:moveTo>
                  <a:pt x="20321" y="130679"/>
                </a:moveTo>
                <a:lnTo>
                  <a:pt x="21659" y="131210"/>
                </a:lnTo>
                <a:lnTo>
                  <a:pt x="19652" y="130944"/>
                </a:lnTo>
                <a:close/>
                <a:moveTo>
                  <a:pt x="37545" y="98543"/>
                </a:moveTo>
                <a:lnTo>
                  <a:pt x="38795" y="99796"/>
                </a:lnTo>
                <a:lnTo>
                  <a:pt x="36921" y="99169"/>
                </a:lnTo>
                <a:close/>
                <a:moveTo>
                  <a:pt x="26904" y="138661"/>
                </a:moveTo>
                <a:lnTo>
                  <a:pt x="27576" y="140158"/>
                </a:lnTo>
                <a:lnTo>
                  <a:pt x="26567" y="139409"/>
                </a:lnTo>
                <a:close/>
                <a:moveTo>
                  <a:pt x="2735" y="73116"/>
                </a:moveTo>
                <a:lnTo>
                  <a:pt x="3208" y="73614"/>
                </a:lnTo>
                <a:lnTo>
                  <a:pt x="2498" y="73365"/>
                </a:lnTo>
                <a:close/>
                <a:moveTo>
                  <a:pt x="42268" y="130706"/>
                </a:moveTo>
                <a:lnTo>
                  <a:pt x="43190" y="131610"/>
                </a:lnTo>
                <a:lnTo>
                  <a:pt x="41807" y="131158"/>
                </a:lnTo>
                <a:close/>
                <a:moveTo>
                  <a:pt x="34395" y="87312"/>
                </a:moveTo>
                <a:lnTo>
                  <a:pt x="35393" y="88139"/>
                </a:lnTo>
                <a:lnTo>
                  <a:pt x="33896" y="87725"/>
                </a:lnTo>
                <a:close/>
                <a:moveTo>
                  <a:pt x="60816" y="80144"/>
                </a:moveTo>
                <a:lnTo>
                  <a:pt x="61818" y="81671"/>
                </a:lnTo>
                <a:lnTo>
                  <a:pt x="60315" y="80908"/>
                </a:lnTo>
                <a:close/>
                <a:moveTo>
                  <a:pt x="71005" y="62249"/>
                </a:moveTo>
                <a:lnTo>
                  <a:pt x="71383" y="63007"/>
                </a:lnTo>
                <a:lnTo>
                  <a:pt x="70816" y="62628"/>
                </a:lnTo>
                <a:close/>
                <a:moveTo>
                  <a:pt x="63941" y="24496"/>
                </a:moveTo>
                <a:lnTo>
                  <a:pt x="64658" y="25984"/>
                </a:lnTo>
                <a:lnTo>
                  <a:pt x="63582" y="25240"/>
                </a:lnTo>
                <a:close/>
                <a:moveTo>
                  <a:pt x="9076" y="122748"/>
                </a:moveTo>
                <a:lnTo>
                  <a:pt x="9844" y="123630"/>
                </a:lnTo>
                <a:lnTo>
                  <a:pt x="8692" y="123189"/>
                </a:lnTo>
                <a:close/>
                <a:moveTo>
                  <a:pt x="42680" y="15835"/>
                </a:moveTo>
                <a:lnTo>
                  <a:pt x="44464" y="16793"/>
                </a:lnTo>
                <a:lnTo>
                  <a:pt x="41788" y="16314"/>
                </a:lnTo>
                <a:close/>
                <a:moveTo>
                  <a:pt x="54993" y="110365"/>
                </a:moveTo>
                <a:lnTo>
                  <a:pt x="55485" y="111899"/>
                </a:lnTo>
                <a:lnTo>
                  <a:pt x="54747" y="111132"/>
                </a:lnTo>
                <a:close/>
                <a:moveTo>
                  <a:pt x="58532" y="34629"/>
                </a:moveTo>
                <a:lnTo>
                  <a:pt x="59976" y="35237"/>
                </a:lnTo>
                <a:lnTo>
                  <a:pt x="57810" y="34933"/>
                </a:lnTo>
                <a:close/>
                <a:moveTo>
                  <a:pt x="38770" y="108595"/>
                </a:moveTo>
                <a:lnTo>
                  <a:pt x="39817" y="109694"/>
                </a:lnTo>
                <a:lnTo>
                  <a:pt x="38246" y="109145"/>
                </a:lnTo>
                <a:close/>
                <a:moveTo>
                  <a:pt x="10273" y="124732"/>
                </a:moveTo>
                <a:lnTo>
                  <a:pt x="11782" y="126277"/>
                </a:lnTo>
                <a:lnTo>
                  <a:pt x="9518" y="125505"/>
                </a:lnTo>
                <a:close/>
                <a:moveTo>
                  <a:pt x="6723" y="107654"/>
                </a:moveTo>
                <a:lnTo>
                  <a:pt x="7240" y="108789"/>
                </a:lnTo>
                <a:lnTo>
                  <a:pt x="6464" y="108221"/>
                </a:lnTo>
                <a:close/>
                <a:moveTo>
                  <a:pt x="17226" y="130302"/>
                </a:moveTo>
                <a:lnTo>
                  <a:pt x="17773" y="131312"/>
                </a:lnTo>
                <a:lnTo>
                  <a:pt x="16953" y="130807"/>
                </a:lnTo>
                <a:close/>
                <a:moveTo>
                  <a:pt x="34034" y="55535"/>
                </a:moveTo>
                <a:lnTo>
                  <a:pt x="34504" y="56834"/>
                </a:lnTo>
                <a:lnTo>
                  <a:pt x="33799" y="56184"/>
                </a:lnTo>
                <a:close/>
                <a:moveTo>
                  <a:pt x="69114" y="51918"/>
                </a:moveTo>
                <a:lnTo>
                  <a:pt x="71127" y="52726"/>
                </a:lnTo>
                <a:lnTo>
                  <a:pt x="68108" y="52322"/>
                </a:lnTo>
                <a:close/>
                <a:moveTo>
                  <a:pt x="20196" y="65516"/>
                </a:moveTo>
                <a:lnTo>
                  <a:pt x="22346" y="66985"/>
                </a:lnTo>
                <a:lnTo>
                  <a:pt x="19121" y="66250"/>
                </a:lnTo>
                <a:close/>
                <a:moveTo>
                  <a:pt x="45353" y="5326"/>
                </a:moveTo>
                <a:lnTo>
                  <a:pt x="46538" y="5648"/>
                </a:lnTo>
                <a:lnTo>
                  <a:pt x="44761" y="5487"/>
                </a:lnTo>
                <a:close/>
                <a:moveTo>
                  <a:pt x="5415" y="54151"/>
                </a:moveTo>
                <a:lnTo>
                  <a:pt x="6216" y="54607"/>
                </a:lnTo>
                <a:lnTo>
                  <a:pt x="5014" y="54379"/>
                </a:lnTo>
                <a:close/>
                <a:moveTo>
                  <a:pt x="36891" y="113024"/>
                </a:moveTo>
                <a:lnTo>
                  <a:pt x="38953" y="114698"/>
                </a:lnTo>
                <a:lnTo>
                  <a:pt x="35859" y="113861"/>
                </a:lnTo>
                <a:close/>
                <a:moveTo>
                  <a:pt x="30899" y="25445"/>
                </a:moveTo>
                <a:lnTo>
                  <a:pt x="33032" y="26380"/>
                </a:lnTo>
                <a:lnTo>
                  <a:pt x="29833" y="25912"/>
                </a:lnTo>
                <a:close/>
                <a:moveTo>
                  <a:pt x="25084" y="119081"/>
                </a:moveTo>
                <a:lnTo>
                  <a:pt x="26466" y="120810"/>
                </a:lnTo>
                <a:lnTo>
                  <a:pt x="24393" y="119946"/>
                </a:lnTo>
                <a:close/>
                <a:moveTo>
                  <a:pt x="50157" y="136739"/>
                </a:moveTo>
                <a:lnTo>
                  <a:pt x="50790" y="138453"/>
                </a:lnTo>
                <a:lnTo>
                  <a:pt x="49840" y="137596"/>
                </a:lnTo>
                <a:close/>
                <a:moveTo>
                  <a:pt x="38986" y="100585"/>
                </a:moveTo>
                <a:lnTo>
                  <a:pt x="39893" y="101251"/>
                </a:lnTo>
                <a:lnTo>
                  <a:pt x="38533" y="100918"/>
                </a:lnTo>
                <a:close/>
                <a:moveTo>
                  <a:pt x="21842" y="24226"/>
                </a:moveTo>
                <a:lnTo>
                  <a:pt x="23969" y="24705"/>
                </a:lnTo>
                <a:lnTo>
                  <a:pt x="20778" y="24465"/>
                </a:lnTo>
                <a:close/>
                <a:moveTo>
                  <a:pt x="18063" y="91436"/>
                </a:moveTo>
                <a:lnTo>
                  <a:pt x="18791" y="92057"/>
                </a:lnTo>
                <a:lnTo>
                  <a:pt x="17698" y="91747"/>
                </a:lnTo>
                <a:close/>
                <a:moveTo>
                  <a:pt x="18782" y="33523"/>
                </a:moveTo>
                <a:lnTo>
                  <a:pt x="19151" y="34933"/>
                </a:lnTo>
                <a:lnTo>
                  <a:pt x="18597" y="34228"/>
                </a:lnTo>
                <a:close/>
                <a:moveTo>
                  <a:pt x="47218" y="44551"/>
                </a:moveTo>
                <a:lnTo>
                  <a:pt x="49231" y="45690"/>
                </a:lnTo>
                <a:lnTo>
                  <a:pt x="46211" y="45121"/>
                </a:lnTo>
                <a:close/>
                <a:moveTo>
                  <a:pt x="16474" y="139509"/>
                </a:moveTo>
                <a:lnTo>
                  <a:pt x="17249" y="141024"/>
                </a:lnTo>
                <a:lnTo>
                  <a:pt x="16087" y="140266"/>
                </a:lnTo>
                <a:close/>
                <a:moveTo>
                  <a:pt x="58231" y="0"/>
                </a:moveTo>
                <a:lnTo>
                  <a:pt x="60148" y="931"/>
                </a:lnTo>
                <a:lnTo>
                  <a:pt x="57273" y="466"/>
                </a:lnTo>
                <a:close/>
                <a:moveTo>
                  <a:pt x="36228" y="136727"/>
                </a:moveTo>
                <a:lnTo>
                  <a:pt x="37414" y="137389"/>
                </a:lnTo>
                <a:lnTo>
                  <a:pt x="35635" y="137058"/>
                </a:lnTo>
                <a:close/>
                <a:moveTo>
                  <a:pt x="4538" y="127973"/>
                </a:moveTo>
                <a:lnTo>
                  <a:pt x="5730" y="129339"/>
                </a:lnTo>
                <a:lnTo>
                  <a:pt x="3943" y="128656"/>
                </a:lnTo>
                <a:close/>
                <a:moveTo>
                  <a:pt x="45937" y="141670"/>
                </a:moveTo>
                <a:lnTo>
                  <a:pt x="48019" y="143374"/>
                </a:lnTo>
                <a:lnTo>
                  <a:pt x="44896" y="142522"/>
                </a:lnTo>
                <a:close/>
                <a:moveTo>
                  <a:pt x="36388" y="131571"/>
                </a:moveTo>
                <a:lnTo>
                  <a:pt x="37305" y="132058"/>
                </a:lnTo>
                <a:lnTo>
                  <a:pt x="35930" y="131814"/>
                </a:lnTo>
                <a:close/>
                <a:moveTo>
                  <a:pt x="45832" y="3714"/>
                </a:moveTo>
                <a:lnTo>
                  <a:pt x="47981" y="4501"/>
                </a:lnTo>
                <a:lnTo>
                  <a:pt x="44757" y="4107"/>
                </a:lnTo>
                <a:close/>
                <a:moveTo>
                  <a:pt x="30764" y="41748"/>
                </a:moveTo>
                <a:lnTo>
                  <a:pt x="31712" y="42854"/>
                </a:lnTo>
                <a:lnTo>
                  <a:pt x="30290" y="42301"/>
                </a:lnTo>
                <a:close/>
                <a:moveTo>
                  <a:pt x="57148" y="1665"/>
                </a:moveTo>
                <a:lnTo>
                  <a:pt x="58132" y="2335"/>
                </a:lnTo>
                <a:lnTo>
                  <a:pt x="56655" y="2000"/>
                </a:lnTo>
                <a:close/>
                <a:moveTo>
                  <a:pt x="68171" y="63222"/>
                </a:moveTo>
                <a:lnTo>
                  <a:pt x="69343" y="64928"/>
                </a:lnTo>
                <a:lnTo>
                  <a:pt x="67585" y="64075"/>
                </a:lnTo>
                <a:close/>
                <a:moveTo>
                  <a:pt x="28164" y="55332"/>
                </a:moveTo>
                <a:lnTo>
                  <a:pt x="29253" y="55988"/>
                </a:lnTo>
                <a:lnTo>
                  <a:pt x="27620" y="55660"/>
                </a:lnTo>
                <a:close/>
                <a:moveTo>
                  <a:pt x="50349" y="41181"/>
                </a:moveTo>
                <a:lnTo>
                  <a:pt x="51642" y="42339"/>
                </a:lnTo>
                <a:lnTo>
                  <a:pt x="49703" y="41760"/>
                </a:lnTo>
                <a:close/>
                <a:moveTo>
                  <a:pt x="54741" y="106881"/>
                </a:moveTo>
                <a:lnTo>
                  <a:pt x="55981" y="108605"/>
                </a:lnTo>
                <a:lnTo>
                  <a:pt x="54121" y="107743"/>
                </a:lnTo>
                <a:close/>
                <a:moveTo>
                  <a:pt x="67273" y="135561"/>
                </a:moveTo>
                <a:lnTo>
                  <a:pt x="68944" y="136542"/>
                </a:lnTo>
                <a:lnTo>
                  <a:pt x="66438" y="136051"/>
                </a:lnTo>
                <a:close/>
                <a:moveTo>
                  <a:pt x="26266" y="124319"/>
                </a:moveTo>
                <a:lnTo>
                  <a:pt x="27492" y="125741"/>
                </a:lnTo>
                <a:lnTo>
                  <a:pt x="25653" y="125030"/>
                </a:lnTo>
                <a:close/>
                <a:moveTo>
                  <a:pt x="28204" y="52559"/>
                </a:moveTo>
                <a:lnTo>
                  <a:pt x="28587" y="53954"/>
                </a:lnTo>
                <a:lnTo>
                  <a:pt x="28012" y="53256"/>
                </a:lnTo>
                <a:close/>
                <a:moveTo>
                  <a:pt x="21361" y="71215"/>
                </a:moveTo>
                <a:lnTo>
                  <a:pt x="23054" y="72762"/>
                </a:lnTo>
                <a:lnTo>
                  <a:pt x="20515" y="71989"/>
                </a:lnTo>
                <a:close/>
                <a:moveTo>
                  <a:pt x="67204" y="95787"/>
                </a:moveTo>
                <a:lnTo>
                  <a:pt x="67984" y="97480"/>
                </a:lnTo>
                <a:lnTo>
                  <a:pt x="66813" y="96633"/>
                </a:lnTo>
                <a:close/>
                <a:moveTo>
                  <a:pt x="4880" y="59394"/>
                </a:moveTo>
                <a:lnTo>
                  <a:pt x="6942" y="60962"/>
                </a:lnTo>
                <a:lnTo>
                  <a:pt x="3850" y="60178"/>
                </a:lnTo>
                <a:close/>
                <a:moveTo>
                  <a:pt x="42698" y="125495"/>
                </a:moveTo>
                <a:lnTo>
                  <a:pt x="43376" y="125854"/>
                </a:lnTo>
                <a:lnTo>
                  <a:pt x="42359" y="125675"/>
                </a:lnTo>
                <a:close/>
                <a:moveTo>
                  <a:pt x="21846" y="134473"/>
                </a:moveTo>
                <a:lnTo>
                  <a:pt x="22270" y="135261"/>
                </a:lnTo>
                <a:lnTo>
                  <a:pt x="21634" y="134867"/>
                </a:lnTo>
                <a:close/>
                <a:moveTo>
                  <a:pt x="36641" y="29435"/>
                </a:moveTo>
                <a:lnTo>
                  <a:pt x="38603" y="29895"/>
                </a:lnTo>
                <a:lnTo>
                  <a:pt x="35660" y="29665"/>
                </a:lnTo>
                <a:close/>
                <a:moveTo>
                  <a:pt x="7054" y="144211"/>
                </a:moveTo>
                <a:lnTo>
                  <a:pt x="7427" y="144845"/>
                </a:lnTo>
                <a:lnTo>
                  <a:pt x="6868" y="144528"/>
                </a:lnTo>
                <a:close/>
                <a:moveTo>
                  <a:pt x="29658" y="127221"/>
                </a:moveTo>
                <a:lnTo>
                  <a:pt x="30629" y="128376"/>
                </a:lnTo>
                <a:lnTo>
                  <a:pt x="29173" y="127799"/>
                </a:lnTo>
                <a:close/>
                <a:moveTo>
                  <a:pt x="57391" y="89230"/>
                </a:moveTo>
                <a:lnTo>
                  <a:pt x="59278" y="89555"/>
                </a:lnTo>
                <a:lnTo>
                  <a:pt x="56447" y="89393"/>
                </a:lnTo>
                <a:close/>
                <a:moveTo>
                  <a:pt x="38976" y="2609"/>
                </a:moveTo>
                <a:lnTo>
                  <a:pt x="40903" y="2947"/>
                </a:lnTo>
                <a:lnTo>
                  <a:pt x="38012" y="2778"/>
                </a:lnTo>
                <a:close/>
                <a:moveTo>
                  <a:pt x="7696" y="61798"/>
                </a:moveTo>
                <a:lnTo>
                  <a:pt x="9195" y="62119"/>
                </a:lnTo>
                <a:lnTo>
                  <a:pt x="6947" y="61959"/>
                </a:lnTo>
                <a:close/>
                <a:moveTo>
                  <a:pt x="45866" y="14486"/>
                </a:moveTo>
                <a:lnTo>
                  <a:pt x="46815" y="14849"/>
                </a:lnTo>
                <a:lnTo>
                  <a:pt x="45392" y="14667"/>
                </a:lnTo>
                <a:close/>
                <a:moveTo>
                  <a:pt x="51964" y="120109"/>
                </a:moveTo>
                <a:lnTo>
                  <a:pt x="53738" y="120892"/>
                </a:lnTo>
                <a:lnTo>
                  <a:pt x="51077" y="120501"/>
                </a:lnTo>
                <a:close/>
                <a:moveTo>
                  <a:pt x="18561" y="139134"/>
                </a:moveTo>
                <a:lnTo>
                  <a:pt x="20422" y="140886"/>
                </a:lnTo>
                <a:lnTo>
                  <a:pt x="17631" y="140010"/>
                </a:lnTo>
                <a:close/>
                <a:moveTo>
                  <a:pt x="30119" y="127139"/>
                </a:moveTo>
                <a:lnTo>
                  <a:pt x="31722" y="128618"/>
                </a:lnTo>
                <a:lnTo>
                  <a:pt x="29317" y="127879"/>
                </a:lnTo>
                <a:close/>
                <a:moveTo>
                  <a:pt x="36925" y="113277"/>
                </a:moveTo>
                <a:lnTo>
                  <a:pt x="38198" y="113986"/>
                </a:lnTo>
                <a:lnTo>
                  <a:pt x="36289" y="113632"/>
                </a:lnTo>
                <a:close/>
                <a:moveTo>
                  <a:pt x="34508" y="5527"/>
                </a:moveTo>
                <a:lnTo>
                  <a:pt x="36104" y="6329"/>
                </a:lnTo>
                <a:lnTo>
                  <a:pt x="33710" y="5928"/>
                </a:lnTo>
                <a:close/>
                <a:moveTo>
                  <a:pt x="13715" y="114531"/>
                </a:moveTo>
                <a:lnTo>
                  <a:pt x="15038" y="115305"/>
                </a:lnTo>
                <a:lnTo>
                  <a:pt x="13054" y="114918"/>
                </a:lnTo>
                <a:close/>
                <a:moveTo>
                  <a:pt x="65681" y="135542"/>
                </a:moveTo>
                <a:lnTo>
                  <a:pt x="66817" y="136662"/>
                </a:lnTo>
                <a:lnTo>
                  <a:pt x="65113" y="136102"/>
                </a:lnTo>
                <a:close/>
                <a:moveTo>
                  <a:pt x="1089" y="51292"/>
                </a:moveTo>
                <a:lnTo>
                  <a:pt x="3266" y="52358"/>
                </a:lnTo>
                <a:lnTo>
                  <a:pt x="0" y="51825"/>
                </a:lnTo>
                <a:close/>
                <a:moveTo>
                  <a:pt x="70639" y="3748"/>
                </a:moveTo>
                <a:lnTo>
                  <a:pt x="71021" y="4140"/>
                </a:lnTo>
                <a:lnTo>
                  <a:pt x="70448" y="3944"/>
                </a:lnTo>
                <a:close/>
                <a:moveTo>
                  <a:pt x="6345" y="109065"/>
                </a:moveTo>
                <a:lnTo>
                  <a:pt x="8523" y="110506"/>
                </a:lnTo>
                <a:lnTo>
                  <a:pt x="5256" y="109785"/>
                </a:lnTo>
                <a:close/>
                <a:moveTo>
                  <a:pt x="43423" y="54863"/>
                </a:moveTo>
                <a:lnTo>
                  <a:pt x="44480" y="55359"/>
                </a:lnTo>
                <a:lnTo>
                  <a:pt x="42895" y="55111"/>
                </a:lnTo>
                <a:close/>
                <a:moveTo>
                  <a:pt x="28868" y="17220"/>
                </a:moveTo>
                <a:lnTo>
                  <a:pt x="30716" y="18327"/>
                </a:lnTo>
                <a:lnTo>
                  <a:pt x="27944" y="17773"/>
                </a:lnTo>
                <a:close/>
                <a:moveTo>
                  <a:pt x="27504" y="123091"/>
                </a:moveTo>
                <a:lnTo>
                  <a:pt x="28409" y="124700"/>
                </a:lnTo>
                <a:lnTo>
                  <a:pt x="27051" y="123896"/>
                </a:lnTo>
                <a:close/>
                <a:moveTo>
                  <a:pt x="51303" y="90624"/>
                </a:moveTo>
                <a:lnTo>
                  <a:pt x="52753" y="91873"/>
                </a:lnTo>
                <a:lnTo>
                  <a:pt x="50577" y="91249"/>
                </a:lnTo>
                <a:close/>
                <a:moveTo>
                  <a:pt x="64263" y="143924"/>
                </a:moveTo>
                <a:lnTo>
                  <a:pt x="65647" y="145665"/>
                </a:lnTo>
                <a:lnTo>
                  <a:pt x="63571" y="144794"/>
                </a:lnTo>
                <a:close/>
                <a:moveTo>
                  <a:pt x="18220" y="133919"/>
                </a:moveTo>
                <a:lnTo>
                  <a:pt x="20204" y="135174"/>
                </a:lnTo>
                <a:lnTo>
                  <a:pt x="17228" y="134546"/>
                </a:lnTo>
                <a:close/>
                <a:moveTo>
                  <a:pt x="8780" y="128300"/>
                </a:moveTo>
                <a:lnTo>
                  <a:pt x="9830" y="129100"/>
                </a:lnTo>
                <a:lnTo>
                  <a:pt x="8254" y="128700"/>
                </a:lnTo>
                <a:close/>
                <a:moveTo>
                  <a:pt x="67672" y="12291"/>
                </a:moveTo>
                <a:lnTo>
                  <a:pt x="69215" y="12931"/>
                </a:lnTo>
                <a:lnTo>
                  <a:pt x="66900" y="12611"/>
                </a:lnTo>
                <a:close/>
                <a:moveTo>
                  <a:pt x="61931" y="30936"/>
                </a:moveTo>
                <a:lnTo>
                  <a:pt x="62477" y="31966"/>
                </a:lnTo>
                <a:lnTo>
                  <a:pt x="61657" y="31451"/>
                </a:lnTo>
                <a:close/>
                <a:moveTo>
                  <a:pt x="33087" y="108635"/>
                </a:moveTo>
                <a:lnTo>
                  <a:pt x="33956" y="109373"/>
                </a:lnTo>
                <a:lnTo>
                  <a:pt x="32652" y="109004"/>
                </a:lnTo>
                <a:close/>
                <a:moveTo>
                  <a:pt x="21640" y="79381"/>
                </a:moveTo>
                <a:lnTo>
                  <a:pt x="22234" y="80522"/>
                </a:lnTo>
                <a:lnTo>
                  <a:pt x="21344" y="79951"/>
                </a:lnTo>
                <a:close/>
                <a:moveTo>
                  <a:pt x="58501" y="99290"/>
                </a:moveTo>
                <a:lnTo>
                  <a:pt x="59325" y="100310"/>
                </a:lnTo>
                <a:lnTo>
                  <a:pt x="58089" y="99800"/>
                </a:lnTo>
                <a:close/>
                <a:moveTo>
                  <a:pt x="7662" y="67948"/>
                </a:moveTo>
                <a:lnTo>
                  <a:pt x="9419" y="68249"/>
                </a:lnTo>
                <a:lnTo>
                  <a:pt x="6783" y="68098"/>
                </a:lnTo>
                <a:close/>
                <a:moveTo>
                  <a:pt x="46363" y="133164"/>
                </a:moveTo>
                <a:lnTo>
                  <a:pt x="47230" y="133941"/>
                </a:lnTo>
                <a:lnTo>
                  <a:pt x="45929" y="133552"/>
                </a:lnTo>
                <a:close/>
                <a:moveTo>
                  <a:pt x="48754" y="22139"/>
                </a:moveTo>
                <a:lnTo>
                  <a:pt x="49602" y="23365"/>
                </a:lnTo>
                <a:lnTo>
                  <a:pt x="48330" y="22752"/>
                </a:lnTo>
                <a:close/>
                <a:moveTo>
                  <a:pt x="37349" y="23865"/>
                </a:moveTo>
                <a:lnTo>
                  <a:pt x="38065" y="24901"/>
                </a:lnTo>
                <a:lnTo>
                  <a:pt x="36990" y="24383"/>
                </a:lnTo>
                <a:close/>
                <a:moveTo>
                  <a:pt x="61791" y="28670"/>
                </a:moveTo>
                <a:lnTo>
                  <a:pt x="63408" y="29767"/>
                </a:lnTo>
                <a:lnTo>
                  <a:pt x="60983" y="29218"/>
                </a:lnTo>
                <a:close/>
                <a:moveTo>
                  <a:pt x="20533" y="59504"/>
                </a:moveTo>
                <a:lnTo>
                  <a:pt x="22403" y="59958"/>
                </a:lnTo>
                <a:lnTo>
                  <a:pt x="19598" y="59731"/>
                </a:lnTo>
                <a:close/>
                <a:moveTo>
                  <a:pt x="39360" y="68999"/>
                </a:moveTo>
                <a:lnTo>
                  <a:pt x="39914" y="69920"/>
                </a:lnTo>
                <a:lnTo>
                  <a:pt x="39083" y="69459"/>
                </a:lnTo>
                <a:close/>
                <a:moveTo>
                  <a:pt x="12995" y="58121"/>
                </a:moveTo>
                <a:lnTo>
                  <a:pt x="13400" y="59272"/>
                </a:lnTo>
                <a:lnTo>
                  <a:pt x="12792" y="58697"/>
                </a:lnTo>
                <a:close/>
                <a:moveTo>
                  <a:pt x="57386" y="126281"/>
                </a:moveTo>
                <a:lnTo>
                  <a:pt x="59462" y="126959"/>
                </a:lnTo>
                <a:lnTo>
                  <a:pt x="56348" y="126620"/>
                </a:lnTo>
                <a:close/>
                <a:moveTo>
                  <a:pt x="57086" y="51532"/>
                </a:moveTo>
                <a:lnTo>
                  <a:pt x="58758" y="52539"/>
                </a:lnTo>
                <a:lnTo>
                  <a:pt x="56249" y="52036"/>
                </a:lnTo>
                <a:close/>
                <a:moveTo>
                  <a:pt x="53091" y="57590"/>
                </a:moveTo>
                <a:lnTo>
                  <a:pt x="55216" y="58589"/>
                </a:lnTo>
                <a:lnTo>
                  <a:pt x="52029" y="58089"/>
                </a:lnTo>
                <a:close/>
                <a:moveTo>
                  <a:pt x="56999" y="25685"/>
                </a:moveTo>
                <a:lnTo>
                  <a:pt x="58696" y="26301"/>
                </a:lnTo>
                <a:lnTo>
                  <a:pt x="56151" y="25993"/>
                </a:lnTo>
                <a:close/>
                <a:moveTo>
                  <a:pt x="29675" y="54626"/>
                </a:moveTo>
                <a:lnTo>
                  <a:pt x="31256" y="55792"/>
                </a:lnTo>
                <a:lnTo>
                  <a:pt x="28884" y="55209"/>
                </a:lnTo>
                <a:close/>
                <a:moveTo>
                  <a:pt x="20327" y="134871"/>
                </a:moveTo>
                <a:lnTo>
                  <a:pt x="20751" y="135887"/>
                </a:lnTo>
                <a:lnTo>
                  <a:pt x="20114" y="135379"/>
                </a:lnTo>
                <a:close/>
                <a:moveTo>
                  <a:pt x="10195" y="15304"/>
                </a:moveTo>
                <a:lnTo>
                  <a:pt x="10950" y="17021"/>
                </a:lnTo>
                <a:lnTo>
                  <a:pt x="9817" y="16163"/>
                </a:lnTo>
                <a:close/>
                <a:moveTo>
                  <a:pt x="2605" y="103936"/>
                </a:moveTo>
                <a:lnTo>
                  <a:pt x="4024" y="105490"/>
                </a:lnTo>
                <a:lnTo>
                  <a:pt x="1895" y="104713"/>
                </a:lnTo>
                <a:close/>
                <a:moveTo>
                  <a:pt x="60597" y="17348"/>
                </a:moveTo>
                <a:lnTo>
                  <a:pt x="62656" y="17861"/>
                </a:lnTo>
                <a:lnTo>
                  <a:pt x="59567" y="17605"/>
                </a:lnTo>
                <a:close/>
                <a:moveTo>
                  <a:pt x="9483" y="34024"/>
                </a:moveTo>
                <a:lnTo>
                  <a:pt x="11126" y="35186"/>
                </a:lnTo>
                <a:lnTo>
                  <a:pt x="8662" y="34605"/>
                </a:lnTo>
                <a:close/>
                <a:moveTo>
                  <a:pt x="49342" y="30836"/>
                </a:moveTo>
                <a:lnTo>
                  <a:pt x="50571" y="31625"/>
                </a:lnTo>
                <a:lnTo>
                  <a:pt x="48728" y="31230"/>
                </a:lnTo>
                <a:close/>
                <a:moveTo>
                  <a:pt x="68432" y="81982"/>
                </a:moveTo>
                <a:lnTo>
                  <a:pt x="70076" y="82954"/>
                </a:lnTo>
                <a:lnTo>
                  <a:pt x="67611" y="82468"/>
                </a:lnTo>
                <a:close/>
                <a:moveTo>
                  <a:pt x="9177" y="13579"/>
                </a:moveTo>
                <a:lnTo>
                  <a:pt x="9944" y="14984"/>
                </a:lnTo>
                <a:lnTo>
                  <a:pt x="8794" y="14282"/>
                </a:lnTo>
                <a:close/>
                <a:moveTo>
                  <a:pt x="15277" y="69205"/>
                </a:moveTo>
                <a:lnTo>
                  <a:pt x="16259" y="69703"/>
                </a:lnTo>
                <a:lnTo>
                  <a:pt x="14787" y="69454"/>
                </a:lnTo>
                <a:close/>
                <a:moveTo>
                  <a:pt x="26986" y="70710"/>
                </a:moveTo>
                <a:lnTo>
                  <a:pt x="29033" y="72180"/>
                </a:lnTo>
                <a:lnTo>
                  <a:pt x="25963" y="71445"/>
                </a:lnTo>
                <a:close/>
                <a:moveTo>
                  <a:pt x="31484" y="42087"/>
                </a:moveTo>
                <a:lnTo>
                  <a:pt x="32276" y="42915"/>
                </a:lnTo>
                <a:lnTo>
                  <a:pt x="31088" y="42501"/>
                </a:lnTo>
                <a:close/>
                <a:moveTo>
                  <a:pt x="38243" y="140296"/>
                </a:moveTo>
                <a:lnTo>
                  <a:pt x="38731" y="140882"/>
                </a:lnTo>
                <a:lnTo>
                  <a:pt x="37999" y="140589"/>
                </a:lnTo>
                <a:close/>
                <a:moveTo>
                  <a:pt x="28834" y="81537"/>
                </a:moveTo>
                <a:lnTo>
                  <a:pt x="29309" y="81870"/>
                </a:lnTo>
                <a:lnTo>
                  <a:pt x="28597" y="81703"/>
                </a:lnTo>
                <a:close/>
                <a:moveTo>
                  <a:pt x="39822" y="2056"/>
                </a:moveTo>
                <a:lnTo>
                  <a:pt x="41695" y="3363"/>
                </a:lnTo>
                <a:lnTo>
                  <a:pt x="38885" y="2710"/>
                </a:lnTo>
                <a:close/>
                <a:moveTo>
                  <a:pt x="33834" y="144180"/>
                </a:moveTo>
                <a:lnTo>
                  <a:pt x="35078" y="145897"/>
                </a:lnTo>
                <a:lnTo>
                  <a:pt x="33212" y="145038"/>
                </a:lnTo>
                <a:close/>
                <a:moveTo>
                  <a:pt x="16412" y="10889"/>
                </a:moveTo>
                <a:lnTo>
                  <a:pt x="17534" y="11985"/>
                </a:lnTo>
                <a:lnTo>
                  <a:pt x="15851" y="11437"/>
                </a:lnTo>
                <a:close/>
                <a:moveTo>
                  <a:pt x="47643" y="17854"/>
                </a:moveTo>
                <a:lnTo>
                  <a:pt x="49304" y="18592"/>
                </a:lnTo>
                <a:lnTo>
                  <a:pt x="46812" y="18223"/>
                </a:lnTo>
                <a:close/>
                <a:moveTo>
                  <a:pt x="67256" y="115127"/>
                </a:moveTo>
                <a:lnTo>
                  <a:pt x="69037" y="115494"/>
                </a:lnTo>
                <a:lnTo>
                  <a:pt x="66365" y="115311"/>
                </a:lnTo>
                <a:close/>
                <a:moveTo>
                  <a:pt x="5190" y="4297"/>
                </a:moveTo>
                <a:lnTo>
                  <a:pt x="6359" y="4649"/>
                </a:lnTo>
                <a:lnTo>
                  <a:pt x="4606" y="4473"/>
                </a:lnTo>
                <a:close/>
                <a:moveTo>
                  <a:pt x="11090" y="7972"/>
                </a:moveTo>
                <a:lnTo>
                  <a:pt x="13279" y="8971"/>
                </a:lnTo>
                <a:lnTo>
                  <a:pt x="9995" y="8471"/>
                </a:lnTo>
                <a:close/>
                <a:moveTo>
                  <a:pt x="19353" y="21330"/>
                </a:moveTo>
                <a:lnTo>
                  <a:pt x="20221" y="21791"/>
                </a:lnTo>
                <a:lnTo>
                  <a:pt x="18919" y="21561"/>
                </a:lnTo>
                <a:close/>
                <a:moveTo>
                  <a:pt x="56849" y="133513"/>
                </a:moveTo>
                <a:lnTo>
                  <a:pt x="58707" y="133927"/>
                </a:lnTo>
                <a:lnTo>
                  <a:pt x="55920" y="133720"/>
                </a:lnTo>
                <a:close/>
                <a:moveTo>
                  <a:pt x="43546" y="123420"/>
                </a:moveTo>
                <a:lnTo>
                  <a:pt x="44627" y="124890"/>
                </a:lnTo>
                <a:lnTo>
                  <a:pt x="43006" y="124155"/>
                </a:lnTo>
                <a:close/>
                <a:moveTo>
                  <a:pt x="1952" y="74765"/>
                </a:moveTo>
                <a:lnTo>
                  <a:pt x="3677" y="75709"/>
                </a:lnTo>
                <a:lnTo>
                  <a:pt x="1089" y="75237"/>
                </a:lnTo>
                <a:close/>
                <a:moveTo>
                  <a:pt x="8094" y="140359"/>
                </a:moveTo>
                <a:lnTo>
                  <a:pt x="9946" y="141085"/>
                </a:lnTo>
                <a:lnTo>
                  <a:pt x="7169" y="140722"/>
                </a:lnTo>
                <a:close/>
                <a:moveTo>
                  <a:pt x="52156" y="23873"/>
                </a:moveTo>
                <a:lnTo>
                  <a:pt x="53645" y="25241"/>
                </a:lnTo>
                <a:lnTo>
                  <a:pt x="51412" y="24557"/>
                </a:lnTo>
                <a:close/>
                <a:moveTo>
                  <a:pt x="43015" y="63164"/>
                </a:moveTo>
                <a:lnTo>
                  <a:pt x="44891" y="64082"/>
                </a:lnTo>
                <a:lnTo>
                  <a:pt x="42077" y="63623"/>
                </a:lnTo>
                <a:close/>
                <a:moveTo>
                  <a:pt x="6021" y="21800"/>
                </a:moveTo>
                <a:lnTo>
                  <a:pt x="6648" y="23269"/>
                </a:lnTo>
                <a:lnTo>
                  <a:pt x="5708" y="22535"/>
                </a:lnTo>
                <a:close/>
                <a:moveTo>
                  <a:pt x="5565" y="139570"/>
                </a:moveTo>
                <a:lnTo>
                  <a:pt x="6982" y="139976"/>
                </a:lnTo>
                <a:lnTo>
                  <a:pt x="4856" y="139773"/>
                </a:lnTo>
                <a:close/>
                <a:moveTo>
                  <a:pt x="67215" y="143118"/>
                </a:moveTo>
                <a:lnTo>
                  <a:pt x="67998" y="144261"/>
                </a:lnTo>
                <a:lnTo>
                  <a:pt x="66824" y="143690"/>
                </a:lnTo>
                <a:close/>
                <a:moveTo>
                  <a:pt x="17324" y="19176"/>
                </a:moveTo>
                <a:lnTo>
                  <a:pt x="17814" y="20804"/>
                </a:lnTo>
                <a:lnTo>
                  <a:pt x="17079" y="19990"/>
                </a:lnTo>
                <a:close/>
                <a:moveTo>
                  <a:pt x="16612" y="29073"/>
                </a:moveTo>
                <a:lnTo>
                  <a:pt x="17287" y="29800"/>
                </a:lnTo>
                <a:lnTo>
                  <a:pt x="16274" y="29437"/>
                </a:lnTo>
                <a:close/>
                <a:moveTo>
                  <a:pt x="67274" y="29947"/>
                </a:moveTo>
                <a:lnTo>
                  <a:pt x="67964" y="30333"/>
                </a:lnTo>
                <a:lnTo>
                  <a:pt x="66929" y="30140"/>
                </a:lnTo>
                <a:close/>
                <a:moveTo>
                  <a:pt x="50579" y="14713"/>
                </a:moveTo>
                <a:lnTo>
                  <a:pt x="52445" y="16424"/>
                </a:lnTo>
                <a:lnTo>
                  <a:pt x="49646" y="15569"/>
                </a:lnTo>
                <a:close/>
                <a:moveTo>
                  <a:pt x="20445" y="67387"/>
                </a:moveTo>
                <a:lnTo>
                  <a:pt x="22280" y="68418"/>
                </a:lnTo>
                <a:lnTo>
                  <a:pt x="19527" y="67902"/>
                </a:lnTo>
                <a:close/>
                <a:moveTo>
                  <a:pt x="23262" y="132316"/>
                </a:moveTo>
                <a:lnTo>
                  <a:pt x="25460" y="132972"/>
                </a:lnTo>
                <a:lnTo>
                  <a:pt x="22163" y="132644"/>
                </a:lnTo>
                <a:close/>
                <a:moveTo>
                  <a:pt x="60117" y="5036"/>
                </a:moveTo>
                <a:lnTo>
                  <a:pt x="61995" y="5854"/>
                </a:lnTo>
                <a:lnTo>
                  <a:pt x="59179" y="5445"/>
                </a:lnTo>
                <a:close/>
                <a:moveTo>
                  <a:pt x="70173" y="3322"/>
                </a:moveTo>
                <a:lnTo>
                  <a:pt x="70909" y="4229"/>
                </a:lnTo>
                <a:lnTo>
                  <a:pt x="69804" y="3775"/>
                </a:lnTo>
                <a:close/>
                <a:moveTo>
                  <a:pt x="36374" y="111830"/>
                </a:moveTo>
                <a:lnTo>
                  <a:pt x="36969" y="112218"/>
                </a:lnTo>
                <a:lnTo>
                  <a:pt x="36077" y="112024"/>
                </a:lnTo>
                <a:close/>
                <a:moveTo>
                  <a:pt x="17966" y="14061"/>
                </a:moveTo>
                <a:lnTo>
                  <a:pt x="20067" y="15134"/>
                </a:lnTo>
                <a:lnTo>
                  <a:pt x="16915" y="14597"/>
                </a:lnTo>
                <a:close/>
                <a:moveTo>
                  <a:pt x="15213" y="46300"/>
                </a:moveTo>
                <a:lnTo>
                  <a:pt x="16052" y="47278"/>
                </a:lnTo>
                <a:lnTo>
                  <a:pt x="14794" y="46789"/>
                </a:lnTo>
                <a:close/>
                <a:moveTo>
                  <a:pt x="23611" y="90399"/>
                </a:moveTo>
                <a:lnTo>
                  <a:pt x="24359" y="91728"/>
                </a:lnTo>
                <a:lnTo>
                  <a:pt x="23237" y="91064"/>
                </a:lnTo>
                <a:close/>
                <a:moveTo>
                  <a:pt x="65064" y="108845"/>
                </a:moveTo>
                <a:lnTo>
                  <a:pt x="65565" y="109866"/>
                </a:lnTo>
                <a:lnTo>
                  <a:pt x="64813" y="109356"/>
                </a:lnTo>
                <a:close/>
                <a:moveTo>
                  <a:pt x="58467" y="9775"/>
                </a:moveTo>
                <a:lnTo>
                  <a:pt x="60554" y="10240"/>
                </a:lnTo>
                <a:lnTo>
                  <a:pt x="57423" y="10007"/>
                </a:lnTo>
                <a:close/>
                <a:moveTo>
                  <a:pt x="8540" y="762"/>
                </a:moveTo>
                <a:lnTo>
                  <a:pt x="10479" y="1103"/>
                </a:lnTo>
                <a:lnTo>
                  <a:pt x="7570" y="933"/>
                </a:lnTo>
                <a:close/>
                <a:moveTo>
                  <a:pt x="34003" y="85107"/>
                </a:moveTo>
                <a:lnTo>
                  <a:pt x="35248" y="86898"/>
                </a:lnTo>
                <a:lnTo>
                  <a:pt x="33380" y="86002"/>
                </a:lnTo>
                <a:close/>
                <a:moveTo>
                  <a:pt x="42920" y="210"/>
                </a:moveTo>
                <a:lnTo>
                  <a:pt x="44002" y="747"/>
                </a:lnTo>
                <a:lnTo>
                  <a:pt x="42378" y="479"/>
                </a:lnTo>
                <a:close/>
                <a:moveTo>
                  <a:pt x="63497" y="32627"/>
                </a:moveTo>
                <a:lnTo>
                  <a:pt x="65074" y="33591"/>
                </a:lnTo>
                <a:lnTo>
                  <a:pt x="62709" y="33109"/>
                </a:lnTo>
                <a:close/>
                <a:moveTo>
                  <a:pt x="31677" y="77520"/>
                </a:moveTo>
                <a:lnTo>
                  <a:pt x="32498" y="78789"/>
                </a:lnTo>
                <a:lnTo>
                  <a:pt x="31266" y="78154"/>
                </a:lnTo>
                <a:close/>
                <a:moveTo>
                  <a:pt x="43056" y="117193"/>
                </a:moveTo>
                <a:lnTo>
                  <a:pt x="44916" y="117640"/>
                </a:lnTo>
                <a:lnTo>
                  <a:pt x="42126" y="117416"/>
                </a:lnTo>
                <a:close/>
                <a:moveTo>
                  <a:pt x="58451" y="46195"/>
                </a:moveTo>
                <a:lnTo>
                  <a:pt x="60601" y="47354"/>
                </a:lnTo>
                <a:lnTo>
                  <a:pt x="57376" y="46774"/>
                </a:lnTo>
                <a:close/>
                <a:moveTo>
                  <a:pt x="14829" y="74922"/>
                </a:moveTo>
                <a:lnTo>
                  <a:pt x="16188" y="75987"/>
                </a:lnTo>
                <a:lnTo>
                  <a:pt x="14150" y="75454"/>
                </a:lnTo>
                <a:close/>
                <a:moveTo>
                  <a:pt x="28052" y="84403"/>
                </a:moveTo>
                <a:lnTo>
                  <a:pt x="29401" y="85898"/>
                </a:lnTo>
                <a:lnTo>
                  <a:pt x="27377" y="85151"/>
                </a:lnTo>
                <a:close/>
                <a:moveTo>
                  <a:pt x="25081" y="65648"/>
                </a:moveTo>
                <a:lnTo>
                  <a:pt x="25450" y="67068"/>
                </a:lnTo>
                <a:lnTo>
                  <a:pt x="24897" y="66358"/>
                </a:lnTo>
                <a:close/>
                <a:moveTo>
                  <a:pt x="5136" y="126321"/>
                </a:moveTo>
                <a:lnTo>
                  <a:pt x="6443" y="127477"/>
                </a:lnTo>
                <a:lnTo>
                  <a:pt x="4482" y="126899"/>
                </a:lnTo>
                <a:close/>
                <a:moveTo>
                  <a:pt x="28224" y="79648"/>
                </a:moveTo>
                <a:lnTo>
                  <a:pt x="28758" y="80184"/>
                </a:lnTo>
                <a:lnTo>
                  <a:pt x="27957" y="79916"/>
                </a:lnTo>
                <a:close/>
                <a:moveTo>
                  <a:pt x="38494" y="42994"/>
                </a:moveTo>
                <a:lnTo>
                  <a:pt x="39776" y="44035"/>
                </a:lnTo>
                <a:lnTo>
                  <a:pt x="37853" y="43514"/>
                </a:lnTo>
                <a:close/>
                <a:moveTo>
                  <a:pt x="69580" y="93753"/>
                </a:moveTo>
                <a:lnTo>
                  <a:pt x="69965" y="95048"/>
                </a:lnTo>
                <a:lnTo>
                  <a:pt x="69387" y="94400"/>
                </a:lnTo>
                <a:close/>
                <a:moveTo>
                  <a:pt x="23373" y="26035"/>
                </a:moveTo>
                <a:lnTo>
                  <a:pt x="24397" y="27678"/>
                </a:lnTo>
                <a:lnTo>
                  <a:pt x="22861" y="26857"/>
                </a:lnTo>
                <a:close/>
                <a:moveTo>
                  <a:pt x="56500" y="66018"/>
                </a:moveTo>
                <a:lnTo>
                  <a:pt x="58443" y="67092"/>
                </a:lnTo>
                <a:lnTo>
                  <a:pt x="55529" y="66555"/>
                </a:lnTo>
                <a:close/>
                <a:moveTo>
                  <a:pt x="11483" y="102167"/>
                </a:moveTo>
                <a:lnTo>
                  <a:pt x="13430" y="103487"/>
                </a:lnTo>
                <a:lnTo>
                  <a:pt x="10509" y="102827"/>
                </a:lnTo>
                <a:close/>
                <a:moveTo>
                  <a:pt x="21652" y="68734"/>
                </a:moveTo>
                <a:lnTo>
                  <a:pt x="22243" y="69403"/>
                </a:lnTo>
                <a:lnTo>
                  <a:pt x="21356" y="69068"/>
                </a:lnTo>
                <a:close/>
                <a:moveTo>
                  <a:pt x="5678" y="139503"/>
                </a:moveTo>
                <a:lnTo>
                  <a:pt x="7361" y="140529"/>
                </a:lnTo>
                <a:lnTo>
                  <a:pt x="4837" y="140016"/>
                </a:lnTo>
                <a:close/>
                <a:moveTo>
                  <a:pt x="48942" y="100424"/>
                </a:moveTo>
                <a:lnTo>
                  <a:pt x="50163" y="101102"/>
                </a:lnTo>
                <a:lnTo>
                  <a:pt x="48332" y="100763"/>
                </a:lnTo>
                <a:close/>
                <a:moveTo>
                  <a:pt x="35563" y="77887"/>
                </a:moveTo>
                <a:lnTo>
                  <a:pt x="36616" y="78524"/>
                </a:lnTo>
                <a:lnTo>
                  <a:pt x="35037" y="78205"/>
                </a:lnTo>
                <a:close/>
                <a:moveTo>
                  <a:pt x="41915" y="93800"/>
                </a:moveTo>
                <a:lnTo>
                  <a:pt x="42692" y="94293"/>
                </a:lnTo>
                <a:lnTo>
                  <a:pt x="41526" y="94046"/>
                </a:lnTo>
                <a:close/>
                <a:moveTo>
                  <a:pt x="53935" y="142446"/>
                </a:moveTo>
                <a:lnTo>
                  <a:pt x="55636" y="143978"/>
                </a:lnTo>
                <a:lnTo>
                  <a:pt x="53085" y="143212"/>
                </a:lnTo>
                <a:close/>
                <a:moveTo>
                  <a:pt x="51841" y="55992"/>
                </a:moveTo>
                <a:lnTo>
                  <a:pt x="53265" y="56983"/>
                </a:lnTo>
                <a:lnTo>
                  <a:pt x="51128" y="56487"/>
                </a:lnTo>
                <a:close/>
                <a:moveTo>
                  <a:pt x="69462" y="15674"/>
                </a:moveTo>
                <a:lnTo>
                  <a:pt x="71652" y="16169"/>
                </a:lnTo>
                <a:lnTo>
                  <a:pt x="68367" y="15922"/>
                </a:lnTo>
                <a:close/>
                <a:moveTo>
                  <a:pt x="22460" y="82407"/>
                </a:moveTo>
                <a:lnTo>
                  <a:pt x="24554" y="84026"/>
                </a:lnTo>
                <a:lnTo>
                  <a:pt x="21414" y="83216"/>
                </a:lnTo>
                <a:close/>
                <a:moveTo>
                  <a:pt x="54321" y="92711"/>
                </a:moveTo>
                <a:lnTo>
                  <a:pt x="56064" y="93471"/>
                </a:lnTo>
                <a:lnTo>
                  <a:pt x="53449" y="93091"/>
                </a:lnTo>
                <a:close/>
                <a:moveTo>
                  <a:pt x="4233" y="85004"/>
                </a:moveTo>
                <a:lnTo>
                  <a:pt x="4985" y="85987"/>
                </a:lnTo>
                <a:lnTo>
                  <a:pt x="3857" y="85496"/>
                </a:lnTo>
                <a:close/>
                <a:moveTo>
                  <a:pt x="54837" y="141473"/>
                </a:moveTo>
                <a:lnTo>
                  <a:pt x="55425" y="143156"/>
                </a:lnTo>
                <a:lnTo>
                  <a:pt x="54544" y="142314"/>
                </a:lnTo>
                <a:close/>
                <a:moveTo>
                  <a:pt x="17364" y="74585"/>
                </a:moveTo>
                <a:lnTo>
                  <a:pt x="19195" y="75904"/>
                </a:lnTo>
                <a:lnTo>
                  <a:pt x="16448" y="75244"/>
                </a:lnTo>
                <a:close/>
                <a:moveTo>
                  <a:pt x="27703" y="129102"/>
                </a:moveTo>
                <a:lnTo>
                  <a:pt x="28368" y="130638"/>
                </a:lnTo>
                <a:lnTo>
                  <a:pt x="27370" y="129870"/>
                </a:lnTo>
                <a:close/>
                <a:moveTo>
                  <a:pt x="70137" y="121761"/>
                </a:moveTo>
                <a:lnTo>
                  <a:pt x="70700" y="122644"/>
                </a:lnTo>
                <a:lnTo>
                  <a:pt x="69856" y="122203"/>
                </a:lnTo>
                <a:close/>
                <a:moveTo>
                  <a:pt x="7970" y="49728"/>
                </a:moveTo>
                <a:lnTo>
                  <a:pt x="9059" y="50267"/>
                </a:lnTo>
                <a:lnTo>
                  <a:pt x="7426" y="49998"/>
                </a:lnTo>
                <a:close/>
                <a:moveTo>
                  <a:pt x="33365" y="120493"/>
                </a:moveTo>
                <a:lnTo>
                  <a:pt x="34940" y="121244"/>
                </a:lnTo>
                <a:lnTo>
                  <a:pt x="32577" y="120869"/>
                </a:lnTo>
                <a:close/>
                <a:moveTo>
                  <a:pt x="9459" y="15940"/>
                </a:moveTo>
                <a:lnTo>
                  <a:pt x="11314" y="16628"/>
                </a:lnTo>
                <a:lnTo>
                  <a:pt x="8531" y="16284"/>
                </a:lnTo>
                <a:close/>
                <a:moveTo>
                  <a:pt x="40071" y="27576"/>
                </a:moveTo>
                <a:lnTo>
                  <a:pt x="41714" y="28004"/>
                </a:lnTo>
                <a:lnTo>
                  <a:pt x="39249" y="27790"/>
                </a:lnTo>
                <a:close/>
                <a:moveTo>
                  <a:pt x="34138" y="63252"/>
                </a:moveTo>
                <a:lnTo>
                  <a:pt x="35434" y="63866"/>
                </a:lnTo>
                <a:lnTo>
                  <a:pt x="33490" y="63559"/>
                </a:lnTo>
                <a:close/>
                <a:moveTo>
                  <a:pt x="48925" y="138632"/>
                </a:moveTo>
                <a:lnTo>
                  <a:pt x="49664" y="139042"/>
                </a:lnTo>
                <a:lnTo>
                  <a:pt x="48556" y="138837"/>
                </a:lnTo>
                <a:close/>
                <a:moveTo>
                  <a:pt x="20542" y="48789"/>
                </a:moveTo>
                <a:lnTo>
                  <a:pt x="22490" y="49138"/>
                </a:lnTo>
                <a:lnTo>
                  <a:pt x="19567" y="48963"/>
                </a:lnTo>
                <a:close/>
                <a:moveTo>
                  <a:pt x="4082" y="76886"/>
                </a:moveTo>
                <a:lnTo>
                  <a:pt x="5297" y="77505"/>
                </a:lnTo>
                <a:lnTo>
                  <a:pt x="3475" y="77195"/>
                </a:lnTo>
                <a:close/>
                <a:moveTo>
                  <a:pt x="49067" y="56957"/>
                </a:moveTo>
                <a:lnTo>
                  <a:pt x="51208" y="57583"/>
                </a:lnTo>
                <a:lnTo>
                  <a:pt x="47997" y="57270"/>
                </a:lnTo>
                <a:close/>
                <a:moveTo>
                  <a:pt x="37804" y="18047"/>
                </a:moveTo>
                <a:lnTo>
                  <a:pt x="38344" y="19778"/>
                </a:lnTo>
                <a:lnTo>
                  <a:pt x="37534" y="18913"/>
                </a:lnTo>
                <a:close/>
                <a:moveTo>
                  <a:pt x="63094" y="107671"/>
                </a:moveTo>
                <a:lnTo>
                  <a:pt x="64374" y="108978"/>
                </a:lnTo>
                <a:lnTo>
                  <a:pt x="62454" y="108324"/>
                </a:lnTo>
                <a:close/>
                <a:moveTo>
                  <a:pt x="16888" y="26222"/>
                </a:moveTo>
                <a:lnTo>
                  <a:pt x="17641" y="26924"/>
                </a:lnTo>
                <a:lnTo>
                  <a:pt x="16511" y="26573"/>
                </a:lnTo>
                <a:close/>
                <a:moveTo>
                  <a:pt x="28906" y="72465"/>
                </a:moveTo>
                <a:lnTo>
                  <a:pt x="29755" y="73293"/>
                </a:lnTo>
                <a:lnTo>
                  <a:pt x="28482" y="72879"/>
                </a:lnTo>
                <a:close/>
                <a:moveTo>
                  <a:pt x="57047" y="115422"/>
                </a:moveTo>
                <a:lnTo>
                  <a:pt x="57864" y="116568"/>
                </a:lnTo>
                <a:lnTo>
                  <a:pt x="56638" y="115995"/>
                </a:lnTo>
                <a:close/>
                <a:moveTo>
                  <a:pt x="8573" y="90603"/>
                </a:moveTo>
                <a:lnTo>
                  <a:pt x="10072" y="91173"/>
                </a:lnTo>
                <a:lnTo>
                  <a:pt x="7824" y="90888"/>
                </a:lnTo>
                <a:close/>
                <a:moveTo>
                  <a:pt x="60049" y="88208"/>
                </a:moveTo>
                <a:lnTo>
                  <a:pt x="62187" y="88910"/>
                </a:lnTo>
                <a:lnTo>
                  <a:pt x="58980" y="88559"/>
                </a:lnTo>
                <a:close/>
                <a:moveTo>
                  <a:pt x="11744" y="112321"/>
                </a:moveTo>
                <a:lnTo>
                  <a:pt x="13482" y="112967"/>
                </a:lnTo>
                <a:lnTo>
                  <a:pt x="10875" y="112644"/>
                </a:lnTo>
                <a:close/>
                <a:moveTo>
                  <a:pt x="32049" y="24989"/>
                </a:moveTo>
                <a:lnTo>
                  <a:pt x="33256" y="26759"/>
                </a:lnTo>
                <a:lnTo>
                  <a:pt x="31445" y="25874"/>
                </a:lnTo>
                <a:close/>
                <a:moveTo>
                  <a:pt x="19528" y="51641"/>
                </a:moveTo>
                <a:lnTo>
                  <a:pt x="21480" y="53421"/>
                </a:lnTo>
                <a:lnTo>
                  <a:pt x="18552" y="52531"/>
                </a:lnTo>
                <a:close/>
                <a:moveTo>
                  <a:pt x="37092" y="79599"/>
                </a:moveTo>
                <a:lnTo>
                  <a:pt x="38378" y="80954"/>
                </a:lnTo>
                <a:lnTo>
                  <a:pt x="36449" y="80277"/>
                </a:lnTo>
                <a:close/>
                <a:moveTo>
                  <a:pt x="64821" y="132530"/>
                </a:moveTo>
                <a:lnTo>
                  <a:pt x="66217" y="133522"/>
                </a:lnTo>
                <a:lnTo>
                  <a:pt x="64122" y="133026"/>
                </a:lnTo>
                <a:close/>
                <a:moveTo>
                  <a:pt x="60784" y="97470"/>
                </a:moveTo>
                <a:lnTo>
                  <a:pt x="62967" y="97924"/>
                </a:lnTo>
                <a:lnTo>
                  <a:pt x="59692" y="97697"/>
                </a:lnTo>
                <a:close/>
                <a:moveTo>
                  <a:pt x="52634" y="115575"/>
                </a:moveTo>
                <a:lnTo>
                  <a:pt x="53635" y="115889"/>
                </a:lnTo>
                <a:lnTo>
                  <a:pt x="52134" y="115732"/>
                </a:lnTo>
                <a:close/>
                <a:moveTo>
                  <a:pt x="24626" y="140515"/>
                </a:moveTo>
                <a:lnTo>
                  <a:pt x="26381" y="141322"/>
                </a:lnTo>
                <a:lnTo>
                  <a:pt x="23748" y="140918"/>
                </a:lnTo>
                <a:close/>
                <a:moveTo>
                  <a:pt x="60579" y="11966"/>
                </a:moveTo>
                <a:lnTo>
                  <a:pt x="62295" y="13095"/>
                </a:lnTo>
                <a:lnTo>
                  <a:pt x="59722" y="12530"/>
                </a:lnTo>
                <a:close/>
                <a:moveTo>
                  <a:pt x="70065" y="42333"/>
                </a:moveTo>
                <a:lnTo>
                  <a:pt x="71058" y="43162"/>
                </a:lnTo>
                <a:lnTo>
                  <a:pt x="69568" y="42747"/>
                </a:lnTo>
                <a:close/>
                <a:moveTo>
                  <a:pt x="31792" y="66578"/>
                </a:moveTo>
                <a:lnTo>
                  <a:pt x="32498" y="67549"/>
                </a:lnTo>
                <a:lnTo>
                  <a:pt x="31439" y="67063"/>
                </a:lnTo>
                <a:close/>
                <a:moveTo>
                  <a:pt x="4819" y="90317"/>
                </a:moveTo>
                <a:lnTo>
                  <a:pt x="6715" y="91103"/>
                </a:lnTo>
                <a:lnTo>
                  <a:pt x="3871" y="90710"/>
                </a:lnTo>
                <a:close/>
                <a:moveTo>
                  <a:pt x="32565" y="139897"/>
                </a:moveTo>
                <a:lnTo>
                  <a:pt x="34463" y="141228"/>
                </a:lnTo>
                <a:lnTo>
                  <a:pt x="31616" y="140563"/>
                </a:lnTo>
                <a:close/>
                <a:moveTo>
                  <a:pt x="41505" y="139661"/>
                </a:moveTo>
                <a:lnTo>
                  <a:pt x="42733" y="140890"/>
                </a:lnTo>
                <a:lnTo>
                  <a:pt x="40891" y="140275"/>
                </a:lnTo>
                <a:close/>
                <a:moveTo>
                  <a:pt x="62942" y="51511"/>
                </a:moveTo>
                <a:lnTo>
                  <a:pt x="64085" y="52802"/>
                </a:lnTo>
                <a:lnTo>
                  <a:pt x="62370" y="52156"/>
                </a:lnTo>
                <a:close/>
                <a:moveTo>
                  <a:pt x="51057" y="101166"/>
                </a:moveTo>
                <a:lnTo>
                  <a:pt x="52161" y="101885"/>
                </a:lnTo>
                <a:lnTo>
                  <a:pt x="50506" y="101526"/>
                </a:lnTo>
                <a:close/>
                <a:moveTo>
                  <a:pt x="54913" y="104087"/>
                </a:moveTo>
                <a:lnTo>
                  <a:pt x="56226" y="104772"/>
                </a:lnTo>
                <a:lnTo>
                  <a:pt x="54257" y="104429"/>
                </a:lnTo>
                <a:close/>
                <a:moveTo>
                  <a:pt x="6061" y="74599"/>
                </a:moveTo>
                <a:lnTo>
                  <a:pt x="8092" y="76200"/>
                </a:lnTo>
                <a:lnTo>
                  <a:pt x="5046" y="75399"/>
                </a:lnTo>
                <a:close/>
                <a:moveTo>
                  <a:pt x="53270" y="60957"/>
                </a:moveTo>
                <a:lnTo>
                  <a:pt x="55227" y="62577"/>
                </a:lnTo>
                <a:lnTo>
                  <a:pt x="52292" y="61767"/>
                </a:lnTo>
                <a:close/>
                <a:moveTo>
                  <a:pt x="22558" y="77290"/>
                </a:moveTo>
                <a:lnTo>
                  <a:pt x="23582" y="77880"/>
                </a:lnTo>
                <a:lnTo>
                  <a:pt x="22045" y="77585"/>
                </a:lnTo>
                <a:close/>
                <a:moveTo>
                  <a:pt x="35351" y="32040"/>
                </a:moveTo>
                <a:lnTo>
                  <a:pt x="37455" y="33807"/>
                </a:lnTo>
                <a:lnTo>
                  <a:pt x="34300" y="32923"/>
                </a:lnTo>
                <a:close/>
                <a:moveTo>
                  <a:pt x="19100" y="23735"/>
                </a:moveTo>
                <a:lnTo>
                  <a:pt x="19815" y="25412"/>
                </a:lnTo>
                <a:lnTo>
                  <a:pt x="18742" y="24574"/>
                </a:lnTo>
                <a:close/>
                <a:moveTo>
                  <a:pt x="24129" y="119083"/>
                </a:moveTo>
                <a:lnTo>
                  <a:pt x="26321" y="119900"/>
                </a:lnTo>
                <a:lnTo>
                  <a:pt x="23032" y="119491"/>
                </a:lnTo>
                <a:close/>
                <a:moveTo>
                  <a:pt x="60135" y="14758"/>
                </a:moveTo>
                <a:lnTo>
                  <a:pt x="60565" y="16069"/>
                </a:lnTo>
                <a:lnTo>
                  <a:pt x="59919" y="15413"/>
                </a:lnTo>
                <a:close/>
                <a:moveTo>
                  <a:pt x="22779" y="33117"/>
                </a:moveTo>
                <a:lnTo>
                  <a:pt x="24066" y="34607"/>
                </a:lnTo>
                <a:lnTo>
                  <a:pt x="22136" y="33862"/>
                </a:lnTo>
                <a:close/>
                <a:moveTo>
                  <a:pt x="32033" y="79464"/>
                </a:moveTo>
                <a:lnTo>
                  <a:pt x="33786" y="79903"/>
                </a:lnTo>
                <a:lnTo>
                  <a:pt x="31156" y="79683"/>
                </a:lnTo>
                <a:close/>
                <a:moveTo>
                  <a:pt x="36656" y="5033"/>
                </a:moveTo>
                <a:lnTo>
                  <a:pt x="37382" y="5518"/>
                </a:lnTo>
                <a:lnTo>
                  <a:pt x="36292" y="5276"/>
                </a:lnTo>
                <a:close/>
                <a:moveTo>
                  <a:pt x="13627" y="133179"/>
                </a:moveTo>
                <a:lnTo>
                  <a:pt x="14011" y="134206"/>
                </a:lnTo>
                <a:lnTo>
                  <a:pt x="13435" y="133692"/>
                </a:lnTo>
                <a:close/>
                <a:moveTo>
                  <a:pt x="6377" y="1093"/>
                </a:moveTo>
                <a:lnTo>
                  <a:pt x="8441" y="2148"/>
                </a:lnTo>
                <a:lnTo>
                  <a:pt x="5345" y="1621"/>
                </a:lnTo>
                <a:close/>
                <a:moveTo>
                  <a:pt x="61131" y="90821"/>
                </a:moveTo>
                <a:lnTo>
                  <a:pt x="62544" y="92273"/>
                </a:lnTo>
                <a:lnTo>
                  <a:pt x="60425" y="91547"/>
                </a:lnTo>
                <a:close/>
                <a:moveTo>
                  <a:pt x="1425" y="29841"/>
                </a:moveTo>
                <a:lnTo>
                  <a:pt x="3032" y="31630"/>
                </a:lnTo>
                <a:lnTo>
                  <a:pt x="622" y="30736"/>
                </a:lnTo>
                <a:close/>
                <a:moveTo>
                  <a:pt x="14533" y="56978"/>
                </a:moveTo>
                <a:lnTo>
                  <a:pt x="16142" y="58137"/>
                </a:lnTo>
                <a:lnTo>
                  <a:pt x="13729" y="57558"/>
                </a:lnTo>
                <a:close/>
                <a:moveTo>
                  <a:pt x="52352" y="6368"/>
                </a:moveTo>
                <a:lnTo>
                  <a:pt x="53152" y="7681"/>
                </a:lnTo>
                <a:lnTo>
                  <a:pt x="51952" y="7025"/>
                </a:lnTo>
                <a:close/>
                <a:moveTo>
                  <a:pt x="53035" y="95736"/>
                </a:moveTo>
                <a:lnTo>
                  <a:pt x="54874" y="97240"/>
                </a:lnTo>
                <a:lnTo>
                  <a:pt x="52115" y="96488"/>
                </a:lnTo>
                <a:close/>
                <a:moveTo>
                  <a:pt x="1141" y="43721"/>
                </a:moveTo>
                <a:lnTo>
                  <a:pt x="1623" y="44206"/>
                </a:lnTo>
                <a:lnTo>
                  <a:pt x="899" y="43964"/>
                </a:lnTo>
                <a:close/>
                <a:moveTo>
                  <a:pt x="51835" y="55672"/>
                </a:moveTo>
                <a:lnTo>
                  <a:pt x="53816" y="56013"/>
                </a:lnTo>
                <a:lnTo>
                  <a:pt x="50845" y="55842"/>
                </a:lnTo>
                <a:close/>
                <a:moveTo>
                  <a:pt x="32886" y="141076"/>
                </a:moveTo>
                <a:lnTo>
                  <a:pt x="33913" y="142401"/>
                </a:lnTo>
                <a:lnTo>
                  <a:pt x="32373" y="141739"/>
                </a:lnTo>
                <a:close/>
                <a:moveTo>
                  <a:pt x="61893" y="116099"/>
                </a:moveTo>
                <a:lnTo>
                  <a:pt x="62843" y="117069"/>
                </a:lnTo>
                <a:lnTo>
                  <a:pt x="61418" y="116584"/>
                </a:lnTo>
                <a:close/>
                <a:moveTo>
                  <a:pt x="55085" y="76487"/>
                </a:moveTo>
                <a:lnTo>
                  <a:pt x="56223" y="78206"/>
                </a:lnTo>
                <a:lnTo>
                  <a:pt x="54517" y="77346"/>
                </a:lnTo>
                <a:close/>
                <a:moveTo>
                  <a:pt x="18968" y="100486"/>
                </a:moveTo>
                <a:lnTo>
                  <a:pt x="19974" y="101725"/>
                </a:lnTo>
                <a:lnTo>
                  <a:pt x="18466" y="101106"/>
                </a:lnTo>
                <a:close/>
                <a:moveTo>
                  <a:pt x="54009" y="128511"/>
                </a:moveTo>
                <a:lnTo>
                  <a:pt x="55846" y="129564"/>
                </a:lnTo>
                <a:lnTo>
                  <a:pt x="53090" y="129038"/>
                </a:lnTo>
                <a:close/>
                <a:moveTo>
                  <a:pt x="41671" y="99248"/>
                </a:moveTo>
                <a:lnTo>
                  <a:pt x="43414" y="100932"/>
                </a:lnTo>
                <a:lnTo>
                  <a:pt x="40799" y="100090"/>
                </a:lnTo>
                <a:close/>
                <a:moveTo>
                  <a:pt x="2218" y="2851"/>
                </a:moveTo>
                <a:lnTo>
                  <a:pt x="4344" y="4112"/>
                </a:lnTo>
                <a:lnTo>
                  <a:pt x="1154" y="3482"/>
                </a:lnTo>
                <a:close/>
                <a:moveTo>
                  <a:pt x="7758" y="43277"/>
                </a:moveTo>
                <a:lnTo>
                  <a:pt x="8368" y="44046"/>
                </a:lnTo>
                <a:lnTo>
                  <a:pt x="7453" y="43661"/>
                </a:lnTo>
                <a:close/>
                <a:moveTo>
                  <a:pt x="10945" y="104893"/>
                </a:moveTo>
                <a:lnTo>
                  <a:pt x="11573" y="105875"/>
                </a:lnTo>
                <a:lnTo>
                  <a:pt x="10630" y="105384"/>
                </a:lnTo>
                <a:close/>
                <a:moveTo>
                  <a:pt x="5053" y="56879"/>
                </a:moveTo>
                <a:lnTo>
                  <a:pt x="5884" y="57988"/>
                </a:lnTo>
                <a:lnTo>
                  <a:pt x="4638" y="57434"/>
                </a:lnTo>
                <a:close/>
                <a:moveTo>
                  <a:pt x="19575" y="30973"/>
                </a:moveTo>
                <a:lnTo>
                  <a:pt x="20576" y="32689"/>
                </a:lnTo>
                <a:lnTo>
                  <a:pt x="19075" y="31831"/>
                </a:lnTo>
                <a:close/>
                <a:moveTo>
                  <a:pt x="70425" y="22578"/>
                </a:moveTo>
                <a:lnTo>
                  <a:pt x="72143" y="22962"/>
                </a:lnTo>
                <a:lnTo>
                  <a:pt x="69566" y="22770"/>
                </a:lnTo>
                <a:close/>
                <a:moveTo>
                  <a:pt x="22995" y="112721"/>
                </a:moveTo>
                <a:lnTo>
                  <a:pt x="24691" y="114064"/>
                </a:lnTo>
                <a:lnTo>
                  <a:pt x="22147" y="113392"/>
                </a:lnTo>
                <a:close/>
                <a:moveTo>
                  <a:pt x="35552" y="64057"/>
                </a:moveTo>
                <a:lnTo>
                  <a:pt x="35997" y="65346"/>
                </a:lnTo>
                <a:lnTo>
                  <a:pt x="35330" y="64701"/>
                </a:lnTo>
                <a:close/>
                <a:moveTo>
                  <a:pt x="45897" y="53583"/>
                </a:moveTo>
                <a:lnTo>
                  <a:pt x="46518" y="54272"/>
                </a:lnTo>
                <a:lnTo>
                  <a:pt x="45587" y="53928"/>
                </a:lnTo>
                <a:close/>
                <a:moveTo>
                  <a:pt x="57418" y="12544"/>
                </a:moveTo>
                <a:lnTo>
                  <a:pt x="58875" y="13996"/>
                </a:lnTo>
                <a:lnTo>
                  <a:pt x="56689" y="13270"/>
                </a:lnTo>
                <a:close/>
                <a:moveTo>
                  <a:pt x="53531" y="53452"/>
                </a:moveTo>
                <a:lnTo>
                  <a:pt x="55151" y="54070"/>
                </a:lnTo>
                <a:lnTo>
                  <a:pt x="52721" y="53761"/>
                </a:lnTo>
                <a:close/>
                <a:moveTo>
                  <a:pt x="20099" y="92239"/>
                </a:moveTo>
                <a:lnTo>
                  <a:pt x="20655" y="93308"/>
                </a:lnTo>
                <a:lnTo>
                  <a:pt x="19821" y="92774"/>
                </a:lnTo>
                <a:close/>
                <a:moveTo>
                  <a:pt x="49058" y="5279"/>
                </a:moveTo>
                <a:lnTo>
                  <a:pt x="49491" y="6797"/>
                </a:lnTo>
                <a:lnTo>
                  <a:pt x="48842" y="6038"/>
                </a:lnTo>
                <a:close/>
                <a:moveTo>
                  <a:pt x="56777" y="139965"/>
                </a:moveTo>
                <a:lnTo>
                  <a:pt x="57332" y="141528"/>
                </a:lnTo>
                <a:lnTo>
                  <a:pt x="56499" y="140746"/>
                </a:lnTo>
                <a:close/>
                <a:moveTo>
                  <a:pt x="40744" y="79873"/>
                </a:moveTo>
                <a:lnTo>
                  <a:pt x="41426" y="80719"/>
                </a:lnTo>
                <a:lnTo>
                  <a:pt x="40403" y="80296"/>
                </a:lnTo>
                <a:close/>
                <a:moveTo>
                  <a:pt x="14364" y="2423"/>
                </a:moveTo>
                <a:lnTo>
                  <a:pt x="16014" y="2870"/>
                </a:lnTo>
                <a:lnTo>
                  <a:pt x="13539" y="2646"/>
                </a:lnTo>
                <a:close/>
                <a:moveTo>
                  <a:pt x="7210" y="113125"/>
                </a:moveTo>
                <a:lnTo>
                  <a:pt x="9092" y="113577"/>
                </a:lnTo>
                <a:lnTo>
                  <a:pt x="6269" y="113351"/>
                </a:lnTo>
                <a:close/>
                <a:moveTo>
                  <a:pt x="32064" y="21634"/>
                </a:moveTo>
                <a:lnTo>
                  <a:pt x="33048" y="22621"/>
                </a:lnTo>
                <a:lnTo>
                  <a:pt x="31572" y="22128"/>
                </a:lnTo>
                <a:close/>
                <a:moveTo>
                  <a:pt x="20905" y="49025"/>
                </a:moveTo>
                <a:lnTo>
                  <a:pt x="22104" y="50401"/>
                </a:lnTo>
                <a:lnTo>
                  <a:pt x="20306" y="49713"/>
                </a:lnTo>
                <a:close/>
                <a:moveTo>
                  <a:pt x="15188" y="23848"/>
                </a:moveTo>
                <a:lnTo>
                  <a:pt x="16393" y="24589"/>
                </a:lnTo>
                <a:lnTo>
                  <a:pt x="14585" y="24218"/>
                </a:lnTo>
                <a:close/>
                <a:moveTo>
                  <a:pt x="17550" y="21933"/>
                </a:moveTo>
                <a:lnTo>
                  <a:pt x="19412" y="23439"/>
                </a:lnTo>
                <a:lnTo>
                  <a:pt x="16619" y="22686"/>
                </a:lnTo>
                <a:close/>
                <a:moveTo>
                  <a:pt x="9234" y="94358"/>
                </a:moveTo>
                <a:lnTo>
                  <a:pt x="10401" y="94755"/>
                </a:lnTo>
                <a:lnTo>
                  <a:pt x="8651" y="94556"/>
                </a:lnTo>
                <a:close/>
                <a:moveTo>
                  <a:pt x="6357" y="144529"/>
                </a:moveTo>
                <a:lnTo>
                  <a:pt x="6903" y="145606"/>
                </a:lnTo>
                <a:lnTo>
                  <a:pt x="6084" y="145068"/>
                </a:lnTo>
                <a:close/>
                <a:moveTo>
                  <a:pt x="50244" y="108354"/>
                </a:moveTo>
                <a:lnTo>
                  <a:pt x="51905" y="108768"/>
                </a:lnTo>
                <a:lnTo>
                  <a:pt x="49414" y="108561"/>
                </a:lnTo>
                <a:close/>
                <a:moveTo>
                  <a:pt x="27751" y="15619"/>
                </a:moveTo>
                <a:lnTo>
                  <a:pt x="29433" y="17108"/>
                </a:lnTo>
                <a:lnTo>
                  <a:pt x="26911" y="16364"/>
                </a:lnTo>
                <a:close/>
                <a:moveTo>
                  <a:pt x="17341" y="84430"/>
                </a:moveTo>
                <a:lnTo>
                  <a:pt x="18150" y="85281"/>
                </a:lnTo>
                <a:lnTo>
                  <a:pt x="16936" y="84856"/>
                </a:lnTo>
                <a:close/>
                <a:moveTo>
                  <a:pt x="14204" y="47160"/>
                </a:moveTo>
                <a:lnTo>
                  <a:pt x="14834" y="47481"/>
                </a:lnTo>
                <a:lnTo>
                  <a:pt x="13889" y="47321"/>
                </a:lnTo>
                <a:close/>
                <a:moveTo>
                  <a:pt x="28776" y="119580"/>
                </a:moveTo>
                <a:lnTo>
                  <a:pt x="30289" y="120873"/>
                </a:lnTo>
                <a:lnTo>
                  <a:pt x="28019" y="120227"/>
                </a:lnTo>
                <a:close/>
                <a:moveTo>
                  <a:pt x="33667" y="24202"/>
                </a:moveTo>
                <a:lnTo>
                  <a:pt x="34490" y="24648"/>
                </a:lnTo>
                <a:lnTo>
                  <a:pt x="33256" y="24425"/>
                </a:lnTo>
                <a:close/>
                <a:moveTo>
                  <a:pt x="43414" y="22974"/>
                </a:moveTo>
                <a:lnTo>
                  <a:pt x="44998" y="23316"/>
                </a:lnTo>
                <a:lnTo>
                  <a:pt x="42622" y="23145"/>
                </a:lnTo>
                <a:close/>
                <a:moveTo>
                  <a:pt x="52031" y="35441"/>
                </a:moveTo>
                <a:lnTo>
                  <a:pt x="52681" y="36427"/>
                </a:lnTo>
                <a:lnTo>
                  <a:pt x="51706" y="35934"/>
                </a:lnTo>
                <a:close/>
                <a:moveTo>
                  <a:pt x="16555" y="113577"/>
                </a:moveTo>
                <a:lnTo>
                  <a:pt x="18118" y="114562"/>
                </a:lnTo>
                <a:lnTo>
                  <a:pt x="15774" y="114069"/>
                </a:lnTo>
                <a:close/>
                <a:moveTo>
                  <a:pt x="38449" y="110625"/>
                </a:moveTo>
                <a:lnTo>
                  <a:pt x="40006" y="111566"/>
                </a:lnTo>
                <a:lnTo>
                  <a:pt x="37670" y="111096"/>
                </a:lnTo>
                <a:close/>
                <a:moveTo>
                  <a:pt x="39972" y="63039"/>
                </a:moveTo>
                <a:lnTo>
                  <a:pt x="41493" y="64553"/>
                </a:lnTo>
                <a:lnTo>
                  <a:pt x="39211" y="63796"/>
                </a:lnTo>
                <a:close/>
                <a:moveTo>
                  <a:pt x="54988" y="137764"/>
                </a:moveTo>
                <a:lnTo>
                  <a:pt x="55381" y="138169"/>
                </a:lnTo>
                <a:lnTo>
                  <a:pt x="54791" y="137967"/>
                </a:lnTo>
                <a:close/>
                <a:moveTo>
                  <a:pt x="9048" y="137206"/>
                </a:moveTo>
                <a:lnTo>
                  <a:pt x="10089" y="138247"/>
                </a:lnTo>
                <a:lnTo>
                  <a:pt x="8528" y="137726"/>
                </a:lnTo>
                <a:close/>
                <a:moveTo>
                  <a:pt x="32534" y="67266"/>
                </a:moveTo>
                <a:lnTo>
                  <a:pt x="34126" y="68502"/>
                </a:lnTo>
                <a:lnTo>
                  <a:pt x="31738" y="67884"/>
                </a:lnTo>
                <a:close/>
                <a:moveTo>
                  <a:pt x="15656" y="70343"/>
                </a:moveTo>
                <a:lnTo>
                  <a:pt x="17576" y="71328"/>
                </a:lnTo>
                <a:lnTo>
                  <a:pt x="14697" y="70835"/>
                </a:lnTo>
                <a:close/>
                <a:moveTo>
                  <a:pt x="33283" y="41555"/>
                </a:moveTo>
                <a:lnTo>
                  <a:pt x="34388" y="42436"/>
                </a:lnTo>
                <a:lnTo>
                  <a:pt x="32730" y="41995"/>
                </a:lnTo>
                <a:close/>
                <a:moveTo>
                  <a:pt x="14204" y="86834"/>
                </a:moveTo>
                <a:lnTo>
                  <a:pt x="14680" y="87504"/>
                </a:lnTo>
                <a:lnTo>
                  <a:pt x="13966" y="87169"/>
                </a:lnTo>
                <a:close/>
                <a:moveTo>
                  <a:pt x="2199" y="116767"/>
                </a:moveTo>
                <a:lnTo>
                  <a:pt x="3342" y="117638"/>
                </a:lnTo>
                <a:lnTo>
                  <a:pt x="1627" y="117203"/>
                </a:lnTo>
                <a:close/>
                <a:moveTo>
                  <a:pt x="61714" y="108669"/>
                </a:moveTo>
                <a:lnTo>
                  <a:pt x="62521" y="109917"/>
                </a:lnTo>
                <a:lnTo>
                  <a:pt x="61310" y="109293"/>
                </a:lnTo>
                <a:close/>
                <a:moveTo>
                  <a:pt x="20278" y="52133"/>
                </a:moveTo>
                <a:lnTo>
                  <a:pt x="20812" y="53200"/>
                </a:lnTo>
                <a:lnTo>
                  <a:pt x="20012" y="52666"/>
                </a:lnTo>
                <a:close/>
                <a:moveTo>
                  <a:pt x="45912" y="36806"/>
                </a:moveTo>
                <a:lnTo>
                  <a:pt x="46928" y="37478"/>
                </a:lnTo>
                <a:lnTo>
                  <a:pt x="45404" y="37142"/>
                </a:lnTo>
                <a:close/>
                <a:moveTo>
                  <a:pt x="48894" y="133594"/>
                </a:moveTo>
                <a:lnTo>
                  <a:pt x="50827" y="135037"/>
                </a:lnTo>
                <a:lnTo>
                  <a:pt x="47927" y="134315"/>
                </a:lnTo>
                <a:close/>
                <a:moveTo>
                  <a:pt x="57085" y="57963"/>
                </a:moveTo>
                <a:lnTo>
                  <a:pt x="58007" y="59599"/>
                </a:lnTo>
                <a:lnTo>
                  <a:pt x="56623" y="58781"/>
                </a:lnTo>
                <a:close/>
                <a:moveTo>
                  <a:pt x="69523" y="103643"/>
                </a:moveTo>
                <a:lnTo>
                  <a:pt x="70339" y="104037"/>
                </a:lnTo>
                <a:lnTo>
                  <a:pt x="69114" y="103840"/>
                </a:lnTo>
                <a:close/>
                <a:moveTo>
                  <a:pt x="45775" y="10924"/>
                </a:moveTo>
                <a:lnTo>
                  <a:pt x="47701" y="11495"/>
                </a:lnTo>
                <a:lnTo>
                  <a:pt x="44811" y="11210"/>
                </a:lnTo>
                <a:close/>
                <a:moveTo>
                  <a:pt x="20597" y="15470"/>
                </a:moveTo>
                <a:lnTo>
                  <a:pt x="22386" y="16037"/>
                </a:lnTo>
                <a:lnTo>
                  <a:pt x="19702" y="15753"/>
                </a:lnTo>
                <a:close/>
                <a:moveTo>
                  <a:pt x="12959" y="51535"/>
                </a:moveTo>
                <a:lnTo>
                  <a:pt x="13537" y="51940"/>
                </a:lnTo>
                <a:lnTo>
                  <a:pt x="12670" y="51737"/>
                </a:lnTo>
                <a:close/>
                <a:moveTo>
                  <a:pt x="65239" y="59239"/>
                </a:moveTo>
                <a:lnTo>
                  <a:pt x="66048" y="59800"/>
                </a:lnTo>
                <a:lnTo>
                  <a:pt x="64834" y="59520"/>
                </a:lnTo>
                <a:close/>
                <a:moveTo>
                  <a:pt x="52722" y="4127"/>
                </a:moveTo>
                <a:lnTo>
                  <a:pt x="54019" y="5082"/>
                </a:lnTo>
                <a:lnTo>
                  <a:pt x="52074" y="4605"/>
                </a:lnTo>
                <a:close/>
                <a:moveTo>
                  <a:pt x="38779" y="50716"/>
                </a:moveTo>
                <a:lnTo>
                  <a:pt x="40823" y="51097"/>
                </a:lnTo>
                <a:lnTo>
                  <a:pt x="37757" y="50906"/>
                </a:lnTo>
                <a:close/>
                <a:moveTo>
                  <a:pt x="54108" y="21510"/>
                </a:moveTo>
                <a:lnTo>
                  <a:pt x="54558" y="21962"/>
                </a:lnTo>
                <a:lnTo>
                  <a:pt x="53883" y="21736"/>
                </a:lnTo>
                <a:close/>
                <a:moveTo>
                  <a:pt x="20176" y="69491"/>
                </a:moveTo>
                <a:lnTo>
                  <a:pt x="20964" y="70050"/>
                </a:lnTo>
                <a:lnTo>
                  <a:pt x="19781" y="69771"/>
                </a:lnTo>
                <a:close/>
                <a:moveTo>
                  <a:pt x="10337" y="116974"/>
                </a:moveTo>
                <a:lnTo>
                  <a:pt x="12350" y="117705"/>
                </a:lnTo>
                <a:lnTo>
                  <a:pt x="9331" y="117340"/>
                </a:lnTo>
                <a:close/>
                <a:moveTo>
                  <a:pt x="54390" y="96326"/>
                </a:moveTo>
                <a:lnTo>
                  <a:pt x="56315" y="98000"/>
                </a:lnTo>
                <a:lnTo>
                  <a:pt x="53428" y="97163"/>
                </a:lnTo>
                <a:close/>
                <a:moveTo>
                  <a:pt x="41366" y="33950"/>
                </a:moveTo>
                <a:lnTo>
                  <a:pt x="42460" y="35026"/>
                </a:lnTo>
                <a:lnTo>
                  <a:pt x="40818" y="34488"/>
                </a:lnTo>
                <a:close/>
                <a:moveTo>
                  <a:pt x="5713" y="42474"/>
                </a:moveTo>
                <a:lnTo>
                  <a:pt x="6255" y="43856"/>
                </a:lnTo>
                <a:lnTo>
                  <a:pt x="5442" y="43165"/>
                </a:lnTo>
                <a:close/>
                <a:moveTo>
                  <a:pt x="17625" y="22175"/>
                </a:moveTo>
                <a:lnTo>
                  <a:pt x="18498" y="23399"/>
                </a:lnTo>
                <a:lnTo>
                  <a:pt x="17189" y="22787"/>
                </a:lnTo>
                <a:close/>
                <a:moveTo>
                  <a:pt x="50021" y="52865"/>
                </a:moveTo>
                <a:lnTo>
                  <a:pt x="51074" y="53217"/>
                </a:lnTo>
                <a:lnTo>
                  <a:pt x="49495" y="53041"/>
                </a:lnTo>
                <a:close/>
                <a:moveTo>
                  <a:pt x="34248" y="91316"/>
                </a:moveTo>
                <a:lnTo>
                  <a:pt x="35619" y="92567"/>
                </a:lnTo>
                <a:lnTo>
                  <a:pt x="33562" y="91942"/>
                </a:lnTo>
                <a:close/>
                <a:moveTo>
                  <a:pt x="39520" y="119045"/>
                </a:moveTo>
                <a:lnTo>
                  <a:pt x="41470" y="120094"/>
                </a:lnTo>
                <a:lnTo>
                  <a:pt x="38545" y="119570"/>
                </a:lnTo>
                <a:close/>
                <a:moveTo>
                  <a:pt x="60859" y="23420"/>
                </a:moveTo>
                <a:lnTo>
                  <a:pt x="61545" y="25067"/>
                </a:lnTo>
                <a:lnTo>
                  <a:pt x="60516" y="24243"/>
                </a:lnTo>
                <a:close/>
                <a:moveTo>
                  <a:pt x="23896" y="54075"/>
                </a:moveTo>
                <a:lnTo>
                  <a:pt x="24465" y="55240"/>
                </a:lnTo>
                <a:lnTo>
                  <a:pt x="23612" y="54658"/>
                </a:lnTo>
                <a:close/>
                <a:moveTo>
                  <a:pt x="51578" y="10698"/>
                </a:moveTo>
                <a:lnTo>
                  <a:pt x="52465" y="11073"/>
                </a:lnTo>
                <a:lnTo>
                  <a:pt x="51134" y="10886"/>
                </a:lnTo>
                <a:close/>
                <a:moveTo>
                  <a:pt x="30837" y="33033"/>
                </a:moveTo>
                <a:lnTo>
                  <a:pt x="32275" y="34353"/>
                </a:lnTo>
                <a:lnTo>
                  <a:pt x="30118" y="33693"/>
                </a:lnTo>
                <a:close/>
                <a:moveTo>
                  <a:pt x="30802" y="70968"/>
                </a:moveTo>
                <a:lnTo>
                  <a:pt x="32953" y="72279"/>
                </a:lnTo>
                <a:lnTo>
                  <a:pt x="29727" y="71624"/>
                </a:lnTo>
                <a:close/>
                <a:moveTo>
                  <a:pt x="8194" y="112296"/>
                </a:moveTo>
                <a:lnTo>
                  <a:pt x="9396" y="113924"/>
                </a:lnTo>
                <a:lnTo>
                  <a:pt x="7593" y="113110"/>
                </a:lnTo>
                <a:close/>
                <a:moveTo>
                  <a:pt x="11121" y="68630"/>
                </a:moveTo>
                <a:lnTo>
                  <a:pt x="13277" y="70117"/>
                </a:lnTo>
                <a:lnTo>
                  <a:pt x="10043" y="69374"/>
                </a:lnTo>
                <a:close/>
                <a:moveTo>
                  <a:pt x="59657" y="131938"/>
                </a:moveTo>
                <a:lnTo>
                  <a:pt x="61605" y="133240"/>
                </a:lnTo>
                <a:lnTo>
                  <a:pt x="58683" y="132589"/>
                </a:lnTo>
                <a:close/>
                <a:moveTo>
                  <a:pt x="5115" y="106359"/>
                </a:moveTo>
                <a:lnTo>
                  <a:pt x="6380" y="106778"/>
                </a:lnTo>
                <a:lnTo>
                  <a:pt x="4483" y="106569"/>
                </a:lnTo>
                <a:close/>
                <a:moveTo>
                  <a:pt x="10617" y="134612"/>
                </a:moveTo>
                <a:lnTo>
                  <a:pt x="10975" y="135246"/>
                </a:lnTo>
                <a:lnTo>
                  <a:pt x="10438" y="134929"/>
                </a:lnTo>
                <a:close/>
                <a:moveTo>
                  <a:pt x="57530" y="139440"/>
                </a:moveTo>
                <a:lnTo>
                  <a:pt x="58315" y="141197"/>
                </a:lnTo>
                <a:lnTo>
                  <a:pt x="57137" y="140318"/>
                </a:lnTo>
                <a:close/>
                <a:moveTo>
                  <a:pt x="43840" y="64918"/>
                </a:moveTo>
                <a:lnTo>
                  <a:pt x="45101" y="65904"/>
                </a:lnTo>
                <a:lnTo>
                  <a:pt x="43209" y="65411"/>
                </a:lnTo>
                <a:close/>
                <a:moveTo>
                  <a:pt x="40480" y="17551"/>
                </a:moveTo>
                <a:lnTo>
                  <a:pt x="42351" y="18449"/>
                </a:lnTo>
                <a:lnTo>
                  <a:pt x="39544" y="18000"/>
                </a:lnTo>
                <a:close/>
                <a:moveTo>
                  <a:pt x="26525" y="26898"/>
                </a:moveTo>
                <a:lnTo>
                  <a:pt x="27235" y="28080"/>
                </a:lnTo>
                <a:lnTo>
                  <a:pt x="26170" y="27489"/>
                </a:lnTo>
                <a:close/>
                <a:moveTo>
                  <a:pt x="65305" y="24951"/>
                </a:moveTo>
                <a:lnTo>
                  <a:pt x="67041" y="26551"/>
                </a:lnTo>
                <a:lnTo>
                  <a:pt x="64437" y="25751"/>
                </a:lnTo>
                <a:close/>
                <a:moveTo>
                  <a:pt x="39529" y="127320"/>
                </a:moveTo>
                <a:lnTo>
                  <a:pt x="41543" y="128580"/>
                </a:lnTo>
                <a:lnTo>
                  <a:pt x="38522" y="127950"/>
                </a:lnTo>
                <a:close/>
                <a:moveTo>
                  <a:pt x="55353" y="65017"/>
                </a:moveTo>
                <a:lnTo>
                  <a:pt x="55925" y="65956"/>
                </a:lnTo>
                <a:lnTo>
                  <a:pt x="55067" y="65486"/>
                </a:lnTo>
                <a:close/>
                <a:moveTo>
                  <a:pt x="33371" y="34242"/>
                </a:moveTo>
                <a:lnTo>
                  <a:pt x="34113" y="35174"/>
                </a:lnTo>
                <a:lnTo>
                  <a:pt x="33001" y="34708"/>
                </a:lnTo>
                <a:close/>
                <a:moveTo>
                  <a:pt x="68439" y="143510"/>
                </a:moveTo>
                <a:lnTo>
                  <a:pt x="69097" y="145073"/>
                </a:lnTo>
                <a:lnTo>
                  <a:pt x="68110" y="144292"/>
                </a:lnTo>
                <a:close/>
                <a:moveTo>
                  <a:pt x="21658" y="58513"/>
                </a:moveTo>
                <a:lnTo>
                  <a:pt x="23642" y="59827"/>
                </a:lnTo>
                <a:lnTo>
                  <a:pt x="20666" y="59170"/>
                </a:lnTo>
                <a:close/>
                <a:moveTo>
                  <a:pt x="61982" y="14771"/>
                </a:moveTo>
                <a:lnTo>
                  <a:pt x="63226" y="15400"/>
                </a:lnTo>
                <a:lnTo>
                  <a:pt x="61361" y="15086"/>
                </a:lnTo>
                <a:close/>
                <a:moveTo>
                  <a:pt x="52816" y="4438"/>
                </a:moveTo>
                <a:lnTo>
                  <a:pt x="53964" y="5798"/>
                </a:lnTo>
                <a:lnTo>
                  <a:pt x="52241" y="5118"/>
                </a:lnTo>
                <a:close/>
                <a:moveTo>
                  <a:pt x="46900" y="83431"/>
                </a:moveTo>
                <a:lnTo>
                  <a:pt x="49100" y="83999"/>
                </a:lnTo>
                <a:lnTo>
                  <a:pt x="45800" y="83715"/>
                </a:lnTo>
                <a:close/>
                <a:moveTo>
                  <a:pt x="39296" y="26702"/>
                </a:moveTo>
                <a:lnTo>
                  <a:pt x="40160" y="27961"/>
                </a:lnTo>
                <a:lnTo>
                  <a:pt x="38864" y="27332"/>
                </a:lnTo>
                <a:close/>
                <a:moveTo>
                  <a:pt x="42418" y="61332"/>
                </a:moveTo>
                <a:lnTo>
                  <a:pt x="42936" y="62342"/>
                </a:lnTo>
                <a:lnTo>
                  <a:pt x="42159" y="61837"/>
                </a:lnTo>
                <a:close/>
                <a:moveTo>
                  <a:pt x="39999" y="93519"/>
                </a:moveTo>
                <a:lnTo>
                  <a:pt x="41503" y="94234"/>
                </a:lnTo>
                <a:lnTo>
                  <a:pt x="39247" y="93876"/>
                </a:lnTo>
                <a:close/>
                <a:moveTo>
                  <a:pt x="41701" y="96307"/>
                </a:moveTo>
                <a:lnTo>
                  <a:pt x="42601" y="97870"/>
                </a:lnTo>
                <a:lnTo>
                  <a:pt x="41251" y="97089"/>
                </a:lnTo>
                <a:close/>
                <a:moveTo>
                  <a:pt x="11674" y="143420"/>
                </a:moveTo>
                <a:lnTo>
                  <a:pt x="13797" y="145217"/>
                </a:lnTo>
                <a:lnTo>
                  <a:pt x="10612" y="144318"/>
                </a:lnTo>
                <a:close/>
                <a:moveTo>
                  <a:pt x="1845" y="58718"/>
                </a:moveTo>
                <a:lnTo>
                  <a:pt x="2367" y="60101"/>
                </a:lnTo>
                <a:lnTo>
                  <a:pt x="1585" y="59409"/>
                </a:lnTo>
                <a:close/>
                <a:moveTo>
                  <a:pt x="42000" y="104388"/>
                </a:moveTo>
                <a:lnTo>
                  <a:pt x="43681" y="104707"/>
                </a:lnTo>
                <a:lnTo>
                  <a:pt x="41160" y="104547"/>
                </a:lnTo>
                <a:close/>
                <a:moveTo>
                  <a:pt x="60775" y="137488"/>
                </a:moveTo>
                <a:lnTo>
                  <a:pt x="62261" y="138198"/>
                </a:lnTo>
                <a:lnTo>
                  <a:pt x="60032" y="137843"/>
                </a:lnTo>
                <a:close/>
                <a:moveTo>
                  <a:pt x="67553" y="77914"/>
                </a:moveTo>
                <a:lnTo>
                  <a:pt x="69574" y="79137"/>
                </a:lnTo>
                <a:lnTo>
                  <a:pt x="66543" y="78525"/>
                </a:lnTo>
                <a:close/>
                <a:moveTo>
                  <a:pt x="69839" y="77470"/>
                </a:moveTo>
                <a:lnTo>
                  <a:pt x="70645" y="77794"/>
                </a:lnTo>
                <a:lnTo>
                  <a:pt x="69436" y="77632"/>
                </a:lnTo>
                <a:close/>
                <a:moveTo>
                  <a:pt x="8898" y="35846"/>
                </a:moveTo>
                <a:lnTo>
                  <a:pt x="9807" y="37518"/>
                </a:lnTo>
                <a:lnTo>
                  <a:pt x="8443" y="36682"/>
                </a:lnTo>
                <a:close/>
                <a:moveTo>
                  <a:pt x="10495" y="39773"/>
                </a:moveTo>
                <a:lnTo>
                  <a:pt x="11902" y="40781"/>
                </a:lnTo>
                <a:lnTo>
                  <a:pt x="9792" y="40277"/>
                </a:lnTo>
                <a:close/>
                <a:moveTo>
                  <a:pt x="32373" y="3809"/>
                </a:moveTo>
                <a:lnTo>
                  <a:pt x="32967" y="4549"/>
                </a:lnTo>
                <a:lnTo>
                  <a:pt x="32077" y="4179"/>
                </a:lnTo>
                <a:close/>
                <a:moveTo>
                  <a:pt x="61242" y="91847"/>
                </a:moveTo>
                <a:lnTo>
                  <a:pt x="63039" y="92381"/>
                </a:lnTo>
                <a:lnTo>
                  <a:pt x="60344" y="92114"/>
                </a:lnTo>
                <a:close/>
                <a:moveTo>
                  <a:pt x="68881" y="119896"/>
                </a:moveTo>
                <a:lnTo>
                  <a:pt x="70037" y="121638"/>
                </a:lnTo>
                <a:lnTo>
                  <a:pt x="68303" y="120767"/>
                </a:lnTo>
                <a:close/>
                <a:moveTo>
                  <a:pt x="34471" y="46731"/>
                </a:moveTo>
                <a:lnTo>
                  <a:pt x="36164" y="47261"/>
                </a:lnTo>
                <a:lnTo>
                  <a:pt x="33624" y="46996"/>
                </a:lnTo>
                <a:close/>
                <a:moveTo>
                  <a:pt x="50104" y="25582"/>
                </a:moveTo>
                <a:lnTo>
                  <a:pt x="52168" y="26838"/>
                </a:lnTo>
                <a:lnTo>
                  <a:pt x="49072" y="26210"/>
                </a:lnTo>
                <a:close/>
                <a:moveTo>
                  <a:pt x="61899" y="128607"/>
                </a:moveTo>
                <a:lnTo>
                  <a:pt x="63488" y="129780"/>
                </a:lnTo>
                <a:lnTo>
                  <a:pt x="61105" y="129194"/>
                </a:lnTo>
                <a:close/>
                <a:moveTo>
                  <a:pt x="16855" y="110678"/>
                </a:moveTo>
                <a:lnTo>
                  <a:pt x="18706" y="111652"/>
                </a:lnTo>
                <a:lnTo>
                  <a:pt x="15930" y="111165"/>
                </a:lnTo>
                <a:close/>
                <a:moveTo>
                  <a:pt x="2937" y="40811"/>
                </a:moveTo>
                <a:lnTo>
                  <a:pt x="4384" y="42091"/>
                </a:lnTo>
                <a:lnTo>
                  <a:pt x="2214" y="41451"/>
                </a:lnTo>
                <a:close/>
                <a:moveTo>
                  <a:pt x="60931" y="1179"/>
                </a:moveTo>
                <a:lnTo>
                  <a:pt x="62493" y="1889"/>
                </a:lnTo>
                <a:lnTo>
                  <a:pt x="60150" y="1534"/>
                </a:lnTo>
                <a:close/>
                <a:moveTo>
                  <a:pt x="21415" y="107413"/>
                </a:moveTo>
                <a:lnTo>
                  <a:pt x="22545" y="108398"/>
                </a:lnTo>
                <a:lnTo>
                  <a:pt x="20849" y="107906"/>
                </a:lnTo>
                <a:close/>
                <a:moveTo>
                  <a:pt x="47268" y="122458"/>
                </a:moveTo>
                <a:lnTo>
                  <a:pt x="49406" y="123251"/>
                </a:lnTo>
                <a:lnTo>
                  <a:pt x="46199" y="122855"/>
                </a:lnTo>
                <a:close/>
                <a:moveTo>
                  <a:pt x="33831" y="19071"/>
                </a:moveTo>
                <a:lnTo>
                  <a:pt x="34707" y="20266"/>
                </a:lnTo>
                <a:lnTo>
                  <a:pt x="33393" y="19669"/>
                </a:lnTo>
                <a:close/>
                <a:moveTo>
                  <a:pt x="33781" y="45553"/>
                </a:moveTo>
                <a:lnTo>
                  <a:pt x="35335" y="47127"/>
                </a:lnTo>
                <a:lnTo>
                  <a:pt x="33004" y="46340"/>
                </a:lnTo>
                <a:close/>
                <a:moveTo>
                  <a:pt x="22750" y="58037"/>
                </a:moveTo>
                <a:lnTo>
                  <a:pt x="24151" y="59757"/>
                </a:lnTo>
                <a:lnTo>
                  <a:pt x="22050" y="58897"/>
                </a:lnTo>
                <a:close/>
                <a:moveTo>
                  <a:pt x="44232" y="27984"/>
                </a:moveTo>
                <a:lnTo>
                  <a:pt x="45359" y="28679"/>
                </a:lnTo>
                <a:lnTo>
                  <a:pt x="43669" y="28332"/>
                </a:lnTo>
                <a:close/>
                <a:moveTo>
                  <a:pt x="28415" y="80286"/>
                </a:moveTo>
                <a:lnTo>
                  <a:pt x="29516" y="81031"/>
                </a:lnTo>
                <a:lnTo>
                  <a:pt x="27865" y="80658"/>
                </a:lnTo>
                <a:close/>
                <a:moveTo>
                  <a:pt x="14294" y="30866"/>
                </a:moveTo>
                <a:lnTo>
                  <a:pt x="15574" y="31345"/>
                </a:lnTo>
                <a:lnTo>
                  <a:pt x="13654" y="31105"/>
                </a:lnTo>
                <a:close/>
                <a:moveTo>
                  <a:pt x="16730" y="124798"/>
                </a:moveTo>
                <a:lnTo>
                  <a:pt x="17403" y="126385"/>
                </a:lnTo>
                <a:lnTo>
                  <a:pt x="16393" y="125592"/>
                </a:lnTo>
                <a:close/>
                <a:moveTo>
                  <a:pt x="40095" y="45052"/>
                </a:moveTo>
                <a:lnTo>
                  <a:pt x="41147" y="45564"/>
                </a:lnTo>
                <a:lnTo>
                  <a:pt x="39568" y="45308"/>
                </a:lnTo>
                <a:close/>
                <a:moveTo>
                  <a:pt x="55986" y="38517"/>
                </a:moveTo>
                <a:lnTo>
                  <a:pt x="57288" y="40063"/>
                </a:lnTo>
                <a:lnTo>
                  <a:pt x="55334" y="39290"/>
                </a:lnTo>
                <a:close/>
                <a:moveTo>
                  <a:pt x="42373" y="55149"/>
                </a:moveTo>
                <a:lnTo>
                  <a:pt x="43989" y="56736"/>
                </a:lnTo>
                <a:lnTo>
                  <a:pt x="41565" y="55943"/>
                </a:lnTo>
                <a:close/>
                <a:moveTo>
                  <a:pt x="36688" y="64603"/>
                </a:moveTo>
                <a:lnTo>
                  <a:pt x="38094" y="65125"/>
                </a:lnTo>
                <a:lnTo>
                  <a:pt x="35985" y="64864"/>
                </a:lnTo>
                <a:close/>
                <a:moveTo>
                  <a:pt x="55791" y="85205"/>
                </a:moveTo>
                <a:lnTo>
                  <a:pt x="56431" y="85738"/>
                </a:lnTo>
                <a:lnTo>
                  <a:pt x="55472" y="85472"/>
                </a:lnTo>
                <a:close/>
                <a:moveTo>
                  <a:pt x="57394" y="135272"/>
                </a:moveTo>
                <a:lnTo>
                  <a:pt x="58478" y="135590"/>
                </a:lnTo>
                <a:lnTo>
                  <a:pt x="56852" y="135431"/>
                </a:lnTo>
                <a:close/>
                <a:moveTo>
                  <a:pt x="68981" y="5517"/>
                </a:moveTo>
                <a:lnTo>
                  <a:pt x="71134" y="6579"/>
                </a:lnTo>
                <a:lnTo>
                  <a:pt x="67904" y="6048"/>
                </a:lnTo>
                <a:close/>
                <a:moveTo>
                  <a:pt x="63213" y="29358"/>
                </a:moveTo>
                <a:lnTo>
                  <a:pt x="64551" y="30491"/>
                </a:lnTo>
                <a:lnTo>
                  <a:pt x="62544" y="29925"/>
                </a:lnTo>
                <a:close/>
                <a:moveTo>
                  <a:pt x="62468" y="142621"/>
                </a:moveTo>
                <a:lnTo>
                  <a:pt x="63060" y="144003"/>
                </a:lnTo>
                <a:lnTo>
                  <a:pt x="62173" y="143312"/>
                </a:lnTo>
                <a:close/>
                <a:moveTo>
                  <a:pt x="7488" y="131142"/>
                </a:moveTo>
                <a:lnTo>
                  <a:pt x="9631" y="132133"/>
                </a:lnTo>
                <a:lnTo>
                  <a:pt x="6416" y="131638"/>
                </a:lnTo>
                <a:close/>
                <a:moveTo>
                  <a:pt x="35584" y="52461"/>
                </a:moveTo>
                <a:lnTo>
                  <a:pt x="36958" y="53223"/>
                </a:lnTo>
                <a:lnTo>
                  <a:pt x="34897" y="52842"/>
                </a:lnTo>
                <a:close/>
                <a:moveTo>
                  <a:pt x="23136" y="19703"/>
                </a:moveTo>
                <a:lnTo>
                  <a:pt x="24857" y="20072"/>
                </a:lnTo>
                <a:lnTo>
                  <a:pt x="22276" y="19888"/>
                </a:lnTo>
                <a:close/>
                <a:moveTo>
                  <a:pt x="8870" y="9600"/>
                </a:moveTo>
                <a:lnTo>
                  <a:pt x="10300" y="10014"/>
                </a:lnTo>
                <a:lnTo>
                  <a:pt x="8154" y="9807"/>
                </a:lnTo>
                <a:close/>
                <a:moveTo>
                  <a:pt x="12044" y="85050"/>
                </a:moveTo>
                <a:lnTo>
                  <a:pt x="13885" y="86545"/>
                </a:lnTo>
                <a:lnTo>
                  <a:pt x="11124" y="85797"/>
                </a:lnTo>
                <a:close/>
                <a:moveTo>
                  <a:pt x="56351" y="114781"/>
                </a:moveTo>
                <a:lnTo>
                  <a:pt x="58307" y="115903"/>
                </a:lnTo>
                <a:lnTo>
                  <a:pt x="55374" y="115342"/>
                </a:lnTo>
                <a:close/>
                <a:moveTo>
                  <a:pt x="44795" y="21601"/>
                </a:moveTo>
                <a:lnTo>
                  <a:pt x="45209" y="23133"/>
                </a:lnTo>
                <a:lnTo>
                  <a:pt x="44588" y="22367"/>
                </a:lnTo>
                <a:close/>
                <a:moveTo>
                  <a:pt x="34549" y="99082"/>
                </a:moveTo>
                <a:lnTo>
                  <a:pt x="36329" y="99805"/>
                </a:lnTo>
                <a:lnTo>
                  <a:pt x="33659" y="99443"/>
                </a:lnTo>
                <a:close/>
                <a:moveTo>
                  <a:pt x="52860" y="23714"/>
                </a:moveTo>
                <a:lnTo>
                  <a:pt x="55002" y="25172"/>
                </a:lnTo>
                <a:lnTo>
                  <a:pt x="51789" y="24443"/>
                </a:lnTo>
                <a:close/>
                <a:moveTo>
                  <a:pt x="8962" y="19386"/>
                </a:moveTo>
                <a:lnTo>
                  <a:pt x="10492" y="20191"/>
                </a:lnTo>
                <a:lnTo>
                  <a:pt x="8197" y="19788"/>
                </a:lnTo>
                <a:close/>
                <a:moveTo>
                  <a:pt x="57028" y="97417"/>
                </a:moveTo>
                <a:lnTo>
                  <a:pt x="59113" y="98033"/>
                </a:lnTo>
                <a:lnTo>
                  <a:pt x="55985" y="97725"/>
                </a:lnTo>
                <a:close/>
                <a:moveTo>
                  <a:pt x="6037" y="127504"/>
                </a:moveTo>
                <a:lnTo>
                  <a:pt x="7540" y="128208"/>
                </a:lnTo>
                <a:lnTo>
                  <a:pt x="5286" y="127856"/>
                </a:lnTo>
                <a:close/>
                <a:moveTo>
                  <a:pt x="21879" y="17107"/>
                </a:moveTo>
                <a:lnTo>
                  <a:pt x="23369" y="18004"/>
                </a:lnTo>
                <a:lnTo>
                  <a:pt x="21134" y="17556"/>
                </a:lnTo>
                <a:close/>
                <a:moveTo>
                  <a:pt x="20688" y="78696"/>
                </a:moveTo>
                <a:lnTo>
                  <a:pt x="22253" y="79698"/>
                </a:lnTo>
                <a:lnTo>
                  <a:pt x="19906" y="79197"/>
                </a:lnTo>
                <a:close/>
                <a:moveTo>
                  <a:pt x="26204" y="126180"/>
                </a:moveTo>
                <a:lnTo>
                  <a:pt x="27690" y="127620"/>
                </a:lnTo>
                <a:lnTo>
                  <a:pt x="25461" y="126900"/>
                </a:lnTo>
                <a:close/>
                <a:moveTo>
                  <a:pt x="51284" y="7825"/>
                </a:moveTo>
                <a:lnTo>
                  <a:pt x="53204" y="8499"/>
                </a:lnTo>
                <a:lnTo>
                  <a:pt x="50323" y="8162"/>
                </a:lnTo>
                <a:close/>
              </a:path>
            </a:pathLst>
          </a:custGeom>
          <a:solidFill>
            <a:srgbClr val="777777">
              <a:alpha val="20000"/>
            </a:srgbClr>
          </a:solidFill>
          <a:ln w="0" cap="rnd" cmpd="sng" algn="ctr">
            <a:solidFill>
              <a:srgbClr val="FFFFFF">
                <a:alpha val="0"/>
              </a:srgbClr>
            </a:solidFill>
            <a:round/>
            <a:headEnd type="none"/>
            <a:tailEnd type="none"/>
          </a:ln>
        </p:spPr>
      </p:sp>
      <p:sp>
        <p:nvSpPr>
          <p:cNvPr id="421" name="synapse model / 0420 paper texture"/>
          <p:cNvSpPr/>
          <p:nvPr/>
        </p:nvSpPr>
        <p:spPr>
          <a:xfrm>
            <a:off x="1741333" y="2350336"/>
            <a:ext cx="659600" cy="1319333"/>
          </a:xfrm>
          <a:custGeom>
            <a:avLst/>
            <a:gdLst/>
            <a:ahLst/>
            <a:cxnLst/>
            <a:rect l="0" t="0" r="r" b="b"/>
            <a:pathLst>
              <a:path w="72135" h="144284" fill="norm" stroke="1" extrusionOk="0">
                <a:moveTo>
                  <a:pt x="37575" y="93482"/>
                </a:moveTo>
                <a:lnTo>
                  <a:pt x="39762" y="94905"/>
                </a:lnTo>
                <a:lnTo>
                  <a:pt x="36482" y="94194"/>
                </a:lnTo>
                <a:close/>
                <a:moveTo>
                  <a:pt x="42702" y="27566"/>
                </a:moveTo>
                <a:lnTo>
                  <a:pt x="43578" y="28775"/>
                </a:lnTo>
                <a:lnTo>
                  <a:pt x="42264" y="28171"/>
                </a:lnTo>
                <a:close/>
                <a:moveTo>
                  <a:pt x="43969" y="123753"/>
                </a:moveTo>
                <a:lnTo>
                  <a:pt x="45871" y="125469"/>
                </a:lnTo>
                <a:lnTo>
                  <a:pt x="43019" y="124611"/>
                </a:lnTo>
                <a:close/>
                <a:moveTo>
                  <a:pt x="49727" y="133462"/>
                </a:moveTo>
                <a:lnTo>
                  <a:pt x="51566" y="134343"/>
                </a:lnTo>
                <a:lnTo>
                  <a:pt x="48808" y="133903"/>
                </a:lnTo>
                <a:close/>
                <a:moveTo>
                  <a:pt x="42935" y="93877"/>
                </a:moveTo>
                <a:lnTo>
                  <a:pt x="44624" y="95052"/>
                </a:lnTo>
                <a:lnTo>
                  <a:pt x="42090" y="94465"/>
                </a:lnTo>
                <a:close/>
                <a:moveTo>
                  <a:pt x="13432" y="81776"/>
                </a:moveTo>
                <a:lnTo>
                  <a:pt x="14310" y="82310"/>
                </a:lnTo>
                <a:lnTo>
                  <a:pt x="12993" y="82043"/>
                </a:lnTo>
                <a:close/>
                <a:moveTo>
                  <a:pt x="56289" y="51404"/>
                </a:moveTo>
                <a:lnTo>
                  <a:pt x="58372" y="53029"/>
                </a:lnTo>
                <a:lnTo>
                  <a:pt x="55248" y="52216"/>
                </a:lnTo>
                <a:close/>
                <a:moveTo>
                  <a:pt x="50154" y="20749"/>
                </a:moveTo>
                <a:lnTo>
                  <a:pt x="50902" y="21072"/>
                </a:lnTo>
                <a:lnTo>
                  <a:pt x="49780" y="20910"/>
                </a:lnTo>
                <a:close/>
                <a:moveTo>
                  <a:pt x="68742" y="92363"/>
                </a:moveTo>
                <a:lnTo>
                  <a:pt x="69683" y="93572"/>
                </a:lnTo>
                <a:lnTo>
                  <a:pt x="68271" y="92968"/>
                </a:lnTo>
                <a:close/>
                <a:moveTo>
                  <a:pt x="57064" y="113044"/>
                </a:moveTo>
                <a:lnTo>
                  <a:pt x="58737" y="114438"/>
                </a:lnTo>
                <a:lnTo>
                  <a:pt x="56227" y="113741"/>
                </a:lnTo>
                <a:close/>
                <a:moveTo>
                  <a:pt x="7847" y="7564"/>
                </a:moveTo>
                <a:lnTo>
                  <a:pt x="8435" y="8586"/>
                </a:lnTo>
                <a:lnTo>
                  <a:pt x="7552" y="8075"/>
                </a:lnTo>
                <a:close/>
                <a:moveTo>
                  <a:pt x="14645" y="83503"/>
                </a:moveTo>
                <a:lnTo>
                  <a:pt x="16406" y="84125"/>
                </a:lnTo>
                <a:lnTo>
                  <a:pt x="13764" y="83814"/>
                </a:lnTo>
                <a:close/>
                <a:moveTo>
                  <a:pt x="31865" y="121285"/>
                </a:moveTo>
                <a:lnTo>
                  <a:pt x="32468" y="122201"/>
                </a:lnTo>
                <a:lnTo>
                  <a:pt x="31563" y="121743"/>
                </a:lnTo>
                <a:close/>
                <a:moveTo>
                  <a:pt x="54948" y="5684"/>
                </a:moveTo>
                <a:lnTo>
                  <a:pt x="56159" y="6079"/>
                </a:lnTo>
                <a:lnTo>
                  <a:pt x="54343" y="5882"/>
                </a:lnTo>
                <a:close/>
                <a:moveTo>
                  <a:pt x="39906" y="5877"/>
                </a:moveTo>
                <a:lnTo>
                  <a:pt x="41102" y="6229"/>
                </a:lnTo>
                <a:lnTo>
                  <a:pt x="39308" y="6053"/>
                </a:lnTo>
                <a:close/>
                <a:moveTo>
                  <a:pt x="42106" y="111364"/>
                </a:moveTo>
                <a:lnTo>
                  <a:pt x="42946" y="112085"/>
                </a:lnTo>
                <a:lnTo>
                  <a:pt x="41686" y="111724"/>
                </a:lnTo>
                <a:close/>
                <a:moveTo>
                  <a:pt x="35486" y="58643"/>
                </a:moveTo>
                <a:lnTo>
                  <a:pt x="36204" y="59121"/>
                </a:lnTo>
                <a:lnTo>
                  <a:pt x="35126" y="58882"/>
                </a:lnTo>
                <a:close/>
                <a:moveTo>
                  <a:pt x="26321" y="138054"/>
                </a:moveTo>
                <a:lnTo>
                  <a:pt x="27266" y="139029"/>
                </a:lnTo>
                <a:lnTo>
                  <a:pt x="25848" y="138541"/>
                </a:lnTo>
                <a:close/>
                <a:moveTo>
                  <a:pt x="11737" y="93147"/>
                </a:moveTo>
                <a:lnTo>
                  <a:pt x="13494" y="94844"/>
                </a:lnTo>
                <a:lnTo>
                  <a:pt x="10858" y="93995"/>
                </a:lnTo>
                <a:close/>
                <a:moveTo>
                  <a:pt x="13491" y="26120"/>
                </a:moveTo>
                <a:lnTo>
                  <a:pt x="14250" y="26537"/>
                </a:lnTo>
                <a:lnTo>
                  <a:pt x="13111" y="26329"/>
                </a:lnTo>
                <a:close/>
                <a:moveTo>
                  <a:pt x="48179" y="69402"/>
                </a:moveTo>
                <a:lnTo>
                  <a:pt x="50309" y="69920"/>
                </a:lnTo>
                <a:lnTo>
                  <a:pt x="47113" y="69661"/>
                </a:lnTo>
                <a:close/>
                <a:moveTo>
                  <a:pt x="23356" y="22764"/>
                </a:moveTo>
                <a:lnTo>
                  <a:pt x="24483" y="23183"/>
                </a:lnTo>
                <a:lnTo>
                  <a:pt x="22793" y="22973"/>
                </a:lnTo>
                <a:close/>
                <a:moveTo>
                  <a:pt x="26326" y="66458"/>
                </a:moveTo>
                <a:lnTo>
                  <a:pt x="26744" y="67331"/>
                </a:lnTo>
                <a:lnTo>
                  <a:pt x="26117" y="66894"/>
                </a:lnTo>
                <a:close/>
                <a:moveTo>
                  <a:pt x="16120" y="11586"/>
                </a:moveTo>
                <a:lnTo>
                  <a:pt x="17072" y="12277"/>
                </a:lnTo>
                <a:lnTo>
                  <a:pt x="15644" y="11932"/>
                </a:lnTo>
                <a:close/>
                <a:moveTo>
                  <a:pt x="62573" y="79002"/>
                </a:moveTo>
                <a:lnTo>
                  <a:pt x="64653" y="79639"/>
                </a:lnTo>
                <a:lnTo>
                  <a:pt x="61532" y="79321"/>
                </a:lnTo>
                <a:close/>
                <a:moveTo>
                  <a:pt x="2312" y="70600"/>
                </a:moveTo>
                <a:lnTo>
                  <a:pt x="3701" y="71332"/>
                </a:lnTo>
                <a:lnTo>
                  <a:pt x="1617" y="70966"/>
                </a:lnTo>
                <a:close/>
                <a:moveTo>
                  <a:pt x="11753" y="262"/>
                </a:moveTo>
                <a:lnTo>
                  <a:pt x="13323" y="1692"/>
                </a:lnTo>
                <a:lnTo>
                  <a:pt x="10968" y="977"/>
                </a:lnTo>
                <a:close/>
                <a:moveTo>
                  <a:pt x="4018" y="99432"/>
                </a:moveTo>
                <a:lnTo>
                  <a:pt x="6001" y="100210"/>
                </a:lnTo>
                <a:lnTo>
                  <a:pt x="3026" y="99821"/>
                </a:lnTo>
                <a:close/>
                <a:moveTo>
                  <a:pt x="68331" y="135287"/>
                </a:moveTo>
                <a:lnTo>
                  <a:pt x="70227" y="135937"/>
                </a:lnTo>
                <a:lnTo>
                  <a:pt x="67384" y="135612"/>
                </a:lnTo>
                <a:close/>
                <a:moveTo>
                  <a:pt x="5151" y="54299"/>
                </a:moveTo>
                <a:lnTo>
                  <a:pt x="5694" y="55984"/>
                </a:lnTo>
                <a:lnTo>
                  <a:pt x="4880" y="55142"/>
                </a:lnTo>
                <a:close/>
                <a:moveTo>
                  <a:pt x="37578" y="59128"/>
                </a:moveTo>
                <a:lnTo>
                  <a:pt x="38781" y="59483"/>
                </a:lnTo>
                <a:lnTo>
                  <a:pt x="36977" y="59306"/>
                </a:lnTo>
                <a:close/>
                <a:moveTo>
                  <a:pt x="57130" y="103618"/>
                </a:moveTo>
                <a:lnTo>
                  <a:pt x="57626" y="104342"/>
                </a:lnTo>
                <a:lnTo>
                  <a:pt x="56882" y="103980"/>
                </a:lnTo>
                <a:close/>
                <a:moveTo>
                  <a:pt x="60555" y="136339"/>
                </a:moveTo>
                <a:lnTo>
                  <a:pt x="62566" y="137667"/>
                </a:lnTo>
                <a:lnTo>
                  <a:pt x="59549" y="137003"/>
                </a:lnTo>
                <a:close/>
                <a:moveTo>
                  <a:pt x="29621" y="139262"/>
                </a:moveTo>
                <a:lnTo>
                  <a:pt x="30710" y="140216"/>
                </a:lnTo>
                <a:lnTo>
                  <a:pt x="29077" y="139739"/>
                </a:lnTo>
                <a:close/>
                <a:moveTo>
                  <a:pt x="7219" y="125733"/>
                </a:moveTo>
                <a:lnTo>
                  <a:pt x="8340" y="127351"/>
                </a:lnTo>
                <a:lnTo>
                  <a:pt x="6659" y="126542"/>
                </a:lnTo>
                <a:close/>
                <a:moveTo>
                  <a:pt x="58939" y="45371"/>
                </a:moveTo>
                <a:lnTo>
                  <a:pt x="60316" y="46521"/>
                </a:lnTo>
                <a:lnTo>
                  <a:pt x="58250" y="45946"/>
                </a:lnTo>
                <a:close/>
                <a:moveTo>
                  <a:pt x="11400" y="64880"/>
                </a:moveTo>
                <a:lnTo>
                  <a:pt x="12310" y="66395"/>
                </a:lnTo>
                <a:lnTo>
                  <a:pt x="10944" y="65638"/>
                </a:lnTo>
                <a:close/>
                <a:moveTo>
                  <a:pt x="23019" y="24569"/>
                </a:moveTo>
                <a:lnTo>
                  <a:pt x="25050" y="26310"/>
                </a:lnTo>
                <a:lnTo>
                  <a:pt x="22003" y="25440"/>
                </a:lnTo>
                <a:close/>
                <a:moveTo>
                  <a:pt x="59685" y="24501"/>
                </a:moveTo>
                <a:lnTo>
                  <a:pt x="60505" y="24918"/>
                </a:lnTo>
                <a:lnTo>
                  <a:pt x="59274" y="24709"/>
                </a:lnTo>
                <a:close/>
                <a:moveTo>
                  <a:pt x="22916" y="127217"/>
                </a:moveTo>
                <a:lnTo>
                  <a:pt x="24663" y="128009"/>
                </a:lnTo>
                <a:lnTo>
                  <a:pt x="22042" y="127613"/>
                </a:lnTo>
                <a:close/>
                <a:moveTo>
                  <a:pt x="60724" y="130805"/>
                </a:moveTo>
                <a:lnTo>
                  <a:pt x="61219" y="131207"/>
                </a:lnTo>
                <a:lnTo>
                  <a:pt x="60477" y="131006"/>
                </a:lnTo>
                <a:close/>
                <a:moveTo>
                  <a:pt x="67035" y="110552"/>
                </a:moveTo>
                <a:lnTo>
                  <a:pt x="69155" y="111154"/>
                </a:lnTo>
                <a:lnTo>
                  <a:pt x="65975" y="110853"/>
                </a:lnTo>
                <a:close/>
                <a:moveTo>
                  <a:pt x="56617" y="113197"/>
                </a:moveTo>
                <a:lnTo>
                  <a:pt x="57944" y="114555"/>
                </a:lnTo>
                <a:lnTo>
                  <a:pt x="55953" y="113876"/>
                </a:lnTo>
                <a:close/>
                <a:moveTo>
                  <a:pt x="3827" y="30369"/>
                </a:moveTo>
                <a:lnTo>
                  <a:pt x="5234" y="31967"/>
                </a:lnTo>
                <a:lnTo>
                  <a:pt x="3124" y="31168"/>
                </a:lnTo>
                <a:close/>
                <a:moveTo>
                  <a:pt x="11878" y="23988"/>
                </a:moveTo>
                <a:lnTo>
                  <a:pt x="13603" y="24789"/>
                </a:lnTo>
                <a:lnTo>
                  <a:pt x="11016" y="24389"/>
                </a:lnTo>
                <a:close/>
                <a:moveTo>
                  <a:pt x="58244" y="119315"/>
                </a:moveTo>
                <a:lnTo>
                  <a:pt x="59022" y="120238"/>
                </a:lnTo>
                <a:lnTo>
                  <a:pt x="57855" y="119777"/>
                </a:lnTo>
                <a:close/>
                <a:moveTo>
                  <a:pt x="6369" y="21708"/>
                </a:moveTo>
                <a:lnTo>
                  <a:pt x="7174" y="23031"/>
                </a:lnTo>
                <a:lnTo>
                  <a:pt x="5967" y="22369"/>
                </a:lnTo>
                <a:close/>
                <a:moveTo>
                  <a:pt x="703" y="104852"/>
                </a:moveTo>
                <a:lnTo>
                  <a:pt x="1361" y="106378"/>
                </a:lnTo>
                <a:lnTo>
                  <a:pt x="375" y="105615"/>
                </a:lnTo>
                <a:close/>
                <a:moveTo>
                  <a:pt x="41793" y="129698"/>
                </a:moveTo>
                <a:lnTo>
                  <a:pt x="43954" y="131235"/>
                </a:lnTo>
                <a:lnTo>
                  <a:pt x="40713" y="130467"/>
                </a:lnTo>
                <a:close/>
                <a:moveTo>
                  <a:pt x="44543" y="122662"/>
                </a:moveTo>
                <a:lnTo>
                  <a:pt x="45681" y="123527"/>
                </a:lnTo>
                <a:lnTo>
                  <a:pt x="43974" y="123095"/>
                </a:lnTo>
                <a:close/>
                <a:moveTo>
                  <a:pt x="36675" y="118672"/>
                </a:moveTo>
                <a:lnTo>
                  <a:pt x="37656" y="119791"/>
                </a:lnTo>
                <a:lnTo>
                  <a:pt x="36185" y="119231"/>
                </a:lnTo>
                <a:close/>
                <a:moveTo>
                  <a:pt x="30958" y="1965"/>
                </a:moveTo>
                <a:lnTo>
                  <a:pt x="32543" y="2507"/>
                </a:lnTo>
                <a:lnTo>
                  <a:pt x="30166" y="2236"/>
                </a:lnTo>
                <a:close/>
                <a:moveTo>
                  <a:pt x="52444" y="12412"/>
                </a:moveTo>
                <a:lnTo>
                  <a:pt x="54190" y="12727"/>
                </a:lnTo>
                <a:lnTo>
                  <a:pt x="51571" y="12569"/>
                </a:lnTo>
                <a:close/>
                <a:moveTo>
                  <a:pt x="9270" y="20671"/>
                </a:moveTo>
                <a:lnTo>
                  <a:pt x="10926" y="21724"/>
                </a:lnTo>
                <a:lnTo>
                  <a:pt x="8441" y="21197"/>
                </a:lnTo>
                <a:close/>
                <a:moveTo>
                  <a:pt x="14338" y="112413"/>
                </a:moveTo>
                <a:lnTo>
                  <a:pt x="15027" y="113241"/>
                </a:lnTo>
                <a:lnTo>
                  <a:pt x="13994" y="112827"/>
                </a:lnTo>
                <a:close/>
                <a:moveTo>
                  <a:pt x="44779" y="54729"/>
                </a:moveTo>
                <a:lnTo>
                  <a:pt x="46217" y="55990"/>
                </a:lnTo>
                <a:lnTo>
                  <a:pt x="44059" y="55360"/>
                </a:lnTo>
                <a:close/>
                <a:moveTo>
                  <a:pt x="61592" y="18765"/>
                </a:moveTo>
                <a:lnTo>
                  <a:pt x="62748" y="19717"/>
                </a:lnTo>
                <a:lnTo>
                  <a:pt x="61014" y="19241"/>
                </a:lnTo>
                <a:close/>
                <a:moveTo>
                  <a:pt x="65279" y="53804"/>
                </a:moveTo>
                <a:lnTo>
                  <a:pt x="65633" y="54378"/>
                </a:lnTo>
                <a:lnTo>
                  <a:pt x="65102" y="54091"/>
                </a:lnTo>
                <a:close/>
                <a:moveTo>
                  <a:pt x="11017" y="127097"/>
                </a:moveTo>
                <a:lnTo>
                  <a:pt x="12927" y="128616"/>
                </a:lnTo>
                <a:lnTo>
                  <a:pt x="10062" y="127857"/>
                </a:lnTo>
                <a:close/>
                <a:moveTo>
                  <a:pt x="23894" y="51611"/>
                </a:moveTo>
                <a:lnTo>
                  <a:pt x="24780" y="53145"/>
                </a:lnTo>
                <a:lnTo>
                  <a:pt x="23451" y="52378"/>
                </a:lnTo>
                <a:close/>
                <a:moveTo>
                  <a:pt x="28412" y="136641"/>
                </a:moveTo>
                <a:lnTo>
                  <a:pt x="28937" y="137587"/>
                </a:lnTo>
                <a:lnTo>
                  <a:pt x="28149" y="137114"/>
                </a:lnTo>
                <a:close/>
                <a:moveTo>
                  <a:pt x="56513" y="74395"/>
                </a:moveTo>
                <a:lnTo>
                  <a:pt x="57617" y="74710"/>
                </a:lnTo>
                <a:lnTo>
                  <a:pt x="55961" y="74552"/>
                </a:lnTo>
                <a:close/>
                <a:moveTo>
                  <a:pt x="37611" y="99623"/>
                </a:moveTo>
                <a:lnTo>
                  <a:pt x="38780" y="100475"/>
                </a:lnTo>
                <a:lnTo>
                  <a:pt x="37027" y="100049"/>
                </a:lnTo>
                <a:close/>
                <a:moveTo>
                  <a:pt x="35957" y="138241"/>
                </a:moveTo>
                <a:lnTo>
                  <a:pt x="36523" y="140020"/>
                </a:lnTo>
                <a:lnTo>
                  <a:pt x="35673" y="139131"/>
                </a:lnTo>
                <a:close/>
                <a:moveTo>
                  <a:pt x="14677" y="137301"/>
                </a:moveTo>
                <a:lnTo>
                  <a:pt x="15672" y="138249"/>
                </a:lnTo>
                <a:lnTo>
                  <a:pt x="14179" y="137775"/>
                </a:lnTo>
                <a:close/>
                <a:moveTo>
                  <a:pt x="67145" y="88551"/>
                </a:moveTo>
                <a:lnTo>
                  <a:pt x="67695" y="90011"/>
                </a:lnTo>
                <a:lnTo>
                  <a:pt x="66870" y="89281"/>
                </a:lnTo>
                <a:close/>
                <a:moveTo>
                  <a:pt x="12237" y="6964"/>
                </a:moveTo>
                <a:lnTo>
                  <a:pt x="13166" y="7657"/>
                </a:lnTo>
                <a:lnTo>
                  <a:pt x="11772" y="7311"/>
                </a:lnTo>
                <a:close/>
                <a:moveTo>
                  <a:pt x="60322" y="102301"/>
                </a:moveTo>
                <a:lnTo>
                  <a:pt x="62519" y="103273"/>
                </a:lnTo>
                <a:lnTo>
                  <a:pt x="59223" y="102787"/>
                </a:lnTo>
                <a:close/>
                <a:moveTo>
                  <a:pt x="65544" y="84596"/>
                </a:moveTo>
                <a:lnTo>
                  <a:pt x="65981" y="85065"/>
                </a:lnTo>
                <a:lnTo>
                  <a:pt x="65326" y="84830"/>
                </a:lnTo>
                <a:close/>
                <a:moveTo>
                  <a:pt x="60068" y="128549"/>
                </a:moveTo>
                <a:lnTo>
                  <a:pt x="60430" y="129018"/>
                </a:lnTo>
                <a:lnTo>
                  <a:pt x="59888" y="128783"/>
                </a:lnTo>
                <a:close/>
                <a:moveTo>
                  <a:pt x="55492" y="68818"/>
                </a:moveTo>
                <a:lnTo>
                  <a:pt x="56320" y="69181"/>
                </a:lnTo>
                <a:lnTo>
                  <a:pt x="55078" y="68999"/>
                </a:lnTo>
                <a:close/>
                <a:moveTo>
                  <a:pt x="41874" y="72428"/>
                </a:moveTo>
                <a:lnTo>
                  <a:pt x="43311" y="73047"/>
                </a:lnTo>
                <a:lnTo>
                  <a:pt x="41155" y="72737"/>
                </a:lnTo>
                <a:close/>
                <a:moveTo>
                  <a:pt x="69228" y="103623"/>
                </a:moveTo>
                <a:lnTo>
                  <a:pt x="69653" y="104296"/>
                </a:lnTo>
                <a:lnTo>
                  <a:pt x="69015" y="103959"/>
                </a:lnTo>
                <a:close/>
                <a:moveTo>
                  <a:pt x="15640" y="2355"/>
                </a:moveTo>
                <a:lnTo>
                  <a:pt x="17001" y="3785"/>
                </a:lnTo>
                <a:lnTo>
                  <a:pt x="14960" y="3070"/>
                </a:lnTo>
                <a:close/>
                <a:moveTo>
                  <a:pt x="28881" y="56619"/>
                </a:moveTo>
                <a:lnTo>
                  <a:pt x="29952" y="58328"/>
                </a:lnTo>
                <a:lnTo>
                  <a:pt x="28346" y="57474"/>
                </a:lnTo>
                <a:close/>
                <a:moveTo>
                  <a:pt x="23606" y="77263"/>
                </a:moveTo>
                <a:lnTo>
                  <a:pt x="25205" y="78214"/>
                </a:lnTo>
                <a:lnTo>
                  <a:pt x="22807" y="77739"/>
                </a:lnTo>
                <a:close/>
                <a:moveTo>
                  <a:pt x="62456" y="56530"/>
                </a:moveTo>
                <a:lnTo>
                  <a:pt x="64122" y="57077"/>
                </a:lnTo>
                <a:lnTo>
                  <a:pt x="61623" y="56804"/>
                </a:lnTo>
                <a:close/>
                <a:moveTo>
                  <a:pt x="21918" y="106694"/>
                </a:moveTo>
                <a:lnTo>
                  <a:pt x="24001" y="108212"/>
                </a:lnTo>
                <a:lnTo>
                  <a:pt x="20876" y="107453"/>
                </a:lnTo>
                <a:close/>
                <a:moveTo>
                  <a:pt x="3533" y="90138"/>
                </a:moveTo>
                <a:lnTo>
                  <a:pt x="4566" y="90635"/>
                </a:lnTo>
                <a:lnTo>
                  <a:pt x="3017" y="90386"/>
                </a:lnTo>
                <a:close/>
                <a:moveTo>
                  <a:pt x="42444" y="109871"/>
                </a:moveTo>
                <a:lnTo>
                  <a:pt x="43698" y="110679"/>
                </a:lnTo>
                <a:lnTo>
                  <a:pt x="41818" y="110275"/>
                </a:lnTo>
                <a:close/>
                <a:moveTo>
                  <a:pt x="41551" y="30075"/>
                </a:moveTo>
                <a:lnTo>
                  <a:pt x="42426" y="31477"/>
                </a:lnTo>
                <a:lnTo>
                  <a:pt x="41113" y="30776"/>
                </a:lnTo>
                <a:close/>
                <a:moveTo>
                  <a:pt x="57229" y="46688"/>
                </a:moveTo>
                <a:lnTo>
                  <a:pt x="58956" y="47529"/>
                </a:lnTo>
                <a:lnTo>
                  <a:pt x="56366" y="47108"/>
                </a:lnTo>
                <a:close/>
                <a:moveTo>
                  <a:pt x="18578" y="45849"/>
                </a:moveTo>
                <a:lnTo>
                  <a:pt x="19723" y="47522"/>
                </a:lnTo>
                <a:lnTo>
                  <a:pt x="18005" y="46686"/>
                </a:lnTo>
                <a:close/>
                <a:moveTo>
                  <a:pt x="35644" y="59839"/>
                </a:moveTo>
                <a:lnTo>
                  <a:pt x="36020" y="60442"/>
                </a:lnTo>
                <a:lnTo>
                  <a:pt x="35457" y="60140"/>
                </a:lnTo>
                <a:close/>
                <a:moveTo>
                  <a:pt x="4877" y="97040"/>
                </a:moveTo>
                <a:lnTo>
                  <a:pt x="6944" y="98004"/>
                </a:lnTo>
                <a:lnTo>
                  <a:pt x="3843" y="97522"/>
                </a:lnTo>
                <a:close/>
                <a:moveTo>
                  <a:pt x="57846" y="78928"/>
                </a:moveTo>
                <a:lnTo>
                  <a:pt x="59078" y="80309"/>
                </a:lnTo>
                <a:lnTo>
                  <a:pt x="57230" y="79618"/>
                </a:lnTo>
                <a:close/>
                <a:moveTo>
                  <a:pt x="28984" y="33322"/>
                </a:moveTo>
                <a:lnTo>
                  <a:pt x="30479" y="33690"/>
                </a:lnTo>
                <a:lnTo>
                  <a:pt x="28237" y="33506"/>
                </a:lnTo>
                <a:close/>
                <a:moveTo>
                  <a:pt x="34961" y="120326"/>
                </a:moveTo>
                <a:lnTo>
                  <a:pt x="35383" y="121528"/>
                </a:lnTo>
                <a:lnTo>
                  <a:pt x="34750" y="120927"/>
                </a:lnTo>
                <a:close/>
                <a:moveTo>
                  <a:pt x="21091" y="29366"/>
                </a:moveTo>
                <a:lnTo>
                  <a:pt x="23055" y="30107"/>
                </a:lnTo>
                <a:lnTo>
                  <a:pt x="20109" y="29737"/>
                </a:lnTo>
                <a:close/>
                <a:moveTo>
                  <a:pt x="44678" y="66799"/>
                </a:moveTo>
                <a:lnTo>
                  <a:pt x="46213" y="67921"/>
                </a:lnTo>
                <a:lnTo>
                  <a:pt x="43910" y="67360"/>
                </a:lnTo>
                <a:close/>
                <a:moveTo>
                  <a:pt x="10918" y="2169"/>
                </a:moveTo>
                <a:lnTo>
                  <a:pt x="12891" y="2751"/>
                </a:lnTo>
                <a:lnTo>
                  <a:pt x="9931" y="2460"/>
                </a:lnTo>
                <a:close/>
                <a:moveTo>
                  <a:pt x="44377" y="72943"/>
                </a:moveTo>
                <a:lnTo>
                  <a:pt x="46360" y="73544"/>
                </a:lnTo>
                <a:lnTo>
                  <a:pt x="43386" y="73243"/>
                </a:lnTo>
                <a:close/>
                <a:moveTo>
                  <a:pt x="55465" y="134224"/>
                </a:moveTo>
                <a:lnTo>
                  <a:pt x="57486" y="135177"/>
                </a:lnTo>
                <a:lnTo>
                  <a:pt x="54455" y="134701"/>
                </a:lnTo>
                <a:close/>
                <a:moveTo>
                  <a:pt x="42122" y="98729"/>
                </a:moveTo>
                <a:lnTo>
                  <a:pt x="42690" y="99059"/>
                </a:lnTo>
                <a:lnTo>
                  <a:pt x="41838" y="98894"/>
                </a:lnTo>
                <a:close/>
                <a:moveTo>
                  <a:pt x="7138" y="127267"/>
                </a:moveTo>
                <a:lnTo>
                  <a:pt x="8665" y="127949"/>
                </a:lnTo>
                <a:lnTo>
                  <a:pt x="6374" y="127608"/>
                </a:lnTo>
                <a:close/>
                <a:moveTo>
                  <a:pt x="21214" y="70656"/>
                </a:moveTo>
                <a:lnTo>
                  <a:pt x="22892" y="72314"/>
                </a:lnTo>
                <a:lnTo>
                  <a:pt x="20375" y="71485"/>
                </a:lnTo>
                <a:close/>
                <a:moveTo>
                  <a:pt x="11854" y="30646"/>
                </a:moveTo>
                <a:lnTo>
                  <a:pt x="14006" y="31364"/>
                </a:lnTo>
                <a:lnTo>
                  <a:pt x="10777" y="31005"/>
                </a:lnTo>
                <a:close/>
                <a:moveTo>
                  <a:pt x="7160" y="73119"/>
                </a:moveTo>
                <a:lnTo>
                  <a:pt x="8255" y="74210"/>
                </a:lnTo>
                <a:lnTo>
                  <a:pt x="6612" y="73664"/>
                </a:lnTo>
                <a:close/>
                <a:moveTo>
                  <a:pt x="22833" y="32975"/>
                </a:moveTo>
                <a:lnTo>
                  <a:pt x="24555" y="34696"/>
                </a:lnTo>
                <a:lnTo>
                  <a:pt x="21971" y="33836"/>
                </a:lnTo>
                <a:close/>
                <a:moveTo>
                  <a:pt x="35371" y="24274"/>
                </a:moveTo>
                <a:lnTo>
                  <a:pt x="36939" y="25860"/>
                </a:lnTo>
                <a:lnTo>
                  <a:pt x="34587" y="25067"/>
                </a:lnTo>
                <a:close/>
                <a:moveTo>
                  <a:pt x="68264" y="72526"/>
                </a:moveTo>
                <a:lnTo>
                  <a:pt x="70014" y="73806"/>
                </a:lnTo>
                <a:lnTo>
                  <a:pt x="67389" y="73166"/>
                </a:lnTo>
                <a:close/>
                <a:moveTo>
                  <a:pt x="1402" y="77084"/>
                </a:moveTo>
                <a:lnTo>
                  <a:pt x="1901" y="78033"/>
                </a:lnTo>
                <a:lnTo>
                  <a:pt x="1153" y="77558"/>
                </a:lnTo>
                <a:close/>
                <a:moveTo>
                  <a:pt x="30637" y="37319"/>
                </a:moveTo>
                <a:lnTo>
                  <a:pt x="32253" y="38848"/>
                </a:lnTo>
                <a:lnTo>
                  <a:pt x="29829" y="38083"/>
                </a:lnTo>
                <a:close/>
                <a:moveTo>
                  <a:pt x="21787" y="137674"/>
                </a:moveTo>
                <a:lnTo>
                  <a:pt x="23024" y="138495"/>
                </a:lnTo>
                <a:lnTo>
                  <a:pt x="21169" y="138084"/>
                </a:lnTo>
                <a:close/>
                <a:moveTo>
                  <a:pt x="48285" y="100204"/>
                </a:moveTo>
                <a:lnTo>
                  <a:pt x="49541" y="100850"/>
                </a:lnTo>
                <a:lnTo>
                  <a:pt x="47657" y="100527"/>
                </a:lnTo>
                <a:close/>
                <a:moveTo>
                  <a:pt x="19165" y="126237"/>
                </a:moveTo>
                <a:lnTo>
                  <a:pt x="20751" y="127742"/>
                </a:lnTo>
                <a:lnTo>
                  <a:pt x="18372" y="126989"/>
                </a:lnTo>
                <a:close/>
                <a:moveTo>
                  <a:pt x="55662" y="96794"/>
                </a:moveTo>
                <a:lnTo>
                  <a:pt x="56428" y="97303"/>
                </a:lnTo>
                <a:lnTo>
                  <a:pt x="55279" y="97048"/>
                </a:lnTo>
                <a:close/>
                <a:moveTo>
                  <a:pt x="37888" y="139203"/>
                </a:moveTo>
                <a:lnTo>
                  <a:pt x="39198" y="140296"/>
                </a:lnTo>
                <a:lnTo>
                  <a:pt x="37232" y="139750"/>
                </a:lnTo>
                <a:close/>
                <a:moveTo>
                  <a:pt x="53740" y="47267"/>
                </a:moveTo>
                <a:lnTo>
                  <a:pt x="54657" y="48191"/>
                </a:lnTo>
                <a:lnTo>
                  <a:pt x="53282" y="47729"/>
                </a:lnTo>
                <a:close/>
                <a:moveTo>
                  <a:pt x="13224" y="44137"/>
                </a:moveTo>
                <a:lnTo>
                  <a:pt x="14606" y="44690"/>
                </a:lnTo>
                <a:lnTo>
                  <a:pt x="12532" y="44414"/>
                </a:lnTo>
                <a:close/>
                <a:moveTo>
                  <a:pt x="24677" y="53460"/>
                </a:moveTo>
                <a:lnTo>
                  <a:pt x="26073" y="54512"/>
                </a:lnTo>
                <a:lnTo>
                  <a:pt x="23979" y="53986"/>
                </a:lnTo>
                <a:close/>
                <a:moveTo>
                  <a:pt x="46147" y="129138"/>
                </a:moveTo>
                <a:lnTo>
                  <a:pt x="47118" y="130014"/>
                </a:lnTo>
                <a:lnTo>
                  <a:pt x="45661" y="129576"/>
                </a:lnTo>
                <a:close/>
                <a:moveTo>
                  <a:pt x="66859" y="63621"/>
                </a:moveTo>
                <a:lnTo>
                  <a:pt x="67238" y="64897"/>
                </a:lnTo>
                <a:lnTo>
                  <a:pt x="66670" y="64259"/>
                </a:lnTo>
                <a:close/>
                <a:moveTo>
                  <a:pt x="38097" y="6403"/>
                </a:moveTo>
                <a:lnTo>
                  <a:pt x="39444" y="6721"/>
                </a:lnTo>
                <a:lnTo>
                  <a:pt x="37424" y="6562"/>
                </a:lnTo>
                <a:close/>
                <a:moveTo>
                  <a:pt x="60512" y="100194"/>
                </a:moveTo>
                <a:lnTo>
                  <a:pt x="62000" y="101016"/>
                </a:lnTo>
                <a:lnTo>
                  <a:pt x="59767" y="100605"/>
                </a:lnTo>
                <a:close/>
                <a:moveTo>
                  <a:pt x="3961" y="45814"/>
                </a:moveTo>
                <a:lnTo>
                  <a:pt x="5281" y="47195"/>
                </a:lnTo>
                <a:lnTo>
                  <a:pt x="3301" y="46505"/>
                </a:lnTo>
                <a:close/>
                <a:moveTo>
                  <a:pt x="44865" y="95945"/>
                </a:moveTo>
                <a:lnTo>
                  <a:pt x="45237" y="97455"/>
                </a:lnTo>
                <a:lnTo>
                  <a:pt x="44680" y="96700"/>
                </a:lnTo>
                <a:close/>
                <a:moveTo>
                  <a:pt x="22558" y="74497"/>
                </a:moveTo>
                <a:lnTo>
                  <a:pt x="23519" y="75532"/>
                </a:lnTo>
                <a:lnTo>
                  <a:pt x="22078" y="75015"/>
                </a:lnTo>
                <a:close/>
                <a:moveTo>
                  <a:pt x="25770" y="52863"/>
                </a:moveTo>
                <a:lnTo>
                  <a:pt x="27137" y="54378"/>
                </a:lnTo>
                <a:lnTo>
                  <a:pt x="25087" y="53621"/>
                </a:lnTo>
                <a:close/>
                <a:moveTo>
                  <a:pt x="28823" y="14111"/>
                </a:moveTo>
                <a:lnTo>
                  <a:pt x="30010" y="15034"/>
                </a:lnTo>
                <a:lnTo>
                  <a:pt x="28230" y="14572"/>
                </a:lnTo>
                <a:close/>
                <a:moveTo>
                  <a:pt x="4957" y="8602"/>
                </a:moveTo>
                <a:lnTo>
                  <a:pt x="5860" y="9143"/>
                </a:lnTo>
                <a:lnTo>
                  <a:pt x="4505" y="8872"/>
                </a:lnTo>
                <a:close/>
                <a:moveTo>
                  <a:pt x="21595" y="20441"/>
                </a:moveTo>
                <a:lnTo>
                  <a:pt x="22611" y="21835"/>
                </a:lnTo>
                <a:lnTo>
                  <a:pt x="21088" y="21138"/>
                </a:lnTo>
                <a:close/>
                <a:moveTo>
                  <a:pt x="52914" y="83564"/>
                </a:moveTo>
                <a:lnTo>
                  <a:pt x="54218" y="84215"/>
                </a:lnTo>
                <a:lnTo>
                  <a:pt x="52261" y="83890"/>
                </a:lnTo>
                <a:close/>
                <a:moveTo>
                  <a:pt x="68285" y="50485"/>
                </a:moveTo>
                <a:lnTo>
                  <a:pt x="69742" y="52018"/>
                </a:lnTo>
                <a:lnTo>
                  <a:pt x="67557" y="51251"/>
                </a:lnTo>
                <a:close/>
                <a:moveTo>
                  <a:pt x="50303" y="27300"/>
                </a:moveTo>
                <a:lnTo>
                  <a:pt x="51100" y="28569"/>
                </a:lnTo>
                <a:lnTo>
                  <a:pt x="49904" y="27935"/>
                </a:lnTo>
                <a:close/>
                <a:moveTo>
                  <a:pt x="48615" y="1653"/>
                </a:moveTo>
                <a:lnTo>
                  <a:pt x="50341" y="2492"/>
                </a:lnTo>
                <a:lnTo>
                  <a:pt x="47753" y="2073"/>
                </a:lnTo>
                <a:close/>
                <a:moveTo>
                  <a:pt x="5129" y="1662"/>
                </a:moveTo>
                <a:lnTo>
                  <a:pt x="5979" y="2129"/>
                </a:lnTo>
                <a:lnTo>
                  <a:pt x="4703" y="1895"/>
                </a:lnTo>
                <a:close/>
                <a:moveTo>
                  <a:pt x="13491" y="139971"/>
                </a:moveTo>
                <a:lnTo>
                  <a:pt x="13883" y="141243"/>
                </a:lnTo>
                <a:lnTo>
                  <a:pt x="13295" y="140607"/>
                </a:lnTo>
                <a:close/>
                <a:moveTo>
                  <a:pt x="40726" y="126740"/>
                </a:moveTo>
                <a:lnTo>
                  <a:pt x="42593" y="127767"/>
                </a:lnTo>
                <a:lnTo>
                  <a:pt x="39792" y="127253"/>
                </a:lnTo>
                <a:close/>
                <a:moveTo>
                  <a:pt x="63706" y="36390"/>
                </a:moveTo>
                <a:lnTo>
                  <a:pt x="64864" y="38120"/>
                </a:lnTo>
                <a:lnTo>
                  <a:pt x="63127" y="37255"/>
                </a:lnTo>
                <a:close/>
                <a:moveTo>
                  <a:pt x="39225" y="32936"/>
                </a:moveTo>
                <a:lnTo>
                  <a:pt x="40301" y="34143"/>
                </a:lnTo>
                <a:lnTo>
                  <a:pt x="38687" y="33540"/>
                </a:lnTo>
                <a:close/>
                <a:moveTo>
                  <a:pt x="63190" y="20901"/>
                </a:moveTo>
                <a:lnTo>
                  <a:pt x="65180" y="22097"/>
                </a:lnTo>
                <a:lnTo>
                  <a:pt x="62195" y="21499"/>
                </a:lnTo>
                <a:close/>
                <a:moveTo>
                  <a:pt x="2218" y="20443"/>
                </a:moveTo>
                <a:lnTo>
                  <a:pt x="3459" y="21344"/>
                </a:lnTo>
                <a:lnTo>
                  <a:pt x="1597" y="20894"/>
                </a:lnTo>
                <a:close/>
                <a:moveTo>
                  <a:pt x="44113" y="132953"/>
                </a:moveTo>
                <a:lnTo>
                  <a:pt x="45603" y="134595"/>
                </a:lnTo>
                <a:lnTo>
                  <a:pt x="43369" y="133774"/>
                </a:lnTo>
                <a:close/>
                <a:moveTo>
                  <a:pt x="56257" y="89663"/>
                </a:moveTo>
                <a:lnTo>
                  <a:pt x="58266" y="91242"/>
                </a:lnTo>
                <a:lnTo>
                  <a:pt x="55252" y="90453"/>
                </a:lnTo>
                <a:close/>
                <a:moveTo>
                  <a:pt x="23088" y="111902"/>
                </a:moveTo>
                <a:lnTo>
                  <a:pt x="24899" y="112553"/>
                </a:lnTo>
                <a:lnTo>
                  <a:pt x="22183" y="112228"/>
                </a:lnTo>
                <a:close/>
                <a:moveTo>
                  <a:pt x="38179" y="100552"/>
                </a:moveTo>
                <a:lnTo>
                  <a:pt x="40329" y="101649"/>
                </a:lnTo>
                <a:lnTo>
                  <a:pt x="37104" y="101101"/>
                </a:lnTo>
                <a:close/>
                <a:moveTo>
                  <a:pt x="12831" y="124457"/>
                </a:moveTo>
                <a:lnTo>
                  <a:pt x="15025" y="125642"/>
                </a:lnTo>
                <a:lnTo>
                  <a:pt x="11734" y="125049"/>
                </a:lnTo>
                <a:close/>
                <a:moveTo>
                  <a:pt x="70090" y="80380"/>
                </a:moveTo>
                <a:lnTo>
                  <a:pt x="72135" y="80708"/>
                </a:lnTo>
                <a:lnTo>
                  <a:pt x="69068" y="80544"/>
                </a:lnTo>
                <a:close/>
                <a:moveTo>
                  <a:pt x="57703" y="53297"/>
                </a:moveTo>
                <a:lnTo>
                  <a:pt x="58091" y="54929"/>
                </a:lnTo>
                <a:lnTo>
                  <a:pt x="57509" y="54113"/>
                </a:lnTo>
                <a:close/>
                <a:moveTo>
                  <a:pt x="35031" y="51110"/>
                </a:moveTo>
                <a:lnTo>
                  <a:pt x="36879" y="51824"/>
                </a:lnTo>
                <a:lnTo>
                  <a:pt x="34107" y="51467"/>
                </a:lnTo>
                <a:close/>
                <a:moveTo>
                  <a:pt x="54143" y="88515"/>
                </a:moveTo>
                <a:lnTo>
                  <a:pt x="55193" y="89234"/>
                </a:lnTo>
                <a:lnTo>
                  <a:pt x="53618" y="88874"/>
                </a:lnTo>
                <a:close/>
                <a:moveTo>
                  <a:pt x="53275" y="18124"/>
                </a:moveTo>
                <a:lnTo>
                  <a:pt x="54372" y="19066"/>
                </a:lnTo>
                <a:lnTo>
                  <a:pt x="52727" y="18595"/>
                </a:lnTo>
                <a:close/>
                <a:moveTo>
                  <a:pt x="11585" y="128277"/>
                </a:moveTo>
                <a:lnTo>
                  <a:pt x="12036" y="129943"/>
                </a:lnTo>
                <a:lnTo>
                  <a:pt x="11359" y="129110"/>
                </a:lnTo>
                <a:close/>
                <a:moveTo>
                  <a:pt x="15652" y="99524"/>
                </a:moveTo>
                <a:lnTo>
                  <a:pt x="17373" y="100084"/>
                </a:lnTo>
                <a:lnTo>
                  <a:pt x="14792" y="99804"/>
                </a:lnTo>
                <a:close/>
                <a:moveTo>
                  <a:pt x="37283" y="29369"/>
                </a:moveTo>
                <a:lnTo>
                  <a:pt x="39408" y="29949"/>
                </a:lnTo>
                <a:lnTo>
                  <a:pt x="36220" y="29659"/>
                </a:lnTo>
                <a:close/>
                <a:moveTo>
                  <a:pt x="22072" y="16688"/>
                </a:moveTo>
                <a:lnTo>
                  <a:pt x="24166" y="17746"/>
                </a:lnTo>
                <a:lnTo>
                  <a:pt x="21025" y="17217"/>
                </a:lnTo>
                <a:close/>
                <a:moveTo>
                  <a:pt x="19463" y="132778"/>
                </a:moveTo>
                <a:lnTo>
                  <a:pt x="20456" y="133232"/>
                </a:lnTo>
                <a:lnTo>
                  <a:pt x="18966" y="133005"/>
                </a:lnTo>
                <a:close/>
                <a:moveTo>
                  <a:pt x="57953" y="87900"/>
                </a:moveTo>
                <a:lnTo>
                  <a:pt x="59831" y="88375"/>
                </a:lnTo>
                <a:lnTo>
                  <a:pt x="57014" y="88137"/>
                </a:lnTo>
                <a:close/>
                <a:moveTo>
                  <a:pt x="35841" y="121472"/>
                </a:moveTo>
                <a:lnTo>
                  <a:pt x="36385" y="122881"/>
                </a:lnTo>
                <a:lnTo>
                  <a:pt x="35570" y="122176"/>
                </a:lnTo>
                <a:close/>
                <a:moveTo>
                  <a:pt x="11249" y="16642"/>
                </a:moveTo>
                <a:lnTo>
                  <a:pt x="12819" y="16973"/>
                </a:lnTo>
                <a:lnTo>
                  <a:pt x="10465" y="16807"/>
                </a:lnTo>
                <a:close/>
                <a:moveTo>
                  <a:pt x="55492" y="82949"/>
                </a:moveTo>
                <a:lnTo>
                  <a:pt x="56537" y="84205"/>
                </a:lnTo>
                <a:lnTo>
                  <a:pt x="54970" y="83577"/>
                </a:lnTo>
                <a:close/>
                <a:moveTo>
                  <a:pt x="27573" y="115120"/>
                </a:moveTo>
                <a:lnTo>
                  <a:pt x="28534" y="115489"/>
                </a:lnTo>
                <a:lnTo>
                  <a:pt x="27093" y="115304"/>
                </a:lnTo>
                <a:close/>
                <a:moveTo>
                  <a:pt x="46197" y="25213"/>
                </a:moveTo>
                <a:lnTo>
                  <a:pt x="47757" y="26356"/>
                </a:lnTo>
                <a:lnTo>
                  <a:pt x="45417" y="25785"/>
                </a:lnTo>
                <a:close/>
                <a:moveTo>
                  <a:pt x="19915" y="5795"/>
                </a:moveTo>
                <a:lnTo>
                  <a:pt x="21919" y="6515"/>
                </a:lnTo>
                <a:lnTo>
                  <a:pt x="18913" y="6155"/>
                </a:lnTo>
                <a:close/>
                <a:moveTo>
                  <a:pt x="26483" y="72701"/>
                </a:moveTo>
                <a:lnTo>
                  <a:pt x="27030" y="73921"/>
                </a:lnTo>
                <a:lnTo>
                  <a:pt x="26209" y="73311"/>
                </a:lnTo>
                <a:close/>
                <a:moveTo>
                  <a:pt x="20379" y="5015"/>
                </a:moveTo>
                <a:lnTo>
                  <a:pt x="22492" y="6056"/>
                </a:lnTo>
                <a:lnTo>
                  <a:pt x="19323" y="5535"/>
                </a:lnTo>
                <a:close/>
                <a:moveTo>
                  <a:pt x="4354" y="96086"/>
                </a:moveTo>
                <a:lnTo>
                  <a:pt x="5690" y="96911"/>
                </a:lnTo>
                <a:lnTo>
                  <a:pt x="3687" y="96498"/>
                </a:lnTo>
                <a:close/>
                <a:moveTo>
                  <a:pt x="46916" y="60601"/>
                </a:moveTo>
                <a:lnTo>
                  <a:pt x="48837" y="62303"/>
                </a:lnTo>
                <a:lnTo>
                  <a:pt x="45955" y="61452"/>
                </a:lnTo>
                <a:close/>
                <a:moveTo>
                  <a:pt x="16512" y="93102"/>
                </a:moveTo>
                <a:lnTo>
                  <a:pt x="17410" y="93535"/>
                </a:lnTo>
                <a:lnTo>
                  <a:pt x="16063" y="93319"/>
                </a:lnTo>
                <a:close/>
                <a:moveTo>
                  <a:pt x="43713" y="112068"/>
                </a:moveTo>
                <a:lnTo>
                  <a:pt x="45374" y="113247"/>
                </a:lnTo>
                <a:lnTo>
                  <a:pt x="42882" y="112657"/>
                </a:lnTo>
                <a:close/>
                <a:moveTo>
                  <a:pt x="48657" y="85293"/>
                </a:moveTo>
                <a:lnTo>
                  <a:pt x="50180" y="85838"/>
                </a:lnTo>
                <a:lnTo>
                  <a:pt x="47896" y="85565"/>
                </a:lnTo>
                <a:close/>
                <a:moveTo>
                  <a:pt x="49699" y="104760"/>
                </a:moveTo>
                <a:lnTo>
                  <a:pt x="50559" y="106427"/>
                </a:lnTo>
                <a:lnTo>
                  <a:pt x="49269" y="105594"/>
                </a:lnTo>
                <a:close/>
                <a:moveTo>
                  <a:pt x="33267" y="136908"/>
                </a:moveTo>
                <a:lnTo>
                  <a:pt x="34345" y="138571"/>
                </a:lnTo>
                <a:lnTo>
                  <a:pt x="32728" y="137740"/>
                </a:lnTo>
                <a:close/>
                <a:moveTo>
                  <a:pt x="35149" y="39792"/>
                </a:moveTo>
                <a:lnTo>
                  <a:pt x="35967" y="41029"/>
                </a:lnTo>
                <a:lnTo>
                  <a:pt x="34739" y="40410"/>
                </a:lnTo>
                <a:close/>
                <a:moveTo>
                  <a:pt x="57396" y="78745"/>
                </a:moveTo>
                <a:lnTo>
                  <a:pt x="57978" y="79468"/>
                </a:lnTo>
                <a:lnTo>
                  <a:pt x="57105" y="79107"/>
                </a:lnTo>
                <a:close/>
                <a:moveTo>
                  <a:pt x="62795" y="112127"/>
                </a:moveTo>
                <a:lnTo>
                  <a:pt x="63391" y="113620"/>
                </a:lnTo>
                <a:lnTo>
                  <a:pt x="62497" y="112873"/>
                </a:lnTo>
                <a:close/>
                <a:moveTo>
                  <a:pt x="13049" y="27021"/>
                </a:moveTo>
                <a:lnTo>
                  <a:pt x="14928" y="28431"/>
                </a:lnTo>
                <a:lnTo>
                  <a:pt x="12109" y="27726"/>
                </a:lnTo>
                <a:close/>
                <a:moveTo>
                  <a:pt x="18529" y="20344"/>
                </a:moveTo>
                <a:lnTo>
                  <a:pt x="19444" y="21330"/>
                </a:lnTo>
                <a:lnTo>
                  <a:pt x="18072" y="20837"/>
                </a:lnTo>
                <a:close/>
                <a:moveTo>
                  <a:pt x="70355" y="127123"/>
                </a:moveTo>
                <a:lnTo>
                  <a:pt x="71511" y="127979"/>
                </a:lnTo>
                <a:lnTo>
                  <a:pt x="69777" y="127551"/>
                </a:lnTo>
                <a:close/>
                <a:moveTo>
                  <a:pt x="27244" y="135280"/>
                </a:moveTo>
                <a:lnTo>
                  <a:pt x="29297" y="136962"/>
                </a:lnTo>
                <a:lnTo>
                  <a:pt x="26218" y="136121"/>
                </a:lnTo>
                <a:close/>
                <a:moveTo>
                  <a:pt x="28307" y="127127"/>
                </a:moveTo>
                <a:lnTo>
                  <a:pt x="30354" y="127839"/>
                </a:lnTo>
                <a:lnTo>
                  <a:pt x="27284" y="127483"/>
                </a:lnTo>
                <a:close/>
                <a:moveTo>
                  <a:pt x="37976" y="67953"/>
                </a:moveTo>
                <a:lnTo>
                  <a:pt x="38718" y="68681"/>
                </a:lnTo>
                <a:lnTo>
                  <a:pt x="37604" y="68317"/>
                </a:lnTo>
                <a:close/>
                <a:moveTo>
                  <a:pt x="36895" y="140951"/>
                </a:moveTo>
                <a:lnTo>
                  <a:pt x="38117" y="141726"/>
                </a:lnTo>
                <a:lnTo>
                  <a:pt x="36283" y="141339"/>
                </a:lnTo>
                <a:close/>
                <a:moveTo>
                  <a:pt x="60160" y="106360"/>
                </a:moveTo>
                <a:lnTo>
                  <a:pt x="61769" y="107460"/>
                </a:lnTo>
                <a:lnTo>
                  <a:pt x="59355" y="106910"/>
                </a:lnTo>
                <a:close/>
                <a:moveTo>
                  <a:pt x="37379" y="52158"/>
                </a:moveTo>
                <a:lnTo>
                  <a:pt x="39552" y="52984"/>
                </a:lnTo>
                <a:lnTo>
                  <a:pt x="36292" y="52571"/>
                </a:lnTo>
                <a:close/>
                <a:moveTo>
                  <a:pt x="20768" y="140021"/>
                </a:moveTo>
                <a:lnTo>
                  <a:pt x="22723" y="141613"/>
                </a:lnTo>
                <a:lnTo>
                  <a:pt x="19790" y="140817"/>
                </a:lnTo>
                <a:close/>
                <a:moveTo>
                  <a:pt x="36543" y="33410"/>
                </a:moveTo>
                <a:lnTo>
                  <a:pt x="37235" y="34427"/>
                </a:lnTo>
                <a:lnTo>
                  <a:pt x="36197" y="33919"/>
                </a:lnTo>
                <a:close/>
                <a:moveTo>
                  <a:pt x="41165" y="63809"/>
                </a:moveTo>
                <a:lnTo>
                  <a:pt x="42078" y="65564"/>
                </a:lnTo>
                <a:lnTo>
                  <a:pt x="40709" y="64686"/>
                </a:lnTo>
                <a:close/>
                <a:moveTo>
                  <a:pt x="5453" y="49202"/>
                </a:moveTo>
                <a:lnTo>
                  <a:pt x="7286" y="50400"/>
                </a:lnTo>
                <a:lnTo>
                  <a:pt x="4537" y="49801"/>
                </a:lnTo>
                <a:close/>
                <a:moveTo>
                  <a:pt x="59293" y="133107"/>
                </a:moveTo>
                <a:lnTo>
                  <a:pt x="60860" y="133935"/>
                </a:lnTo>
                <a:lnTo>
                  <a:pt x="58510" y="133521"/>
                </a:lnTo>
                <a:close/>
                <a:moveTo>
                  <a:pt x="49096" y="107444"/>
                </a:moveTo>
                <a:lnTo>
                  <a:pt x="50859" y="108984"/>
                </a:lnTo>
                <a:lnTo>
                  <a:pt x="48214" y="108214"/>
                </a:lnTo>
                <a:close/>
                <a:moveTo>
                  <a:pt x="62396" y="89595"/>
                </a:moveTo>
                <a:lnTo>
                  <a:pt x="63908" y="90477"/>
                </a:lnTo>
                <a:lnTo>
                  <a:pt x="61640" y="90036"/>
                </a:lnTo>
                <a:close/>
                <a:moveTo>
                  <a:pt x="26166" y="121547"/>
                </a:moveTo>
                <a:lnTo>
                  <a:pt x="27569" y="123130"/>
                </a:lnTo>
                <a:lnTo>
                  <a:pt x="25465" y="122339"/>
                </a:lnTo>
                <a:close/>
                <a:moveTo>
                  <a:pt x="27862" y="65663"/>
                </a:moveTo>
                <a:lnTo>
                  <a:pt x="28619" y="66610"/>
                </a:lnTo>
                <a:lnTo>
                  <a:pt x="27484" y="66136"/>
                </a:lnTo>
                <a:close/>
                <a:moveTo>
                  <a:pt x="50708" y="88716"/>
                </a:moveTo>
                <a:lnTo>
                  <a:pt x="51983" y="90206"/>
                </a:lnTo>
                <a:lnTo>
                  <a:pt x="50070" y="89461"/>
                </a:lnTo>
                <a:close/>
                <a:moveTo>
                  <a:pt x="55793" y="64870"/>
                </a:moveTo>
                <a:lnTo>
                  <a:pt x="56730" y="65220"/>
                </a:lnTo>
                <a:lnTo>
                  <a:pt x="55324" y="65045"/>
                </a:lnTo>
                <a:close/>
                <a:moveTo>
                  <a:pt x="9589" y="14894"/>
                </a:moveTo>
                <a:lnTo>
                  <a:pt x="10794" y="16378"/>
                </a:lnTo>
                <a:lnTo>
                  <a:pt x="8986" y="15636"/>
                </a:lnTo>
                <a:close/>
                <a:moveTo>
                  <a:pt x="63736" y="72582"/>
                </a:moveTo>
                <a:lnTo>
                  <a:pt x="64578" y="74226"/>
                </a:lnTo>
                <a:lnTo>
                  <a:pt x="63315" y="73404"/>
                </a:lnTo>
                <a:close/>
                <a:moveTo>
                  <a:pt x="55906" y="55294"/>
                </a:moveTo>
                <a:lnTo>
                  <a:pt x="57185" y="55868"/>
                </a:lnTo>
                <a:lnTo>
                  <a:pt x="55267" y="55581"/>
                </a:lnTo>
                <a:close/>
                <a:moveTo>
                  <a:pt x="29893" y="125047"/>
                </a:moveTo>
                <a:lnTo>
                  <a:pt x="31979" y="125791"/>
                </a:lnTo>
                <a:lnTo>
                  <a:pt x="28850" y="125419"/>
                </a:lnTo>
                <a:close/>
                <a:moveTo>
                  <a:pt x="61426" y="139090"/>
                </a:moveTo>
                <a:lnTo>
                  <a:pt x="63615" y="140223"/>
                </a:lnTo>
                <a:lnTo>
                  <a:pt x="60332" y="139656"/>
                </a:lnTo>
                <a:close/>
                <a:moveTo>
                  <a:pt x="51159" y="142490"/>
                </a:moveTo>
                <a:lnTo>
                  <a:pt x="53031" y="144284"/>
                </a:lnTo>
                <a:lnTo>
                  <a:pt x="50222" y="143387"/>
                </a:lnTo>
                <a:close/>
                <a:moveTo>
                  <a:pt x="41724" y="45613"/>
                </a:moveTo>
                <a:lnTo>
                  <a:pt x="42963" y="46119"/>
                </a:lnTo>
                <a:lnTo>
                  <a:pt x="41104" y="45866"/>
                </a:lnTo>
                <a:close/>
                <a:moveTo>
                  <a:pt x="68209" y="57856"/>
                </a:moveTo>
                <a:lnTo>
                  <a:pt x="69100" y="59648"/>
                </a:lnTo>
                <a:lnTo>
                  <a:pt x="67764" y="58752"/>
                </a:lnTo>
                <a:close/>
                <a:moveTo>
                  <a:pt x="58804" y="3505"/>
                </a:moveTo>
                <a:lnTo>
                  <a:pt x="59702" y="4762"/>
                </a:lnTo>
                <a:lnTo>
                  <a:pt x="58356" y="4133"/>
                </a:lnTo>
                <a:close/>
                <a:moveTo>
                  <a:pt x="29375" y="27014"/>
                </a:moveTo>
                <a:lnTo>
                  <a:pt x="30055" y="27528"/>
                </a:lnTo>
                <a:lnTo>
                  <a:pt x="29035" y="27271"/>
                </a:lnTo>
                <a:close/>
                <a:moveTo>
                  <a:pt x="50519" y="82388"/>
                </a:moveTo>
                <a:lnTo>
                  <a:pt x="52413" y="84061"/>
                </a:lnTo>
                <a:lnTo>
                  <a:pt x="49571" y="83224"/>
                </a:lnTo>
                <a:close/>
                <a:moveTo>
                  <a:pt x="10273" y="47669"/>
                </a:moveTo>
                <a:lnTo>
                  <a:pt x="12419" y="49083"/>
                </a:lnTo>
                <a:lnTo>
                  <a:pt x="9200" y="48376"/>
                </a:lnTo>
                <a:close/>
                <a:moveTo>
                  <a:pt x="36011" y="89586"/>
                </a:moveTo>
                <a:lnTo>
                  <a:pt x="37213" y="90534"/>
                </a:lnTo>
                <a:lnTo>
                  <a:pt x="35410" y="90060"/>
                </a:lnTo>
                <a:close/>
                <a:moveTo>
                  <a:pt x="24902" y="17509"/>
                </a:moveTo>
                <a:lnTo>
                  <a:pt x="26646" y="19151"/>
                </a:lnTo>
                <a:lnTo>
                  <a:pt x="24030" y="18330"/>
                </a:lnTo>
                <a:close/>
                <a:moveTo>
                  <a:pt x="57092" y="89649"/>
                </a:moveTo>
                <a:lnTo>
                  <a:pt x="58863" y="90140"/>
                </a:lnTo>
                <a:lnTo>
                  <a:pt x="56206" y="89894"/>
                </a:lnTo>
                <a:close/>
                <a:moveTo>
                  <a:pt x="35873" y="50645"/>
                </a:moveTo>
                <a:lnTo>
                  <a:pt x="37119" y="52012"/>
                </a:lnTo>
                <a:lnTo>
                  <a:pt x="35250" y="51328"/>
                </a:lnTo>
                <a:close/>
                <a:moveTo>
                  <a:pt x="66187" y="38000"/>
                </a:moveTo>
                <a:lnTo>
                  <a:pt x="67817" y="38711"/>
                </a:lnTo>
                <a:lnTo>
                  <a:pt x="65372" y="38356"/>
                </a:lnTo>
                <a:close/>
                <a:moveTo>
                  <a:pt x="21969" y="101032"/>
                </a:moveTo>
                <a:lnTo>
                  <a:pt x="23729" y="101379"/>
                </a:lnTo>
                <a:lnTo>
                  <a:pt x="21089" y="101205"/>
                </a:lnTo>
                <a:close/>
                <a:moveTo>
                  <a:pt x="58876" y="106028"/>
                </a:moveTo>
                <a:lnTo>
                  <a:pt x="60146" y="107023"/>
                </a:lnTo>
                <a:lnTo>
                  <a:pt x="58241" y="106525"/>
                </a:lnTo>
                <a:close/>
                <a:moveTo>
                  <a:pt x="14473" y="59146"/>
                </a:moveTo>
                <a:lnTo>
                  <a:pt x="16012" y="60011"/>
                </a:lnTo>
                <a:lnTo>
                  <a:pt x="13703" y="59578"/>
                </a:lnTo>
                <a:close/>
                <a:moveTo>
                  <a:pt x="6348" y="52305"/>
                </a:moveTo>
                <a:lnTo>
                  <a:pt x="7368" y="53169"/>
                </a:lnTo>
                <a:lnTo>
                  <a:pt x="5838" y="52737"/>
                </a:lnTo>
                <a:close/>
                <a:moveTo>
                  <a:pt x="9768" y="95492"/>
                </a:moveTo>
                <a:lnTo>
                  <a:pt x="11244" y="97116"/>
                </a:lnTo>
                <a:lnTo>
                  <a:pt x="9030" y="96304"/>
                </a:lnTo>
                <a:close/>
                <a:moveTo>
                  <a:pt x="70404" y="10026"/>
                </a:moveTo>
                <a:lnTo>
                  <a:pt x="71077" y="10441"/>
                </a:lnTo>
                <a:lnTo>
                  <a:pt x="70067" y="10234"/>
                </a:lnTo>
                <a:close/>
                <a:moveTo>
                  <a:pt x="58309" y="79683"/>
                </a:moveTo>
                <a:lnTo>
                  <a:pt x="59534" y="80400"/>
                </a:lnTo>
                <a:lnTo>
                  <a:pt x="57696" y="80041"/>
                </a:lnTo>
                <a:close/>
                <a:moveTo>
                  <a:pt x="60058" y="91273"/>
                </a:moveTo>
                <a:lnTo>
                  <a:pt x="61448" y="91606"/>
                </a:lnTo>
                <a:lnTo>
                  <a:pt x="59363" y="91439"/>
                </a:lnTo>
                <a:close/>
                <a:moveTo>
                  <a:pt x="5238" y="37096"/>
                </a:moveTo>
                <a:lnTo>
                  <a:pt x="6869" y="37911"/>
                </a:lnTo>
                <a:lnTo>
                  <a:pt x="4423" y="37503"/>
                </a:lnTo>
                <a:close/>
                <a:moveTo>
                  <a:pt x="43449" y="130892"/>
                </a:moveTo>
                <a:lnTo>
                  <a:pt x="44377" y="132188"/>
                </a:lnTo>
                <a:lnTo>
                  <a:pt x="42985" y="131540"/>
                </a:lnTo>
                <a:close/>
                <a:moveTo>
                  <a:pt x="48280" y="90457"/>
                </a:moveTo>
                <a:lnTo>
                  <a:pt x="48916" y="91300"/>
                </a:lnTo>
                <a:lnTo>
                  <a:pt x="47963" y="90879"/>
                </a:lnTo>
                <a:close/>
                <a:moveTo>
                  <a:pt x="28021" y="90299"/>
                </a:moveTo>
                <a:lnTo>
                  <a:pt x="28465" y="91711"/>
                </a:lnTo>
                <a:lnTo>
                  <a:pt x="27800" y="91005"/>
                </a:lnTo>
                <a:close/>
                <a:moveTo>
                  <a:pt x="43186" y="13406"/>
                </a:moveTo>
                <a:lnTo>
                  <a:pt x="45024" y="14319"/>
                </a:lnTo>
                <a:lnTo>
                  <a:pt x="42267" y="13862"/>
                </a:lnTo>
                <a:close/>
                <a:moveTo>
                  <a:pt x="46208" y="110393"/>
                </a:moveTo>
                <a:lnTo>
                  <a:pt x="46574" y="111527"/>
                </a:lnTo>
                <a:lnTo>
                  <a:pt x="46025" y="110960"/>
                </a:lnTo>
                <a:close/>
                <a:moveTo>
                  <a:pt x="18960" y="70499"/>
                </a:moveTo>
                <a:lnTo>
                  <a:pt x="19543" y="71369"/>
                </a:lnTo>
                <a:lnTo>
                  <a:pt x="18669" y="70934"/>
                </a:lnTo>
                <a:close/>
                <a:moveTo>
                  <a:pt x="41352" y="92099"/>
                </a:moveTo>
                <a:lnTo>
                  <a:pt x="42344" y="93070"/>
                </a:lnTo>
                <a:lnTo>
                  <a:pt x="40856" y="92584"/>
                </a:lnTo>
                <a:close/>
                <a:moveTo>
                  <a:pt x="66599" y="106647"/>
                </a:moveTo>
                <a:lnTo>
                  <a:pt x="67248" y="107835"/>
                </a:lnTo>
                <a:lnTo>
                  <a:pt x="66274" y="107241"/>
                </a:lnTo>
                <a:close/>
                <a:moveTo>
                  <a:pt x="52371" y="106876"/>
                </a:moveTo>
                <a:lnTo>
                  <a:pt x="52882" y="108522"/>
                </a:lnTo>
                <a:lnTo>
                  <a:pt x="52116" y="107699"/>
                </a:lnTo>
                <a:close/>
                <a:moveTo>
                  <a:pt x="35841" y="86179"/>
                </a:moveTo>
                <a:lnTo>
                  <a:pt x="36732" y="87153"/>
                </a:lnTo>
                <a:lnTo>
                  <a:pt x="35396" y="86666"/>
                </a:lnTo>
                <a:close/>
                <a:moveTo>
                  <a:pt x="44230" y="19255"/>
                </a:moveTo>
                <a:lnTo>
                  <a:pt x="45947" y="20513"/>
                </a:lnTo>
                <a:lnTo>
                  <a:pt x="43371" y="19884"/>
                </a:lnTo>
                <a:close/>
                <a:moveTo>
                  <a:pt x="57158" y="102999"/>
                </a:moveTo>
                <a:lnTo>
                  <a:pt x="58131" y="103995"/>
                </a:lnTo>
                <a:lnTo>
                  <a:pt x="56672" y="103497"/>
                </a:lnTo>
                <a:close/>
                <a:moveTo>
                  <a:pt x="34425" y="38958"/>
                </a:moveTo>
                <a:lnTo>
                  <a:pt x="35101" y="39481"/>
                </a:lnTo>
                <a:lnTo>
                  <a:pt x="34088" y="39220"/>
                </a:lnTo>
                <a:close/>
                <a:moveTo>
                  <a:pt x="22971" y="5038"/>
                </a:moveTo>
                <a:lnTo>
                  <a:pt x="24465" y="6575"/>
                </a:lnTo>
                <a:lnTo>
                  <a:pt x="22224" y="5806"/>
                </a:lnTo>
                <a:close/>
                <a:moveTo>
                  <a:pt x="60910" y="61222"/>
                </a:moveTo>
                <a:lnTo>
                  <a:pt x="62325" y="61640"/>
                </a:lnTo>
                <a:lnTo>
                  <a:pt x="60202" y="61431"/>
                </a:lnTo>
                <a:close/>
                <a:moveTo>
                  <a:pt x="42725" y="87158"/>
                </a:moveTo>
                <a:lnTo>
                  <a:pt x="44051" y="88130"/>
                </a:lnTo>
                <a:lnTo>
                  <a:pt x="42063" y="87644"/>
                </a:lnTo>
                <a:close/>
                <a:moveTo>
                  <a:pt x="69488" y="93851"/>
                </a:moveTo>
                <a:lnTo>
                  <a:pt x="70953" y="95291"/>
                </a:lnTo>
                <a:lnTo>
                  <a:pt x="68755" y="94571"/>
                </a:lnTo>
                <a:close/>
                <a:moveTo>
                  <a:pt x="60811" y="28789"/>
                </a:moveTo>
                <a:lnTo>
                  <a:pt x="62755" y="29711"/>
                </a:lnTo>
                <a:lnTo>
                  <a:pt x="59839" y="29250"/>
                </a:lnTo>
                <a:close/>
                <a:moveTo>
                  <a:pt x="44028" y="30731"/>
                </a:moveTo>
                <a:lnTo>
                  <a:pt x="45410" y="31749"/>
                </a:lnTo>
                <a:lnTo>
                  <a:pt x="43337" y="31240"/>
                </a:lnTo>
                <a:close/>
                <a:moveTo>
                  <a:pt x="1704" y="24672"/>
                </a:moveTo>
                <a:lnTo>
                  <a:pt x="3694" y="25897"/>
                </a:lnTo>
                <a:lnTo>
                  <a:pt x="709" y="25285"/>
                </a:lnTo>
                <a:close/>
                <a:moveTo>
                  <a:pt x="63507" y="42779"/>
                </a:moveTo>
                <a:lnTo>
                  <a:pt x="64337" y="43794"/>
                </a:lnTo>
                <a:lnTo>
                  <a:pt x="63092" y="43287"/>
                </a:lnTo>
                <a:close/>
                <a:moveTo>
                  <a:pt x="45325" y="8867"/>
                </a:moveTo>
                <a:lnTo>
                  <a:pt x="47248" y="9426"/>
                </a:lnTo>
                <a:lnTo>
                  <a:pt x="44363" y="9147"/>
                </a:lnTo>
                <a:close/>
                <a:moveTo>
                  <a:pt x="19048" y="90980"/>
                </a:moveTo>
                <a:lnTo>
                  <a:pt x="20195" y="91831"/>
                </a:lnTo>
                <a:lnTo>
                  <a:pt x="18475" y="91405"/>
                </a:lnTo>
                <a:close/>
                <a:moveTo>
                  <a:pt x="9410" y="76814"/>
                </a:moveTo>
                <a:lnTo>
                  <a:pt x="10131" y="78209"/>
                </a:lnTo>
                <a:lnTo>
                  <a:pt x="9050" y="77511"/>
                </a:lnTo>
                <a:close/>
                <a:moveTo>
                  <a:pt x="43210" y="48465"/>
                </a:moveTo>
                <a:lnTo>
                  <a:pt x="45128" y="49231"/>
                </a:lnTo>
                <a:lnTo>
                  <a:pt x="42251" y="48848"/>
                </a:lnTo>
                <a:close/>
                <a:moveTo>
                  <a:pt x="12640" y="50590"/>
                </a:moveTo>
                <a:lnTo>
                  <a:pt x="14363" y="52387"/>
                </a:lnTo>
                <a:lnTo>
                  <a:pt x="11778" y="51488"/>
                </a:lnTo>
                <a:close/>
                <a:moveTo>
                  <a:pt x="54048" y="128889"/>
                </a:moveTo>
                <a:lnTo>
                  <a:pt x="55223" y="130484"/>
                </a:lnTo>
                <a:lnTo>
                  <a:pt x="53460" y="129687"/>
                </a:lnTo>
                <a:close/>
                <a:moveTo>
                  <a:pt x="22024" y="112403"/>
                </a:moveTo>
                <a:lnTo>
                  <a:pt x="22452" y="113377"/>
                </a:lnTo>
                <a:lnTo>
                  <a:pt x="21809" y="112890"/>
                </a:lnTo>
                <a:close/>
                <a:moveTo>
                  <a:pt x="13575" y="127828"/>
                </a:moveTo>
                <a:lnTo>
                  <a:pt x="14318" y="128843"/>
                </a:lnTo>
                <a:lnTo>
                  <a:pt x="13203" y="128336"/>
                </a:lnTo>
                <a:close/>
                <a:moveTo>
                  <a:pt x="25456" y="140756"/>
                </a:moveTo>
                <a:lnTo>
                  <a:pt x="26769" y="142304"/>
                </a:lnTo>
                <a:lnTo>
                  <a:pt x="24800" y="141530"/>
                </a:lnTo>
                <a:close/>
                <a:moveTo>
                  <a:pt x="27804" y="64587"/>
                </a:moveTo>
                <a:lnTo>
                  <a:pt x="29524" y="66296"/>
                </a:lnTo>
                <a:lnTo>
                  <a:pt x="26944" y="65442"/>
                </a:lnTo>
                <a:close/>
                <a:moveTo>
                  <a:pt x="7453" y="99031"/>
                </a:moveTo>
                <a:lnTo>
                  <a:pt x="8320" y="99984"/>
                </a:lnTo>
                <a:lnTo>
                  <a:pt x="7020" y="99508"/>
                </a:lnTo>
                <a:close/>
                <a:moveTo>
                  <a:pt x="31411" y="96863"/>
                </a:moveTo>
                <a:lnTo>
                  <a:pt x="33466" y="98403"/>
                </a:lnTo>
                <a:lnTo>
                  <a:pt x="30384" y="97633"/>
                </a:lnTo>
                <a:close/>
                <a:moveTo>
                  <a:pt x="31859" y="113824"/>
                </a:moveTo>
                <a:lnTo>
                  <a:pt x="34029" y="115584"/>
                </a:lnTo>
                <a:lnTo>
                  <a:pt x="30773" y="114704"/>
                </a:lnTo>
                <a:close/>
                <a:moveTo>
                  <a:pt x="2188" y="53093"/>
                </a:moveTo>
                <a:lnTo>
                  <a:pt x="3142" y="54676"/>
                </a:lnTo>
                <a:lnTo>
                  <a:pt x="1711" y="53885"/>
                </a:lnTo>
                <a:close/>
                <a:moveTo>
                  <a:pt x="67643" y="104033"/>
                </a:moveTo>
                <a:lnTo>
                  <a:pt x="68592" y="105746"/>
                </a:lnTo>
                <a:lnTo>
                  <a:pt x="67169" y="104890"/>
                </a:lnTo>
                <a:close/>
                <a:moveTo>
                  <a:pt x="7834" y="61797"/>
                </a:moveTo>
                <a:lnTo>
                  <a:pt x="9246" y="62621"/>
                </a:lnTo>
                <a:lnTo>
                  <a:pt x="7128" y="62209"/>
                </a:lnTo>
                <a:close/>
                <a:moveTo>
                  <a:pt x="31739" y="106163"/>
                </a:moveTo>
                <a:lnTo>
                  <a:pt x="32619" y="106848"/>
                </a:lnTo>
                <a:lnTo>
                  <a:pt x="31299" y="106505"/>
                </a:lnTo>
                <a:close/>
                <a:moveTo>
                  <a:pt x="24748" y="70585"/>
                </a:moveTo>
                <a:lnTo>
                  <a:pt x="26174" y="71499"/>
                </a:lnTo>
                <a:lnTo>
                  <a:pt x="24035" y="71042"/>
                </a:lnTo>
                <a:close/>
                <a:moveTo>
                  <a:pt x="67464" y="66077"/>
                </a:moveTo>
                <a:lnTo>
                  <a:pt x="68823" y="66468"/>
                </a:lnTo>
                <a:lnTo>
                  <a:pt x="66785" y="66272"/>
                </a:lnTo>
                <a:close/>
                <a:moveTo>
                  <a:pt x="47182" y="35348"/>
                </a:moveTo>
                <a:lnTo>
                  <a:pt x="48140" y="36953"/>
                </a:lnTo>
                <a:lnTo>
                  <a:pt x="46703" y="36151"/>
                </a:lnTo>
                <a:close/>
                <a:moveTo>
                  <a:pt x="14837" y="50262"/>
                </a:moveTo>
                <a:lnTo>
                  <a:pt x="15773" y="50608"/>
                </a:lnTo>
                <a:lnTo>
                  <a:pt x="14370" y="50435"/>
                </a:lnTo>
                <a:close/>
                <a:moveTo>
                  <a:pt x="56196" y="26852"/>
                </a:moveTo>
                <a:lnTo>
                  <a:pt x="57264" y="28186"/>
                </a:lnTo>
                <a:lnTo>
                  <a:pt x="55662" y="27519"/>
                </a:lnTo>
                <a:close/>
                <a:moveTo>
                  <a:pt x="19544" y="94939"/>
                </a:moveTo>
                <a:lnTo>
                  <a:pt x="21556" y="95378"/>
                </a:lnTo>
                <a:lnTo>
                  <a:pt x="18538" y="95158"/>
                </a:lnTo>
                <a:close/>
                <a:moveTo>
                  <a:pt x="65761" y="19153"/>
                </a:moveTo>
                <a:lnTo>
                  <a:pt x="66251" y="20455"/>
                </a:lnTo>
                <a:lnTo>
                  <a:pt x="65515" y="19804"/>
                </a:lnTo>
                <a:close/>
                <a:moveTo>
                  <a:pt x="50771" y="42623"/>
                </a:moveTo>
                <a:lnTo>
                  <a:pt x="52052" y="43977"/>
                </a:lnTo>
                <a:lnTo>
                  <a:pt x="50130" y="43300"/>
                </a:lnTo>
                <a:close/>
                <a:moveTo>
                  <a:pt x="69678" y="5057"/>
                </a:moveTo>
                <a:lnTo>
                  <a:pt x="70978" y="6507"/>
                </a:lnTo>
                <a:lnTo>
                  <a:pt x="69029" y="5782"/>
                </a:lnTo>
                <a:close/>
                <a:moveTo>
                  <a:pt x="24206" y="127609"/>
                </a:moveTo>
                <a:lnTo>
                  <a:pt x="24607" y="128281"/>
                </a:lnTo>
                <a:lnTo>
                  <a:pt x="24005" y="127945"/>
                </a:lnTo>
                <a:close/>
                <a:moveTo>
                  <a:pt x="48172" y="94782"/>
                </a:moveTo>
                <a:lnTo>
                  <a:pt x="50039" y="95456"/>
                </a:lnTo>
                <a:lnTo>
                  <a:pt x="47239" y="95119"/>
                </a:lnTo>
                <a:close/>
                <a:moveTo>
                  <a:pt x="33749" y="104606"/>
                </a:moveTo>
                <a:lnTo>
                  <a:pt x="34226" y="105439"/>
                </a:lnTo>
                <a:lnTo>
                  <a:pt x="33511" y="105023"/>
                </a:lnTo>
                <a:close/>
                <a:moveTo>
                  <a:pt x="56193" y="106111"/>
                </a:moveTo>
                <a:lnTo>
                  <a:pt x="58163" y="107721"/>
                </a:lnTo>
                <a:lnTo>
                  <a:pt x="55209" y="106916"/>
                </a:lnTo>
                <a:close/>
                <a:moveTo>
                  <a:pt x="46679" y="59629"/>
                </a:moveTo>
                <a:lnTo>
                  <a:pt x="48074" y="60702"/>
                </a:lnTo>
                <a:lnTo>
                  <a:pt x="45981" y="60166"/>
                </a:lnTo>
                <a:close/>
                <a:moveTo>
                  <a:pt x="26749" y="26333"/>
                </a:moveTo>
                <a:lnTo>
                  <a:pt x="27361" y="28013"/>
                </a:lnTo>
                <a:lnTo>
                  <a:pt x="26443" y="27173"/>
                </a:lnTo>
                <a:close/>
                <a:moveTo>
                  <a:pt x="15315" y="133567"/>
                </a:moveTo>
                <a:lnTo>
                  <a:pt x="16573" y="133976"/>
                </a:lnTo>
                <a:lnTo>
                  <a:pt x="14686" y="133771"/>
                </a:lnTo>
                <a:close/>
                <a:moveTo>
                  <a:pt x="25001" y="16226"/>
                </a:moveTo>
                <a:lnTo>
                  <a:pt x="26380" y="16824"/>
                </a:lnTo>
                <a:lnTo>
                  <a:pt x="24311" y="16525"/>
                </a:lnTo>
                <a:close/>
                <a:moveTo>
                  <a:pt x="18442" y="66034"/>
                </a:moveTo>
                <a:lnTo>
                  <a:pt x="19068" y="67249"/>
                </a:lnTo>
                <a:lnTo>
                  <a:pt x="18128" y="66641"/>
                </a:lnTo>
                <a:close/>
                <a:moveTo>
                  <a:pt x="51469" y="8672"/>
                </a:moveTo>
                <a:lnTo>
                  <a:pt x="51862" y="10232"/>
                </a:lnTo>
                <a:lnTo>
                  <a:pt x="51272" y="9452"/>
                </a:lnTo>
                <a:close/>
                <a:moveTo>
                  <a:pt x="40840" y="9475"/>
                </a:moveTo>
                <a:lnTo>
                  <a:pt x="42828" y="9833"/>
                </a:lnTo>
                <a:lnTo>
                  <a:pt x="39845" y="9654"/>
                </a:lnTo>
                <a:close/>
                <a:moveTo>
                  <a:pt x="10391" y="68336"/>
                </a:moveTo>
                <a:lnTo>
                  <a:pt x="12170" y="70090"/>
                </a:lnTo>
                <a:lnTo>
                  <a:pt x="9501" y="69213"/>
                </a:lnTo>
                <a:close/>
                <a:moveTo>
                  <a:pt x="55470" y="78338"/>
                </a:moveTo>
                <a:lnTo>
                  <a:pt x="55918" y="78772"/>
                </a:lnTo>
                <a:lnTo>
                  <a:pt x="55245" y="78555"/>
                </a:lnTo>
                <a:close/>
                <a:moveTo>
                  <a:pt x="60683" y="2908"/>
                </a:moveTo>
                <a:lnTo>
                  <a:pt x="62636" y="4407"/>
                </a:lnTo>
                <a:lnTo>
                  <a:pt x="59707" y="3658"/>
                </a:lnTo>
                <a:close/>
                <a:moveTo>
                  <a:pt x="5621" y="124978"/>
                </a:moveTo>
                <a:lnTo>
                  <a:pt x="6299" y="125652"/>
                </a:lnTo>
                <a:lnTo>
                  <a:pt x="5282" y="125315"/>
                </a:lnTo>
                <a:close/>
                <a:moveTo>
                  <a:pt x="20740" y="78421"/>
                </a:moveTo>
                <a:lnTo>
                  <a:pt x="21508" y="79831"/>
                </a:lnTo>
                <a:lnTo>
                  <a:pt x="20357" y="79126"/>
                </a:lnTo>
                <a:close/>
                <a:moveTo>
                  <a:pt x="47659" y="9656"/>
                </a:moveTo>
                <a:lnTo>
                  <a:pt x="48380" y="10305"/>
                </a:lnTo>
                <a:lnTo>
                  <a:pt x="47299" y="9981"/>
                </a:lnTo>
                <a:close/>
                <a:moveTo>
                  <a:pt x="15775" y="101566"/>
                </a:moveTo>
                <a:lnTo>
                  <a:pt x="17824" y="102807"/>
                </a:lnTo>
                <a:lnTo>
                  <a:pt x="14750" y="102186"/>
                </a:lnTo>
                <a:close/>
                <a:moveTo>
                  <a:pt x="5863" y="44979"/>
                </a:moveTo>
                <a:lnTo>
                  <a:pt x="6775" y="45974"/>
                </a:lnTo>
                <a:lnTo>
                  <a:pt x="5407" y="45477"/>
                </a:lnTo>
                <a:close/>
                <a:moveTo>
                  <a:pt x="53238" y="79607"/>
                </a:moveTo>
                <a:lnTo>
                  <a:pt x="53850" y="80546"/>
                </a:lnTo>
                <a:lnTo>
                  <a:pt x="52931" y="80077"/>
                </a:lnTo>
                <a:close/>
                <a:moveTo>
                  <a:pt x="50899" y="122127"/>
                </a:moveTo>
                <a:lnTo>
                  <a:pt x="52604" y="123669"/>
                </a:lnTo>
                <a:lnTo>
                  <a:pt x="50046" y="122898"/>
                </a:lnTo>
                <a:close/>
                <a:moveTo>
                  <a:pt x="9398" y="122807"/>
                </a:moveTo>
                <a:lnTo>
                  <a:pt x="10395" y="123578"/>
                </a:lnTo>
                <a:lnTo>
                  <a:pt x="8899" y="123193"/>
                </a:lnTo>
                <a:close/>
                <a:moveTo>
                  <a:pt x="56223" y="90712"/>
                </a:moveTo>
                <a:lnTo>
                  <a:pt x="58048" y="91467"/>
                </a:lnTo>
                <a:lnTo>
                  <a:pt x="55311" y="91089"/>
                </a:lnTo>
                <a:close/>
                <a:moveTo>
                  <a:pt x="33494" y="117753"/>
                </a:moveTo>
                <a:lnTo>
                  <a:pt x="35165" y="118541"/>
                </a:lnTo>
                <a:lnTo>
                  <a:pt x="32659" y="118147"/>
                </a:lnTo>
                <a:close/>
                <a:moveTo>
                  <a:pt x="11373" y="33833"/>
                </a:moveTo>
                <a:lnTo>
                  <a:pt x="12952" y="34366"/>
                </a:lnTo>
                <a:lnTo>
                  <a:pt x="10583" y="34100"/>
                </a:lnTo>
                <a:close/>
                <a:moveTo>
                  <a:pt x="5672" y="1943"/>
                </a:moveTo>
                <a:lnTo>
                  <a:pt x="7548" y="3545"/>
                </a:lnTo>
                <a:lnTo>
                  <a:pt x="4734" y="2744"/>
                </a:lnTo>
                <a:close/>
                <a:moveTo>
                  <a:pt x="26976" y="32604"/>
                </a:moveTo>
                <a:lnTo>
                  <a:pt x="28052" y="34259"/>
                </a:lnTo>
                <a:lnTo>
                  <a:pt x="26438" y="33432"/>
                </a:lnTo>
                <a:close/>
                <a:moveTo>
                  <a:pt x="24669" y="110725"/>
                </a:moveTo>
                <a:lnTo>
                  <a:pt x="25971" y="111763"/>
                </a:lnTo>
                <a:lnTo>
                  <a:pt x="24019" y="111244"/>
                </a:lnTo>
                <a:close/>
                <a:moveTo>
                  <a:pt x="48982" y="79572"/>
                </a:moveTo>
                <a:lnTo>
                  <a:pt x="50977" y="80870"/>
                </a:lnTo>
                <a:lnTo>
                  <a:pt x="47985" y="80221"/>
                </a:lnTo>
                <a:close/>
                <a:moveTo>
                  <a:pt x="58957" y="78973"/>
                </a:moveTo>
                <a:lnTo>
                  <a:pt x="60587" y="80533"/>
                </a:lnTo>
                <a:lnTo>
                  <a:pt x="58141" y="79753"/>
                </a:lnTo>
                <a:close/>
                <a:moveTo>
                  <a:pt x="39065" y="43318"/>
                </a:moveTo>
                <a:lnTo>
                  <a:pt x="40475" y="44185"/>
                </a:lnTo>
                <a:lnTo>
                  <a:pt x="38360" y="43752"/>
                </a:lnTo>
                <a:close/>
                <a:moveTo>
                  <a:pt x="55498" y="33204"/>
                </a:moveTo>
                <a:lnTo>
                  <a:pt x="56274" y="34946"/>
                </a:lnTo>
                <a:lnTo>
                  <a:pt x="55110" y="34075"/>
                </a:lnTo>
                <a:close/>
                <a:moveTo>
                  <a:pt x="48680" y="140256"/>
                </a:moveTo>
                <a:lnTo>
                  <a:pt x="50356" y="141030"/>
                </a:lnTo>
                <a:lnTo>
                  <a:pt x="47842" y="140643"/>
                </a:lnTo>
                <a:close/>
                <a:moveTo>
                  <a:pt x="62233" y="109110"/>
                </a:moveTo>
                <a:lnTo>
                  <a:pt x="63236" y="110549"/>
                </a:lnTo>
                <a:lnTo>
                  <a:pt x="61731" y="109829"/>
                </a:lnTo>
                <a:close/>
                <a:moveTo>
                  <a:pt x="12623" y="121670"/>
                </a:moveTo>
                <a:lnTo>
                  <a:pt x="13942" y="123169"/>
                </a:lnTo>
                <a:lnTo>
                  <a:pt x="11964" y="122419"/>
                </a:lnTo>
                <a:close/>
                <a:moveTo>
                  <a:pt x="65275" y="129030"/>
                </a:moveTo>
                <a:lnTo>
                  <a:pt x="66244" y="129966"/>
                </a:lnTo>
                <a:lnTo>
                  <a:pt x="64791" y="129498"/>
                </a:lnTo>
                <a:close/>
                <a:moveTo>
                  <a:pt x="66190" y="6818"/>
                </a:moveTo>
                <a:lnTo>
                  <a:pt x="67024" y="8033"/>
                </a:lnTo>
                <a:lnTo>
                  <a:pt x="65773" y="7425"/>
                </a:lnTo>
                <a:close/>
                <a:moveTo>
                  <a:pt x="40959" y="135988"/>
                </a:moveTo>
                <a:lnTo>
                  <a:pt x="42362" y="136844"/>
                </a:lnTo>
                <a:lnTo>
                  <a:pt x="40258" y="136416"/>
                </a:lnTo>
                <a:close/>
                <a:moveTo>
                  <a:pt x="38448" y="113616"/>
                </a:moveTo>
                <a:lnTo>
                  <a:pt x="39537" y="114172"/>
                </a:lnTo>
                <a:lnTo>
                  <a:pt x="37904" y="113894"/>
                </a:lnTo>
                <a:close/>
                <a:moveTo>
                  <a:pt x="50525" y="128672"/>
                </a:moveTo>
                <a:lnTo>
                  <a:pt x="52307" y="130017"/>
                </a:lnTo>
                <a:lnTo>
                  <a:pt x="49633" y="129344"/>
                </a:lnTo>
                <a:close/>
                <a:moveTo>
                  <a:pt x="23535" y="82816"/>
                </a:moveTo>
                <a:lnTo>
                  <a:pt x="25178" y="84085"/>
                </a:lnTo>
                <a:lnTo>
                  <a:pt x="22714" y="83451"/>
                </a:lnTo>
                <a:close/>
                <a:moveTo>
                  <a:pt x="19529" y="135165"/>
                </a:moveTo>
                <a:lnTo>
                  <a:pt x="20645" y="136261"/>
                </a:lnTo>
                <a:lnTo>
                  <a:pt x="18971" y="135713"/>
                </a:lnTo>
                <a:close/>
                <a:moveTo>
                  <a:pt x="49275" y="18935"/>
                </a:moveTo>
                <a:lnTo>
                  <a:pt x="50975" y="19827"/>
                </a:lnTo>
                <a:lnTo>
                  <a:pt x="48425" y="19381"/>
                </a:lnTo>
                <a:close/>
                <a:moveTo>
                  <a:pt x="58371" y="88866"/>
                </a:moveTo>
                <a:lnTo>
                  <a:pt x="58790" y="90017"/>
                </a:lnTo>
                <a:lnTo>
                  <a:pt x="58161" y="89442"/>
                </a:lnTo>
                <a:close/>
                <a:moveTo>
                  <a:pt x="7597" y="101921"/>
                </a:moveTo>
                <a:lnTo>
                  <a:pt x="9705" y="102347"/>
                </a:lnTo>
                <a:lnTo>
                  <a:pt x="6543" y="102134"/>
                </a:lnTo>
                <a:close/>
                <a:moveTo>
                  <a:pt x="7553" y="110469"/>
                </a:moveTo>
                <a:lnTo>
                  <a:pt x="9454" y="112101"/>
                </a:lnTo>
                <a:lnTo>
                  <a:pt x="6602" y="111285"/>
                </a:lnTo>
                <a:close/>
                <a:moveTo>
                  <a:pt x="5789" y="58551"/>
                </a:moveTo>
                <a:lnTo>
                  <a:pt x="7777" y="60048"/>
                </a:lnTo>
                <a:lnTo>
                  <a:pt x="4796" y="59299"/>
                </a:lnTo>
                <a:close/>
                <a:moveTo>
                  <a:pt x="42987" y="91489"/>
                </a:moveTo>
                <a:lnTo>
                  <a:pt x="44191" y="92807"/>
                </a:lnTo>
                <a:lnTo>
                  <a:pt x="42385" y="92148"/>
                </a:lnTo>
                <a:close/>
                <a:moveTo>
                  <a:pt x="13768" y="104790"/>
                </a:moveTo>
                <a:lnTo>
                  <a:pt x="15051" y="106457"/>
                </a:lnTo>
                <a:lnTo>
                  <a:pt x="13127" y="105624"/>
                </a:lnTo>
                <a:close/>
                <a:moveTo>
                  <a:pt x="29481" y="72119"/>
                </a:moveTo>
                <a:lnTo>
                  <a:pt x="31599" y="73595"/>
                </a:lnTo>
                <a:lnTo>
                  <a:pt x="28422" y="72857"/>
                </a:lnTo>
                <a:close/>
                <a:moveTo>
                  <a:pt x="69608" y="21914"/>
                </a:moveTo>
                <a:lnTo>
                  <a:pt x="70089" y="23432"/>
                </a:lnTo>
                <a:lnTo>
                  <a:pt x="69368" y="22673"/>
                </a:lnTo>
                <a:close/>
                <a:moveTo>
                  <a:pt x="40526" y="133130"/>
                </a:moveTo>
                <a:lnTo>
                  <a:pt x="42628" y="134110"/>
                </a:lnTo>
                <a:lnTo>
                  <a:pt x="39475" y="133620"/>
                </a:lnTo>
                <a:close/>
                <a:moveTo>
                  <a:pt x="34787" y="48153"/>
                </a:moveTo>
                <a:lnTo>
                  <a:pt x="36248" y="48516"/>
                </a:lnTo>
                <a:lnTo>
                  <a:pt x="34057" y="48335"/>
                </a:lnTo>
                <a:close/>
                <a:moveTo>
                  <a:pt x="65659" y="33192"/>
                </a:moveTo>
                <a:lnTo>
                  <a:pt x="66813" y="34598"/>
                </a:lnTo>
                <a:lnTo>
                  <a:pt x="65082" y="33895"/>
                </a:lnTo>
                <a:close/>
                <a:moveTo>
                  <a:pt x="4809" y="0"/>
                </a:moveTo>
                <a:lnTo>
                  <a:pt x="6781" y="958"/>
                </a:lnTo>
                <a:lnTo>
                  <a:pt x="3823" y="479"/>
                </a:lnTo>
                <a:close/>
                <a:moveTo>
                  <a:pt x="1723" y="14749"/>
                </a:moveTo>
                <a:lnTo>
                  <a:pt x="3109" y="15675"/>
                </a:lnTo>
                <a:lnTo>
                  <a:pt x="1029" y="15212"/>
                </a:lnTo>
                <a:close/>
                <a:moveTo>
                  <a:pt x="67960" y="112293"/>
                </a:moveTo>
                <a:lnTo>
                  <a:pt x="69670" y="113179"/>
                </a:lnTo>
                <a:lnTo>
                  <a:pt x="67105" y="112736"/>
                </a:lnTo>
                <a:close/>
                <a:moveTo>
                  <a:pt x="60804" y="113389"/>
                </a:moveTo>
                <a:lnTo>
                  <a:pt x="61574" y="114865"/>
                </a:lnTo>
                <a:lnTo>
                  <a:pt x="60419" y="114127"/>
                </a:lnTo>
                <a:close/>
                <a:moveTo>
                  <a:pt x="27678" y="36834"/>
                </a:moveTo>
                <a:lnTo>
                  <a:pt x="29500" y="37487"/>
                </a:lnTo>
                <a:lnTo>
                  <a:pt x="26767" y="37160"/>
                </a:lnTo>
                <a:close/>
                <a:moveTo>
                  <a:pt x="39892" y="131480"/>
                </a:moveTo>
                <a:lnTo>
                  <a:pt x="41057" y="133098"/>
                </a:lnTo>
                <a:lnTo>
                  <a:pt x="39310" y="132289"/>
                </a:lnTo>
                <a:close/>
                <a:moveTo>
                  <a:pt x="50701" y="128681"/>
                </a:moveTo>
                <a:lnTo>
                  <a:pt x="52160" y="130061"/>
                </a:lnTo>
                <a:lnTo>
                  <a:pt x="49971" y="129371"/>
                </a:lnTo>
                <a:close/>
                <a:moveTo>
                  <a:pt x="64752" y="112733"/>
                </a:moveTo>
                <a:lnTo>
                  <a:pt x="66078" y="114274"/>
                </a:lnTo>
                <a:lnTo>
                  <a:pt x="64089" y="113504"/>
                </a:lnTo>
                <a:close/>
                <a:moveTo>
                  <a:pt x="52760" y="18671"/>
                </a:moveTo>
                <a:lnTo>
                  <a:pt x="54540" y="19007"/>
                </a:lnTo>
                <a:lnTo>
                  <a:pt x="51871" y="18839"/>
                </a:lnTo>
                <a:close/>
                <a:moveTo>
                  <a:pt x="60164" y="90493"/>
                </a:moveTo>
                <a:lnTo>
                  <a:pt x="61092" y="91042"/>
                </a:lnTo>
                <a:lnTo>
                  <a:pt x="59700" y="90768"/>
                </a:lnTo>
                <a:close/>
                <a:moveTo>
                  <a:pt x="31898" y="80298"/>
                </a:moveTo>
                <a:lnTo>
                  <a:pt x="32909" y="81078"/>
                </a:lnTo>
                <a:lnTo>
                  <a:pt x="31393" y="80688"/>
                </a:lnTo>
                <a:close/>
                <a:moveTo>
                  <a:pt x="29108" y="60085"/>
                </a:moveTo>
                <a:lnTo>
                  <a:pt x="30586" y="60683"/>
                </a:lnTo>
                <a:lnTo>
                  <a:pt x="28369" y="60384"/>
                </a:lnTo>
                <a:close/>
                <a:moveTo>
                  <a:pt x="68416" y="46716"/>
                </a:moveTo>
                <a:lnTo>
                  <a:pt x="70353" y="47763"/>
                </a:lnTo>
                <a:lnTo>
                  <a:pt x="67448" y="47240"/>
                </a:lnTo>
                <a:close/>
                <a:moveTo>
                  <a:pt x="10675" y="122696"/>
                </a:moveTo>
                <a:lnTo>
                  <a:pt x="11967" y="123524"/>
                </a:lnTo>
                <a:lnTo>
                  <a:pt x="10029" y="123110"/>
                </a:lnTo>
                <a:close/>
                <a:moveTo>
                  <a:pt x="62120" y="11055"/>
                </a:moveTo>
                <a:lnTo>
                  <a:pt x="62709" y="12807"/>
                </a:lnTo>
                <a:lnTo>
                  <a:pt x="61826" y="11931"/>
                </a:lnTo>
                <a:close/>
                <a:moveTo>
                  <a:pt x="69536" y="17757"/>
                </a:moveTo>
                <a:lnTo>
                  <a:pt x="71510" y="19445"/>
                </a:lnTo>
                <a:lnTo>
                  <a:pt x="68549" y="18601"/>
                </a:lnTo>
                <a:close/>
                <a:moveTo>
                  <a:pt x="47823" y="120446"/>
                </a:moveTo>
                <a:lnTo>
                  <a:pt x="49585" y="121538"/>
                </a:lnTo>
                <a:lnTo>
                  <a:pt x="46942" y="120992"/>
                </a:lnTo>
                <a:close/>
                <a:moveTo>
                  <a:pt x="46211" y="11004"/>
                </a:moveTo>
                <a:lnTo>
                  <a:pt x="48089" y="11965"/>
                </a:lnTo>
                <a:lnTo>
                  <a:pt x="45272" y="11484"/>
                </a:lnTo>
                <a:close/>
                <a:moveTo>
                  <a:pt x="39924" y="137184"/>
                </a:moveTo>
                <a:lnTo>
                  <a:pt x="41348" y="137619"/>
                </a:lnTo>
                <a:lnTo>
                  <a:pt x="39212" y="137402"/>
                </a:lnTo>
                <a:close/>
                <a:moveTo>
                  <a:pt x="54636" y="46558"/>
                </a:moveTo>
                <a:lnTo>
                  <a:pt x="56602" y="47430"/>
                </a:lnTo>
                <a:lnTo>
                  <a:pt x="53653" y="46994"/>
                </a:lnTo>
                <a:close/>
                <a:moveTo>
                  <a:pt x="33389" y="61094"/>
                </a:moveTo>
                <a:lnTo>
                  <a:pt x="33872" y="62338"/>
                </a:lnTo>
                <a:lnTo>
                  <a:pt x="33148" y="61716"/>
                </a:lnTo>
                <a:close/>
                <a:moveTo>
                  <a:pt x="42196" y="15436"/>
                </a:moveTo>
                <a:lnTo>
                  <a:pt x="43232" y="15939"/>
                </a:lnTo>
                <a:lnTo>
                  <a:pt x="41679" y="15687"/>
                </a:lnTo>
                <a:close/>
                <a:moveTo>
                  <a:pt x="6730" y="41485"/>
                </a:moveTo>
                <a:lnTo>
                  <a:pt x="8435" y="42420"/>
                </a:lnTo>
                <a:lnTo>
                  <a:pt x="5878" y="41953"/>
                </a:lnTo>
                <a:close/>
                <a:moveTo>
                  <a:pt x="59032" y="64507"/>
                </a:moveTo>
                <a:lnTo>
                  <a:pt x="60395" y="65455"/>
                </a:lnTo>
                <a:lnTo>
                  <a:pt x="58350" y="64981"/>
                </a:lnTo>
                <a:close/>
                <a:moveTo>
                  <a:pt x="16110" y="133046"/>
                </a:moveTo>
                <a:lnTo>
                  <a:pt x="17782" y="134787"/>
                </a:lnTo>
                <a:lnTo>
                  <a:pt x="15275" y="133916"/>
                </a:lnTo>
                <a:close/>
                <a:moveTo>
                  <a:pt x="47429" y="20224"/>
                </a:moveTo>
                <a:lnTo>
                  <a:pt x="48064" y="21795"/>
                </a:lnTo>
                <a:lnTo>
                  <a:pt x="47112" y="21009"/>
                </a:lnTo>
                <a:close/>
                <a:moveTo>
                  <a:pt x="60774" y="6055"/>
                </a:moveTo>
                <a:lnTo>
                  <a:pt x="62502" y="7345"/>
                </a:lnTo>
                <a:lnTo>
                  <a:pt x="59910" y="6700"/>
                </a:lnTo>
                <a:close/>
                <a:moveTo>
                  <a:pt x="2895" y="11134"/>
                </a:moveTo>
                <a:lnTo>
                  <a:pt x="4520" y="12894"/>
                </a:lnTo>
                <a:lnTo>
                  <a:pt x="2083" y="12014"/>
                </a:lnTo>
                <a:close/>
                <a:moveTo>
                  <a:pt x="39579" y="109940"/>
                </a:moveTo>
                <a:lnTo>
                  <a:pt x="40422" y="110976"/>
                </a:lnTo>
                <a:lnTo>
                  <a:pt x="39158" y="110458"/>
                </a:lnTo>
                <a:close/>
                <a:moveTo>
                  <a:pt x="46049" y="131096"/>
                </a:moveTo>
                <a:lnTo>
                  <a:pt x="47688" y="132620"/>
                </a:lnTo>
                <a:lnTo>
                  <a:pt x="45229" y="131858"/>
                </a:lnTo>
                <a:close/>
                <a:moveTo>
                  <a:pt x="8604" y="45920"/>
                </a:moveTo>
                <a:lnTo>
                  <a:pt x="10376" y="46258"/>
                </a:lnTo>
                <a:lnTo>
                  <a:pt x="7718" y="46089"/>
                </a:lnTo>
                <a:close/>
                <a:moveTo>
                  <a:pt x="25149" y="123845"/>
                </a:moveTo>
                <a:lnTo>
                  <a:pt x="27335" y="125544"/>
                </a:lnTo>
                <a:lnTo>
                  <a:pt x="24056" y="124694"/>
                </a:lnTo>
                <a:close/>
                <a:moveTo>
                  <a:pt x="44018" y="101097"/>
                </a:moveTo>
                <a:lnTo>
                  <a:pt x="46162" y="102766"/>
                </a:lnTo>
                <a:lnTo>
                  <a:pt x="42946" y="101932"/>
                </a:lnTo>
                <a:close/>
                <a:moveTo>
                  <a:pt x="46829" y="97063"/>
                </a:moveTo>
                <a:lnTo>
                  <a:pt x="48294" y="97990"/>
                </a:lnTo>
                <a:lnTo>
                  <a:pt x="46096" y="97527"/>
                </a:lnTo>
                <a:close/>
                <a:moveTo>
                  <a:pt x="41885" y="91459"/>
                </a:moveTo>
                <a:lnTo>
                  <a:pt x="42663" y="92768"/>
                </a:lnTo>
                <a:lnTo>
                  <a:pt x="41496" y="92113"/>
                </a:lnTo>
                <a:close/>
                <a:moveTo>
                  <a:pt x="1052" y="139503"/>
                </a:moveTo>
                <a:lnTo>
                  <a:pt x="1826" y="140118"/>
                </a:lnTo>
                <a:lnTo>
                  <a:pt x="666" y="139810"/>
                </a:lnTo>
                <a:close/>
                <a:moveTo>
                  <a:pt x="1018" y="48946"/>
                </a:moveTo>
                <a:lnTo>
                  <a:pt x="3054" y="50074"/>
                </a:lnTo>
                <a:lnTo>
                  <a:pt x="0" y="49510"/>
                </a:lnTo>
                <a:close/>
                <a:moveTo>
                  <a:pt x="6267" y="34451"/>
                </a:moveTo>
                <a:lnTo>
                  <a:pt x="7024" y="34911"/>
                </a:lnTo>
                <a:lnTo>
                  <a:pt x="5888" y="34681"/>
                </a:lnTo>
                <a:close/>
                <a:moveTo>
                  <a:pt x="25699" y="37476"/>
                </a:moveTo>
                <a:lnTo>
                  <a:pt x="27697" y="38803"/>
                </a:lnTo>
                <a:lnTo>
                  <a:pt x="24699" y="38139"/>
                </a:lnTo>
                <a:close/>
                <a:moveTo>
                  <a:pt x="52308" y="120073"/>
                </a:moveTo>
                <a:lnTo>
                  <a:pt x="53328" y="121667"/>
                </a:lnTo>
                <a:lnTo>
                  <a:pt x="51798" y="120870"/>
                </a:lnTo>
                <a:close/>
                <a:moveTo>
                  <a:pt x="31185" y="128842"/>
                </a:moveTo>
                <a:lnTo>
                  <a:pt x="31919" y="130113"/>
                </a:lnTo>
                <a:lnTo>
                  <a:pt x="30818" y="129478"/>
                </a:lnTo>
                <a:close/>
                <a:moveTo>
                  <a:pt x="52999" y="49398"/>
                </a:moveTo>
                <a:lnTo>
                  <a:pt x="54231" y="50079"/>
                </a:lnTo>
                <a:lnTo>
                  <a:pt x="52383" y="49739"/>
                </a:lnTo>
                <a:close/>
                <a:moveTo>
                  <a:pt x="35867" y="139634"/>
                </a:moveTo>
                <a:lnTo>
                  <a:pt x="37158" y="139952"/>
                </a:lnTo>
                <a:lnTo>
                  <a:pt x="35221" y="139793"/>
                </a:lnTo>
                <a:close/>
                <a:moveTo>
                  <a:pt x="58360" y="28154"/>
                </a:moveTo>
                <a:lnTo>
                  <a:pt x="60556" y="28624"/>
                </a:lnTo>
                <a:lnTo>
                  <a:pt x="57263" y="28389"/>
                </a:lnTo>
                <a:close/>
                <a:moveTo>
                  <a:pt x="64724" y="86917"/>
                </a:moveTo>
                <a:lnTo>
                  <a:pt x="66154" y="88664"/>
                </a:lnTo>
                <a:lnTo>
                  <a:pt x="64009" y="87790"/>
                </a:lnTo>
                <a:close/>
                <a:moveTo>
                  <a:pt x="42388" y="122513"/>
                </a:moveTo>
                <a:lnTo>
                  <a:pt x="43657" y="124218"/>
                </a:lnTo>
                <a:lnTo>
                  <a:pt x="41754" y="123365"/>
                </a:lnTo>
                <a:close/>
                <a:moveTo>
                  <a:pt x="8819" y="7387"/>
                </a:moveTo>
                <a:lnTo>
                  <a:pt x="10137" y="7953"/>
                </a:lnTo>
                <a:lnTo>
                  <a:pt x="8160" y="7670"/>
                </a:lnTo>
                <a:close/>
                <a:moveTo>
                  <a:pt x="33198" y="119435"/>
                </a:moveTo>
                <a:lnTo>
                  <a:pt x="35238" y="120916"/>
                </a:lnTo>
                <a:lnTo>
                  <a:pt x="32178" y="120176"/>
                </a:lnTo>
                <a:close/>
                <a:moveTo>
                  <a:pt x="64711" y="65498"/>
                </a:moveTo>
                <a:lnTo>
                  <a:pt x="66090" y="66118"/>
                </a:lnTo>
                <a:lnTo>
                  <a:pt x="64022" y="65808"/>
                </a:lnTo>
                <a:close/>
                <a:moveTo>
                  <a:pt x="36023" y="53337"/>
                </a:moveTo>
                <a:lnTo>
                  <a:pt x="38092" y="54378"/>
                </a:lnTo>
                <a:lnTo>
                  <a:pt x="34988" y="53858"/>
                </a:lnTo>
                <a:close/>
                <a:moveTo>
                  <a:pt x="52709" y="98328"/>
                </a:moveTo>
                <a:lnTo>
                  <a:pt x="53799" y="99429"/>
                </a:lnTo>
                <a:lnTo>
                  <a:pt x="52164" y="98879"/>
                </a:lnTo>
                <a:close/>
                <a:moveTo>
                  <a:pt x="22716" y="34943"/>
                </a:moveTo>
                <a:lnTo>
                  <a:pt x="23574" y="36613"/>
                </a:lnTo>
                <a:lnTo>
                  <a:pt x="22288" y="35778"/>
                </a:lnTo>
                <a:close/>
                <a:moveTo>
                  <a:pt x="14043" y="88844"/>
                </a:moveTo>
                <a:lnTo>
                  <a:pt x="16061" y="89230"/>
                </a:lnTo>
                <a:lnTo>
                  <a:pt x="13034" y="89037"/>
                </a:lnTo>
                <a:close/>
                <a:moveTo>
                  <a:pt x="30539" y="3694"/>
                </a:moveTo>
                <a:lnTo>
                  <a:pt x="31635" y="5358"/>
                </a:lnTo>
                <a:lnTo>
                  <a:pt x="29991" y="4526"/>
                </a:lnTo>
                <a:close/>
                <a:moveTo>
                  <a:pt x="67163" y="4676"/>
                </a:moveTo>
                <a:lnTo>
                  <a:pt x="69253" y="5004"/>
                </a:lnTo>
                <a:lnTo>
                  <a:pt x="66118" y="4840"/>
                </a:lnTo>
                <a:close/>
                <a:moveTo>
                  <a:pt x="5194" y="108663"/>
                </a:moveTo>
                <a:lnTo>
                  <a:pt x="6336" y="109964"/>
                </a:lnTo>
                <a:lnTo>
                  <a:pt x="4623" y="109313"/>
                </a:lnTo>
                <a:close/>
                <a:moveTo>
                  <a:pt x="35713" y="86825"/>
                </a:moveTo>
                <a:lnTo>
                  <a:pt x="37228" y="88281"/>
                </a:lnTo>
                <a:lnTo>
                  <a:pt x="34956" y="87553"/>
                </a:lnTo>
                <a:close/>
                <a:moveTo>
                  <a:pt x="17686" y="21413"/>
                </a:moveTo>
                <a:lnTo>
                  <a:pt x="19469" y="22314"/>
                </a:lnTo>
                <a:lnTo>
                  <a:pt x="16795" y="21864"/>
                </a:lnTo>
                <a:close/>
                <a:moveTo>
                  <a:pt x="32423" y="55450"/>
                </a:moveTo>
                <a:lnTo>
                  <a:pt x="32836" y="56020"/>
                </a:lnTo>
                <a:lnTo>
                  <a:pt x="32216" y="55735"/>
                </a:lnTo>
                <a:close/>
                <a:moveTo>
                  <a:pt x="54683" y="37609"/>
                </a:moveTo>
                <a:lnTo>
                  <a:pt x="56193" y="39077"/>
                </a:lnTo>
                <a:lnTo>
                  <a:pt x="53928" y="38343"/>
                </a:lnTo>
                <a:close/>
                <a:moveTo>
                  <a:pt x="48040" y="102896"/>
                </a:moveTo>
                <a:lnTo>
                  <a:pt x="49787" y="103810"/>
                </a:lnTo>
                <a:lnTo>
                  <a:pt x="47166" y="103353"/>
                </a:lnTo>
                <a:close/>
                <a:moveTo>
                  <a:pt x="6459" y="141029"/>
                </a:moveTo>
                <a:lnTo>
                  <a:pt x="8336" y="142695"/>
                </a:lnTo>
                <a:lnTo>
                  <a:pt x="5521" y="141862"/>
                </a:lnTo>
                <a:close/>
                <a:moveTo>
                  <a:pt x="25927" y="55929"/>
                </a:moveTo>
                <a:lnTo>
                  <a:pt x="27438" y="57662"/>
                </a:lnTo>
                <a:lnTo>
                  <a:pt x="25171" y="56795"/>
                </a:lnTo>
                <a:close/>
                <a:moveTo>
                  <a:pt x="3314" y="24637"/>
                </a:moveTo>
                <a:lnTo>
                  <a:pt x="4558" y="25792"/>
                </a:lnTo>
                <a:lnTo>
                  <a:pt x="2692" y="25214"/>
                </a:lnTo>
                <a:close/>
                <a:moveTo>
                  <a:pt x="56102" y="106453"/>
                </a:moveTo>
                <a:lnTo>
                  <a:pt x="57979" y="108047"/>
                </a:lnTo>
                <a:lnTo>
                  <a:pt x="55164" y="107250"/>
                </a:lnTo>
                <a:close/>
                <a:moveTo>
                  <a:pt x="65031" y="101925"/>
                </a:moveTo>
                <a:lnTo>
                  <a:pt x="66200" y="103006"/>
                </a:lnTo>
                <a:lnTo>
                  <a:pt x="64447" y="102465"/>
                </a:lnTo>
                <a:close/>
                <a:moveTo>
                  <a:pt x="2950" y="12692"/>
                </a:moveTo>
                <a:lnTo>
                  <a:pt x="4770" y="13408"/>
                </a:lnTo>
                <a:lnTo>
                  <a:pt x="2040" y="13050"/>
                </a:lnTo>
                <a:close/>
                <a:moveTo>
                  <a:pt x="4628" y="124735"/>
                </a:moveTo>
                <a:lnTo>
                  <a:pt x="5311" y="125256"/>
                </a:lnTo>
                <a:lnTo>
                  <a:pt x="4286" y="124995"/>
                </a:lnTo>
                <a:close/>
                <a:moveTo>
                  <a:pt x="6813" y="121161"/>
                </a:moveTo>
                <a:lnTo>
                  <a:pt x="7962" y="122230"/>
                </a:lnTo>
                <a:lnTo>
                  <a:pt x="6238" y="121695"/>
                </a:lnTo>
                <a:close/>
                <a:moveTo>
                  <a:pt x="38649" y="20321"/>
                </a:moveTo>
                <a:lnTo>
                  <a:pt x="40336" y="20938"/>
                </a:lnTo>
                <a:lnTo>
                  <a:pt x="37806" y="20629"/>
                </a:lnTo>
                <a:close/>
                <a:moveTo>
                  <a:pt x="54916" y="24667"/>
                </a:moveTo>
                <a:lnTo>
                  <a:pt x="55473" y="26389"/>
                </a:lnTo>
                <a:lnTo>
                  <a:pt x="54638" y="25528"/>
                </a:lnTo>
                <a:close/>
                <a:moveTo>
                  <a:pt x="46866" y="88677"/>
                </a:moveTo>
                <a:lnTo>
                  <a:pt x="48410" y="89041"/>
                </a:lnTo>
                <a:lnTo>
                  <a:pt x="46094" y="88859"/>
                </a:lnTo>
                <a:close/>
                <a:moveTo>
                  <a:pt x="52111" y="26585"/>
                </a:moveTo>
                <a:lnTo>
                  <a:pt x="53145" y="27333"/>
                </a:lnTo>
                <a:lnTo>
                  <a:pt x="51595" y="26959"/>
                </a:lnTo>
                <a:close/>
                <a:moveTo>
                  <a:pt x="62889" y="23168"/>
                </a:moveTo>
                <a:lnTo>
                  <a:pt x="64724" y="24705"/>
                </a:lnTo>
                <a:lnTo>
                  <a:pt x="61972" y="23936"/>
                </a:lnTo>
                <a:close/>
                <a:moveTo>
                  <a:pt x="24593" y="101286"/>
                </a:moveTo>
                <a:lnTo>
                  <a:pt x="26449" y="102071"/>
                </a:lnTo>
                <a:lnTo>
                  <a:pt x="23665" y="101679"/>
                </a:lnTo>
                <a:close/>
                <a:moveTo>
                  <a:pt x="45186" y="51766"/>
                </a:moveTo>
                <a:lnTo>
                  <a:pt x="47234" y="52725"/>
                </a:lnTo>
                <a:lnTo>
                  <a:pt x="44162" y="52246"/>
                </a:lnTo>
                <a:close/>
                <a:moveTo>
                  <a:pt x="10288" y="111327"/>
                </a:moveTo>
                <a:lnTo>
                  <a:pt x="12474" y="112737"/>
                </a:lnTo>
                <a:lnTo>
                  <a:pt x="9194" y="112032"/>
                </a:lnTo>
                <a:close/>
                <a:moveTo>
                  <a:pt x="58520" y="121883"/>
                </a:moveTo>
                <a:lnTo>
                  <a:pt x="59363" y="123428"/>
                </a:lnTo>
                <a:lnTo>
                  <a:pt x="58098" y="122655"/>
                </a:lnTo>
                <a:close/>
                <a:moveTo>
                  <a:pt x="52777" y="40437"/>
                </a:moveTo>
                <a:lnTo>
                  <a:pt x="54086" y="41020"/>
                </a:lnTo>
                <a:lnTo>
                  <a:pt x="52122" y="40729"/>
                </a:lnTo>
                <a:close/>
                <a:moveTo>
                  <a:pt x="50195" y="23714"/>
                </a:moveTo>
                <a:lnTo>
                  <a:pt x="51562" y="24301"/>
                </a:lnTo>
                <a:lnTo>
                  <a:pt x="49511" y="24008"/>
                </a:lnTo>
                <a:close/>
                <a:moveTo>
                  <a:pt x="12646" y="134248"/>
                </a:moveTo>
                <a:lnTo>
                  <a:pt x="14103" y="135900"/>
                </a:lnTo>
                <a:lnTo>
                  <a:pt x="11918" y="135074"/>
                </a:lnTo>
                <a:close/>
                <a:moveTo>
                  <a:pt x="1180" y="105422"/>
                </a:moveTo>
                <a:lnTo>
                  <a:pt x="2362" y="105740"/>
                </a:lnTo>
                <a:lnTo>
                  <a:pt x="589" y="105581"/>
                </a:lnTo>
                <a:close/>
                <a:moveTo>
                  <a:pt x="66266" y="59990"/>
                </a:moveTo>
                <a:lnTo>
                  <a:pt x="66935" y="61009"/>
                </a:lnTo>
                <a:lnTo>
                  <a:pt x="65931" y="60500"/>
                </a:lnTo>
                <a:close/>
                <a:moveTo>
                  <a:pt x="52000" y="41006"/>
                </a:moveTo>
                <a:lnTo>
                  <a:pt x="52362" y="41394"/>
                </a:lnTo>
                <a:lnTo>
                  <a:pt x="51819" y="41200"/>
                </a:lnTo>
                <a:close/>
                <a:moveTo>
                  <a:pt x="40914" y="27597"/>
                </a:moveTo>
                <a:lnTo>
                  <a:pt x="42553" y="29140"/>
                </a:lnTo>
                <a:lnTo>
                  <a:pt x="40095" y="28368"/>
                </a:lnTo>
                <a:close/>
                <a:moveTo>
                  <a:pt x="27461" y="29352"/>
                </a:moveTo>
                <a:lnTo>
                  <a:pt x="29525" y="29999"/>
                </a:lnTo>
                <a:lnTo>
                  <a:pt x="26428" y="29675"/>
                </a:lnTo>
                <a:close/>
                <a:moveTo>
                  <a:pt x="36807" y="140638"/>
                </a:moveTo>
                <a:lnTo>
                  <a:pt x="37328" y="141269"/>
                </a:lnTo>
                <a:lnTo>
                  <a:pt x="36546" y="140954"/>
                </a:lnTo>
                <a:close/>
                <a:moveTo>
                  <a:pt x="28654" y="76975"/>
                </a:moveTo>
                <a:lnTo>
                  <a:pt x="29190" y="77842"/>
                </a:lnTo>
                <a:lnTo>
                  <a:pt x="28386" y="77408"/>
                </a:lnTo>
                <a:close/>
                <a:moveTo>
                  <a:pt x="29067" y="63760"/>
                </a:moveTo>
                <a:lnTo>
                  <a:pt x="29470" y="65475"/>
                </a:lnTo>
                <a:lnTo>
                  <a:pt x="28866" y="64617"/>
                </a:lnTo>
                <a:close/>
                <a:moveTo>
                  <a:pt x="21190" y="93796"/>
                </a:moveTo>
                <a:lnTo>
                  <a:pt x="22691" y="95511"/>
                </a:lnTo>
                <a:lnTo>
                  <a:pt x="20439" y="94653"/>
                </a:lnTo>
                <a:close/>
                <a:moveTo>
                  <a:pt x="26620" y="71206"/>
                </a:moveTo>
                <a:lnTo>
                  <a:pt x="27109" y="71945"/>
                </a:lnTo>
                <a:lnTo>
                  <a:pt x="26376" y="71576"/>
                </a:lnTo>
                <a:close/>
                <a:moveTo>
                  <a:pt x="62929" y="15938"/>
                </a:moveTo>
                <a:lnTo>
                  <a:pt x="64148" y="16412"/>
                </a:lnTo>
                <a:lnTo>
                  <a:pt x="62320" y="16175"/>
                </a:lnTo>
                <a:close/>
                <a:moveTo>
                  <a:pt x="17666" y="37052"/>
                </a:moveTo>
                <a:lnTo>
                  <a:pt x="18625" y="37814"/>
                </a:lnTo>
                <a:lnTo>
                  <a:pt x="17187" y="37433"/>
                </a:lnTo>
                <a:close/>
                <a:moveTo>
                  <a:pt x="2061" y="28512"/>
                </a:moveTo>
                <a:lnTo>
                  <a:pt x="3379" y="30301"/>
                </a:lnTo>
                <a:lnTo>
                  <a:pt x="1402" y="29406"/>
                </a:lnTo>
                <a:close/>
                <a:moveTo>
                  <a:pt x="9640" y="26726"/>
                </a:moveTo>
                <a:lnTo>
                  <a:pt x="10242" y="27345"/>
                </a:lnTo>
                <a:lnTo>
                  <a:pt x="9339" y="27036"/>
                </a:lnTo>
                <a:close/>
                <a:moveTo>
                  <a:pt x="68201" y="110873"/>
                </a:moveTo>
                <a:lnTo>
                  <a:pt x="68704" y="111362"/>
                </a:lnTo>
                <a:lnTo>
                  <a:pt x="67950" y="111118"/>
                </a:lnTo>
                <a:close/>
                <a:moveTo>
                  <a:pt x="22113" y="2150"/>
                </a:moveTo>
                <a:lnTo>
                  <a:pt x="23384" y="3410"/>
                </a:lnTo>
                <a:lnTo>
                  <a:pt x="21477" y="2780"/>
                </a:lnTo>
                <a:close/>
                <a:moveTo>
                  <a:pt x="38453" y="59422"/>
                </a:moveTo>
                <a:lnTo>
                  <a:pt x="39607" y="59801"/>
                </a:lnTo>
                <a:lnTo>
                  <a:pt x="37876" y="59611"/>
                </a:lnTo>
                <a:close/>
                <a:moveTo>
                  <a:pt x="16958" y="21944"/>
                </a:moveTo>
                <a:lnTo>
                  <a:pt x="18508" y="23397"/>
                </a:lnTo>
                <a:lnTo>
                  <a:pt x="16184" y="22671"/>
                </a:lnTo>
                <a:close/>
                <a:moveTo>
                  <a:pt x="37098" y="27055"/>
                </a:moveTo>
                <a:lnTo>
                  <a:pt x="38088" y="27650"/>
                </a:lnTo>
                <a:lnTo>
                  <a:pt x="36602" y="27353"/>
                </a:lnTo>
                <a:close/>
                <a:moveTo>
                  <a:pt x="24506" y="91775"/>
                </a:moveTo>
                <a:lnTo>
                  <a:pt x="26044" y="93224"/>
                </a:lnTo>
                <a:lnTo>
                  <a:pt x="23738" y="92499"/>
                </a:lnTo>
                <a:close/>
                <a:moveTo>
                  <a:pt x="29488" y="90414"/>
                </a:moveTo>
                <a:lnTo>
                  <a:pt x="30801" y="91427"/>
                </a:lnTo>
                <a:lnTo>
                  <a:pt x="28832" y="90920"/>
                </a:lnTo>
                <a:close/>
                <a:moveTo>
                  <a:pt x="62616" y="45530"/>
                </a:moveTo>
                <a:lnTo>
                  <a:pt x="64631" y="46629"/>
                </a:lnTo>
                <a:lnTo>
                  <a:pt x="61609" y="46080"/>
                </a:lnTo>
                <a:close/>
                <a:moveTo>
                  <a:pt x="32726" y="134395"/>
                </a:moveTo>
                <a:lnTo>
                  <a:pt x="34777" y="135485"/>
                </a:lnTo>
                <a:lnTo>
                  <a:pt x="31701" y="134940"/>
                </a:lnTo>
                <a:close/>
                <a:moveTo>
                  <a:pt x="6445" y="22019"/>
                </a:moveTo>
                <a:lnTo>
                  <a:pt x="8469" y="23315"/>
                </a:lnTo>
                <a:lnTo>
                  <a:pt x="5433" y="22667"/>
                </a:lnTo>
                <a:close/>
                <a:moveTo>
                  <a:pt x="3705" y="15334"/>
                </a:moveTo>
                <a:lnTo>
                  <a:pt x="4173" y="17041"/>
                </a:lnTo>
                <a:lnTo>
                  <a:pt x="3471" y="16187"/>
                </a:lnTo>
                <a:close/>
                <a:moveTo>
                  <a:pt x="24251" y="108745"/>
                </a:moveTo>
                <a:lnTo>
                  <a:pt x="24822" y="110113"/>
                </a:lnTo>
                <a:lnTo>
                  <a:pt x="23966" y="109429"/>
                </a:lnTo>
                <a:close/>
                <a:moveTo>
                  <a:pt x="48206" y="74475"/>
                </a:moveTo>
                <a:lnTo>
                  <a:pt x="48778" y="76233"/>
                </a:lnTo>
                <a:lnTo>
                  <a:pt x="47919" y="75354"/>
                </a:lnTo>
                <a:close/>
                <a:moveTo>
                  <a:pt x="58295" y="64672"/>
                </a:moveTo>
                <a:lnTo>
                  <a:pt x="58852" y="65904"/>
                </a:lnTo>
                <a:lnTo>
                  <a:pt x="58017" y="65288"/>
                </a:lnTo>
                <a:close/>
                <a:moveTo>
                  <a:pt x="60458" y="61904"/>
                </a:moveTo>
                <a:lnTo>
                  <a:pt x="61343" y="62914"/>
                </a:lnTo>
                <a:lnTo>
                  <a:pt x="60016" y="62409"/>
                </a:lnTo>
                <a:close/>
                <a:moveTo>
                  <a:pt x="58726" y="48619"/>
                </a:moveTo>
                <a:lnTo>
                  <a:pt x="60805" y="48973"/>
                </a:lnTo>
                <a:lnTo>
                  <a:pt x="57686" y="48796"/>
                </a:lnTo>
                <a:close/>
                <a:moveTo>
                  <a:pt x="35515" y="39604"/>
                </a:moveTo>
                <a:lnTo>
                  <a:pt x="36495" y="40877"/>
                </a:lnTo>
                <a:lnTo>
                  <a:pt x="35025" y="40241"/>
                </a:lnTo>
                <a:close/>
                <a:moveTo>
                  <a:pt x="49348" y="96863"/>
                </a:moveTo>
                <a:lnTo>
                  <a:pt x="50094" y="98303"/>
                </a:lnTo>
                <a:lnTo>
                  <a:pt x="48975" y="97583"/>
                </a:lnTo>
                <a:close/>
                <a:moveTo>
                  <a:pt x="14510" y="15001"/>
                </a:moveTo>
                <a:lnTo>
                  <a:pt x="15027" y="16172"/>
                </a:lnTo>
                <a:lnTo>
                  <a:pt x="14251" y="15587"/>
                </a:lnTo>
                <a:close/>
                <a:moveTo>
                  <a:pt x="16045" y="85038"/>
                </a:moveTo>
                <a:lnTo>
                  <a:pt x="17644" y="86250"/>
                </a:lnTo>
                <a:lnTo>
                  <a:pt x="15245" y="85644"/>
                </a:lnTo>
                <a:close/>
                <a:moveTo>
                  <a:pt x="34722" y="77759"/>
                </a:moveTo>
                <a:lnTo>
                  <a:pt x="35716" y="79246"/>
                </a:lnTo>
                <a:lnTo>
                  <a:pt x="34225" y="78502"/>
                </a:lnTo>
                <a:close/>
                <a:moveTo>
                  <a:pt x="10159" y="40907"/>
                </a:moveTo>
                <a:lnTo>
                  <a:pt x="11469" y="42229"/>
                </a:lnTo>
                <a:lnTo>
                  <a:pt x="9504" y="41568"/>
                </a:lnTo>
                <a:close/>
                <a:moveTo>
                  <a:pt x="14844" y="42097"/>
                </a:moveTo>
                <a:lnTo>
                  <a:pt x="15699" y="42424"/>
                </a:lnTo>
                <a:lnTo>
                  <a:pt x="14416" y="42260"/>
                </a:lnTo>
                <a:close/>
              </a:path>
            </a:pathLst>
          </a:custGeom>
          <a:solidFill>
            <a:srgbClr val="FFFFFF">
              <a:alpha val="20000"/>
            </a:srgbClr>
          </a:solidFill>
          <a:ln w="0" cap="rnd" cmpd="sng" algn="ctr">
            <a:solidFill>
              <a:srgbClr val="FFFFFF">
                <a:alpha val="0"/>
              </a:srgbClr>
            </a:solidFill>
            <a:round/>
            <a:headEnd type="none"/>
            <a:tailEnd type="none"/>
          </a:ln>
        </p:spPr>
      </p:sp>
      <p:sp>
        <p:nvSpPr>
          <p:cNvPr id="422" name="synapse model / 0421 stack cell boundary"/>
          <p:cNvSpPr/>
          <p:nvPr/>
        </p:nvSpPr>
        <p:spPr>
          <a:xfrm>
            <a:off x="1737360" y="2670048"/>
            <a:ext cx="667512" cy="914"/>
          </a:xfrm>
          <a:custGeom>
            <a:avLst/>
            <a:gdLst/>
            <a:ahLst/>
            <a:cxnLst/>
            <a:rect l="0" t="0" r="r" b="b"/>
            <a:pathLst>
              <a:path w="73000" h="100" fill="none" stroke="1" extrusionOk="0">
                <a:moveTo>
                  <a:pt x="0" y="0"/>
                </a:moveTo>
                <a:lnTo>
                  <a:pt x="73000" y="0"/>
                </a:lnTo>
              </a:path>
            </a:pathLst>
          </a:custGeom>
          <a:noFill/>
          <a:ln w="21946" cap="rnd" cmpd="sng" algn="ctr">
            <a:solidFill>
              <a:srgbClr val="000000"/>
            </a:solidFill>
            <a:round/>
            <a:headEnd type="none"/>
            <a:tailEnd type="none"/>
          </a:ln>
        </p:spPr>
      </p:sp>
      <p:sp>
        <p:nvSpPr>
          <p:cNvPr id="423" name="synapse model / 0422 side cell boundary"/>
          <p:cNvSpPr/>
          <p:nvPr/>
        </p:nvSpPr>
        <p:spPr>
          <a:xfrm>
            <a:off x="2404872" y="2670048"/>
            <a:ext cx="146304" cy="64008"/>
          </a:xfrm>
          <a:custGeom>
            <a:avLst/>
            <a:gdLst/>
            <a:ahLst/>
            <a:cxnLst/>
            <a:rect l="0" t="0" r="r" b="b"/>
            <a:pathLst>
              <a:path w="16000" h="7000" fill="none" stroke="1" extrusionOk="0">
                <a:moveTo>
                  <a:pt x="0" y="0"/>
                </a:moveTo>
                <a:lnTo>
                  <a:pt x="16000" y="7000"/>
                </a:lnTo>
              </a:path>
            </a:pathLst>
          </a:custGeom>
          <a:noFill/>
          <a:ln w="16459" cap="rnd" cmpd="sng" algn="ctr">
            <a:solidFill>
              <a:srgbClr val="000000"/>
            </a:solidFill>
            <a:round/>
            <a:headEnd type="none"/>
            <a:tailEnd type="none"/>
          </a:ln>
        </p:spPr>
      </p:sp>
      <p:sp>
        <p:nvSpPr>
          <p:cNvPr id="424" name="synapse model / 0423 stack cell boundary"/>
          <p:cNvSpPr/>
          <p:nvPr/>
        </p:nvSpPr>
        <p:spPr>
          <a:xfrm>
            <a:off x="1737360" y="3008376"/>
            <a:ext cx="667512" cy="914"/>
          </a:xfrm>
          <a:custGeom>
            <a:avLst/>
            <a:gdLst/>
            <a:ahLst/>
            <a:cxnLst/>
            <a:rect l="0" t="0" r="r" b="b"/>
            <a:pathLst>
              <a:path w="73000" h="100" fill="none" stroke="1" extrusionOk="0">
                <a:moveTo>
                  <a:pt x="0" y="0"/>
                </a:moveTo>
                <a:lnTo>
                  <a:pt x="73000" y="0"/>
                </a:lnTo>
              </a:path>
            </a:pathLst>
          </a:custGeom>
          <a:noFill/>
          <a:ln w="21946" cap="rnd" cmpd="sng" algn="ctr">
            <a:solidFill>
              <a:srgbClr val="000000"/>
            </a:solidFill>
            <a:round/>
            <a:headEnd type="none"/>
            <a:tailEnd type="none"/>
          </a:ln>
        </p:spPr>
      </p:sp>
      <p:sp>
        <p:nvSpPr>
          <p:cNvPr id="425" name="synapse model / 0424 side cell boundary"/>
          <p:cNvSpPr/>
          <p:nvPr/>
        </p:nvSpPr>
        <p:spPr>
          <a:xfrm>
            <a:off x="2404872" y="3008376"/>
            <a:ext cx="146304" cy="64008"/>
          </a:xfrm>
          <a:custGeom>
            <a:avLst/>
            <a:gdLst/>
            <a:ahLst/>
            <a:cxnLst/>
            <a:rect l="0" t="0" r="r" b="b"/>
            <a:pathLst>
              <a:path w="16000" h="7000" fill="none" stroke="1" extrusionOk="0">
                <a:moveTo>
                  <a:pt x="0" y="0"/>
                </a:moveTo>
                <a:lnTo>
                  <a:pt x="16000" y="7000"/>
                </a:lnTo>
              </a:path>
            </a:pathLst>
          </a:custGeom>
          <a:noFill/>
          <a:ln w="16459" cap="rnd" cmpd="sng" algn="ctr">
            <a:solidFill>
              <a:srgbClr val="000000"/>
            </a:solidFill>
            <a:round/>
            <a:headEnd type="none"/>
            <a:tailEnd type="none"/>
          </a:ln>
        </p:spPr>
      </p:sp>
      <p:sp>
        <p:nvSpPr>
          <p:cNvPr id="426" name="synapse model / 0425 stack cell boundary"/>
          <p:cNvSpPr/>
          <p:nvPr/>
        </p:nvSpPr>
        <p:spPr>
          <a:xfrm>
            <a:off x="1737360" y="3346704"/>
            <a:ext cx="667512" cy="914"/>
          </a:xfrm>
          <a:custGeom>
            <a:avLst/>
            <a:gdLst/>
            <a:ahLst/>
            <a:cxnLst/>
            <a:rect l="0" t="0" r="r" b="b"/>
            <a:pathLst>
              <a:path w="73000" h="100" fill="none" stroke="1" extrusionOk="0">
                <a:moveTo>
                  <a:pt x="0" y="0"/>
                </a:moveTo>
                <a:lnTo>
                  <a:pt x="73000" y="0"/>
                </a:lnTo>
              </a:path>
            </a:pathLst>
          </a:custGeom>
          <a:noFill/>
          <a:ln w="21946" cap="rnd" cmpd="sng" algn="ctr">
            <a:solidFill>
              <a:srgbClr val="000000"/>
            </a:solidFill>
            <a:round/>
            <a:headEnd type="none"/>
            <a:tailEnd type="none"/>
          </a:ln>
        </p:spPr>
      </p:sp>
      <p:sp>
        <p:nvSpPr>
          <p:cNvPr id="427" name="synapse model / 0426 side cell boundary"/>
          <p:cNvSpPr/>
          <p:nvPr/>
        </p:nvSpPr>
        <p:spPr>
          <a:xfrm>
            <a:off x="2404872" y="3346704"/>
            <a:ext cx="146304" cy="64008"/>
          </a:xfrm>
          <a:custGeom>
            <a:avLst/>
            <a:gdLst/>
            <a:ahLst/>
            <a:cxnLst/>
            <a:rect l="0" t="0" r="r" b="b"/>
            <a:pathLst>
              <a:path w="16000" h="7000" fill="none" stroke="1" extrusionOk="0">
                <a:moveTo>
                  <a:pt x="0" y="0"/>
                </a:moveTo>
                <a:lnTo>
                  <a:pt x="16000" y="7000"/>
                </a:lnTo>
              </a:path>
            </a:pathLst>
          </a:custGeom>
          <a:noFill/>
          <a:ln w="16459" cap="rnd" cmpd="sng" algn="ctr">
            <a:solidFill>
              <a:srgbClr val="000000"/>
            </a:solidFill>
            <a:round/>
            <a:headEnd type="none"/>
            <a:tailEnd type="none"/>
          </a:ln>
        </p:spPr>
      </p:sp>
      <p:sp>
        <p:nvSpPr>
          <p:cNvPr id="428" name="synapse model / 0427 synaptic node"/>
          <p:cNvSpPr/>
          <p:nvPr/>
        </p:nvSpPr>
        <p:spPr>
          <a:xfrm>
            <a:off x="1124712" y="1188720"/>
            <a:ext cx="54864" cy="91440"/>
          </a:xfrm>
          <a:custGeom>
            <a:avLst/>
            <a:gdLst/>
            <a:ahLst/>
            <a:cxnLst/>
            <a:rect l="0" t="0" r="r" b="b"/>
            <a:pathLst>
              <a:path w="6000" h="10000" fill="none" stroke="1" extrusionOk="0">
                <a:moveTo>
                  <a:pt x="0" y="10000"/>
                </a:moveTo>
                <a:lnTo>
                  <a:pt x="4000" y="5000"/>
                </a:lnTo>
                <a:lnTo>
                  <a:pt x="6000" y="0"/>
                </a:lnTo>
              </a:path>
            </a:pathLst>
          </a:custGeom>
          <a:noFill/>
          <a:ln w="27432" cap="rnd" cmpd="sng" algn="ctr">
            <a:solidFill>
              <a:srgbClr val="3020FF">
                <a:alpha val="75000"/>
              </a:srgbClr>
            </a:solidFill>
            <a:round/>
            <a:headEnd type="none"/>
            <a:tailEnd type="none"/>
          </a:ln>
        </p:spPr>
      </p:sp>
      <p:sp>
        <p:nvSpPr>
          <p:cNvPr id="429" name="synapse model / 0428 synaptic node"/>
          <p:cNvSpPr/>
          <p:nvPr/>
        </p:nvSpPr>
        <p:spPr>
          <a:xfrm>
            <a:off x="1124712" y="1492301"/>
            <a:ext cx="54864" cy="91440"/>
          </a:xfrm>
          <a:custGeom>
            <a:avLst/>
            <a:gdLst/>
            <a:ahLst/>
            <a:cxnLst/>
            <a:rect l="0" t="0" r="r" b="b"/>
            <a:pathLst>
              <a:path w="6000" h="10000" fill="none" stroke="1" extrusionOk="0">
                <a:moveTo>
                  <a:pt x="0" y="10000"/>
                </a:moveTo>
                <a:lnTo>
                  <a:pt x="4000" y="5000"/>
                </a:lnTo>
                <a:lnTo>
                  <a:pt x="6000" y="0"/>
                </a:lnTo>
              </a:path>
            </a:pathLst>
          </a:custGeom>
          <a:noFill/>
          <a:ln w="27432" cap="rnd" cmpd="sng" algn="ctr">
            <a:solidFill>
              <a:srgbClr val="3020FF">
                <a:alpha val="75000"/>
              </a:srgbClr>
            </a:solidFill>
            <a:round/>
            <a:headEnd type="none"/>
            <a:tailEnd type="none"/>
          </a:ln>
        </p:spPr>
      </p:sp>
      <p:sp>
        <p:nvSpPr>
          <p:cNvPr id="430" name="synapse model / 0429 synaptic node"/>
          <p:cNvSpPr/>
          <p:nvPr/>
        </p:nvSpPr>
        <p:spPr>
          <a:xfrm>
            <a:off x="1124712" y="1795882"/>
            <a:ext cx="54864" cy="91440"/>
          </a:xfrm>
          <a:custGeom>
            <a:avLst/>
            <a:gdLst/>
            <a:ahLst/>
            <a:cxnLst/>
            <a:rect l="0" t="0" r="r" b="b"/>
            <a:pathLst>
              <a:path w="6000" h="10000" fill="none" stroke="1" extrusionOk="0">
                <a:moveTo>
                  <a:pt x="0" y="10000"/>
                </a:moveTo>
                <a:lnTo>
                  <a:pt x="4000" y="5000"/>
                </a:lnTo>
                <a:lnTo>
                  <a:pt x="6000" y="0"/>
                </a:lnTo>
              </a:path>
            </a:pathLst>
          </a:custGeom>
          <a:noFill/>
          <a:ln w="27432" cap="rnd" cmpd="sng" algn="ctr">
            <a:solidFill>
              <a:srgbClr val="3020FF">
                <a:alpha val="75000"/>
              </a:srgbClr>
            </a:solidFill>
            <a:round/>
            <a:headEnd type="none"/>
            <a:tailEnd type="none"/>
          </a:ln>
        </p:spPr>
      </p:sp>
      <p:sp>
        <p:nvSpPr>
          <p:cNvPr id="431" name="synapse model / 0430 synaptic node"/>
          <p:cNvSpPr/>
          <p:nvPr/>
        </p:nvSpPr>
        <p:spPr>
          <a:xfrm>
            <a:off x="1124712" y="2099462"/>
            <a:ext cx="54864" cy="91440"/>
          </a:xfrm>
          <a:custGeom>
            <a:avLst/>
            <a:gdLst/>
            <a:ahLst/>
            <a:cxnLst/>
            <a:rect l="0" t="0" r="r" b="b"/>
            <a:pathLst>
              <a:path w="6000" h="10000" fill="none" stroke="1" extrusionOk="0">
                <a:moveTo>
                  <a:pt x="0" y="10000"/>
                </a:moveTo>
                <a:lnTo>
                  <a:pt x="4000" y="5000"/>
                </a:lnTo>
                <a:lnTo>
                  <a:pt x="6000" y="0"/>
                </a:lnTo>
              </a:path>
            </a:pathLst>
          </a:custGeom>
          <a:noFill/>
          <a:ln w="27432" cap="rnd" cmpd="sng" algn="ctr">
            <a:solidFill>
              <a:srgbClr val="3020FF">
                <a:alpha val="75000"/>
              </a:srgbClr>
            </a:solidFill>
            <a:round/>
            <a:headEnd type="none"/>
            <a:tailEnd type="none"/>
          </a:ln>
        </p:spPr>
      </p:sp>
      <p:sp>
        <p:nvSpPr>
          <p:cNvPr id="432" name="synapse model / 0431 synaptic node"/>
          <p:cNvSpPr/>
          <p:nvPr/>
        </p:nvSpPr>
        <p:spPr>
          <a:xfrm>
            <a:off x="1124712" y="2403043"/>
            <a:ext cx="54864" cy="91440"/>
          </a:xfrm>
          <a:custGeom>
            <a:avLst/>
            <a:gdLst/>
            <a:ahLst/>
            <a:cxnLst/>
            <a:rect l="0" t="0" r="r" b="b"/>
            <a:pathLst>
              <a:path w="6000" h="10000" fill="none" stroke="1" extrusionOk="0">
                <a:moveTo>
                  <a:pt x="0" y="10000"/>
                </a:moveTo>
                <a:lnTo>
                  <a:pt x="4000" y="5000"/>
                </a:lnTo>
                <a:lnTo>
                  <a:pt x="6000" y="0"/>
                </a:lnTo>
              </a:path>
            </a:pathLst>
          </a:custGeom>
          <a:noFill/>
          <a:ln w="27432" cap="rnd" cmpd="sng" algn="ctr">
            <a:solidFill>
              <a:srgbClr val="3020FF">
                <a:alpha val="75000"/>
              </a:srgbClr>
            </a:solidFill>
            <a:round/>
            <a:headEnd type="none"/>
            <a:tailEnd type="none"/>
          </a:ln>
        </p:spPr>
      </p:sp>
      <p:sp>
        <p:nvSpPr>
          <p:cNvPr id="433" name="synapse model / 0432 synaptic node"/>
          <p:cNvSpPr/>
          <p:nvPr/>
        </p:nvSpPr>
        <p:spPr>
          <a:xfrm>
            <a:off x="1124712" y="2706624"/>
            <a:ext cx="54864" cy="91440"/>
          </a:xfrm>
          <a:custGeom>
            <a:avLst/>
            <a:gdLst/>
            <a:ahLst/>
            <a:cxnLst/>
            <a:rect l="0" t="0" r="r" b="b"/>
            <a:pathLst>
              <a:path w="6000" h="10000" fill="none" stroke="1" extrusionOk="0">
                <a:moveTo>
                  <a:pt x="0" y="10000"/>
                </a:moveTo>
                <a:lnTo>
                  <a:pt x="4000" y="5000"/>
                </a:lnTo>
                <a:lnTo>
                  <a:pt x="6000" y="0"/>
                </a:lnTo>
              </a:path>
            </a:pathLst>
          </a:custGeom>
          <a:noFill/>
          <a:ln w="27432" cap="rnd" cmpd="sng" algn="ctr">
            <a:solidFill>
              <a:srgbClr val="3020FF">
                <a:alpha val="75000"/>
              </a:srgbClr>
            </a:solidFill>
            <a:round/>
            <a:headEnd type="none"/>
            <a:tailEnd type="none"/>
          </a:ln>
        </p:spPr>
      </p:sp>
      <p:sp>
        <p:nvSpPr>
          <p:cNvPr id="434" name="synapse model / 0433 synaptic node"/>
          <p:cNvSpPr/>
          <p:nvPr/>
        </p:nvSpPr>
        <p:spPr>
          <a:xfrm>
            <a:off x="1124712" y="3010205"/>
            <a:ext cx="54864" cy="91440"/>
          </a:xfrm>
          <a:custGeom>
            <a:avLst/>
            <a:gdLst/>
            <a:ahLst/>
            <a:cxnLst/>
            <a:rect l="0" t="0" r="r" b="b"/>
            <a:pathLst>
              <a:path w="6000" h="10000" fill="none" stroke="1" extrusionOk="0">
                <a:moveTo>
                  <a:pt x="0" y="10000"/>
                </a:moveTo>
                <a:lnTo>
                  <a:pt x="4000" y="5000"/>
                </a:lnTo>
                <a:lnTo>
                  <a:pt x="6000" y="0"/>
                </a:lnTo>
              </a:path>
            </a:pathLst>
          </a:custGeom>
          <a:noFill/>
          <a:ln w="27432" cap="rnd" cmpd="sng" algn="ctr">
            <a:solidFill>
              <a:srgbClr val="3020FF">
                <a:alpha val="75000"/>
              </a:srgbClr>
            </a:solidFill>
            <a:round/>
            <a:headEnd type="none"/>
            <a:tailEnd type="none"/>
          </a:ln>
        </p:spPr>
      </p:sp>
      <p:sp>
        <p:nvSpPr>
          <p:cNvPr id="435" name="synapse model / 0434 synaptic node"/>
          <p:cNvSpPr/>
          <p:nvPr/>
        </p:nvSpPr>
        <p:spPr>
          <a:xfrm>
            <a:off x="1124712" y="3313786"/>
            <a:ext cx="54864" cy="91440"/>
          </a:xfrm>
          <a:custGeom>
            <a:avLst/>
            <a:gdLst/>
            <a:ahLst/>
            <a:cxnLst/>
            <a:rect l="0" t="0" r="r" b="b"/>
            <a:pathLst>
              <a:path w="6000" h="10000" fill="none" stroke="1" extrusionOk="0">
                <a:moveTo>
                  <a:pt x="0" y="10000"/>
                </a:moveTo>
                <a:lnTo>
                  <a:pt x="4000" y="5000"/>
                </a:lnTo>
                <a:lnTo>
                  <a:pt x="6000" y="0"/>
                </a:lnTo>
              </a:path>
            </a:pathLst>
          </a:custGeom>
          <a:noFill/>
          <a:ln w="27432" cap="rnd" cmpd="sng" algn="ctr">
            <a:solidFill>
              <a:srgbClr val="3020FF">
                <a:alpha val="75000"/>
              </a:srgbClr>
            </a:solidFill>
            <a:round/>
            <a:headEnd type="none"/>
            <a:tailEnd type="none"/>
          </a:ln>
        </p:spPr>
      </p:sp>
      <p:sp>
        <p:nvSpPr>
          <p:cNvPr id="436" name="synapse model / 0435 synaptic node"/>
          <p:cNvSpPr/>
          <p:nvPr/>
        </p:nvSpPr>
        <p:spPr>
          <a:xfrm>
            <a:off x="1124712" y="3617366"/>
            <a:ext cx="54864" cy="91440"/>
          </a:xfrm>
          <a:custGeom>
            <a:avLst/>
            <a:gdLst/>
            <a:ahLst/>
            <a:cxnLst/>
            <a:rect l="0" t="0" r="r" b="b"/>
            <a:pathLst>
              <a:path w="6000" h="10000" fill="none" stroke="1" extrusionOk="0">
                <a:moveTo>
                  <a:pt x="0" y="10000"/>
                </a:moveTo>
                <a:lnTo>
                  <a:pt x="4000" y="5000"/>
                </a:lnTo>
                <a:lnTo>
                  <a:pt x="6000" y="0"/>
                </a:lnTo>
              </a:path>
            </a:pathLst>
          </a:custGeom>
          <a:noFill/>
          <a:ln w="27432" cap="rnd" cmpd="sng" algn="ctr">
            <a:solidFill>
              <a:srgbClr val="3020FF">
                <a:alpha val="75000"/>
              </a:srgbClr>
            </a:solidFill>
            <a:round/>
            <a:headEnd type="none"/>
            <a:tailEnd type="none"/>
          </a:ln>
        </p:spPr>
      </p:sp>
      <p:sp>
        <p:nvSpPr>
          <p:cNvPr id="437" name="synapse model / 0436 synaptic node"/>
          <p:cNvSpPr/>
          <p:nvPr/>
        </p:nvSpPr>
        <p:spPr>
          <a:xfrm>
            <a:off x="1124712" y="3920947"/>
            <a:ext cx="54864" cy="91440"/>
          </a:xfrm>
          <a:custGeom>
            <a:avLst/>
            <a:gdLst/>
            <a:ahLst/>
            <a:cxnLst/>
            <a:rect l="0" t="0" r="r" b="b"/>
            <a:pathLst>
              <a:path w="6000" h="10000" fill="none" stroke="1" extrusionOk="0">
                <a:moveTo>
                  <a:pt x="0" y="10000"/>
                </a:moveTo>
                <a:lnTo>
                  <a:pt x="4000" y="5000"/>
                </a:lnTo>
                <a:lnTo>
                  <a:pt x="6000" y="0"/>
                </a:lnTo>
              </a:path>
            </a:pathLst>
          </a:custGeom>
          <a:noFill/>
          <a:ln w="27432" cap="rnd" cmpd="sng" algn="ctr">
            <a:solidFill>
              <a:srgbClr val="3020FF">
                <a:alpha val="75000"/>
              </a:srgbClr>
            </a:solidFill>
            <a:round/>
            <a:headEnd type="none"/>
            <a:tailEnd type="none"/>
          </a:ln>
        </p:spPr>
      </p:sp>
      <p:sp>
        <p:nvSpPr>
          <p:cNvPr id="438" name="synapse model / 0437 synaptic node"/>
          <p:cNvSpPr/>
          <p:nvPr/>
        </p:nvSpPr>
        <p:spPr>
          <a:xfrm>
            <a:off x="1124712" y="4224528"/>
            <a:ext cx="54864" cy="91440"/>
          </a:xfrm>
          <a:custGeom>
            <a:avLst/>
            <a:gdLst/>
            <a:ahLst/>
            <a:cxnLst/>
            <a:rect l="0" t="0" r="r" b="b"/>
            <a:pathLst>
              <a:path w="6000" h="10000" fill="none" stroke="1" extrusionOk="0">
                <a:moveTo>
                  <a:pt x="0" y="10000"/>
                </a:moveTo>
                <a:lnTo>
                  <a:pt x="4000" y="5000"/>
                </a:lnTo>
                <a:lnTo>
                  <a:pt x="6000" y="0"/>
                </a:lnTo>
              </a:path>
            </a:pathLst>
          </a:custGeom>
          <a:noFill/>
          <a:ln w="27432" cap="rnd" cmpd="sng" algn="ctr">
            <a:solidFill>
              <a:srgbClr val="3020FF">
                <a:alpha val="75000"/>
              </a:srgbClr>
            </a:solidFill>
            <a:round/>
            <a:headEnd type="none"/>
            <a:tailEnd type="none"/>
          </a:ln>
        </p:spPr>
      </p:sp>
      <p:sp>
        <p:nvSpPr>
          <p:cNvPr id="439" name="synapse model / 0438 synaptic node"/>
          <p:cNvSpPr/>
          <p:nvPr/>
        </p:nvSpPr>
        <p:spPr>
          <a:xfrm>
            <a:off x="1124712" y="4528109"/>
            <a:ext cx="54864" cy="91440"/>
          </a:xfrm>
          <a:custGeom>
            <a:avLst/>
            <a:gdLst/>
            <a:ahLst/>
            <a:cxnLst/>
            <a:rect l="0" t="0" r="r" b="b"/>
            <a:pathLst>
              <a:path w="6000" h="10000" fill="none" stroke="1" extrusionOk="0">
                <a:moveTo>
                  <a:pt x="0" y="10000"/>
                </a:moveTo>
                <a:lnTo>
                  <a:pt x="4000" y="5000"/>
                </a:lnTo>
                <a:lnTo>
                  <a:pt x="6000" y="0"/>
                </a:lnTo>
              </a:path>
            </a:pathLst>
          </a:custGeom>
          <a:noFill/>
          <a:ln w="27432" cap="rnd" cmpd="sng" algn="ctr">
            <a:solidFill>
              <a:srgbClr val="3020FF">
                <a:alpha val="75000"/>
              </a:srgbClr>
            </a:solidFill>
            <a:round/>
            <a:headEnd type="none"/>
            <a:tailEnd type="none"/>
          </a:ln>
        </p:spPr>
      </p:sp>
      <p:sp>
        <p:nvSpPr>
          <p:cNvPr id="440" name="synapse model / 0439 synaptic node"/>
          <p:cNvSpPr/>
          <p:nvPr/>
        </p:nvSpPr>
        <p:spPr>
          <a:xfrm>
            <a:off x="1124712" y="4831690"/>
            <a:ext cx="54864" cy="91440"/>
          </a:xfrm>
          <a:custGeom>
            <a:avLst/>
            <a:gdLst/>
            <a:ahLst/>
            <a:cxnLst/>
            <a:rect l="0" t="0" r="r" b="b"/>
            <a:pathLst>
              <a:path w="6000" h="10000" fill="none" stroke="1" extrusionOk="0">
                <a:moveTo>
                  <a:pt x="0" y="10000"/>
                </a:moveTo>
                <a:lnTo>
                  <a:pt x="4000" y="5000"/>
                </a:lnTo>
                <a:lnTo>
                  <a:pt x="6000" y="0"/>
                </a:lnTo>
              </a:path>
            </a:pathLst>
          </a:custGeom>
          <a:noFill/>
          <a:ln w="27432" cap="rnd" cmpd="sng" algn="ctr">
            <a:solidFill>
              <a:srgbClr val="3020FF">
                <a:alpha val="75000"/>
              </a:srgbClr>
            </a:solidFill>
            <a:round/>
            <a:headEnd type="none"/>
            <a:tailEnd type="none"/>
          </a:ln>
        </p:spPr>
      </p:sp>
      <p:sp>
        <p:nvSpPr>
          <p:cNvPr id="441" name="synapse model / 0440 synaptic node"/>
          <p:cNvSpPr/>
          <p:nvPr/>
        </p:nvSpPr>
        <p:spPr>
          <a:xfrm>
            <a:off x="1124712" y="5294376"/>
            <a:ext cx="54864" cy="91440"/>
          </a:xfrm>
          <a:custGeom>
            <a:avLst/>
            <a:gdLst/>
            <a:ahLst/>
            <a:cxnLst/>
            <a:rect l="0" t="0" r="r" b="b"/>
            <a:pathLst>
              <a:path w="6000" h="10000" fill="none" stroke="1" extrusionOk="0">
                <a:moveTo>
                  <a:pt x="0" y="10000"/>
                </a:moveTo>
                <a:lnTo>
                  <a:pt x="4000" y="5000"/>
                </a:lnTo>
                <a:lnTo>
                  <a:pt x="6000" y="0"/>
                </a:lnTo>
              </a:path>
            </a:pathLst>
          </a:custGeom>
          <a:noFill/>
          <a:ln w="27432" cap="rnd" cmpd="sng" algn="ctr">
            <a:solidFill>
              <a:srgbClr val="3020FF">
                <a:alpha val="75000"/>
              </a:srgbClr>
            </a:solidFill>
            <a:round/>
            <a:headEnd type="none"/>
            <a:tailEnd type="none"/>
          </a:ln>
        </p:spPr>
      </p:sp>
      <p:sp>
        <p:nvSpPr>
          <p:cNvPr id="442" name="synapse model / 0441 synaptic node"/>
          <p:cNvSpPr/>
          <p:nvPr/>
        </p:nvSpPr>
        <p:spPr>
          <a:xfrm>
            <a:off x="1124712" y="5632704"/>
            <a:ext cx="54864" cy="91440"/>
          </a:xfrm>
          <a:custGeom>
            <a:avLst/>
            <a:gdLst/>
            <a:ahLst/>
            <a:cxnLst/>
            <a:rect l="0" t="0" r="r" b="b"/>
            <a:pathLst>
              <a:path w="6000" h="10000" fill="none" stroke="1" extrusionOk="0">
                <a:moveTo>
                  <a:pt x="0" y="10000"/>
                </a:moveTo>
                <a:lnTo>
                  <a:pt x="4000" y="5000"/>
                </a:lnTo>
                <a:lnTo>
                  <a:pt x="6000" y="0"/>
                </a:lnTo>
              </a:path>
            </a:pathLst>
          </a:custGeom>
          <a:noFill/>
          <a:ln w="27432" cap="rnd" cmpd="sng" algn="ctr">
            <a:solidFill>
              <a:srgbClr val="3020FF">
                <a:alpha val="75000"/>
              </a:srgbClr>
            </a:solidFill>
            <a:round/>
            <a:headEnd type="none"/>
            <a:tailEnd type="none"/>
          </a:ln>
        </p:spPr>
      </p:sp>
      <p:sp>
        <p:nvSpPr>
          <p:cNvPr id="443" name="synapse model / 0442 synaptic node"/>
          <p:cNvSpPr/>
          <p:nvPr/>
        </p:nvSpPr>
        <p:spPr>
          <a:xfrm>
            <a:off x="1124712" y="5980176"/>
            <a:ext cx="54864" cy="91440"/>
          </a:xfrm>
          <a:custGeom>
            <a:avLst/>
            <a:gdLst/>
            <a:ahLst/>
            <a:cxnLst/>
            <a:rect l="0" t="0" r="r" b="b"/>
            <a:pathLst>
              <a:path w="6000" h="10000" fill="none" stroke="1" extrusionOk="0">
                <a:moveTo>
                  <a:pt x="0" y="10000"/>
                </a:moveTo>
                <a:lnTo>
                  <a:pt x="4000" y="5000"/>
                </a:lnTo>
                <a:lnTo>
                  <a:pt x="6000" y="0"/>
                </a:lnTo>
              </a:path>
            </a:pathLst>
          </a:custGeom>
          <a:noFill/>
          <a:ln w="27432" cap="rnd" cmpd="sng" algn="ctr">
            <a:solidFill>
              <a:srgbClr val="3020FF">
                <a:alpha val="75000"/>
              </a:srgbClr>
            </a:solidFill>
            <a:round/>
            <a:headEnd type="none"/>
            <a:tailEnd type="none"/>
          </a:ln>
        </p:spPr>
      </p:sp>
      <p:sp>
        <p:nvSpPr>
          <p:cNvPr id="444" name="synapse model / 0443 synaptic node"/>
          <p:cNvSpPr/>
          <p:nvPr/>
        </p:nvSpPr>
        <p:spPr>
          <a:xfrm>
            <a:off x="1124712" y="6309360"/>
            <a:ext cx="54864" cy="91440"/>
          </a:xfrm>
          <a:custGeom>
            <a:avLst/>
            <a:gdLst/>
            <a:ahLst/>
            <a:cxnLst/>
            <a:rect l="0" t="0" r="r" b="b"/>
            <a:pathLst>
              <a:path w="6000" h="10000" fill="none" stroke="1" extrusionOk="0">
                <a:moveTo>
                  <a:pt x="0" y="10000"/>
                </a:moveTo>
                <a:lnTo>
                  <a:pt x="4000" y="5000"/>
                </a:lnTo>
                <a:lnTo>
                  <a:pt x="6000" y="0"/>
                </a:lnTo>
              </a:path>
            </a:pathLst>
          </a:custGeom>
          <a:noFill/>
          <a:ln w="27432" cap="rnd" cmpd="sng" algn="ctr">
            <a:solidFill>
              <a:srgbClr val="3020FF">
                <a:alpha val="75000"/>
              </a:srgbClr>
            </a:solidFill>
            <a:round/>
            <a:headEnd type="none"/>
            <a:tailEnd type="none"/>
          </a:ln>
        </p:spPr>
      </p:sp>
      <p:sp>
        <p:nvSpPr>
          <p:cNvPr id="445" name="synapse model / 0444 SYNAPSE"/>
          <p:cNvSpPr txBox="1"/>
          <p:nvPr/>
        </p:nvSpPr>
        <p:spPr>
          <a:xfrm>
            <a:off x="694944" y="82296"/>
            <a:ext cx="3032608" cy="925830"/>
          </a:xfrm>
          <a:prstGeom prst="rect">
            <a:avLst/>
          </a:prstGeom>
          <a:noFill/>
        </p:spPr>
        <p:txBody>
          <a:bodyPr wrap="none" lIns="0" rIns="0" tIns="0" bIns="0" anchor="t">
            <a:noAutofit/>
          </a:bodyPr>
          <a:lstStyle/>
          <a:p>
            <a:pPr>
              <a:spcBef>
                <a:spcPts val="0"/>
              </a:spcBef>
              <a:spcAft>
                <a:spcPts val="0"/>
              </a:spcAft>
            </a:pPr>
            <a:r>
              <a:rPr sz="5400" b="0" i="0" dirty="0" spc="0">
                <a:solidFill>
                  <a:srgbClr val="000000"/>
                </a:solidFill>
                <a:latin typeface="Lato Light"/>
                <a:ea typeface="Lato Light"/>
                <a:cs typeface="Lato Light"/>
              </a:rPr>
              <a:t>SYNAPSE</a:t>
            </a:r>
          </a:p>
        </p:txBody>
      </p:sp>
      <p:sp>
        <p:nvSpPr>
          <p:cNvPr id="446" name="synapse model / 0445 MODEL — white text backing"/>
          <p:cNvSpPr/>
          <p:nvPr/>
        </p:nvSpPr>
        <p:spPr>
          <a:xfrm>
            <a:off x="1068362" y="1072934"/>
            <a:ext cx="2349551" cy="495833"/>
          </a:xfrm>
          <a:custGeom>
            <a:avLst/>
            <a:gdLst/>
            <a:ahLst/>
            <a:cxnLst/>
            <a:rect l="0" t="0" r="r" b="b"/>
            <a:pathLst>
              <a:path w="256950" h="54225" fill="norm" stroke="1" extrusionOk="0">
                <a:moveTo>
                  <a:pt x="25500" y="38213"/>
                </a:moveTo>
                <a:quadBezTo>
                  <a:pt x="26062" y="39262"/>
                  <a:pt x="26475" y="40463"/>
                </a:quadBezTo>
                <a:quadBezTo>
                  <a:pt x="26700" y="39900"/>
                  <a:pt x="26963" y="39300"/>
                </a:quadBezTo>
                <a:quadBezTo>
                  <a:pt x="27225" y="38700"/>
                  <a:pt x="27525" y="38175"/>
                </a:quadBezTo>
                <a:lnTo>
                  <a:pt x="48338" y="1312"/>
                </a:lnTo>
                <a:quadBezTo>
                  <a:pt x="48637" y="825"/>
                  <a:pt x="48956" y="713"/>
                </a:quadBezTo>
                <a:quadBezTo>
                  <a:pt x="49275" y="600"/>
                  <a:pt x="49800" y="600"/>
                </a:quadBezTo>
                <a:lnTo>
                  <a:pt x="52425" y="600"/>
                </a:lnTo>
                <a:lnTo>
                  <a:pt x="52425" y="53662"/>
                </a:lnTo>
                <a:lnTo>
                  <a:pt x="49088" y="53662"/>
                </a:lnTo>
                <a:lnTo>
                  <a:pt x="49088" y="8438"/>
                </a:lnTo>
                <a:quadBezTo>
                  <a:pt x="49088" y="7987"/>
                  <a:pt x="49106" y="7463"/>
                </a:quadBezTo>
                <a:quadBezTo>
                  <a:pt x="49125" y="6938"/>
                  <a:pt x="49162" y="6412"/>
                </a:quadBezTo>
                <a:lnTo>
                  <a:pt x="28312" y="43463"/>
                </a:lnTo>
                <a:quadBezTo>
                  <a:pt x="27787" y="44438"/>
                  <a:pt x="26812" y="44438"/>
                </a:quadBezTo>
                <a:lnTo>
                  <a:pt x="26213" y="44438"/>
                </a:lnTo>
                <a:quadBezTo>
                  <a:pt x="25237" y="44438"/>
                  <a:pt x="24713" y="43463"/>
                </a:quadBezTo>
                <a:lnTo>
                  <a:pt x="3262" y="6338"/>
                </a:lnTo>
                <a:quadBezTo>
                  <a:pt x="3375" y="7425"/>
                  <a:pt x="3375" y="8438"/>
                </a:quadBezTo>
                <a:lnTo>
                  <a:pt x="3375" y="53662"/>
                </a:lnTo>
                <a:lnTo>
                  <a:pt x="0" y="53662"/>
                </a:lnTo>
                <a:lnTo>
                  <a:pt x="0" y="600"/>
                </a:lnTo>
                <a:lnTo>
                  <a:pt x="2662" y="600"/>
                </a:lnTo>
                <a:quadBezTo>
                  <a:pt x="3188" y="600"/>
                  <a:pt x="3487" y="713"/>
                </a:quadBezTo>
                <a:quadBezTo>
                  <a:pt x="3787" y="825"/>
                  <a:pt x="4087" y="1312"/>
                </a:quadBezTo>
                <a:lnTo>
                  <a:pt x="25500" y="38213"/>
                </a:lnTo>
                <a:close/>
                <a:moveTo>
                  <a:pt x="115237" y="27112"/>
                </a:moveTo>
                <a:quadBezTo>
                  <a:pt x="115237" y="33262"/>
                  <a:pt x="113400" y="38269"/>
                </a:quadBezTo>
                <a:quadBezTo>
                  <a:pt x="111562" y="43275"/>
                  <a:pt x="108225" y="46819"/>
                </a:quadBezTo>
                <a:quadBezTo>
                  <a:pt x="104887" y="50362"/>
                  <a:pt x="100219" y="52294"/>
                </a:quadBezTo>
                <a:quadBezTo>
                  <a:pt x="95550" y="54225"/>
                  <a:pt x="89925" y="54225"/>
                </a:quadBezTo>
                <a:quadBezTo>
                  <a:pt x="84300" y="54225"/>
                  <a:pt x="79650" y="52294"/>
                </a:quadBezTo>
                <a:quadBezTo>
                  <a:pt x="75000" y="50362"/>
                  <a:pt x="71662" y="46819"/>
                </a:quadBezTo>
                <a:quadBezTo>
                  <a:pt x="68325" y="43275"/>
                  <a:pt x="66487" y="38269"/>
                </a:quadBezTo>
                <a:quadBezTo>
                  <a:pt x="64650" y="33262"/>
                  <a:pt x="64650" y="27112"/>
                </a:quadBezTo>
                <a:quadBezTo>
                  <a:pt x="64650" y="21000"/>
                  <a:pt x="66487" y="15994"/>
                </a:quadBezTo>
                <a:quadBezTo>
                  <a:pt x="68325" y="10987"/>
                  <a:pt x="71662" y="7444"/>
                </a:quadBezTo>
                <a:quadBezTo>
                  <a:pt x="75000" y="3900"/>
                  <a:pt x="79650" y="1950"/>
                </a:quadBezTo>
                <a:quadBezTo>
                  <a:pt x="84300" y="0"/>
                  <a:pt x="89925" y="0"/>
                </a:quadBezTo>
                <a:quadBezTo>
                  <a:pt x="95550" y="0"/>
                  <a:pt x="100219" y="1931"/>
                </a:quadBezTo>
                <a:quadBezTo>
                  <a:pt x="104887" y="3862"/>
                  <a:pt x="108225" y="7425"/>
                </a:quadBezTo>
                <a:quadBezTo>
                  <a:pt x="111562" y="10987"/>
                  <a:pt x="113400" y="15994"/>
                </a:quadBezTo>
                <a:quadBezTo>
                  <a:pt x="115237" y="21000"/>
                  <a:pt x="115237" y="27112"/>
                </a:quadBezTo>
                <a:close/>
                <a:moveTo>
                  <a:pt x="111262" y="27112"/>
                </a:moveTo>
                <a:quadBezTo>
                  <a:pt x="111262" y="21562"/>
                  <a:pt x="109725" y="17137"/>
                </a:quadBezTo>
                <a:quadBezTo>
                  <a:pt x="108187" y="12713"/>
                  <a:pt x="105375" y="9637"/>
                </a:quadBezTo>
                <a:quadBezTo>
                  <a:pt x="102562" y="6562"/>
                  <a:pt x="98625" y="4931"/>
                </a:quadBezTo>
                <a:quadBezTo>
                  <a:pt x="94687" y="3300"/>
                  <a:pt x="89925" y="3300"/>
                </a:quadBezTo>
                <a:quadBezTo>
                  <a:pt x="85200" y="3300"/>
                  <a:pt x="81262" y="4931"/>
                </a:quadBezTo>
                <a:quadBezTo>
                  <a:pt x="77325" y="6562"/>
                  <a:pt x="74494" y="9637"/>
                </a:quadBezTo>
                <a:quadBezTo>
                  <a:pt x="71662" y="12713"/>
                  <a:pt x="70106" y="17137"/>
                </a:quadBezTo>
                <a:quadBezTo>
                  <a:pt x="68550" y="21562"/>
                  <a:pt x="68550" y="27112"/>
                </a:quadBezTo>
                <a:quadBezTo>
                  <a:pt x="68550" y="32700"/>
                  <a:pt x="70106" y="37106"/>
                </a:quadBezTo>
                <a:quadBezTo>
                  <a:pt x="71662" y="41512"/>
                  <a:pt x="74494" y="44588"/>
                </a:quadBezTo>
                <a:quadBezTo>
                  <a:pt x="77325" y="47662"/>
                  <a:pt x="81262" y="49275"/>
                </a:quadBezTo>
                <a:quadBezTo>
                  <a:pt x="85200" y="50887"/>
                  <a:pt x="89925" y="50887"/>
                </a:quadBezTo>
                <a:quadBezTo>
                  <a:pt x="94687" y="50887"/>
                  <a:pt x="98625" y="49275"/>
                </a:quadBezTo>
                <a:quadBezTo>
                  <a:pt x="102562" y="47662"/>
                  <a:pt x="105375" y="44588"/>
                </a:quadBezTo>
                <a:quadBezTo>
                  <a:pt x="108187" y="41512"/>
                  <a:pt x="109725" y="37106"/>
                </a:quadBezTo>
                <a:quadBezTo>
                  <a:pt x="111262" y="32700"/>
                  <a:pt x="111262" y="27112"/>
                </a:quadBezTo>
                <a:close/>
                <a:moveTo>
                  <a:pt x="172162" y="27112"/>
                </a:moveTo>
                <a:quadBezTo>
                  <a:pt x="172162" y="33262"/>
                  <a:pt x="170325" y="38175"/>
                </a:quadBezTo>
                <a:quadBezTo>
                  <a:pt x="168487" y="43088"/>
                  <a:pt x="165150" y="46537"/>
                </a:quadBezTo>
                <a:quadBezTo>
                  <a:pt x="161812" y="49987"/>
                  <a:pt x="157144" y="51825"/>
                </a:quadBezTo>
                <a:quadBezTo>
                  <a:pt x="152475" y="53662"/>
                  <a:pt x="146850" y="53662"/>
                </a:quadBezTo>
                <a:lnTo>
                  <a:pt x="127462" y="53662"/>
                </a:lnTo>
                <a:lnTo>
                  <a:pt x="127462" y="600"/>
                </a:lnTo>
                <a:lnTo>
                  <a:pt x="146850" y="600"/>
                </a:lnTo>
                <a:quadBezTo>
                  <a:pt x="152475" y="600"/>
                  <a:pt x="157144" y="2438"/>
                </a:quadBezTo>
                <a:quadBezTo>
                  <a:pt x="161812" y="4275"/>
                  <a:pt x="165150" y="7725"/>
                </a:quadBezTo>
                <a:quadBezTo>
                  <a:pt x="168487" y="11175"/>
                  <a:pt x="170325" y="16088"/>
                </a:quadBezTo>
                <a:quadBezTo>
                  <a:pt x="172162" y="21000"/>
                  <a:pt x="172162" y="27112"/>
                </a:quadBezTo>
                <a:close/>
                <a:moveTo>
                  <a:pt x="168187" y="27112"/>
                </a:moveTo>
                <a:quadBezTo>
                  <a:pt x="168187" y="21562"/>
                  <a:pt x="166650" y="17213"/>
                </a:quadBezTo>
                <a:quadBezTo>
                  <a:pt x="165112" y="12862"/>
                  <a:pt x="162300" y="9862"/>
                </a:quadBezTo>
                <a:quadBezTo>
                  <a:pt x="159487" y="6862"/>
                  <a:pt x="155550" y="5287"/>
                </a:quadBezTo>
                <a:quadBezTo>
                  <a:pt x="151612" y="3713"/>
                  <a:pt x="146850" y="3713"/>
                </a:quadBezTo>
                <a:lnTo>
                  <a:pt x="131325" y="3713"/>
                </a:lnTo>
                <a:lnTo>
                  <a:pt x="131325" y="50550"/>
                </a:lnTo>
                <a:lnTo>
                  <a:pt x="146850" y="50550"/>
                </a:lnTo>
                <a:quadBezTo>
                  <a:pt x="151612" y="50550"/>
                  <a:pt x="155550" y="48975"/>
                </a:quadBezTo>
                <a:quadBezTo>
                  <a:pt x="159487" y="47400"/>
                  <a:pt x="162300" y="44400"/>
                </a:quadBezTo>
                <a:quadBezTo>
                  <a:pt x="165112" y="41400"/>
                  <a:pt x="166650" y="37050"/>
                </a:quadBezTo>
                <a:quadBezTo>
                  <a:pt x="168187" y="32700"/>
                  <a:pt x="168187" y="27112"/>
                </a:quadBezTo>
                <a:close/>
                <a:moveTo>
                  <a:pt x="216262" y="600"/>
                </a:moveTo>
                <a:lnTo>
                  <a:pt x="216262" y="3787"/>
                </a:lnTo>
                <a:lnTo>
                  <a:pt x="188325" y="3787"/>
                </a:lnTo>
                <a:lnTo>
                  <a:pt x="188325" y="25237"/>
                </a:lnTo>
                <a:lnTo>
                  <a:pt x="211575" y="25237"/>
                </a:lnTo>
                <a:lnTo>
                  <a:pt x="211575" y="28350"/>
                </a:lnTo>
                <a:lnTo>
                  <a:pt x="188325" y="28350"/>
                </a:lnTo>
                <a:lnTo>
                  <a:pt x="188325" y="50475"/>
                </a:lnTo>
                <a:lnTo>
                  <a:pt x="216337" y="50475"/>
                </a:lnTo>
                <a:lnTo>
                  <a:pt x="216262" y="53662"/>
                </a:lnTo>
                <a:lnTo>
                  <a:pt x="184462" y="53662"/>
                </a:lnTo>
                <a:lnTo>
                  <a:pt x="184462" y="600"/>
                </a:lnTo>
                <a:close/>
                <a:moveTo>
                  <a:pt x="231825" y="50400"/>
                </a:moveTo>
                <a:lnTo>
                  <a:pt x="256950" y="50400"/>
                </a:lnTo>
                <a:lnTo>
                  <a:pt x="256950" y="53662"/>
                </a:lnTo>
                <a:lnTo>
                  <a:pt x="227962" y="53662"/>
                </a:lnTo>
                <a:lnTo>
                  <a:pt x="227962" y="600"/>
                </a:lnTo>
                <a:lnTo>
                  <a:pt x="231825" y="600"/>
                </a:lnTo>
                <a:close/>
              </a:path>
            </a:pathLst>
          </a:custGeom>
          <a:solidFill>
            <a:srgbClr val="FFFFFF"/>
          </a:solidFill>
          <a:ln w="73152" cap="rnd" cmpd="sng" algn="ctr">
            <a:solidFill>
              <a:srgbClr val="FFFFFF"/>
            </a:solidFill>
            <a:round/>
            <a:headEnd type="none"/>
            <a:tailEnd type="none"/>
          </a:ln>
        </p:spPr>
      </p:sp>
      <p:sp>
        <p:nvSpPr>
          <p:cNvPr id="447" name="synapse model / 0445 MODEL"/>
          <p:cNvSpPr txBox="1"/>
          <p:nvPr/>
        </p:nvSpPr>
        <p:spPr>
          <a:xfrm>
            <a:off x="996696" y="877824"/>
            <a:ext cx="2568664" cy="925830"/>
          </a:xfrm>
          <a:prstGeom prst="rect">
            <a:avLst/>
          </a:prstGeom>
          <a:noFill/>
        </p:spPr>
        <p:txBody>
          <a:bodyPr wrap="none" lIns="0" rIns="0" tIns="0" bIns="0" anchor="t">
            <a:noAutofit/>
          </a:bodyPr>
          <a:lstStyle/>
          <a:p>
            <a:pPr>
              <a:spcBef>
                <a:spcPts val="0"/>
              </a:spcBef>
              <a:spcAft>
                <a:spcPts val="0"/>
              </a:spcAft>
            </a:pPr>
            <a:r>
              <a:rPr sz="5400" b="0" i="0" dirty="0" spc="0">
                <a:solidFill>
                  <a:srgbClr val="000000"/>
                </a:solidFill>
                <a:latin typeface="Lato Light"/>
                <a:ea typeface="Lato Light"/>
                <a:cs typeface="Lato Light"/>
              </a:rPr>
              <a:t>MODEL</a:t>
            </a:r>
          </a:p>
        </p:txBody>
      </p:sp>
      <p:sp>
        <p:nvSpPr>
          <p:cNvPr id="448" name="synapse model / 0446 variable z — white text backing"/>
          <p:cNvSpPr/>
          <p:nvPr/>
        </p:nvSpPr>
        <p:spPr>
          <a:xfrm>
            <a:off x="439198" y="2873645"/>
            <a:ext cx="382619" cy="436483"/>
          </a:xfrm>
          <a:custGeom>
            <a:avLst/>
            <a:gdLst/>
            <a:ahLst/>
            <a:cxnLst/>
            <a:rect l="0" t="0" r="r" b="b"/>
            <a:pathLst>
              <a:path w="41844" h="47734" fill="norm" stroke="1" extrusionOk="0">
                <a:moveTo>
                  <a:pt x="0" y="47734"/>
                </a:moveTo>
                <a:lnTo>
                  <a:pt x="0" y="45449"/>
                </a:lnTo>
                <a:lnTo>
                  <a:pt x="21938" y="4570"/>
                </a:lnTo>
                <a:lnTo>
                  <a:pt x="16504" y="4570"/>
                </a:lnTo>
                <a:quadBezTo>
                  <a:pt x="13660" y="4570"/>
                  <a:pt x="11020" y="5053"/>
                </a:quadBezTo>
                <a:quadBezTo>
                  <a:pt x="8379" y="5535"/>
                  <a:pt x="7363" y="6348"/>
                </a:quadBezTo>
                <a:lnTo>
                  <a:pt x="5789" y="14219"/>
                </a:lnTo>
                <a:lnTo>
                  <a:pt x="2133" y="14219"/>
                </a:lnTo>
                <a:lnTo>
                  <a:pt x="2133" y="0"/>
                </a:lnTo>
                <a:lnTo>
                  <a:pt x="39203" y="0"/>
                </a:lnTo>
                <a:lnTo>
                  <a:pt x="39203" y="2488"/>
                </a:lnTo>
                <a:lnTo>
                  <a:pt x="17266" y="43164"/>
                </a:lnTo>
                <a:lnTo>
                  <a:pt x="24883" y="43164"/>
                </a:lnTo>
                <a:quadBezTo>
                  <a:pt x="27777" y="43164"/>
                  <a:pt x="30977" y="42479"/>
                </a:quadBezTo>
                <a:quadBezTo>
                  <a:pt x="34176" y="41793"/>
                  <a:pt x="35496" y="40777"/>
                </a:quadBezTo>
                <a:lnTo>
                  <a:pt x="38188" y="29758"/>
                </a:lnTo>
                <a:lnTo>
                  <a:pt x="41844" y="29758"/>
                </a:lnTo>
                <a:lnTo>
                  <a:pt x="40473" y="47734"/>
                </a:lnTo>
                <a:close/>
              </a:path>
            </a:pathLst>
          </a:custGeom>
          <a:solidFill>
            <a:srgbClr val="FFFFFF"/>
          </a:solidFill>
          <a:ln w="54864" cap="rnd" cmpd="sng" algn="ctr">
            <a:solidFill>
              <a:srgbClr val="FFFFFF"/>
            </a:solidFill>
            <a:round/>
            <a:headEnd type="none"/>
            <a:tailEnd type="none"/>
          </a:ln>
        </p:spPr>
      </p:sp>
      <p:sp>
        <p:nvSpPr>
          <p:cNvPr id="449" name="synapse model / 0446 variable z"/>
          <p:cNvSpPr txBox="1"/>
          <p:nvPr/>
        </p:nvSpPr>
        <p:spPr>
          <a:xfrm>
            <a:off x="420624" y="2359152"/>
            <a:ext cx="559256" cy="1283818"/>
          </a:xfrm>
          <a:prstGeom prst="rect">
            <a:avLst/>
          </a:prstGeom>
          <a:noFill/>
        </p:spPr>
        <p:txBody>
          <a:bodyPr wrap="none" lIns="0" rIns="0" tIns="0" bIns="0" anchor="t">
            <a:noAutofit/>
          </a:bodyPr>
          <a:lstStyle/>
          <a:p>
            <a:pPr>
              <a:spcBef>
                <a:spcPts val="0"/>
              </a:spcBef>
              <a:spcAft>
                <a:spcPts val="0"/>
              </a:spcAft>
            </a:pPr>
            <a:r>
              <a:rPr sz="7488" b="1" i="0" dirty="0" spc="0">
                <a:solidFill>
                  <a:srgbClr val="000000"/>
                </a:solidFill>
                <a:latin typeface="Liberation Serif"/>
                <a:ea typeface="Liberation Serif"/>
                <a:cs typeface="Liberation Serif"/>
              </a:rPr>
              <a:t>z</a:t>
            </a:r>
          </a:p>
        </p:txBody>
      </p:sp>
      <p:sp>
        <p:nvSpPr>
          <p:cNvPr id="450" name="synapse model / 0447 z superscript — white text backing"/>
          <p:cNvSpPr/>
          <p:nvPr/>
        </p:nvSpPr>
        <p:spPr>
          <a:xfrm>
            <a:off x="952539" y="2570540"/>
            <a:ext cx="106242" cy="239657"/>
          </a:xfrm>
          <a:custGeom>
            <a:avLst/>
            <a:gdLst/>
            <a:ahLst/>
            <a:cxnLst/>
            <a:rect l="0" t="0" r="r" b="b"/>
            <a:pathLst>
              <a:path w="11619" h="26209" fill="norm" stroke="1" extrusionOk="0">
                <a:moveTo>
                  <a:pt x="3888" y="21875"/>
                </a:moveTo>
                <a:quadBezTo>
                  <a:pt x="3888" y="22880"/>
                  <a:pt x="4391" y="23383"/>
                </a:quadBezTo>
                <a:quadBezTo>
                  <a:pt x="4893" y="23885"/>
                  <a:pt x="5675" y="23885"/>
                </a:quadBezTo>
                <a:quadBezTo>
                  <a:pt x="7306" y="23885"/>
                  <a:pt x="9072" y="23215"/>
                </a:quadBezTo>
                <a:lnTo>
                  <a:pt x="9541" y="24265"/>
                </a:lnTo>
                <a:quadBezTo>
                  <a:pt x="6793" y="26209"/>
                  <a:pt x="3977" y="26209"/>
                </a:quadBezTo>
                <a:quadBezTo>
                  <a:pt x="2212" y="26209"/>
                  <a:pt x="1195" y="25137"/>
                </a:quadBezTo>
                <a:quadBezTo>
                  <a:pt x="179" y="24064"/>
                  <a:pt x="179" y="22143"/>
                </a:quadBezTo>
                <a:quadBezTo>
                  <a:pt x="179" y="21495"/>
                  <a:pt x="302" y="20612"/>
                </a:quadBezTo>
                <a:quadBezTo>
                  <a:pt x="425" y="19730"/>
                  <a:pt x="2748" y="6636"/>
                </a:quadBezTo>
                <a:lnTo>
                  <a:pt x="0" y="6636"/>
                </a:lnTo>
                <a:lnTo>
                  <a:pt x="179" y="5631"/>
                </a:lnTo>
                <a:lnTo>
                  <a:pt x="3150" y="4759"/>
                </a:lnTo>
                <a:lnTo>
                  <a:pt x="6212" y="0"/>
                </a:lnTo>
                <a:lnTo>
                  <a:pt x="7642" y="0"/>
                </a:lnTo>
                <a:lnTo>
                  <a:pt x="6815" y="4759"/>
                </a:lnTo>
                <a:lnTo>
                  <a:pt x="11619" y="4759"/>
                </a:lnTo>
                <a:lnTo>
                  <a:pt x="11261" y="6636"/>
                </a:lnTo>
                <a:lnTo>
                  <a:pt x="6457" y="6636"/>
                </a:lnTo>
                <a:lnTo>
                  <a:pt x="4290" y="18903"/>
                </a:lnTo>
                <a:quadBezTo>
                  <a:pt x="3888" y="20958"/>
                  <a:pt x="3888" y="21875"/>
                </a:quadBezTo>
                <a:close/>
              </a:path>
            </a:pathLst>
          </a:custGeom>
          <a:solidFill>
            <a:srgbClr val="FFFFFF"/>
          </a:solidFill>
          <a:ln w="27432" cap="rnd" cmpd="sng" algn="ctr">
            <a:solidFill>
              <a:srgbClr val="FFFFFF"/>
            </a:solidFill>
            <a:round/>
            <a:headEnd type="none"/>
            <a:tailEnd type="none"/>
          </a:ln>
        </p:spPr>
      </p:sp>
      <p:sp>
        <p:nvSpPr>
          <p:cNvPr id="451" name="synapse model / 0447 z superscript"/>
          <p:cNvSpPr txBox="1"/>
          <p:nvPr/>
        </p:nvSpPr>
        <p:spPr>
          <a:xfrm>
            <a:off x="934151" y="2387681"/>
            <a:ext cx="253517" cy="564880"/>
          </a:xfrm>
          <a:prstGeom prst="rect">
            <a:avLst/>
          </a:prstGeom>
          <a:noFill/>
        </p:spPr>
        <p:txBody>
          <a:bodyPr wrap="none" lIns="0" rIns="0" tIns="0" bIns="0" anchor="t">
            <a:noAutofit/>
          </a:bodyPr>
          <a:lstStyle/>
          <a:p>
            <a:pPr>
              <a:spcBef>
                <a:spcPts val="0"/>
              </a:spcBef>
              <a:spcAft>
                <a:spcPts val="0"/>
              </a:spcAft>
            </a:pPr>
            <a:r>
              <a:rPr sz="3294" b="0" i="1" dirty="0" spc="0">
                <a:solidFill>
                  <a:srgbClr val="000000"/>
                </a:solidFill>
                <a:latin typeface="Liberation Serif"/>
                <a:ea typeface="Liberation Serif"/>
                <a:cs typeface="Liberation Serif"/>
              </a:rPr>
              <a:t>t</a:t>
            </a:r>
          </a:p>
        </p:txBody>
      </p:sp>
      <p:sp>
        <p:nvSpPr>
          <p:cNvPr id="452" name="synapse model / 0448 variable o — white text backing"/>
          <p:cNvSpPr/>
          <p:nvPr/>
        </p:nvSpPr>
        <p:spPr>
          <a:xfrm>
            <a:off x="464246" y="5745651"/>
            <a:ext cx="383673" cy="435389"/>
          </a:xfrm>
          <a:custGeom>
            <a:avLst/>
            <a:gdLst/>
            <a:ahLst/>
            <a:cxnLst/>
            <a:rect l="0" t="0" r="r" b="b"/>
            <a:pathLst>
              <a:path w="41959" h="47615" fill="norm" stroke="1" extrusionOk="0">
                <a:moveTo>
                  <a:pt x="41959" y="23687"/>
                </a:moveTo>
                <a:quadBezTo>
                  <a:pt x="41959" y="35917"/>
                  <a:pt x="36714" y="41766"/>
                </a:quadBezTo>
                <a:quadBezTo>
                  <a:pt x="31469" y="47615"/>
                  <a:pt x="20689" y="47615"/>
                </a:quadBezTo>
                <a:quadBezTo>
                  <a:pt x="10248" y="47615"/>
                  <a:pt x="5124" y="41693"/>
                </a:quadBezTo>
                <a:quadBezTo>
                  <a:pt x="0" y="35771"/>
                  <a:pt x="0" y="23687"/>
                </a:quadBezTo>
                <a:quadBezTo>
                  <a:pt x="0" y="11650"/>
                  <a:pt x="5197" y="5825"/>
                </a:quadBezTo>
                <a:quadBezTo>
                  <a:pt x="10393" y="0"/>
                  <a:pt x="21076" y="0"/>
                </a:quadBezTo>
                <a:quadBezTo>
                  <a:pt x="31856" y="0"/>
                  <a:pt x="36907" y="6018"/>
                </a:quadBezTo>
                <a:quadBezTo>
                  <a:pt x="41959" y="12037"/>
                  <a:pt x="41959" y="23687"/>
                </a:quadBezTo>
                <a:close/>
                <a:moveTo>
                  <a:pt x="27795" y="23687"/>
                </a:moveTo>
                <a:quadBezTo>
                  <a:pt x="27795" y="13052"/>
                  <a:pt x="26224" y="8967"/>
                </a:quadBezTo>
                <a:quadBezTo>
                  <a:pt x="24653" y="4882"/>
                  <a:pt x="20786" y="4882"/>
                </a:quadBezTo>
                <a:quadBezTo>
                  <a:pt x="17064" y="4882"/>
                  <a:pt x="15614" y="8798"/>
                </a:quadBezTo>
                <a:quadBezTo>
                  <a:pt x="14164" y="12713"/>
                  <a:pt x="14164" y="23687"/>
                </a:quadBezTo>
                <a:quadBezTo>
                  <a:pt x="14164" y="34853"/>
                  <a:pt x="15638" y="38817"/>
                </a:quadBezTo>
                <a:quadBezTo>
                  <a:pt x="17112" y="42781"/>
                  <a:pt x="20786" y="42781"/>
                </a:quadBezTo>
                <a:quadBezTo>
                  <a:pt x="24605" y="42781"/>
                  <a:pt x="26200" y="38599"/>
                </a:quadBezTo>
                <a:quadBezTo>
                  <a:pt x="27795" y="34418"/>
                  <a:pt x="27795" y="23687"/>
                </a:quadBezTo>
                <a:close/>
              </a:path>
            </a:pathLst>
          </a:custGeom>
          <a:solidFill>
            <a:srgbClr val="FFFFFF"/>
          </a:solidFill>
          <a:ln w="54864" cap="rnd" cmpd="sng" algn="ctr">
            <a:solidFill>
              <a:srgbClr val="FFFFFF"/>
            </a:solidFill>
            <a:round/>
            <a:headEnd type="none"/>
            <a:tailEnd type="none"/>
          </a:ln>
        </p:spPr>
      </p:sp>
      <p:sp>
        <p:nvSpPr>
          <p:cNvPr id="453" name="synapse model / 0448 variable o"/>
          <p:cNvSpPr txBox="1"/>
          <p:nvPr/>
        </p:nvSpPr>
        <p:spPr>
          <a:xfrm>
            <a:off x="429768" y="5266944"/>
            <a:ext cx="589788" cy="1222096"/>
          </a:xfrm>
          <a:prstGeom prst="rect">
            <a:avLst/>
          </a:prstGeom>
          <a:noFill/>
        </p:spPr>
        <p:txBody>
          <a:bodyPr wrap="none" lIns="0" rIns="0" tIns="0" bIns="0" anchor="t">
            <a:noAutofit/>
          </a:bodyPr>
          <a:lstStyle/>
          <a:p>
            <a:pPr>
              <a:spcBef>
                <a:spcPts val="0"/>
              </a:spcBef>
              <a:spcAft>
                <a:spcPts val="0"/>
              </a:spcAft>
            </a:pPr>
            <a:r>
              <a:rPr sz="7128" b="1" i="0" dirty="0" spc="0">
                <a:solidFill>
                  <a:srgbClr val="000000"/>
                </a:solidFill>
                <a:latin typeface="Liberation Serif"/>
                <a:ea typeface="Liberation Serif"/>
                <a:cs typeface="Liberation Serif"/>
              </a:rPr>
              <a:t>o</a:t>
            </a:r>
          </a:p>
        </p:txBody>
      </p:sp>
      <p:sp>
        <p:nvSpPr>
          <p:cNvPr id="454" name="synapse model / 0449 o superscript — white text backing"/>
          <p:cNvSpPr/>
          <p:nvPr/>
        </p:nvSpPr>
        <p:spPr>
          <a:xfrm>
            <a:off x="936110" y="5468169"/>
            <a:ext cx="101134" cy="228135"/>
          </a:xfrm>
          <a:custGeom>
            <a:avLst/>
            <a:gdLst/>
            <a:ahLst/>
            <a:cxnLst/>
            <a:rect l="0" t="0" r="r" b="b"/>
            <a:pathLst>
              <a:path w="11060" h="24949" fill="norm" stroke="1" extrusionOk="0">
                <a:moveTo>
                  <a:pt x="3701" y="20823"/>
                </a:moveTo>
                <a:quadBezTo>
                  <a:pt x="3701" y="21780"/>
                  <a:pt x="4179" y="22259"/>
                </a:quadBezTo>
                <a:quadBezTo>
                  <a:pt x="4658" y="22737"/>
                  <a:pt x="5402" y="22737"/>
                </a:quadBezTo>
                <a:quadBezTo>
                  <a:pt x="6955" y="22737"/>
                  <a:pt x="8635" y="22099"/>
                </a:quadBezTo>
                <a:lnTo>
                  <a:pt x="9082" y="23099"/>
                </a:lnTo>
                <a:quadBezTo>
                  <a:pt x="6466" y="24949"/>
                  <a:pt x="3786" y="24949"/>
                </a:quadBezTo>
                <a:quadBezTo>
                  <a:pt x="2106" y="24949"/>
                  <a:pt x="1138" y="23928"/>
                </a:quadBezTo>
                <a:quadBezTo>
                  <a:pt x="170" y="22907"/>
                  <a:pt x="170" y="21078"/>
                </a:quadBezTo>
                <a:quadBezTo>
                  <a:pt x="170" y="20461"/>
                  <a:pt x="287" y="19621"/>
                </a:quadBezTo>
                <a:quadBezTo>
                  <a:pt x="404" y="18781"/>
                  <a:pt x="2616" y="6317"/>
                </a:quadBezTo>
                <a:lnTo>
                  <a:pt x="0" y="6317"/>
                </a:lnTo>
                <a:lnTo>
                  <a:pt x="170" y="5360"/>
                </a:lnTo>
                <a:lnTo>
                  <a:pt x="2999" y="4530"/>
                </a:lnTo>
                <a:lnTo>
                  <a:pt x="5913" y="0"/>
                </a:lnTo>
                <a:lnTo>
                  <a:pt x="7274" y="0"/>
                </a:lnTo>
                <a:lnTo>
                  <a:pt x="6487" y="4530"/>
                </a:lnTo>
                <a:lnTo>
                  <a:pt x="11060" y="4530"/>
                </a:lnTo>
                <a:lnTo>
                  <a:pt x="10720" y="6317"/>
                </a:lnTo>
                <a:lnTo>
                  <a:pt x="6147" y="6317"/>
                </a:lnTo>
                <a:lnTo>
                  <a:pt x="4084" y="17994"/>
                </a:lnTo>
                <a:quadBezTo>
                  <a:pt x="3701" y="19951"/>
                  <a:pt x="3701" y="20823"/>
                </a:quadBezTo>
                <a:close/>
              </a:path>
            </a:pathLst>
          </a:custGeom>
          <a:solidFill>
            <a:srgbClr val="FFFFFF"/>
          </a:solidFill>
          <a:ln w="27432" cap="rnd" cmpd="sng" algn="ctr">
            <a:solidFill>
              <a:srgbClr val="FFFFFF"/>
            </a:solidFill>
            <a:round/>
            <a:headEnd type="none"/>
            <a:tailEnd type="none"/>
          </a:ln>
        </p:spPr>
      </p:sp>
      <p:sp>
        <p:nvSpPr>
          <p:cNvPr id="455" name="synapse model / 0449 o superscript"/>
          <p:cNvSpPr txBox="1"/>
          <p:nvPr/>
        </p:nvSpPr>
        <p:spPr>
          <a:xfrm>
            <a:off x="918606" y="5294102"/>
            <a:ext cx="247931" cy="537722"/>
          </a:xfrm>
          <a:prstGeom prst="rect">
            <a:avLst/>
          </a:prstGeom>
          <a:noFill/>
        </p:spPr>
        <p:txBody>
          <a:bodyPr wrap="none" lIns="0" rIns="0" tIns="0" bIns="0" anchor="t">
            <a:noAutofit/>
          </a:bodyPr>
          <a:lstStyle/>
          <a:p>
            <a:pPr>
              <a:spcBef>
                <a:spcPts val="0"/>
              </a:spcBef>
              <a:spcAft>
                <a:spcPts val="0"/>
              </a:spcAft>
            </a:pPr>
            <a:r>
              <a:rPr sz="3136" b="0" i="1" dirty="0" spc="0">
                <a:solidFill>
                  <a:srgbClr val="000000"/>
                </a:solidFill>
                <a:latin typeface="Liberation Serif"/>
                <a:ea typeface="Liberation Serif"/>
                <a:cs typeface="Liberation Serif"/>
              </a:rPr>
              <a:t>t</a:t>
            </a:r>
          </a:p>
        </p:txBody>
      </p:sp>
      <p:sp>
        <p:nvSpPr>
          <p:cNvPr id="456" name="synapse model / 0450 variable a — white text backing"/>
          <p:cNvSpPr/>
          <p:nvPr/>
        </p:nvSpPr>
        <p:spPr>
          <a:xfrm>
            <a:off x="3110701" y="2839627"/>
            <a:ext cx="409752" cy="433621"/>
          </a:xfrm>
          <a:custGeom>
            <a:avLst/>
            <a:gdLst/>
            <a:ahLst/>
            <a:cxnLst/>
            <a:rect l="0" t="0" r="r" b="b"/>
            <a:pathLst>
              <a:path w="44811" h="47421" fill="norm" stroke="1" extrusionOk="0">
                <a:moveTo>
                  <a:pt x="23203" y="0"/>
                </a:moveTo>
                <a:quadBezTo>
                  <a:pt x="40267" y="0"/>
                  <a:pt x="40267" y="12568"/>
                </a:quadBezTo>
                <a:lnTo>
                  <a:pt x="40267" y="42104"/>
                </a:lnTo>
                <a:lnTo>
                  <a:pt x="44811" y="43264"/>
                </a:lnTo>
                <a:lnTo>
                  <a:pt x="44811" y="46455"/>
                </a:lnTo>
                <a:lnTo>
                  <a:pt x="28085" y="46455"/>
                </a:lnTo>
                <a:lnTo>
                  <a:pt x="27022" y="42974"/>
                </a:lnTo>
                <a:quadBezTo>
                  <a:pt x="23251" y="45536"/>
                  <a:pt x="20206" y="46479"/>
                </a:quadBezTo>
                <a:quadBezTo>
                  <a:pt x="17161" y="47421"/>
                  <a:pt x="14067" y="47421"/>
                </a:quadBezTo>
                <a:quadBezTo>
                  <a:pt x="0" y="47421"/>
                  <a:pt x="0" y="33886"/>
                </a:quadBezTo>
                <a:quadBezTo>
                  <a:pt x="0" y="28762"/>
                  <a:pt x="2079" y="25693"/>
                </a:quadBezTo>
                <a:quadBezTo>
                  <a:pt x="4157" y="22623"/>
                  <a:pt x="8073" y="21149"/>
                </a:quadBezTo>
                <a:quadBezTo>
                  <a:pt x="11988" y="19674"/>
                  <a:pt x="20399" y="19481"/>
                </a:quadBezTo>
                <a:lnTo>
                  <a:pt x="26297" y="19336"/>
                </a:lnTo>
                <a:lnTo>
                  <a:pt x="26297" y="12713"/>
                </a:lnTo>
                <a:quadBezTo>
                  <a:pt x="26297" y="4496"/>
                  <a:pt x="19578" y="4496"/>
                </a:quadBezTo>
                <a:quadBezTo>
                  <a:pt x="15517" y="4496"/>
                  <a:pt x="10490" y="7009"/>
                </a:quadBezTo>
                <a:lnTo>
                  <a:pt x="8653" y="12665"/>
                </a:lnTo>
                <a:lnTo>
                  <a:pt x="5462" y="12665"/>
                </a:lnTo>
                <a:lnTo>
                  <a:pt x="5462" y="1692"/>
                </a:lnTo>
                <a:quadBezTo>
                  <a:pt x="12762" y="580"/>
                  <a:pt x="16194" y="290"/>
                </a:quadBezTo>
                <a:quadBezTo>
                  <a:pt x="19626" y="0"/>
                  <a:pt x="23203" y="0"/>
                </a:quadBezTo>
                <a:close/>
                <a:moveTo>
                  <a:pt x="26297" y="23638"/>
                </a:moveTo>
                <a:lnTo>
                  <a:pt x="22236" y="23783"/>
                </a:lnTo>
                <a:quadBezTo>
                  <a:pt x="17547" y="23977"/>
                  <a:pt x="15735" y="26249"/>
                </a:quadBezTo>
                <a:quadBezTo>
                  <a:pt x="13922" y="28521"/>
                  <a:pt x="13922" y="33596"/>
                </a:quadBezTo>
                <a:quadBezTo>
                  <a:pt x="13922" y="37705"/>
                  <a:pt x="15372" y="39639"/>
                </a:quadBezTo>
                <a:quadBezTo>
                  <a:pt x="16822" y="41572"/>
                  <a:pt x="19143" y="41572"/>
                </a:quadBezTo>
                <a:quadBezTo>
                  <a:pt x="22430" y="41572"/>
                  <a:pt x="26297" y="39880"/>
                </a:quadBezTo>
                <a:close/>
              </a:path>
            </a:pathLst>
          </a:custGeom>
          <a:solidFill>
            <a:srgbClr val="FFFFFF"/>
          </a:solidFill>
          <a:ln w="54864" cap="rnd" cmpd="sng" algn="ctr">
            <a:solidFill>
              <a:srgbClr val="FFFFFF"/>
            </a:solidFill>
            <a:round/>
            <a:headEnd type="none"/>
            <a:tailEnd type="none"/>
          </a:ln>
        </p:spPr>
      </p:sp>
      <p:sp>
        <p:nvSpPr>
          <p:cNvPr id="457" name="synapse model / 0450 variable a"/>
          <p:cNvSpPr txBox="1"/>
          <p:nvPr/>
        </p:nvSpPr>
        <p:spPr>
          <a:xfrm>
            <a:off x="3081528" y="2359152"/>
            <a:ext cx="589788" cy="1222096"/>
          </a:xfrm>
          <a:prstGeom prst="rect">
            <a:avLst/>
          </a:prstGeom>
          <a:noFill/>
        </p:spPr>
        <p:txBody>
          <a:bodyPr wrap="none" lIns="0" rIns="0" tIns="0" bIns="0" anchor="t">
            <a:noAutofit/>
          </a:bodyPr>
          <a:lstStyle/>
          <a:p>
            <a:pPr>
              <a:spcBef>
                <a:spcPts val="0"/>
              </a:spcBef>
              <a:spcAft>
                <a:spcPts val="0"/>
              </a:spcAft>
            </a:pPr>
            <a:r>
              <a:rPr sz="7128" b="1" i="0" dirty="0" spc="0">
                <a:solidFill>
                  <a:srgbClr val="000000"/>
                </a:solidFill>
                <a:latin typeface="Liberation Serif"/>
                <a:ea typeface="Liberation Serif"/>
                <a:cs typeface="Liberation Serif"/>
              </a:rPr>
              <a:t>a</a:t>
            </a:r>
          </a:p>
        </p:txBody>
      </p:sp>
      <p:sp>
        <p:nvSpPr>
          <p:cNvPr id="458" name="synapse model / 0451 a superscript — white text backing"/>
          <p:cNvSpPr/>
          <p:nvPr/>
        </p:nvSpPr>
        <p:spPr>
          <a:xfrm>
            <a:off x="3587870" y="2560377"/>
            <a:ext cx="101134" cy="228135"/>
          </a:xfrm>
          <a:custGeom>
            <a:avLst/>
            <a:gdLst/>
            <a:ahLst/>
            <a:cxnLst/>
            <a:rect l="0" t="0" r="r" b="b"/>
            <a:pathLst>
              <a:path w="11060" h="24949" fill="norm" stroke="1" extrusionOk="0">
                <a:moveTo>
                  <a:pt x="3701" y="20823"/>
                </a:moveTo>
                <a:quadBezTo>
                  <a:pt x="3701" y="21780"/>
                  <a:pt x="4179" y="22259"/>
                </a:quadBezTo>
                <a:quadBezTo>
                  <a:pt x="4658" y="22737"/>
                  <a:pt x="5402" y="22737"/>
                </a:quadBezTo>
                <a:quadBezTo>
                  <a:pt x="6955" y="22737"/>
                  <a:pt x="8635" y="22099"/>
                </a:quadBezTo>
                <a:lnTo>
                  <a:pt x="9082" y="23099"/>
                </a:lnTo>
                <a:quadBezTo>
                  <a:pt x="6466" y="24949"/>
                  <a:pt x="3786" y="24949"/>
                </a:quadBezTo>
                <a:quadBezTo>
                  <a:pt x="2106" y="24949"/>
                  <a:pt x="1138" y="23928"/>
                </a:quadBezTo>
                <a:quadBezTo>
                  <a:pt x="170" y="22907"/>
                  <a:pt x="170" y="21078"/>
                </a:quadBezTo>
                <a:quadBezTo>
                  <a:pt x="170" y="20461"/>
                  <a:pt x="287" y="19621"/>
                </a:quadBezTo>
                <a:quadBezTo>
                  <a:pt x="404" y="18781"/>
                  <a:pt x="2616" y="6317"/>
                </a:quadBezTo>
                <a:lnTo>
                  <a:pt x="0" y="6317"/>
                </a:lnTo>
                <a:lnTo>
                  <a:pt x="170" y="5360"/>
                </a:lnTo>
                <a:lnTo>
                  <a:pt x="2999" y="4530"/>
                </a:lnTo>
                <a:lnTo>
                  <a:pt x="5913" y="0"/>
                </a:lnTo>
                <a:lnTo>
                  <a:pt x="7274" y="0"/>
                </a:lnTo>
                <a:lnTo>
                  <a:pt x="6487" y="4530"/>
                </a:lnTo>
                <a:lnTo>
                  <a:pt x="11060" y="4530"/>
                </a:lnTo>
                <a:lnTo>
                  <a:pt x="10720" y="6317"/>
                </a:lnTo>
                <a:lnTo>
                  <a:pt x="6147" y="6317"/>
                </a:lnTo>
                <a:lnTo>
                  <a:pt x="4084" y="17994"/>
                </a:lnTo>
                <a:quadBezTo>
                  <a:pt x="3701" y="19951"/>
                  <a:pt x="3701" y="20823"/>
                </a:quadBezTo>
                <a:close/>
              </a:path>
            </a:pathLst>
          </a:custGeom>
          <a:solidFill>
            <a:srgbClr val="FFFFFF"/>
          </a:solidFill>
          <a:ln w="27432" cap="rnd" cmpd="sng" algn="ctr">
            <a:solidFill>
              <a:srgbClr val="FFFFFF"/>
            </a:solidFill>
            <a:round/>
            <a:headEnd type="none"/>
            <a:tailEnd type="none"/>
          </a:ln>
        </p:spPr>
      </p:sp>
      <p:sp>
        <p:nvSpPr>
          <p:cNvPr id="459" name="synapse model / 0451 a superscript"/>
          <p:cNvSpPr txBox="1"/>
          <p:nvPr/>
        </p:nvSpPr>
        <p:spPr>
          <a:xfrm>
            <a:off x="3570366" y="2386310"/>
            <a:ext cx="247931" cy="537722"/>
          </a:xfrm>
          <a:prstGeom prst="rect">
            <a:avLst/>
          </a:prstGeom>
          <a:noFill/>
        </p:spPr>
        <p:txBody>
          <a:bodyPr wrap="none" lIns="0" rIns="0" tIns="0" bIns="0" anchor="t">
            <a:noAutofit/>
          </a:bodyPr>
          <a:lstStyle/>
          <a:p>
            <a:pPr>
              <a:spcBef>
                <a:spcPts val="0"/>
              </a:spcBef>
              <a:spcAft>
                <a:spcPts val="0"/>
              </a:spcAft>
            </a:pPr>
            <a:r>
              <a:rPr sz="3136" b="0" i="1" dirty="0" spc="0">
                <a:solidFill>
                  <a:srgbClr val="000000"/>
                </a:solidFill>
                <a:latin typeface="Liberation Serif"/>
                <a:ea typeface="Liberation Serif"/>
                <a:cs typeface="Liberation Serif"/>
              </a:rPr>
              <a:t>t</a:t>
            </a:r>
          </a:p>
        </p:txBody>
      </p:sp>
      <p:sp>
        <p:nvSpPr>
          <p:cNvPr id="460" name="synapse model / 0452 variable θ — white text backing"/>
          <p:cNvSpPr/>
          <p:nvPr/>
        </p:nvSpPr>
        <p:spPr>
          <a:xfrm>
            <a:off x="1902434" y="3940743"/>
            <a:ext cx="317959" cy="538085"/>
          </a:xfrm>
          <a:custGeom>
            <a:avLst/>
            <a:gdLst/>
            <a:ahLst/>
            <a:cxnLst/>
            <a:rect l="0" t="0" r="r" b="b"/>
            <a:pathLst>
              <a:path w="34772" h="58846" fill="norm" stroke="1" extrusionOk="0">
                <a:moveTo>
                  <a:pt x="21844" y="0"/>
                </a:moveTo>
                <a:quadBezTo>
                  <a:pt x="28126" y="0"/>
                  <a:pt x="31449" y="4924"/>
                </a:quadBezTo>
                <a:quadBezTo>
                  <a:pt x="34772" y="9848"/>
                  <a:pt x="34772" y="19048"/>
                </a:quadBezTo>
                <a:quadBezTo>
                  <a:pt x="34772" y="24276"/>
                  <a:pt x="33597" y="30882"/>
                </a:quadBezTo>
                <a:quadBezTo>
                  <a:pt x="28693" y="58846"/>
                  <a:pt x="12158" y="58846"/>
                </a:quadBezTo>
                <a:quadBezTo>
                  <a:pt x="6120" y="58846"/>
                  <a:pt x="3060" y="54104"/>
                </a:quadBezTo>
                <a:quadBezTo>
                  <a:pt x="0" y="49362"/>
                  <a:pt x="0" y="40487"/>
                </a:quadBezTo>
                <a:quadBezTo>
                  <a:pt x="0" y="34529"/>
                  <a:pt x="1256" y="27640"/>
                </a:quadBezTo>
                <a:quadBezTo>
                  <a:pt x="6120" y="0"/>
                  <a:pt x="21844" y="0"/>
                </a:quadBezTo>
                <a:close/>
                <a:moveTo>
                  <a:pt x="21561" y="3242"/>
                </a:moveTo>
                <a:quadBezTo>
                  <a:pt x="18359" y="3242"/>
                  <a:pt x="16110" y="5674"/>
                </a:quadBezTo>
                <a:quadBezTo>
                  <a:pt x="13860" y="8105"/>
                  <a:pt x="12178" y="13090"/>
                </a:quadBezTo>
                <a:quadBezTo>
                  <a:pt x="10497" y="18075"/>
                  <a:pt x="8835" y="27640"/>
                </a:quadBezTo>
                <a:lnTo>
                  <a:pt x="26545" y="27640"/>
                </a:lnTo>
                <a:quadBezTo>
                  <a:pt x="27761" y="19818"/>
                  <a:pt x="27761" y="14792"/>
                </a:quadBezTo>
                <a:quadBezTo>
                  <a:pt x="27761" y="3242"/>
                  <a:pt x="21561" y="3242"/>
                </a:quadBezTo>
                <a:close/>
                <a:moveTo>
                  <a:pt x="8227" y="31206"/>
                </a:moveTo>
                <a:quadBezTo>
                  <a:pt x="6849" y="39555"/>
                  <a:pt x="6849" y="45107"/>
                </a:quadBezTo>
                <a:quadBezTo>
                  <a:pt x="6849" y="55644"/>
                  <a:pt x="12320" y="55644"/>
                </a:quadBezTo>
                <a:quadBezTo>
                  <a:pt x="17103" y="55644"/>
                  <a:pt x="20365" y="49930"/>
                </a:quadBezTo>
                <a:quadBezTo>
                  <a:pt x="23627" y="44215"/>
                  <a:pt x="25938" y="31206"/>
                </a:quadBezTo>
                <a:close/>
              </a:path>
            </a:pathLst>
          </a:custGeom>
          <a:solidFill>
            <a:srgbClr val="FFFFFF"/>
          </a:solidFill>
          <a:ln w="54864" cap="rnd" cmpd="sng" algn="ctr">
            <a:solidFill>
              <a:srgbClr val="FFFFFF"/>
            </a:solidFill>
            <a:round/>
            <a:headEnd type="none"/>
            <a:tailEnd type="none"/>
          </a:ln>
        </p:spPr>
      </p:sp>
      <p:sp>
        <p:nvSpPr>
          <p:cNvPr id="461" name="synapse model / 0452 variable θ"/>
          <p:cNvSpPr txBox="1"/>
          <p:nvPr/>
        </p:nvSpPr>
        <p:spPr>
          <a:xfrm>
            <a:off x="1865376" y="3712464"/>
            <a:ext cx="509964" cy="1024585"/>
          </a:xfrm>
          <a:prstGeom prst="rect">
            <a:avLst/>
          </a:prstGeom>
          <a:noFill/>
        </p:spPr>
        <p:txBody>
          <a:bodyPr wrap="none" lIns="0" rIns="0" tIns="0" bIns="0" anchor="t">
            <a:noAutofit/>
          </a:bodyPr>
          <a:lstStyle/>
          <a:p>
            <a:pPr>
              <a:spcBef>
                <a:spcPts val="0"/>
              </a:spcBef>
              <a:spcAft>
                <a:spcPts val="0"/>
              </a:spcAft>
            </a:pPr>
            <a:r>
              <a:rPr sz="5976" b="0" i="1" dirty="0" spc="0">
                <a:solidFill>
                  <a:srgbClr val="000000"/>
                </a:solidFill>
                <a:latin typeface="Liberation Serif"/>
                <a:ea typeface="Liberation Serif"/>
                <a:cs typeface="Liberation Serif"/>
              </a:rPr>
              <a:t>θ</a:t>
            </a:r>
          </a:p>
        </p:txBody>
      </p:sp>
      <p:sp>
        <p:nvSpPr>
          <p:cNvPr id="462" name="synapse model / 0453 θ subscript — white text backing"/>
          <p:cNvSpPr/>
          <p:nvPr/>
        </p:nvSpPr>
        <p:spPr>
          <a:xfrm>
            <a:off x="2362401" y="4396677"/>
            <a:ext cx="388374" cy="208564"/>
          </a:xfrm>
          <a:custGeom>
            <a:avLst/>
            <a:gdLst/>
            <a:ahLst/>
            <a:cxnLst/>
            <a:rect l="0" t="0" r="r" b="b"/>
            <a:pathLst>
              <a:path w="42473" h="22809" fill="norm" stroke="1" extrusionOk="0">
                <a:moveTo>
                  <a:pt x="10813" y="11169"/>
                </a:moveTo>
                <a:quadBezTo>
                  <a:pt x="10813" y="13617"/>
                  <a:pt x="9256" y="14792"/>
                </a:quadBezTo>
                <a:quadBezTo>
                  <a:pt x="7700" y="15968"/>
                  <a:pt x="4539" y="15968"/>
                </a:quadBezTo>
                <a:quadBezTo>
                  <a:pt x="2302" y="15968"/>
                  <a:pt x="0" y="14963"/>
                </a:quadBezTo>
                <a:lnTo>
                  <a:pt x="665" y="11299"/>
                </a:lnTo>
                <a:lnTo>
                  <a:pt x="1394" y="11299"/>
                </a:lnTo>
                <a:lnTo>
                  <a:pt x="1670" y="13520"/>
                </a:lnTo>
                <a:quadBezTo>
                  <a:pt x="2091" y="13974"/>
                  <a:pt x="2861" y="14330"/>
                </a:quadBezTo>
                <a:quadBezTo>
                  <a:pt x="3631" y="14687"/>
                  <a:pt x="4604" y="14687"/>
                </a:quadBezTo>
                <a:quadBezTo>
                  <a:pt x="8154" y="14687"/>
                  <a:pt x="8154" y="11785"/>
                </a:quadBezTo>
                <a:quadBezTo>
                  <a:pt x="8154" y="10829"/>
                  <a:pt x="7400" y="10083"/>
                </a:quadBezTo>
                <a:quadBezTo>
                  <a:pt x="6646" y="9337"/>
                  <a:pt x="4944" y="8511"/>
                </a:quadBezTo>
                <a:quadBezTo>
                  <a:pt x="3307" y="7716"/>
                  <a:pt x="2513" y="6752"/>
                </a:quadBezTo>
                <a:quadBezTo>
                  <a:pt x="1718" y="5787"/>
                  <a:pt x="1718" y="4490"/>
                </a:quadBezTo>
                <a:quadBezTo>
                  <a:pt x="1718" y="2351"/>
                  <a:pt x="3161" y="1175"/>
                </a:quadBezTo>
                <a:quadBezTo>
                  <a:pt x="4604" y="0"/>
                  <a:pt x="7165" y="0"/>
                </a:quadBezTo>
                <a:quadBezTo>
                  <a:pt x="8997" y="0"/>
                  <a:pt x="11510" y="567"/>
                </a:quadBezTo>
                <a:lnTo>
                  <a:pt x="10910" y="3955"/>
                </a:lnTo>
                <a:lnTo>
                  <a:pt x="10148" y="3955"/>
                </a:lnTo>
                <a:lnTo>
                  <a:pt x="9921" y="2205"/>
                </a:lnTo>
                <a:quadBezTo>
                  <a:pt x="8900" y="1297"/>
                  <a:pt x="7230" y="1297"/>
                </a:quadBezTo>
                <a:quadBezTo>
                  <a:pt x="5901" y="1297"/>
                  <a:pt x="5106" y="1905"/>
                </a:quadBezTo>
                <a:quadBezTo>
                  <a:pt x="4312" y="2513"/>
                  <a:pt x="4312" y="3793"/>
                </a:quadBezTo>
                <a:quadBezTo>
                  <a:pt x="4312" y="4669"/>
                  <a:pt x="4993" y="5333"/>
                </a:quadBezTo>
                <a:quadBezTo>
                  <a:pt x="5674" y="5998"/>
                  <a:pt x="7571" y="6971"/>
                </a:quadBezTo>
                <a:quadBezTo>
                  <a:pt x="9256" y="7846"/>
                  <a:pt x="10035" y="8851"/>
                </a:quadBezTo>
                <a:quadBezTo>
                  <a:pt x="10813" y="9856"/>
                  <a:pt x="10813" y="11169"/>
                </a:quadBezTo>
                <a:close/>
                <a:moveTo>
                  <a:pt x="13358" y="405"/>
                </a:moveTo>
                <a:lnTo>
                  <a:pt x="17508" y="405"/>
                </a:lnTo>
                <a:lnTo>
                  <a:pt x="19859" y="12272"/>
                </a:lnTo>
                <a:lnTo>
                  <a:pt x="23668" y="5690"/>
                </a:lnTo>
                <a:quadBezTo>
                  <a:pt x="24706" y="3874"/>
                  <a:pt x="24706" y="2561"/>
                </a:quadBezTo>
                <a:quadBezTo>
                  <a:pt x="24706" y="1962"/>
                  <a:pt x="24365" y="1605"/>
                </a:quadBezTo>
                <a:quadBezTo>
                  <a:pt x="24025" y="1248"/>
                  <a:pt x="23636" y="1135"/>
                </a:quadBezTo>
                <a:lnTo>
                  <a:pt x="23765" y="405"/>
                </a:lnTo>
                <a:lnTo>
                  <a:pt x="26846" y="405"/>
                </a:lnTo>
                <a:quadBezTo>
                  <a:pt x="27267" y="778"/>
                  <a:pt x="27267" y="1427"/>
                </a:quadBezTo>
                <a:quadBezTo>
                  <a:pt x="27267" y="2707"/>
                  <a:pt x="25921" y="4993"/>
                </a:quadBezTo>
                <a:lnTo>
                  <a:pt x="19502" y="15806"/>
                </a:lnTo>
                <a:quadBezTo>
                  <a:pt x="17654" y="18951"/>
                  <a:pt x="16576" y="20264"/>
                </a:quadBezTo>
                <a:quadBezTo>
                  <a:pt x="15498" y="21577"/>
                  <a:pt x="14444" y="22193"/>
                </a:quadBezTo>
                <a:quadBezTo>
                  <a:pt x="13390" y="22809"/>
                  <a:pt x="12158" y="22809"/>
                </a:quadBezTo>
                <a:quadBezTo>
                  <a:pt x="10845" y="22809"/>
                  <a:pt x="9743" y="22517"/>
                </a:quadBezTo>
                <a:lnTo>
                  <a:pt x="10343" y="19226"/>
                </a:lnTo>
                <a:lnTo>
                  <a:pt x="11072" y="19226"/>
                </a:lnTo>
                <a:lnTo>
                  <a:pt x="11332" y="20782"/>
                </a:lnTo>
                <a:quadBezTo>
                  <a:pt x="11737" y="21155"/>
                  <a:pt x="12661" y="21155"/>
                </a:quadBezTo>
                <a:quadBezTo>
                  <a:pt x="14849" y="21155"/>
                  <a:pt x="17281" y="16778"/>
                </a:quadBezTo>
                <a:lnTo>
                  <a:pt x="18011" y="15449"/>
                </a:lnTo>
                <a:lnTo>
                  <a:pt x="15044" y="1540"/>
                </a:lnTo>
                <a:lnTo>
                  <a:pt x="13228" y="1135"/>
                </a:lnTo>
                <a:close/>
                <a:moveTo>
                  <a:pt x="39490" y="3518"/>
                </a:moveTo>
                <a:quadBezTo>
                  <a:pt x="39490" y="2788"/>
                  <a:pt x="39101" y="2334"/>
                </a:quadBezTo>
                <a:quadBezTo>
                  <a:pt x="38712" y="1880"/>
                  <a:pt x="37869" y="1880"/>
                </a:quadBezTo>
                <a:quadBezTo>
                  <a:pt x="36670" y="1880"/>
                  <a:pt x="35251" y="2902"/>
                </a:quadBezTo>
                <a:quadBezTo>
                  <a:pt x="33833" y="3923"/>
                  <a:pt x="32909" y="5431"/>
                </a:quadBezTo>
                <a:lnTo>
                  <a:pt x="31125" y="15644"/>
                </a:lnTo>
                <a:lnTo>
                  <a:pt x="28434" y="15644"/>
                </a:lnTo>
                <a:lnTo>
                  <a:pt x="30915" y="1524"/>
                </a:lnTo>
                <a:lnTo>
                  <a:pt x="29002" y="1119"/>
                </a:lnTo>
                <a:lnTo>
                  <a:pt x="29131" y="389"/>
                </a:lnTo>
                <a:lnTo>
                  <a:pt x="33638" y="389"/>
                </a:lnTo>
                <a:lnTo>
                  <a:pt x="33200" y="3502"/>
                </a:lnTo>
                <a:quadBezTo>
                  <a:pt x="34562" y="1751"/>
                  <a:pt x="36021" y="875"/>
                </a:quadBezTo>
                <a:quadBezTo>
                  <a:pt x="37480" y="0"/>
                  <a:pt x="38890" y="0"/>
                </a:quadBezTo>
                <a:quadBezTo>
                  <a:pt x="40528" y="0"/>
                  <a:pt x="41354" y="883"/>
                </a:quadBezTo>
                <a:quadBezTo>
                  <a:pt x="42181" y="1767"/>
                  <a:pt x="42181" y="3421"/>
                </a:quadBezTo>
                <a:quadBezTo>
                  <a:pt x="42181" y="3647"/>
                  <a:pt x="42116" y="4118"/>
                </a:quadBezTo>
                <a:quadBezTo>
                  <a:pt x="42052" y="4588"/>
                  <a:pt x="40349" y="14525"/>
                </a:quadBezTo>
                <a:lnTo>
                  <a:pt x="42473" y="14914"/>
                </a:lnTo>
                <a:lnTo>
                  <a:pt x="42343" y="15644"/>
                </a:lnTo>
                <a:lnTo>
                  <a:pt x="37464" y="15644"/>
                </a:lnTo>
                <a:lnTo>
                  <a:pt x="39117" y="6209"/>
                </a:lnTo>
                <a:quadBezTo>
                  <a:pt x="39490" y="4150"/>
                  <a:pt x="39490" y="3518"/>
                </a:quadBezTo>
                <a:close/>
              </a:path>
            </a:pathLst>
          </a:custGeom>
          <a:solidFill>
            <a:srgbClr val="FFFFFF"/>
          </a:solidFill>
          <a:ln w="32918" cap="rnd" cmpd="sng" algn="ctr">
            <a:solidFill>
              <a:srgbClr val="FFFFFF"/>
            </a:solidFill>
            <a:round/>
            <a:headEnd type="none"/>
            <a:tailEnd type="none"/>
          </a:ln>
        </p:spPr>
      </p:sp>
      <p:sp>
        <p:nvSpPr>
          <p:cNvPr id="463" name="synapse model / 0453 θ subscript"/>
          <p:cNvSpPr txBox="1"/>
          <p:nvPr/>
        </p:nvSpPr>
        <p:spPr>
          <a:xfrm>
            <a:off x="2358695" y="4236141"/>
            <a:ext cx="541839" cy="409834"/>
          </a:xfrm>
          <a:prstGeom prst="rect">
            <a:avLst/>
          </a:prstGeom>
          <a:noFill/>
        </p:spPr>
        <p:txBody>
          <a:bodyPr wrap="none" lIns="0" rIns="0" tIns="0" bIns="0" anchor="t">
            <a:noAutofit/>
          </a:bodyPr>
          <a:lstStyle/>
          <a:p>
            <a:pPr>
              <a:spcBef>
                <a:spcPts val="0"/>
              </a:spcBef>
              <a:spcAft>
                <a:spcPts val="0"/>
              </a:spcAft>
            </a:pPr>
            <a:r>
              <a:rPr sz="2390" b="0" i="1" dirty="0" spc="0">
                <a:solidFill>
                  <a:srgbClr val="000000"/>
                </a:solidFill>
                <a:latin typeface="Liberation Serif"/>
                <a:ea typeface="Liberation Serif"/>
                <a:cs typeface="Liberation Serif"/>
              </a:rPr>
              <a:t>syn</a:t>
            </a:r>
          </a:p>
        </p:txBody>
      </p:sp>
      <p:sp>
        <p:nvSpPr>
          <p:cNvPr id="464" name="synapse model / 0454 P"/>
          <p:cNvSpPr txBox="1"/>
          <p:nvPr/>
        </p:nvSpPr>
        <p:spPr>
          <a:xfrm>
            <a:off x="4022517" y="1014984"/>
            <a:ext cx="285150" cy="345643"/>
          </a:xfrm>
          <a:prstGeom prst="rect">
            <a:avLst/>
          </a:prstGeom>
          <a:noFill/>
        </p:spPr>
        <p:txBody>
          <a:bodyPr wrap="none" lIns="0" rIns="0" tIns="0" bIns="0" anchor="t">
            <a:noAutofit/>
          </a:bodyPr>
          <a:lstStyle/>
          <a:p>
            <a:pPr>
              <a:spcBef>
                <a:spcPts val="0"/>
              </a:spcBef>
              <a:spcAft>
                <a:spcPts val="0"/>
              </a:spcAft>
            </a:pPr>
            <a:r>
              <a:rPr sz="2016" b="0" i="0" dirty="0" spc="0">
                <a:solidFill>
                  <a:srgbClr val="000000"/>
                </a:solidFill>
                <a:latin typeface="Lato Light"/>
                <a:ea typeface="Lato Light"/>
                <a:cs typeface="Lato Light"/>
              </a:rPr>
              <a:t>P</a:t>
            </a:r>
          </a:p>
        </p:txBody>
      </p:sp>
      <p:sp>
        <p:nvSpPr>
          <p:cNvPr id="465" name="synapse model / 0455 R"/>
          <p:cNvSpPr txBox="1"/>
          <p:nvPr/>
        </p:nvSpPr>
        <p:spPr>
          <a:xfrm>
            <a:off x="4018809" y="1281074"/>
            <a:ext cx="292565" cy="345643"/>
          </a:xfrm>
          <a:prstGeom prst="rect">
            <a:avLst/>
          </a:prstGeom>
          <a:noFill/>
        </p:spPr>
        <p:txBody>
          <a:bodyPr wrap="none" lIns="0" rIns="0" tIns="0" bIns="0" anchor="t">
            <a:noAutofit/>
          </a:bodyPr>
          <a:lstStyle/>
          <a:p>
            <a:pPr>
              <a:spcBef>
                <a:spcPts val="0"/>
              </a:spcBef>
              <a:spcAft>
                <a:spcPts val="0"/>
              </a:spcAft>
            </a:pPr>
            <a:r>
              <a:rPr sz="2016" b="0" i="0" dirty="0" spc="0">
                <a:solidFill>
                  <a:srgbClr val="000000"/>
                </a:solidFill>
                <a:latin typeface="Lato Light"/>
                <a:ea typeface="Lato Light"/>
                <a:cs typeface="Lato Light"/>
              </a:rPr>
              <a:t>R</a:t>
            </a:r>
          </a:p>
        </p:txBody>
      </p:sp>
      <p:sp>
        <p:nvSpPr>
          <p:cNvPr id="466" name="synapse model / 0456 E"/>
          <p:cNvSpPr txBox="1"/>
          <p:nvPr/>
        </p:nvSpPr>
        <p:spPr>
          <a:xfrm>
            <a:off x="4022260" y="1547165"/>
            <a:ext cx="285664" cy="345643"/>
          </a:xfrm>
          <a:prstGeom prst="rect">
            <a:avLst/>
          </a:prstGeom>
          <a:noFill/>
        </p:spPr>
        <p:txBody>
          <a:bodyPr wrap="none" lIns="0" rIns="0" tIns="0" bIns="0" anchor="t">
            <a:noAutofit/>
          </a:bodyPr>
          <a:lstStyle/>
          <a:p>
            <a:pPr>
              <a:spcBef>
                <a:spcPts val="0"/>
              </a:spcBef>
              <a:spcAft>
                <a:spcPts val="0"/>
              </a:spcAft>
            </a:pPr>
            <a:r>
              <a:rPr sz="2016" b="0" i="0" dirty="0" spc="0">
                <a:solidFill>
                  <a:srgbClr val="000000"/>
                </a:solidFill>
                <a:latin typeface="Lato Light"/>
                <a:ea typeface="Lato Light"/>
                <a:cs typeface="Lato Light"/>
              </a:rPr>
              <a:t>E</a:t>
            </a:r>
          </a:p>
        </p:txBody>
      </p:sp>
      <p:sp>
        <p:nvSpPr>
          <p:cNvPr id="467" name="synapse model / 0457 -"/>
          <p:cNvSpPr txBox="1"/>
          <p:nvPr/>
        </p:nvSpPr>
        <p:spPr>
          <a:xfrm>
            <a:off x="4049149" y="1813255"/>
            <a:ext cx="231886" cy="345643"/>
          </a:xfrm>
          <a:prstGeom prst="rect">
            <a:avLst/>
          </a:prstGeom>
          <a:noFill/>
        </p:spPr>
        <p:txBody>
          <a:bodyPr wrap="none" lIns="0" rIns="0" tIns="0" bIns="0" anchor="t">
            <a:noAutofit/>
          </a:bodyPr>
          <a:lstStyle/>
          <a:p>
            <a:pPr>
              <a:spcBef>
                <a:spcPts val="0"/>
              </a:spcBef>
              <a:spcAft>
                <a:spcPts val="0"/>
              </a:spcAft>
            </a:pPr>
            <a:r>
              <a:rPr sz="2016" b="0" i="0" dirty="0" spc="0">
                <a:solidFill>
                  <a:srgbClr val="000000"/>
                </a:solidFill>
                <a:latin typeface="Lato Light"/>
                <a:ea typeface="Lato Light"/>
                <a:cs typeface="Lato Light"/>
              </a:rPr>
              <a:t>-</a:t>
            </a:r>
          </a:p>
        </p:txBody>
      </p:sp>
      <p:sp>
        <p:nvSpPr>
          <p:cNvPr id="468" name="synapse model / 0458 A"/>
          <p:cNvSpPr txBox="1"/>
          <p:nvPr/>
        </p:nvSpPr>
        <p:spPr>
          <a:xfrm>
            <a:off x="4012594" y="2079346"/>
            <a:ext cx="304995" cy="345643"/>
          </a:xfrm>
          <a:prstGeom prst="rect">
            <a:avLst/>
          </a:prstGeom>
          <a:noFill/>
        </p:spPr>
        <p:txBody>
          <a:bodyPr wrap="none" lIns="0" rIns="0" tIns="0" bIns="0" anchor="t">
            <a:noAutofit/>
          </a:bodyPr>
          <a:lstStyle/>
          <a:p>
            <a:pPr>
              <a:spcBef>
                <a:spcPts val="0"/>
              </a:spcBef>
              <a:spcAft>
                <a:spcPts val="0"/>
              </a:spcAft>
            </a:pPr>
            <a:r>
              <a:rPr sz="2016" b="0" i="0" dirty="0" spc="0">
                <a:solidFill>
                  <a:srgbClr val="000000"/>
                </a:solidFill>
                <a:latin typeface="Lato Light"/>
                <a:ea typeface="Lato Light"/>
                <a:cs typeface="Lato Light"/>
              </a:rPr>
              <a:t>A</a:t>
            </a:r>
          </a:p>
        </p:txBody>
      </p:sp>
      <p:sp>
        <p:nvSpPr>
          <p:cNvPr id="469" name="synapse model / 0459 C"/>
          <p:cNvSpPr txBox="1"/>
          <p:nvPr/>
        </p:nvSpPr>
        <p:spPr>
          <a:xfrm>
            <a:off x="4009973" y="2345436"/>
            <a:ext cx="310239" cy="345643"/>
          </a:xfrm>
          <a:prstGeom prst="rect">
            <a:avLst/>
          </a:prstGeom>
          <a:noFill/>
        </p:spPr>
        <p:txBody>
          <a:bodyPr wrap="none" lIns="0" rIns="0" tIns="0" bIns="0" anchor="t">
            <a:noAutofit/>
          </a:bodyPr>
          <a:lstStyle/>
          <a:p>
            <a:pPr>
              <a:spcBef>
                <a:spcPts val="0"/>
              </a:spcBef>
              <a:spcAft>
                <a:spcPts val="0"/>
              </a:spcAft>
            </a:pPr>
            <a:r>
              <a:rPr sz="2016" b="0" i="0" dirty="0" spc="0">
                <a:solidFill>
                  <a:srgbClr val="000000"/>
                </a:solidFill>
                <a:latin typeface="Lato Light"/>
                <a:ea typeface="Lato Light"/>
                <a:cs typeface="Lato Light"/>
              </a:rPr>
              <a:t>C</a:t>
            </a:r>
          </a:p>
        </p:txBody>
      </p:sp>
      <p:sp>
        <p:nvSpPr>
          <p:cNvPr id="470" name="synapse model / 0460 T"/>
          <p:cNvSpPr txBox="1"/>
          <p:nvPr/>
        </p:nvSpPr>
        <p:spPr>
          <a:xfrm>
            <a:off x="4022388" y="2611526"/>
            <a:ext cx="285407" cy="345643"/>
          </a:xfrm>
          <a:prstGeom prst="rect">
            <a:avLst/>
          </a:prstGeom>
          <a:noFill/>
        </p:spPr>
        <p:txBody>
          <a:bodyPr wrap="none" lIns="0" rIns="0" tIns="0" bIns="0" anchor="t">
            <a:noAutofit/>
          </a:bodyPr>
          <a:lstStyle/>
          <a:p>
            <a:pPr>
              <a:spcBef>
                <a:spcPts val="0"/>
              </a:spcBef>
              <a:spcAft>
                <a:spcPts val="0"/>
              </a:spcAft>
            </a:pPr>
            <a:r>
              <a:rPr sz="2016" b="0" i="0" dirty="0" spc="0">
                <a:solidFill>
                  <a:srgbClr val="000000"/>
                </a:solidFill>
                <a:latin typeface="Lato Light"/>
                <a:ea typeface="Lato Light"/>
                <a:cs typeface="Lato Light"/>
              </a:rPr>
              <a:t>T</a:t>
            </a:r>
          </a:p>
        </p:txBody>
      </p:sp>
      <p:sp>
        <p:nvSpPr>
          <p:cNvPr id="471" name="synapse model / 0461 I"/>
          <p:cNvSpPr txBox="1"/>
          <p:nvPr/>
        </p:nvSpPr>
        <p:spPr>
          <a:xfrm>
            <a:off x="4063165" y="2877617"/>
            <a:ext cx="203854" cy="345643"/>
          </a:xfrm>
          <a:prstGeom prst="rect">
            <a:avLst/>
          </a:prstGeom>
          <a:noFill/>
        </p:spPr>
        <p:txBody>
          <a:bodyPr wrap="none" lIns="0" rIns="0" tIns="0" bIns="0" anchor="t">
            <a:noAutofit/>
          </a:bodyPr>
          <a:lstStyle/>
          <a:p>
            <a:pPr>
              <a:spcBef>
                <a:spcPts val="0"/>
              </a:spcBef>
              <a:spcAft>
                <a:spcPts val="0"/>
              </a:spcAft>
            </a:pPr>
            <a:r>
              <a:rPr sz="2016" b="0" i="0" dirty="0" spc="0">
                <a:solidFill>
                  <a:srgbClr val="000000"/>
                </a:solidFill>
                <a:latin typeface="Lato Light"/>
                <a:ea typeface="Lato Light"/>
                <a:cs typeface="Lato Light"/>
              </a:rPr>
              <a:t>I</a:t>
            </a:r>
          </a:p>
        </p:txBody>
      </p:sp>
      <p:sp>
        <p:nvSpPr>
          <p:cNvPr id="472" name="synapse model / 0462 V"/>
          <p:cNvSpPr txBox="1"/>
          <p:nvPr/>
        </p:nvSpPr>
        <p:spPr>
          <a:xfrm>
            <a:off x="4012594" y="3143707"/>
            <a:ext cx="304995" cy="345643"/>
          </a:xfrm>
          <a:prstGeom prst="rect">
            <a:avLst/>
          </a:prstGeom>
          <a:noFill/>
        </p:spPr>
        <p:txBody>
          <a:bodyPr wrap="none" lIns="0" rIns="0" tIns="0" bIns="0" anchor="t">
            <a:noAutofit/>
          </a:bodyPr>
          <a:lstStyle/>
          <a:p>
            <a:pPr>
              <a:spcBef>
                <a:spcPts val="0"/>
              </a:spcBef>
              <a:spcAft>
                <a:spcPts val="0"/>
              </a:spcAft>
            </a:pPr>
            <a:r>
              <a:rPr sz="2016" b="0" i="0" dirty="0" spc="0">
                <a:solidFill>
                  <a:srgbClr val="000000"/>
                </a:solidFill>
                <a:latin typeface="Lato Light"/>
                <a:ea typeface="Lato Light"/>
                <a:cs typeface="Lato Light"/>
              </a:rPr>
              <a:t>V</a:t>
            </a:r>
          </a:p>
        </p:txBody>
      </p:sp>
      <p:sp>
        <p:nvSpPr>
          <p:cNvPr id="473" name="synapse model / 0463 A"/>
          <p:cNvSpPr txBox="1"/>
          <p:nvPr/>
        </p:nvSpPr>
        <p:spPr>
          <a:xfrm>
            <a:off x="4012594" y="3409798"/>
            <a:ext cx="304995" cy="345643"/>
          </a:xfrm>
          <a:prstGeom prst="rect">
            <a:avLst/>
          </a:prstGeom>
          <a:noFill/>
        </p:spPr>
        <p:txBody>
          <a:bodyPr wrap="none" lIns="0" rIns="0" tIns="0" bIns="0" anchor="t">
            <a:noAutofit/>
          </a:bodyPr>
          <a:lstStyle/>
          <a:p>
            <a:pPr>
              <a:spcBef>
                <a:spcPts val="0"/>
              </a:spcBef>
              <a:spcAft>
                <a:spcPts val="0"/>
              </a:spcAft>
            </a:pPr>
            <a:r>
              <a:rPr sz="2016" b="0" i="0" dirty="0" spc="0">
                <a:solidFill>
                  <a:srgbClr val="000000"/>
                </a:solidFill>
                <a:latin typeface="Lato Light"/>
                <a:ea typeface="Lato Light"/>
                <a:cs typeface="Lato Light"/>
              </a:rPr>
              <a:t>A</a:t>
            </a:r>
          </a:p>
        </p:txBody>
      </p:sp>
      <p:sp>
        <p:nvSpPr>
          <p:cNvPr id="474" name="synapse model / 0464 T"/>
          <p:cNvSpPr txBox="1"/>
          <p:nvPr/>
        </p:nvSpPr>
        <p:spPr>
          <a:xfrm>
            <a:off x="4022388" y="3675888"/>
            <a:ext cx="285407" cy="345643"/>
          </a:xfrm>
          <a:prstGeom prst="rect">
            <a:avLst/>
          </a:prstGeom>
          <a:noFill/>
        </p:spPr>
        <p:txBody>
          <a:bodyPr wrap="none" lIns="0" rIns="0" tIns="0" bIns="0" anchor="t">
            <a:noAutofit/>
          </a:bodyPr>
          <a:lstStyle/>
          <a:p>
            <a:pPr>
              <a:spcBef>
                <a:spcPts val="0"/>
              </a:spcBef>
              <a:spcAft>
                <a:spcPts val="0"/>
              </a:spcAft>
            </a:pPr>
            <a:r>
              <a:rPr sz="2016" b="0" i="0" dirty="0" spc="0">
                <a:solidFill>
                  <a:srgbClr val="000000"/>
                </a:solidFill>
                <a:latin typeface="Lato Light"/>
                <a:ea typeface="Lato Light"/>
                <a:cs typeface="Lato Light"/>
              </a:rPr>
              <a:t>T</a:t>
            </a:r>
          </a:p>
        </p:txBody>
      </p:sp>
      <p:sp>
        <p:nvSpPr>
          <p:cNvPr id="475" name="synapse model / 0465 I"/>
          <p:cNvSpPr txBox="1"/>
          <p:nvPr/>
        </p:nvSpPr>
        <p:spPr>
          <a:xfrm>
            <a:off x="4063165" y="3941978"/>
            <a:ext cx="203854" cy="345643"/>
          </a:xfrm>
          <a:prstGeom prst="rect">
            <a:avLst/>
          </a:prstGeom>
          <a:noFill/>
        </p:spPr>
        <p:txBody>
          <a:bodyPr wrap="none" lIns="0" rIns="0" tIns="0" bIns="0" anchor="t">
            <a:noAutofit/>
          </a:bodyPr>
          <a:lstStyle/>
          <a:p>
            <a:pPr>
              <a:spcBef>
                <a:spcPts val="0"/>
              </a:spcBef>
              <a:spcAft>
                <a:spcPts val="0"/>
              </a:spcAft>
            </a:pPr>
            <a:r>
              <a:rPr sz="2016" b="0" i="0" dirty="0" spc="0">
                <a:solidFill>
                  <a:srgbClr val="000000"/>
                </a:solidFill>
                <a:latin typeface="Lato Light"/>
                <a:ea typeface="Lato Light"/>
                <a:cs typeface="Lato Light"/>
              </a:rPr>
              <a:t>I</a:t>
            </a:r>
          </a:p>
        </p:txBody>
      </p:sp>
      <p:sp>
        <p:nvSpPr>
          <p:cNvPr id="476" name="synapse model / 0466 O"/>
          <p:cNvSpPr txBox="1"/>
          <p:nvPr/>
        </p:nvSpPr>
        <p:spPr>
          <a:xfrm>
            <a:off x="3995185" y="4208069"/>
            <a:ext cx="339814" cy="345643"/>
          </a:xfrm>
          <a:prstGeom prst="rect">
            <a:avLst/>
          </a:prstGeom>
          <a:noFill/>
        </p:spPr>
        <p:txBody>
          <a:bodyPr wrap="none" lIns="0" rIns="0" tIns="0" bIns="0" anchor="t">
            <a:noAutofit/>
          </a:bodyPr>
          <a:lstStyle/>
          <a:p>
            <a:pPr>
              <a:spcBef>
                <a:spcPts val="0"/>
              </a:spcBef>
              <a:spcAft>
                <a:spcPts val="0"/>
              </a:spcAft>
            </a:pPr>
            <a:r>
              <a:rPr sz="2016" b="0" i="0" dirty="0" spc="0">
                <a:solidFill>
                  <a:srgbClr val="000000"/>
                </a:solidFill>
                <a:latin typeface="Lato Light"/>
                <a:ea typeface="Lato Light"/>
                <a:cs typeface="Lato Light"/>
              </a:rPr>
              <a:t>O</a:t>
            </a:r>
          </a:p>
        </p:txBody>
      </p:sp>
      <p:sp>
        <p:nvSpPr>
          <p:cNvPr id="477" name="synapse model / 0467 N"/>
          <p:cNvSpPr txBox="1"/>
          <p:nvPr/>
        </p:nvSpPr>
        <p:spPr>
          <a:xfrm>
            <a:off x="3999857" y="4474159"/>
            <a:ext cx="330470" cy="345643"/>
          </a:xfrm>
          <a:prstGeom prst="rect">
            <a:avLst/>
          </a:prstGeom>
          <a:noFill/>
        </p:spPr>
        <p:txBody>
          <a:bodyPr wrap="none" lIns="0" rIns="0" tIns="0" bIns="0" anchor="t">
            <a:noAutofit/>
          </a:bodyPr>
          <a:lstStyle/>
          <a:p>
            <a:pPr>
              <a:spcBef>
                <a:spcPts val="0"/>
              </a:spcBef>
              <a:spcAft>
                <a:spcPts val="0"/>
              </a:spcAft>
            </a:pPr>
            <a:r>
              <a:rPr sz="2016" b="0" i="0" dirty="0" spc="0">
                <a:solidFill>
                  <a:srgbClr val="000000"/>
                </a:solidFill>
                <a:latin typeface="Lato Light"/>
                <a:ea typeface="Lato Light"/>
                <a:cs typeface="Lato Light"/>
              </a:rPr>
              <a:t>N</a:t>
            </a:r>
          </a:p>
        </p:txBody>
      </p:sp>
      <p:sp>
        <p:nvSpPr>
          <p:cNvPr id="478" name="synapse model / 0468 S"/>
          <p:cNvSpPr txBox="1"/>
          <p:nvPr/>
        </p:nvSpPr>
        <p:spPr>
          <a:xfrm>
            <a:off x="4028025" y="4740250"/>
            <a:ext cx="274134" cy="345643"/>
          </a:xfrm>
          <a:prstGeom prst="rect">
            <a:avLst/>
          </a:prstGeom>
          <a:noFill/>
        </p:spPr>
        <p:txBody>
          <a:bodyPr wrap="none" lIns="0" rIns="0" tIns="0" bIns="0" anchor="t">
            <a:noAutofit/>
          </a:bodyPr>
          <a:lstStyle/>
          <a:p>
            <a:pPr>
              <a:spcBef>
                <a:spcPts val="0"/>
              </a:spcBef>
              <a:spcAft>
                <a:spcPts val="0"/>
              </a:spcAft>
            </a:pPr>
            <a:r>
              <a:rPr sz="2016" b="0" i="0" dirty="0" spc="0">
                <a:solidFill>
                  <a:srgbClr val="000000"/>
                </a:solidFill>
                <a:latin typeface="Lato Light"/>
                <a:ea typeface="Lato Light"/>
                <a:cs typeface="Lato Light"/>
              </a:rPr>
              <a:t>S</a:t>
            </a:r>
          </a:p>
        </p:txBody>
      </p:sp>
      <p:sp>
        <p:nvSpPr>
          <p:cNvPr id="479" name="synapse model / 0469 step 1 badge"/>
          <p:cNvSpPr/>
          <p:nvPr/>
        </p:nvSpPr>
        <p:spPr>
          <a:xfrm>
            <a:off x="219456" y="868680"/>
            <a:ext cx="713232" cy="713232"/>
          </a:xfrm>
          <a:custGeom>
            <a:avLst/>
            <a:gdLst/>
            <a:ahLst/>
            <a:cxnLst/>
            <a:rect l="0" t="0" r="r" b="b"/>
            <a:pathLst>
              <a:path w="78000" h="78000" fill="norm" stroke="1" extrusionOk="0">
                <a:moveTo>
                  <a:pt x="78000" y="39000"/>
                </a:moveTo>
                <a:cubicBezTo>
                  <a:pt x="78000" y="60539"/>
                  <a:pt x="60539" y="78000"/>
                  <a:pt x="39000" y="78000"/>
                </a:cubicBezTo>
                <a:cubicBezTo>
                  <a:pt x="17461" y="78000"/>
                  <a:pt x="0" y="60539"/>
                  <a:pt x="0" y="39000"/>
                </a:cubicBezTo>
                <a:cubicBezTo>
                  <a:pt x="0" y="17461"/>
                  <a:pt x="17461" y="0"/>
                  <a:pt x="39000" y="0"/>
                </a:cubicBezTo>
                <a:cubicBezTo>
                  <a:pt x="60539" y="0"/>
                  <a:pt x="78000" y="17461"/>
                  <a:pt x="78000" y="39000"/>
                </a:cubicBezTo>
                <a:close/>
              </a:path>
            </a:pathLst>
          </a:custGeom>
          <a:solidFill>
            <a:srgbClr val="FFF42B"/>
          </a:solidFill>
          <a:ln w="64008" cap="rnd" cmpd="sng" algn="ctr">
            <a:solidFill>
              <a:srgbClr val="000000"/>
            </a:solidFill>
            <a:round/>
            <a:headEnd type="none"/>
            <a:tailEnd type="none"/>
          </a:ln>
        </p:spPr>
      </p:sp>
      <p:sp>
        <p:nvSpPr>
          <p:cNvPr id="480" name="synapse model / 0470 step 1 number"/>
          <p:cNvSpPr txBox="1"/>
          <p:nvPr/>
        </p:nvSpPr>
        <p:spPr>
          <a:xfrm>
            <a:off x="395535" y="804672"/>
            <a:ext cx="498234" cy="876452"/>
          </a:xfrm>
          <a:prstGeom prst="rect">
            <a:avLst/>
          </a:prstGeom>
          <a:noFill/>
        </p:spPr>
        <p:txBody>
          <a:bodyPr wrap="none" lIns="0" rIns="0" tIns="0" bIns="0" anchor="t">
            <a:noAutofit/>
          </a:bodyPr>
          <a:lstStyle/>
          <a:p>
            <a:pPr>
              <a:spcBef>
                <a:spcPts val="0"/>
              </a:spcBef>
              <a:spcAft>
                <a:spcPts val="0"/>
              </a:spcAft>
            </a:pPr>
            <a:r>
              <a:rPr sz="5112" b="0" i="0" dirty="0" spc="0">
                <a:solidFill>
                  <a:srgbClr val="000000"/>
                </a:solidFill>
                <a:latin typeface="Liberation Sans"/>
                <a:ea typeface="Liberation Sans"/>
                <a:cs typeface="Liberation Sans"/>
              </a:rPr>
              <a:t>1</a:t>
            </a:r>
          </a:p>
        </p:txBody>
      </p:sp>
      <p:sp>
        <p:nvSpPr>
          <p:cNvPr id="481" name="synapse model / 0471 pre-activation history update"/>
          <p:cNvSpPr/>
          <p:nvPr/>
        </p:nvSpPr>
        <p:spPr>
          <a:xfrm>
            <a:off x="3401568" y="5038344"/>
            <a:ext cx="4709160" cy="219456"/>
          </a:xfrm>
          <a:custGeom>
            <a:avLst/>
            <a:gdLst/>
            <a:ahLst/>
            <a:cxnLst/>
            <a:rect l="0" t="0" r="r" b="b"/>
            <a:pathLst>
              <a:path w="515000" h="24000" fill="none" stroke="1" extrusionOk="0">
                <a:moveTo>
                  <a:pt x="0" y="0"/>
                </a:moveTo>
                <a:cubicBezTo>
                  <a:pt x="1000" y="20000"/>
                  <a:pt x="8000" y="24000"/>
                  <a:pt x="22000" y="24000"/>
                </a:cubicBezTo>
                <a:lnTo>
                  <a:pt x="501000" y="24000"/>
                </a:lnTo>
                <a:cubicBezTo>
                  <a:pt x="511000" y="24000"/>
                  <a:pt x="513000" y="12000"/>
                  <a:pt x="515000" y="0"/>
                </a:cubicBezTo>
              </a:path>
            </a:pathLst>
          </a:custGeom>
          <a:noFill/>
          <a:ln w="36576" cap="rnd" cmpd="sng" algn="ctr">
            <a:solidFill>
              <a:srgbClr val="000000"/>
            </a:solidFill>
            <a:round/>
            <a:headEnd type="none"/>
            <a:tailEnd type="none"/>
          </a:ln>
        </p:spPr>
      </p:sp>
      <p:sp>
        <p:nvSpPr>
          <p:cNvPr id="482" name="synapse model / 0472 pre-activation history update arrowhead"/>
          <p:cNvSpPr/>
          <p:nvPr/>
        </p:nvSpPr>
        <p:spPr>
          <a:xfrm>
            <a:off x="8013106" y="5038344"/>
            <a:ext cx="144133" cy="165344"/>
          </a:xfrm>
          <a:custGeom>
            <a:avLst/>
            <a:gdLst/>
            <a:ahLst/>
            <a:cxnLst/>
            <a:rect l="0" t="0" r="r" b="b"/>
            <a:pathLst>
              <a:path w="15763" h="18082" fill="norm" stroke="1" extrusionOk="0">
                <a:moveTo>
                  <a:pt x="10676" y="0"/>
                </a:moveTo>
                <a:lnTo>
                  <a:pt x="0" y="15455"/>
                </a:lnTo>
                <a:lnTo>
                  <a:pt x="15763" y="18082"/>
                </a:lnTo>
                <a:close/>
              </a:path>
            </a:pathLst>
          </a:custGeom>
          <a:solidFill>
            <a:srgbClr val="000000"/>
          </a:solidFill>
          <a:ln w="9144" cap="rnd" cmpd="sng" algn="ctr">
            <a:solidFill>
              <a:srgbClr val="000000"/>
            </a:solidFill>
            <a:round/>
            <a:headEnd type="none"/>
            <a:tailEnd type="none"/>
          </a:ln>
        </p:spPr>
      </p:sp>
      <p:sp>
        <p:nvSpPr>
          <p:cNvPr id="483" name="neuron-level models / 0473 NEURON-LEVEL MODELS"/>
          <p:cNvSpPr txBox="1"/>
          <p:nvPr/>
        </p:nvSpPr>
        <p:spPr>
          <a:xfrm>
            <a:off x="5907024" y="82296"/>
            <a:ext cx="8181251" cy="925830"/>
          </a:xfrm>
          <a:prstGeom prst="rect">
            <a:avLst/>
          </a:prstGeom>
          <a:noFill/>
        </p:spPr>
        <p:txBody>
          <a:bodyPr wrap="none" lIns="0" rIns="0" tIns="0" bIns="0" anchor="t">
            <a:noAutofit/>
          </a:bodyPr>
          <a:lstStyle/>
          <a:p>
            <a:pPr>
              <a:spcBef>
                <a:spcPts val="0"/>
              </a:spcBef>
              <a:spcAft>
                <a:spcPts val="0"/>
              </a:spcAft>
            </a:pPr>
            <a:r>
              <a:rPr sz="5400" b="0" i="0" dirty="0" spc="0">
                <a:solidFill>
                  <a:srgbClr val="000000"/>
                </a:solidFill>
                <a:latin typeface="Lato Light"/>
                <a:ea typeface="Lato Light"/>
                <a:cs typeface="Lato Light"/>
              </a:rPr>
              <a:t>NEURON-LEVEL MODELS</a:t>
            </a:r>
          </a:p>
        </p:txBody>
      </p:sp>
      <p:sp>
        <p:nvSpPr>
          <p:cNvPr id="484" name="neuron-level models / 0474 frame soft colored edge"/>
          <p:cNvSpPr/>
          <p:nvPr/>
        </p:nvSpPr>
        <p:spPr>
          <a:xfrm>
            <a:off x="4800600" y="987552"/>
            <a:ext cx="10003536" cy="4023360"/>
          </a:xfrm>
          <a:custGeom>
            <a:avLst/>
            <a:gdLst/>
            <a:ahLst/>
            <a:cxnLst/>
            <a:rect l="0" t="0" r="r" b="b"/>
            <a:pathLst>
              <a:path w="1094000" h="440000" fill="none" stroke="1" extrusionOk="0">
                <a:moveTo>
                  <a:pt x="0" y="0"/>
                </a:moveTo>
                <a:lnTo>
                  <a:pt x="1094000" y="0"/>
                </a:lnTo>
                <a:lnTo>
                  <a:pt x="1094000" y="440000"/>
                </a:lnTo>
                <a:lnTo>
                  <a:pt x="0" y="440000"/>
                </a:lnTo>
                <a:close/>
              </a:path>
            </a:pathLst>
          </a:custGeom>
          <a:noFill/>
          <a:ln w="219456" cap="rnd" cmpd="sng" algn="ctr">
            <a:solidFill>
              <a:srgbClr val="FF2626">
                <a:alpha val="2500"/>
              </a:srgbClr>
            </a:solidFill>
            <a:round/>
            <a:headEnd type="none"/>
            <a:tailEnd type="none"/>
          </a:ln>
        </p:spPr>
      </p:sp>
      <p:sp>
        <p:nvSpPr>
          <p:cNvPr id="485" name="neuron-level models / 0475 frame soft colored edge"/>
          <p:cNvSpPr/>
          <p:nvPr/>
        </p:nvSpPr>
        <p:spPr>
          <a:xfrm>
            <a:off x="4800600" y="987552"/>
            <a:ext cx="10003536" cy="4023360"/>
          </a:xfrm>
          <a:custGeom>
            <a:avLst/>
            <a:gdLst/>
            <a:ahLst/>
            <a:cxnLst/>
            <a:rect l="0" t="0" r="r" b="b"/>
            <a:pathLst>
              <a:path w="1094000" h="440000" fill="none" stroke="1" extrusionOk="0">
                <a:moveTo>
                  <a:pt x="0" y="0"/>
                </a:moveTo>
                <a:lnTo>
                  <a:pt x="1094000" y="0"/>
                </a:lnTo>
                <a:lnTo>
                  <a:pt x="1094000" y="440000"/>
                </a:lnTo>
                <a:lnTo>
                  <a:pt x="0" y="440000"/>
                </a:lnTo>
                <a:close/>
              </a:path>
            </a:pathLst>
          </a:custGeom>
          <a:noFill/>
          <a:ln w="164592" cap="rnd" cmpd="sng" algn="ctr">
            <a:solidFill>
              <a:srgbClr val="FF2626">
                <a:alpha val="5000"/>
              </a:srgbClr>
            </a:solidFill>
            <a:round/>
            <a:headEnd type="none"/>
            <a:tailEnd type="none"/>
          </a:ln>
        </p:spPr>
      </p:sp>
      <p:sp>
        <p:nvSpPr>
          <p:cNvPr id="486" name="neuron-level models / 0476 frame soft colored edge"/>
          <p:cNvSpPr/>
          <p:nvPr/>
        </p:nvSpPr>
        <p:spPr>
          <a:xfrm>
            <a:off x="4800600" y="987552"/>
            <a:ext cx="10003536" cy="4023360"/>
          </a:xfrm>
          <a:custGeom>
            <a:avLst/>
            <a:gdLst/>
            <a:ahLst/>
            <a:cxnLst/>
            <a:rect l="0" t="0" r="r" b="b"/>
            <a:pathLst>
              <a:path w="1094000" h="440000" fill="none" stroke="1" extrusionOk="0">
                <a:moveTo>
                  <a:pt x="0" y="0"/>
                </a:moveTo>
                <a:lnTo>
                  <a:pt x="1094000" y="0"/>
                </a:lnTo>
                <a:lnTo>
                  <a:pt x="1094000" y="440000"/>
                </a:lnTo>
                <a:lnTo>
                  <a:pt x="0" y="440000"/>
                </a:lnTo>
                <a:close/>
              </a:path>
            </a:pathLst>
          </a:custGeom>
          <a:noFill/>
          <a:ln w="109728" cap="rnd" cmpd="sng" algn="ctr">
            <a:solidFill>
              <a:srgbClr val="FF2626">
                <a:alpha val="8000"/>
              </a:srgbClr>
            </a:solidFill>
            <a:round/>
            <a:headEnd type="none"/>
            <a:tailEnd type="none"/>
          </a:ln>
        </p:spPr>
      </p:sp>
      <p:sp>
        <p:nvSpPr>
          <p:cNvPr id="487" name="neuron-level models / 0477 frame soft colored edge"/>
          <p:cNvSpPr/>
          <p:nvPr/>
        </p:nvSpPr>
        <p:spPr>
          <a:xfrm>
            <a:off x="4800600" y="987552"/>
            <a:ext cx="10003536" cy="4023360"/>
          </a:xfrm>
          <a:custGeom>
            <a:avLst/>
            <a:gdLst/>
            <a:ahLst/>
            <a:cxnLst/>
            <a:rect l="0" t="0" r="r" b="b"/>
            <a:pathLst>
              <a:path w="1094000" h="440000" fill="none" stroke="1" extrusionOk="0">
                <a:moveTo>
                  <a:pt x="0" y="0"/>
                </a:moveTo>
                <a:lnTo>
                  <a:pt x="1094000" y="0"/>
                </a:lnTo>
                <a:lnTo>
                  <a:pt x="1094000" y="440000"/>
                </a:lnTo>
                <a:lnTo>
                  <a:pt x="0" y="440000"/>
                </a:lnTo>
                <a:close/>
              </a:path>
            </a:pathLst>
          </a:custGeom>
          <a:noFill/>
          <a:ln w="64008" cap="rnd" cmpd="sng" algn="ctr">
            <a:solidFill>
              <a:srgbClr val="FF2626">
                <a:alpha val="16000"/>
              </a:srgbClr>
            </a:solidFill>
            <a:round/>
            <a:headEnd type="none"/>
            <a:tailEnd type="none"/>
          </a:ln>
        </p:spPr>
      </p:sp>
      <p:sp>
        <p:nvSpPr>
          <p:cNvPr id="488" name="neuron-level models / 0478 panel frame"/>
          <p:cNvSpPr/>
          <p:nvPr/>
        </p:nvSpPr>
        <p:spPr>
          <a:xfrm>
            <a:off x="4800600" y="987552"/>
            <a:ext cx="10003536" cy="4023360"/>
          </a:xfrm>
          <a:custGeom>
            <a:avLst/>
            <a:gdLst/>
            <a:ahLst/>
            <a:cxnLst/>
            <a:rect l="0" t="0" r="r" b="b"/>
            <a:pathLst>
              <a:path w="1094000" h="440000" fill="none" stroke="1" extrusionOk="0">
                <a:moveTo>
                  <a:pt x="0" y="0"/>
                </a:moveTo>
                <a:lnTo>
                  <a:pt x="1094000" y="0"/>
                </a:lnTo>
                <a:lnTo>
                  <a:pt x="1094000" y="440000"/>
                </a:lnTo>
                <a:lnTo>
                  <a:pt x="0" y="440000"/>
                </a:lnTo>
                <a:close/>
              </a:path>
            </a:pathLst>
          </a:custGeom>
          <a:noFill/>
          <a:ln w="36576" cap="rnd" cmpd="sng" algn="ctr">
            <a:solidFill>
              <a:srgbClr val="000000"/>
            </a:solidFill>
            <a:round/>
            <a:headEnd type="none"/>
            <a:tailEnd type="none"/>
          </a:ln>
        </p:spPr>
      </p:sp>
      <p:sp>
        <p:nvSpPr>
          <p:cNvPr id="489" name="neuron-level models / 0479 activation stack"/>
          <p:cNvSpPr/>
          <p:nvPr/>
        </p:nvSpPr>
        <p:spPr>
          <a:xfrm>
            <a:off x="7479792" y="1380744"/>
            <a:ext cx="1344168" cy="3630168"/>
          </a:xfrm>
          <a:custGeom>
            <a:avLst/>
            <a:gdLst/>
            <a:ahLst/>
            <a:cxnLst/>
            <a:rect l="0" t="0" r="r" b="b"/>
            <a:pathLst>
              <a:path w="147000" h="397000" fill="norm" stroke="1" extrusionOk="0">
                <a:moveTo>
                  <a:pt x="0" y="0"/>
                </a:moveTo>
                <a:lnTo>
                  <a:pt x="147000" y="0"/>
                </a:lnTo>
                <a:lnTo>
                  <a:pt x="147000" y="397000"/>
                </a:lnTo>
                <a:lnTo>
                  <a:pt x="0" y="397000"/>
                </a:lnTo>
                <a:close/>
              </a:path>
            </a:pathLst>
          </a:custGeom>
          <a:gradFill rotWithShape="1">
            <a:gsLst>
              <a:gs pos="0">
                <a:srgbClr val="B2B2B2"/>
              </a:gs>
              <a:gs pos="100000">
                <a:srgbClr val="E4E4E4"/>
              </a:gs>
            </a:gsLst>
            <a:lin ang="5400000" scaled="1"/>
            <a:tileRect/>
          </a:gradFill>
          <a:ln w="36576" cap="rnd" cmpd="sng" algn="ctr">
            <a:solidFill>
              <a:srgbClr val="000000"/>
            </a:solidFill>
            <a:round/>
            <a:headEnd type="none"/>
            <a:tailEnd type="none"/>
          </a:ln>
        </p:spPr>
      </p:sp>
      <p:sp>
        <p:nvSpPr>
          <p:cNvPr id="490" name="neuron-level models / 0480 paper texture"/>
          <p:cNvSpPr/>
          <p:nvPr/>
        </p:nvSpPr>
        <p:spPr>
          <a:xfrm>
            <a:off x="7482696" y="1390432"/>
            <a:ext cx="1337964" cy="3611251"/>
          </a:xfrm>
          <a:custGeom>
            <a:avLst/>
            <a:gdLst/>
            <a:ahLst/>
            <a:cxnLst/>
            <a:rect l="0" t="0" r="r" b="b"/>
            <a:pathLst>
              <a:path w="146322" h="394931" fill="norm" stroke="1" extrusionOk="0">
                <a:moveTo>
                  <a:pt x="24435" y="271709"/>
                </a:moveTo>
                <a:lnTo>
                  <a:pt x="25960" y="272727"/>
                </a:lnTo>
                <a:lnTo>
                  <a:pt x="23673" y="272218"/>
                </a:lnTo>
                <a:close/>
                <a:moveTo>
                  <a:pt x="31789" y="312238"/>
                </a:moveTo>
                <a:lnTo>
                  <a:pt x="33633" y="313307"/>
                </a:lnTo>
                <a:lnTo>
                  <a:pt x="30866" y="312772"/>
                </a:lnTo>
                <a:close/>
                <a:moveTo>
                  <a:pt x="73415" y="92947"/>
                </a:moveTo>
                <a:lnTo>
                  <a:pt x="73770" y="93803"/>
                </a:lnTo>
                <a:lnTo>
                  <a:pt x="73237" y="93375"/>
                </a:lnTo>
                <a:close/>
                <a:moveTo>
                  <a:pt x="84975" y="27231"/>
                </a:moveTo>
                <a:lnTo>
                  <a:pt x="86793" y="27879"/>
                </a:lnTo>
                <a:lnTo>
                  <a:pt x="84065" y="27555"/>
                </a:lnTo>
                <a:close/>
                <a:moveTo>
                  <a:pt x="34191" y="16621"/>
                </a:moveTo>
                <a:lnTo>
                  <a:pt x="36386" y="18029"/>
                </a:lnTo>
                <a:lnTo>
                  <a:pt x="33093" y="17325"/>
                </a:lnTo>
                <a:close/>
                <a:moveTo>
                  <a:pt x="126688" y="242601"/>
                </a:moveTo>
                <a:lnTo>
                  <a:pt x="127101" y="243395"/>
                </a:lnTo>
                <a:lnTo>
                  <a:pt x="126482" y="242998"/>
                </a:lnTo>
                <a:close/>
                <a:moveTo>
                  <a:pt x="72330" y="45570"/>
                </a:moveTo>
                <a:lnTo>
                  <a:pt x="74441" y="46422"/>
                </a:lnTo>
                <a:lnTo>
                  <a:pt x="71274" y="45996"/>
                </a:lnTo>
                <a:close/>
                <a:moveTo>
                  <a:pt x="22976" y="322039"/>
                </a:moveTo>
                <a:lnTo>
                  <a:pt x="23557" y="323731"/>
                </a:lnTo>
                <a:lnTo>
                  <a:pt x="22685" y="322885"/>
                </a:lnTo>
                <a:close/>
                <a:moveTo>
                  <a:pt x="65933" y="217430"/>
                </a:moveTo>
                <a:lnTo>
                  <a:pt x="66917" y="218457"/>
                </a:lnTo>
                <a:lnTo>
                  <a:pt x="65441" y="217943"/>
                </a:lnTo>
                <a:close/>
                <a:moveTo>
                  <a:pt x="27597" y="14573"/>
                </a:moveTo>
                <a:lnTo>
                  <a:pt x="29549" y="15226"/>
                </a:lnTo>
                <a:lnTo>
                  <a:pt x="26621" y="14900"/>
                </a:lnTo>
                <a:close/>
                <a:moveTo>
                  <a:pt x="113040" y="82114"/>
                </a:moveTo>
                <a:lnTo>
                  <a:pt x="115182" y="83755"/>
                </a:lnTo>
                <a:lnTo>
                  <a:pt x="111969" y="82934"/>
                </a:lnTo>
                <a:close/>
                <a:moveTo>
                  <a:pt x="109373" y="300481"/>
                </a:moveTo>
                <a:lnTo>
                  <a:pt x="110797" y="301875"/>
                </a:lnTo>
                <a:lnTo>
                  <a:pt x="108660" y="301178"/>
                </a:lnTo>
                <a:close/>
                <a:moveTo>
                  <a:pt x="18319" y="187613"/>
                </a:moveTo>
                <a:lnTo>
                  <a:pt x="20199" y="188214"/>
                </a:lnTo>
                <a:lnTo>
                  <a:pt x="17379" y="187914"/>
                </a:lnTo>
                <a:close/>
                <a:moveTo>
                  <a:pt x="133619" y="349639"/>
                </a:moveTo>
                <a:lnTo>
                  <a:pt x="134726" y="350487"/>
                </a:lnTo>
                <a:lnTo>
                  <a:pt x="133065" y="350063"/>
                </a:lnTo>
                <a:close/>
                <a:moveTo>
                  <a:pt x="65673" y="151937"/>
                </a:moveTo>
                <a:lnTo>
                  <a:pt x="67863" y="152817"/>
                </a:lnTo>
                <a:lnTo>
                  <a:pt x="64578" y="152377"/>
                </a:lnTo>
                <a:close/>
                <a:moveTo>
                  <a:pt x="4547" y="36686"/>
                </a:moveTo>
                <a:lnTo>
                  <a:pt x="6225" y="38475"/>
                </a:lnTo>
                <a:lnTo>
                  <a:pt x="3708" y="37581"/>
                </a:lnTo>
                <a:close/>
                <a:moveTo>
                  <a:pt x="72108" y="193607"/>
                </a:moveTo>
                <a:lnTo>
                  <a:pt x="73476" y="195029"/>
                </a:lnTo>
                <a:lnTo>
                  <a:pt x="71424" y="194318"/>
                </a:lnTo>
                <a:close/>
                <a:moveTo>
                  <a:pt x="32655" y="239848"/>
                </a:moveTo>
                <a:lnTo>
                  <a:pt x="34035" y="241082"/>
                </a:lnTo>
                <a:lnTo>
                  <a:pt x="31965" y="240465"/>
                </a:lnTo>
                <a:close/>
                <a:moveTo>
                  <a:pt x="26700" y="66957"/>
                </a:moveTo>
                <a:lnTo>
                  <a:pt x="27694" y="68647"/>
                </a:lnTo>
                <a:lnTo>
                  <a:pt x="26203" y="67802"/>
                </a:lnTo>
                <a:close/>
                <a:moveTo>
                  <a:pt x="50595" y="235252"/>
                </a:moveTo>
                <a:lnTo>
                  <a:pt x="51512" y="235707"/>
                </a:lnTo>
                <a:lnTo>
                  <a:pt x="50136" y="235479"/>
                </a:lnTo>
                <a:close/>
                <a:moveTo>
                  <a:pt x="10135" y="320537"/>
                </a:moveTo>
                <a:lnTo>
                  <a:pt x="11923" y="321399"/>
                </a:lnTo>
                <a:lnTo>
                  <a:pt x="9241" y="320968"/>
                </a:lnTo>
                <a:close/>
                <a:moveTo>
                  <a:pt x="99085" y="266246"/>
                </a:moveTo>
                <a:lnTo>
                  <a:pt x="101098" y="267983"/>
                </a:lnTo>
                <a:lnTo>
                  <a:pt x="98079" y="267115"/>
                </a:lnTo>
                <a:close/>
                <a:moveTo>
                  <a:pt x="59293" y="389650"/>
                </a:moveTo>
                <a:lnTo>
                  <a:pt x="61421" y="390835"/>
                </a:lnTo>
                <a:lnTo>
                  <a:pt x="58228" y="390243"/>
                </a:lnTo>
                <a:close/>
                <a:moveTo>
                  <a:pt x="127859" y="193360"/>
                </a:moveTo>
                <a:lnTo>
                  <a:pt x="128904" y="194031"/>
                </a:lnTo>
                <a:lnTo>
                  <a:pt x="127336" y="193695"/>
                </a:lnTo>
                <a:close/>
                <a:moveTo>
                  <a:pt x="126847" y="63884"/>
                </a:moveTo>
                <a:lnTo>
                  <a:pt x="127326" y="65392"/>
                </a:lnTo>
                <a:lnTo>
                  <a:pt x="126608" y="64638"/>
                </a:lnTo>
                <a:close/>
                <a:moveTo>
                  <a:pt x="112126" y="190311"/>
                </a:moveTo>
                <a:lnTo>
                  <a:pt x="114025" y="190689"/>
                </a:lnTo>
                <a:lnTo>
                  <a:pt x="111177" y="190500"/>
                </a:lnTo>
                <a:close/>
                <a:moveTo>
                  <a:pt x="37831" y="114151"/>
                </a:moveTo>
                <a:lnTo>
                  <a:pt x="38957" y="114707"/>
                </a:lnTo>
                <a:lnTo>
                  <a:pt x="37268" y="114429"/>
                </a:lnTo>
                <a:close/>
                <a:moveTo>
                  <a:pt x="10683" y="133145"/>
                </a:moveTo>
                <a:lnTo>
                  <a:pt x="12697" y="134920"/>
                </a:lnTo>
                <a:lnTo>
                  <a:pt x="9677" y="134033"/>
                </a:lnTo>
                <a:close/>
                <a:moveTo>
                  <a:pt x="108085" y="188656"/>
                </a:moveTo>
                <a:lnTo>
                  <a:pt x="108901" y="190394"/>
                </a:lnTo>
                <a:lnTo>
                  <a:pt x="107676" y="189525"/>
                </a:lnTo>
                <a:close/>
                <a:moveTo>
                  <a:pt x="76373" y="287012"/>
                </a:moveTo>
                <a:lnTo>
                  <a:pt x="76775" y="287630"/>
                </a:lnTo>
                <a:lnTo>
                  <a:pt x="76172" y="287321"/>
                </a:lnTo>
                <a:close/>
                <a:moveTo>
                  <a:pt x="121392" y="313257"/>
                </a:moveTo>
                <a:lnTo>
                  <a:pt x="123373" y="314459"/>
                </a:lnTo>
                <a:lnTo>
                  <a:pt x="120402" y="313858"/>
                </a:lnTo>
                <a:close/>
                <a:moveTo>
                  <a:pt x="62038" y="228909"/>
                </a:moveTo>
                <a:lnTo>
                  <a:pt x="63960" y="229671"/>
                </a:lnTo>
                <a:lnTo>
                  <a:pt x="61078" y="229290"/>
                </a:lnTo>
                <a:close/>
                <a:moveTo>
                  <a:pt x="77627" y="108677"/>
                </a:moveTo>
                <a:lnTo>
                  <a:pt x="79398" y="108993"/>
                </a:lnTo>
                <a:lnTo>
                  <a:pt x="76741" y="108835"/>
                </a:lnTo>
                <a:close/>
                <a:moveTo>
                  <a:pt x="99365" y="375806"/>
                </a:moveTo>
                <a:lnTo>
                  <a:pt x="99759" y="376997"/>
                </a:lnTo>
                <a:lnTo>
                  <a:pt x="99169" y="376402"/>
                </a:lnTo>
                <a:close/>
                <a:moveTo>
                  <a:pt x="93398" y="335503"/>
                </a:moveTo>
                <a:lnTo>
                  <a:pt x="94829" y="336189"/>
                </a:lnTo>
                <a:lnTo>
                  <a:pt x="92683" y="335846"/>
                </a:lnTo>
                <a:close/>
                <a:moveTo>
                  <a:pt x="59090" y="377673"/>
                </a:moveTo>
                <a:lnTo>
                  <a:pt x="61115" y="378174"/>
                </a:lnTo>
                <a:lnTo>
                  <a:pt x="58077" y="377924"/>
                </a:lnTo>
                <a:close/>
                <a:moveTo>
                  <a:pt x="14339" y="36952"/>
                </a:moveTo>
                <a:lnTo>
                  <a:pt x="14736" y="37923"/>
                </a:lnTo>
                <a:lnTo>
                  <a:pt x="14141" y="37438"/>
                </a:lnTo>
                <a:close/>
                <a:moveTo>
                  <a:pt x="20961" y="341671"/>
                </a:moveTo>
                <a:lnTo>
                  <a:pt x="22524" y="342161"/>
                </a:lnTo>
                <a:lnTo>
                  <a:pt x="20180" y="341916"/>
                </a:lnTo>
                <a:close/>
                <a:moveTo>
                  <a:pt x="78249" y="127706"/>
                </a:moveTo>
                <a:lnTo>
                  <a:pt x="79513" y="128335"/>
                </a:lnTo>
                <a:lnTo>
                  <a:pt x="77617" y="128020"/>
                </a:lnTo>
                <a:close/>
                <a:moveTo>
                  <a:pt x="24598" y="72414"/>
                </a:moveTo>
                <a:lnTo>
                  <a:pt x="25647" y="73779"/>
                </a:lnTo>
                <a:lnTo>
                  <a:pt x="24074" y="73097"/>
                </a:lnTo>
                <a:close/>
                <a:moveTo>
                  <a:pt x="79888" y="18136"/>
                </a:moveTo>
                <a:lnTo>
                  <a:pt x="81553" y="19747"/>
                </a:lnTo>
                <a:lnTo>
                  <a:pt x="79055" y="18941"/>
                </a:lnTo>
                <a:close/>
                <a:moveTo>
                  <a:pt x="112174" y="311486"/>
                </a:moveTo>
                <a:lnTo>
                  <a:pt x="112539" y="312482"/>
                </a:lnTo>
                <a:lnTo>
                  <a:pt x="111992" y="311984"/>
                </a:lnTo>
                <a:close/>
                <a:moveTo>
                  <a:pt x="9825" y="300925"/>
                </a:moveTo>
                <a:lnTo>
                  <a:pt x="10500" y="302292"/>
                </a:lnTo>
                <a:lnTo>
                  <a:pt x="9488" y="301609"/>
                </a:lnTo>
                <a:close/>
                <a:moveTo>
                  <a:pt x="37101" y="274453"/>
                </a:moveTo>
                <a:lnTo>
                  <a:pt x="38031" y="274816"/>
                </a:lnTo>
                <a:lnTo>
                  <a:pt x="36636" y="274635"/>
                </a:lnTo>
                <a:close/>
                <a:moveTo>
                  <a:pt x="56680" y="121849"/>
                </a:moveTo>
                <a:lnTo>
                  <a:pt x="58696" y="122591"/>
                </a:lnTo>
                <a:lnTo>
                  <a:pt x="55672" y="122220"/>
                </a:lnTo>
                <a:close/>
                <a:moveTo>
                  <a:pt x="73132" y="216377"/>
                </a:moveTo>
                <a:lnTo>
                  <a:pt x="75236" y="216825"/>
                </a:lnTo>
                <a:lnTo>
                  <a:pt x="72080" y="216601"/>
                </a:lnTo>
                <a:close/>
                <a:moveTo>
                  <a:pt x="87252" y="200176"/>
                </a:moveTo>
                <a:lnTo>
                  <a:pt x="88961" y="201927"/>
                </a:lnTo>
                <a:lnTo>
                  <a:pt x="86398" y="201052"/>
                </a:lnTo>
                <a:close/>
                <a:moveTo>
                  <a:pt x="45345" y="275523"/>
                </a:moveTo>
                <a:lnTo>
                  <a:pt x="46668" y="276664"/>
                </a:lnTo>
                <a:lnTo>
                  <a:pt x="44684" y="276093"/>
                </a:lnTo>
                <a:close/>
                <a:moveTo>
                  <a:pt x="9859" y="320928"/>
                </a:moveTo>
                <a:lnTo>
                  <a:pt x="12016" y="321761"/>
                </a:lnTo>
                <a:lnTo>
                  <a:pt x="8780" y="321344"/>
                </a:lnTo>
                <a:close/>
                <a:moveTo>
                  <a:pt x="46489" y="391268"/>
                </a:moveTo>
                <a:lnTo>
                  <a:pt x="47038" y="391682"/>
                </a:lnTo>
                <a:lnTo>
                  <a:pt x="46214" y="391475"/>
                </a:lnTo>
                <a:close/>
                <a:moveTo>
                  <a:pt x="11242" y="320786"/>
                </a:moveTo>
                <a:lnTo>
                  <a:pt x="12998" y="321758"/>
                </a:lnTo>
                <a:lnTo>
                  <a:pt x="10364" y="321272"/>
                </a:lnTo>
                <a:close/>
                <a:moveTo>
                  <a:pt x="90163" y="7734"/>
                </a:moveTo>
                <a:lnTo>
                  <a:pt x="91705" y="8697"/>
                </a:lnTo>
                <a:lnTo>
                  <a:pt x="89391" y="8215"/>
                </a:lnTo>
                <a:close/>
                <a:moveTo>
                  <a:pt x="75192" y="153365"/>
                </a:moveTo>
                <a:lnTo>
                  <a:pt x="76285" y="154003"/>
                </a:lnTo>
                <a:lnTo>
                  <a:pt x="74645" y="153684"/>
                </a:lnTo>
                <a:close/>
                <a:moveTo>
                  <a:pt x="7713" y="170903"/>
                </a:moveTo>
                <a:lnTo>
                  <a:pt x="8520" y="172260"/>
                </a:lnTo>
                <a:lnTo>
                  <a:pt x="7309" y="171582"/>
                </a:lnTo>
                <a:close/>
                <a:moveTo>
                  <a:pt x="118373" y="285102"/>
                </a:moveTo>
                <a:lnTo>
                  <a:pt x="119567" y="285756"/>
                </a:lnTo>
                <a:lnTo>
                  <a:pt x="117776" y="285429"/>
                </a:lnTo>
                <a:close/>
                <a:moveTo>
                  <a:pt x="56181" y="191734"/>
                </a:moveTo>
                <a:lnTo>
                  <a:pt x="57700" y="193478"/>
                </a:lnTo>
                <a:lnTo>
                  <a:pt x="55422" y="192606"/>
                </a:lnTo>
                <a:close/>
                <a:moveTo>
                  <a:pt x="12981" y="188945"/>
                </a:moveTo>
                <a:lnTo>
                  <a:pt x="14241" y="190321"/>
                </a:lnTo>
                <a:lnTo>
                  <a:pt x="12351" y="189633"/>
                </a:lnTo>
                <a:close/>
                <a:moveTo>
                  <a:pt x="128912" y="307070"/>
                </a:moveTo>
                <a:lnTo>
                  <a:pt x="130422" y="308507"/>
                </a:lnTo>
                <a:lnTo>
                  <a:pt x="128158" y="307788"/>
                </a:lnTo>
                <a:close/>
                <a:moveTo>
                  <a:pt x="96879" y="338349"/>
                </a:moveTo>
                <a:lnTo>
                  <a:pt x="98522" y="339674"/>
                </a:lnTo>
                <a:lnTo>
                  <a:pt x="96057" y="339012"/>
                </a:lnTo>
                <a:close/>
                <a:moveTo>
                  <a:pt x="36007" y="361112"/>
                </a:moveTo>
                <a:lnTo>
                  <a:pt x="37071" y="362334"/>
                </a:lnTo>
                <a:lnTo>
                  <a:pt x="35475" y="361723"/>
                </a:lnTo>
                <a:close/>
                <a:moveTo>
                  <a:pt x="119459" y="379640"/>
                </a:moveTo>
                <a:lnTo>
                  <a:pt x="121639" y="379950"/>
                </a:lnTo>
                <a:lnTo>
                  <a:pt x="118369" y="379795"/>
                </a:lnTo>
                <a:close/>
                <a:moveTo>
                  <a:pt x="45699" y="122763"/>
                </a:moveTo>
                <a:lnTo>
                  <a:pt x="46773" y="123281"/>
                </a:lnTo>
                <a:lnTo>
                  <a:pt x="45162" y="123022"/>
                </a:lnTo>
                <a:close/>
                <a:moveTo>
                  <a:pt x="80350" y="31270"/>
                </a:moveTo>
                <a:lnTo>
                  <a:pt x="81259" y="32985"/>
                </a:lnTo>
                <a:lnTo>
                  <a:pt x="79895" y="32128"/>
                </a:lnTo>
                <a:close/>
                <a:moveTo>
                  <a:pt x="107582" y="182106"/>
                </a:moveTo>
                <a:lnTo>
                  <a:pt x="108132" y="183840"/>
                </a:lnTo>
                <a:lnTo>
                  <a:pt x="107307" y="182973"/>
                </a:lnTo>
                <a:close/>
                <a:moveTo>
                  <a:pt x="102051" y="81033"/>
                </a:moveTo>
                <a:lnTo>
                  <a:pt x="103022" y="82295"/>
                </a:lnTo>
                <a:lnTo>
                  <a:pt x="101566" y="81664"/>
                </a:lnTo>
                <a:close/>
                <a:moveTo>
                  <a:pt x="98837" y="102723"/>
                </a:moveTo>
                <a:lnTo>
                  <a:pt x="100947" y="103506"/>
                </a:lnTo>
                <a:lnTo>
                  <a:pt x="97782" y="103115"/>
                </a:lnTo>
                <a:close/>
                <a:moveTo>
                  <a:pt x="37293" y="333017"/>
                </a:moveTo>
                <a:lnTo>
                  <a:pt x="37927" y="334339"/>
                </a:lnTo>
                <a:lnTo>
                  <a:pt x="36976" y="333678"/>
                </a:lnTo>
                <a:close/>
                <a:moveTo>
                  <a:pt x="29465" y="235540"/>
                </a:moveTo>
                <a:lnTo>
                  <a:pt x="30329" y="236409"/>
                </a:lnTo>
                <a:lnTo>
                  <a:pt x="29034" y="235975"/>
                </a:lnTo>
                <a:close/>
                <a:moveTo>
                  <a:pt x="136148" y="183925"/>
                </a:moveTo>
                <a:lnTo>
                  <a:pt x="137306" y="185151"/>
                </a:lnTo>
                <a:lnTo>
                  <a:pt x="135569" y="184538"/>
                </a:lnTo>
                <a:close/>
                <a:moveTo>
                  <a:pt x="41093" y="68633"/>
                </a:moveTo>
                <a:lnTo>
                  <a:pt x="42154" y="69342"/>
                </a:lnTo>
                <a:lnTo>
                  <a:pt x="40562" y="68987"/>
                </a:lnTo>
                <a:close/>
                <a:moveTo>
                  <a:pt x="27820" y="378490"/>
                </a:moveTo>
                <a:lnTo>
                  <a:pt x="28234" y="380006"/>
                </a:lnTo>
                <a:lnTo>
                  <a:pt x="27613" y="379248"/>
                </a:lnTo>
                <a:close/>
                <a:moveTo>
                  <a:pt x="135286" y="277553"/>
                </a:moveTo>
                <a:lnTo>
                  <a:pt x="135672" y="278604"/>
                </a:lnTo>
                <a:lnTo>
                  <a:pt x="135094" y="278078"/>
                </a:lnTo>
                <a:close/>
                <a:moveTo>
                  <a:pt x="6337" y="239438"/>
                </a:moveTo>
                <a:lnTo>
                  <a:pt x="7983" y="240098"/>
                </a:lnTo>
                <a:lnTo>
                  <a:pt x="5514" y="239768"/>
                </a:lnTo>
                <a:close/>
                <a:moveTo>
                  <a:pt x="1777" y="214436"/>
                </a:moveTo>
                <a:lnTo>
                  <a:pt x="2302" y="215199"/>
                </a:lnTo>
                <a:lnTo>
                  <a:pt x="1515" y="214818"/>
                </a:lnTo>
                <a:close/>
                <a:moveTo>
                  <a:pt x="66073" y="352355"/>
                </a:moveTo>
                <a:lnTo>
                  <a:pt x="67108" y="352858"/>
                </a:lnTo>
                <a:lnTo>
                  <a:pt x="65556" y="352607"/>
                </a:lnTo>
                <a:close/>
                <a:moveTo>
                  <a:pt x="114689" y="323945"/>
                </a:moveTo>
                <a:lnTo>
                  <a:pt x="116019" y="324319"/>
                </a:lnTo>
                <a:lnTo>
                  <a:pt x="114025" y="324132"/>
                </a:lnTo>
                <a:close/>
                <a:moveTo>
                  <a:pt x="27693" y="158711"/>
                </a:moveTo>
                <a:lnTo>
                  <a:pt x="29064" y="159349"/>
                </a:lnTo>
                <a:lnTo>
                  <a:pt x="27008" y="159030"/>
                </a:lnTo>
                <a:close/>
                <a:moveTo>
                  <a:pt x="116224" y="332277"/>
                </a:moveTo>
                <a:lnTo>
                  <a:pt x="118286" y="333903"/>
                </a:lnTo>
                <a:lnTo>
                  <a:pt x="115193" y="333090"/>
                </a:lnTo>
                <a:close/>
                <a:moveTo>
                  <a:pt x="3218" y="229276"/>
                </a:moveTo>
                <a:lnTo>
                  <a:pt x="3716" y="230926"/>
                </a:lnTo>
                <a:lnTo>
                  <a:pt x="2968" y="230101"/>
                </a:lnTo>
                <a:close/>
                <a:moveTo>
                  <a:pt x="108240" y="299095"/>
                </a:moveTo>
                <a:lnTo>
                  <a:pt x="108938" y="299485"/>
                </a:lnTo>
                <a:lnTo>
                  <a:pt x="107891" y="299290"/>
                </a:lnTo>
                <a:close/>
                <a:moveTo>
                  <a:pt x="118072" y="238909"/>
                </a:moveTo>
                <a:lnTo>
                  <a:pt x="119569" y="239916"/>
                </a:lnTo>
                <a:lnTo>
                  <a:pt x="117323" y="239413"/>
                </a:lnTo>
                <a:close/>
                <a:moveTo>
                  <a:pt x="115899" y="133111"/>
                </a:moveTo>
                <a:lnTo>
                  <a:pt x="116748" y="133940"/>
                </a:lnTo>
                <a:lnTo>
                  <a:pt x="115474" y="133526"/>
                </a:lnTo>
                <a:close/>
                <a:moveTo>
                  <a:pt x="43593" y="247020"/>
                </a:moveTo>
                <a:lnTo>
                  <a:pt x="45589" y="247427"/>
                </a:lnTo>
                <a:lnTo>
                  <a:pt x="42594" y="247224"/>
                </a:lnTo>
                <a:close/>
                <a:moveTo>
                  <a:pt x="10421" y="201572"/>
                </a:moveTo>
                <a:lnTo>
                  <a:pt x="12026" y="202157"/>
                </a:lnTo>
                <a:lnTo>
                  <a:pt x="9619" y="201865"/>
                </a:lnTo>
                <a:close/>
                <a:moveTo>
                  <a:pt x="39542" y="23092"/>
                </a:moveTo>
                <a:lnTo>
                  <a:pt x="39961" y="24135"/>
                </a:lnTo>
                <a:lnTo>
                  <a:pt x="39333" y="23613"/>
                </a:lnTo>
                <a:close/>
                <a:moveTo>
                  <a:pt x="98711" y="257291"/>
                </a:moveTo>
                <a:lnTo>
                  <a:pt x="99354" y="257747"/>
                </a:lnTo>
                <a:lnTo>
                  <a:pt x="98390" y="257519"/>
                </a:lnTo>
                <a:close/>
                <a:moveTo>
                  <a:pt x="134727" y="212132"/>
                </a:moveTo>
                <a:lnTo>
                  <a:pt x="135833" y="213469"/>
                </a:lnTo>
                <a:lnTo>
                  <a:pt x="134174" y="212801"/>
                </a:lnTo>
                <a:close/>
                <a:moveTo>
                  <a:pt x="105488" y="206625"/>
                </a:moveTo>
                <a:lnTo>
                  <a:pt x="105983" y="208166"/>
                </a:lnTo>
                <a:lnTo>
                  <a:pt x="105240" y="207395"/>
                </a:lnTo>
                <a:close/>
                <a:moveTo>
                  <a:pt x="31457" y="15889"/>
                </a:moveTo>
                <a:lnTo>
                  <a:pt x="32459" y="16988"/>
                </a:lnTo>
                <a:lnTo>
                  <a:pt x="30957" y="16438"/>
                </a:lnTo>
                <a:close/>
                <a:moveTo>
                  <a:pt x="91147" y="68534"/>
                </a:moveTo>
                <a:lnTo>
                  <a:pt x="92810" y="69574"/>
                </a:lnTo>
                <a:lnTo>
                  <a:pt x="90316" y="69054"/>
                </a:lnTo>
                <a:close/>
                <a:moveTo>
                  <a:pt x="24012" y="335217"/>
                </a:moveTo>
                <a:lnTo>
                  <a:pt x="25854" y="336876"/>
                </a:lnTo>
                <a:lnTo>
                  <a:pt x="23091" y="336047"/>
                </a:lnTo>
                <a:close/>
                <a:moveTo>
                  <a:pt x="98527" y="85562"/>
                </a:moveTo>
                <a:lnTo>
                  <a:pt x="100316" y="87216"/>
                </a:lnTo>
                <a:lnTo>
                  <a:pt x="97633" y="86389"/>
                </a:lnTo>
                <a:close/>
                <a:moveTo>
                  <a:pt x="77471" y="357878"/>
                </a:moveTo>
                <a:lnTo>
                  <a:pt x="79616" y="358764"/>
                </a:lnTo>
                <a:lnTo>
                  <a:pt x="76399" y="358321"/>
                </a:lnTo>
                <a:close/>
                <a:moveTo>
                  <a:pt x="136307" y="369031"/>
                </a:moveTo>
                <a:lnTo>
                  <a:pt x="138125" y="369348"/>
                </a:lnTo>
                <a:lnTo>
                  <a:pt x="135397" y="369189"/>
                </a:lnTo>
                <a:close/>
                <a:moveTo>
                  <a:pt x="51359" y="241697"/>
                </a:moveTo>
                <a:lnTo>
                  <a:pt x="52832" y="243130"/>
                </a:lnTo>
                <a:lnTo>
                  <a:pt x="50622" y="242414"/>
                </a:lnTo>
                <a:close/>
                <a:moveTo>
                  <a:pt x="93830" y="63561"/>
                </a:moveTo>
                <a:lnTo>
                  <a:pt x="95902" y="64666"/>
                </a:lnTo>
                <a:lnTo>
                  <a:pt x="92794" y="64113"/>
                </a:lnTo>
                <a:close/>
                <a:moveTo>
                  <a:pt x="127646" y="81432"/>
                </a:moveTo>
                <a:lnTo>
                  <a:pt x="129842" y="82564"/>
                </a:lnTo>
                <a:lnTo>
                  <a:pt x="126548" y="81998"/>
                </a:lnTo>
                <a:close/>
                <a:moveTo>
                  <a:pt x="112366" y="291485"/>
                </a:moveTo>
                <a:lnTo>
                  <a:pt x="114349" y="292329"/>
                </a:lnTo>
                <a:lnTo>
                  <a:pt x="111374" y="291907"/>
                </a:lnTo>
                <a:close/>
                <a:moveTo>
                  <a:pt x="12608" y="159737"/>
                </a:moveTo>
                <a:lnTo>
                  <a:pt x="13288" y="160846"/>
                </a:lnTo>
                <a:lnTo>
                  <a:pt x="12268" y="160292"/>
                </a:lnTo>
                <a:close/>
                <a:moveTo>
                  <a:pt x="118039" y="142655"/>
                </a:moveTo>
                <a:lnTo>
                  <a:pt x="118631" y="142995"/>
                </a:lnTo>
                <a:lnTo>
                  <a:pt x="117743" y="142825"/>
                </a:lnTo>
                <a:close/>
                <a:moveTo>
                  <a:pt x="61587" y="228630"/>
                </a:moveTo>
                <a:lnTo>
                  <a:pt x="61986" y="229928"/>
                </a:lnTo>
                <a:lnTo>
                  <a:pt x="61388" y="229279"/>
                </a:lnTo>
                <a:close/>
                <a:moveTo>
                  <a:pt x="31048" y="42115"/>
                </a:moveTo>
                <a:lnTo>
                  <a:pt x="33114" y="43200"/>
                </a:lnTo>
                <a:lnTo>
                  <a:pt x="30014" y="42657"/>
                </a:lnTo>
                <a:close/>
                <a:moveTo>
                  <a:pt x="129573" y="202431"/>
                </a:moveTo>
                <a:lnTo>
                  <a:pt x="130151" y="203091"/>
                </a:lnTo>
                <a:lnTo>
                  <a:pt x="129285" y="202761"/>
                </a:lnTo>
                <a:close/>
                <a:moveTo>
                  <a:pt x="61776" y="252443"/>
                </a:moveTo>
                <a:lnTo>
                  <a:pt x="63552" y="253870"/>
                </a:lnTo>
                <a:lnTo>
                  <a:pt x="60888" y="253156"/>
                </a:lnTo>
                <a:close/>
                <a:moveTo>
                  <a:pt x="94395" y="99603"/>
                </a:moveTo>
                <a:lnTo>
                  <a:pt x="95540" y="100471"/>
                </a:lnTo>
                <a:lnTo>
                  <a:pt x="93822" y="100037"/>
                </a:lnTo>
                <a:close/>
                <a:moveTo>
                  <a:pt x="71182" y="104542"/>
                </a:moveTo>
                <a:lnTo>
                  <a:pt x="72527" y="105531"/>
                </a:lnTo>
                <a:lnTo>
                  <a:pt x="70509" y="105037"/>
                </a:lnTo>
                <a:close/>
                <a:moveTo>
                  <a:pt x="5802" y="324162"/>
                </a:moveTo>
                <a:lnTo>
                  <a:pt x="7237" y="325666"/>
                </a:lnTo>
                <a:lnTo>
                  <a:pt x="5084" y="324914"/>
                </a:lnTo>
                <a:close/>
                <a:moveTo>
                  <a:pt x="106745" y="287889"/>
                </a:moveTo>
                <a:lnTo>
                  <a:pt x="108933" y="288755"/>
                </a:lnTo>
                <a:lnTo>
                  <a:pt x="105651" y="288322"/>
                </a:lnTo>
                <a:close/>
                <a:moveTo>
                  <a:pt x="57363" y="1416"/>
                </a:moveTo>
                <a:lnTo>
                  <a:pt x="58942" y="2588"/>
                </a:lnTo>
                <a:lnTo>
                  <a:pt x="56573" y="2002"/>
                </a:lnTo>
                <a:close/>
                <a:moveTo>
                  <a:pt x="83689" y="393014"/>
                </a:moveTo>
                <a:lnTo>
                  <a:pt x="84404" y="393655"/>
                </a:lnTo>
                <a:lnTo>
                  <a:pt x="83332" y="393335"/>
                </a:lnTo>
                <a:close/>
                <a:moveTo>
                  <a:pt x="106399" y="320017"/>
                </a:moveTo>
                <a:lnTo>
                  <a:pt x="107642" y="320400"/>
                </a:lnTo>
                <a:lnTo>
                  <a:pt x="105777" y="320208"/>
                </a:lnTo>
                <a:close/>
                <a:moveTo>
                  <a:pt x="54023" y="325529"/>
                </a:moveTo>
                <a:lnTo>
                  <a:pt x="55298" y="326521"/>
                </a:lnTo>
                <a:lnTo>
                  <a:pt x="53386" y="326025"/>
                </a:lnTo>
                <a:close/>
                <a:moveTo>
                  <a:pt x="56764" y="247560"/>
                </a:moveTo>
                <a:lnTo>
                  <a:pt x="58221" y="248899"/>
                </a:lnTo>
                <a:lnTo>
                  <a:pt x="56035" y="248230"/>
                </a:lnTo>
                <a:close/>
                <a:moveTo>
                  <a:pt x="125282" y="295951"/>
                </a:moveTo>
                <a:lnTo>
                  <a:pt x="126325" y="296626"/>
                </a:lnTo>
                <a:lnTo>
                  <a:pt x="124760" y="296288"/>
                </a:lnTo>
                <a:close/>
                <a:moveTo>
                  <a:pt x="113275" y="312351"/>
                </a:moveTo>
                <a:lnTo>
                  <a:pt x="115342" y="312949"/>
                </a:lnTo>
                <a:lnTo>
                  <a:pt x="112241" y="312650"/>
                </a:lnTo>
                <a:close/>
                <a:moveTo>
                  <a:pt x="122750" y="350836"/>
                </a:moveTo>
                <a:lnTo>
                  <a:pt x="123243" y="351598"/>
                </a:lnTo>
                <a:lnTo>
                  <a:pt x="122504" y="351217"/>
                </a:lnTo>
                <a:close/>
                <a:moveTo>
                  <a:pt x="91931" y="57528"/>
                </a:moveTo>
                <a:lnTo>
                  <a:pt x="93819" y="58225"/>
                </a:lnTo>
                <a:lnTo>
                  <a:pt x="90987" y="57876"/>
                </a:lnTo>
                <a:close/>
                <a:moveTo>
                  <a:pt x="98941" y="116488"/>
                </a:moveTo>
                <a:lnTo>
                  <a:pt x="99695" y="117098"/>
                </a:lnTo>
                <a:lnTo>
                  <a:pt x="98564" y="116793"/>
                </a:lnTo>
                <a:close/>
                <a:moveTo>
                  <a:pt x="72332" y="280882"/>
                </a:moveTo>
                <a:lnTo>
                  <a:pt x="73085" y="282212"/>
                </a:lnTo>
                <a:lnTo>
                  <a:pt x="71955" y="281547"/>
                </a:lnTo>
                <a:close/>
                <a:moveTo>
                  <a:pt x="48937" y="255749"/>
                </a:moveTo>
                <a:lnTo>
                  <a:pt x="49969" y="256339"/>
                </a:lnTo>
                <a:lnTo>
                  <a:pt x="48422" y="256044"/>
                </a:lnTo>
                <a:close/>
                <a:moveTo>
                  <a:pt x="20991" y="22693"/>
                </a:moveTo>
                <a:lnTo>
                  <a:pt x="22629" y="23614"/>
                </a:lnTo>
                <a:lnTo>
                  <a:pt x="20172" y="23154"/>
                </a:lnTo>
                <a:close/>
                <a:moveTo>
                  <a:pt x="18430" y="346880"/>
                </a:moveTo>
                <a:lnTo>
                  <a:pt x="19991" y="347212"/>
                </a:lnTo>
                <a:lnTo>
                  <a:pt x="17649" y="347046"/>
                </a:lnTo>
                <a:close/>
                <a:moveTo>
                  <a:pt x="105046" y="234232"/>
                </a:moveTo>
                <a:lnTo>
                  <a:pt x="106217" y="235283"/>
                </a:lnTo>
                <a:lnTo>
                  <a:pt x="104460" y="234757"/>
                </a:lnTo>
                <a:close/>
                <a:moveTo>
                  <a:pt x="139242" y="147257"/>
                </a:moveTo>
                <a:lnTo>
                  <a:pt x="140769" y="148510"/>
                </a:lnTo>
                <a:lnTo>
                  <a:pt x="138478" y="147883"/>
                </a:lnTo>
                <a:close/>
                <a:moveTo>
                  <a:pt x="53347" y="136413"/>
                </a:moveTo>
                <a:lnTo>
                  <a:pt x="55094" y="137667"/>
                </a:lnTo>
                <a:lnTo>
                  <a:pt x="52474" y="137040"/>
                </a:lnTo>
                <a:close/>
                <a:moveTo>
                  <a:pt x="66479" y="202370"/>
                </a:moveTo>
                <a:lnTo>
                  <a:pt x="67242" y="203854"/>
                </a:lnTo>
                <a:lnTo>
                  <a:pt x="66097" y="203112"/>
                </a:lnTo>
                <a:close/>
                <a:moveTo>
                  <a:pt x="3545" y="253356"/>
                </a:moveTo>
                <a:lnTo>
                  <a:pt x="4736" y="253988"/>
                </a:lnTo>
                <a:lnTo>
                  <a:pt x="2949" y="253672"/>
                </a:lnTo>
                <a:close/>
                <a:moveTo>
                  <a:pt x="85182" y="229655"/>
                </a:moveTo>
                <a:lnTo>
                  <a:pt x="85692" y="230690"/>
                </a:lnTo>
                <a:lnTo>
                  <a:pt x="84926" y="230173"/>
                </a:lnTo>
                <a:close/>
                <a:moveTo>
                  <a:pt x="24453" y="314785"/>
                </a:moveTo>
                <a:lnTo>
                  <a:pt x="25408" y="315577"/>
                </a:lnTo>
                <a:lnTo>
                  <a:pt x="23976" y="315181"/>
                </a:lnTo>
                <a:close/>
                <a:moveTo>
                  <a:pt x="31699" y="18903"/>
                </a:moveTo>
                <a:lnTo>
                  <a:pt x="32394" y="19430"/>
                </a:lnTo>
                <a:lnTo>
                  <a:pt x="31351" y="19167"/>
                </a:lnTo>
                <a:close/>
                <a:moveTo>
                  <a:pt x="90564" y="333795"/>
                </a:moveTo>
                <a:lnTo>
                  <a:pt x="91323" y="334263"/>
                </a:lnTo>
                <a:lnTo>
                  <a:pt x="90184" y="334029"/>
                </a:lnTo>
                <a:close/>
                <a:moveTo>
                  <a:pt x="77645" y="45489"/>
                </a:moveTo>
                <a:lnTo>
                  <a:pt x="78745" y="46931"/>
                </a:lnTo>
                <a:lnTo>
                  <a:pt x="77095" y="46210"/>
                </a:lnTo>
                <a:close/>
                <a:moveTo>
                  <a:pt x="29937" y="275599"/>
                </a:moveTo>
                <a:lnTo>
                  <a:pt x="31284" y="276026"/>
                </a:lnTo>
                <a:lnTo>
                  <a:pt x="29264" y="275813"/>
                </a:lnTo>
                <a:close/>
                <a:moveTo>
                  <a:pt x="35608" y="236102"/>
                </a:moveTo>
                <a:lnTo>
                  <a:pt x="36136" y="236707"/>
                </a:lnTo>
                <a:lnTo>
                  <a:pt x="35344" y="236404"/>
                </a:lnTo>
                <a:close/>
                <a:moveTo>
                  <a:pt x="83732" y="322270"/>
                </a:moveTo>
                <a:lnTo>
                  <a:pt x="85044" y="323565"/>
                </a:lnTo>
                <a:lnTo>
                  <a:pt x="83075" y="322917"/>
                </a:lnTo>
                <a:close/>
                <a:moveTo>
                  <a:pt x="1989" y="119166"/>
                </a:moveTo>
                <a:lnTo>
                  <a:pt x="2927" y="120837"/>
                </a:lnTo>
                <a:lnTo>
                  <a:pt x="1519" y="120002"/>
                </a:lnTo>
                <a:close/>
                <a:moveTo>
                  <a:pt x="52165" y="309154"/>
                </a:moveTo>
                <a:lnTo>
                  <a:pt x="52578" y="310202"/>
                </a:lnTo>
                <a:lnTo>
                  <a:pt x="51958" y="309678"/>
                </a:lnTo>
                <a:close/>
                <a:moveTo>
                  <a:pt x="129051" y="303836"/>
                </a:moveTo>
                <a:lnTo>
                  <a:pt x="130474" y="304409"/>
                </a:lnTo>
                <a:lnTo>
                  <a:pt x="128340" y="304123"/>
                </a:lnTo>
                <a:close/>
                <a:moveTo>
                  <a:pt x="134059" y="31378"/>
                </a:moveTo>
                <a:lnTo>
                  <a:pt x="136194" y="32842"/>
                </a:lnTo>
                <a:lnTo>
                  <a:pt x="132992" y="32110"/>
                </a:lnTo>
                <a:close/>
                <a:moveTo>
                  <a:pt x="104320" y="209009"/>
                </a:moveTo>
                <a:lnTo>
                  <a:pt x="104974" y="209821"/>
                </a:lnTo>
                <a:lnTo>
                  <a:pt x="103993" y="209415"/>
                </a:lnTo>
                <a:close/>
                <a:moveTo>
                  <a:pt x="96291" y="258398"/>
                </a:moveTo>
                <a:lnTo>
                  <a:pt x="97362" y="259899"/>
                </a:lnTo>
                <a:lnTo>
                  <a:pt x="95756" y="259148"/>
                </a:lnTo>
                <a:close/>
                <a:moveTo>
                  <a:pt x="8374" y="113120"/>
                </a:moveTo>
                <a:lnTo>
                  <a:pt x="8891" y="113908"/>
                </a:lnTo>
                <a:lnTo>
                  <a:pt x="8115" y="113514"/>
                </a:lnTo>
                <a:close/>
                <a:moveTo>
                  <a:pt x="114865" y="296800"/>
                </a:moveTo>
                <a:lnTo>
                  <a:pt x="115491" y="297563"/>
                </a:lnTo>
                <a:lnTo>
                  <a:pt x="114552" y="297182"/>
                </a:lnTo>
                <a:close/>
                <a:moveTo>
                  <a:pt x="16828" y="260733"/>
                </a:moveTo>
                <a:lnTo>
                  <a:pt x="17997" y="261380"/>
                </a:lnTo>
                <a:lnTo>
                  <a:pt x="16244" y="261056"/>
                </a:lnTo>
                <a:close/>
                <a:moveTo>
                  <a:pt x="54563" y="340832"/>
                </a:moveTo>
                <a:lnTo>
                  <a:pt x="55700" y="342168"/>
                </a:lnTo>
                <a:lnTo>
                  <a:pt x="53995" y="341500"/>
                </a:lnTo>
                <a:close/>
                <a:moveTo>
                  <a:pt x="91072" y="186544"/>
                </a:moveTo>
                <a:lnTo>
                  <a:pt x="92452" y="187390"/>
                </a:lnTo>
                <a:lnTo>
                  <a:pt x="90383" y="186967"/>
                </a:lnTo>
                <a:close/>
                <a:moveTo>
                  <a:pt x="29247" y="194743"/>
                </a:moveTo>
                <a:lnTo>
                  <a:pt x="30161" y="195538"/>
                </a:lnTo>
                <a:lnTo>
                  <a:pt x="28791" y="195141"/>
                </a:lnTo>
                <a:close/>
                <a:moveTo>
                  <a:pt x="27545" y="359803"/>
                </a:moveTo>
                <a:lnTo>
                  <a:pt x="28682" y="360404"/>
                </a:lnTo>
                <a:lnTo>
                  <a:pt x="26976" y="360104"/>
                </a:lnTo>
                <a:close/>
                <a:moveTo>
                  <a:pt x="5251" y="84349"/>
                </a:moveTo>
                <a:lnTo>
                  <a:pt x="7208" y="85154"/>
                </a:lnTo>
                <a:lnTo>
                  <a:pt x="4273" y="84751"/>
                </a:lnTo>
                <a:close/>
                <a:moveTo>
                  <a:pt x="96739" y="90761"/>
                </a:moveTo>
                <a:lnTo>
                  <a:pt x="98292" y="91736"/>
                </a:lnTo>
                <a:lnTo>
                  <a:pt x="95962" y="91248"/>
                </a:lnTo>
                <a:close/>
                <a:moveTo>
                  <a:pt x="106723" y="208148"/>
                </a:moveTo>
                <a:lnTo>
                  <a:pt x="107767" y="208868"/>
                </a:lnTo>
                <a:lnTo>
                  <a:pt x="106201" y="208508"/>
                </a:lnTo>
                <a:close/>
                <a:moveTo>
                  <a:pt x="86256" y="327698"/>
                </a:moveTo>
                <a:lnTo>
                  <a:pt x="87886" y="328719"/>
                </a:lnTo>
                <a:lnTo>
                  <a:pt x="85442" y="328208"/>
                </a:lnTo>
                <a:close/>
                <a:moveTo>
                  <a:pt x="47988" y="351163"/>
                </a:moveTo>
                <a:lnTo>
                  <a:pt x="49903" y="351681"/>
                </a:lnTo>
                <a:lnTo>
                  <a:pt x="47030" y="351422"/>
                </a:lnTo>
                <a:close/>
                <a:moveTo>
                  <a:pt x="98493" y="304141"/>
                </a:moveTo>
                <a:lnTo>
                  <a:pt x="100093" y="305887"/>
                </a:lnTo>
                <a:lnTo>
                  <a:pt x="97693" y="305014"/>
                </a:lnTo>
                <a:close/>
                <a:moveTo>
                  <a:pt x="127259" y="96890"/>
                </a:moveTo>
                <a:lnTo>
                  <a:pt x="129453" y="97681"/>
                </a:lnTo>
                <a:lnTo>
                  <a:pt x="126162" y="97285"/>
                </a:lnTo>
                <a:close/>
                <a:moveTo>
                  <a:pt x="55376" y="384639"/>
                </a:moveTo>
                <a:lnTo>
                  <a:pt x="56035" y="385532"/>
                </a:lnTo>
                <a:lnTo>
                  <a:pt x="55046" y="385086"/>
                </a:lnTo>
                <a:close/>
                <a:moveTo>
                  <a:pt x="90814" y="107461"/>
                </a:moveTo>
                <a:lnTo>
                  <a:pt x="91658" y="108952"/>
                </a:lnTo>
                <a:lnTo>
                  <a:pt x="90392" y="108206"/>
                </a:lnTo>
                <a:close/>
                <a:moveTo>
                  <a:pt x="88885" y="293018"/>
                </a:moveTo>
                <a:lnTo>
                  <a:pt x="90696" y="294626"/>
                </a:lnTo>
                <a:lnTo>
                  <a:pt x="87979" y="293822"/>
                </a:lnTo>
                <a:close/>
                <a:moveTo>
                  <a:pt x="129359" y="324352"/>
                </a:moveTo>
                <a:lnTo>
                  <a:pt x="131519" y="325401"/>
                </a:lnTo>
                <a:lnTo>
                  <a:pt x="128279" y="324876"/>
                </a:lnTo>
                <a:close/>
                <a:moveTo>
                  <a:pt x="101711" y="202403"/>
                </a:moveTo>
                <a:lnTo>
                  <a:pt x="103854" y="203685"/>
                </a:lnTo>
                <a:lnTo>
                  <a:pt x="100639" y="203044"/>
                </a:lnTo>
                <a:close/>
                <a:moveTo>
                  <a:pt x="62686" y="261572"/>
                </a:moveTo>
                <a:lnTo>
                  <a:pt x="63581" y="262066"/>
                </a:lnTo>
                <a:lnTo>
                  <a:pt x="62238" y="261819"/>
                </a:lnTo>
                <a:close/>
                <a:moveTo>
                  <a:pt x="56310" y="53873"/>
                </a:moveTo>
                <a:lnTo>
                  <a:pt x="56667" y="54311"/>
                </a:lnTo>
                <a:lnTo>
                  <a:pt x="56131" y="54092"/>
                </a:lnTo>
                <a:close/>
                <a:moveTo>
                  <a:pt x="66109" y="300697"/>
                </a:moveTo>
                <a:lnTo>
                  <a:pt x="66549" y="301952"/>
                </a:lnTo>
                <a:lnTo>
                  <a:pt x="65889" y="301324"/>
                </a:lnTo>
                <a:close/>
                <a:moveTo>
                  <a:pt x="16713" y="201021"/>
                </a:moveTo>
                <a:lnTo>
                  <a:pt x="17610" y="201989"/>
                </a:lnTo>
                <a:lnTo>
                  <a:pt x="16264" y="201505"/>
                </a:lnTo>
                <a:close/>
                <a:moveTo>
                  <a:pt x="103200" y="162826"/>
                </a:moveTo>
                <a:lnTo>
                  <a:pt x="104275" y="164218"/>
                </a:lnTo>
                <a:lnTo>
                  <a:pt x="102663" y="163522"/>
                </a:lnTo>
                <a:close/>
                <a:moveTo>
                  <a:pt x="17366" y="137421"/>
                </a:moveTo>
                <a:lnTo>
                  <a:pt x="19014" y="138973"/>
                </a:lnTo>
                <a:lnTo>
                  <a:pt x="16542" y="138197"/>
                </a:lnTo>
                <a:close/>
                <a:moveTo>
                  <a:pt x="141718" y="101258"/>
                </a:moveTo>
                <a:lnTo>
                  <a:pt x="143225" y="102027"/>
                </a:lnTo>
                <a:lnTo>
                  <a:pt x="140965" y="101643"/>
                </a:lnTo>
                <a:close/>
                <a:moveTo>
                  <a:pt x="101747" y="333340"/>
                </a:moveTo>
                <a:lnTo>
                  <a:pt x="102347" y="334157"/>
                </a:lnTo>
                <a:lnTo>
                  <a:pt x="101447" y="333748"/>
                </a:lnTo>
                <a:close/>
                <a:moveTo>
                  <a:pt x="135501" y="138785"/>
                </a:moveTo>
                <a:lnTo>
                  <a:pt x="137021" y="140313"/>
                </a:lnTo>
                <a:lnTo>
                  <a:pt x="134741" y="139549"/>
                </a:lnTo>
                <a:close/>
                <a:moveTo>
                  <a:pt x="40814" y="308616"/>
                </a:moveTo>
                <a:lnTo>
                  <a:pt x="41171" y="309427"/>
                </a:lnTo>
                <a:lnTo>
                  <a:pt x="40636" y="309021"/>
                </a:lnTo>
                <a:close/>
                <a:moveTo>
                  <a:pt x="24715" y="136208"/>
                </a:moveTo>
                <a:lnTo>
                  <a:pt x="25460" y="136546"/>
                </a:lnTo>
                <a:lnTo>
                  <a:pt x="24343" y="136377"/>
                </a:lnTo>
                <a:close/>
                <a:moveTo>
                  <a:pt x="116333" y="68298"/>
                </a:moveTo>
                <a:lnTo>
                  <a:pt x="117744" y="69430"/>
                </a:lnTo>
                <a:lnTo>
                  <a:pt x="115628" y="68864"/>
                </a:lnTo>
                <a:close/>
                <a:moveTo>
                  <a:pt x="123009" y="333640"/>
                </a:moveTo>
                <a:lnTo>
                  <a:pt x="124509" y="334193"/>
                </a:lnTo>
                <a:lnTo>
                  <a:pt x="122259" y="333917"/>
                </a:lnTo>
                <a:close/>
                <a:moveTo>
                  <a:pt x="110243" y="38357"/>
                </a:moveTo>
                <a:lnTo>
                  <a:pt x="112311" y="39119"/>
                </a:lnTo>
                <a:lnTo>
                  <a:pt x="109210" y="38738"/>
                </a:lnTo>
                <a:close/>
                <a:moveTo>
                  <a:pt x="37081" y="85283"/>
                </a:moveTo>
                <a:lnTo>
                  <a:pt x="38164" y="86770"/>
                </a:lnTo>
                <a:lnTo>
                  <a:pt x="36539" y="86026"/>
                </a:lnTo>
                <a:close/>
                <a:moveTo>
                  <a:pt x="123787" y="293889"/>
                </a:moveTo>
                <a:lnTo>
                  <a:pt x="125486" y="294555"/>
                </a:lnTo>
                <a:lnTo>
                  <a:pt x="122937" y="294222"/>
                </a:lnTo>
                <a:close/>
                <a:moveTo>
                  <a:pt x="46935" y="119805"/>
                </a:moveTo>
                <a:lnTo>
                  <a:pt x="48086" y="121416"/>
                </a:lnTo>
                <a:lnTo>
                  <a:pt x="46359" y="120610"/>
                </a:lnTo>
                <a:close/>
                <a:moveTo>
                  <a:pt x="144100" y="32940"/>
                </a:moveTo>
                <a:lnTo>
                  <a:pt x="146234" y="34618"/>
                </a:lnTo>
                <a:lnTo>
                  <a:pt x="143033" y="33779"/>
                </a:lnTo>
                <a:close/>
                <a:moveTo>
                  <a:pt x="67055" y="272905"/>
                </a:moveTo>
                <a:lnTo>
                  <a:pt x="68856" y="273485"/>
                </a:lnTo>
                <a:lnTo>
                  <a:pt x="66154" y="273195"/>
                </a:lnTo>
                <a:close/>
                <a:moveTo>
                  <a:pt x="89364" y="386729"/>
                </a:moveTo>
                <a:lnTo>
                  <a:pt x="91342" y="388397"/>
                </a:lnTo>
                <a:lnTo>
                  <a:pt x="88374" y="387563"/>
                </a:lnTo>
                <a:close/>
                <a:moveTo>
                  <a:pt x="12884" y="281516"/>
                </a:moveTo>
                <a:lnTo>
                  <a:pt x="14134" y="283180"/>
                </a:lnTo>
                <a:lnTo>
                  <a:pt x="12259" y="282348"/>
                </a:lnTo>
                <a:close/>
                <a:moveTo>
                  <a:pt x="24714" y="216163"/>
                </a:moveTo>
                <a:lnTo>
                  <a:pt x="25287" y="217670"/>
                </a:lnTo>
                <a:lnTo>
                  <a:pt x="24428" y="216917"/>
                </a:lnTo>
                <a:close/>
                <a:moveTo>
                  <a:pt x="104732" y="12213"/>
                </a:moveTo>
                <a:lnTo>
                  <a:pt x="105655" y="12725"/>
                </a:lnTo>
                <a:lnTo>
                  <a:pt x="104271" y="12469"/>
                </a:lnTo>
                <a:close/>
                <a:moveTo>
                  <a:pt x="92189" y="248152"/>
                </a:moveTo>
                <a:lnTo>
                  <a:pt x="92654" y="249879"/>
                </a:lnTo>
                <a:lnTo>
                  <a:pt x="91956" y="249015"/>
                </a:lnTo>
                <a:close/>
                <a:moveTo>
                  <a:pt x="139681" y="173570"/>
                </a:moveTo>
                <a:lnTo>
                  <a:pt x="141093" y="174416"/>
                </a:lnTo>
                <a:lnTo>
                  <a:pt x="138975" y="173993"/>
                </a:lnTo>
                <a:close/>
                <a:moveTo>
                  <a:pt x="87971" y="156915"/>
                </a:moveTo>
                <a:lnTo>
                  <a:pt x="89136" y="158340"/>
                </a:lnTo>
                <a:lnTo>
                  <a:pt x="87388" y="157627"/>
                </a:lnTo>
                <a:close/>
                <a:moveTo>
                  <a:pt x="27532" y="117464"/>
                </a:moveTo>
                <a:lnTo>
                  <a:pt x="29295" y="118102"/>
                </a:lnTo>
                <a:lnTo>
                  <a:pt x="26651" y="117783"/>
                </a:lnTo>
                <a:close/>
                <a:moveTo>
                  <a:pt x="10590" y="359092"/>
                </a:moveTo>
                <a:lnTo>
                  <a:pt x="11235" y="360008"/>
                </a:lnTo>
                <a:lnTo>
                  <a:pt x="10268" y="359550"/>
                </a:lnTo>
                <a:close/>
                <a:moveTo>
                  <a:pt x="45824" y="103045"/>
                </a:moveTo>
                <a:lnTo>
                  <a:pt x="46826" y="104151"/>
                </a:lnTo>
                <a:lnTo>
                  <a:pt x="45323" y="103598"/>
                </a:lnTo>
                <a:close/>
                <a:moveTo>
                  <a:pt x="17395" y="210038"/>
                </a:moveTo>
                <a:lnTo>
                  <a:pt x="17839" y="210457"/>
                </a:lnTo>
                <a:lnTo>
                  <a:pt x="17172" y="210248"/>
                </a:lnTo>
                <a:close/>
                <a:moveTo>
                  <a:pt x="29794" y="94614"/>
                </a:moveTo>
                <a:lnTo>
                  <a:pt x="30775" y="95350"/>
                </a:lnTo>
                <a:lnTo>
                  <a:pt x="29303" y="94982"/>
                </a:lnTo>
                <a:close/>
                <a:moveTo>
                  <a:pt x="121190" y="259194"/>
                </a:moveTo>
                <a:lnTo>
                  <a:pt x="122415" y="260651"/>
                </a:lnTo>
                <a:lnTo>
                  <a:pt x="120577" y="259922"/>
                </a:lnTo>
                <a:close/>
                <a:moveTo>
                  <a:pt x="99449" y="124200"/>
                </a:moveTo>
                <a:lnTo>
                  <a:pt x="100938" y="125618"/>
                </a:lnTo>
                <a:lnTo>
                  <a:pt x="98704" y="124909"/>
                </a:lnTo>
                <a:close/>
                <a:moveTo>
                  <a:pt x="77626" y="296434"/>
                </a:moveTo>
                <a:lnTo>
                  <a:pt x="79147" y="298126"/>
                </a:lnTo>
                <a:lnTo>
                  <a:pt x="76866" y="297280"/>
                </a:lnTo>
                <a:close/>
                <a:moveTo>
                  <a:pt x="38716" y="264539"/>
                </a:moveTo>
                <a:lnTo>
                  <a:pt x="40873" y="265632"/>
                </a:lnTo>
                <a:lnTo>
                  <a:pt x="37637" y="265085"/>
                </a:lnTo>
                <a:close/>
                <a:moveTo>
                  <a:pt x="131037" y="37253"/>
                </a:moveTo>
                <a:lnTo>
                  <a:pt x="132725" y="37951"/>
                </a:lnTo>
                <a:lnTo>
                  <a:pt x="130192" y="37602"/>
                </a:lnTo>
                <a:close/>
                <a:moveTo>
                  <a:pt x="108724" y="166791"/>
                </a:moveTo>
                <a:lnTo>
                  <a:pt x="110064" y="167464"/>
                </a:lnTo>
                <a:lnTo>
                  <a:pt x="108054" y="167128"/>
                </a:lnTo>
                <a:close/>
                <a:moveTo>
                  <a:pt x="37696" y="340944"/>
                </a:moveTo>
                <a:lnTo>
                  <a:pt x="39236" y="342187"/>
                </a:lnTo>
                <a:lnTo>
                  <a:pt x="36926" y="341566"/>
                </a:lnTo>
                <a:close/>
                <a:moveTo>
                  <a:pt x="17348" y="115422"/>
                </a:moveTo>
                <a:lnTo>
                  <a:pt x="19489" y="116027"/>
                </a:lnTo>
                <a:lnTo>
                  <a:pt x="16278" y="115725"/>
                </a:lnTo>
                <a:close/>
                <a:moveTo>
                  <a:pt x="78128" y="274390"/>
                </a:moveTo>
                <a:lnTo>
                  <a:pt x="79423" y="275522"/>
                </a:lnTo>
                <a:lnTo>
                  <a:pt x="77481" y="274956"/>
                </a:lnTo>
                <a:close/>
                <a:moveTo>
                  <a:pt x="140388" y="307813"/>
                </a:moveTo>
                <a:lnTo>
                  <a:pt x="141176" y="308759"/>
                </a:lnTo>
                <a:lnTo>
                  <a:pt x="139994" y="308286"/>
                </a:lnTo>
                <a:close/>
                <a:moveTo>
                  <a:pt x="61119" y="269339"/>
                </a:moveTo>
                <a:lnTo>
                  <a:pt x="62718" y="270031"/>
                </a:lnTo>
                <a:lnTo>
                  <a:pt x="60319" y="269685"/>
                </a:lnTo>
                <a:close/>
                <a:moveTo>
                  <a:pt x="100389" y="169851"/>
                </a:moveTo>
                <a:lnTo>
                  <a:pt x="100767" y="170589"/>
                </a:lnTo>
                <a:lnTo>
                  <a:pt x="100200" y="170220"/>
                </a:lnTo>
                <a:close/>
                <a:moveTo>
                  <a:pt x="54952" y="77530"/>
                </a:moveTo>
                <a:lnTo>
                  <a:pt x="56543" y="79318"/>
                </a:lnTo>
                <a:lnTo>
                  <a:pt x="54157" y="78424"/>
                </a:lnTo>
                <a:close/>
                <a:moveTo>
                  <a:pt x="134821" y="248014"/>
                </a:moveTo>
                <a:lnTo>
                  <a:pt x="136757" y="249052"/>
                </a:lnTo>
                <a:lnTo>
                  <a:pt x="133853" y="248533"/>
                </a:lnTo>
                <a:close/>
                <a:moveTo>
                  <a:pt x="85155" y="352071"/>
                </a:moveTo>
                <a:lnTo>
                  <a:pt x="85615" y="352914"/>
                </a:lnTo>
                <a:lnTo>
                  <a:pt x="84925" y="352492"/>
                </a:lnTo>
                <a:close/>
                <a:moveTo>
                  <a:pt x="54552" y="134308"/>
                </a:moveTo>
                <a:lnTo>
                  <a:pt x="55694" y="134694"/>
                </a:lnTo>
                <a:lnTo>
                  <a:pt x="53981" y="134501"/>
                </a:lnTo>
                <a:close/>
                <a:moveTo>
                  <a:pt x="98467" y="376914"/>
                </a:moveTo>
                <a:lnTo>
                  <a:pt x="99250" y="377493"/>
                </a:lnTo>
                <a:lnTo>
                  <a:pt x="98075" y="377204"/>
                </a:lnTo>
                <a:close/>
                <a:moveTo>
                  <a:pt x="48874" y="313751"/>
                </a:moveTo>
                <a:lnTo>
                  <a:pt x="49643" y="315208"/>
                </a:lnTo>
                <a:lnTo>
                  <a:pt x="48490" y="314479"/>
                </a:lnTo>
                <a:close/>
                <a:moveTo>
                  <a:pt x="25552" y="234390"/>
                </a:moveTo>
                <a:lnTo>
                  <a:pt x="27236" y="235701"/>
                </a:lnTo>
                <a:lnTo>
                  <a:pt x="24710" y="235045"/>
                </a:lnTo>
                <a:close/>
                <a:moveTo>
                  <a:pt x="12843" y="376856"/>
                </a:moveTo>
                <a:lnTo>
                  <a:pt x="14761" y="377878"/>
                </a:lnTo>
                <a:lnTo>
                  <a:pt x="11883" y="377367"/>
                </a:lnTo>
                <a:close/>
                <a:moveTo>
                  <a:pt x="124437" y="236728"/>
                </a:moveTo>
                <a:lnTo>
                  <a:pt x="125099" y="237623"/>
                </a:lnTo>
                <a:lnTo>
                  <a:pt x="124106" y="237175"/>
                </a:lnTo>
                <a:close/>
                <a:moveTo>
                  <a:pt x="118872" y="182657"/>
                </a:moveTo>
                <a:lnTo>
                  <a:pt x="119299" y="183206"/>
                </a:lnTo>
                <a:lnTo>
                  <a:pt x="118658" y="182932"/>
                </a:lnTo>
                <a:close/>
                <a:moveTo>
                  <a:pt x="27496" y="230823"/>
                </a:moveTo>
                <a:lnTo>
                  <a:pt x="29037" y="231795"/>
                </a:lnTo>
                <a:lnTo>
                  <a:pt x="26725" y="231309"/>
                </a:lnTo>
                <a:close/>
                <a:moveTo>
                  <a:pt x="58822" y="379287"/>
                </a:moveTo>
                <a:lnTo>
                  <a:pt x="59807" y="380596"/>
                </a:lnTo>
                <a:lnTo>
                  <a:pt x="58330" y="379942"/>
                </a:lnTo>
                <a:close/>
                <a:moveTo>
                  <a:pt x="30140" y="202484"/>
                </a:moveTo>
                <a:lnTo>
                  <a:pt x="30823" y="202954"/>
                </a:lnTo>
                <a:lnTo>
                  <a:pt x="29799" y="202719"/>
                </a:lnTo>
                <a:close/>
                <a:moveTo>
                  <a:pt x="49172" y="45257"/>
                </a:moveTo>
                <a:lnTo>
                  <a:pt x="50227" y="46536"/>
                </a:lnTo>
                <a:lnTo>
                  <a:pt x="48645" y="45896"/>
                </a:lnTo>
                <a:close/>
                <a:moveTo>
                  <a:pt x="79755" y="313420"/>
                </a:moveTo>
                <a:lnTo>
                  <a:pt x="80988" y="313846"/>
                </a:lnTo>
                <a:lnTo>
                  <a:pt x="79138" y="313633"/>
                </a:lnTo>
                <a:close/>
                <a:moveTo>
                  <a:pt x="105422" y="158335"/>
                </a:moveTo>
                <a:lnTo>
                  <a:pt x="107162" y="160098"/>
                </a:lnTo>
                <a:lnTo>
                  <a:pt x="104552" y="159217"/>
                </a:lnTo>
                <a:close/>
                <a:moveTo>
                  <a:pt x="76170" y="98608"/>
                </a:moveTo>
                <a:lnTo>
                  <a:pt x="77182" y="99656"/>
                </a:lnTo>
                <a:lnTo>
                  <a:pt x="75664" y="99132"/>
                </a:lnTo>
                <a:close/>
                <a:moveTo>
                  <a:pt x="46640" y="39899"/>
                </a:moveTo>
                <a:lnTo>
                  <a:pt x="47727" y="41184"/>
                </a:lnTo>
                <a:lnTo>
                  <a:pt x="46097" y="40541"/>
                </a:lnTo>
                <a:close/>
                <a:moveTo>
                  <a:pt x="118188" y="300027"/>
                </a:moveTo>
                <a:lnTo>
                  <a:pt x="120174" y="301529"/>
                </a:lnTo>
                <a:lnTo>
                  <a:pt x="117195" y="300778"/>
                </a:lnTo>
                <a:close/>
                <a:moveTo>
                  <a:pt x="59923" y="253808"/>
                </a:moveTo>
                <a:lnTo>
                  <a:pt x="60373" y="255299"/>
                </a:lnTo>
                <a:lnTo>
                  <a:pt x="59698" y="254553"/>
                </a:lnTo>
                <a:close/>
                <a:moveTo>
                  <a:pt x="102633" y="104463"/>
                </a:moveTo>
                <a:lnTo>
                  <a:pt x="103856" y="105170"/>
                </a:lnTo>
                <a:lnTo>
                  <a:pt x="102021" y="104816"/>
                </a:lnTo>
                <a:close/>
                <a:moveTo>
                  <a:pt x="115179" y="168058"/>
                </a:moveTo>
                <a:lnTo>
                  <a:pt x="116974" y="169744"/>
                </a:lnTo>
                <a:lnTo>
                  <a:pt x="114282" y="168901"/>
                </a:lnTo>
                <a:close/>
                <a:moveTo>
                  <a:pt x="112665" y="149710"/>
                </a:moveTo>
                <a:lnTo>
                  <a:pt x="113648" y="151428"/>
                </a:lnTo>
                <a:lnTo>
                  <a:pt x="112173" y="150569"/>
                </a:lnTo>
                <a:close/>
                <a:moveTo>
                  <a:pt x="130932" y="74678"/>
                </a:moveTo>
                <a:lnTo>
                  <a:pt x="131952" y="76160"/>
                </a:lnTo>
                <a:lnTo>
                  <a:pt x="130422" y="75419"/>
                </a:lnTo>
                <a:close/>
                <a:moveTo>
                  <a:pt x="109609" y="111494"/>
                </a:moveTo>
                <a:lnTo>
                  <a:pt x="110785" y="113237"/>
                </a:lnTo>
                <a:lnTo>
                  <a:pt x="109021" y="112366"/>
                </a:lnTo>
                <a:close/>
                <a:moveTo>
                  <a:pt x="13673" y="107922"/>
                </a:moveTo>
                <a:lnTo>
                  <a:pt x="15251" y="109583"/>
                </a:lnTo>
                <a:lnTo>
                  <a:pt x="12883" y="108753"/>
                </a:lnTo>
                <a:close/>
                <a:moveTo>
                  <a:pt x="137031" y="184885"/>
                </a:moveTo>
                <a:lnTo>
                  <a:pt x="138843" y="186644"/>
                </a:lnTo>
                <a:lnTo>
                  <a:pt x="136125" y="185765"/>
                </a:lnTo>
                <a:close/>
                <a:moveTo>
                  <a:pt x="48126" y="89567"/>
                </a:moveTo>
                <a:lnTo>
                  <a:pt x="48956" y="91041"/>
                </a:lnTo>
                <a:lnTo>
                  <a:pt x="47711" y="90304"/>
                </a:lnTo>
                <a:close/>
                <a:moveTo>
                  <a:pt x="20778" y="215332"/>
                </a:moveTo>
                <a:lnTo>
                  <a:pt x="22848" y="215934"/>
                </a:lnTo>
                <a:lnTo>
                  <a:pt x="19743" y="215633"/>
                </a:lnTo>
                <a:close/>
                <a:moveTo>
                  <a:pt x="91223" y="208707"/>
                </a:moveTo>
                <a:lnTo>
                  <a:pt x="93360" y="209777"/>
                </a:lnTo>
                <a:lnTo>
                  <a:pt x="90154" y="209242"/>
                </a:lnTo>
                <a:close/>
                <a:moveTo>
                  <a:pt x="71368" y="355933"/>
                </a:moveTo>
                <a:lnTo>
                  <a:pt x="73109" y="356451"/>
                </a:lnTo>
                <a:lnTo>
                  <a:pt x="70497" y="356192"/>
                </a:lnTo>
                <a:close/>
                <a:moveTo>
                  <a:pt x="116429" y="157210"/>
                </a:moveTo>
                <a:lnTo>
                  <a:pt x="118571" y="158955"/>
                </a:lnTo>
                <a:lnTo>
                  <a:pt x="115358" y="158083"/>
                </a:lnTo>
                <a:close/>
                <a:moveTo>
                  <a:pt x="71706" y="163876"/>
                </a:moveTo>
                <a:lnTo>
                  <a:pt x="72476" y="164591"/>
                </a:lnTo>
                <a:lnTo>
                  <a:pt x="71321" y="164233"/>
                </a:lnTo>
                <a:close/>
                <a:moveTo>
                  <a:pt x="30362" y="66207"/>
                </a:moveTo>
                <a:lnTo>
                  <a:pt x="32063" y="66584"/>
                </a:lnTo>
                <a:lnTo>
                  <a:pt x="29511" y="66395"/>
                </a:lnTo>
                <a:close/>
                <a:moveTo>
                  <a:pt x="86906" y="235492"/>
                </a:moveTo>
                <a:lnTo>
                  <a:pt x="88617" y="236643"/>
                </a:lnTo>
                <a:lnTo>
                  <a:pt x="86050" y="236067"/>
                </a:lnTo>
                <a:close/>
                <a:moveTo>
                  <a:pt x="134211" y="110756"/>
                </a:moveTo>
                <a:lnTo>
                  <a:pt x="134733" y="111929"/>
                </a:lnTo>
                <a:lnTo>
                  <a:pt x="133949" y="111342"/>
                </a:lnTo>
                <a:close/>
                <a:moveTo>
                  <a:pt x="39467" y="389259"/>
                </a:moveTo>
                <a:lnTo>
                  <a:pt x="41522" y="390590"/>
                </a:lnTo>
                <a:lnTo>
                  <a:pt x="38439" y="389924"/>
                </a:lnTo>
                <a:close/>
                <a:moveTo>
                  <a:pt x="120728" y="96237"/>
                </a:moveTo>
                <a:lnTo>
                  <a:pt x="121976" y="97111"/>
                </a:lnTo>
                <a:lnTo>
                  <a:pt x="120105" y="96674"/>
                </a:lnTo>
                <a:close/>
                <a:moveTo>
                  <a:pt x="50388" y="147226"/>
                </a:moveTo>
                <a:lnTo>
                  <a:pt x="51622" y="148507"/>
                </a:lnTo>
                <a:lnTo>
                  <a:pt x="49771" y="147866"/>
                </a:lnTo>
                <a:close/>
                <a:moveTo>
                  <a:pt x="4308" y="212431"/>
                </a:moveTo>
                <a:lnTo>
                  <a:pt x="4895" y="214184"/>
                </a:lnTo>
                <a:lnTo>
                  <a:pt x="4015" y="213308"/>
                </a:lnTo>
                <a:close/>
                <a:moveTo>
                  <a:pt x="80135" y="232079"/>
                </a:moveTo>
                <a:lnTo>
                  <a:pt x="81068" y="233438"/>
                </a:lnTo>
                <a:lnTo>
                  <a:pt x="79669" y="232758"/>
                </a:lnTo>
                <a:close/>
                <a:moveTo>
                  <a:pt x="102926" y="358519"/>
                </a:moveTo>
                <a:lnTo>
                  <a:pt x="104350" y="359224"/>
                </a:lnTo>
                <a:lnTo>
                  <a:pt x="102214" y="358871"/>
                </a:lnTo>
                <a:close/>
                <a:moveTo>
                  <a:pt x="91195" y="19772"/>
                </a:moveTo>
                <a:lnTo>
                  <a:pt x="92922" y="20532"/>
                </a:lnTo>
                <a:lnTo>
                  <a:pt x="90332" y="20152"/>
                </a:lnTo>
                <a:close/>
                <a:moveTo>
                  <a:pt x="104274" y="51922"/>
                </a:moveTo>
                <a:lnTo>
                  <a:pt x="105729" y="52476"/>
                </a:lnTo>
                <a:lnTo>
                  <a:pt x="103546" y="52199"/>
                </a:lnTo>
                <a:close/>
                <a:moveTo>
                  <a:pt x="5945" y="103866"/>
                </a:moveTo>
                <a:lnTo>
                  <a:pt x="7865" y="104749"/>
                </a:lnTo>
                <a:lnTo>
                  <a:pt x="4985" y="104308"/>
                </a:lnTo>
                <a:close/>
                <a:moveTo>
                  <a:pt x="75969" y="311330"/>
                </a:moveTo>
                <a:lnTo>
                  <a:pt x="78129" y="312019"/>
                </a:lnTo>
                <a:lnTo>
                  <a:pt x="74889" y="311675"/>
                </a:lnTo>
                <a:close/>
                <a:moveTo>
                  <a:pt x="100628" y="307976"/>
                </a:moveTo>
                <a:lnTo>
                  <a:pt x="102446" y="308796"/>
                </a:lnTo>
                <a:lnTo>
                  <a:pt x="99718" y="308386"/>
                </a:lnTo>
                <a:close/>
                <a:moveTo>
                  <a:pt x="68992" y="308810"/>
                </a:moveTo>
                <a:lnTo>
                  <a:pt x="69806" y="309839"/>
                </a:lnTo>
                <a:lnTo>
                  <a:pt x="68585" y="309325"/>
                </a:lnTo>
                <a:close/>
                <a:moveTo>
                  <a:pt x="91909" y="335332"/>
                </a:moveTo>
                <a:lnTo>
                  <a:pt x="92710" y="336630"/>
                </a:lnTo>
                <a:lnTo>
                  <a:pt x="91508" y="335981"/>
                </a:lnTo>
                <a:close/>
                <a:moveTo>
                  <a:pt x="31950" y="61753"/>
                </a:moveTo>
                <a:lnTo>
                  <a:pt x="33182" y="63025"/>
                </a:lnTo>
                <a:lnTo>
                  <a:pt x="31333" y="62389"/>
                </a:lnTo>
                <a:close/>
                <a:moveTo>
                  <a:pt x="92864" y="373485"/>
                </a:moveTo>
                <a:lnTo>
                  <a:pt x="93518" y="374581"/>
                </a:lnTo>
                <a:lnTo>
                  <a:pt x="92537" y="374033"/>
                </a:lnTo>
                <a:close/>
                <a:moveTo>
                  <a:pt x="69806" y="101932"/>
                </a:moveTo>
                <a:lnTo>
                  <a:pt x="71854" y="102448"/>
                </a:lnTo>
                <a:lnTo>
                  <a:pt x="68782" y="102190"/>
                </a:lnTo>
                <a:close/>
                <a:moveTo>
                  <a:pt x="38204" y="15850"/>
                </a:moveTo>
                <a:lnTo>
                  <a:pt x="39745" y="17137"/>
                </a:lnTo>
                <a:lnTo>
                  <a:pt x="37434" y="16493"/>
                </a:lnTo>
                <a:close/>
                <a:moveTo>
                  <a:pt x="32888" y="363138"/>
                </a:moveTo>
                <a:lnTo>
                  <a:pt x="34412" y="363740"/>
                </a:lnTo>
                <a:lnTo>
                  <a:pt x="32125" y="363439"/>
                </a:lnTo>
                <a:close/>
                <a:moveTo>
                  <a:pt x="136285" y="336156"/>
                </a:moveTo>
                <a:lnTo>
                  <a:pt x="137216" y="337753"/>
                </a:lnTo>
                <a:lnTo>
                  <a:pt x="135820" y="336954"/>
                </a:lnTo>
                <a:close/>
                <a:moveTo>
                  <a:pt x="19443" y="137003"/>
                </a:moveTo>
                <a:lnTo>
                  <a:pt x="20568" y="138736"/>
                </a:lnTo>
                <a:lnTo>
                  <a:pt x="18881" y="137869"/>
                </a:lnTo>
                <a:close/>
                <a:moveTo>
                  <a:pt x="43702" y="151934"/>
                </a:moveTo>
                <a:lnTo>
                  <a:pt x="44435" y="153463"/>
                </a:lnTo>
                <a:lnTo>
                  <a:pt x="43335" y="152698"/>
                </a:lnTo>
                <a:close/>
                <a:moveTo>
                  <a:pt x="27109" y="333936"/>
                </a:moveTo>
                <a:lnTo>
                  <a:pt x="28089" y="335060"/>
                </a:lnTo>
                <a:lnTo>
                  <a:pt x="26618" y="334498"/>
                </a:lnTo>
                <a:close/>
                <a:moveTo>
                  <a:pt x="126911" y="105007"/>
                </a:moveTo>
                <a:lnTo>
                  <a:pt x="128239" y="106261"/>
                </a:lnTo>
                <a:lnTo>
                  <a:pt x="126247" y="105634"/>
                </a:lnTo>
                <a:close/>
                <a:moveTo>
                  <a:pt x="83872" y="160444"/>
                </a:moveTo>
                <a:lnTo>
                  <a:pt x="85417" y="161215"/>
                </a:lnTo>
                <a:lnTo>
                  <a:pt x="83099" y="160830"/>
                </a:lnTo>
                <a:close/>
                <a:moveTo>
                  <a:pt x="23009" y="3464"/>
                </a:moveTo>
                <a:lnTo>
                  <a:pt x="24480" y="4625"/>
                </a:lnTo>
                <a:lnTo>
                  <a:pt x="22274" y="4044"/>
                </a:lnTo>
                <a:close/>
                <a:moveTo>
                  <a:pt x="115826" y="61714"/>
                </a:moveTo>
                <a:lnTo>
                  <a:pt x="117420" y="62694"/>
                </a:lnTo>
                <a:lnTo>
                  <a:pt x="115028" y="62204"/>
                </a:lnTo>
                <a:close/>
                <a:moveTo>
                  <a:pt x="76285" y="327539"/>
                </a:moveTo>
                <a:lnTo>
                  <a:pt x="77596" y="328492"/>
                </a:lnTo>
                <a:lnTo>
                  <a:pt x="75630" y="328016"/>
                </a:lnTo>
                <a:close/>
                <a:moveTo>
                  <a:pt x="93652" y="58188"/>
                </a:moveTo>
                <a:lnTo>
                  <a:pt x="95617" y="59264"/>
                </a:lnTo>
                <a:lnTo>
                  <a:pt x="92670" y="58726"/>
                </a:lnTo>
                <a:close/>
                <a:moveTo>
                  <a:pt x="6786" y="189636"/>
                </a:moveTo>
                <a:lnTo>
                  <a:pt x="8886" y="191405"/>
                </a:lnTo>
                <a:lnTo>
                  <a:pt x="5737" y="190521"/>
                </a:lnTo>
                <a:close/>
                <a:moveTo>
                  <a:pt x="62071" y="104524"/>
                </a:moveTo>
                <a:lnTo>
                  <a:pt x="64154" y="105251"/>
                </a:lnTo>
                <a:lnTo>
                  <a:pt x="61030" y="104887"/>
                </a:lnTo>
                <a:close/>
                <a:moveTo>
                  <a:pt x="3265" y="97283"/>
                </a:moveTo>
                <a:lnTo>
                  <a:pt x="4486" y="98593"/>
                </a:lnTo>
                <a:lnTo>
                  <a:pt x="2655" y="97938"/>
                </a:lnTo>
                <a:close/>
                <a:moveTo>
                  <a:pt x="10318" y="131666"/>
                </a:moveTo>
                <a:lnTo>
                  <a:pt x="12014" y="132483"/>
                </a:lnTo>
                <a:lnTo>
                  <a:pt x="9470" y="132074"/>
                </a:lnTo>
                <a:close/>
                <a:moveTo>
                  <a:pt x="25974" y="280131"/>
                </a:moveTo>
                <a:lnTo>
                  <a:pt x="27131" y="281474"/>
                </a:lnTo>
                <a:lnTo>
                  <a:pt x="25395" y="280803"/>
                </a:lnTo>
                <a:close/>
                <a:moveTo>
                  <a:pt x="70416" y="320049"/>
                </a:moveTo>
                <a:lnTo>
                  <a:pt x="71713" y="321811"/>
                </a:lnTo>
                <a:lnTo>
                  <a:pt x="69767" y="320930"/>
                </a:lnTo>
                <a:close/>
                <a:moveTo>
                  <a:pt x="117770" y="284272"/>
                </a:moveTo>
                <a:lnTo>
                  <a:pt x="119027" y="285486"/>
                </a:lnTo>
                <a:lnTo>
                  <a:pt x="117142" y="284879"/>
                </a:lnTo>
                <a:close/>
                <a:moveTo>
                  <a:pt x="54921" y="30017"/>
                </a:moveTo>
                <a:lnTo>
                  <a:pt x="56908" y="31528"/>
                </a:lnTo>
                <a:lnTo>
                  <a:pt x="53928" y="30773"/>
                </a:lnTo>
                <a:close/>
                <a:moveTo>
                  <a:pt x="111125" y="338455"/>
                </a:moveTo>
                <a:lnTo>
                  <a:pt x="112494" y="340247"/>
                </a:lnTo>
                <a:lnTo>
                  <a:pt x="110440" y="339351"/>
                </a:lnTo>
                <a:close/>
                <a:moveTo>
                  <a:pt x="68827" y="386326"/>
                </a:moveTo>
                <a:lnTo>
                  <a:pt x="69326" y="387193"/>
                </a:lnTo>
                <a:lnTo>
                  <a:pt x="68577" y="386760"/>
                </a:lnTo>
                <a:close/>
                <a:moveTo>
                  <a:pt x="82922" y="322389"/>
                </a:moveTo>
                <a:lnTo>
                  <a:pt x="84236" y="323874"/>
                </a:lnTo>
                <a:lnTo>
                  <a:pt x="82266" y="323131"/>
                </a:lnTo>
                <a:close/>
                <a:moveTo>
                  <a:pt x="54505" y="266696"/>
                </a:moveTo>
                <a:lnTo>
                  <a:pt x="56329" y="267896"/>
                </a:lnTo>
                <a:lnTo>
                  <a:pt x="53593" y="267296"/>
                </a:lnTo>
                <a:close/>
                <a:moveTo>
                  <a:pt x="3681" y="258784"/>
                </a:moveTo>
                <a:lnTo>
                  <a:pt x="4032" y="259538"/>
                </a:lnTo>
                <a:lnTo>
                  <a:pt x="3506" y="259161"/>
                </a:lnTo>
                <a:close/>
                <a:moveTo>
                  <a:pt x="17199" y="300741"/>
                </a:moveTo>
                <a:lnTo>
                  <a:pt x="17860" y="302120"/>
                </a:lnTo>
                <a:lnTo>
                  <a:pt x="16868" y="301430"/>
                </a:lnTo>
                <a:close/>
                <a:moveTo>
                  <a:pt x="11093" y="81483"/>
                </a:moveTo>
                <a:lnTo>
                  <a:pt x="12729" y="83170"/>
                </a:lnTo>
                <a:lnTo>
                  <a:pt x="10275" y="82326"/>
                </a:lnTo>
                <a:close/>
                <a:moveTo>
                  <a:pt x="10984" y="241999"/>
                </a:moveTo>
                <a:lnTo>
                  <a:pt x="12069" y="243232"/>
                </a:lnTo>
                <a:lnTo>
                  <a:pt x="10442" y="242615"/>
                </a:lnTo>
                <a:close/>
                <a:moveTo>
                  <a:pt x="11809" y="6552"/>
                </a:moveTo>
                <a:lnTo>
                  <a:pt x="12305" y="8189"/>
                </a:lnTo>
                <a:lnTo>
                  <a:pt x="11561" y="7370"/>
                </a:lnTo>
                <a:close/>
                <a:moveTo>
                  <a:pt x="71317" y="241263"/>
                </a:moveTo>
                <a:lnTo>
                  <a:pt x="71914" y="242591"/>
                </a:lnTo>
                <a:lnTo>
                  <a:pt x="71019" y="241927"/>
                </a:lnTo>
                <a:close/>
                <a:moveTo>
                  <a:pt x="130438" y="77917"/>
                </a:moveTo>
                <a:lnTo>
                  <a:pt x="132232" y="79490"/>
                </a:lnTo>
                <a:lnTo>
                  <a:pt x="129541" y="78704"/>
                </a:lnTo>
                <a:close/>
                <a:moveTo>
                  <a:pt x="143559" y="222864"/>
                </a:moveTo>
                <a:lnTo>
                  <a:pt x="145102" y="223681"/>
                </a:lnTo>
                <a:lnTo>
                  <a:pt x="142788" y="223272"/>
                </a:lnTo>
                <a:close/>
                <a:moveTo>
                  <a:pt x="113128" y="122271"/>
                </a:moveTo>
                <a:lnTo>
                  <a:pt x="114632" y="123511"/>
                </a:lnTo>
                <a:lnTo>
                  <a:pt x="112376" y="122891"/>
                </a:lnTo>
                <a:close/>
                <a:moveTo>
                  <a:pt x="143144" y="310107"/>
                </a:moveTo>
                <a:lnTo>
                  <a:pt x="143671" y="310673"/>
                </a:lnTo>
                <a:lnTo>
                  <a:pt x="142880" y="310390"/>
                </a:lnTo>
                <a:close/>
                <a:moveTo>
                  <a:pt x="52119" y="156082"/>
                </a:moveTo>
                <a:lnTo>
                  <a:pt x="53795" y="156772"/>
                </a:lnTo>
                <a:lnTo>
                  <a:pt x="51280" y="156427"/>
                </a:lnTo>
                <a:close/>
                <a:moveTo>
                  <a:pt x="81174" y="178068"/>
                </a:moveTo>
                <a:lnTo>
                  <a:pt x="82088" y="179331"/>
                </a:lnTo>
                <a:lnTo>
                  <a:pt x="80716" y="178699"/>
                </a:lnTo>
                <a:close/>
                <a:moveTo>
                  <a:pt x="63186" y="385902"/>
                </a:moveTo>
                <a:lnTo>
                  <a:pt x="63775" y="387550"/>
                </a:lnTo>
                <a:lnTo>
                  <a:pt x="62891" y="386726"/>
                </a:lnTo>
                <a:close/>
                <a:moveTo>
                  <a:pt x="92433" y="180786"/>
                </a:moveTo>
                <a:lnTo>
                  <a:pt x="92927" y="182056"/>
                </a:lnTo>
                <a:lnTo>
                  <a:pt x="92186" y="181421"/>
                </a:lnTo>
                <a:close/>
                <a:moveTo>
                  <a:pt x="116357" y="137770"/>
                </a:moveTo>
                <a:lnTo>
                  <a:pt x="118025" y="138868"/>
                </a:lnTo>
                <a:lnTo>
                  <a:pt x="115523" y="138319"/>
                </a:lnTo>
                <a:close/>
                <a:moveTo>
                  <a:pt x="13679" y="338532"/>
                </a:moveTo>
                <a:lnTo>
                  <a:pt x="14606" y="339552"/>
                </a:lnTo>
                <a:lnTo>
                  <a:pt x="13215" y="339042"/>
                </a:lnTo>
                <a:close/>
                <a:moveTo>
                  <a:pt x="110336" y="345089"/>
                </a:moveTo>
                <a:lnTo>
                  <a:pt x="112265" y="345940"/>
                </a:lnTo>
                <a:lnTo>
                  <a:pt x="109371" y="345515"/>
                </a:lnTo>
                <a:close/>
                <a:moveTo>
                  <a:pt x="122677" y="60144"/>
                </a:moveTo>
                <a:lnTo>
                  <a:pt x="124047" y="61093"/>
                </a:lnTo>
                <a:lnTo>
                  <a:pt x="121991" y="60618"/>
                </a:lnTo>
                <a:close/>
                <a:moveTo>
                  <a:pt x="125392" y="284512"/>
                </a:moveTo>
                <a:lnTo>
                  <a:pt x="126961" y="286029"/>
                </a:lnTo>
                <a:lnTo>
                  <a:pt x="124607" y="285271"/>
                </a:lnTo>
                <a:close/>
                <a:moveTo>
                  <a:pt x="50744" y="174896"/>
                </a:moveTo>
                <a:lnTo>
                  <a:pt x="51285" y="175722"/>
                </a:lnTo>
                <a:lnTo>
                  <a:pt x="50474" y="175309"/>
                </a:lnTo>
                <a:close/>
                <a:moveTo>
                  <a:pt x="29406" y="288094"/>
                </a:moveTo>
                <a:lnTo>
                  <a:pt x="29995" y="289766"/>
                </a:lnTo>
                <a:lnTo>
                  <a:pt x="29111" y="288930"/>
                </a:lnTo>
                <a:close/>
                <a:moveTo>
                  <a:pt x="87113" y="175735"/>
                </a:moveTo>
                <a:lnTo>
                  <a:pt x="87683" y="176704"/>
                </a:lnTo>
                <a:lnTo>
                  <a:pt x="86827" y="176220"/>
                </a:lnTo>
                <a:close/>
                <a:moveTo>
                  <a:pt x="81869" y="56712"/>
                </a:moveTo>
                <a:lnTo>
                  <a:pt x="84025" y="57553"/>
                </a:lnTo>
                <a:lnTo>
                  <a:pt x="80791" y="57132"/>
                </a:lnTo>
                <a:close/>
                <a:moveTo>
                  <a:pt x="63257" y="112285"/>
                </a:moveTo>
                <a:lnTo>
                  <a:pt x="64298" y="113000"/>
                </a:lnTo>
                <a:lnTo>
                  <a:pt x="62737" y="112642"/>
                </a:lnTo>
                <a:close/>
                <a:moveTo>
                  <a:pt x="123671" y="28174"/>
                </a:moveTo>
                <a:lnTo>
                  <a:pt x="124696" y="29370"/>
                </a:lnTo>
                <a:lnTo>
                  <a:pt x="123159" y="28772"/>
                </a:lnTo>
                <a:close/>
                <a:moveTo>
                  <a:pt x="69730" y="127747"/>
                </a:moveTo>
                <a:lnTo>
                  <a:pt x="70976" y="128141"/>
                </a:lnTo>
                <a:lnTo>
                  <a:pt x="69107" y="127944"/>
                </a:lnTo>
                <a:close/>
                <a:moveTo>
                  <a:pt x="44932" y="171397"/>
                </a:moveTo>
                <a:lnTo>
                  <a:pt x="46701" y="172342"/>
                </a:lnTo>
                <a:lnTo>
                  <a:pt x="44048" y="171870"/>
                </a:lnTo>
                <a:close/>
                <a:moveTo>
                  <a:pt x="60482" y="257645"/>
                </a:moveTo>
                <a:lnTo>
                  <a:pt x="61344" y="258770"/>
                </a:lnTo>
                <a:lnTo>
                  <a:pt x="60052" y="258208"/>
                </a:lnTo>
                <a:close/>
                <a:moveTo>
                  <a:pt x="28728" y="243097"/>
                </a:moveTo>
                <a:lnTo>
                  <a:pt x="30075" y="244378"/>
                </a:lnTo>
                <a:lnTo>
                  <a:pt x="28054" y="243738"/>
                </a:lnTo>
                <a:close/>
                <a:moveTo>
                  <a:pt x="126648" y="313216"/>
                </a:moveTo>
                <a:lnTo>
                  <a:pt x="128827" y="313866"/>
                </a:lnTo>
                <a:lnTo>
                  <a:pt x="125559" y="313541"/>
                </a:lnTo>
                <a:close/>
                <a:moveTo>
                  <a:pt x="138050" y="175191"/>
                </a:moveTo>
                <a:lnTo>
                  <a:pt x="139078" y="176174"/>
                </a:lnTo>
                <a:lnTo>
                  <a:pt x="137536" y="175682"/>
                </a:lnTo>
                <a:close/>
                <a:moveTo>
                  <a:pt x="133343" y="375964"/>
                </a:moveTo>
                <a:lnTo>
                  <a:pt x="135182" y="376715"/>
                </a:lnTo>
                <a:lnTo>
                  <a:pt x="132423" y="376339"/>
                </a:lnTo>
                <a:close/>
                <a:moveTo>
                  <a:pt x="17791" y="80193"/>
                </a:moveTo>
                <a:lnTo>
                  <a:pt x="19384" y="81547"/>
                </a:lnTo>
                <a:lnTo>
                  <a:pt x="16994" y="80870"/>
                </a:lnTo>
                <a:close/>
                <a:moveTo>
                  <a:pt x="10136" y="1367"/>
                </a:moveTo>
                <a:lnTo>
                  <a:pt x="12327" y="2174"/>
                </a:lnTo>
                <a:lnTo>
                  <a:pt x="9041" y="1771"/>
                </a:lnTo>
                <a:close/>
                <a:moveTo>
                  <a:pt x="6690" y="183322"/>
                </a:moveTo>
                <a:lnTo>
                  <a:pt x="7221" y="184844"/>
                </a:lnTo>
                <a:lnTo>
                  <a:pt x="6425" y="184083"/>
                </a:lnTo>
                <a:close/>
                <a:moveTo>
                  <a:pt x="76917" y="241168"/>
                </a:moveTo>
                <a:lnTo>
                  <a:pt x="78982" y="241655"/>
                </a:lnTo>
                <a:lnTo>
                  <a:pt x="75884" y="241411"/>
                </a:lnTo>
                <a:close/>
                <a:moveTo>
                  <a:pt x="31664" y="309963"/>
                </a:moveTo>
                <a:lnTo>
                  <a:pt x="33138" y="310920"/>
                </a:lnTo>
                <a:lnTo>
                  <a:pt x="30928" y="310442"/>
                </a:lnTo>
                <a:close/>
                <a:moveTo>
                  <a:pt x="51966" y="244001"/>
                </a:moveTo>
                <a:lnTo>
                  <a:pt x="54064" y="245724"/>
                </a:lnTo>
                <a:lnTo>
                  <a:pt x="50917" y="244863"/>
                </a:lnTo>
                <a:close/>
                <a:moveTo>
                  <a:pt x="132790" y="385453"/>
                </a:moveTo>
                <a:lnTo>
                  <a:pt x="133384" y="385795"/>
                </a:lnTo>
                <a:lnTo>
                  <a:pt x="132493" y="385624"/>
                </a:lnTo>
                <a:close/>
                <a:moveTo>
                  <a:pt x="120086" y="97317"/>
                </a:moveTo>
                <a:lnTo>
                  <a:pt x="121402" y="98320"/>
                </a:lnTo>
                <a:lnTo>
                  <a:pt x="119428" y="97819"/>
                </a:lnTo>
                <a:close/>
                <a:moveTo>
                  <a:pt x="140897" y="174336"/>
                </a:moveTo>
                <a:lnTo>
                  <a:pt x="141496" y="174942"/>
                </a:lnTo>
                <a:lnTo>
                  <a:pt x="140598" y="174639"/>
                </a:lnTo>
                <a:close/>
                <a:moveTo>
                  <a:pt x="130817" y="321392"/>
                </a:moveTo>
                <a:lnTo>
                  <a:pt x="131426" y="323137"/>
                </a:lnTo>
                <a:lnTo>
                  <a:pt x="130513" y="322264"/>
                </a:lnTo>
                <a:close/>
                <a:moveTo>
                  <a:pt x="54221" y="286506"/>
                </a:moveTo>
                <a:lnTo>
                  <a:pt x="55616" y="288093"/>
                </a:lnTo>
                <a:lnTo>
                  <a:pt x="53524" y="287300"/>
                </a:lnTo>
                <a:close/>
                <a:moveTo>
                  <a:pt x="71165" y="11607"/>
                </a:moveTo>
                <a:lnTo>
                  <a:pt x="72547" y="13184"/>
                </a:lnTo>
                <a:lnTo>
                  <a:pt x="70474" y="12395"/>
                </a:lnTo>
                <a:close/>
                <a:moveTo>
                  <a:pt x="59834" y="325537"/>
                </a:moveTo>
                <a:lnTo>
                  <a:pt x="61010" y="326376"/>
                </a:lnTo>
                <a:lnTo>
                  <a:pt x="59246" y="325956"/>
                </a:lnTo>
                <a:close/>
                <a:moveTo>
                  <a:pt x="52393" y="89980"/>
                </a:moveTo>
                <a:lnTo>
                  <a:pt x="53669" y="91719"/>
                </a:lnTo>
                <a:lnTo>
                  <a:pt x="51755" y="90849"/>
                </a:lnTo>
                <a:close/>
                <a:moveTo>
                  <a:pt x="85752" y="302406"/>
                </a:moveTo>
                <a:lnTo>
                  <a:pt x="86433" y="303261"/>
                </a:lnTo>
                <a:lnTo>
                  <a:pt x="85411" y="302834"/>
                </a:lnTo>
                <a:close/>
                <a:moveTo>
                  <a:pt x="84234" y="151146"/>
                </a:moveTo>
                <a:lnTo>
                  <a:pt x="84600" y="152748"/>
                </a:lnTo>
                <a:lnTo>
                  <a:pt x="84051" y="151947"/>
                </a:lnTo>
                <a:close/>
                <a:moveTo>
                  <a:pt x="19270" y="259552"/>
                </a:moveTo>
                <a:lnTo>
                  <a:pt x="21434" y="260286"/>
                </a:lnTo>
                <a:lnTo>
                  <a:pt x="18188" y="259919"/>
                </a:lnTo>
                <a:close/>
                <a:moveTo>
                  <a:pt x="39520" y="130477"/>
                </a:moveTo>
                <a:lnTo>
                  <a:pt x="40873" y="132246"/>
                </a:lnTo>
                <a:lnTo>
                  <a:pt x="38843" y="131361"/>
                </a:lnTo>
                <a:close/>
                <a:moveTo>
                  <a:pt x="21514" y="96467"/>
                </a:moveTo>
                <a:lnTo>
                  <a:pt x="23522" y="97182"/>
                </a:lnTo>
                <a:lnTo>
                  <a:pt x="20510" y="96824"/>
                </a:lnTo>
                <a:close/>
                <a:moveTo>
                  <a:pt x="96740" y="284264"/>
                </a:moveTo>
                <a:lnTo>
                  <a:pt x="97091" y="284605"/>
                </a:lnTo>
                <a:lnTo>
                  <a:pt x="96565" y="284434"/>
                </a:lnTo>
                <a:close/>
                <a:moveTo>
                  <a:pt x="109986" y="361812"/>
                </a:moveTo>
                <a:lnTo>
                  <a:pt x="111621" y="362813"/>
                </a:lnTo>
                <a:lnTo>
                  <a:pt x="109169" y="362313"/>
                </a:lnTo>
                <a:close/>
                <a:moveTo>
                  <a:pt x="15228" y="207562"/>
                </a:moveTo>
                <a:lnTo>
                  <a:pt x="15782" y="208348"/>
                </a:lnTo>
                <a:lnTo>
                  <a:pt x="14952" y="207955"/>
                </a:lnTo>
                <a:close/>
                <a:moveTo>
                  <a:pt x="5751" y="202849"/>
                </a:moveTo>
                <a:lnTo>
                  <a:pt x="6965" y="203575"/>
                </a:lnTo>
                <a:lnTo>
                  <a:pt x="5143" y="203212"/>
                </a:lnTo>
                <a:close/>
                <a:moveTo>
                  <a:pt x="32555" y="26014"/>
                </a:moveTo>
                <a:lnTo>
                  <a:pt x="32956" y="26504"/>
                </a:lnTo>
                <a:lnTo>
                  <a:pt x="32354" y="26259"/>
                </a:lnTo>
                <a:close/>
                <a:moveTo>
                  <a:pt x="142163" y="13007"/>
                </a:moveTo>
                <a:lnTo>
                  <a:pt x="143838" y="13991"/>
                </a:lnTo>
                <a:lnTo>
                  <a:pt x="141325" y="13499"/>
                </a:lnTo>
                <a:close/>
                <a:moveTo>
                  <a:pt x="85297" y="120025"/>
                </a:moveTo>
                <a:lnTo>
                  <a:pt x="87462" y="121537"/>
                </a:lnTo>
                <a:lnTo>
                  <a:pt x="84215" y="120781"/>
                </a:lnTo>
                <a:close/>
                <a:moveTo>
                  <a:pt x="58952" y="169938"/>
                </a:moveTo>
                <a:lnTo>
                  <a:pt x="61000" y="170472"/>
                </a:lnTo>
                <a:lnTo>
                  <a:pt x="57928" y="170205"/>
                </a:lnTo>
                <a:close/>
                <a:moveTo>
                  <a:pt x="126543" y="243883"/>
                </a:moveTo>
                <a:lnTo>
                  <a:pt x="127942" y="244982"/>
                </a:lnTo>
                <a:lnTo>
                  <a:pt x="125844" y="244432"/>
                </a:lnTo>
                <a:close/>
                <a:moveTo>
                  <a:pt x="85769" y="35709"/>
                </a:moveTo>
                <a:lnTo>
                  <a:pt x="86580" y="36539"/>
                </a:lnTo>
                <a:lnTo>
                  <a:pt x="85364" y="36124"/>
                </a:lnTo>
                <a:close/>
                <a:moveTo>
                  <a:pt x="32558" y="33684"/>
                </a:moveTo>
                <a:lnTo>
                  <a:pt x="34226" y="34616"/>
                </a:lnTo>
                <a:lnTo>
                  <a:pt x="31724" y="34150"/>
                </a:lnTo>
                <a:close/>
                <a:moveTo>
                  <a:pt x="107407" y="154374"/>
                </a:moveTo>
                <a:lnTo>
                  <a:pt x="109499" y="155040"/>
                </a:lnTo>
                <a:lnTo>
                  <a:pt x="106361" y="154707"/>
                </a:lnTo>
                <a:close/>
                <a:moveTo>
                  <a:pt x="74465" y="166566"/>
                </a:moveTo>
                <a:lnTo>
                  <a:pt x="76278" y="167062"/>
                </a:lnTo>
                <a:lnTo>
                  <a:pt x="73558" y="166814"/>
                </a:lnTo>
                <a:close/>
                <a:moveTo>
                  <a:pt x="79291" y="178689"/>
                </a:moveTo>
                <a:lnTo>
                  <a:pt x="80796" y="179338"/>
                </a:lnTo>
                <a:lnTo>
                  <a:pt x="78538" y="179014"/>
                </a:lnTo>
                <a:close/>
                <a:moveTo>
                  <a:pt x="78839" y="388071"/>
                </a:moveTo>
                <a:lnTo>
                  <a:pt x="79380" y="389828"/>
                </a:lnTo>
                <a:lnTo>
                  <a:pt x="78569" y="388949"/>
                </a:lnTo>
                <a:close/>
                <a:moveTo>
                  <a:pt x="139893" y="176498"/>
                </a:moveTo>
                <a:lnTo>
                  <a:pt x="140393" y="177543"/>
                </a:lnTo>
                <a:lnTo>
                  <a:pt x="139643" y="177021"/>
                </a:lnTo>
                <a:close/>
                <a:moveTo>
                  <a:pt x="139351" y="351"/>
                </a:moveTo>
                <a:lnTo>
                  <a:pt x="141094" y="1821"/>
                </a:lnTo>
                <a:lnTo>
                  <a:pt x="138480" y="1086"/>
                </a:lnTo>
                <a:close/>
                <a:moveTo>
                  <a:pt x="17328" y="237499"/>
                </a:moveTo>
                <a:lnTo>
                  <a:pt x="17952" y="237948"/>
                </a:lnTo>
                <a:lnTo>
                  <a:pt x="17015" y="237724"/>
                </a:lnTo>
                <a:close/>
                <a:moveTo>
                  <a:pt x="75754" y="117357"/>
                </a:moveTo>
                <a:lnTo>
                  <a:pt x="77323" y="118447"/>
                </a:lnTo>
                <a:lnTo>
                  <a:pt x="74969" y="117902"/>
                </a:lnTo>
                <a:close/>
                <a:moveTo>
                  <a:pt x="33719" y="362398"/>
                </a:moveTo>
                <a:lnTo>
                  <a:pt x="34080" y="363900"/>
                </a:lnTo>
                <a:lnTo>
                  <a:pt x="33538" y="363149"/>
                </a:lnTo>
                <a:close/>
                <a:moveTo>
                  <a:pt x="41294" y="354215"/>
                </a:moveTo>
                <a:lnTo>
                  <a:pt x="42767" y="355203"/>
                </a:lnTo>
                <a:lnTo>
                  <a:pt x="40557" y="354709"/>
                </a:lnTo>
                <a:close/>
                <a:moveTo>
                  <a:pt x="31791" y="337399"/>
                </a:moveTo>
                <a:lnTo>
                  <a:pt x="33728" y="339140"/>
                </a:lnTo>
                <a:lnTo>
                  <a:pt x="30823" y="338269"/>
                </a:lnTo>
                <a:close/>
                <a:moveTo>
                  <a:pt x="85587" y="364290"/>
                </a:moveTo>
                <a:lnTo>
                  <a:pt x="87593" y="365590"/>
                </a:lnTo>
                <a:lnTo>
                  <a:pt x="84585" y="364940"/>
                </a:lnTo>
                <a:close/>
                <a:moveTo>
                  <a:pt x="49462" y="237769"/>
                </a:moveTo>
                <a:lnTo>
                  <a:pt x="50447" y="239289"/>
                </a:lnTo>
                <a:lnTo>
                  <a:pt x="48970" y="238529"/>
                </a:lnTo>
                <a:close/>
                <a:moveTo>
                  <a:pt x="80305" y="341460"/>
                </a:moveTo>
                <a:lnTo>
                  <a:pt x="82305" y="342891"/>
                </a:lnTo>
                <a:lnTo>
                  <a:pt x="79305" y="342175"/>
                </a:lnTo>
                <a:close/>
                <a:moveTo>
                  <a:pt x="29929" y="131984"/>
                </a:moveTo>
                <a:lnTo>
                  <a:pt x="30437" y="132786"/>
                </a:lnTo>
                <a:lnTo>
                  <a:pt x="29675" y="132385"/>
                </a:lnTo>
                <a:close/>
                <a:moveTo>
                  <a:pt x="23358" y="118065"/>
                </a:moveTo>
                <a:lnTo>
                  <a:pt x="25177" y="118544"/>
                </a:lnTo>
                <a:lnTo>
                  <a:pt x="22449" y="118305"/>
                </a:lnTo>
                <a:close/>
                <a:moveTo>
                  <a:pt x="132836" y="363105"/>
                </a:moveTo>
                <a:lnTo>
                  <a:pt x="134612" y="363762"/>
                </a:lnTo>
                <a:lnTo>
                  <a:pt x="131947" y="363433"/>
                </a:lnTo>
                <a:close/>
                <a:moveTo>
                  <a:pt x="42519" y="180180"/>
                </a:moveTo>
                <a:lnTo>
                  <a:pt x="44014" y="181868"/>
                </a:lnTo>
                <a:lnTo>
                  <a:pt x="41772" y="181024"/>
                </a:lnTo>
                <a:close/>
                <a:moveTo>
                  <a:pt x="3612" y="33873"/>
                </a:moveTo>
                <a:lnTo>
                  <a:pt x="5483" y="34207"/>
                </a:lnTo>
                <a:lnTo>
                  <a:pt x="2676" y="34040"/>
                </a:lnTo>
                <a:close/>
                <a:moveTo>
                  <a:pt x="129372" y="73338"/>
                </a:moveTo>
                <a:lnTo>
                  <a:pt x="131528" y="74344"/>
                </a:lnTo>
                <a:lnTo>
                  <a:pt x="128294" y="73841"/>
                </a:lnTo>
                <a:close/>
                <a:moveTo>
                  <a:pt x="87944" y="325002"/>
                </a:moveTo>
                <a:lnTo>
                  <a:pt x="89817" y="325924"/>
                </a:lnTo>
                <a:lnTo>
                  <a:pt x="87007" y="325463"/>
                </a:lnTo>
                <a:close/>
                <a:moveTo>
                  <a:pt x="66959" y="310642"/>
                </a:moveTo>
                <a:lnTo>
                  <a:pt x="67784" y="311398"/>
                </a:lnTo>
                <a:lnTo>
                  <a:pt x="66547" y="311020"/>
                </a:lnTo>
                <a:close/>
                <a:moveTo>
                  <a:pt x="126101" y="347452"/>
                </a:moveTo>
                <a:lnTo>
                  <a:pt x="127982" y="348268"/>
                </a:lnTo>
                <a:lnTo>
                  <a:pt x="125161" y="347860"/>
                </a:lnTo>
                <a:close/>
                <a:moveTo>
                  <a:pt x="50050" y="41029"/>
                </a:moveTo>
                <a:lnTo>
                  <a:pt x="51941" y="41402"/>
                </a:lnTo>
                <a:lnTo>
                  <a:pt x="49105" y="41215"/>
                </a:lnTo>
                <a:close/>
                <a:moveTo>
                  <a:pt x="27072" y="9432"/>
                </a:moveTo>
                <a:lnTo>
                  <a:pt x="28268" y="11226"/>
                </a:lnTo>
                <a:lnTo>
                  <a:pt x="26474" y="10329"/>
                </a:lnTo>
                <a:close/>
                <a:moveTo>
                  <a:pt x="10832" y="99256"/>
                </a:moveTo>
                <a:lnTo>
                  <a:pt x="11678" y="100608"/>
                </a:lnTo>
                <a:lnTo>
                  <a:pt x="10409" y="99932"/>
                </a:lnTo>
                <a:close/>
                <a:moveTo>
                  <a:pt x="52019" y="68479"/>
                </a:moveTo>
                <a:lnTo>
                  <a:pt x="53649" y="70130"/>
                </a:lnTo>
                <a:lnTo>
                  <a:pt x="51204" y="69305"/>
                </a:lnTo>
                <a:close/>
                <a:moveTo>
                  <a:pt x="24453" y="24812"/>
                </a:moveTo>
                <a:lnTo>
                  <a:pt x="25556" y="26514"/>
                </a:lnTo>
                <a:lnTo>
                  <a:pt x="23901" y="25663"/>
                </a:lnTo>
                <a:close/>
                <a:moveTo>
                  <a:pt x="9243" y="54344"/>
                </a:moveTo>
                <a:lnTo>
                  <a:pt x="10788" y="55786"/>
                </a:lnTo>
                <a:lnTo>
                  <a:pt x="8471" y="55065"/>
                </a:lnTo>
                <a:close/>
                <a:moveTo>
                  <a:pt x="65759" y="17687"/>
                </a:moveTo>
                <a:lnTo>
                  <a:pt x="67128" y="18137"/>
                </a:lnTo>
                <a:lnTo>
                  <a:pt x="65075" y="17912"/>
                </a:lnTo>
                <a:close/>
                <a:moveTo>
                  <a:pt x="11317" y="22320"/>
                </a:moveTo>
                <a:lnTo>
                  <a:pt x="13401" y="22774"/>
                </a:lnTo>
                <a:lnTo>
                  <a:pt x="10276" y="22547"/>
                </a:lnTo>
                <a:close/>
                <a:moveTo>
                  <a:pt x="69102" y="323449"/>
                </a:moveTo>
                <a:lnTo>
                  <a:pt x="69824" y="324334"/>
                </a:lnTo>
                <a:lnTo>
                  <a:pt x="68741" y="323892"/>
                </a:lnTo>
                <a:close/>
                <a:moveTo>
                  <a:pt x="114977" y="222381"/>
                </a:moveTo>
                <a:lnTo>
                  <a:pt x="115687" y="223486"/>
                </a:lnTo>
                <a:lnTo>
                  <a:pt x="114623" y="222933"/>
                </a:lnTo>
                <a:close/>
                <a:moveTo>
                  <a:pt x="143928" y="322498"/>
                </a:moveTo>
                <a:lnTo>
                  <a:pt x="146059" y="322833"/>
                </a:lnTo>
                <a:lnTo>
                  <a:pt x="142863" y="322665"/>
                </a:lnTo>
                <a:close/>
                <a:moveTo>
                  <a:pt x="9075" y="198007"/>
                </a:moveTo>
                <a:lnTo>
                  <a:pt x="9449" y="199750"/>
                </a:lnTo>
                <a:lnTo>
                  <a:pt x="8888" y="198879"/>
                </a:lnTo>
                <a:close/>
                <a:moveTo>
                  <a:pt x="42750" y="216494"/>
                </a:moveTo>
                <a:lnTo>
                  <a:pt x="44723" y="217432"/>
                </a:lnTo>
                <a:lnTo>
                  <a:pt x="41763" y="216963"/>
                </a:lnTo>
                <a:close/>
                <a:moveTo>
                  <a:pt x="110910" y="60847"/>
                </a:moveTo>
                <a:lnTo>
                  <a:pt x="112083" y="62237"/>
                </a:lnTo>
                <a:lnTo>
                  <a:pt x="110324" y="61542"/>
                </a:lnTo>
                <a:close/>
                <a:moveTo>
                  <a:pt x="68089" y="72956"/>
                </a:moveTo>
                <a:lnTo>
                  <a:pt x="70028" y="73793"/>
                </a:lnTo>
                <a:lnTo>
                  <a:pt x="67120" y="73374"/>
                </a:lnTo>
                <a:close/>
                <a:moveTo>
                  <a:pt x="132102" y="123885"/>
                </a:moveTo>
                <a:lnTo>
                  <a:pt x="133983" y="124372"/>
                </a:lnTo>
                <a:lnTo>
                  <a:pt x="131161" y="124128"/>
                </a:lnTo>
                <a:close/>
                <a:moveTo>
                  <a:pt x="97869" y="374877"/>
                </a:moveTo>
                <a:lnTo>
                  <a:pt x="99380" y="375798"/>
                </a:lnTo>
                <a:lnTo>
                  <a:pt x="97114" y="375337"/>
                </a:lnTo>
                <a:close/>
                <a:moveTo>
                  <a:pt x="141906" y="380669"/>
                </a:moveTo>
                <a:lnTo>
                  <a:pt x="143777" y="381302"/>
                </a:lnTo>
                <a:lnTo>
                  <a:pt x="140970" y="380985"/>
                </a:lnTo>
                <a:close/>
                <a:moveTo>
                  <a:pt x="13533" y="241452"/>
                </a:moveTo>
                <a:lnTo>
                  <a:pt x="14131" y="241843"/>
                </a:lnTo>
                <a:lnTo>
                  <a:pt x="13234" y="241648"/>
                </a:lnTo>
                <a:close/>
                <a:moveTo>
                  <a:pt x="80647" y="372016"/>
                </a:moveTo>
                <a:lnTo>
                  <a:pt x="81498" y="373547"/>
                </a:lnTo>
                <a:lnTo>
                  <a:pt x="80222" y="372782"/>
                </a:lnTo>
                <a:close/>
                <a:moveTo>
                  <a:pt x="139030" y="370941"/>
                </a:moveTo>
                <a:lnTo>
                  <a:pt x="139531" y="371443"/>
                </a:lnTo>
                <a:lnTo>
                  <a:pt x="138780" y="371192"/>
                </a:lnTo>
                <a:close/>
                <a:moveTo>
                  <a:pt x="138242" y="380227"/>
                </a:moveTo>
                <a:lnTo>
                  <a:pt x="138909" y="380799"/>
                </a:lnTo>
                <a:lnTo>
                  <a:pt x="137908" y="380513"/>
                </a:lnTo>
                <a:close/>
                <a:moveTo>
                  <a:pt x="103249" y="38135"/>
                </a:moveTo>
                <a:lnTo>
                  <a:pt x="103791" y="38675"/>
                </a:lnTo>
                <a:lnTo>
                  <a:pt x="102978" y="38405"/>
                </a:lnTo>
                <a:close/>
                <a:moveTo>
                  <a:pt x="83953" y="146250"/>
                </a:moveTo>
                <a:lnTo>
                  <a:pt x="85861" y="146779"/>
                </a:lnTo>
                <a:lnTo>
                  <a:pt x="82998" y="146514"/>
                </a:lnTo>
                <a:close/>
                <a:moveTo>
                  <a:pt x="129853" y="310160"/>
                </a:moveTo>
                <a:lnTo>
                  <a:pt x="130895" y="311367"/>
                </a:lnTo>
                <a:lnTo>
                  <a:pt x="129331" y="310764"/>
                </a:lnTo>
                <a:close/>
                <a:moveTo>
                  <a:pt x="98138" y="48010"/>
                </a:moveTo>
                <a:lnTo>
                  <a:pt x="100212" y="48970"/>
                </a:lnTo>
                <a:lnTo>
                  <a:pt x="97100" y="48490"/>
                </a:lnTo>
                <a:close/>
                <a:moveTo>
                  <a:pt x="74826" y="335726"/>
                </a:moveTo>
                <a:lnTo>
                  <a:pt x="75215" y="336427"/>
                </a:lnTo>
                <a:lnTo>
                  <a:pt x="74632" y="336077"/>
                </a:lnTo>
                <a:close/>
                <a:moveTo>
                  <a:pt x="5127" y="290134"/>
                </a:moveTo>
                <a:lnTo>
                  <a:pt x="5881" y="291511"/>
                </a:lnTo>
                <a:lnTo>
                  <a:pt x="4750" y="290822"/>
                </a:lnTo>
                <a:close/>
                <a:moveTo>
                  <a:pt x="104029" y="392260"/>
                </a:moveTo>
                <a:lnTo>
                  <a:pt x="104713" y="393181"/>
                </a:lnTo>
                <a:lnTo>
                  <a:pt x="103687" y="392720"/>
                </a:lnTo>
                <a:close/>
                <a:moveTo>
                  <a:pt x="114181" y="175009"/>
                </a:moveTo>
                <a:lnTo>
                  <a:pt x="114856" y="176321"/>
                </a:lnTo>
                <a:lnTo>
                  <a:pt x="113843" y="175665"/>
                </a:lnTo>
                <a:close/>
                <a:moveTo>
                  <a:pt x="115079" y="176183"/>
                </a:moveTo>
                <a:lnTo>
                  <a:pt x="116136" y="176681"/>
                </a:lnTo>
                <a:lnTo>
                  <a:pt x="114551" y="176432"/>
                </a:lnTo>
                <a:close/>
                <a:moveTo>
                  <a:pt x="59136" y="330979"/>
                </a:moveTo>
                <a:lnTo>
                  <a:pt x="60142" y="332710"/>
                </a:lnTo>
                <a:lnTo>
                  <a:pt x="58633" y="331845"/>
                </a:lnTo>
                <a:close/>
                <a:moveTo>
                  <a:pt x="52197" y="187506"/>
                </a:moveTo>
                <a:lnTo>
                  <a:pt x="53988" y="189174"/>
                </a:lnTo>
                <a:lnTo>
                  <a:pt x="51301" y="188340"/>
                </a:lnTo>
                <a:close/>
                <a:moveTo>
                  <a:pt x="122318" y="166279"/>
                </a:moveTo>
                <a:lnTo>
                  <a:pt x="123503" y="166774"/>
                </a:lnTo>
                <a:lnTo>
                  <a:pt x="121725" y="166527"/>
                </a:lnTo>
                <a:close/>
                <a:moveTo>
                  <a:pt x="78200" y="322583"/>
                </a:moveTo>
                <a:lnTo>
                  <a:pt x="78902" y="323356"/>
                </a:lnTo>
                <a:lnTo>
                  <a:pt x="77848" y="322969"/>
                </a:lnTo>
                <a:close/>
                <a:moveTo>
                  <a:pt x="10145" y="178761"/>
                </a:moveTo>
                <a:lnTo>
                  <a:pt x="11385" y="180546"/>
                </a:lnTo>
                <a:lnTo>
                  <a:pt x="9525" y="179654"/>
                </a:lnTo>
                <a:close/>
                <a:moveTo>
                  <a:pt x="97177" y="361604"/>
                </a:moveTo>
                <a:lnTo>
                  <a:pt x="97898" y="362561"/>
                </a:lnTo>
                <a:lnTo>
                  <a:pt x="96817" y="362082"/>
                </a:lnTo>
                <a:close/>
                <a:moveTo>
                  <a:pt x="101791" y="29136"/>
                </a:moveTo>
                <a:lnTo>
                  <a:pt x="103198" y="30375"/>
                </a:lnTo>
                <a:lnTo>
                  <a:pt x="101088" y="29756"/>
                </a:lnTo>
                <a:close/>
                <a:moveTo>
                  <a:pt x="4569" y="80008"/>
                </a:moveTo>
                <a:lnTo>
                  <a:pt x="6370" y="80551"/>
                </a:lnTo>
                <a:lnTo>
                  <a:pt x="3669" y="80279"/>
                </a:lnTo>
                <a:close/>
                <a:moveTo>
                  <a:pt x="92516" y="165991"/>
                </a:moveTo>
                <a:lnTo>
                  <a:pt x="93587" y="167605"/>
                </a:lnTo>
                <a:lnTo>
                  <a:pt x="91981" y="166798"/>
                </a:lnTo>
                <a:close/>
                <a:moveTo>
                  <a:pt x="57785" y="346447"/>
                </a:moveTo>
                <a:lnTo>
                  <a:pt x="59654" y="347579"/>
                </a:lnTo>
                <a:lnTo>
                  <a:pt x="56851" y="347013"/>
                </a:lnTo>
                <a:close/>
                <a:moveTo>
                  <a:pt x="15317" y="131410"/>
                </a:moveTo>
                <a:lnTo>
                  <a:pt x="17433" y="132105"/>
                </a:lnTo>
                <a:lnTo>
                  <a:pt x="14258" y="131758"/>
                </a:lnTo>
                <a:close/>
                <a:moveTo>
                  <a:pt x="85690" y="79075"/>
                </a:moveTo>
                <a:lnTo>
                  <a:pt x="87394" y="80407"/>
                </a:lnTo>
                <a:lnTo>
                  <a:pt x="84837" y="79741"/>
                </a:lnTo>
                <a:close/>
                <a:moveTo>
                  <a:pt x="128833" y="233829"/>
                </a:moveTo>
                <a:lnTo>
                  <a:pt x="129387" y="235323"/>
                </a:lnTo>
                <a:lnTo>
                  <a:pt x="128556" y="234576"/>
                </a:lnTo>
                <a:close/>
                <a:moveTo>
                  <a:pt x="83656" y="371603"/>
                </a:moveTo>
                <a:lnTo>
                  <a:pt x="84967" y="372390"/>
                </a:lnTo>
                <a:lnTo>
                  <a:pt x="83000" y="371996"/>
                </a:lnTo>
                <a:close/>
                <a:moveTo>
                  <a:pt x="64494" y="221128"/>
                </a:moveTo>
                <a:lnTo>
                  <a:pt x="66136" y="222376"/>
                </a:lnTo>
                <a:lnTo>
                  <a:pt x="63673" y="221752"/>
                </a:lnTo>
                <a:close/>
                <a:moveTo>
                  <a:pt x="124785" y="211093"/>
                </a:moveTo>
                <a:lnTo>
                  <a:pt x="125514" y="212681"/>
                </a:lnTo>
                <a:lnTo>
                  <a:pt x="124421" y="211887"/>
                </a:lnTo>
                <a:close/>
                <a:moveTo>
                  <a:pt x="103114" y="62235"/>
                </a:moveTo>
                <a:lnTo>
                  <a:pt x="104316" y="63811"/>
                </a:lnTo>
                <a:lnTo>
                  <a:pt x="102512" y="63023"/>
                </a:lnTo>
                <a:close/>
                <a:moveTo>
                  <a:pt x="83763" y="48033"/>
                </a:moveTo>
                <a:lnTo>
                  <a:pt x="85715" y="49430"/>
                </a:lnTo>
                <a:lnTo>
                  <a:pt x="82787" y="48731"/>
                </a:lnTo>
                <a:close/>
                <a:moveTo>
                  <a:pt x="29081" y="273440"/>
                </a:moveTo>
                <a:lnTo>
                  <a:pt x="31029" y="274603"/>
                </a:lnTo>
                <a:lnTo>
                  <a:pt x="28107" y="274021"/>
                </a:lnTo>
                <a:close/>
                <a:moveTo>
                  <a:pt x="137231" y="211881"/>
                </a:moveTo>
                <a:lnTo>
                  <a:pt x="137603" y="213170"/>
                </a:lnTo>
                <a:lnTo>
                  <a:pt x="137044" y="212525"/>
                </a:lnTo>
                <a:close/>
                <a:moveTo>
                  <a:pt x="120231" y="360971"/>
                </a:moveTo>
                <a:lnTo>
                  <a:pt x="121979" y="362684"/>
                </a:lnTo>
                <a:lnTo>
                  <a:pt x="119358" y="361827"/>
                </a:lnTo>
                <a:close/>
                <a:moveTo>
                  <a:pt x="116346" y="186606"/>
                </a:moveTo>
                <a:lnTo>
                  <a:pt x="116807" y="187157"/>
                </a:lnTo>
                <a:lnTo>
                  <a:pt x="116115" y="186881"/>
                </a:lnTo>
                <a:close/>
                <a:moveTo>
                  <a:pt x="7771" y="364577"/>
                </a:moveTo>
                <a:lnTo>
                  <a:pt x="9615" y="366236"/>
                </a:lnTo>
                <a:lnTo>
                  <a:pt x="6849" y="365406"/>
                </a:lnTo>
                <a:close/>
                <a:moveTo>
                  <a:pt x="112557" y="178599"/>
                </a:moveTo>
                <a:lnTo>
                  <a:pt x="113950" y="178938"/>
                </a:lnTo>
                <a:lnTo>
                  <a:pt x="111860" y="178768"/>
                </a:lnTo>
                <a:close/>
                <a:moveTo>
                  <a:pt x="23751" y="157628"/>
                </a:moveTo>
                <a:lnTo>
                  <a:pt x="24200" y="158406"/>
                </a:lnTo>
                <a:lnTo>
                  <a:pt x="23527" y="158017"/>
                </a:lnTo>
                <a:close/>
                <a:moveTo>
                  <a:pt x="75404" y="63538"/>
                </a:moveTo>
                <a:lnTo>
                  <a:pt x="76083" y="63966"/>
                </a:lnTo>
                <a:lnTo>
                  <a:pt x="75065" y="63752"/>
                </a:lnTo>
                <a:close/>
                <a:moveTo>
                  <a:pt x="66519" y="329748"/>
                </a:moveTo>
                <a:lnTo>
                  <a:pt x="67697" y="331104"/>
                </a:lnTo>
                <a:lnTo>
                  <a:pt x="65931" y="330426"/>
                </a:lnTo>
                <a:close/>
                <a:moveTo>
                  <a:pt x="103807" y="316638"/>
                </a:moveTo>
                <a:lnTo>
                  <a:pt x="105630" y="317688"/>
                </a:lnTo>
                <a:lnTo>
                  <a:pt x="102896" y="317163"/>
                </a:lnTo>
                <a:close/>
                <a:moveTo>
                  <a:pt x="7326" y="66400"/>
                </a:moveTo>
                <a:lnTo>
                  <a:pt x="8191" y="67206"/>
                </a:lnTo>
                <a:lnTo>
                  <a:pt x="6894" y="66803"/>
                </a:lnTo>
                <a:close/>
                <a:moveTo>
                  <a:pt x="86918" y="196131"/>
                </a:moveTo>
                <a:lnTo>
                  <a:pt x="87802" y="196682"/>
                </a:lnTo>
                <a:lnTo>
                  <a:pt x="86477" y="196406"/>
                </a:lnTo>
                <a:close/>
                <a:moveTo>
                  <a:pt x="107015" y="392167"/>
                </a:moveTo>
                <a:lnTo>
                  <a:pt x="108663" y="392678"/>
                </a:lnTo>
                <a:lnTo>
                  <a:pt x="106191" y="392422"/>
                </a:lnTo>
                <a:close/>
                <a:moveTo>
                  <a:pt x="100779" y="314940"/>
                </a:moveTo>
                <a:lnTo>
                  <a:pt x="102124" y="316191"/>
                </a:lnTo>
                <a:lnTo>
                  <a:pt x="100106" y="315566"/>
                </a:lnTo>
                <a:close/>
                <a:moveTo>
                  <a:pt x="124822" y="188581"/>
                </a:moveTo>
                <a:lnTo>
                  <a:pt x="126479" y="189135"/>
                </a:lnTo>
                <a:lnTo>
                  <a:pt x="123993" y="188858"/>
                </a:lnTo>
                <a:close/>
                <a:moveTo>
                  <a:pt x="121099" y="224917"/>
                </a:moveTo>
                <a:lnTo>
                  <a:pt x="121802" y="226154"/>
                </a:lnTo>
                <a:lnTo>
                  <a:pt x="120747" y="225535"/>
                </a:lnTo>
                <a:close/>
                <a:moveTo>
                  <a:pt x="119463" y="175503"/>
                </a:moveTo>
                <a:lnTo>
                  <a:pt x="120391" y="176869"/>
                </a:lnTo>
                <a:lnTo>
                  <a:pt x="119000" y="176186"/>
                </a:lnTo>
                <a:close/>
                <a:moveTo>
                  <a:pt x="143970" y="378599"/>
                </a:moveTo>
                <a:lnTo>
                  <a:pt x="144893" y="379628"/>
                </a:lnTo>
                <a:lnTo>
                  <a:pt x="143508" y="379113"/>
                </a:lnTo>
                <a:close/>
                <a:moveTo>
                  <a:pt x="54948" y="55971"/>
                </a:moveTo>
                <a:lnTo>
                  <a:pt x="56308" y="56702"/>
                </a:lnTo>
                <a:lnTo>
                  <a:pt x="54268" y="56337"/>
                </a:lnTo>
                <a:close/>
                <a:moveTo>
                  <a:pt x="69511" y="326518"/>
                </a:moveTo>
                <a:lnTo>
                  <a:pt x="70888" y="328303"/>
                </a:lnTo>
                <a:lnTo>
                  <a:pt x="68822" y="327411"/>
                </a:lnTo>
                <a:close/>
                <a:moveTo>
                  <a:pt x="29896" y="72895"/>
                </a:moveTo>
                <a:lnTo>
                  <a:pt x="30365" y="74254"/>
                </a:lnTo>
                <a:lnTo>
                  <a:pt x="29662" y="73574"/>
                </a:lnTo>
                <a:close/>
                <a:moveTo>
                  <a:pt x="41876" y="86229"/>
                </a:moveTo>
                <a:lnTo>
                  <a:pt x="43405" y="88011"/>
                </a:lnTo>
                <a:lnTo>
                  <a:pt x="41112" y="87120"/>
                </a:lnTo>
                <a:close/>
                <a:moveTo>
                  <a:pt x="109140" y="377006"/>
                </a:moveTo>
                <a:lnTo>
                  <a:pt x="111214" y="378097"/>
                </a:lnTo>
                <a:lnTo>
                  <a:pt x="108103" y="377552"/>
                </a:lnTo>
                <a:close/>
                <a:moveTo>
                  <a:pt x="32321" y="301279"/>
                </a:moveTo>
                <a:lnTo>
                  <a:pt x="33074" y="301683"/>
                </a:lnTo>
                <a:lnTo>
                  <a:pt x="31945" y="301481"/>
                </a:lnTo>
                <a:close/>
                <a:moveTo>
                  <a:pt x="54526" y="291019"/>
                </a:moveTo>
                <a:lnTo>
                  <a:pt x="56047" y="291935"/>
                </a:lnTo>
                <a:lnTo>
                  <a:pt x="53766" y="291477"/>
                </a:lnTo>
                <a:close/>
                <a:moveTo>
                  <a:pt x="18784" y="67748"/>
                </a:moveTo>
                <a:lnTo>
                  <a:pt x="20245" y="68789"/>
                </a:lnTo>
                <a:lnTo>
                  <a:pt x="18054" y="68269"/>
                </a:lnTo>
                <a:close/>
                <a:moveTo>
                  <a:pt x="78809" y="292528"/>
                </a:moveTo>
                <a:lnTo>
                  <a:pt x="80219" y="294130"/>
                </a:lnTo>
                <a:lnTo>
                  <a:pt x="78104" y="293329"/>
                </a:lnTo>
                <a:close/>
                <a:moveTo>
                  <a:pt x="133128" y="204456"/>
                </a:moveTo>
                <a:lnTo>
                  <a:pt x="134145" y="205512"/>
                </a:lnTo>
                <a:lnTo>
                  <a:pt x="132620" y="204984"/>
                </a:lnTo>
                <a:close/>
                <a:moveTo>
                  <a:pt x="36636" y="69039"/>
                </a:moveTo>
                <a:lnTo>
                  <a:pt x="38319" y="70002"/>
                </a:lnTo>
                <a:lnTo>
                  <a:pt x="35795" y="69521"/>
                </a:lnTo>
                <a:close/>
                <a:moveTo>
                  <a:pt x="3904" y="154712"/>
                </a:moveTo>
                <a:lnTo>
                  <a:pt x="4848" y="155103"/>
                </a:lnTo>
                <a:lnTo>
                  <a:pt x="3431" y="154908"/>
                </a:lnTo>
                <a:close/>
                <a:moveTo>
                  <a:pt x="3921" y="241746"/>
                </a:moveTo>
                <a:lnTo>
                  <a:pt x="5760" y="243304"/>
                </a:lnTo>
                <a:lnTo>
                  <a:pt x="3001" y="242525"/>
                </a:lnTo>
                <a:close/>
                <a:moveTo>
                  <a:pt x="86667" y="88854"/>
                </a:moveTo>
                <a:lnTo>
                  <a:pt x="88197" y="89558"/>
                </a:lnTo>
                <a:lnTo>
                  <a:pt x="85901" y="89206"/>
                </a:lnTo>
                <a:close/>
                <a:moveTo>
                  <a:pt x="33900" y="129476"/>
                </a:moveTo>
                <a:lnTo>
                  <a:pt x="34500" y="129943"/>
                </a:lnTo>
                <a:lnTo>
                  <a:pt x="33601" y="129709"/>
                </a:lnTo>
                <a:close/>
                <a:moveTo>
                  <a:pt x="142666" y="33163"/>
                </a:moveTo>
                <a:lnTo>
                  <a:pt x="144813" y="34500"/>
                </a:lnTo>
                <a:lnTo>
                  <a:pt x="141593" y="33832"/>
                </a:lnTo>
                <a:close/>
                <a:moveTo>
                  <a:pt x="107549" y="43763"/>
                </a:moveTo>
                <a:lnTo>
                  <a:pt x="109158" y="44363"/>
                </a:lnTo>
                <a:lnTo>
                  <a:pt x="106745" y="44063"/>
                </a:lnTo>
                <a:close/>
                <a:moveTo>
                  <a:pt x="73828" y="178639"/>
                </a:moveTo>
                <a:lnTo>
                  <a:pt x="75847" y="179089"/>
                </a:lnTo>
                <a:lnTo>
                  <a:pt x="72819" y="178864"/>
                </a:lnTo>
                <a:close/>
                <a:moveTo>
                  <a:pt x="1734" y="230072"/>
                </a:moveTo>
                <a:lnTo>
                  <a:pt x="3056" y="231345"/>
                </a:lnTo>
                <a:lnTo>
                  <a:pt x="1073" y="230709"/>
                </a:lnTo>
                <a:close/>
                <a:moveTo>
                  <a:pt x="13121" y="145992"/>
                </a:moveTo>
                <a:lnTo>
                  <a:pt x="14790" y="147180"/>
                </a:lnTo>
                <a:lnTo>
                  <a:pt x="12286" y="146586"/>
                </a:lnTo>
                <a:close/>
                <a:moveTo>
                  <a:pt x="46219" y="3187"/>
                </a:moveTo>
                <a:lnTo>
                  <a:pt x="46650" y="4825"/>
                </a:lnTo>
                <a:lnTo>
                  <a:pt x="46003" y="4006"/>
                </a:lnTo>
                <a:close/>
                <a:moveTo>
                  <a:pt x="40129" y="27951"/>
                </a:moveTo>
                <a:lnTo>
                  <a:pt x="41018" y="28567"/>
                </a:lnTo>
                <a:lnTo>
                  <a:pt x="39684" y="28259"/>
                </a:lnTo>
                <a:close/>
                <a:moveTo>
                  <a:pt x="78943" y="19268"/>
                </a:moveTo>
                <a:lnTo>
                  <a:pt x="80292" y="20538"/>
                </a:lnTo>
                <a:lnTo>
                  <a:pt x="78268" y="19903"/>
                </a:lnTo>
                <a:close/>
                <a:moveTo>
                  <a:pt x="77887" y="235103"/>
                </a:moveTo>
                <a:lnTo>
                  <a:pt x="78684" y="235990"/>
                </a:lnTo>
                <a:lnTo>
                  <a:pt x="77488" y="235546"/>
                </a:lnTo>
                <a:close/>
                <a:moveTo>
                  <a:pt x="108418" y="112349"/>
                </a:moveTo>
                <a:lnTo>
                  <a:pt x="110296" y="112934"/>
                </a:lnTo>
                <a:lnTo>
                  <a:pt x="107479" y="112642"/>
                </a:lnTo>
                <a:close/>
                <a:moveTo>
                  <a:pt x="69490" y="353418"/>
                </a:moveTo>
                <a:lnTo>
                  <a:pt x="71067" y="354132"/>
                </a:lnTo>
                <a:lnTo>
                  <a:pt x="68701" y="353775"/>
                </a:lnTo>
                <a:close/>
                <a:moveTo>
                  <a:pt x="53362" y="111027"/>
                </a:moveTo>
                <a:lnTo>
                  <a:pt x="55102" y="111874"/>
                </a:lnTo>
                <a:lnTo>
                  <a:pt x="52492" y="111451"/>
                </a:lnTo>
                <a:close/>
                <a:moveTo>
                  <a:pt x="121267" y="274002"/>
                </a:moveTo>
                <a:lnTo>
                  <a:pt x="123154" y="275097"/>
                </a:lnTo>
                <a:lnTo>
                  <a:pt x="120323" y="274549"/>
                </a:lnTo>
                <a:close/>
                <a:moveTo>
                  <a:pt x="41289" y="270806"/>
                </a:moveTo>
                <a:lnTo>
                  <a:pt x="42445" y="271183"/>
                </a:lnTo>
                <a:lnTo>
                  <a:pt x="40711" y="270995"/>
                </a:lnTo>
                <a:close/>
                <a:moveTo>
                  <a:pt x="65487" y="73406"/>
                </a:moveTo>
                <a:lnTo>
                  <a:pt x="65973" y="74105"/>
                </a:lnTo>
                <a:lnTo>
                  <a:pt x="65244" y="73756"/>
                </a:lnTo>
                <a:close/>
                <a:moveTo>
                  <a:pt x="138192" y="263563"/>
                </a:moveTo>
                <a:lnTo>
                  <a:pt x="139344" y="264736"/>
                </a:lnTo>
                <a:lnTo>
                  <a:pt x="137615" y="264149"/>
                </a:lnTo>
                <a:close/>
                <a:moveTo>
                  <a:pt x="56418" y="221923"/>
                </a:moveTo>
                <a:lnTo>
                  <a:pt x="57250" y="223506"/>
                </a:lnTo>
                <a:lnTo>
                  <a:pt x="56002" y="222715"/>
                </a:lnTo>
                <a:close/>
                <a:moveTo>
                  <a:pt x="115008" y="175019"/>
                </a:moveTo>
                <a:lnTo>
                  <a:pt x="116386" y="175878"/>
                </a:lnTo>
                <a:lnTo>
                  <a:pt x="114318" y="175449"/>
                </a:lnTo>
                <a:close/>
                <a:moveTo>
                  <a:pt x="111680" y="329009"/>
                </a:moveTo>
                <a:lnTo>
                  <a:pt x="113742" y="329470"/>
                </a:lnTo>
                <a:lnTo>
                  <a:pt x="110649" y="329239"/>
                </a:lnTo>
                <a:close/>
                <a:moveTo>
                  <a:pt x="131381" y="85993"/>
                </a:moveTo>
                <a:lnTo>
                  <a:pt x="131937" y="86913"/>
                </a:lnTo>
                <a:lnTo>
                  <a:pt x="131104" y="86453"/>
                </a:lnTo>
                <a:close/>
                <a:moveTo>
                  <a:pt x="93827" y="45351"/>
                </a:moveTo>
                <a:lnTo>
                  <a:pt x="95368" y="47102"/>
                </a:lnTo>
                <a:lnTo>
                  <a:pt x="93056" y="46227"/>
                </a:lnTo>
                <a:close/>
                <a:moveTo>
                  <a:pt x="112876" y="326030"/>
                </a:moveTo>
                <a:lnTo>
                  <a:pt x="113519" y="326835"/>
                </a:lnTo>
                <a:lnTo>
                  <a:pt x="112554" y="326433"/>
                </a:lnTo>
                <a:close/>
                <a:moveTo>
                  <a:pt x="36243" y="145760"/>
                </a:moveTo>
                <a:lnTo>
                  <a:pt x="38229" y="147554"/>
                </a:lnTo>
                <a:lnTo>
                  <a:pt x="35250" y="146657"/>
                </a:lnTo>
                <a:close/>
                <a:moveTo>
                  <a:pt x="38759" y="221269"/>
                </a:moveTo>
                <a:lnTo>
                  <a:pt x="40234" y="223026"/>
                </a:lnTo>
                <a:lnTo>
                  <a:pt x="38022" y="222148"/>
                </a:lnTo>
                <a:close/>
                <a:moveTo>
                  <a:pt x="65435" y="46370"/>
                </a:moveTo>
                <a:lnTo>
                  <a:pt x="65968" y="46888"/>
                </a:lnTo>
                <a:lnTo>
                  <a:pt x="65168" y="46629"/>
                </a:lnTo>
                <a:close/>
                <a:moveTo>
                  <a:pt x="69234" y="36260"/>
                </a:moveTo>
                <a:lnTo>
                  <a:pt x="70865" y="36850"/>
                </a:lnTo>
                <a:lnTo>
                  <a:pt x="68418" y="36555"/>
                </a:lnTo>
                <a:close/>
                <a:moveTo>
                  <a:pt x="6781" y="283667"/>
                </a:moveTo>
                <a:lnTo>
                  <a:pt x="7987" y="285101"/>
                </a:lnTo>
                <a:lnTo>
                  <a:pt x="6178" y="284384"/>
                </a:lnTo>
                <a:close/>
                <a:moveTo>
                  <a:pt x="83799" y="150321"/>
                </a:moveTo>
                <a:lnTo>
                  <a:pt x="84279" y="151901"/>
                </a:lnTo>
                <a:lnTo>
                  <a:pt x="83558" y="151111"/>
                </a:lnTo>
                <a:close/>
                <a:moveTo>
                  <a:pt x="98528" y="102957"/>
                </a:moveTo>
                <a:lnTo>
                  <a:pt x="99030" y="104202"/>
                </a:lnTo>
                <a:lnTo>
                  <a:pt x="98277" y="103580"/>
                </a:lnTo>
                <a:close/>
                <a:moveTo>
                  <a:pt x="134616" y="292677"/>
                </a:moveTo>
                <a:lnTo>
                  <a:pt x="136673" y="294467"/>
                </a:lnTo>
                <a:lnTo>
                  <a:pt x="133588" y="293572"/>
                </a:lnTo>
                <a:close/>
                <a:moveTo>
                  <a:pt x="18884" y="72551"/>
                </a:moveTo>
                <a:lnTo>
                  <a:pt x="20096" y="73018"/>
                </a:lnTo>
                <a:lnTo>
                  <a:pt x="18278" y="72785"/>
                </a:lnTo>
                <a:close/>
                <a:moveTo>
                  <a:pt x="70383" y="321413"/>
                </a:moveTo>
                <a:lnTo>
                  <a:pt x="71216" y="322939"/>
                </a:lnTo>
                <a:lnTo>
                  <a:pt x="69967" y="322176"/>
                </a:lnTo>
                <a:close/>
                <a:moveTo>
                  <a:pt x="37339" y="321487"/>
                </a:moveTo>
                <a:lnTo>
                  <a:pt x="37830" y="321966"/>
                </a:lnTo>
                <a:lnTo>
                  <a:pt x="37094" y="321727"/>
                </a:lnTo>
                <a:close/>
                <a:moveTo>
                  <a:pt x="7322" y="228370"/>
                </a:moveTo>
                <a:lnTo>
                  <a:pt x="7714" y="229711"/>
                </a:lnTo>
                <a:lnTo>
                  <a:pt x="7126" y="229041"/>
                </a:lnTo>
                <a:close/>
                <a:moveTo>
                  <a:pt x="60843" y="356420"/>
                </a:moveTo>
                <a:lnTo>
                  <a:pt x="61906" y="357971"/>
                </a:lnTo>
                <a:lnTo>
                  <a:pt x="60312" y="357196"/>
                </a:lnTo>
                <a:close/>
                <a:moveTo>
                  <a:pt x="108986" y="147452"/>
                </a:moveTo>
                <a:lnTo>
                  <a:pt x="110778" y="148652"/>
                </a:lnTo>
                <a:lnTo>
                  <a:pt x="108091" y="148052"/>
                </a:lnTo>
                <a:close/>
                <a:moveTo>
                  <a:pt x="86086" y="168029"/>
                </a:moveTo>
                <a:lnTo>
                  <a:pt x="86721" y="169113"/>
                </a:lnTo>
                <a:lnTo>
                  <a:pt x="85768" y="168571"/>
                </a:lnTo>
                <a:close/>
                <a:moveTo>
                  <a:pt x="75377" y="170222"/>
                </a:moveTo>
                <a:lnTo>
                  <a:pt x="77545" y="170779"/>
                </a:lnTo>
                <a:lnTo>
                  <a:pt x="74292" y="170501"/>
                </a:lnTo>
                <a:close/>
                <a:moveTo>
                  <a:pt x="131865" y="219983"/>
                </a:moveTo>
                <a:lnTo>
                  <a:pt x="132397" y="221127"/>
                </a:lnTo>
                <a:lnTo>
                  <a:pt x="131598" y="220555"/>
                </a:lnTo>
                <a:close/>
                <a:moveTo>
                  <a:pt x="27737" y="195263"/>
                </a:moveTo>
                <a:lnTo>
                  <a:pt x="28974" y="196722"/>
                </a:lnTo>
                <a:lnTo>
                  <a:pt x="27118" y="195993"/>
                </a:lnTo>
                <a:close/>
                <a:moveTo>
                  <a:pt x="131662" y="28203"/>
                </a:moveTo>
                <a:lnTo>
                  <a:pt x="133634" y="29910"/>
                </a:lnTo>
                <a:lnTo>
                  <a:pt x="130676" y="29057"/>
                </a:lnTo>
                <a:close/>
                <a:moveTo>
                  <a:pt x="22472" y="31950"/>
                </a:moveTo>
                <a:lnTo>
                  <a:pt x="23680" y="32298"/>
                </a:lnTo>
                <a:lnTo>
                  <a:pt x="21868" y="32124"/>
                </a:lnTo>
                <a:close/>
                <a:moveTo>
                  <a:pt x="18651" y="201162"/>
                </a:moveTo>
                <a:lnTo>
                  <a:pt x="19387" y="202363"/>
                </a:lnTo>
                <a:lnTo>
                  <a:pt x="18282" y="201762"/>
                </a:lnTo>
                <a:close/>
                <a:moveTo>
                  <a:pt x="30631" y="262425"/>
                </a:moveTo>
                <a:lnTo>
                  <a:pt x="32136" y="262838"/>
                </a:lnTo>
                <a:lnTo>
                  <a:pt x="29879" y="262632"/>
                </a:lnTo>
                <a:close/>
                <a:moveTo>
                  <a:pt x="99265" y="363447"/>
                </a:moveTo>
                <a:lnTo>
                  <a:pt x="101454" y="363810"/>
                </a:lnTo>
                <a:lnTo>
                  <a:pt x="98171" y="363629"/>
                </a:lnTo>
                <a:close/>
                <a:moveTo>
                  <a:pt x="99780" y="125698"/>
                </a:moveTo>
                <a:lnTo>
                  <a:pt x="100902" y="126687"/>
                </a:lnTo>
                <a:lnTo>
                  <a:pt x="99220" y="126192"/>
                </a:lnTo>
                <a:close/>
                <a:moveTo>
                  <a:pt x="7719" y="247910"/>
                </a:moveTo>
                <a:lnTo>
                  <a:pt x="8310" y="249494"/>
                </a:lnTo>
                <a:lnTo>
                  <a:pt x="7424" y="248702"/>
                </a:lnTo>
                <a:close/>
                <a:moveTo>
                  <a:pt x="15320" y="245284"/>
                </a:moveTo>
                <a:lnTo>
                  <a:pt x="16694" y="245632"/>
                </a:lnTo>
                <a:lnTo>
                  <a:pt x="14633" y="245458"/>
                </a:lnTo>
                <a:close/>
                <a:moveTo>
                  <a:pt x="17096" y="195354"/>
                </a:moveTo>
                <a:lnTo>
                  <a:pt x="18168" y="195886"/>
                </a:lnTo>
                <a:lnTo>
                  <a:pt x="16560" y="195620"/>
                </a:lnTo>
                <a:close/>
                <a:moveTo>
                  <a:pt x="15264" y="91180"/>
                </a:moveTo>
                <a:lnTo>
                  <a:pt x="17119" y="91685"/>
                </a:lnTo>
                <a:lnTo>
                  <a:pt x="14336" y="91433"/>
                </a:lnTo>
                <a:close/>
                <a:moveTo>
                  <a:pt x="109672" y="44910"/>
                </a:moveTo>
                <a:lnTo>
                  <a:pt x="111533" y="46366"/>
                </a:lnTo>
                <a:lnTo>
                  <a:pt x="108741" y="45638"/>
                </a:lnTo>
                <a:close/>
                <a:moveTo>
                  <a:pt x="127658" y="153706"/>
                </a:moveTo>
                <a:lnTo>
                  <a:pt x="129811" y="154628"/>
                </a:lnTo>
                <a:lnTo>
                  <a:pt x="126581" y="154167"/>
                </a:lnTo>
                <a:close/>
                <a:moveTo>
                  <a:pt x="91532" y="326386"/>
                </a:moveTo>
                <a:lnTo>
                  <a:pt x="92162" y="326754"/>
                </a:lnTo>
                <a:lnTo>
                  <a:pt x="91217" y="326570"/>
                </a:lnTo>
                <a:close/>
                <a:moveTo>
                  <a:pt x="100651" y="89387"/>
                </a:moveTo>
                <a:lnTo>
                  <a:pt x="101407" y="90428"/>
                </a:lnTo>
                <a:lnTo>
                  <a:pt x="100273" y="89908"/>
                </a:lnTo>
                <a:close/>
                <a:moveTo>
                  <a:pt x="25461" y="106511"/>
                </a:moveTo>
                <a:lnTo>
                  <a:pt x="26186" y="106948"/>
                </a:lnTo>
                <a:lnTo>
                  <a:pt x="25099" y="106729"/>
                </a:lnTo>
                <a:close/>
                <a:moveTo>
                  <a:pt x="118128" y="332464"/>
                </a:moveTo>
                <a:lnTo>
                  <a:pt x="119832" y="333423"/>
                </a:lnTo>
                <a:lnTo>
                  <a:pt x="117276" y="332943"/>
                </a:lnTo>
                <a:close/>
                <a:moveTo>
                  <a:pt x="133492" y="213901"/>
                </a:moveTo>
                <a:lnTo>
                  <a:pt x="134868" y="214233"/>
                </a:lnTo>
                <a:lnTo>
                  <a:pt x="132805" y="214067"/>
                </a:lnTo>
                <a:close/>
                <a:moveTo>
                  <a:pt x="51872" y="85355"/>
                </a:moveTo>
                <a:lnTo>
                  <a:pt x="53439" y="87100"/>
                </a:lnTo>
                <a:lnTo>
                  <a:pt x="51088" y="86227"/>
                </a:lnTo>
                <a:close/>
                <a:moveTo>
                  <a:pt x="91065" y="125776"/>
                </a:moveTo>
                <a:lnTo>
                  <a:pt x="92955" y="126196"/>
                </a:lnTo>
                <a:lnTo>
                  <a:pt x="90120" y="125986"/>
                </a:lnTo>
                <a:close/>
                <a:moveTo>
                  <a:pt x="116677" y="16903"/>
                </a:moveTo>
                <a:lnTo>
                  <a:pt x="118811" y="18335"/>
                </a:lnTo>
                <a:lnTo>
                  <a:pt x="115609" y="17619"/>
                </a:lnTo>
                <a:close/>
                <a:moveTo>
                  <a:pt x="142580" y="189960"/>
                </a:moveTo>
                <a:lnTo>
                  <a:pt x="144147" y="190860"/>
                </a:lnTo>
                <a:lnTo>
                  <a:pt x="141797" y="190410"/>
                </a:lnTo>
                <a:close/>
                <a:moveTo>
                  <a:pt x="108795" y="211839"/>
                </a:moveTo>
                <a:lnTo>
                  <a:pt x="109990" y="213344"/>
                </a:lnTo>
                <a:lnTo>
                  <a:pt x="108198" y="212592"/>
                </a:lnTo>
                <a:close/>
                <a:moveTo>
                  <a:pt x="136035" y="109629"/>
                </a:moveTo>
                <a:lnTo>
                  <a:pt x="136862" y="111420"/>
                </a:lnTo>
                <a:lnTo>
                  <a:pt x="135622" y="110525"/>
                </a:lnTo>
                <a:close/>
                <a:moveTo>
                  <a:pt x="49251" y="144865"/>
                </a:moveTo>
                <a:lnTo>
                  <a:pt x="50614" y="145599"/>
                </a:lnTo>
                <a:lnTo>
                  <a:pt x="48570" y="145232"/>
                </a:lnTo>
                <a:close/>
                <a:moveTo>
                  <a:pt x="66345" y="108268"/>
                </a:moveTo>
                <a:lnTo>
                  <a:pt x="67512" y="109765"/>
                </a:lnTo>
                <a:lnTo>
                  <a:pt x="65761" y="109017"/>
                </a:lnTo>
                <a:close/>
                <a:moveTo>
                  <a:pt x="110627" y="366224"/>
                </a:moveTo>
                <a:lnTo>
                  <a:pt x="112704" y="366925"/>
                </a:lnTo>
                <a:lnTo>
                  <a:pt x="109589" y="366575"/>
                </a:lnTo>
                <a:close/>
                <a:moveTo>
                  <a:pt x="112811" y="272846"/>
                </a:moveTo>
                <a:lnTo>
                  <a:pt x="114319" y="273878"/>
                </a:lnTo>
                <a:lnTo>
                  <a:pt x="112058" y="273362"/>
                </a:lnTo>
                <a:close/>
                <a:moveTo>
                  <a:pt x="133232" y="221971"/>
                </a:moveTo>
                <a:lnTo>
                  <a:pt x="135318" y="222429"/>
                </a:lnTo>
                <a:lnTo>
                  <a:pt x="132190" y="222200"/>
                </a:lnTo>
                <a:close/>
                <a:moveTo>
                  <a:pt x="52270" y="52398"/>
                </a:moveTo>
                <a:lnTo>
                  <a:pt x="53953" y="53386"/>
                </a:lnTo>
                <a:lnTo>
                  <a:pt x="51429" y="52892"/>
                </a:lnTo>
                <a:close/>
                <a:moveTo>
                  <a:pt x="46800" y="132769"/>
                </a:moveTo>
                <a:lnTo>
                  <a:pt x="48047" y="133529"/>
                </a:lnTo>
                <a:lnTo>
                  <a:pt x="46177" y="133149"/>
                </a:lnTo>
                <a:close/>
                <a:moveTo>
                  <a:pt x="71715" y="245306"/>
                </a:moveTo>
                <a:lnTo>
                  <a:pt x="72102" y="245935"/>
                </a:lnTo>
                <a:lnTo>
                  <a:pt x="71521" y="245621"/>
                </a:lnTo>
                <a:close/>
                <a:moveTo>
                  <a:pt x="76222" y="260946"/>
                </a:moveTo>
                <a:lnTo>
                  <a:pt x="77669" y="262345"/>
                </a:lnTo>
                <a:lnTo>
                  <a:pt x="75499" y="261646"/>
                </a:lnTo>
                <a:close/>
                <a:moveTo>
                  <a:pt x="63131" y="359336"/>
                </a:moveTo>
                <a:lnTo>
                  <a:pt x="64902" y="360393"/>
                </a:lnTo>
                <a:lnTo>
                  <a:pt x="62246" y="359864"/>
                </a:lnTo>
                <a:close/>
                <a:moveTo>
                  <a:pt x="82836" y="316993"/>
                </a:moveTo>
                <a:lnTo>
                  <a:pt x="83705" y="317716"/>
                </a:lnTo>
                <a:lnTo>
                  <a:pt x="82401" y="317355"/>
                </a:lnTo>
                <a:close/>
                <a:moveTo>
                  <a:pt x="72529" y="199283"/>
                </a:moveTo>
                <a:lnTo>
                  <a:pt x="72974" y="200338"/>
                </a:lnTo>
                <a:lnTo>
                  <a:pt x="72306" y="199810"/>
                </a:lnTo>
                <a:close/>
                <a:moveTo>
                  <a:pt x="132979" y="340846"/>
                </a:moveTo>
                <a:lnTo>
                  <a:pt x="134328" y="342196"/>
                </a:lnTo>
                <a:lnTo>
                  <a:pt x="132305" y="341521"/>
                </a:lnTo>
                <a:close/>
                <a:moveTo>
                  <a:pt x="54177" y="28186"/>
                </a:moveTo>
                <a:lnTo>
                  <a:pt x="56048" y="29295"/>
                </a:lnTo>
                <a:lnTo>
                  <a:pt x="53241" y="28740"/>
                </a:lnTo>
                <a:close/>
                <a:moveTo>
                  <a:pt x="88620" y="241465"/>
                </a:moveTo>
                <a:lnTo>
                  <a:pt x="90774" y="242218"/>
                </a:lnTo>
                <a:lnTo>
                  <a:pt x="87543" y="241842"/>
                </a:lnTo>
                <a:close/>
                <a:moveTo>
                  <a:pt x="82826" y="289341"/>
                </a:moveTo>
                <a:lnTo>
                  <a:pt x="84447" y="291007"/>
                </a:lnTo>
                <a:lnTo>
                  <a:pt x="82016" y="290174"/>
                </a:lnTo>
                <a:close/>
                <a:moveTo>
                  <a:pt x="6597" y="313776"/>
                </a:moveTo>
                <a:lnTo>
                  <a:pt x="7017" y="314553"/>
                </a:lnTo>
                <a:lnTo>
                  <a:pt x="6387" y="314165"/>
                </a:lnTo>
                <a:close/>
                <a:moveTo>
                  <a:pt x="51457" y="315536"/>
                </a:moveTo>
                <a:lnTo>
                  <a:pt x="53451" y="316668"/>
                </a:lnTo>
                <a:lnTo>
                  <a:pt x="50459" y="316102"/>
                </a:lnTo>
                <a:close/>
                <a:moveTo>
                  <a:pt x="80718" y="261959"/>
                </a:moveTo>
                <a:lnTo>
                  <a:pt x="81116" y="262816"/>
                </a:lnTo>
                <a:lnTo>
                  <a:pt x="80518" y="262387"/>
                </a:lnTo>
                <a:close/>
                <a:moveTo>
                  <a:pt x="65760" y="19076"/>
                </a:moveTo>
                <a:lnTo>
                  <a:pt x="66681" y="19795"/>
                </a:lnTo>
                <a:lnTo>
                  <a:pt x="65299" y="19436"/>
                </a:lnTo>
                <a:close/>
                <a:moveTo>
                  <a:pt x="19207" y="74437"/>
                </a:moveTo>
                <a:lnTo>
                  <a:pt x="20243" y="75729"/>
                </a:lnTo>
                <a:lnTo>
                  <a:pt x="18689" y="75083"/>
                </a:lnTo>
                <a:close/>
                <a:moveTo>
                  <a:pt x="123268" y="125642"/>
                </a:moveTo>
                <a:lnTo>
                  <a:pt x="125073" y="127011"/>
                </a:lnTo>
                <a:lnTo>
                  <a:pt x="122366" y="126327"/>
                </a:lnTo>
                <a:close/>
                <a:moveTo>
                  <a:pt x="15492" y="78702"/>
                </a:moveTo>
                <a:lnTo>
                  <a:pt x="17465" y="79213"/>
                </a:lnTo>
                <a:lnTo>
                  <a:pt x="14505" y="78957"/>
                </a:lnTo>
                <a:close/>
                <a:moveTo>
                  <a:pt x="90913" y="230061"/>
                </a:moveTo>
                <a:lnTo>
                  <a:pt x="92755" y="231526"/>
                </a:lnTo>
                <a:lnTo>
                  <a:pt x="89992" y="230794"/>
                </a:lnTo>
                <a:close/>
                <a:moveTo>
                  <a:pt x="118335" y="53697"/>
                </a:moveTo>
                <a:lnTo>
                  <a:pt x="120023" y="55342"/>
                </a:lnTo>
                <a:lnTo>
                  <a:pt x="117492" y="54520"/>
                </a:lnTo>
                <a:close/>
                <a:moveTo>
                  <a:pt x="96525" y="377439"/>
                </a:moveTo>
                <a:lnTo>
                  <a:pt x="97028" y="378438"/>
                </a:lnTo>
                <a:lnTo>
                  <a:pt x="96274" y="377939"/>
                </a:lnTo>
                <a:close/>
                <a:moveTo>
                  <a:pt x="140054" y="119189"/>
                </a:moveTo>
                <a:lnTo>
                  <a:pt x="141043" y="119932"/>
                </a:lnTo>
                <a:lnTo>
                  <a:pt x="139560" y="119560"/>
                </a:lnTo>
                <a:close/>
                <a:moveTo>
                  <a:pt x="54633" y="169899"/>
                </a:moveTo>
                <a:lnTo>
                  <a:pt x="55918" y="170584"/>
                </a:lnTo>
                <a:lnTo>
                  <a:pt x="53990" y="170242"/>
                </a:lnTo>
                <a:close/>
                <a:moveTo>
                  <a:pt x="72707" y="366250"/>
                </a:moveTo>
                <a:lnTo>
                  <a:pt x="73703" y="366924"/>
                </a:lnTo>
                <a:lnTo>
                  <a:pt x="72209" y="366587"/>
                </a:lnTo>
                <a:close/>
                <a:moveTo>
                  <a:pt x="132701" y="279549"/>
                </a:moveTo>
                <a:lnTo>
                  <a:pt x="134517" y="281224"/>
                </a:lnTo>
                <a:lnTo>
                  <a:pt x="131794" y="280387"/>
                </a:lnTo>
                <a:close/>
                <a:moveTo>
                  <a:pt x="142311" y="119787"/>
                </a:moveTo>
                <a:lnTo>
                  <a:pt x="142662" y="121194"/>
                </a:lnTo>
                <a:lnTo>
                  <a:pt x="142135" y="120490"/>
                </a:lnTo>
                <a:close/>
                <a:moveTo>
                  <a:pt x="95809" y="152965"/>
                </a:moveTo>
                <a:lnTo>
                  <a:pt x="97832" y="154470"/>
                </a:lnTo>
                <a:lnTo>
                  <a:pt x="94797" y="153718"/>
                </a:lnTo>
                <a:close/>
                <a:moveTo>
                  <a:pt x="82845" y="241431"/>
                </a:moveTo>
                <a:lnTo>
                  <a:pt x="83970" y="242006"/>
                </a:lnTo>
                <a:lnTo>
                  <a:pt x="82283" y="241718"/>
                </a:lnTo>
                <a:close/>
                <a:moveTo>
                  <a:pt x="43039" y="286686"/>
                </a:moveTo>
                <a:lnTo>
                  <a:pt x="44304" y="287769"/>
                </a:lnTo>
                <a:lnTo>
                  <a:pt x="42407" y="287227"/>
                </a:lnTo>
                <a:close/>
                <a:moveTo>
                  <a:pt x="94957" y="368970"/>
                </a:moveTo>
                <a:lnTo>
                  <a:pt x="95526" y="369410"/>
                </a:lnTo>
                <a:lnTo>
                  <a:pt x="94672" y="369190"/>
                </a:lnTo>
                <a:close/>
                <a:moveTo>
                  <a:pt x="111451" y="85403"/>
                </a:moveTo>
                <a:lnTo>
                  <a:pt x="112853" y="86464"/>
                </a:lnTo>
                <a:lnTo>
                  <a:pt x="110750" y="85934"/>
                </a:lnTo>
                <a:close/>
                <a:moveTo>
                  <a:pt x="97175" y="251717"/>
                </a:moveTo>
                <a:lnTo>
                  <a:pt x="98263" y="252924"/>
                </a:lnTo>
                <a:lnTo>
                  <a:pt x="96630" y="252321"/>
                </a:lnTo>
                <a:close/>
                <a:moveTo>
                  <a:pt x="135285" y="330977"/>
                </a:moveTo>
                <a:lnTo>
                  <a:pt x="136479" y="332374"/>
                </a:lnTo>
                <a:lnTo>
                  <a:pt x="134688" y="331676"/>
                </a:lnTo>
                <a:close/>
                <a:moveTo>
                  <a:pt x="42497" y="364142"/>
                </a:moveTo>
                <a:lnTo>
                  <a:pt x="42853" y="365293"/>
                </a:lnTo>
                <a:lnTo>
                  <a:pt x="42319" y="364717"/>
                </a:lnTo>
                <a:close/>
                <a:moveTo>
                  <a:pt x="111016" y="359353"/>
                </a:moveTo>
                <a:lnTo>
                  <a:pt x="112368" y="360421"/>
                </a:lnTo>
                <a:lnTo>
                  <a:pt x="110341" y="359887"/>
                </a:lnTo>
                <a:close/>
                <a:moveTo>
                  <a:pt x="88116" y="298188"/>
                </a:moveTo>
                <a:lnTo>
                  <a:pt x="89155" y="299443"/>
                </a:lnTo>
                <a:lnTo>
                  <a:pt x="87597" y="298815"/>
                </a:lnTo>
                <a:close/>
                <a:moveTo>
                  <a:pt x="37322" y="31070"/>
                </a:moveTo>
                <a:lnTo>
                  <a:pt x="37816" y="31638"/>
                </a:lnTo>
                <a:lnTo>
                  <a:pt x="37076" y="31354"/>
                </a:lnTo>
                <a:close/>
                <a:moveTo>
                  <a:pt x="59130" y="51927"/>
                </a:moveTo>
                <a:lnTo>
                  <a:pt x="60925" y="53256"/>
                </a:lnTo>
                <a:lnTo>
                  <a:pt x="58232" y="52592"/>
                </a:lnTo>
                <a:close/>
                <a:moveTo>
                  <a:pt x="55979" y="70574"/>
                </a:moveTo>
                <a:lnTo>
                  <a:pt x="57098" y="72183"/>
                </a:lnTo>
                <a:lnTo>
                  <a:pt x="55419" y="71379"/>
                </a:lnTo>
                <a:close/>
                <a:moveTo>
                  <a:pt x="121096" y="271820"/>
                </a:moveTo>
                <a:lnTo>
                  <a:pt x="122158" y="273373"/>
                </a:lnTo>
                <a:lnTo>
                  <a:pt x="120565" y="272597"/>
                </a:lnTo>
                <a:close/>
                <a:moveTo>
                  <a:pt x="73840" y="134056"/>
                </a:moveTo>
                <a:lnTo>
                  <a:pt x="75856" y="135362"/>
                </a:lnTo>
                <a:lnTo>
                  <a:pt x="72832" y="134709"/>
                </a:lnTo>
                <a:close/>
                <a:moveTo>
                  <a:pt x="8817" y="27042"/>
                </a:moveTo>
                <a:lnTo>
                  <a:pt x="10043" y="28505"/>
                </a:lnTo>
                <a:lnTo>
                  <a:pt x="8203" y="27774"/>
                </a:lnTo>
                <a:close/>
                <a:moveTo>
                  <a:pt x="63730" y="208969"/>
                </a:moveTo>
                <a:lnTo>
                  <a:pt x="64332" y="210176"/>
                </a:lnTo>
                <a:lnTo>
                  <a:pt x="63429" y="209572"/>
                </a:lnTo>
                <a:close/>
                <a:moveTo>
                  <a:pt x="59560" y="142247"/>
                </a:moveTo>
                <a:lnTo>
                  <a:pt x="60301" y="143434"/>
                </a:lnTo>
                <a:lnTo>
                  <a:pt x="59189" y="142840"/>
                </a:lnTo>
                <a:close/>
                <a:moveTo>
                  <a:pt x="120086" y="209847"/>
                </a:moveTo>
                <a:lnTo>
                  <a:pt x="121557" y="210982"/>
                </a:lnTo>
                <a:lnTo>
                  <a:pt x="119350" y="210414"/>
                </a:lnTo>
                <a:close/>
                <a:moveTo>
                  <a:pt x="102862" y="274538"/>
                </a:moveTo>
                <a:lnTo>
                  <a:pt x="103231" y="276287"/>
                </a:lnTo>
                <a:lnTo>
                  <a:pt x="102677" y="275412"/>
                </a:lnTo>
                <a:close/>
                <a:moveTo>
                  <a:pt x="71540" y="19443"/>
                </a:moveTo>
                <a:lnTo>
                  <a:pt x="73229" y="20883"/>
                </a:lnTo>
                <a:lnTo>
                  <a:pt x="70696" y="20163"/>
                </a:lnTo>
                <a:close/>
                <a:moveTo>
                  <a:pt x="53459" y="236341"/>
                </a:moveTo>
                <a:lnTo>
                  <a:pt x="53882" y="237748"/>
                </a:lnTo>
                <a:lnTo>
                  <a:pt x="53248" y="237044"/>
                </a:lnTo>
                <a:close/>
                <a:moveTo>
                  <a:pt x="97679" y="317669"/>
                </a:moveTo>
                <a:lnTo>
                  <a:pt x="98905" y="319349"/>
                </a:lnTo>
                <a:lnTo>
                  <a:pt x="97065" y="318509"/>
                </a:lnTo>
                <a:close/>
                <a:moveTo>
                  <a:pt x="60356" y="1908"/>
                </a:moveTo>
                <a:lnTo>
                  <a:pt x="60871" y="2693"/>
                </a:lnTo>
                <a:lnTo>
                  <a:pt x="60099" y="2301"/>
                </a:lnTo>
                <a:close/>
                <a:moveTo>
                  <a:pt x="33026" y="90821"/>
                </a:moveTo>
                <a:lnTo>
                  <a:pt x="33544" y="92095"/>
                </a:lnTo>
                <a:lnTo>
                  <a:pt x="32766" y="91458"/>
                </a:lnTo>
                <a:close/>
                <a:moveTo>
                  <a:pt x="128590" y="366008"/>
                </a:moveTo>
                <a:lnTo>
                  <a:pt x="129594" y="367057"/>
                </a:lnTo>
                <a:lnTo>
                  <a:pt x="128088" y="366533"/>
                </a:lnTo>
                <a:close/>
                <a:moveTo>
                  <a:pt x="76377" y="236852"/>
                </a:moveTo>
                <a:lnTo>
                  <a:pt x="78075" y="237800"/>
                </a:lnTo>
                <a:lnTo>
                  <a:pt x="75528" y="237326"/>
                </a:lnTo>
                <a:close/>
                <a:moveTo>
                  <a:pt x="3493" y="124525"/>
                </a:moveTo>
                <a:lnTo>
                  <a:pt x="3865" y="125849"/>
                </a:lnTo>
                <a:lnTo>
                  <a:pt x="3307" y="125187"/>
                </a:lnTo>
                <a:close/>
                <a:moveTo>
                  <a:pt x="140120" y="225497"/>
                </a:moveTo>
                <a:lnTo>
                  <a:pt x="141749" y="226651"/>
                </a:lnTo>
                <a:lnTo>
                  <a:pt x="139306" y="226074"/>
                </a:lnTo>
                <a:close/>
                <a:moveTo>
                  <a:pt x="140711" y="65808"/>
                </a:moveTo>
                <a:lnTo>
                  <a:pt x="142118" y="66607"/>
                </a:lnTo>
                <a:lnTo>
                  <a:pt x="140008" y="66208"/>
                </a:lnTo>
                <a:close/>
                <a:moveTo>
                  <a:pt x="66655" y="85607"/>
                </a:moveTo>
                <a:lnTo>
                  <a:pt x="68451" y="86407"/>
                </a:lnTo>
                <a:lnTo>
                  <a:pt x="65757" y="86007"/>
                </a:lnTo>
                <a:close/>
                <a:moveTo>
                  <a:pt x="39300" y="337214"/>
                </a:moveTo>
                <a:lnTo>
                  <a:pt x="39683" y="337793"/>
                </a:lnTo>
                <a:lnTo>
                  <a:pt x="39109" y="337503"/>
                </a:lnTo>
                <a:close/>
                <a:moveTo>
                  <a:pt x="134303" y="262523"/>
                </a:moveTo>
                <a:lnTo>
                  <a:pt x="135025" y="263022"/>
                </a:lnTo>
                <a:lnTo>
                  <a:pt x="133941" y="262772"/>
                </a:lnTo>
                <a:close/>
                <a:moveTo>
                  <a:pt x="97563" y="327972"/>
                </a:moveTo>
                <a:lnTo>
                  <a:pt x="99758" y="329685"/>
                </a:lnTo>
                <a:lnTo>
                  <a:pt x="96465" y="328828"/>
                </a:lnTo>
                <a:close/>
                <a:moveTo>
                  <a:pt x="108891" y="33131"/>
                </a:moveTo>
                <a:lnTo>
                  <a:pt x="110698" y="34087"/>
                </a:lnTo>
                <a:lnTo>
                  <a:pt x="107988" y="33609"/>
                </a:lnTo>
                <a:close/>
                <a:moveTo>
                  <a:pt x="77250" y="9251"/>
                </a:moveTo>
                <a:lnTo>
                  <a:pt x="77625" y="10328"/>
                </a:lnTo>
                <a:lnTo>
                  <a:pt x="77062" y="9790"/>
                </a:lnTo>
                <a:close/>
                <a:moveTo>
                  <a:pt x="93636" y="106700"/>
                </a:moveTo>
                <a:lnTo>
                  <a:pt x="95775" y="107102"/>
                </a:lnTo>
                <a:lnTo>
                  <a:pt x="92567" y="106901"/>
                </a:lnTo>
                <a:close/>
                <a:moveTo>
                  <a:pt x="126669" y="367152"/>
                </a:moveTo>
                <a:lnTo>
                  <a:pt x="127183" y="368695"/>
                </a:lnTo>
                <a:lnTo>
                  <a:pt x="126412" y="367923"/>
                </a:lnTo>
                <a:close/>
                <a:moveTo>
                  <a:pt x="89212" y="171125"/>
                </a:moveTo>
                <a:lnTo>
                  <a:pt x="90370" y="172246"/>
                </a:lnTo>
                <a:lnTo>
                  <a:pt x="88632" y="171686"/>
                </a:lnTo>
                <a:close/>
                <a:moveTo>
                  <a:pt x="134132" y="298496"/>
                </a:moveTo>
                <a:lnTo>
                  <a:pt x="135356" y="299485"/>
                </a:lnTo>
                <a:lnTo>
                  <a:pt x="133519" y="298990"/>
                </a:lnTo>
                <a:close/>
                <a:moveTo>
                  <a:pt x="25994" y="215383"/>
                </a:moveTo>
                <a:lnTo>
                  <a:pt x="27936" y="216634"/>
                </a:lnTo>
                <a:lnTo>
                  <a:pt x="25023" y="216008"/>
                </a:lnTo>
                <a:close/>
                <a:moveTo>
                  <a:pt x="86877" y="177991"/>
                </a:moveTo>
                <a:lnTo>
                  <a:pt x="89049" y="179569"/>
                </a:lnTo>
                <a:lnTo>
                  <a:pt x="85792" y="178780"/>
                </a:lnTo>
                <a:close/>
                <a:moveTo>
                  <a:pt x="75209" y="260684"/>
                </a:moveTo>
                <a:lnTo>
                  <a:pt x="77051" y="261369"/>
                </a:lnTo>
                <a:lnTo>
                  <a:pt x="74288" y="261026"/>
                </a:lnTo>
                <a:close/>
                <a:moveTo>
                  <a:pt x="91258" y="112391"/>
                </a:moveTo>
                <a:lnTo>
                  <a:pt x="93022" y="113148"/>
                </a:lnTo>
                <a:lnTo>
                  <a:pt x="90376" y="112770"/>
                </a:lnTo>
                <a:close/>
                <a:moveTo>
                  <a:pt x="139273" y="272779"/>
                </a:moveTo>
                <a:lnTo>
                  <a:pt x="140600" y="273932"/>
                </a:lnTo>
                <a:lnTo>
                  <a:pt x="138610" y="273356"/>
                </a:lnTo>
                <a:close/>
                <a:moveTo>
                  <a:pt x="84720" y="105298"/>
                </a:moveTo>
                <a:lnTo>
                  <a:pt x="85114" y="106277"/>
                </a:lnTo>
                <a:lnTo>
                  <a:pt x="84522" y="105788"/>
                </a:lnTo>
                <a:close/>
                <a:moveTo>
                  <a:pt x="43021" y="185409"/>
                </a:moveTo>
                <a:lnTo>
                  <a:pt x="43761" y="186019"/>
                </a:lnTo>
                <a:lnTo>
                  <a:pt x="42652" y="185714"/>
                </a:lnTo>
                <a:close/>
                <a:moveTo>
                  <a:pt x="141688" y="148896"/>
                </a:moveTo>
                <a:lnTo>
                  <a:pt x="143423" y="149406"/>
                </a:lnTo>
                <a:lnTo>
                  <a:pt x="140821" y="149151"/>
                </a:lnTo>
                <a:close/>
                <a:moveTo>
                  <a:pt x="13281" y="272194"/>
                </a:moveTo>
                <a:lnTo>
                  <a:pt x="14438" y="273695"/>
                </a:lnTo>
                <a:lnTo>
                  <a:pt x="12703" y="272945"/>
                </a:lnTo>
                <a:close/>
                <a:moveTo>
                  <a:pt x="3756" y="195292"/>
                </a:moveTo>
                <a:lnTo>
                  <a:pt x="5211" y="195925"/>
                </a:lnTo>
                <a:lnTo>
                  <a:pt x="3029" y="195609"/>
                </a:lnTo>
                <a:close/>
                <a:moveTo>
                  <a:pt x="103730" y="77200"/>
                </a:moveTo>
                <a:lnTo>
                  <a:pt x="104281" y="77733"/>
                </a:lnTo>
                <a:lnTo>
                  <a:pt x="103455" y="77467"/>
                </a:lnTo>
                <a:close/>
                <a:moveTo>
                  <a:pt x="7362" y="159046"/>
                </a:moveTo>
                <a:lnTo>
                  <a:pt x="9162" y="159607"/>
                </a:lnTo>
                <a:lnTo>
                  <a:pt x="6463" y="159327"/>
                </a:lnTo>
                <a:close/>
                <a:moveTo>
                  <a:pt x="41528" y="132048"/>
                </a:moveTo>
                <a:lnTo>
                  <a:pt x="42286" y="133653"/>
                </a:lnTo>
                <a:lnTo>
                  <a:pt x="41148" y="132851"/>
                </a:lnTo>
                <a:close/>
                <a:moveTo>
                  <a:pt x="120782" y="47102"/>
                </a:moveTo>
                <a:lnTo>
                  <a:pt x="122352" y="48762"/>
                </a:lnTo>
                <a:lnTo>
                  <a:pt x="119997" y="47932"/>
                </a:lnTo>
                <a:close/>
                <a:moveTo>
                  <a:pt x="2446" y="158342"/>
                </a:moveTo>
                <a:lnTo>
                  <a:pt x="2845" y="159116"/>
                </a:lnTo>
                <a:lnTo>
                  <a:pt x="2246" y="158729"/>
                </a:lnTo>
                <a:close/>
                <a:moveTo>
                  <a:pt x="18406" y="180314"/>
                </a:moveTo>
                <a:lnTo>
                  <a:pt x="19135" y="181715"/>
                </a:lnTo>
                <a:lnTo>
                  <a:pt x="18042" y="181015"/>
                </a:lnTo>
                <a:close/>
                <a:moveTo>
                  <a:pt x="55628" y="32730"/>
                </a:moveTo>
                <a:lnTo>
                  <a:pt x="57002" y="33719"/>
                </a:lnTo>
                <a:lnTo>
                  <a:pt x="54942" y="33224"/>
                </a:lnTo>
                <a:close/>
                <a:moveTo>
                  <a:pt x="107235" y="293265"/>
                </a:moveTo>
                <a:lnTo>
                  <a:pt x="108043" y="294142"/>
                </a:lnTo>
                <a:lnTo>
                  <a:pt x="106831" y="293703"/>
                </a:lnTo>
                <a:close/>
                <a:moveTo>
                  <a:pt x="104447" y="381351"/>
                </a:moveTo>
                <a:lnTo>
                  <a:pt x="105819" y="382566"/>
                </a:lnTo>
                <a:lnTo>
                  <a:pt x="103761" y="381959"/>
                </a:lnTo>
                <a:close/>
                <a:moveTo>
                  <a:pt x="48749" y="171289"/>
                </a:moveTo>
                <a:lnTo>
                  <a:pt x="49685" y="172332"/>
                </a:lnTo>
                <a:lnTo>
                  <a:pt x="48281" y="171811"/>
                </a:lnTo>
                <a:close/>
                <a:moveTo>
                  <a:pt x="41861" y="126775"/>
                </a:moveTo>
                <a:lnTo>
                  <a:pt x="42263" y="127206"/>
                </a:lnTo>
                <a:lnTo>
                  <a:pt x="41659" y="126990"/>
                </a:lnTo>
                <a:close/>
                <a:moveTo>
                  <a:pt x="125467" y="136507"/>
                </a:moveTo>
                <a:lnTo>
                  <a:pt x="127600" y="137175"/>
                </a:lnTo>
                <a:lnTo>
                  <a:pt x="124401" y="136841"/>
                </a:lnTo>
                <a:close/>
                <a:moveTo>
                  <a:pt x="53076" y="352003"/>
                </a:moveTo>
                <a:lnTo>
                  <a:pt x="54249" y="353319"/>
                </a:lnTo>
                <a:lnTo>
                  <a:pt x="52490" y="352661"/>
                </a:lnTo>
                <a:close/>
                <a:moveTo>
                  <a:pt x="112396" y="152539"/>
                </a:moveTo>
                <a:lnTo>
                  <a:pt x="113120" y="152853"/>
                </a:lnTo>
                <a:lnTo>
                  <a:pt x="112035" y="152696"/>
                </a:lnTo>
                <a:close/>
                <a:moveTo>
                  <a:pt x="124963" y="225906"/>
                </a:moveTo>
                <a:lnTo>
                  <a:pt x="126759" y="227678"/>
                </a:lnTo>
                <a:lnTo>
                  <a:pt x="124064" y="226792"/>
                </a:lnTo>
                <a:close/>
                <a:moveTo>
                  <a:pt x="126201" y="233185"/>
                </a:moveTo>
                <a:lnTo>
                  <a:pt x="126757" y="234350"/>
                </a:lnTo>
                <a:lnTo>
                  <a:pt x="125923" y="233767"/>
                </a:lnTo>
                <a:close/>
                <a:moveTo>
                  <a:pt x="70405" y="39782"/>
                </a:moveTo>
                <a:lnTo>
                  <a:pt x="70789" y="40600"/>
                </a:lnTo>
                <a:lnTo>
                  <a:pt x="70213" y="40191"/>
                </a:lnTo>
                <a:close/>
                <a:moveTo>
                  <a:pt x="54285" y="345011"/>
                </a:moveTo>
                <a:lnTo>
                  <a:pt x="56473" y="346693"/>
                </a:lnTo>
                <a:lnTo>
                  <a:pt x="53191" y="345852"/>
                </a:lnTo>
                <a:close/>
                <a:moveTo>
                  <a:pt x="47019" y="336040"/>
                </a:moveTo>
                <a:lnTo>
                  <a:pt x="48074" y="336886"/>
                </a:lnTo>
                <a:lnTo>
                  <a:pt x="46491" y="336463"/>
                </a:lnTo>
                <a:close/>
                <a:moveTo>
                  <a:pt x="83901" y="16347"/>
                </a:moveTo>
                <a:lnTo>
                  <a:pt x="85498" y="16739"/>
                </a:lnTo>
                <a:lnTo>
                  <a:pt x="83103" y="16543"/>
                </a:lnTo>
                <a:close/>
                <a:moveTo>
                  <a:pt x="85414" y="294173"/>
                </a:moveTo>
                <a:lnTo>
                  <a:pt x="85876" y="295444"/>
                </a:lnTo>
                <a:lnTo>
                  <a:pt x="85183" y="294808"/>
                </a:lnTo>
                <a:close/>
                <a:moveTo>
                  <a:pt x="73963" y="137321"/>
                </a:moveTo>
                <a:lnTo>
                  <a:pt x="75760" y="138094"/>
                </a:lnTo>
                <a:lnTo>
                  <a:pt x="73064" y="137707"/>
                </a:lnTo>
                <a:close/>
                <a:moveTo>
                  <a:pt x="28344" y="162538"/>
                </a:moveTo>
                <a:lnTo>
                  <a:pt x="29370" y="164068"/>
                </a:lnTo>
                <a:lnTo>
                  <a:pt x="27831" y="163303"/>
                </a:lnTo>
                <a:close/>
                <a:moveTo>
                  <a:pt x="30422" y="156501"/>
                </a:moveTo>
                <a:lnTo>
                  <a:pt x="32215" y="157495"/>
                </a:lnTo>
                <a:lnTo>
                  <a:pt x="29526" y="156998"/>
                </a:lnTo>
                <a:close/>
                <a:moveTo>
                  <a:pt x="49398" y="57906"/>
                </a:moveTo>
                <a:lnTo>
                  <a:pt x="50399" y="59002"/>
                </a:lnTo>
                <a:lnTo>
                  <a:pt x="48898" y="58454"/>
                </a:lnTo>
                <a:close/>
                <a:moveTo>
                  <a:pt x="112919" y="393077"/>
                </a:moveTo>
                <a:lnTo>
                  <a:pt x="114257" y="394125"/>
                </a:lnTo>
                <a:lnTo>
                  <a:pt x="112250" y="393601"/>
                </a:lnTo>
                <a:close/>
                <a:moveTo>
                  <a:pt x="109942" y="183336"/>
                </a:moveTo>
                <a:lnTo>
                  <a:pt x="110762" y="184683"/>
                </a:lnTo>
                <a:lnTo>
                  <a:pt x="109531" y="184010"/>
                </a:lnTo>
                <a:close/>
                <a:moveTo>
                  <a:pt x="120454" y="87183"/>
                </a:moveTo>
                <a:lnTo>
                  <a:pt x="122395" y="87574"/>
                </a:lnTo>
                <a:lnTo>
                  <a:pt x="119484" y="87378"/>
                </a:lnTo>
                <a:close/>
                <a:moveTo>
                  <a:pt x="28068" y="148451"/>
                </a:moveTo>
                <a:lnTo>
                  <a:pt x="30092" y="149473"/>
                </a:lnTo>
                <a:lnTo>
                  <a:pt x="27056" y="148962"/>
                </a:lnTo>
                <a:close/>
                <a:moveTo>
                  <a:pt x="50405" y="95848"/>
                </a:moveTo>
                <a:lnTo>
                  <a:pt x="51619" y="96988"/>
                </a:lnTo>
                <a:lnTo>
                  <a:pt x="49797" y="96418"/>
                </a:lnTo>
                <a:close/>
                <a:moveTo>
                  <a:pt x="86796" y="351765"/>
                </a:moveTo>
                <a:lnTo>
                  <a:pt x="87375" y="353139"/>
                </a:lnTo>
                <a:lnTo>
                  <a:pt x="86507" y="352452"/>
                </a:lnTo>
                <a:close/>
                <a:moveTo>
                  <a:pt x="139224" y="239274"/>
                </a:moveTo>
                <a:lnTo>
                  <a:pt x="140887" y="240782"/>
                </a:lnTo>
                <a:lnTo>
                  <a:pt x="138392" y="240028"/>
                </a:lnTo>
                <a:close/>
                <a:moveTo>
                  <a:pt x="128313" y="125456"/>
                </a:moveTo>
                <a:lnTo>
                  <a:pt x="129501" y="127018"/>
                </a:lnTo>
                <a:lnTo>
                  <a:pt x="127719" y="126237"/>
                </a:lnTo>
                <a:close/>
                <a:moveTo>
                  <a:pt x="23633" y="176630"/>
                </a:moveTo>
                <a:lnTo>
                  <a:pt x="25770" y="177527"/>
                </a:lnTo>
                <a:lnTo>
                  <a:pt x="22565" y="177078"/>
                </a:lnTo>
                <a:close/>
                <a:moveTo>
                  <a:pt x="63059" y="167179"/>
                </a:moveTo>
                <a:lnTo>
                  <a:pt x="64298" y="168632"/>
                </a:lnTo>
                <a:lnTo>
                  <a:pt x="62440" y="167905"/>
                </a:lnTo>
                <a:close/>
                <a:moveTo>
                  <a:pt x="16409" y="181357"/>
                </a:moveTo>
                <a:lnTo>
                  <a:pt x="17548" y="183098"/>
                </a:lnTo>
                <a:lnTo>
                  <a:pt x="15840" y="182227"/>
                </a:lnTo>
                <a:close/>
                <a:moveTo>
                  <a:pt x="123737" y="115802"/>
                </a:moveTo>
                <a:lnTo>
                  <a:pt x="124677" y="117589"/>
                </a:lnTo>
                <a:lnTo>
                  <a:pt x="123268" y="116696"/>
                </a:lnTo>
                <a:close/>
                <a:moveTo>
                  <a:pt x="2474" y="274983"/>
                </a:moveTo>
                <a:lnTo>
                  <a:pt x="2854" y="275721"/>
                </a:lnTo>
                <a:lnTo>
                  <a:pt x="2283" y="275352"/>
                </a:lnTo>
                <a:close/>
                <a:moveTo>
                  <a:pt x="93737" y="266273"/>
                </a:moveTo>
                <a:lnTo>
                  <a:pt x="95264" y="266909"/>
                </a:lnTo>
                <a:lnTo>
                  <a:pt x="92974" y="266591"/>
                </a:lnTo>
                <a:close/>
                <a:moveTo>
                  <a:pt x="58521" y="336531"/>
                </a:moveTo>
                <a:lnTo>
                  <a:pt x="59384" y="337636"/>
                </a:lnTo>
                <a:lnTo>
                  <a:pt x="58090" y="337083"/>
                </a:lnTo>
                <a:close/>
                <a:moveTo>
                  <a:pt x="81088" y="337909"/>
                </a:moveTo>
                <a:lnTo>
                  <a:pt x="82926" y="339394"/>
                </a:lnTo>
                <a:lnTo>
                  <a:pt x="80169" y="338652"/>
                </a:lnTo>
                <a:close/>
                <a:moveTo>
                  <a:pt x="49274" y="289952"/>
                </a:moveTo>
                <a:lnTo>
                  <a:pt x="51278" y="290365"/>
                </a:lnTo>
                <a:lnTo>
                  <a:pt x="48272" y="290158"/>
                </a:lnTo>
                <a:close/>
                <a:moveTo>
                  <a:pt x="105182" y="182376"/>
                </a:moveTo>
                <a:lnTo>
                  <a:pt x="106245" y="183640"/>
                </a:lnTo>
                <a:lnTo>
                  <a:pt x="104651" y="183008"/>
                </a:lnTo>
                <a:close/>
                <a:moveTo>
                  <a:pt x="117124" y="356268"/>
                </a:moveTo>
                <a:lnTo>
                  <a:pt x="118948" y="357966"/>
                </a:lnTo>
                <a:lnTo>
                  <a:pt x="116211" y="357117"/>
                </a:lnTo>
                <a:close/>
                <a:moveTo>
                  <a:pt x="124890" y="201090"/>
                </a:moveTo>
                <a:lnTo>
                  <a:pt x="126520" y="202760"/>
                </a:lnTo>
                <a:lnTo>
                  <a:pt x="124076" y="201925"/>
                </a:lnTo>
                <a:close/>
                <a:moveTo>
                  <a:pt x="85560" y="27686"/>
                </a:moveTo>
                <a:lnTo>
                  <a:pt x="86649" y="29009"/>
                </a:lnTo>
                <a:lnTo>
                  <a:pt x="85015" y="28347"/>
                </a:lnTo>
                <a:close/>
                <a:moveTo>
                  <a:pt x="3710" y="43739"/>
                </a:moveTo>
                <a:lnTo>
                  <a:pt x="5620" y="45066"/>
                </a:lnTo>
                <a:lnTo>
                  <a:pt x="2756" y="44402"/>
                </a:lnTo>
                <a:close/>
                <a:moveTo>
                  <a:pt x="3289" y="307498"/>
                </a:moveTo>
                <a:lnTo>
                  <a:pt x="4769" y="308369"/>
                </a:lnTo>
                <a:lnTo>
                  <a:pt x="2549" y="307933"/>
                </a:lnTo>
                <a:close/>
                <a:moveTo>
                  <a:pt x="93655" y="36741"/>
                </a:moveTo>
                <a:lnTo>
                  <a:pt x="94263" y="38071"/>
                </a:lnTo>
                <a:lnTo>
                  <a:pt x="93350" y="37406"/>
                </a:lnTo>
                <a:close/>
                <a:moveTo>
                  <a:pt x="98891" y="243287"/>
                </a:moveTo>
                <a:lnTo>
                  <a:pt x="100049" y="243882"/>
                </a:lnTo>
                <a:lnTo>
                  <a:pt x="98313" y="243584"/>
                </a:lnTo>
                <a:close/>
                <a:moveTo>
                  <a:pt x="19261" y="368511"/>
                </a:moveTo>
                <a:lnTo>
                  <a:pt x="20148" y="369436"/>
                </a:lnTo>
                <a:lnTo>
                  <a:pt x="18818" y="368974"/>
                </a:lnTo>
                <a:close/>
                <a:moveTo>
                  <a:pt x="74206" y="1156"/>
                </a:moveTo>
                <a:lnTo>
                  <a:pt x="75151" y="1753"/>
                </a:lnTo>
                <a:lnTo>
                  <a:pt x="73733" y="1454"/>
                </a:lnTo>
                <a:close/>
                <a:moveTo>
                  <a:pt x="15673" y="366200"/>
                </a:moveTo>
                <a:lnTo>
                  <a:pt x="16346" y="366941"/>
                </a:lnTo>
                <a:lnTo>
                  <a:pt x="15336" y="366570"/>
                </a:lnTo>
                <a:close/>
                <a:moveTo>
                  <a:pt x="39545" y="309545"/>
                </a:moveTo>
                <a:lnTo>
                  <a:pt x="41501" y="310800"/>
                </a:lnTo>
                <a:lnTo>
                  <a:pt x="38568" y="310172"/>
                </a:lnTo>
                <a:close/>
                <a:moveTo>
                  <a:pt x="91631" y="236467"/>
                </a:moveTo>
                <a:lnTo>
                  <a:pt x="92036" y="237764"/>
                </a:lnTo>
                <a:lnTo>
                  <a:pt x="91428" y="237115"/>
                </a:lnTo>
                <a:close/>
                <a:moveTo>
                  <a:pt x="138056" y="347107"/>
                </a:moveTo>
                <a:lnTo>
                  <a:pt x="140094" y="347598"/>
                </a:lnTo>
                <a:lnTo>
                  <a:pt x="137036" y="347353"/>
                </a:lnTo>
                <a:close/>
                <a:moveTo>
                  <a:pt x="103435" y="390900"/>
                </a:moveTo>
                <a:lnTo>
                  <a:pt x="104236" y="391634"/>
                </a:lnTo>
                <a:lnTo>
                  <a:pt x="103034" y="391267"/>
                </a:lnTo>
                <a:close/>
                <a:moveTo>
                  <a:pt x="141475" y="95305"/>
                </a:moveTo>
                <a:lnTo>
                  <a:pt x="142108" y="96623"/>
                </a:lnTo>
                <a:lnTo>
                  <a:pt x="141159" y="95964"/>
                </a:lnTo>
                <a:close/>
                <a:moveTo>
                  <a:pt x="47224" y="244973"/>
                </a:moveTo>
                <a:lnTo>
                  <a:pt x="48043" y="245617"/>
                </a:lnTo>
                <a:lnTo>
                  <a:pt x="46814" y="245295"/>
                </a:lnTo>
                <a:close/>
                <a:moveTo>
                  <a:pt x="85447" y="171328"/>
                </a:moveTo>
                <a:lnTo>
                  <a:pt x="87032" y="172461"/>
                </a:lnTo>
                <a:lnTo>
                  <a:pt x="84654" y="171895"/>
                </a:lnTo>
                <a:close/>
                <a:moveTo>
                  <a:pt x="35546" y="80888"/>
                </a:moveTo>
                <a:lnTo>
                  <a:pt x="36043" y="81305"/>
                </a:lnTo>
                <a:lnTo>
                  <a:pt x="35298" y="81096"/>
                </a:lnTo>
                <a:close/>
                <a:moveTo>
                  <a:pt x="103115" y="130291"/>
                </a:moveTo>
                <a:lnTo>
                  <a:pt x="103471" y="130637"/>
                </a:lnTo>
                <a:lnTo>
                  <a:pt x="102937" y="130464"/>
                </a:lnTo>
                <a:close/>
                <a:moveTo>
                  <a:pt x="123899" y="246877"/>
                </a:moveTo>
                <a:lnTo>
                  <a:pt x="124645" y="248361"/>
                </a:lnTo>
                <a:lnTo>
                  <a:pt x="123527" y="247619"/>
                </a:lnTo>
                <a:close/>
                <a:moveTo>
                  <a:pt x="129277" y="21479"/>
                </a:moveTo>
                <a:lnTo>
                  <a:pt x="129967" y="22792"/>
                </a:lnTo>
                <a:lnTo>
                  <a:pt x="128933" y="22135"/>
                </a:lnTo>
                <a:close/>
                <a:moveTo>
                  <a:pt x="112291" y="104698"/>
                </a:moveTo>
                <a:lnTo>
                  <a:pt x="113532" y="105500"/>
                </a:lnTo>
                <a:lnTo>
                  <a:pt x="111670" y="105099"/>
                </a:lnTo>
                <a:close/>
                <a:moveTo>
                  <a:pt x="55832" y="329225"/>
                </a:moveTo>
                <a:lnTo>
                  <a:pt x="57249" y="330475"/>
                </a:lnTo>
                <a:lnTo>
                  <a:pt x="55123" y="329850"/>
                </a:lnTo>
                <a:close/>
                <a:moveTo>
                  <a:pt x="131311" y="360664"/>
                </a:moveTo>
                <a:lnTo>
                  <a:pt x="132900" y="361015"/>
                </a:lnTo>
                <a:lnTo>
                  <a:pt x="130516" y="360840"/>
                </a:lnTo>
                <a:close/>
                <a:moveTo>
                  <a:pt x="53907" y="382236"/>
                </a:moveTo>
                <a:lnTo>
                  <a:pt x="55136" y="382583"/>
                </a:lnTo>
                <a:lnTo>
                  <a:pt x="53292" y="382409"/>
                </a:lnTo>
                <a:close/>
                <a:moveTo>
                  <a:pt x="97280" y="218376"/>
                </a:moveTo>
                <a:lnTo>
                  <a:pt x="98974" y="219509"/>
                </a:lnTo>
                <a:lnTo>
                  <a:pt x="96432" y="218943"/>
                </a:lnTo>
                <a:close/>
                <a:moveTo>
                  <a:pt x="41356" y="147847"/>
                </a:moveTo>
                <a:lnTo>
                  <a:pt x="41951" y="148774"/>
                </a:lnTo>
                <a:lnTo>
                  <a:pt x="41059" y="148311"/>
                </a:lnTo>
                <a:close/>
                <a:moveTo>
                  <a:pt x="73895" y="51890"/>
                </a:moveTo>
                <a:lnTo>
                  <a:pt x="74340" y="53139"/>
                </a:lnTo>
                <a:lnTo>
                  <a:pt x="73673" y="52515"/>
                </a:lnTo>
                <a:close/>
                <a:moveTo>
                  <a:pt x="92507" y="304577"/>
                </a:moveTo>
                <a:lnTo>
                  <a:pt x="93719" y="305008"/>
                </a:lnTo>
                <a:lnTo>
                  <a:pt x="91901" y="304793"/>
                </a:lnTo>
                <a:close/>
                <a:moveTo>
                  <a:pt x="75691" y="116557"/>
                </a:moveTo>
                <a:lnTo>
                  <a:pt x="77717" y="117182"/>
                </a:lnTo>
                <a:lnTo>
                  <a:pt x="74678" y="116869"/>
                </a:lnTo>
                <a:close/>
                <a:moveTo>
                  <a:pt x="117200" y="253588"/>
                </a:moveTo>
                <a:lnTo>
                  <a:pt x="118097" y="254783"/>
                </a:lnTo>
                <a:lnTo>
                  <a:pt x="116751" y="254185"/>
                </a:lnTo>
                <a:close/>
                <a:moveTo>
                  <a:pt x="10293" y="107013"/>
                </a:moveTo>
                <a:lnTo>
                  <a:pt x="11950" y="107374"/>
                </a:lnTo>
                <a:lnTo>
                  <a:pt x="9465" y="107193"/>
                </a:lnTo>
                <a:close/>
                <a:moveTo>
                  <a:pt x="81082" y="356291"/>
                </a:moveTo>
                <a:lnTo>
                  <a:pt x="83214" y="357746"/>
                </a:lnTo>
                <a:lnTo>
                  <a:pt x="80016" y="357019"/>
                </a:lnTo>
                <a:close/>
                <a:moveTo>
                  <a:pt x="119710" y="124430"/>
                </a:moveTo>
                <a:lnTo>
                  <a:pt x="120724" y="125122"/>
                </a:lnTo>
                <a:lnTo>
                  <a:pt x="119203" y="124776"/>
                </a:lnTo>
                <a:close/>
                <a:moveTo>
                  <a:pt x="9922" y="32988"/>
                </a:moveTo>
                <a:lnTo>
                  <a:pt x="10375" y="33616"/>
                </a:lnTo>
                <a:lnTo>
                  <a:pt x="9695" y="33302"/>
                </a:lnTo>
                <a:close/>
                <a:moveTo>
                  <a:pt x="48427" y="148733"/>
                </a:moveTo>
                <a:lnTo>
                  <a:pt x="49668" y="150286"/>
                </a:lnTo>
                <a:lnTo>
                  <a:pt x="47806" y="149510"/>
                </a:lnTo>
                <a:close/>
                <a:moveTo>
                  <a:pt x="53359" y="184534"/>
                </a:moveTo>
                <a:lnTo>
                  <a:pt x="55196" y="185507"/>
                </a:lnTo>
                <a:lnTo>
                  <a:pt x="52440" y="185021"/>
                </a:lnTo>
                <a:close/>
                <a:moveTo>
                  <a:pt x="104813" y="381883"/>
                </a:moveTo>
                <a:lnTo>
                  <a:pt x="106822" y="382600"/>
                </a:lnTo>
                <a:lnTo>
                  <a:pt x="103808" y="382241"/>
                </a:lnTo>
                <a:close/>
                <a:moveTo>
                  <a:pt x="121722" y="364736"/>
                </a:moveTo>
                <a:lnTo>
                  <a:pt x="122505" y="365255"/>
                </a:lnTo>
                <a:lnTo>
                  <a:pt x="121330" y="364995"/>
                </a:lnTo>
                <a:close/>
                <a:moveTo>
                  <a:pt x="105656" y="261242"/>
                </a:moveTo>
                <a:lnTo>
                  <a:pt x="106387" y="263015"/>
                </a:lnTo>
                <a:lnTo>
                  <a:pt x="105291" y="262129"/>
                </a:lnTo>
                <a:close/>
                <a:moveTo>
                  <a:pt x="67670" y="386214"/>
                </a:moveTo>
                <a:lnTo>
                  <a:pt x="68945" y="387594"/>
                </a:lnTo>
                <a:lnTo>
                  <a:pt x="67032" y="386904"/>
                </a:lnTo>
                <a:close/>
                <a:moveTo>
                  <a:pt x="20381" y="318850"/>
                </a:moveTo>
                <a:lnTo>
                  <a:pt x="21549" y="319479"/>
                </a:lnTo>
                <a:lnTo>
                  <a:pt x="19797" y="319164"/>
                </a:lnTo>
                <a:close/>
                <a:moveTo>
                  <a:pt x="62025" y="259831"/>
                </a:moveTo>
                <a:lnTo>
                  <a:pt x="64017" y="261274"/>
                </a:lnTo>
                <a:lnTo>
                  <a:pt x="61029" y="260553"/>
                </a:lnTo>
                <a:close/>
                <a:moveTo>
                  <a:pt x="132727" y="299695"/>
                </a:moveTo>
                <a:lnTo>
                  <a:pt x="133769" y="300254"/>
                </a:lnTo>
                <a:lnTo>
                  <a:pt x="132206" y="299975"/>
                </a:lnTo>
                <a:close/>
                <a:moveTo>
                  <a:pt x="131394" y="171548"/>
                </a:moveTo>
                <a:lnTo>
                  <a:pt x="133514" y="172860"/>
                </a:lnTo>
                <a:lnTo>
                  <a:pt x="130334" y="172204"/>
                </a:lnTo>
                <a:close/>
                <a:moveTo>
                  <a:pt x="114479" y="230854"/>
                </a:moveTo>
                <a:lnTo>
                  <a:pt x="115199" y="231884"/>
                </a:lnTo>
                <a:lnTo>
                  <a:pt x="114118" y="231369"/>
                </a:lnTo>
                <a:close/>
                <a:moveTo>
                  <a:pt x="96307" y="43425"/>
                </a:moveTo>
                <a:lnTo>
                  <a:pt x="97345" y="44921"/>
                </a:lnTo>
                <a:lnTo>
                  <a:pt x="95788" y="44173"/>
                </a:lnTo>
                <a:close/>
                <a:moveTo>
                  <a:pt x="31734" y="4934"/>
                </a:moveTo>
                <a:lnTo>
                  <a:pt x="32495" y="5886"/>
                </a:lnTo>
                <a:lnTo>
                  <a:pt x="31353" y="5410"/>
                </a:lnTo>
                <a:close/>
                <a:moveTo>
                  <a:pt x="41200" y="206176"/>
                </a:moveTo>
                <a:lnTo>
                  <a:pt x="42050" y="207125"/>
                </a:lnTo>
                <a:lnTo>
                  <a:pt x="40775" y="206651"/>
                </a:lnTo>
                <a:close/>
                <a:moveTo>
                  <a:pt x="132892" y="327381"/>
                </a:moveTo>
                <a:lnTo>
                  <a:pt x="134645" y="328342"/>
                </a:lnTo>
                <a:lnTo>
                  <a:pt x="132015" y="327861"/>
                </a:lnTo>
                <a:close/>
                <a:moveTo>
                  <a:pt x="80384" y="315324"/>
                </a:moveTo>
                <a:lnTo>
                  <a:pt x="81116" y="316159"/>
                </a:lnTo>
                <a:lnTo>
                  <a:pt x="80017" y="315742"/>
                </a:lnTo>
                <a:close/>
                <a:moveTo>
                  <a:pt x="20412" y="179370"/>
                </a:moveTo>
                <a:lnTo>
                  <a:pt x="21334" y="180679"/>
                </a:lnTo>
                <a:lnTo>
                  <a:pt x="19950" y="180024"/>
                </a:lnTo>
                <a:close/>
                <a:moveTo>
                  <a:pt x="52970" y="256754"/>
                </a:moveTo>
                <a:lnTo>
                  <a:pt x="54386" y="257939"/>
                </a:lnTo>
                <a:lnTo>
                  <a:pt x="52262" y="257347"/>
                </a:lnTo>
                <a:close/>
                <a:moveTo>
                  <a:pt x="62539" y="164896"/>
                </a:moveTo>
                <a:lnTo>
                  <a:pt x="63120" y="166166"/>
                </a:lnTo>
                <a:lnTo>
                  <a:pt x="62248" y="165531"/>
                </a:lnTo>
                <a:close/>
                <a:moveTo>
                  <a:pt x="47060" y="111859"/>
                </a:moveTo>
                <a:lnTo>
                  <a:pt x="49070" y="112786"/>
                </a:lnTo>
                <a:lnTo>
                  <a:pt x="46055" y="112323"/>
                </a:lnTo>
                <a:close/>
                <a:moveTo>
                  <a:pt x="16225" y="245237"/>
                </a:moveTo>
                <a:lnTo>
                  <a:pt x="17315" y="246114"/>
                </a:lnTo>
                <a:lnTo>
                  <a:pt x="15680" y="245675"/>
                </a:lnTo>
                <a:close/>
                <a:moveTo>
                  <a:pt x="87736" y="198211"/>
                </a:moveTo>
                <a:lnTo>
                  <a:pt x="89745" y="198960"/>
                </a:lnTo>
                <a:lnTo>
                  <a:pt x="86731" y="198585"/>
                </a:lnTo>
                <a:close/>
                <a:moveTo>
                  <a:pt x="117792" y="332665"/>
                </a:moveTo>
                <a:lnTo>
                  <a:pt x="118618" y="332989"/>
                </a:lnTo>
                <a:lnTo>
                  <a:pt x="117379" y="332827"/>
                </a:lnTo>
                <a:close/>
                <a:moveTo>
                  <a:pt x="23012" y="209249"/>
                </a:moveTo>
                <a:lnTo>
                  <a:pt x="24966" y="210248"/>
                </a:lnTo>
                <a:lnTo>
                  <a:pt x="22036" y="209748"/>
                </a:lnTo>
                <a:close/>
                <a:moveTo>
                  <a:pt x="35095" y="231912"/>
                </a:moveTo>
                <a:lnTo>
                  <a:pt x="36906" y="233600"/>
                </a:lnTo>
                <a:lnTo>
                  <a:pt x="34189" y="232756"/>
                </a:lnTo>
                <a:close/>
                <a:moveTo>
                  <a:pt x="80649" y="75633"/>
                </a:moveTo>
                <a:lnTo>
                  <a:pt x="82026" y="76683"/>
                </a:lnTo>
                <a:lnTo>
                  <a:pt x="79960" y="76158"/>
                </a:lnTo>
                <a:close/>
                <a:moveTo>
                  <a:pt x="31004" y="39282"/>
                </a:moveTo>
                <a:lnTo>
                  <a:pt x="32973" y="40005"/>
                </a:lnTo>
                <a:lnTo>
                  <a:pt x="30020" y="39644"/>
                </a:lnTo>
                <a:close/>
                <a:moveTo>
                  <a:pt x="126160" y="223327"/>
                </a:moveTo>
                <a:lnTo>
                  <a:pt x="126515" y="224982"/>
                </a:lnTo>
                <a:lnTo>
                  <a:pt x="125983" y="224154"/>
                </a:lnTo>
                <a:close/>
                <a:moveTo>
                  <a:pt x="141945" y="71735"/>
                </a:moveTo>
                <a:lnTo>
                  <a:pt x="143577" y="72099"/>
                </a:lnTo>
                <a:lnTo>
                  <a:pt x="141129" y="71917"/>
                </a:lnTo>
                <a:close/>
                <a:moveTo>
                  <a:pt x="129439" y="55414"/>
                </a:moveTo>
                <a:lnTo>
                  <a:pt x="130930" y="56837"/>
                </a:lnTo>
                <a:lnTo>
                  <a:pt x="128693" y="56125"/>
                </a:lnTo>
                <a:close/>
                <a:moveTo>
                  <a:pt x="85446" y="347860"/>
                </a:moveTo>
                <a:lnTo>
                  <a:pt x="86126" y="349619"/>
                </a:lnTo>
                <a:lnTo>
                  <a:pt x="85106" y="348740"/>
                </a:lnTo>
                <a:close/>
                <a:moveTo>
                  <a:pt x="94459" y="43742"/>
                </a:moveTo>
                <a:lnTo>
                  <a:pt x="94880" y="44358"/>
                </a:lnTo>
                <a:lnTo>
                  <a:pt x="94248" y="44050"/>
                </a:lnTo>
                <a:close/>
                <a:moveTo>
                  <a:pt x="17755" y="151040"/>
                </a:moveTo>
                <a:lnTo>
                  <a:pt x="18333" y="151782"/>
                </a:lnTo>
                <a:lnTo>
                  <a:pt x="17466" y="151411"/>
                </a:lnTo>
                <a:close/>
                <a:moveTo>
                  <a:pt x="123571" y="276283"/>
                </a:moveTo>
                <a:lnTo>
                  <a:pt x="124444" y="276763"/>
                </a:lnTo>
                <a:lnTo>
                  <a:pt x="123134" y="276523"/>
                </a:lnTo>
                <a:close/>
                <a:moveTo>
                  <a:pt x="13815" y="122635"/>
                </a:moveTo>
                <a:lnTo>
                  <a:pt x="14286" y="123145"/>
                </a:lnTo>
                <a:lnTo>
                  <a:pt x="13580" y="122890"/>
                </a:lnTo>
                <a:close/>
                <a:moveTo>
                  <a:pt x="143665" y="128697"/>
                </a:moveTo>
                <a:lnTo>
                  <a:pt x="145551" y="129081"/>
                </a:lnTo>
                <a:lnTo>
                  <a:pt x="142721" y="128889"/>
                </a:lnTo>
                <a:close/>
                <a:moveTo>
                  <a:pt x="23007" y="20066"/>
                </a:moveTo>
                <a:lnTo>
                  <a:pt x="24345" y="21677"/>
                </a:lnTo>
                <a:lnTo>
                  <a:pt x="22338" y="20871"/>
                </a:lnTo>
                <a:close/>
                <a:moveTo>
                  <a:pt x="123285" y="143857"/>
                </a:moveTo>
                <a:lnTo>
                  <a:pt x="125109" y="144743"/>
                </a:lnTo>
                <a:lnTo>
                  <a:pt x="122373" y="144300"/>
                </a:lnTo>
                <a:close/>
                <a:moveTo>
                  <a:pt x="75863" y="112526"/>
                </a:moveTo>
                <a:lnTo>
                  <a:pt x="76825" y="113787"/>
                </a:lnTo>
                <a:lnTo>
                  <a:pt x="75381" y="113156"/>
                </a:lnTo>
                <a:close/>
                <a:moveTo>
                  <a:pt x="56450" y="78099"/>
                </a:moveTo>
                <a:lnTo>
                  <a:pt x="57423" y="78459"/>
                </a:lnTo>
                <a:lnTo>
                  <a:pt x="55963" y="78279"/>
                </a:lnTo>
                <a:close/>
                <a:moveTo>
                  <a:pt x="54992" y="362110"/>
                </a:moveTo>
                <a:lnTo>
                  <a:pt x="56376" y="362812"/>
                </a:lnTo>
                <a:lnTo>
                  <a:pt x="54300" y="362461"/>
                </a:lnTo>
                <a:close/>
                <a:moveTo>
                  <a:pt x="68721" y="209453"/>
                </a:moveTo>
                <a:lnTo>
                  <a:pt x="69339" y="210568"/>
                </a:lnTo>
                <a:lnTo>
                  <a:pt x="68412" y="210011"/>
                </a:lnTo>
                <a:close/>
                <a:moveTo>
                  <a:pt x="39800" y="42936"/>
                </a:moveTo>
                <a:lnTo>
                  <a:pt x="40569" y="43747"/>
                </a:lnTo>
                <a:lnTo>
                  <a:pt x="39415" y="43341"/>
                </a:lnTo>
                <a:close/>
                <a:moveTo>
                  <a:pt x="104022" y="19153"/>
                </a:moveTo>
                <a:lnTo>
                  <a:pt x="105267" y="20322"/>
                </a:lnTo>
                <a:lnTo>
                  <a:pt x="103400" y="19737"/>
                </a:lnTo>
                <a:close/>
                <a:moveTo>
                  <a:pt x="122676" y="55673"/>
                </a:moveTo>
                <a:lnTo>
                  <a:pt x="124470" y="56481"/>
                </a:lnTo>
                <a:lnTo>
                  <a:pt x="121779" y="56077"/>
                </a:lnTo>
                <a:close/>
                <a:moveTo>
                  <a:pt x="18883" y="264813"/>
                </a:moveTo>
                <a:lnTo>
                  <a:pt x="20552" y="266603"/>
                </a:lnTo>
                <a:lnTo>
                  <a:pt x="18048" y="265708"/>
                </a:lnTo>
                <a:close/>
                <a:moveTo>
                  <a:pt x="37588" y="277202"/>
                </a:moveTo>
                <a:lnTo>
                  <a:pt x="39677" y="278299"/>
                </a:lnTo>
                <a:lnTo>
                  <a:pt x="36543" y="277751"/>
                </a:lnTo>
                <a:close/>
                <a:moveTo>
                  <a:pt x="100466" y="48566"/>
                </a:moveTo>
                <a:lnTo>
                  <a:pt x="101353" y="49459"/>
                </a:lnTo>
                <a:lnTo>
                  <a:pt x="100022" y="49013"/>
                </a:lnTo>
                <a:close/>
                <a:moveTo>
                  <a:pt x="27621" y="46267"/>
                </a:moveTo>
                <a:lnTo>
                  <a:pt x="28651" y="47530"/>
                </a:lnTo>
                <a:lnTo>
                  <a:pt x="27106" y="46899"/>
                </a:lnTo>
                <a:close/>
                <a:moveTo>
                  <a:pt x="73475" y="204466"/>
                </a:moveTo>
                <a:lnTo>
                  <a:pt x="74779" y="205891"/>
                </a:lnTo>
                <a:lnTo>
                  <a:pt x="72822" y="205178"/>
                </a:lnTo>
                <a:close/>
                <a:moveTo>
                  <a:pt x="106832" y="130302"/>
                </a:moveTo>
                <a:lnTo>
                  <a:pt x="107377" y="130808"/>
                </a:lnTo>
                <a:lnTo>
                  <a:pt x="106560" y="130555"/>
                </a:lnTo>
                <a:close/>
                <a:moveTo>
                  <a:pt x="52039" y="165245"/>
                </a:moveTo>
                <a:lnTo>
                  <a:pt x="53682" y="165694"/>
                </a:lnTo>
                <a:lnTo>
                  <a:pt x="51218" y="165470"/>
                </a:lnTo>
                <a:close/>
                <a:moveTo>
                  <a:pt x="31474" y="292549"/>
                </a:moveTo>
                <a:lnTo>
                  <a:pt x="33397" y="293245"/>
                </a:lnTo>
                <a:lnTo>
                  <a:pt x="30512" y="292897"/>
                </a:lnTo>
                <a:close/>
                <a:moveTo>
                  <a:pt x="80612" y="217193"/>
                </a:moveTo>
                <a:lnTo>
                  <a:pt x="81434" y="218237"/>
                </a:lnTo>
                <a:lnTo>
                  <a:pt x="80201" y="217715"/>
                </a:lnTo>
                <a:close/>
                <a:moveTo>
                  <a:pt x="8811" y="369463"/>
                </a:moveTo>
                <a:lnTo>
                  <a:pt x="9613" y="371123"/>
                </a:lnTo>
                <a:lnTo>
                  <a:pt x="8410" y="370293"/>
                </a:lnTo>
                <a:close/>
                <a:moveTo>
                  <a:pt x="129084" y="161572"/>
                </a:moveTo>
                <a:lnTo>
                  <a:pt x="129743" y="162304"/>
                </a:lnTo>
                <a:lnTo>
                  <a:pt x="128754" y="161938"/>
                </a:lnTo>
                <a:close/>
                <a:moveTo>
                  <a:pt x="134305" y="22057"/>
                </a:moveTo>
                <a:lnTo>
                  <a:pt x="135144" y="22755"/>
                </a:lnTo>
                <a:lnTo>
                  <a:pt x="133886" y="22406"/>
                </a:lnTo>
                <a:close/>
                <a:moveTo>
                  <a:pt x="52176" y="387118"/>
                </a:moveTo>
                <a:lnTo>
                  <a:pt x="53339" y="388795"/>
                </a:lnTo>
                <a:lnTo>
                  <a:pt x="51594" y="387957"/>
                </a:lnTo>
                <a:close/>
                <a:moveTo>
                  <a:pt x="94575" y="2809"/>
                </a:moveTo>
                <a:lnTo>
                  <a:pt x="95586" y="3609"/>
                </a:lnTo>
                <a:lnTo>
                  <a:pt x="94070" y="3209"/>
                </a:lnTo>
                <a:close/>
                <a:moveTo>
                  <a:pt x="27740" y="92233"/>
                </a:moveTo>
                <a:lnTo>
                  <a:pt x="28496" y="93863"/>
                </a:lnTo>
                <a:lnTo>
                  <a:pt x="27362" y="93048"/>
                </a:lnTo>
                <a:close/>
                <a:moveTo>
                  <a:pt x="81515" y="175568"/>
                </a:moveTo>
                <a:lnTo>
                  <a:pt x="82409" y="176809"/>
                </a:lnTo>
                <a:lnTo>
                  <a:pt x="81068" y="176188"/>
                </a:lnTo>
                <a:close/>
                <a:moveTo>
                  <a:pt x="50980" y="9732"/>
                </a:moveTo>
                <a:lnTo>
                  <a:pt x="51632" y="11244"/>
                </a:lnTo>
                <a:lnTo>
                  <a:pt x="50654" y="10488"/>
                </a:lnTo>
                <a:close/>
                <a:moveTo>
                  <a:pt x="99687" y="273532"/>
                </a:moveTo>
                <a:lnTo>
                  <a:pt x="100836" y="274760"/>
                </a:lnTo>
                <a:lnTo>
                  <a:pt x="99112" y="274146"/>
                </a:lnTo>
                <a:close/>
                <a:moveTo>
                  <a:pt x="3860" y="249258"/>
                </a:moveTo>
                <a:lnTo>
                  <a:pt x="5757" y="250485"/>
                </a:lnTo>
                <a:lnTo>
                  <a:pt x="2912" y="249871"/>
                </a:lnTo>
                <a:close/>
                <a:moveTo>
                  <a:pt x="76010" y="272904"/>
                </a:moveTo>
                <a:lnTo>
                  <a:pt x="77808" y="273820"/>
                </a:lnTo>
                <a:lnTo>
                  <a:pt x="75111" y="273362"/>
                </a:lnTo>
                <a:close/>
                <a:moveTo>
                  <a:pt x="16866" y="250496"/>
                </a:moveTo>
                <a:lnTo>
                  <a:pt x="18411" y="252207"/>
                </a:lnTo>
                <a:lnTo>
                  <a:pt x="16094" y="251351"/>
                </a:lnTo>
                <a:close/>
                <a:moveTo>
                  <a:pt x="4428" y="227108"/>
                </a:moveTo>
                <a:lnTo>
                  <a:pt x="6457" y="227474"/>
                </a:lnTo>
                <a:lnTo>
                  <a:pt x="3414" y="227291"/>
                </a:lnTo>
                <a:close/>
                <a:moveTo>
                  <a:pt x="98465" y="254116"/>
                </a:moveTo>
                <a:lnTo>
                  <a:pt x="100343" y="255227"/>
                </a:lnTo>
                <a:lnTo>
                  <a:pt x="97526" y="254672"/>
                </a:lnTo>
                <a:close/>
                <a:moveTo>
                  <a:pt x="98724" y="310478"/>
                </a:moveTo>
                <a:lnTo>
                  <a:pt x="99473" y="310797"/>
                </a:lnTo>
                <a:lnTo>
                  <a:pt x="98349" y="310637"/>
                </a:lnTo>
                <a:close/>
                <a:moveTo>
                  <a:pt x="102997" y="64375"/>
                </a:moveTo>
                <a:lnTo>
                  <a:pt x="103566" y="64839"/>
                </a:lnTo>
                <a:lnTo>
                  <a:pt x="102713" y="64607"/>
                </a:lnTo>
                <a:close/>
                <a:moveTo>
                  <a:pt x="129281" y="348163"/>
                </a:moveTo>
                <a:lnTo>
                  <a:pt x="130510" y="349558"/>
                </a:lnTo>
                <a:lnTo>
                  <a:pt x="128666" y="348860"/>
                </a:lnTo>
                <a:close/>
                <a:moveTo>
                  <a:pt x="42367" y="45952"/>
                </a:moveTo>
                <a:lnTo>
                  <a:pt x="43852" y="46664"/>
                </a:lnTo>
                <a:lnTo>
                  <a:pt x="41625" y="46308"/>
                </a:lnTo>
                <a:close/>
                <a:moveTo>
                  <a:pt x="8105" y="285125"/>
                </a:moveTo>
                <a:lnTo>
                  <a:pt x="8461" y="286413"/>
                </a:lnTo>
                <a:lnTo>
                  <a:pt x="7927" y="285769"/>
                </a:lnTo>
                <a:close/>
                <a:moveTo>
                  <a:pt x="27404" y="112594"/>
                </a:moveTo>
                <a:lnTo>
                  <a:pt x="28421" y="114008"/>
                </a:lnTo>
                <a:lnTo>
                  <a:pt x="26895" y="113301"/>
                </a:lnTo>
                <a:close/>
                <a:moveTo>
                  <a:pt x="93175" y="31430"/>
                </a:moveTo>
                <a:lnTo>
                  <a:pt x="94111" y="32541"/>
                </a:lnTo>
                <a:lnTo>
                  <a:pt x="92707" y="31986"/>
                </a:lnTo>
                <a:close/>
                <a:moveTo>
                  <a:pt x="138663" y="171940"/>
                </a:moveTo>
                <a:lnTo>
                  <a:pt x="140514" y="173469"/>
                </a:lnTo>
                <a:lnTo>
                  <a:pt x="137738" y="172704"/>
                </a:lnTo>
                <a:close/>
                <a:moveTo>
                  <a:pt x="109646" y="97424"/>
                </a:moveTo>
                <a:lnTo>
                  <a:pt x="110263" y="98912"/>
                </a:lnTo>
                <a:lnTo>
                  <a:pt x="109337" y="98168"/>
                </a:lnTo>
                <a:close/>
                <a:moveTo>
                  <a:pt x="32741" y="194121"/>
                </a:moveTo>
                <a:lnTo>
                  <a:pt x="33868" y="195335"/>
                </a:lnTo>
                <a:lnTo>
                  <a:pt x="32177" y="194728"/>
                </a:lnTo>
                <a:close/>
                <a:moveTo>
                  <a:pt x="136833" y="87242"/>
                </a:moveTo>
                <a:lnTo>
                  <a:pt x="137317" y="88701"/>
                </a:lnTo>
                <a:lnTo>
                  <a:pt x="136591" y="87971"/>
                </a:lnTo>
                <a:close/>
                <a:moveTo>
                  <a:pt x="33305" y="220797"/>
                </a:moveTo>
                <a:lnTo>
                  <a:pt x="34152" y="222391"/>
                </a:lnTo>
                <a:lnTo>
                  <a:pt x="32881" y="221594"/>
                </a:lnTo>
                <a:close/>
                <a:moveTo>
                  <a:pt x="91712" y="321833"/>
                </a:moveTo>
                <a:lnTo>
                  <a:pt x="92719" y="322434"/>
                </a:lnTo>
                <a:lnTo>
                  <a:pt x="91209" y="322133"/>
                </a:lnTo>
                <a:close/>
                <a:moveTo>
                  <a:pt x="97088" y="73040"/>
                </a:moveTo>
                <a:lnTo>
                  <a:pt x="97558" y="74823"/>
                </a:lnTo>
                <a:lnTo>
                  <a:pt x="96853" y="73932"/>
                </a:lnTo>
                <a:close/>
                <a:moveTo>
                  <a:pt x="122776" y="37090"/>
                </a:moveTo>
                <a:lnTo>
                  <a:pt x="123892" y="37512"/>
                </a:lnTo>
                <a:lnTo>
                  <a:pt x="122218" y="37301"/>
                </a:lnTo>
                <a:close/>
                <a:moveTo>
                  <a:pt x="9529" y="235027"/>
                </a:moveTo>
                <a:lnTo>
                  <a:pt x="11349" y="236767"/>
                </a:lnTo>
                <a:lnTo>
                  <a:pt x="8619" y="235897"/>
                </a:lnTo>
                <a:close/>
                <a:moveTo>
                  <a:pt x="130761" y="154663"/>
                </a:moveTo>
                <a:lnTo>
                  <a:pt x="131170" y="155958"/>
                </a:lnTo>
                <a:lnTo>
                  <a:pt x="130556" y="155311"/>
                </a:lnTo>
                <a:close/>
                <a:moveTo>
                  <a:pt x="70835" y="48796"/>
                </a:moveTo>
                <a:lnTo>
                  <a:pt x="71625" y="49342"/>
                </a:lnTo>
                <a:lnTo>
                  <a:pt x="70440" y="49069"/>
                </a:lnTo>
                <a:close/>
                <a:moveTo>
                  <a:pt x="134982" y="126613"/>
                </a:moveTo>
                <a:lnTo>
                  <a:pt x="137139" y="127769"/>
                </a:lnTo>
                <a:lnTo>
                  <a:pt x="133904" y="127191"/>
                </a:lnTo>
                <a:close/>
                <a:moveTo>
                  <a:pt x="104422" y="305543"/>
                </a:moveTo>
                <a:lnTo>
                  <a:pt x="105188" y="307112"/>
                </a:lnTo>
                <a:lnTo>
                  <a:pt x="104038" y="306327"/>
                </a:lnTo>
                <a:close/>
                <a:moveTo>
                  <a:pt x="134464" y="36190"/>
                </a:moveTo>
                <a:lnTo>
                  <a:pt x="135396" y="36885"/>
                </a:lnTo>
                <a:lnTo>
                  <a:pt x="133998" y="36538"/>
                </a:lnTo>
                <a:close/>
                <a:moveTo>
                  <a:pt x="87437" y="308883"/>
                </a:moveTo>
                <a:lnTo>
                  <a:pt x="89398" y="309902"/>
                </a:lnTo>
                <a:lnTo>
                  <a:pt x="86457" y="309393"/>
                </a:lnTo>
                <a:close/>
                <a:moveTo>
                  <a:pt x="143503" y="253934"/>
                </a:moveTo>
                <a:lnTo>
                  <a:pt x="145191" y="254900"/>
                </a:lnTo>
                <a:lnTo>
                  <a:pt x="142659" y="254417"/>
                </a:lnTo>
                <a:close/>
                <a:moveTo>
                  <a:pt x="90009" y="231398"/>
                </a:moveTo>
                <a:lnTo>
                  <a:pt x="91840" y="232469"/>
                </a:lnTo>
                <a:lnTo>
                  <a:pt x="89093" y="231933"/>
                </a:lnTo>
                <a:close/>
                <a:moveTo>
                  <a:pt x="47890" y="109296"/>
                </a:moveTo>
                <a:lnTo>
                  <a:pt x="48898" y="110002"/>
                </a:lnTo>
                <a:lnTo>
                  <a:pt x="47386" y="109649"/>
                </a:lnTo>
                <a:close/>
                <a:moveTo>
                  <a:pt x="80675" y="388607"/>
                </a:moveTo>
                <a:lnTo>
                  <a:pt x="82862" y="389302"/>
                </a:lnTo>
                <a:lnTo>
                  <a:pt x="79582" y="388954"/>
                </a:lnTo>
                <a:close/>
                <a:moveTo>
                  <a:pt x="59690" y="224239"/>
                </a:moveTo>
                <a:lnTo>
                  <a:pt x="60669" y="224645"/>
                </a:lnTo>
                <a:lnTo>
                  <a:pt x="59201" y="224442"/>
                </a:lnTo>
                <a:close/>
                <a:moveTo>
                  <a:pt x="30929" y="341992"/>
                </a:moveTo>
                <a:lnTo>
                  <a:pt x="32117" y="342366"/>
                </a:lnTo>
                <a:lnTo>
                  <a:pt x="30335" y="342179"/>
                </a:lnTo>
                <a:close/>
                <a:moveTo>
                  <a:pt x="86446" y="95527"/>
                </a:moveTo>
                <a:lnTo>
                  <a:pt x="88454" y="96923"/>
                </a:lnTo>
                <a:lnTo>
                  <a:pt x="85442" y="96225"/>
                </a:lnTo>
                <a:close/>
                <a:moveTo>
                  <a:pt x="4416" y="124083"/>
                </a:moveTo>
                <a:lnTo>
                  <a:pt x="4936" y="124825"/>
                </a:lnTo>
                <a:lnTo>
                  <a:pt x="4157" y="124454"/>
                </a:lnTo>
                <a:close/>
                <a:moveTo>
                  <a:pt x="116042" y="327176"/>
                </a:moveTo>
                <a:lnTo>
                  <a:pt x="118032" y="328178"/>
                </a:lnTo>
                <a:lnTo>
                  <a:pt x="115047" y="327677"/>
                </a:lnTo>
                <a:close/>
                <a:moveTo>
                  <a:pt x="83414" y="225790"/>
                </a:moveTo>
                <a:lnTo>
                  <a:pt x="84262" y="227522"/>
                </a:lnTo>
                <a:lnTo>
                  <a:pt x="82990" y="226656"/>
                </a:lnTo>
                <a:close/>
                <a:moveTo>
                  <a:pt x="25466" y="368772"/>
                </a:moveTo>
                <a:lnTo>
                  <a:pt x="26205" y="370242"/>
                </a:lnTo>
                <a:lnTo>
                  <a:pt x="25096" y="369507"/>
                </a:lnTo>
                <a:close/>
                <a:moveTo>
                  <a:pt x="70221" y="19098"/>
                </a:moveTo>
                <a:lnTo>
                  <a:pt x="72029" y="20250"/>
                </a:lnTo>
                <a:lnTo>
                  <a:pt x="69316" y="19674"/>
                </a:lnTo>
                <a:close/>
                <a:moveTo>
                  <a:pt x="16310" y="393688"/>
                </a:moveTo>
                <a:lnTo>
                  <a:pt x="18250" y="394931"/>
                </a:lnTo>
                <a:lnTo>
                  <a:pt x="15340" y="394310"/>
                </a:lnTo>
                <a:close/>
                <a:moveTo>
                  <a:pt x="13192" y="346366"/>
                </a:moveTo>
                <a:lnTo>
                  <a:pt x="13620" y="348099"/>
                </a:lnTo>
                <a:lnTo>
                  <a:pt x="12978" y="347233"/>
                </a:lnTo>
                <a:close/>
                <a:moveTo>
                  <a:pt x="112096" y="311588"/>
                </a:moveTo>
                <a:lnTo>
                  <a:pt x="114136" y="312858"/>
                </a:lnTo>
                <a:lnTo>
                  <a:pt x="111077" y="312223"/>
                </a:lnTo>
                <a:close/>
                <a:moveTo>
                  <a:pt x="55308" y="169753"/>
                </a:moveTo>
                <a:lnTo>
                  <a:pt x="56399" y="170823"/>
                </a:lnTo>
                <a:lnTo>
                  <a:pt x="54763" y="170288"/>
                </a:lnTo>
                <a:close/>
                <a:moveTo>
                  <a:pt x="99288" y="252053"/>
                </a:moveTo>
                <a:lnTo>
                  <a:pt x="100541" y="253492"/>
                </a:lnTo>
                <a:lnTo>
                  <a:pt x="98662" y="252773"/>
                </a:lnTo>
                <a:close/>
                <a:moveTo>
                  <a:pt x="3931" y="356839"/>
                </a:moveTo>
                <a:lnTo>
                  <a:pt x="4741" y="357600"/>
                </a:lnTo>
                <a:lnTo>
                  <a:pt x="3526" y="357220"/>
                </a:lnTo>
                <a:close/>
                <a:moveTo>
                  <a:pt x="105780" y="194236"/>
                </a:moveTo>
                <a:lnTo>
                  <a:pt x="106789" y="194674"/>
                </a:lnTo>
                <a:lnTo>
                  <a:pt x="105276" y="194455"/>
                </a:lnTo>
                <a:close/>
                <a:moveTo>
                  <a:pt x="103492" y="185537"/>
                </a:moveTo>
                <a:lnTo>
                  <a:pt x="104420" y="186446"/>
                </a:lnTo>
                <a:lnTo>
                  <a:pt x="103028" y="185991"/>
                </a:lnTo>
                <a:close/>
                <a:moveTo>
                  <a:pt x="83336" y="382148"/>
                </a:moveTo>
                <a:lnTo>
                  <a:pt x="84852" y="382932"/>
                </a:lnTo>
                <a:lnTo>
                  <a:pt x="82577" y="382540"/>
                </a:lnTo>
                <a:close/>
                <a:moveTo>
                  <a:pt x="18525" y="111840"/>
                </a:moveTo>
                <a:lnTo>
                  <a:pt x="19212" y="112429"/>
                </a:lnTo>
                <a:lnTo>
                  <a:pt x="18181" y="112134"/>
                </a:lnTo>
                <a:close/>
                <a:moveTo>
                  <a:pt x="108437" y="150218"/>
                </a:moveTo>
                <a:lnTo>
                  <a:pt x="109378" y="150762"/>
                </a:lnTo>
                <a:lnTo>
                  <a:pt x="107967" y="150490"/>
                </a:lnTo>
                <a:close/>
                <a:moveTo>
                  <a:pt x="106526" y="352689"/>
                </a:moveTo>
                <a:lnTo>
                  <a:pt x="108171" y="353377"/>
                </a:lnTo>
                <a:lnTo>
                  <a:pt x="105704" y="353033"/>
                </a:lnTo>
                <a:close/>
                <a:moveTo>
                  <a:pt x="66242" y="45212"/>
                </a:moveTo>
                <a:lnTo>
                  <a:pt x="67123" y="45702"/>
                </a:lnTo>
                <a:lnTo>
                  <a:pt x="65801" y="45457"/>
                </a:lnTo>
                <a:close/>
                <a:moveTo>
                  <a:pt x="72241" y="266020"/>
                </a:moveTo>
                <a:lnTo>
                  <a:pt x="73558" y="267454"/>
                </a:lnTo>
                <a:lnTo>
                  <a:pt x="71582" y="266737"/>
                </a:lnTo>
                <a:close/>
                <a:moveTo>
                  <a:pt x="124106" y="307960"/>
                </a:moveTo>
                <a:lnTo>
                  <a:pt x="125243" y="309218"/>
                </a:lnTo>
                <a:lnTo>
                  <a:pt x="123537" y="308589"/>
                </a:lnTo>
                <a:close/>
                <a:moveTo>
                  <a:pt x="87685" y="273714"/>
                </a:moveTo>
                <a:lnTo>
                  <a:pt x="89460" y="275270"/>
                </a:lnTo>
                <a:lnTo>
                  <a:pt x="86797" y="274492"/>
                </a:lnTo>
                <a:close/>
                <a:moveTo>
                  <a:pt x="66756" y="311906"/>
                </a:moveTo>
                <a:lnTo>
                  <a:pt x="67941" y="313475"/>
                </a:lnTo>
                <a:lnTo>
                  <a:pt x="66163" y="312690"/>
                </a:lnTo>
                <a:close/>
                <a:moveTo>
                  <a:pt x="64937" y="335480"/>
                </a:moveTo>
                <a:lnTo>
                  <a:pt x="65528" y="337202"/>
                </a:lnTo>
                <a:lnTo>
                  <a:pt x="64642" y="336341"/>
                </a:lnTo>
                <a:close/>
                <a:moveTo>
                  <a:pt x="8610" y="389595"/>
                </a:moveTo>
                <a:lnTo>
                  <a:pt x="10347" y="390041"/>
                </a:lnTo>
                <a:lnTo>
                  <a:pt x="7742" y="389818"/>
                </a:lnTo>
                <a:close/>
                <a:moveTo>
                  <a:pt x="43400" y="106202"/>
                </a:moveTo>
                <a:lnTo>
                  <a:pt x="44552" y="106847"/>
                </a:lnTo>
                <a:lnTo>
                  <a:pt x="42824" y="106524"/>
                </a:lnTo>
                <a:close/>
                <a:moveTo>
                  <a:pt x="25149" y="205218"/>
                </a:moveTo>
                <a:lnTo>
                  <a:pt x="26844" y="206032"/>
                </a:lnTo>
                <a:lnTo>
                  <a:pt x="24301" y="205625"/>
                </a:lnTo>
                <a:close/>
                <a:moveTo>
                  <a:pt x="9498" y="19654"/>
                </a:moveTo>
                <a:lnTo>
                  <a:pt x="9874" y="21420"/>
                </a:lnTo>
                <a:lnTo>
                  <a:pt x="9309" y="20537"/>
                </a:lnTo>
                <a:close/>
                <a:moveTo>
                  <a:pt x="101263" y="92543"/>
                </a:moveTo>
                <a:lnTo>
                  <a:pt x="103267" y="92864"/>
                </a:lnTo>
                <a:lnTo>
                  <a:pt x="100260" y="92704"/>
                </a:lnTo>
                <a:close/>
                <a:moveTo>
                  <a:pt x="137290" y="9821"/>
                </a:moveTo>
                <a:lnTo>
                  <a:pt x="138006" y="10226"/>
                </a:lnTo>
                <a:lnTo>
                  <a:pt x="136932" y="10024"/>
                </a:lnTo>
                <a:close/>
                <a:moveTo>
                  <a:pt x="111804" y="86287"/>
                </a:moveTo>
                <a:lnTo>
                  <a:pt x="112889" y="87151"/>
                </a:lnTo>
                <a:lnTo>
                  <a:pt x="111262" y="86719"/>
                </a:lnTo>
                <a:close/>
                <a:moveTo>
                  <a:pt x="84811" y="321510"/>
                </a:moveTo>
                <a:lnTo>
                  <a:pt x="86250" y="322011"/>
                </a:lnTo>
                <a:lnTo>
                  <a:pt x="84092" y="321761"/>
                </a:lnTo>
                <a:close/>
                <a:moveTo>
                  <a:pt x="9713" y="267741"/>
                </a:moveTo>
                <a:lnTo>
                  <a:pt x="10884" y="268790"/>
                </a:lnTo>
                <a:lnTo>
                  <a:pt x="9128" y="268265"/>
                </a:lnTo>
                <a:close/>
                <a:moveTo>
                  <a:pt x="17231" y="97485"/>
                </a:moveTo>
                <a:lnTo>
                  <a:pt x="19273" y="99229"/>
                </a:lnTo>
                <a:lnTo>
                  <a:pt x="16210" y="98357"/>
                </a:lnTo>
                <a:close/>
                <a:moveTo>
                  <a:pt x="48702" y="166217"/>
                </a:moveTo>
                <a:lnTo>
                  <a:pt x="50705" y="167706"/>
                </a:lnTo>
                <a:lnTo>
                  <a:pt x="47701" y="166962"/>
                </a:lnTo>
                <a:close/>
                <a:moveTo>
                  <a:pt x="47579" y="278770"/>
                </a:moveTo>
                <a:lnTo>
                  <a:pt x="48468" y="279267"/>
                </a:lnTo>
                <a:lnTo>
                  <a:pt x="47135" y="279019"/>
                </a:lnTo>
                <a:close/>
                <a:moveTo>
                  <a:pt x="131971" y="147584"/>
                </a:moveTo>
                <a:lnTo>
                  <a:pt x="134101" y="149193"/>
                </a:lnTo>
                <a:lnTo>
                  <a:pt x="130905" y="148389"/>
                </a:lnTo>
                <a:close/>
                <a:moveTo>
                  <a:pt x="78520" y="361042"/>
                </a:moveTo>
                <a:lnTo>
                  <a:pt x="79641" y="362094"/>
                </a:lnTo>
                <a:lnTo>
                  <a:pt x="77959" y="361568"/>
                </a:lnTo>
                <a:close/>
                <a:moveTo>
                  <a:pt x="23392" y="3327"/>
                </a:moveTo>
                <a:lnTo>
                  <a:pt x="24532" y="3833"/>
                </a:lnTo>
                <a:lnTo>
                  <a:pt x="22823" y="3580"/>
                </a:lnTo>
                <a:close/>
                <a:moveTo>
                  <a:pt x="54342" y="191499"/>
                </a:moveTo>
                <a:lnTo>
                  <a:pt x="55336" y="192934"/>
                </a:lnTo>
                <a:lnTo>
                  <a:pt x="53845" y="192217"/>
                </a:lnTo>
                <a:close/>
                <a:moveTo>
                  <a:pt x="114040" y="189017"/>
                </a:moveTo>
                <a:lnTo>
                  <a:pt x="115388" y="190796"/>
                </a:lnTo>
                <a:lnTo>
                  <a:pt x="113367" y="189906"/>
                </a:lnTo>
                <a:close/>
                <a:moveTo>
                  <a:pt x="72720" y="179223"/>
                </a:moveTo>
                <a:lnTo>
                  <a:pt x="74402" y="179576"/>
                </a:lnTo>
                <a:lnTo>
                  <a:pt x="71879" y="179400"/>
                </a:lnTo>
                <a:close/>
                <a:moveTo>
                  <a:pt x="39351" y="78582"/>
                </a:moveTo>
                <a:lnTo>
                  <a:pt x="40646" y="78914"/>
                </a:lnTo>
                <a:lnTo>
                  <a:pt x="38704" y="78748"/>
                </a:lnTo>
                <a:close/>
                <a:moveTo>
                  <a:pt x="111268" y="301725"/>
                </a:moveTo>
                <a:lnTo>
                  <a:pt x="112474" y="303397"/>
                </a:lnTo>
                <a:lnTo>
                  <a:pt x="110666" y="302561"/>
                </a:lnTo>
                <a:close/>
                <a:moveTo>
                  <a:pt x="70436" y="149347"/>
                </a:moveTo>
                <a:lnTo>
                  <a:pt x="70973" y="150258"/>
                </a:lnTo>
                <a:lnTo>
                  <a:pt x="70168" y="149803"/>
                </a:lnTo>
                <a:close/>
                <a:moveTo>
                  <a:pt x="51659" y="282306"/>
                </a:moveTo>
                <a:lnTo>
                  <a:pt x="53542" y="282768"/>
                </a:lnTo>
                <a:lnTo>
                  <a:pt x="50717" y="282537"/>
                </a:lnTo>
                <a:close/>
                <a:moveTo>
                  <a:pt x="75309" y="208907"/>
                </a:moveTo>
                <a:lnTo>
                  <a:pt x="76385" y="209882"/>
                </a:lnTo>
                <a:lnTo>
                  <a:pt x="74771" y="209394"/>
                </a:lnTo>
                <a:close/>
                <a:moveTo>
                  <a:pt x="139842" y="155559"/>
                </a:moveTo>
                <a:lnTo>
                  <a:pt x="140948" y="156702"/>
                </a:lnTo>
                <a:lnTo>
                  <a:pt x="139289" y="156131"/>
                </a:lnTo>
                <a:close/>
                <a:moveTo>
                  <a:pt x="130145" y="242094"/>
                </a:moveTo>
                <a:lnTo>
                  <a:pt x="132310" y="242938"/>
                </a:lnTo>
                <a:lnTo>
                  <a:pt x="129063" y="242516"/>
                </a:lnTo>
                <a:close/>
                <a:moveTo>
                  <a:pt x="113842" y="324762"/>
                </a:moveTo>
                <a:lnTo>
                  <a:pt x="115887" y="326555"/>
                </a:lnTo>
                <a:lnTo>
                  <a:pt x="112819" y="325658"/>
                </a:lnTo>
                <a:close/>
                <a:moveTo>
                  <a:pt x="77601" y="107827"/>
                </a:moveTo>
                <a:lnTo>
                  <a:pt x="78937" y="109099"/>
                </a:lnTo>
                <a:lnTo>
                  <a:pt x="76933" y="108463"/>
                </a:lnTo>
                <a:close/>
                <a:moveTo>
                  <a:pt x="15250" y="277768"/>
                </a:moveTo>
                <a:lnTo>
                  <a:pt x="16952" y="278464"/>
                </a:lnTo>
                <a:lnTo>
                  <a:pt x="14399" y="278116"/>
                </a:lnTo>
                <a:close/>
                <a:moveTo>
                  <a:pt x="44163" y="273926"/>
                </a:moveTo>
                <a:lnTo>
                  <a:pt x="44522" y="275588"/>
                </a:lnTo>
                <a:lnTo>
                  <a:pt x="43984" y="274757"/>
                </a:lnTo>
                <a:close/>
                <a:moveTo>
                  <a:pt x="106193" y="203618"/>
                </a:moveTo>
                <a:lnTo>
                  <a:pt x="107558" y="204402"/>
                </a:lnTo>
                <a:lnTo>
                  <a:pt x="105511" y="204010"/>
                </a:lnTo>
                <a:close/>
                <a:moveTo>
                  <a:pt x="117636" y="94127"/>
                </a:moveTo>
                <a:lnTo>
                  <a:pt x="119257" y="94436"/>
                </a:lnTo>
                <a:lnTo>
                  <a:pt x="116825" y="94282"/>
                </a:lnTo>
                <a:close/>
                <a:moveTo>
                  <a:pt x="5885" y="363236"/>
                </a:moveTo>
                <a:lnTo>
                  <a:pt x="6244" y="363657"/>
                </a:lnTo>
                <a:lnTo>
                  <a:pt x="5705" y="363447"/>
                </a:lnTo>
                <a:close/>
                <a:moveTo>
                  <a:pt x="108916" y="210500"/>
                </a:moveTo>
                <a:lnTo>
                  <a:pt x="109523" y="212100"/>
                </a:lnTo>
                <a:lnTo>
                  <a:pt x="108612" y="211300"/>
                </a:lnTo>
                <a:close/>
                <a:moveTo>
                  <a:pt x="16380" y="177832"/>
                </a:moveTo>
                <a:lnTo>
                  <a:pt x="17961" y="179347"/>
                </a:lnTo>
                <a:lnTo>
                  <a:pt x="15590" y="178590"/>
                </a:lnTo>
                <a:close/>
                <a:moveTo>
                  <a:pt x="99322" y="197130"/>
                </a:moveTo>
                <a:lnTo>
                  <a:pt x="99900" y="197790"/>
                </a:lnTo>
                <a:lnTo>
                  <a:pt x="99034" y="197460"/>
                </a:lnTo>
                <a:close/>
                <a:moveTo>
                  <a:pt x="80855" y="200222"/>
                </a:moveTo>
                <a:lnTo>
                  <a:pt x="81754" y="201996"/>
                </a:lnTo>
                <a:lnTo>
                  <a:pt x="80406" y="201109"/>
                </a:lnTo>
                <a:close/>
                <a:moveTo>
                  <a:pt x="109599" y="365088"/>
                </a:moveTo>
                <a:lnTo>
                  <a:pt x="110359" y="366802"/>
                </a:lnTo>
                <a:lnTo>
                  <a:pt x="109219" y="365945"/>
                </a:lnTo>
                <a:close/>
                <a:moveTo>
                  <a:pt x="137679" y="209249"/>
                </a:moveTo>
                <a:lnTo>
                  <a:pt x="139761" y="211006"/>
                </a:lnTo>
                <a:lnTo>
                  <a:pt x="136638" y="210128"/>
                </a:lnTo>
                <a:close/>
                <a:moveTo>
                  <a:pt x="134518" y="93894"/>
                </a:moveTo>
                <a:lnTo>
                  <a:pt x="135255" y="94272"/>
                </a:lnTo>
                <a:lnTo>
                  <a:pt x="134150" y="94083"/>
                </a:lnTo>
                <a:close/>
                <a:moveTo>
                  <a:pt x="128707" y="54522"/>
                </a:moveTo>
                <a:lnTo>
                  <a:pt x="129994" y="54849"/>
                </a:lnTo>
                <a:lnTo>
                  <a:pt x="128063" y="54686"/>
                </a:lnTo>
                <a:close/>
                <a:moveTo>
                  <a:pt x="112711" y="342209"/>
                </a:moveTo>
                <a:lnTo>
                  <a:pt x="114753" y="342906"/>
                </a:lnTo>
                <a:lnTo>
                  <a:pt x="111690" y="342558"/>
                </a:lnTo>
                <a:close/>
                <a:moveTo>
                  <a:pt x="28421" y="275959"/>
                </a:moveTo>
                <a:lnTo>
                  <a:pt x="29758" y="276441"/>
                </a:lnTo>
                <a:lnTo>
                  <a:pt x="27753" y="276200"/>
                </a:lnTo>
                <a:close/>
                <a:moveTo>
                  <a:pt x="89134" y="153433"/>
                </a:moveTo>
                <a:lnTo>
                  <a:pt x="90799" y="154818"/>
                </a:lnTo>
                <a:lnTo>
                  <a:pt x="88302" y="154126"/>
                </a:lnTo>
                <a:close/>
                <a:moveTo>
                  <a:pt x="54052" y="76338"/>
                </a:moveTo>
                <a:lnTo>
                  <a:pt x="54473" y="78024"/>
                </a:lnTo>
                <a:lnTo>
                  <a:pt x="53842" y="77181"/>
                </a:lnTo>
                <a:close/>
                <a:moveTo>
                  <a:pt x="1107" y="242074"/>
                </a:moveTo>
                <a:lnTo>
                  <a:pt x="2708" y="243786"/>
                </a:lnTo>
                <a:lnTo>
                  <a:pt x="307" y="242930"/>
                </a:lnTo>
                <a:close/>
                <a:moveTo>
                  <a:pt x="94901" y="388087"/>
                </a:moveTo>
                <a:lnTo>
                  <a:pt x="97042" y="389344"/>
                </a:lnTo>
                <a:lnTo>
                  <a:pt x="93830" y="388716"/>
                </a:lnTo>
                <a:close/>
                <a:moveTo>
                  <a:pt x="72580" y="31228"/>
                </a:moveTo>
                <a:lnTo>
                  <a:pt x="73560" y="31631"/>
                </a:lnTo>
                <a:lnTo>
                  <a:pt x="72090" y="31430"/>
                </a:lnTo>
                <a:close/>
                <a:moveTo>
                  <a:pt x="81043" y="150355"/>
                </a:moveTo>
                <a:lnTo>
                  <a:pt x="83092" y="151978"/>
                </a:lnTo>
                <a:lnTo>
                  <a:pt x="80018" y="151167"/>
                </a:lnTo>
                <a:close/>
                <a:moveTo>
                  <a:pt x="78149" y="54692"/>
                </a:moveTo>
                <a:lnTo>
                  <a:pt x="79475" y="56179"/>
                </a:lnTo>
                <a:lnTo>
                  <a:pt x="77486" y="55436"/>
                </a:lnTo>
                <a:close/>
                <a:moveTo>
                  <a:pt x="126085" y="98949"/>
                </a:moveTo>
                <a:lnTo>
                  <a:pt x="126471" y="100314"/>
                </a:lnTo>
                <a:lnTo>
                  <a:pt x="125892" y="99632"/>
                </a:lnTo>
                <a:close/>
                <a:moveTo>
                  <a:pt x="44069" y="17758"/>
                </a:moveTo>
                <a:lnTo>
                  <a:pt x="44946" y="18769"/>
                </a:lnTo>
                <a:lnTo>
                  <a:pt x="43630" y="18264"/>
                </a:lnTo>
                <a:close/>
                <a:moveTo>
                  <a:pt x="26941" y="293828"/>
                </a:moveTo>
                <a:lnTo>
                  <a:pt x="28545" y="294929"/>
                </a:lnTo>
                <a:lnTo>
                  <a:pt x="26139" y="294379"/>
                </a:lnTo>
                <a:close/>
                <a:moveTo>
                  <a:pt x="59712" y="144138"/>
                </a:moveTo>
                <a:lnTo>
                  <a:pt x="60974" y="144910"/>
                </a:lnTo>
                <a:lnTo>
                  <a:pt x="59081" y="144524"/>
                </a:lnTo>
                <a:close/>
                <a:moveTo>
                  <a:pt x="103924" y="101995"/>
                </a:moveTo>
                <a:lnTo>
                  <a:pt x="105105" y="103061"/>
                </a:lnTo>
                <a:lnTo>
                  <a:pt x="103334" y="102528"/>
                </a:lnTo>
                <a:close/>
                <a:moveTo>
                  <a:pt x="63936" y="37782"/>
                </a:moveTo>
                <a:lnTo>
                  <a:pt x="65769" y="38495"/>
                </a:lnTo>
                <a:lnTo>
                  <a:pt x="63019" y="38139"/>
                </a:lnTo>
                <a:close/>
                <a:moveTo>
                  <a:pt x="41119" y="315401"/>
                </a:moveTo>
                <a:lnTo>
                  <a:pt x="43053" y="316634"/>
                </a:lnTo>
                <a:lnTo>
                  <a:pt x="40152" y="316018"/>
                </a:lnTo>
                <a:close/>
                <a:moveTo>
                  <a:pt x="123259" y="20813"/>
                </a:moveTo>
                <a:lnTo>
                  <a:pt x="123762" y="22477"/>
                </a:lnTo>
                <a:lnTo>
                  <a:pt x="123008" y="21645"/>
                </a:lnTo>
                <a:close/>
                <a:moveTo>
                  <a:pt x="103664" y="110604"/>
                </a:moveTo>
                <a:lnTo>
                  <a:pt x="105808" y="112038"/>
                </a:lnTo>
                <a:lnTo>
                  <a:pt x="102592" y="111321"/>
                </a:lnTo>
                <a:close/>
                <a:moveTo>
                  <a:pt x="123859" y="151636"/>
                </a:moveTo>
                <a:lnTo>
                  <a:pt x="125700" y="152017"/>
                </a:lnTo>
                <a:lnTo>
                  <a:pt x="122939" y="151827"/>
                </a:lnTo>
                <a:close/>
                <a:moveTo>
                  <a:pt x="58138" y="379566"/>
                </a:moveTo>
                <a:lnTo>
                  <a:pt x="60320" y="380036"/>
                </a:lnTo>
                <a:lnTo>
                  <a:pt x="57047" y="379801"/>
                </a:lnTo>
                <a:close/>
                <a:moveTo>
                  <a:pt x="39353" y="112885"/>
                </a:moveTo>
                <a:lnTo>
                  <a:pt x="41299" y="113911"/>
                </a:lnTo>
                <a:lnTo>
                  <a:pt x="38380" y="113398"/>
                </a:lnTo>
                <a:close/>
                <a:moveTo>
                  <a:pt x="141442" y="319675"/>
                </a:moveTo>
                <a:lnTo>
                  <a:pt x="142066" y="320633"/>
                </a:lnTo>
                <a:lnTo>
                  <a:pt x="141130" y="320154"/>
                </a:lnTo>
                <a:close/>
                <a:moveTo>
                  <a:pt x="28271" y="67618"/>
                </a:moveTo>
                <a:lnTo>
                  <a:pt x="29131" y="68767"/>
                </a:lnTo>
                <a:lnTo>
                  <a:pt x="27840" y="68193"/>
                </a:lnTo>
                <a:close/>
                <a:moveTo>
                  <a:pt x="142551" y="322998"/>
                </a:moveTo>
                <a:lnTo>
                  <a:pt x="143564" y="323895"/>
                </a:lnTo>
                <a:lnTo>
                  <a:pt x="142045" y="323447"/>
                </a:lnTo>
                <a:close/>
                <a:moveTo>
                  <a:pt x="60630" y="108448"/>
                </a:moveTo>
                <a:lnTo>
                  <a:pt x="62271" y="109350"/>
                </a:lnTo>
                <a:lnTo>
                  <a:pt x="59810" y="108899"/>
                </a:lnTo>
                <a:close/>
                <a:moveTo>
                  <a:pt x="58559" y="105836"/>
                </a:moveTo>
                <a:lnTo>
                  <a:pt x="59328" y="107592"/>
                </a:lnTo>
                <a:lnTo>
                  <a:pt x="58175" y="106714"/>
                </a:lnTo>
                <a:close/>
                <a:moveTo>
                  <a:pt x="4017" y="386459"/>
                </a:moveTo>
                <a:lnTo>
                  <a:pt x="5647" y="387658"/>
                </a:lnTo>
                <a:lnTo>
                  <a:pt x="3202" y="387058"/>
                </a:lnTo>
                <a:close/>
                <a:moveTo>
                  <a:pt x="99576" y="287094"/>
                </a:moveTo>
                <a:lnTo>
                  <a:pt x="100374" y="287487"/>
                </a:lnTo>
                <a:lnTo>
                  <a:pt x="99178" y="287290"/>
                </a:lnTo>
                <a:close/>
                <a:moveTo>
                  <a:pt x="140406" y="227752"/>
                </a:moveTo>
                <a:lnTo>
                  <a:pt x="142178" y="229385"/>
                </a:lnTo>
                <a:lnTo>
                  <a:pt x="139520" y="228569"/>
                </a:lnTo>
                <a:close/>
                <a:moveTo>
                  <a:pt x="34568" y="21647"/>
                </a:moveTo>
                <a:lnTo>
                  <a:pt x="36545" y="22983"/>
                </a:lnTo>
                <a:lnTo>
                  <a:pt x="33580" y="22315"/>
                </a:lnTo>
                <a:close/>
                <a:moveTo>
                  <a:pt x="67767" y="39734"/>
                </a:moveTo>
                <a:lnTo>
                  <a:pt x="69578" y="40062"/>
                </a:lnTo>
                <a:lnTo>
                  <a:pt x="66861" y="39898"/>
                </a:lnTo>
                <a:close/>
                <a:moveTo>
                  <a:pt x="113822" y="370931"/>
                </a:moveTo>
                <a:lnTo>
                  <a:pt x="114860" y="371720"/>
                </a:lnTo>
                <a:lnTo>
                  <a:pt x="113303" y="371326"/>
                </a:lnTo>
                <a:close/>
                <a:moveTo>
                  <a:pt x="116624" y="37635"/>
                </a:moveTo>
                <a:lnTo>
                  <a:pt x="117429" y="39214"/>
                </a:lnTo>
                <a:lnTo>
                  <a:pt x="116222" y="38425"/>
                </a:lnTo>
                <a:close/>
                <a:moveTo>
                  <a:pt x="41883" y="250692"/>
                </a:moveTo>
                <a:lnTo>
                  <a:pt x="43328" y="252029"/>
                </a:lnTo>
                <a:lnTo>
                  <a:pt x="41161" y="251360"/>
                </a:lnTo>
                <a:close/>
                <a:moveTo>
                  <a:pt x="32183" y="122899"/>
                </a:moveTo>
                <a:lnTo>
                  <a:pt x="33226" y="124622"/>
                </a:lnTo>
                <a:lnTo>
                  <a:pt x="31661" y="123760"/>
                </a:lnTo>
                <a:close/>
                <a:moveTo>
                  <a:pt x="20947" y="267426"/>
                </a:moveTo>
                <a:lnTo>
                  <a:pt x="22743" y="269191"/>
                </a:lnTo>
                <a:lnTo>
                  <a:pt x="20049" y="268309"/>
                </a:lnTo>
                <a:close/>
                <a:moveTo>
                  <a:pt x="20809" y="47042"/>
                </a:moveTo>
                <a:lnTo>
                  <a:pt x="22214" y="48548"/>
                </a:lnTo>
                <a:lnTo>
                  <a:pt x="20107" y="47795"/>
                </a:lnTo>
                <a:close/>
                <a:moveTo>
                  <a:pt x="92763" y="278586"/>
                </a:moveTo>
                <a:lnTo>
                  <a:pt x="93935" y="280204"/>
                </a:lnTo>
                <a:lnTo>
                  <a:pt x="92177" y="279395"/>
                </a:lnTo>
                <a:close/>
                <a:moveTo>
                  <a:pt x="72623" y="253346"/>
                </a:moveTo>
                <a:lnTo>
                  <a:pt x="73044" y="254605"/>
                </a:lnTo>
                <a:lnTo>
                  <a:pt x="72412" y="253976"/>
                </a:lnTo>
                <a:close/>
                <a:moveTo>
                  <a:pt x="17604" y="71246"/>
                </a:moveTo>
                <a:lnTo>
                  <a:pt x="19689" y="71909"/>
                </a:lnTo>
                <a:lnTo>
                  <a:pt x="16561" y="71577"/>
                </a:lnTo>
                <a:close/>
                <a:moveTo>
                  <a:pt x="130342" y="353191"/>
                </a:moveTo>
                <a:lnTo>
                  <a:pt x="130960" y="354434"/>
                </a:lnTo>
                <a:lnTo>
                  <a:pt x="130034" y="353813"/>
                </a:lnTo>
                <a:close/>
                <a:moveTo>
                  <a:pt x="5677" y="33638"/>
                </a:moveTo>
                <a:lnTo>
                  <a:pt x="7282" y="33948"/>
                </a:lnTo>
                <a:lnTo>
                  <a:pt x="4874" y="33793"/>
                </a:lnTo>
                <a:close/>
                <a:moveTo>
                  <a:pt x="97304" y="357211"/>
                </a:moveTo>
                <a:lnTo>
                  <a:pt x="98098" y="358940"/>
                </a:lnTo>
                <a:lnTo>
                  <a:pt x="96908" y="358076"/>
                </a:lnTo>
                <a:close/>
                <a:moveTo>
                  <a:pt x="94801" y="10601"/>
                </a:moveTo>
                <a:lnTo>
                  <a:pt x="95644" y="11313"/>
                </a:lnTo>
                <a:lnTo>
                  <a:pt x="94380" y="10957"/>
                </a:lnTo>
                <a:close/>
                <a:moveTo>
                  <a:pt x="32232" y="174484"/>
                </a:moveTo>
                <a:lnTo>
                  <a:pt x="32818" y="175745"/>
                </a:lnTo>
                <a:lnTo>
                  <a:pt x="31939" y="175115"/>
                </a:lnTo>
                <a:close/>
                <a:moveTo>
                  <a:pt x="107545" y="156095"/>
                </a:moveTo>
                <a:lnTo>
                  <a:pt x="108055" y="157336"/>
                </a:lnTo>
                <a:lnTo>
                  <a:pt x="107289" y="156716"/>
                </a:lnTo>
                <a:close/>
                <a:moveTo>
                  <a:pt x="49475" y="111941"/>
                </a:moveTo>
                <a:lnTo>
                  <a:pt x="51179" y="113302"/>
                </a:lnTo>
                <a:lnTo>
                  <a:pt x="48623" y="112621"/>
                </a:lnTo>
                <a:close/>
                <a:moveTo>
                  <a:pt x="13096" y="291496"/>
                </a:moveTo>
                <a:lnTo>
                  <a:pt x="15140" y="292724"/>
                </a:lnTo>
                <a:lnTo>
                  <a:pt x="12074" y="292110"/>
                </a:lnTo>
                <a:close/>
                <a:moveTo>
                  <a:pt x="44879" y="97976"/>
                </a:moveTo>
                <a:lnTo>
                  <a:pt x="45953" y="98951"/>
                </a:lnTo>
                <a:lnTo>
                  <a:pt x="44342" y="98464"/>
                </a:lnTo>
                <a:close/>
                <a:moveTo>
                  <a:pt x="81075" y="359640"/>
                </a:moveTo>
                <a:lnTo>
                  <a:pt x="81639" y="360807"/>
                </a:lnTo>
                <a:lnTo>
                  <a:pt x="80793" y="360223"/>
                </a:lnTo>
                <a:close/>
                <a:moveTo>
                  <a:pt x="91107" y="230330"/>
                </a:moveTo>
                <a:lnTo>
                  <a:pt x="92695" y="232002"/>
                </a:lnTo>
                <a:lnTo>
                  <a:pt x="90312" y="231166"/>
                </a:lnTo>
                <a:close/>
                <a:moveTo>
                  <a:pt x="66945" y="4159"/>
                </a:moveTo>
                <a:lnTo>
                  <a:pt x="68275" y="5103"/>
                </a:lnTo>
                <a:lnTo>
                  <a:pt x="66280" y="4631"/>
                </a:lnTo>
                <a:close/>
                <a:moveTo>
                  <a:pt x="11599" y="324033"/>
                </a:moveTo>
                <a:lnTo>
                  <a:pt x="12706" y="324337"/>
                </a:lnTo>
                <a:lnTo>
                  <a:pt x="11046" y="324185"/>
                </a:lnTo>
                <a:close/>
                <a:moveTo>
                  <a:pt x="86644" y="206081"/>
                </a:moveTo>
                <a:lnTo>
                  <a:pt x="87529" y="207375"/>
                </a:lnTo>
                <a:lnTo>
                  <a:pt x="86202" y="206728"/>
                </a:lnTo>
                <a:close/>
                <a:moveTo>
                  <a:pt x="47553" y="358549"/>
                </a:moveTo>
                <a:lnTo>
                  <a:pt x="48327" y="359492"/>
                </a:lnTo>
                <a:lnTo>
                  <a:pt x="47165" y="359021"/>
                </a:lnTo>
                <a:close/>
                <a:moveTo>
                  <a:pt x="74724" y="156217"/>
                </a:moveTo>
                <a:lnTo>
                  <a:pt x="76148" y="157454"/>
                </a:lnTo>
                <a:lnTo>
                  <a:pt x="74011" y="156836"/>
                </a:lnTo>
                <a:close/>
                <a:moveTo>
                  <a:pt x="117092" y="140902"/>
                </a:moveTo>
                <a:lnTo>
                  <a:pt x="118893" y="141772"/>
                </a:lnTo>
                <a:lnTo>
                  <a:pt x="116192" y="141337"/>
                </a:lnTo>
                <a:close/>
                <a:moveTo>
                  <a:pt x="63350" y="13017"/>
                </a:moveTo>
                <a:lnTo>
                  <a:pt x="64476" y="14412"/>
                </a:lnTo>
                <a:lnTo>
                  <a:pt x="62787" y="13715"/>
                </a:lnTo>
                <a:close/>
                <a:moveTo>
                  <a:pt x="118126" y="202119"/>
                </a:moveTo>
                <a:lnTo>
                  <a:pt x="120167" y="203313"/>
                </a:lnTo>
                <a:lnTo>
                  <a:pt x="117105" y="202716"/>
                </a:lnTo>
                <a:close/>
                <a:moveTo>
                  <a:pt x="70421" y="185920"/>
                </a:moveTo>
                <a:lnTo>
                  <a:pt x="71967" y="186717"/>
                </a:lnTo>
                <a:lnTo>
                  <a:pt x="69649" y="186318"/>
                </a:lnTo>
                <a:close/>
                <a:moveTo>
                  <a:pt x="31400" y="316519"/>
                </a:moveTo>
                <a:lnTo>
                  <a:pt x="32020" y="318065"/>
                </a:lnTo>
                <a:lnTo>
                  <a:pt x="31090" y="317292"/>
                </a:lnTo>
                <a:close/>
                <a:moveTo>
                  <a:pt x="97156" y="350427"/>
                </a:moveTo>
                <a:lnTo>
                  <a:pt x="98872" y="351114"/>
                </a:lnTo>
                <a:lnTo>
                  <a:pt x="96298" y="350770"/>
                </a:lnTo>
                <a:close/>
                <a:moveTo>
                  <a:pt x="91821" y="214374"/>
                </a:moveTo>
                <a:lnTo>
                  <a:pt x="93409" y="215751"/>
                </a:lnTo>
                <a:lnTo>
                  <a:pt x="91026" y="215063"/>
                </a:lnTo>
                <a:close/>
                <a:moveTo>
                  <a:pt x="67444" y="207717"/>
                </a:moveTo>
                <a:lnTo>
                  <a:pt x="68313" y="208444"/>
                </a:lnTo>
                <a:lnTo>
                  <a:pt x="67010" y="208081"/>
                </a:lnTo>
                <a:close/>
                <a:moveTo>
                  <a:pt x="6406" y="167244"/>
                </a:moveTo>
                <a:lnTo>
                  <a:pt x="8127" y="168790"/>
                </a:lnTo>
                <a:lnTo>
                  <a:pt x="5545" y="168017"/>
                </a:lnTo>
                <a:close/>
                <a:moveTo>
                  <a:pt x="95794" y="132703"/>
                </a:moveTo>
                <a:lnTo>
                  <a:pt x="96253" y="134230"/>
                </a:lnTo>
                <a:lnTo>
                  <a:pt x="95564" y="133467"/>
                </a:lnTo>
                <a:close/>
                <a:moveTo>
                  <a:pt x="136895" y="257840"/>
                </a:moveTo>
                <a:lnTo>
                  <a:pt x="138770" y="258185"/>
                </a:lnTo>
                <a:lnTo>
                  <a:pt x="135958" y="258013"/>
                </a:lnTo>
                <a:close/>
                <a:moveTo>
                  <a:pt x="123208" y="236699"/>
                </a:moveTo>
                <a:lnTo>
                  <a:pt x="124267" y="238071"/>
                </a:lnTo>
                <a:lnTo>
                  <a:pt x="122679" y="237385"/>
                </a:lnTo>
                <a:close/>
                <a:moveTo>
                  <a:pt x="4754" y="370161"/>
                </a:moveTo>
                <a:lnTo>
                  <a:pt x="5152" y="371659"/>
                </a:lnTo>
                <a:lnTo>
                  <a:pt x="4555" y="370910"/>
                </a:lnTo>
                <a:close/>
                <a:moveTo>
                  <a:pt x="11443" y="380471"/>
                </a:moveTo>
                <a:lnTo>
                  <a:pt x="13546" y="381513"/>
                </a:lnTo>
                <a:lnTo>
                  <a:pt x="10391" y="380992"/>
                </a:lnTo>
                <a:close/>
                <a:moveTo>
                  <a:pt x="110448" y="161756"/>
                </a:moveTo>
                <a:lnTo>
                  <a:pt x="111185" y="163103"/>
                </a:lnTo>
                <a:lnTo>
                  <a:pt x="110079" y="162430"/>
                </a:lnTo>
                <a:close/>
                <a:moveTo>
                  <a:pt x="69817" y="264075"/>
                </a:moveTo>
                <a:lnTo>
                  <a:pt x="71065" y="265761"/>
                </a:lnTo>
                <a:lnTo>
                  <a:pt x="69193" y="264918"/>
                </a:lnTo>
                <a:close/>
                <a:moveTo>
                  <a:pt x="57282" y="94533"/>
                </a:moveTo>
                <a:lnTo>
                  <a:pt x="59108" y="95892"/>
                </a:lnTo>
                <a:lnTo>
                  <a:pt x="56370" y="95212"/>
                </a:lnTo>
                <a:close/>
                <a:moveTo>
                  <a:pt x="76293" y="15215"/>
                </a:moveTo>
                <a:lnTo>
                  <a:pt x="77071" y="15839"/>
                </a:lnTo>
                <a:lnTo>
                  <a:pt x="75904" y="15527"/>
                </a:lnTo>
                <a:close/>
                <a:moveTo>
                  <a:pt x="139616" y="370926"/>
                </a:moveTo>
                <a:lnTo>
                  <a:pt x="140349" y="371805"/>
                </a:lnTo>
                <a:lnTo>
                  <a:pt x="139250" y="371366"/>
                </a:lnTo>
                <a:close/>
                <a:moveTo>
                  <a:pt x="39912" y="51464"/>
                </a:moveTo>
                <a:lnTo>
                  <a:pt x="41886" y="52096"/>
                </a:lnTo>
                <a:lnTo>
                  <a:pt x="38925" y="51780"/>
                </a:lnTo>
                <a:close/>
                <a:moveTo>
                  <a:pt x="110316" y="184036"/>
                </a:moveTo>
                <a:lnTo>
                  <a:pt x="111581" y="185600"/>
                </a:lnTo>
                <a:lnTo>
                  <a:pt x="109683" y="184818"/>
                </a:lnTo>
                <a:close/>
                <a:moveTo>
                  <a:pt x="60987" y="70625"/>
                </a:moveTo>
                <a:lnTo>
                  <a:pt x="61959" y="72265"/>
                </a:lnTo>
                <a:lnTo>
                  <a:pt x="60501" y="71445"/>
                </a:lnTo>
                <a:close/>
                <a:moveTo>
                  <a:pt x="26607" y="78270"/>
                </a:moveTo>
                <a:lnTo>
                  <a:pt x="27364" y="78740"/>
                </a:lnTo>
                <a:lnTo>
                  <a:pt x="26228" y="78505"/>
                </a:lnTo>
                <a:close/>
                <a:moveTo>
                  <a:pt x="103085" y="61587"/>
                </a:moveTo>
                <a:lnTo>
                  <a:pt x="104108" y="62270"/>
                </a:lnTo>
                <a:lnTo>
                  <a:pt x="102574" y="61929"/>
                </a:lnTo>
                <a:close/>
                <a:moveTo>
                  <a:pt x="54135" y="99582"/>
                </a:moveTo>
                <a:lnTo>
                  <a:pt x="56284" y="100352"/>
                </a:lnTo>
                <a:lnTo>
                  <a:pt x="53060" y="99967"/>
                </a:lnTo>
                <a:close/>
                <a:moveTo>
                  <a:pt x="137823" y="167293"/>
                </a:moveTo>
                <a:lnTo>
                  <a:pt x="139629" y="168646"/>
                </a:lnTo>
                <a:lnTo>
                  <a:pt x="136919" y="167970"/>
                </a:lnTo>
                <a:close/>
                <a:moveTo>
                  <a:pt x="1974" y="89505"/>
                </a:moveTo>
                <a:lnTo>
                  <a:pt x="2474" y="91161"/>
                </a:lnTo>
                <a:lnTo>
                  <a:pt x="1723" y="90333"/>
                </a:lnTo>
                <a:close/>
                <a:moveTo>
                  <a:pt x="74138" y="329482"/>
                </a:moveTo>
                <a:lnTo>
                  <a:pt x="74972" y="331056"/>
                </a:lnTo>
                <a:lnTo>
                  <a:pt x="73720" y="330269"/>
                </a:lnTo>
                <a:close/>
                <a:moveTo>
                  <a:pt x="13492" y="198219"/>
                </a:moveTo>
                <a:lnTo>
                  <a:pt x="15119" y="199663"/>
                </a:lnTo>
                <a:lnTo>
                  <a:pt x="12678" y="198941"/>
                </a:lnTo>
                <a:close/>
                <a:moveTo>
                  <a:pt x="54769" y="122776"/>
                </a:moveTo>
                <a:lnTo>
                  <a:pt x="56500" y="124503"/>
                </a:lnTo>
                <a:lnTo>
                  <a:pt x="53903" y="123639"/>
                </a:lnTo>
                <a:close/>
                <a:moveTo>
                  <a:pt x="47552" y="7438"/>
                </a:moveTo>
                <a:lnTo>
                  <a:pt x="48269" y="8568"/>
                </a:lnTo>
                <a:lnTo>
                  <a:pt x="47193" y="8003"/>
                </a:lnTo>
                <a:close/>
                <a:moveTo>
                  <a:pt x="50584" y="158080"/>
                </a:moveTo>
                <a:lnTo>
                  <a:pt x="51252" y="158768"/>
                </a:lnTo>
                <a:lnTo>
                  <a:pt x="50251" y="158424"/>
                </a:lnTo>
                <a:close/>
                <a:moveTo>
                  <a:pt x="88077" y="175969"/>
                </a:moveTo>
                <a:lnTo>
                  <a:pt x="88863" y="176289"/>
                </a:lnTo>
                <a:lnTo>
                  <a:pt x="87684" y="176129"/>
                </a:lnTo>
                <a:close/>
                <a:moveTo>
                  <a:pt x="60895" y="230798"/>
                </a:moveTo>
                <a:lnTo>
                  <a:pt x="61742" y="232173"/>
                </a:lnTo>
                <a:lnTo>
                  <a:pt x="60471" y="231486"/>
                </a:lnTo>
                <a:close/>
                <a:moveTo>
                  <a:pt x="94926" y="52853"/>
                </a:moveTo>
                <a:lnTo>
                  <a:pt x="96041" y="53667"/>
                </a:lnTo>
                <a:lnTo>
                  <a:pt x="94368" y="53260"/>
                </a:lnTo>
                <a:close/>
                <a:moveTo>
                  <a:pt x="84973" y="383500"/>
                </a:moveTo>
                <a:lnTo>
                  <a:pt x="85936" y="383860"/>
                </a:lnTo>
                <a:lnTo>
                  <a:pt x="84492" y="383680"/>
                </a:lnTo>
                <a:close/>
                <a:moveTo>
                  <a:pt x="79640" y="358778"/>
                </a:moveTo>
                <a:lnTo>
                  <a:pt x="80146" y="359106"/>
                </a:lnTo>
                <a:lnTo>
                  <a:pt x="79387" y="358942"/>
                </a:lnTo>
                <a:close/>
                <a:moveTo>
                  <a:pt x="59115" y="343504"/>
                </a:moveTo>
                <a:lnTo>
                  <a:pt x="60738" y="344303"/>
                </a:lnTo>
                <a:lnTo>
                  <a:pt x="58304" y="343903"/>
                </a:lnTo>
                <a:close/>
                <a:moveTo>
                  <a:pt x="132356" y="157900"/>
                </a:moveTo>
                <a:lnTo>
                  <a:pt x="132773" y="158724"/>
                </a:lnTo>
                <a:lnTo>
                  <a:pt x="132147" y="158312"/>
                </a:lnTo>
                <a:close/>
                <a:moveTo>
                  <a:pt x="9763" y="19520"/>
                </a:moveTo>
                <a:lnTo>
                  <a:pt x="10718" y="20472"/>
                </a:lnTo>
                <a:lnTo>
                  <a:pt x="9285" y="19996"/>
                </a:lnTo>
                <a:close/>
                <a:moveTo>
                  <a:pt x="62357" y="375604"/>
                </a:moveTo>
                <a:lnTo>
                  <a:pt x="63655" y="377003"/>
                </a:lnTo>
                <a:lnTo>
                  <a:pt x="61708" y="376303"/>
                </a:lnTo>
                <a:close/>
                <a:moveTo>
                  <a:pt x="3096" y="354944"/>
                </a:moveTo>
                <a:lnTo>
                  <a:pt x="4015" y="356314"/>
                </a:lnTo>
                <a:lnTo>
                  <a:pt x="2637" y="355629"/>
                </a:lnTo>
                <a:close/>
                <a:moveTo>
                  <a:pt x="18261" y="216972"/>
                </a:moveTo>
                <a:lnTo>
                  <a:pt x="18901" y="218519"/>
                </a:lnTo>
                <a:lnTo>
                  <a:pt x="17941" y="217746"/>
                </a:lnTo>
                <a:close/>
                <a:moveTo>
                  <a:pt x="59733" y="379094"/>
                </a:moveTo>
                <a:lnTo>
                  <a:pt x="61608" y="379763"/>
                </a:lnTo>
                <a:lnTo>
                  <a:pt x="58795" y="379429"/>
                </a:lnTo>
                <a:close/>
                <a:moveTo>
                  <a:pt x="38896" y="302282"/>
                </a:moveTo>
                <a:lnTo>
                  <a:pt x="39824" y="302946"/>
                </a:lnTo>
                <a:lnTo>
                  <a:pt x="38431" y="302614"/>
                </a:lnTo>
                <a:close/>
                <a:moveTo>
                  <a:pt x="4388" y="333566"/>
                </a:moveTo>
                <a:lnTo>
                  <a:pt x="6000" y="334246"/>
                </a:lnTo>
                <a:lnTo>
                  <a:pt x="3583" y="333906"/>
                </a:lnTo>
                <a:close/>
                <a:moveTo>
                  <a:pt x="143264" y="84265"/>
                </a:moveTo>
                <a:lnTo>
                  <a:pt x="144095" y="85118"/>
                </a:lnTo>
                <a:lnTo>
                  <a:pt x="142848" y="84692"/>
                </a:lnTo>
                <a:close/>
                <a:moveTo>
                  <a:pt x="25631" y="6337"/>
                </a:moveTo>
                <a:lnTo>
                  <a:pt x="26406" y="7961"/>
                </a:lnTo>
                <a:lnTo>
                  <a:pt x="25243" y="7149"/>
                </a:lnTo>
                <a:close/>
                <a:moveTo>
                  <a:pt x="27704" y="180543"/>
                </a:moveTo>
                <a:lnTo>
                  <a:pt x="29550" y="180932"/>
                </a:lnTo>
                <a:lnTo>
                  <a:pt x="26781" y="180737"/>
                </a:lnTo>
                <a:close/>
                <a:moveTo>
                  <a:pt x="80296" y="312560"/>
                </a:moveTo>
                <a:lnTo>
                  <a:pt x="80829" y="314120"/>
                </a:lnTo>
                <a:lnTo>
                  <a:pt x="80030" y="313340"/>
                </a:lnTo>
                <a:close/>
                <a:moveTo>
                  <a:pt x="94941" y="144597"/>
                </a:moveTo>
                <a:lnTo>
                  <a:pt x="96998" y="145836"/>
                </a:lnTo>
                <a:lnTo>
                  <a:pt x="93913" y="145216"/>
                </a:lnTo>
                <a:close/>
                <a:moveTo>
                  <a:pt x="130531" y="327966"/>
                </a:moveTo>
                <a:lnTo>
                  <a:pt x="131399" y="328497"/>
                </a:lnTo>
                <a:lnTo>
                  <a:pt x="130097" y="328231"/>
                </a:lnTo>
                <a:close/>
                <a:moveTo>
                  <a:pt x="6649" y="49663"/>
                </a:moveTo>
                <a:lnTo>
                  <a:pt x="7160" y="51118"/>
                </a:lnTo>
                <a:lnTo>
                  <a:pt x="6393" y="50390"/>
                </a:lnTo>
                <a:close/>
                <a:moveTo>
                  <a:pt x="30369" y="256409"/>
                </a:moveTo>
                <a:lnTo>
                  <a:pt x="30753" y="256930"/>
                </a:lnTo>
                <a:lnTo>
                  <a:pt x="30176" y="256669"/>
                </a:lnTo>
                <a:close/>
                <a:moveTo>
                  <a:pt x="14699" y="66451"/>
                </a:moveTo>
                <a:lnTo>
                  <a:pt x="15943" y="67480"/>
                </a:lnTo>
                <a:lnTo>
                  <a:pt x="14078" y="66965"/>
                </a:lnTo>
                <a:close/>
                <a:moveTo>
                  <a:pt x="30924" y="371971"/>
                </a:moveTo>
                <a:lnTo>
                  <a:pt x="32812" y="372474"/>
                </a:lnTo>
                <a:lnTo>
                  <a:pt x="29980" y="372222"/>
                </a:lnTo>
                <a:close/>
                <a:moveTo>
                  <a:pt x="91038" y="147142"/>
                </a:moveTo>
                <a:lnTo>
                  <a:pt x="92701" y="147751"/>
                </a:lnTo>
                <a:lnTo>
                  <a:pt x="90207" y="147446"/>
                </a:lnTo>
                <a:close/>
                <a:moveTo>
                  <a:pt x="42757" y="66131"/>
                </a:moveTo>
                <a:lnTo>
                  <a:pt x="44173" y="67056"/>
                </a:lnTo>
                <a:lnTo>
                  <a:pt x="42050" y="66594"/>
                </a:lnTo>
                <a:close/>
                <a:moveTo>
                  <a:pt x="57661" y="333434"/>
                </a:moveTo>
                <a:lnTo>
                  <a:pt x="59670" y="333881"/>
                </a:lnTo>
                <a:lnTo>
                  <a:pt x="56656" y="333658"/>
                </a:lnTo>
                <a:close/>
                <a:moveTo>
                  <a:pt x="13684" y="232259"/>
                </a:moveTo>
                <a:lnTo>
                  <a:pt x="14633" y="232784"/>
                </a:lnTo>
                <a:lnTo>
                  <a:pt x="13210" y="232521"/>
                </a:lnTo>
                <a:close/>
                <a:moveTo>
                  <a:pt x="90013" y="296322"/>
                </a:moveTo>
                <a:lnTo>
                  <a:pt x="90978" y="297802"/>
                </a:lnTo>
                <a:lnTo>
                  <a:pt x="89530" y="297062"/>
                </a:lnTo>
                <a:close/>
                <a:moveTo>
                  <a:pt x="20458" y="338221"/>
                </a:moveTo>
                <a:lnTo>
                  <a:pt x="21927" y="339375"/>
                </a:lnTo>
                <a:lnTo>
                  <a:pt x="19723" y="338798"/>
                </a:lnTo>
                <a:close/>
                <a:moveTo>
                  <a:pt x="103656" y="223662"/>
                </a:moveTo>
                <a:lnTo>
                  <a:pt x="104684" y="224288"/>
                </a:lnTo>
                <a:lnTo>
                  <a:pt x="103142" y="223975"/>
                </a:lnTo>
                <a:close/>
                <a:moveTo>
                  <a:pt x="85973" y="238634"/>
                </a:moveTo>
                <a:lnTo>
                  <a:pt x="87841" y="239379"/>
                </a:lnTo>
                <a:lnTo>
                  <a:pt x="85038" y="239006"/>
                </a:lnTo>
                <a:close/>
                <a:moveTo>
                  <a:pt x="70801" y="73472"/>
                </a:moveTo>
                <a:lnTo>
                  <a:pt x="72120" y="74851"/>
                </a:lnTo>
                <a:lnTo>
                  <a:pt x="70141" y="74162"/>
                </a:lnTo>
                <a:close/>
                <a:moveTo>
                  <a:pt x="39796" y="69884"/>
                </a:moveTo>
                <a:lnTo>
                  <a:pt x="41662" y="70672"/>
                </a:lnTo>
                <a:lnTo>
                  <a:pt x="38863" y="70278"/>
                </a:lnTo>
                <a:close/>
                <a:moveTo>
                  <a:pt x="50351" y="233839"/>
                </a:moveTo>
                <a:lnTo>
                  <a:pt x="52226" y="235404"/>
                </a:lnTo>
                <a:lnTo>
                  <a:pt x="49413" y="234621"/>
                </a:lnTo>
                <a:close/>
                <a:moveTo>
                  <a:pt x="93354" y="341125"/>
                </a:moveTo>
                <a:lnTo>
                  <a:pt x="93866" y="341885"/>
                </a:lnTo>
                <a:lnTo>
                  <a:pt x="93098" y="341505"/>
                </a:lnTo>
                <a:close/>
                <a:moveTo>
                  <a:pt x="114820" y="142397"/>
                </a:moveTo>
                <a:lnTo>
                  <a:pt x="115731" y="144180"/>
                </a:lnTo>
                <a:lnTo>
                  <a:pt x="114364" y="143288"/>
                </a:lnTo>
                <a:close/>
                <a:moveTo>
                  <a:pt x="51888" y="115079"/>
                </a:moveTo>
                <a:lnTo>
                  <a:pt x="52331" y="116087"/>
                </a:lnTo>
                <a:lnTo>
                  <a:pt x="51666" y="115583"/>
                </a:lnTo>
                <a:close/>
                <a:moveTo>
                  <a:pt x="27372" y="385678"/>
                </a:moveTo>
                <a:lnTo>
                  <a:pt x="29361" y="386710"/>
                </a:lnTo>
                <a:lnTo>
                  <a:pt x="26377" y="386194"/>
                </a:lnTo>
                <a:close/>
                <a:moveTo>
                  <a:pt x="68672" y="92592"/>
                </a:moveTo>
                <a:lnTo>
                  <a:pt x="70746" y="92897"/>
                </a:lnTo>
                <a:lnTo>
                  <a:pt x="67635" y="92744"/>
                </a:lnTo>
                <a:close/>
                <a:moveTo>
                  <a:pt x="2730" y="42058"/>
                </a:moveTo>
                <a:lnTo>
                  <a:pt x="3537" y="42693"/>
                </a:lnTo>
                <a:lnTo>
                  <a:pt x="2326" y="42375"/>
                </a:lnTo>
                <a:close/>
                <a:moveTo>
                  <a:pt x="121883" y="84205"/>
                </a:moveTo>
                <a:lnTo>
                  <a:pt x="123483" y="85456"/>
                </a:lnTo>
                <a:lnTo>
                  <a:pt x="121083" y="84831"/>
                </a:lnTo>
                <a:close/>
                <a:moveTo>
                  <a:pt x="105032" y="5106"/>
                </a:moveTo>
                <a:lnTo>
                  <a:pt x="107080" y="6116"/>
                </a:lnTo>
                <a:lnTo>
                  <a:pt x="104008" y="5611"/>
                </a:lnTo>
                <a:close/>
                <a:moveTo>
                  <a:pt x="13726" y="300463"/>
                </a:moveTo>
                <a:lnTo>
                  <a:pt x="15307" y="301285"/>
                </a:lnTo>
                <a:lnTo>
                  <a:pt x="12935" y="300874"/>
                </a:lnTo>
                <a:close/>
                <a:moveTo>
                  <a:pt x="105996" y="175323"/>
                </a:moveTo>
                <a:lnTo>
                  <a:pt x="107321" y="176308"/>
                </a:lnTo>
                <a:lnTo>
                  <a:pt x="105334" y="175815"/>
                </a:lnTo>
                <a:close/>
                <a:moveTo>
                  <a:pt x="114221" y="324178"/>
                </a:moveTo>
                <a:lnTo>
                  <a:pt x="115230" y="325842"/>
                </a:lnTo>
                <a:lnTo>
                  <a:pt x="113717" y="325010"/>
                </a:lnTo>
                <a:close/>
                <a:moveTo>
                  <a:pt x="119256" y="274789"/>
                </a:moveTo>
                <a:lnTo>
                  <a:pt x="120900" y="275740"/>
                </a:lnTo>
                <a:lnTo>
                  <a:pt x="118433" y="275264"/>
                </a:lnTo>
                <a:close/>
                <a:moveTo>
                  <a:pt x="84717" y="309934"/>
                </a:moveTo>
                <a:lnTo>
                  <a:pt x="86433" y="310894"/>
                </a:lnTo>
                <a:lnTo>
                  <a:pt x="83859" y="310414"/>
                </a:lnTo>
                <a:close/>
                <a:moveTo>
                  <a:pt x="3800" y="213740"/>
                </a:moveTo>
                <a:lnTo>
                  <a:pt x="4741" y="214536"/>
                </a:lnTo>
                <a:lnTo>
                  <a:pt x="3329" y="214138"/>
                </a:lnTo>
                <a:close/>
                <a:moveTo>
                  <a:pt x="51766" y="181623"/>
                </a:moveTo>
                <a:lnTo>
                  <a:pt x="53068" y="183129"/>
                </a:lnTo>
                <a:lnTo>
                  <a:pt x="51115" y="182376"/>
                </a:lnTo>
                <a:close/>
                <a:moveTo>
                  <a:pt x="107331" y="155489"/>
                </a:moveTo>
                <a:lnTo>
                  <a:pt x="109325" y="156204"/>
                </a:lnTo>
                <a:lnTo>
                  <a:pt x="106334" y="155846"/>
                </a:lnTo>
                <a:close/>
                <a:moveTo>
                  <a:pt x="92364" y="276667"/>
                </a:moveTo>
                <a:lnTo>
                  <a:pt x="93486" y="278044"/>
                </a:lnTo>
                <a:lnTo>
                  <a:pt x="91804" y="277356"/>
                </a:lnTo>
                <a:close/>
                <a:moveTo>
                  <a:pt x="133103" y="282296"/>
                </a:moveTo>
                <a:lnTo>
                  <a:pt x="134245" y="282767"/>
                </a:lnTo>
                <a:lnTo>
                  <a:pt x="132532" y="282531"/>
                </a:lnTo>
                <a:close/>
                <a:moveTo>
                  <a:pt x="102888" y="237252"/>
                </a:moveTo>
                <a:lnTo>
                  <a:pt x="104226" y="237616"/>
                </a:lnTo>
                <a:lnTo>
                  <a:pt x="102219" y="237434"/>
                </a:lnTo>
                <a:close/>
                <a:moveTo>
                  <a:pt x="5406" y="45263"/>
                </a:moveTo>
                <a:lnTo>
                  <a:pt x="5873" y="47053"/>
                </a:lnTo>
                <a:lnTo>
                  <a:pt x="5172" y="46158"/>
                </a:lnTo>
                <a:close/>
                <a:moveTo>
                  <a:pt x="62407" y="350806"/>
                </a:moveTo>
                <a:lnTo>
                  <a:pt x="63520" y="352368"/>
                </a:lnTo>
                <a:lnTo>
                  <a:pt x="61851" y="351587"/>
                </a:lnTo>
                <a:close/>
                <a:moveTo>
                  <a:pt x="5680" y="74753"/>
                </a:moveTo>
                <a:lnTo>
                  <a:pt x="7397" y="75894"/>
                </a:lnTo>
                <a:lnTo>
                  <a:pt x="4822" y="75323"/>
                </a:lnTo>
                <a:close/>
                <a:moveTo>
                  <a:pt x="43299" y="34205"/>
                </a:moveTo>
                <a:lnTo>
                  <a:pt x="45256" y="35338"/>
                </a:lnTo>
                <a:lnTo>
                  <a:pt x="42320" y="34772"/>
                </a:lnTo>
                <a:close/>
                <a:moveTo>
                  <a:pt x="78939" y="206968"/>
                </a:moveTo>
                <a:lnTo>
                  <a:pt x="80822" y="207493"/>
                </a:lnTo>
                <a:lnTo>
                  <a:pt x="77997" y="207231"/>
                </a:lnTo>
                <a:close/>
                <a:moveTo>
                  <a:pt x="41692" y="132594"/>
                </a:moveTo>
                <a:lnTo>
                  <a:pt x="42998" y="133184"/>
                </a:lnTo>
                <a:lnTo>
                  <a:pt x="41039" y="132889"/>
                </a:lnTo>
                <a:close/>
                <a:moveTo>
                  <a:pt x="45604" y="34327"/>
                </a:moveTo>
                <a:lnTo>
                  <a:pt x="47350" y="34639"/>
                </a:lnTo>
                <a:lnTo>
                  <a:pt x="44732" y="34483"/>
                </a:lnTo>
                <a:close/>
                <a:moveTo>
                  <a:pt x="16422" y="49251"/>
                </a:moveTo>
                <a:lnTo>
                  <a:pt x="18345" y="49771"/>
                </a:lnTo>
                <a:lnTo>
                  <a:pt x="15460" y="49511"/>
                </a:lnTo>
                <a:close/>
                <a:moveTo>
                  <a:pt x="55120" y="229306"/>
                </a:moveTo>
                <a:lnTo>
                  <a:pt x="56743" y="230275"/>
                </a:lnTo>
                <a:lnTo>
                  <a:pt x="54308" y="229791"/>
                </a:lnTo>
                <a:close/>
                <a:moveTo>
                  <a:pt x="68867" y="40051"/>
                </a:moveTo>
                <a:lnTo>
                  <a:pt x="69322" y="41829"/>
                </a:lnTo>
                <a:lnTo>
                  <a:pt x="68639" y="40940"/>
                </a:lnTo>
                <a:close/>
                <a:moveTo>
                  <a:pt x="75113" y="294869"/>
                </a:moveTo>
                <a:lnTo>
                  <a:pt x="75717" y="296120"/>
                </a:lnTo>
                <a:lnTo>
                  <a:pt x="74811" y="295495"/>
                </a:lnTo>
                <a:close/>
                <a:moveTo>
                  <a:pt x="110640" y="214478"/>
                </a:moveTo>
                <a:lnTo>
                  <a:pt x="112730" y="216250"/>
                </a:lnTo>
                <a:lnTo>
                  <a:pt x="109595" y="215364"/>
                </a:lnTo>
                <a:close/>
                <a:moveTo>
                  <a:pt x="22337" y="98050"/>
                </a:moveTo>
                <a:lnTo>
                  <a:pt x="23507" y="98561"/>
                </a:lnTo>
                <a:lnTo>
                  <a:pt x="21751" y="98306"/>
                </a:lnTo>
                <a:close/>
                <a:moveTo>
                  <a:pt x="74102" y="104282"/>
                </a:moveTo>
                <a:lnTo>
                  <a:pt x="74654" y="104845"/>
                </a:lnTo>
                <a:lnTo>
                  <a:pt x="73826" y="104563"/>
                </a:lnTo>
                <a:close/>
                <a:moveTo>
                  <a:pt x="5905" y="108758"/>
                </a:moveTo>
                <a:lnTo>
                  <a:pt x="7017" y="109991"/>
                </a:lnTo>
                <a:lnTo>
                  <a:pt x="5349" y="109374"/>
                </a:lnTo>
                <a:close/>
                <a:moveTo>
                  <a:pt x="9769" y="333753"/>
                </a:moveTo>
                <a:lnTo>
                  <a:pt x="11584" y="335142"/>
                </a:lnTo>
                <a:lnTo>
                  <a:pt x="8862" y="334448"/>
                </a:lnTo>
                <a:close/>
                <a:moveTo>
                  <a:pt x="65238" y="40147"/>
                </a:moveTo>
                <a:lnTo>
                  <a:pt x="65913" y="40932"/>
                </a:lnTo>
                <a:lnTo>
                  <a:pt x="64901" y="40539"/>
                </a:lnTo>
                <a:close/>
                <a:moveTo>
                  <a:pt x="92691" y="393175"/>
                </a:moveTo>
                <a:lnTo>
                  <a:pt x="93447" y="394766"/>
                </a:lnTo>
                <a:lnTo>
                  <a:pt x="92313" y="393971"/>
                </a:lnTo>
                <a:close/>
                <a:moveTo>
                  <a:pt x="131530" y="314403"/>
                </a:moveTo>
                <a:lnTo>
                  <a:pt x="132411" y="315717"/>
                </a:lnTo>
                <a:lnTo>
                  <a:pt x="131089" y="315060"/>
                </a:lnTo>
                <a:close/>
                <a:moveTo>
                  <a:pt x="112233" y="320470"/>
                </a:moveTo>
                <a:lnTo>
                  <a:pt x="114075" y="322250"/>
                </a:lnTo>
                <a:lnTo>
                  <a:pt x="111312" y="321360"/>
                </a:lnTo>
                <a:close/>
                <a:moveTo>
                  <a:pt x="113252" y="170393"/>
                </a:moveTo>
                <a:lnTo>
                  <a:pt x="114085" y="170864"/>
                </a:lnTo>
                <a:lnTo>
                  <a:pt x="112836" y="170628"/>
                </a:lnTo>
                <a:close/>
                <a:moveTo>
                  <a:pt x="54642" y="317498"/>
                </a:moveTo>
                <a:lnTo>
                  <a:pt x="55221" y="319185"/>
                </a:lnTo>
                <a:lnTo>
                  <a:pt x="54353" y="318342"/>
                </a:lnTo>
                <a:close/>
                <a:moveTo>
                  <a:pt x="115442" y="50346"/>
                </a:moveTo>
                <a:lnTo>
                  <a:pt x="117289" y="51611"/>
                </a:lnTo>
                <a:lnTo>
                  <a:pt x="114518" y="50979"/>
                </a:lnTo>
                <a:close/>
                <a:moveTo>
                  <a:pt x="36509" y="189311"/>
                </a:moveTo>
                <a:lnTo>
                  <a:pt x="37929" y="190149"/>
                </a:lnTo>
                <a:lnTo>
                  <a:pt x="35799" y="189730"/>
                </a:lnTo>
                <a:close/>
                <a:moveTo>
                  <a:pt x="71173" y="28827"/>
                </a:moveTo>
                <a:lnTo>
                  <a:pt x="72147" y="30269"/>
                </a:lnTo>
                <a:lnTo>
                  <a:pt x="70687" y="29548"/>
                </a:lnTo>
                <a:close/>
                <a:moveTo>
                  <a:pt x="100072" y="365531"/>
                </a:moveTo>
                <a:lnTo>
                  <a:pt x="101230" y="366666"/>
                </a:lnTo>
                <a:lnTo>
                  <a:pt x="99493" y="366099"/>
                </a:lnTo>
                <a:close/>
                <a:moveTo>
                  <a:pt x="49095" y="360860"/>
                </a:moveTo>
                <a:lnTo>
                  <a:pt x="50842" y="362110"/>
                </a:lnTo>
                <a:lnTo>
                  <a:pt x="48221" y="361485"/>
                </a:lnTo>
                <a:close/>
                <a:moveTo>
                  <a:pt x="40900" y="266824"/>
                </a:moveTo>
                <a:lnTo>
                  <a:pt x="42871" y="267837"/>
                </a:lnTo>
                <a:lnTo>
                  <a:pt x="39915" y="267331"/>
                </a:lnTo>
                <a:close/>
                <a:moveTo>
                  <a:pt x="9875" y="137676"/>
                </a:moveTo>
                <a:lnTo>
                  <a:pt x="10842" y="138005"/>
                </a:lnTo>
                <a:lnTo>
                  <a:pt x="9391" y="137841"/>
                </a:lnTo>
                <a:close/>
                <a:moveTo>
                  <a:pt x="20648" y="121465"/>
                </a:moveTo>
                <a:lnTo>
                  <a:pt x="22278" y="123245"/>
                </a:lnTo>
                <a:lnTo>
                  <a:pt x="19833" y="122355"/>
                </a:lnTo>
                <a:close/>
                <a:moveTo>
                  <a:pt x="140167" y="211960"/>
                </a:moveTo>
                <a:lnTo>
                  <a:pt x="142201" y="213144"/>
                </a:lnTo>
                <a:lnTo>
                  <a:pt x="139149" y="212552"/>
                </a:lnTo>
                <a:close/>
                <a:moveTo>
                  <a:pt x="35638" y="241299"/>
                </a:moveTo>
                <a:lnTo>
                  <a:pt x="36737" y="242977"/>
                </a:lnTo>
                <a:lnTo>
                  <a:pt x="35089" y="242138"/>
                </a:lnTo>
                <a:close/>
                <a:moveTo>
                  <a:pt x="47183" y="8744"/>
                </a:moveTo>
                <a:lnTo>
                  <a:pt x="47727" y="10007"/>
                </a:lnTo>
                <a:lnTo>
                  <a:pt x="46910" y="9375"/>
                </a:lnTo>
                <a:close/>
                <a:moveTo>
                  <a:pt x="84032" y="185355"/>
                </a:moveTo>
                <a:lnTo>
                  <a:pt x="85914" y="186761"/>
                </a:lnTo>
                <a:lnTo>
                  <a:pt x="83090" y="186058"/>
                </a:lnTo>
                <a:close/>
                <a:moveTo>
                  <a:pt x="103835" y="112451"/>
                </a:moveTo>
                <a:lnTo>
                  <a:pt x="105398" y="113840"/>
                </a:lnTo>
                <a:lnTo>
                  <a:pt x="103053" y="113145"/>
                </a:lnTo>
                <a:close/>
                <a:moveTo>
                  <a:pt x="11977" y="14695"/>
                </a:moveTo>
                <a:lnTo>
                  <a:pt x="13164" y="15974"/>
                </a:lnTo>
                <a:lnTo>
                  <a:pt x="11384" y="15335"/>
                </a:lnTo>
                <a:close/>
                <a:moveTo>
                  <a:pt x="35847" y="110504"/>
                </a:moveTo>
                <a:lnTo>
                  <a:pt x="36660" y="111680"/>
                </a:lnTo>
                <a:lnTo>
                  <a:pt x="35440" y="111092"/>
                </a:lnTo>
                <a:close/>
                <a:moveTo>
                  <a:pt x="131479" y="20308"/>
                </a:moveTo>
                <a:lnTo>
                  <a:pt x="132659" y="21068"/>
                </a:lnTo>
                <a:lnTo>
                  <a:pt x="130888" y="20688"/>
                </a:lnTo>
                <a:close/>
                <a:moveTo>
                  <a:pt x="68614" y="25100"/>
                </a:moveTo>
                <a:lnTo>
                  <a:pt x="70360" y="26446"/>
                </a:lnTo>
                <a:lnTo>
                  <a:pt x="67742" y="25773"/>
                </a:lnTo>
                <a:close/>
                <a:moveTo>
                  <a:pt x="82791" y="19051"/>
                </a:moveTo>
                <a:lnTo>
                  <a:pt x="83325" y="19778"/>
                </a:lnTo>
                <a:lnTo>
                  <a:pt x="82524" y="19414"/>
                </a:lnTo>
                <a:close/>
                <a:moveTo>
                  <a:pt x="9242" y="100138"/>
                </a:moveTo>
                <a:lnTo>
                  <a:pt x="10719" y="101842"/>
                </a:lnTo>
                <a:lnTo>
                  <a:pt x="8503" y="100990"/>
                </a:lnTo>
                <a:close/>
                <a:moveTo>
                  <a:pt x="10529" y="58277"/>
                </a:moveTo>
                <a:lnTo>
                  <a:pt x="11681" y="59692"/>
                </a:lnTo>
                <a:lnTo>
                  <a:pt x="9953" y="58985"/>
                </a:lnTo>
                <a:close/>
                <a:moveTo>
                  <a:pt x="21511" y="169686"/>
                </a:moveTo>
                <a:lnTo>
                  <a:pt x="22054" y="171464"/>
                </a:lnTo>
                <a:lnTo>
                  <a:pt x="21239" y="170575"/>
                </a:lnTo>
                <a:close/>
                <a:moveTo>
                  <a:pt x="66654" y="197058"/>
                </a:moveTo>
                <a:lnTo>
                  <a:pt x="67293" y="197702"/>
                </a:lnTo>
                <a:lnTo>
                  <a:pt x="66334" y="197380"/>
                </a:lnTo>
                <a:close/>
                <a:moveTo>
                  <a:pt x="79892" y="74420"/>
                </a:moveTo>
                <a:lnTo>
                  <a:pt x="80564" y="74764"/>
                </a:lnTo>
                <a:lnTo>
                  <a:pt x="79556" y="74592"/>
                </a:lnTo>
                <a:close/>
                <a:moveTo>
                  <a:pt x="21669" y="228076"/>
                </a:moveTo>
                <a:lnTo>
                  <a:pt x="22718" y="228798"/>
                </a:lnTo>
                <a:lnTo>
                  <a:pt x="21144" y="228437"/>
                </a:lnTo>
                <a:close/>
                <a:moveTo>
                  <a:pt x="54161" y="32074"/>
                </a:moveTo>
                <a:lnTo>
                  <a:pt x="55024" y="33520"/>
                </a:lnTo>
                <a:lnTo>
                  <a:pt x="53729" y="32797"/>
                </a:lnTo>
                <a:close/>
                <a:moveTo>
                  <a:pt x="78352" y="321065"/>
                </a:moveTo>
                <a:lnTo>
                  <a:pt x="79065" y="322825"/>
                </a:lnTo>
                <a:lnTo>
                  <a:pt x="77996" y="321945"/>
                </a:lnTo>
                <a:close/>
                <a:moveTo>
                  <a:pt x="139972" y="57908"/>
                </a:moveTo>
                <a:lnTo>
                  <a:pt x="140917" y="59532"/>
                </a:lnTo>
                <a:lnTo>
                  <a:pt x="139500" y="58720"/>
                </a:lnTo>
                <a:close/>
                <a:moveTo>
                  <a:pt x="32587" y="220970"/>
                </a:moveTo>
                <a:lnTo>
                  <a:pt x="34241" y="221373"/>
                </a:lnTo>
                <a:lnTo>
                  <a:pt x="31761" y="221172"/>
                </a:lnTo>
                <a:close/>
                <a:moveTo>
                  <a:pt x="71168" y="348643"/>
                </a:moveTo>
                <a:lnTo>
                  <a:pt x="72630" y="350278"/>
                </a:lnTo>
                <a:lnTo>
                  <a:pt x="70437" y="349461"/>
                </a:lnTo>
                <a:close/>
                <a:moveTo>
                  <a:pt x="120310" y="188309"/>
                </a:moveTo>
                <a:lnTo>
                  <a:pt x="120861" y="189805"/>
                </a:lnTo>
                <a:lnTo>
                  <a:pt x="120035" y="189057"/>
                </a:lnTo>
                <a:close/>
                <a:moveTo>
                  <a:pt x="132318" y="292558"/>
                </a:moveTo>
                <a:lnTo>
                  <a:pt x="134126" y="293947"/>
                </a:lnTo>
                <a:lnTo>
                  <a:pt x="131415" y="293253"/>
                </a:lnTo>
                <a:close/>
                <a:moveTo>
                  <a:pt x="59115" y="108958"/>
                </a:moveTo>
                <a:lnTo>
                  <a:pt x="59749" y="110137"/>
                </a:lnTo>
                <a:lnTo>
                  <a:pt x="58798" y="109548"/>
                </a:lnTo>
                <a:close/>
                <a:moveTo>
                  <a:pt x="108333" y="347777"/>
                </a:moveTo>
                <a:lnTo>
                  <a:pt x="109844" y="349237"/>
                </a:lnTo>
                <a:lnTo>
                  <a:pt x="107577" y="348507"/>
                </a:lnTo>
                <a:close/>
                <a:moveTo>
                  <a:pt x="53296" y="67740"/>
                </a:moveTo>
                <a:lnTo>
                  <a:pt x="54485" y="68640"/>
                </a:lnTo>
                <a:lnTo>
                  <a:pt x="52702" y="68190"/>
                </a:lnTo>
                <a:close/>
                <a:moveTo>
                  <a:pt x="44871" y="239302"/>
                </a:moveTo>
                <a:lnTo>
                  <a:pt x="46174" y="239884"/>
                </a:lnTo>
                <a:lnTo>
                  <a:pt x="44220" y="239593"/>
                </a:lnTo>
                <a:close/>
                <a:moveTo>
                  <a:pt x="131597" y="292538"/>
                </a:moveTo>
                <a:lnTo>
                  <a:pt x="133131" y="292912"/>
                </a:lnTo>
                <a:lnTo>
                  <a:pt x="130829" y="292725"/>
                </a:lnTo>
                <a:close/>
                <a:moveTo>
                  <a:pt x="86668" y="383753"/>
                </a:moveTo>
                <a:lnTo>
                  <a:pt x="87224" y="385513"/>
                </a:lnTo>
                <a:lnTo>
                  <a:pt x="86390" y="384633"/>
                </a:lnTo>
                <a:close/>
                <a:moveTo>
                  <a:pt x="16698" y="197526"/>
                </a:moveTo>
                <a:lnTo>
                  <a:pt x="17368" y="199155"/>
                </a:lnTo>
                <a:lnTo>
                  <a:pt x="16364" y="198340"/>
                </a:lnTo>
                <a:close/>
                <a:moveTo>
                  <a:pt x="56809" y="348464"/>
                </a:moveTo>
                <a:lnTo>
                  <a:pt x="57980" y="348883"/>
                </a:lnTo>
                <a:lnTo>
                  <a:pt x="56224" y="348673"/>
                </a:lnTo>
                <a:close/>
                <a:moveTo>
                  <a:pt x="79714" y="53050"/>
                </a:moveTo>
                <a:lnTo>
                  <a:pt x="80701" y="53818"/>
                </a:lnTo>
                <a:lnTo>
                  <a:pt x="79221" y="53434"/>
                </a:lnTo>
                <a:close/>
                <a:moveTo>
                  <a:pt x="20310" y="128367"/>
                </a:moveTo>
                <a:lnTo>
                  <a:pt x="22125" y="129177"/>
                </a:lnTo>
                <a:lnTo>
                  <a:pt x="19403" y="128772"/>
                </a:lnTo>
                <a:close/>
                <a:moveTo>
                  <a:pt x="140245" y="376844"/>
                </a:moveTo>
                <a:lnTo>
                  <a:pt x="140652" y="378150"/>
                </a:lnTo>
                <a:lnTo>
                  <a:pt x="140041" y="377497"/>
                </a:lnTo>
                <a:close/>
                <a:moveTo>
                  <a:pt x="109185" y="84961"/>
                </a:moveTo>
                <a:lnTo>
                  <a:pt x="109922" y="85586"/>
                </a:lnTo>
                <a:lnTo>
                  <a:pt x="108817" y="85273"/>
                </a:lnTo>
                <a:close/>
                <a:moveTo>
                  <a:pt x="114289" y="39300"/>
                </a:moveTo>
                <a:lnTo>
                  <a:pt x="115739" y="40548"/>
                </a:lnTo>
                <a:lnTo>
                  <a:pt x="113564" y="39924"/>
                </a:lnTo>
                <a:close/>
                <a:moveTo>
                  <a:pt x="3461" y="267750"/>
                </a:moveTo>
                <a:lnTo>
                  <a:pt x="5113" y="268700"/>
                </a:lnTo>
                <a:lnTo>
                  <a:pt x="2635" y="268225"/>
                </a:lnTo>
                <a:close/>
                <a:moveTo>
                  <a:pt x="60243" y="275479"/>
                </a:moveTo>
                <a:lnTo>
                  <a:pt x="61277" y="276467"/>
                </a:lnTo>
                <a:lnTo>
                  <a:pt x="59726" y="275973"/>
                </a:lnTo>
                <a:close/>
                <a:moveTo>
                  <a:pt x="143891" y="314931"/>
                </a:moveTo>
                <a:lnTo>
                  <a:pt x="145103" y="315998"/>
                </a:lnTo>
                <a:lnTo>
                  <a:pt x="143286" y="315465"/>
                </a:lnTo>
                <a:close/>
                <a:moveTo>
                  <a:pt x="1579" y="149728"/>
                </a:moveTo>
                <a:lnTo>
                  <a:pt x="2275" y="150282"/>
                </a:lnTo>
                <a:lnTo>
                  <a:pt x="1231" y="150005"/>
                </a:lnTo>
                <a:close/>
                <a:moveTo>
                  <a:pt x="64528" y="342213"/>
                </a:moveTo>
                <a:lnTo>
                  <a:pt x="66546" y="342873"/>
                </a:lnTo>
                <a:lnTo>
                  <a:pt x="63520" y="342543"/>
                </a:lnTo>
                <a:close/>
                <a:moveTo>
                  <a:pt x="18632" y="7869"/>
                </a:moveTo>
                <a:lnTo>
                  <a:pt x="19878" y="9447"/>
                </a:lnTo>
                <a:lnTo>
                  <a:pt x="18009" y="8658"/>
                </a:lnTo>
                <a:close/>
                <a:moveTo>
                  <a:pt x="138685" y="307256"/>
                </a:moveTo>
                <a:lnTo>
                  <a:pt x="140855" y="308592"/>
                </a:lnTo>
                <a:lnTo>
                  <a:pt x="137601" y="307924"/>
                </a:lnTo>
                <a:close/>
                <a:moveTo>
                  <a:pt x="59213" y="104523"/>
                </a:moveTo>
                <a:lnTo>
                  <a:pt x="60545" y="106251"/>
                </a:lnTo>
                <a:lnTo>
                  <a:pt x="58547" y="105387"/>
                </a:lnTo>
                <a:close/>
                <a:moveTo>
                  <a:pt x="46713" y="68467"/>
                </a:moveTo>
                <a:lnTo>
                  <a:pt x="48870" y="69746"/>
                </a:lnTo>
                <a:lnTo>
                  <a:pt x="45634" y="69106"/>
                </a:lnTo>
                <a:close/>
                <a:moveTo>
                  <a:pt x="106649" y="231380"/>
                </a:moveTo>
                <a:lnTo>
                  <a:pt x="108743" y="231689"/>
                </a:lnTo>
                <a:lnTo>
                  <a:pt x="105602" y="231535"/>
                </a:lnTo>
                <a:close/>
                <a:moveTo>
                  <a:pt x="66781" y="348701"/>
                </a:moveTo>
                <a:lnTo>
                  <a:pt x="68178" y="349595"/>
                </a:lnTo>
                <a:lnTo>
                  <a:pt x="66082" y="349148"/>
                </a:lnTo>
                <a:close/>
                <a:moveTo>
                  <a:pt x="126078" y="111183"/>
                </a:moveTo>
                <a:lnTo>
                  <a:pt x="127928" y="112604"/>
                </a:lnTo>
                <a:lnTo>
                  <a:pt x="125153" y="111893"/>
                </a:lnTo>
                <a:close/>
                <a:moveTo>
                  <a:pt x="112336" y="309836"/>
                </a:moveTo>
                <a:lnTo>
                  <a:pt x="112906" y="310520"/>
                </a:lnTo>
                <a:lnTo>
                  <a:pt x="112051" y="310178"/>
                </a:lnTo>
                <a:close/>
                <a:moveTo>
                  <a:pt x="48850" y="376818"/>
                </a:moveTo>
                <a:lnTo>
                  <a:pt x="50795" y="378126"/>
                </a:lnTo>
                <a:lnTo>
                  <a:pt x="47878" y="377472"/>
                </a:lnTo>
                <a:close/>
                <a:moveTo>
                  <a:pt x="8531" y="152210"/>
                </a:moveTo>
                <a:lnTo>
                  <a:pt x="9399" y="153507"/>
                </a:lnTo>
                <a:lnTo>
                  <a:pt x="8097" y="152859"/>
                </a:lnTo>
                <a:close/>
                <a:moveTo>
                  <a:pt x="128108" y="120010"/>
                </a:moveTo>
                <a:lnTo>
                  <a:pt x="129405" y="120721"/>
                </a:lnTo>
                <a:lnTo>
                  <a:pt x="127459" y="120366"/>
                </a:lnTo>
                <a:close/>
                <a:moveTo>
                  <a:pt x="3852" y="229729"/>
                </a:moveTo>
                <a:lnTo>
                  <a:pt x="4322" y="231476"/>
                </a:lnTo>
                <a:lnTo>
                  <a:pt x="3617" y="230602"/>
                </a:lnTo>
                <a:close/>
                <a:moveTo>
                  <a:pt x="48856" y="279210"/>
                </a:moveTo>
                <a:lnTo>
                  <a:pt x="50339" y="280589"/>
                </a:lnTo>
                <a:lnTo>
                  <a:pt x="48115" y="279900"/>
                </a:lnTo>
                <a:close/>
                <a:moveTo>
                  <a:pt x="60079" y="9699"/>
                </a:moveTo>
                <a:lnTo>
                  <a:pt x="60899" y="10855"/>
                </a:lnTo>
                <a:lnTo>
                  <a:pt x="59669" y="10277"/>
                </a:lnTo>
                <a:close/>
                <a:moveTo>
                  <a:pt x="94873" y="108354"/>
                </a:moveTo>
                <a:lnTo>
                  <a:pt x="96595" y="109518"/>
                </a:lnTo>
                <a:lnTo>
                  <a:pt x="94013" y="108936"/>
                </a:lnTo>
                <a:close/>
                <a:moveTo>
                  <a:pt x="101861" y="356413"/>
                </a:moveTo>
                <a:lnTo>
                  <a:pt x="103065" y="358156"/>
                </a:lnTo>
                <a:lnTo>
                  <a:pt x="101259" y="357285"/>
                </a:lnTo>
                <a:close/>
                <a:moveTo>
                  <a:pt x="6535" y="118175"/>
                </a:moveTo>
                <a:lnTo>
                  <a:pt x="7019" y="119476"/>
                </a:lnTo>
                <a:lnTo>
                  <a:pt x="6294" y="118826"/>
                </a:lnTo>
                <a:close/>
                <a:moveTo>
                  <a:pt x="8707" y="171837"/>
                </a:moveTo>
                <a:lnTo>
                  <a:pt x="9096" y="173415"/>
                </a:lnTo>
                <a:lnTo>
                  <a:pt x="8513" y="172626"/>
                </a:lnTo>
                <a:close/>
                <a:moveTo>
                  <a:pt x="88639" y="297345"/>
                </a:moveTo>
                <a:lnTo>
                  <a:pt x="89772" y="297894"/>
                </a:lnTo>
                <a:lnTo>
                  <a:pt x="88072" y="297619"/>
                </a:lnTo>
                <a:close/>
                <a:moveTo>
                  <a:pt x="36795" y="252865"/>
                </a:moveTo>
                <a:lnTo>
                  <a:pt x="38659" y="254013"/>
                </a:lnTo>
                <a:lnTo>
                  <a:pt x="35863" y="253439"/>
                </a:lnTo>
                <a:close/>
                <a:moveTo>
                  <a:pt x="50192" y="156936"/>
                </a:moveTo>
                <a:lnTo>
                  <a:pt x="52019" y="158611"/>
                </a:lnTo>
                <a:lnTo>
                  <a:pt x="49279" y="157774"/>
                </a:lnTo>
                <a:close/>
                <a:moveTo>
                  <a:pt x="94446" y="35604"/>
                </a:moveTo>
                <a:lnTo>
                  <a:pt x="95472" y="36675"/>
                </a:lnTo>
                <a:lnTo>
                  <a:pt x="93933" y="36139"/>
                </a:lnTo>
                <a:close/>
                <a:moveTo>
                  <a:pt x="47952" y="172987"/>
                </a:moveTo>
                <a:lnTo>
                  <a:pt x="48932" y="173358"/>
                </a:lnTo>
                <a:lnTo>
                  <a:pt x="47462" y="173172"/>
                </a:lnTo>
                <a:close/>
                <a:moveTo>
                  <a:pt x="51134" y="359453"/>
                </a:moveTo>
                <a:lnTo>
                  <a:pt x="51642" y="360894"/>
                </a:lnTo>
                <a:lnTo>
                  <a:pt x="50880" y="360173"/>
                </a:lnTo>
                <a:close/>
                <a:moveTo>
                  <a:pt x="28551" y="258287"/>
                </a:moveTo>
                <a:lnTo>
                  <a:pt x="29107" y="259258"/>
                </a:lnTo>
                <a:lnTo>
                  <a:pt x="28273" y="258772"/>
                </a:lnTo>
                <a:close/>
                <a:moveTo>
                  <a:pt x="52119" y="243426"/>
                </a:moveTo>
                <a:lnTo>
                  <a:pt x="52644" y="244711"/>
                </a:lnTo>
                <a:lnTo>
                  <a:pt x="51856" y="244069"/>
                </a:lnTo>
                <a:close/>
                <a:moveTo>
                  <a:pt x="98848" y="96666"/>
                </a:moveTo>
                <a:lnTo>
                  <a:pt x="99278" y="98359"/>
                </a:lnTo>
                <a:lnTo>
                  <a:pt x="98633" y="97512"/>
                </a:lnTo>
                <a:close/>
                <a:moveTo>
                  <a:pt x="68807" y="128359"/>
                </a:moveTo>
                <a:lnTo>
                  <a:pt x="70589" y="128963"/>
                </a:lnTo>
                <a:lnTo>
                  <a:pt x="67916" y="128661"/>
                </a:lnTo>
                <a:close/>
                <a:moveTo>
                  <a:pt x="139658" y="285791"/>
                </a:moveTo>
                <a:lnTo>
                  <a:pt x="140087" y="286094"/>
                </a:lnTo>
                <a:lnTo>
                  <a:pt x="139444" y="285943"/>
                </a:lnTo>
                <a:close/>
                <a:moveTo>
                  <a:pt x="60193" y="43453"/>
                </a:moveTo>
                <a:lnTo>
                  <a:pt x="61380" y="44996"/>
                </a:lnTo>
                <a:lnTo>
                  <a:pt x="59600" y="44225"/>
                </a:lnTo>
                <a:close/>
                <a:moveTo>
                  <a:pt x="64864" y="223174"/>
                </a:moveTo>
                <a:lnTo>
                  <a:pt x="65215" y="224073"/>
                </a:lnTo>
                <a:lnTo>
                  <a:pt x="64688" y="223623"/>
                </a:lnTo>
                <a:close/>
                <a:moveTo>
                  <a:pt x="124358" y="256207"/>
                </a:moveTo>
                <a:lnTo>
                  <a:pt x="124895" y="257019"/>
                </a:lnTo>
                <a:lnTo>
                  <a:pt x="124089" y="256613"/>
                </a:lnTo>
                <a:close/>
                <a:moveTo>
                  <a:pt x="50446" y="41114"/>
                </a:moveTo>
                <a:lnTo>
                  <a:pt x="51898" y="42694"/>
                </a:lnTo>
                <a:lnTo>
                  <a:pt x="49720" y="41904"/>
                </a:lnTo>
                <a:close/>
                <a:moveTo>
                  <a:pt x="116570" y="367684"/>
                </a:moveTo>
                <a:lnTo>
                  <a:pt x="116979" y="369061"/>
                </a:lnTo>
                <a:lnTo>
                  <a:pt x="116366" y="368372"/>
                </a:lnTo>
                <a:close/>
                <a:moveTo>
                  <a:pt x="84344" y="118510"/>
                </a:moveTo>
                <a:lnTo>
                  <a:pt x="84742" y="118851"/>
                </a:lnTo>
                <a:lnTo>
                  <a:pt x="84144" y="118680"/>
                </a:lnTo>
                <a:close/>
                <a:moveTo>
                  <a:pt x="30118" y="205365"/>
                </a:moveTo>
                <a:lnTo>
                  <a:pt x="31046" y="205821"/>
                </a:lnTo>
                <a:lnTo>
                  <a:pt x="29655" y="205593"/>
                </a:lnTo>
                <a:close/>
                <a:moveTo>
                  <a:pt x="115581" y="266744"/>
                </a:moveTo>
                <a:lnTo>
                  <a:pt x="116407" y="267048"/>
                </a:lnTo>
                <a:lnTo>
                  <a:pt x="115168" y="266896"/>
                </a:lnTo>
                <a:close/>
                <a:moveTo>
                  <a:pt x="88552" y="268484"/>
                </a:moveTo>
                <a:lnTo>
                  <a:pt x="90342" y="269982"/>
                </a:lnTo>
                <a:lnTo>
                  <a:pt x="87657" y="269233"/>
                </a:lnTo>
                <a:close/>
                <a:moveTo>
                  <a:pt x="57962" y="365118"/>
                </a:moveTo>
                <a:lnTo>
                  <a:pt x="58584" y="366390"/>
                </a:lnTo>
                <a:lnTo>
                  <a:pt x="57651" y="365754"/>
                </a:lnTo>
                <a:close/>
                <a:moveTo>
                  <a:pt x="24373" y="354157"/>
                </a:moveTo>
                <a:lnTo>
                  <a:pt x="25001" y="355820"/>
                </a:lnTo>
                <a:lnTo>
                  <a:pt x="24060" y="354989"/>
                </a:lnTo>
                <a:close/>
                <a:moveTo>
                  <a:pt x="113350" y="51303"/>
                </a:moveTo>
                <a:lnTo>
                  <a:pt x="114966" y="52766"/>
                </a:lnTo>
                <a:lnTo>
                  <a:pt x="112542" y="52034"/>
                </a:lnTo>
                <a:close/>
                <a:moveTo>
                  <a:pt x="105880" y="230717"/>
                </a:moveTo>
                <a:lnTo>
                  <a:pt x="106290" y="232287"/>
                </a:lnTo>
                <a:lnTo>
                  <a:pt x="105675" y="231502"/>
                </a:lnTo>
                <a:close/>
                <a:moveTo>
                  <a:pt x="37396" y="76871"/>
                </a:moveTo>
                <a:lnTo>
                  <a:pt x="39061" y="77711"/>
                </a:lnTo>
                <a:lnTo>
                  <a:pt x="36563" y="77291"/>
                </a:lnTo>
                <a:close/>
                <a:moveTo>
                  <a:pt x="16640" y="49337"/>
                </a:moveTo>
                <a:lnTo>
                  <a:pt x="18690" y="49868"/>
                </a:lnTo>
                <a:lnTo>
                  <a:pt x="15615" y="49602"/>
                </a:lnTo>
                <a:close/>
                <a:moveTo>
                  <a:pt x="30626" y="284405"/>
                </a:moveTo>
                <a:lnTo>
                  <a:pt x="32170" y="284804"/>
                </a:lnTo>
                <a:lnTo>
                  <a:pt x="29853" y="284605"/>
                </a:lnTo>
                <a:close/>
                <a:moveTo>
                  <a:pt x="92697" y="194378"/>
                </a:moveTo>
                <a:lnTo>
                  <a:pt x="93835" y="195640"/>
                </a:lnTo>
                <a:lnTo>
                  <a:pt x="92128" y="195009"/>
                </a:lnTo>
                <a:close/>
                <a:moveTo>
                  <a:pt x="30768" y="93056"/>
                </a:moveTo>
                <a:lnTo>
                  <a:pt x="32151" y="94112"/>
                </a:lnTo>
                <a:lnTo>
                  <a:pt x="30077" y="93584"/>
                </a:lnTo>
                <a:close/>
                <a:moveTo>
                  <a:pt x="92922" y="31920"/>
                </a:moveTo>
                <a:lnTo>
                  <a:pt x="93619" y="33433"/>
                </a:lnTo>
                <a:lnTo>
                  <a:pt x="92573" y="32677"/>
                </a:lnTo>
                <a:close/>
                <a:moveTo>
                  <a:pt x="90542" y="189541"/>
                </a:moveTo>
                <a:lnTo>
                  <a:pt x="92560" y="190541"/>
                </a:lnTo>
                <a:lnTo>
                  <a:pt x="89534" y="190041"/>
                </a:lnTo>
                <a:close/>
                <a:moveTo>
                  <a:pt x="38810" y="159937"/>
                </a:moveTo>
                <a:lnTo>
                  <a:pt x="39467" y="160937"/>
                </a:lnTo>
                <a:lnTo>
                  <a:pt x="38482" y="160437"/>
                </a:lnTo>
                <a:close/>
                <a:moveTo>
                  <a:pt x="112036" y="47010"/>
                </a:moveTo>
                <a:lnTo>
                  <a:pt x="113002" y="47951"/>
                </a:lnTo>
                <a:lnTo>
                  <a:pt x="111553" y="47480"/>
                </a:lnTo>
                <a:close/>
                <a:moveTo>
                  <a:pt x="40445" y="81277"/>
                </a:moveTo>
                <a:lnTo>
                  <a:pt x="41984" y="81913"/>
                </a:lnTo>
                <a:lnTo>
                  <a:pt x="39675" y="81595"/>
                </a:lnTo>
                <a:close/>
                <a:moveTo>
                  <a:pt x="11808" y="373014"/>
                </a:moveTo>
                <a:lnTo>
                  <a:pt x="13478" y="374664"/>
                </a:lnTo>
                <a:lnTo>
                  <a:pt x="10973" y="373839"/>
                </a:lnTo>
                <a:close/>
                <a:moveTo>
                  <a:pt x="7646" y="115367"/>
                </a:moveTo>
                <a:lnTo>
                  <a:pt x="9032" y="116826"/>
                </a:lnTo>
                <a:lnTo>
                  <a:pt x="6953" y="116097"/>
                </a:lnTo>
                <a:close/>
                <a:moveTo>
                  <a:pt x="6209" y="318139"/>
                </a:moveTo>
                <a:lnTo>
                  <a:pt x="7598" y="319912"/>
                </a:lnTo>
                <a:lnTo>
                  <a:pt x="5515" y="319025"/>
                </a:lnTo>
                <a:close/>
                <a:moveTo>
                  <a:pt x="72276" y="6657"/>
                </a:moveTo>
                <a:lnTo>
                  <a:pt x="73292" y="8105"/>
                </a:lnTo>
                <a:lnTo>
                  <a:pt x="71768" y="7381"/>
                </a:lnTo>
                <a:close/>
                <a:moveTo>
                  <a:pt x="62683" y="209159"/>
                </a:moveTo>
                <a:lnTo>
                  <a:pt x="64060" y="210234"/>
                </a:lnTo>
                <a:lnTo>
                  <a:pt x="61994" y="209696"/>
                </a:lnTo>
                <a:close/>
                <a:moveTo>
                  <a:pt x="14299" y="77256"/>
                </a:moveTo>
                <a:lnTo>
                  <a:pt x="16237" y="78496"/>
                </a:lnTo>
                <a:lnTo>
                  <a:pt x="13330" y="77876"/>
                </a:lnTo>
                <a:close/>
                <a:moveTo>
                  <a:pt x="54663" y="43509"/>
                </a:moveTo>
                <a:lnTo>
                  <a:pt x="56544" y="43949"/>
                </a:lnTo>
                <a:lnTo>
                  <a:pt x="53723" y="43729"/>
                </a:lnTo>
                <a:close/>
                <a:moveTo>
                  <a:pt x="26993" y="259375"/>
                </a:moveTo>
                <a:lnTo>
                  <a:pt x="27938" y="260083"/>
                </a:lnTo>
                <a:lnTo>
                  <a:pt x="26521" y="259729"/>
                </a:lnTo>
                <a:close/>
                <a:moveTo>
                  <a:pt x="43040" y="114774"/>
                </a:moveTo>
                <a:lnTo>
                  <a:pt x="45198" y="116293"/>
                </a:lnTo>
                <a:lnTo>
                  <a:pt x="41961" y="115533"/>
                </a:lnTo>
                <a:close/>
                <a:moveTo>
                  <a:pt x="144401" y="166170"/>
                </a:moveTo>
                <a:lnTo>
                  <a:pt x="144866" y="167129"/>
                </a:lnTo>
                <a:lnTo>
                  <a:pt x="144168" y="166650"/>
                </a:lnTo>
                <a:close/>
                <a:moveTo>
                  <a:pt x="56997" y="223992"/>
                </a:moveTo>
                <a:lnTo>
                  <a:pt x="58488" y="225579"/>
                </a:lnTo>
                <a:lnTo>
                  <a:pt x="56251" y="224786"/>
                </a:lnTo>
                <a:close/>
                <a:moveTo>
                  <a:pt x="67779" y="22669"/>
                </a:moveTo>
                <a:lnTo>
                  <a:pt x="69246" y="24250"/>
                </a:lnTo>
                <a:lnTo>
                  <a:pt x="67046" y="23460"/>
                </a:lnTo>
                <a:close/>
                <a:moveTo>
                  <a:pt x="22095" y="210098"/>
                </a:moveTo>
                <a:lnTo>
                  <a:pt x="23814" y="210637"/>
                </a:lnTo>
                <a:lnTo>
                  <a:pt x="21236" y="210368"/>
                </a:lnTo>
                <a:close/>
                <a:moveTo>
                  <a:pt x="66400" y="185501"/>
                </a:moveTo>
                <a:lnTo>
                  <a:pt x="67375" y="185993"/>
                </a:lnTo>
                <a:lnTo>
                  <a:pt x="65912" y="185747"/>
                </a:lnTo>
                <a:close/>
                <a:moveTo>
                  <a:pt x="30809" y="211341"/>
                </a:moveTo>
                <a:lnTo>
                  <a:pt x="31434" y="211765"/>
                </a:lnTo>
                <a:lnTo>
                  <a:pt x="30496" y="211553"/>
                </a:lnTo>
                <a:close/>
                <a:moveTo>
                  <a:pt x="142096" y="275375"/>
                </a:moveTo>
                <a:lnTo>
                  <a:pt x="142827" y="276944"/>
                </a:lnTo>
                <a:lnTo>
                  <a:pt x="141731" y="276160"/>
                </a:lnTo>
                <a:close/>
                <a:moveTo>
                  <a:pt x="118478" y="355256"/>
                </a:moveTo>
                <a:lnTo>
                  <a:pt x="120509" y="356327"/>
                </a:lnTo>
                <a:lnTo>
                  <a:pt x="117463" y="355792"/>
                </a:lnTo>
                <a:close/>
                <a:moveTo>
                  <a:pt x="32927" y="194714"/>
                </a:moveTo>
                <a:lnTo>
                  <a:pt x="33996" y="195920"/>
                </a:lnTo>
                <a:lnTo>
                  <a:pt x="32392" y="195317"/>
                </a:lnTo>
                <a:close/>
                <a:moveTo>
                  <a:pt x="49924" y="276851"/>
                </a:moveTo>
                <a:lnTo>
                  <a:pt x="51376" y="277431"/>
                </a:lnTo>
                <a:lnTo>
                  <a:pt x="49198" y="277141"/>
                </a:lnTo>
                <a:close/>
                <a:moveTo>
                  <a:pt x="32694" y="41444"/>
                </a:moveTo>
                <a:lnTo>
                  <a:pt x="33174" y="42667"/>
                </a:lnTo>
                <a:lnTo>
                  <a:pt x="32453" y="42056"/>
                </a:lnTo>
                <a:close/>
                <a:moveTo>
                  <a:pt x="137582" y="40592"/>
                </a:moveTo>
                <a:lnTo>
                  <a:pt x="138827" y="41776"/>
                </a:lnTo>
                <a:lnTo>
                  <a:pt x="136959" y="41184"/>
                </a:lnTo>
                <a:close/>
                <a:moveTo>
                  <a:pt x="38163" y="374895"/>
                </a:moveTo>
                <a:lnTo>
                  <a:pt x="38663" y="376501"/>
                </a:lnTo>
                <a:lnTo>
                  <a:pt x="37913" y="375698"/>
                </a:lnTo>
                <a:close/>
                <a:moveTo>
                  <a:pt x="99240" y="383085"/>
                </a:moveTo>
                <a:lnTo>
                  <a:pt x="100371" y="384700"/>
                </a:lnTo>
                <a:lnTo>
                  <a:pt x="98674" y="383893"/>
                </a:lnTo>
                <a:close/>
                <a:moveTo>
                  <a:pt x="22791" y="179002"/>
                </a:moveTo>
                <a:lnTo>
                  <a:pt x="24718" y="179831"/>
                </a:lnTo>
                <a:lnTo>
                  <a:pt x="21827" y="179417"/>
                </a:lnTo>
                <a:close/>
                <a:moveTo>
                  <a:pt x="64498" y="221799"/>
                </a:moveTo>
                <a:lnTo>
                  <a:pt x="66017" y="223382"/>
                </a:lnTo>
                <a:lnTo>
                  <a:pt x="63739" y="222590"/>
                </a:lnTo>
                <a:close/>
                <a:moveTo>
                  <a:pt x="70592" y="162099"/>
                </a:moveTo>
                <a:lnTo>
                  <a:pt x="71507" y="162448"/>
                </a:lnTo>
                <a:lnTo>
                  <a:pt x="70134" y="162273"/>
                </a:lnTo>
                <a:close/>
                <a:moveTo>
                  <a:pt x="123994" y="22443"/>
                </a:moveTo>
                <a:lnTo>
                  <a:pt x="125404" y="22798"/>
                </a:lnTo>
                <a:lnTo>
                  <a:pt x="123288" y="22621"/>
                </a:lnTo>
                <a:close/>
                <a:moveTo>
                  <a:pt x="103702" y="121853"/>
                </a:moveTo>
                <a:lnTo>
                  <a:pt x="104497" y="122591"/>
                </a:lnTo>
                <a:lnTo>
                  <a:pt x="103304" y="122222"/>
                </a:lnTo>
                <a:close/>
                <a:moveTo>
                  <a:pt x="56779" y="337749"/>
                </a:moveTo>
                <a:lnTo>
                  <a:pt x="58733" y="338361"/>
                </a:lnTo>
                <a:lnTo>
                  <a:pt x="55802" y="338055"/>
                </a:lnTo>
                <a:close/>
                <a:moveTo>
                  <a:pt x="38112" y="325736"/>
                </a:moveTo>
                <a:lnTo>
                  <a:pt x="39624" y="326148"/>
                </a:lnTo>
                <a:lnTo>
                  <a:pt x="37356" y="325942"/>
                </a:lnTo>
                <a:close/>
                <a:moveTo>
                  <a:pt x="68324" y="6402"/>
                </a:moveTo>
                <a:lnTo>
                  <a:pt x="69171" y="6977"/>
                </a:lnTo>
                <a:lnTo>
                  <a:pt x="67901" y="6690"/>
                </a:lnTo>
                <a:close/>
                <a:moveTo>
                  <a:pt x="32755" y="40519"/>
                </a:moveTo>
                <a:lnTo>
                  <a:pt x="33854" y="41093"/>
                </a:lnTo>
                <a:lnTo>
                  <a:pt x="32206" y="40806"/>
                </a:lnTo>
                <a:close/>
                <a:moveTo>
                  <a:pt x="134088" y="212793"/>
                </a:moveTo>
                <a:lnTo>
                  <a:pt x="135833" y="213309"/>
                </a:lnTo>
                <a:lnTo>
                  <a:pt x="133216" y="213051"/>
                </a:lnTo>
                <a:close/>
                <a:moveTo>
                  <a:pt x="22508" y="174649"/>
                </a:moveTo>
                <a:lnTo>
                  <a:pt x="23973" y="175884"/>
                </a:lnTo>
                <a:lnTo>
                  <a:pt x="21776" y="175266"/>
                </a:lnTo>
                <a:close/>
                <a:moveTo>
                  <a:pt x="3229" y="27219"/>
                </a:moveTo>
                <a:lnTo>
                  <a:pt x="4453" y="28387"/>
                </a:lnTo>
                <a:lnTo>
                  <a:pt x="2618" y="27803"/>
                </a:lnTo>
                <a:close/>
                <a:moveTo>
                  <a:pt x="75205" y="295721"/>
                </a:moveTo>
                <a:lnTo>
                  <a:pt x="76315" y="296180"/>
                </a:lnTo>
                <a:lnTo>
                  <a:pt x="74650" y="295950"/>
                </a:lnTo>
                <a:close/>
                <a:moveTo>
                  <a:pt x="114923" y="209163"/>
                </a:moveTo>
                <a:lnTo>
                  <a:pt x="115441" y="210231"/>
                </a:lnTo>
                <a:lnTo>
                  <a:pt x="114663" y="209697"/>
                </a:lnTo>
                <a:close/>
                <a:moveTo>
                  <a:pt x="79094" y="52179"/>
                </a:moveTo>
                <a:lnTo>
                  <a:pt x="80108" y="53819"/>
                </a:lnTo>
                <a:lnTo>
                  <a:pt x="78586" y="52999"/>
                </a:lnTo>
                <a:close/>
                <a:moveTo>
                  <a:pt x="92044" y="321774"/>
                </a:moveTo>
                <a:lnTo>
                  <a:pt x="93599" y="323074"/>
                </a:lnTo>
                <a:lnTo>
                  <a:pt x="91266" y="322424"/>
                </a:lnTo>
                <a:close/>
                <a:moveTo>
                  <a:pt x="120883" y="299085"/>
                </a:moveTo>
                <a:lnTo>
                  <a:pt x="122190" y="300226"/>
                </a:lnTo>
                <a:lnTo>
                  <a:pt x="120230" y="299656"/>
                </a:lnTo>
                <a:close/>
                <a:moveTo>
                  <a:pt x="84098" y="48637"/>
                </a:moveTo>
                <a:lnTo>
                  <a:pt x="84933" y="49029"/>
                </a:lnTo>
                <a:lnTo>
                  <a:pt x="83681" y="48833"/>
                </a:lnTo>
                <a:close/>
                <a:moveTo>
                  <a:pt x="22143" y="211151"/>
                </a:moveTo>
                <a:lnTo>
                  <a:pt x="22768" y="211858"/>
                </a:lnTo>
                <a:lnTo>
                  <a:pt x="21831" y="211504"/>
                </a:lnTo>
                <a:close/>
                <a:moveTo>
                  <a:pt x="55114" y="42290"/>
                </a:moveTo>
                <a:lnTo>
                  <a:pt x="56733" y="44013"/>
                </a:lnTo>
                <a:lnTo>
                  <a:pt x="54305" y="43152"/>
                </a:lnTo>
                <a:close/>
                <a:moveTo>
                  <a:pt x="59128" y="126970"/>
                </a:moveTo>
                <a:lnTo>
                  <a:pt x="59681" y="127795"/>
                </a:lnTo>
                <a:lnTo>
                  <a:pt x="58851" y="127382"/>
                </a:lnTo>
                <a:close/>
                <a:moveTo>
                  <a:pt x="129178" y="340025"/>
                </a:moveTo>
                <a:lnTo>
                  <a:pt x="131059" y="341424"/>
                </a:lnTo>
                <a:lnTo>
                  <a:pt x="128238" y="340724"/>
                </a:lnTo>
                <a:close/>
                <a:moveTo>
                  <a:pt x="2933" y="165247"/>
                </a:moveTo>
                <a:lnTo>
                  <a:pt x="3909" y="165965"/>
                </a:lnTo>
                <a:lnTo>
                  <a:pt x="2444" y="165606"/>
                </a:lnTo>
                <a:close/>
                <a:moveTo>
                  <a:pt x="128293" y="276807"/>
                </a:moveTo>
                <a:lnTo>
                  <a:pt x="130060" y="277312"/>
                </a:lnTo>
                <a:lnTo>
                  <a:pt x="127410" y="277059"/>
                </a:lnTo>
                <a:close/>
                <a:moveTo>
                  <a:pt x="77820" y="333520"/>
                </a:moveTo>
                <a:lnTo>
                  <a:pt x="78915" y="334681"/>
                </a:lnTo>
                <a:lnTo>
                  <a:pt x="77273" y="334100"/>
                </a:lnTo>
                <a:close/>
                <a:moveTo>
                  <a:pt x="5014" y="242457"/>
                </a:moveTo>
                <a:lnTo>
                  <a:pt x="6178" y="243628"/>
                </a:lnTo>
                <a:lnTo>
                  <a:pt x="4432" y="243042"/>
                </a:lnTo>
                <a:close/>
                <a:moveTo>
                  <a:pt x="96209" y="237748"/>
                </a:moveTo>
                <a:lnTo>
                  <a:pt x="97377" y="239184"/>
                </a:lnTo>
                <a:lnTo>
                  <a:pt x="95625" y="238466"/>
                </a:lnTo>
                <a:close/>
                <a:moveTo>
                  <a:pt x="4093" y="15112"/>
                </a:moveTo>
                <a:lnTo>
                  <a:pt x="4749" y="15659"/>
                </a:lnTo>
                <a:lnTo>
                  <a:pt x="3766" y="15385"/>
                </a:lnTo>
                <a:close/>
                <a:moveTo>
                  <a:pt x="58548" y="165021"/>
                </a:moveTo>
                <a:lnTo>
                  <a:pt x="59219" y="166689"/>
                </a:lnTo>
                <a:lnTo>
                  <a:pt x="58212" y="165855"/>
                </a:lnTo>
                <a:close/>
                <a:moveTo>
                  <a:pt x="92654" y="66898"/>
                </a:moveTo>
                <a:lnTo>
                  <a:pt x="94642" y="68065"/>
                </a:lnTo>
                <a:lnTo>
                  <a:pt x="91661" y="67481"/>
                </a:lnTo>
                <a:close/>
                <a:moveTo>
                  <a:pt x="126890" y="93432"/>
                </a:moveTo>
                <a:lnTo>
                  <a:pt x="128488" y="94223"/>
                </a:lnTo>
                <a:lnTo>
                  <a:pt x="126091" y="93828"/>
                </a:lnTo>
                <a:close/>
                <a:moveTo>
                  <a:pt x="105239" y="368068"/>
                </a:moveTo>
                <a:lnTo>
                  <a:pt x="107390" y="369215"/>
                </a:lnTo>
                <a:lnTo>
                  <a:pt x="104163" y="368642"/>
                </a:lnTo>
                <a:close/>
                <a:moveTo>
                  <a:pt x="17724" y="307025"/>
                </a:moveTo>
                <a:lnTo>
                  <a:pt x="19799" y="307944"/>
                </a:lnTo>
                <a:lnTo>
                  <a:pt x="16687" y="307485"/>
                </a:lnTo>
                <a:close/>
                <a:moveTo>
                  <a:pt x="47958" y="177016"/>
                </a:moveTo>
                <a:lnTo>
                  <a:pt x="48691" y="177815"/>
                </a:lnTo>
                <a:lnTo>
                  <a:pt x="47591" y="177416"/>
                </a:lnTo>
                <a:close/>
                <a:moveTo>
                  <a:pt x="49714" y="211109"/>
                </a:moveTo>
                <a:lnTo>
                  <a:pt x="51011" y="212288"/>
                </a:lnTo>
                <a:lnTo>
                  <a:pt x="49065" y="211698"/>
                </a:lnTo>
                <a:close/>
                <a:moveTo>
                  <a:pt x="75985" y="326955"/>
                </a:moveTo>
                <a:lnTo>
                  <a:pt x="76406" y="328636"/>
                </a:lnTo>
                <a:lnTo>
                  <a:pt x="75775" y="327795"/>
                </a:lnTo>
                <a:close/>
                <a:moveTo>
                  <a:pt x="7958" y="318687"/>
                </a:moveTo>
                <a:lnTo>
                  <a:pt x="9511" y="320159"/>
                </a:lnTo>
                <a:lnTo>
                  <a:pt x="7181" y="319423"/>
                </a:lnTo>
                <a:close/>
                <a:moveTo>
                  <a:pt x="81894" y="78688"/>
                </a:moveTo>
                <a:lnTo>
                  <a:pt x="83040" y="80216"/>
                </a:lnTo>
                <a:lnTo>
                  <a:pt x="81320" y="79452"/>
                </a:lnTo>
                <a:close/>
                <a:moveTo>
                  <a:pt x="58173" y="49046"/>
                </a:moveTo>
                <a:lnTo>
                  <a:pt x="59190" y="50187"/>
                </a:lnTo>
                <a:lnTo>
                  <a:pt x="57664" y="49616"/>
                </a:lnTo>
                <a:close/>
                <a:moveTo>
                  <a:pt x="9073" y="85880"/>
                </a:moveTo>
                <a:lnTo>
                  <a:pt x="10222" y="86290"/>
                </a:lnTo>
                <a:lnTo>
                  <a:pt x="8498" y="86085"/>
                </a:lnTo>
                <a:close/>
                <a:moveTo>
                  <a:pt x="44489" y="10318"/>
                </a:moveTo>
                <a:lnTo>
                  <a:pt x="45180" y="11759"/>
                </a:lnTo>
                <a:lnTo>
                  <a:pt x="44143" y="11038"/>
                </a:lnTo>
                <a:close/>
                <a:moveTo>
                  <a:pt x="7128" y="207703"/>
                </a:moveTo>
                <a:lnTo>
                  <a:pt x="7922" y="208973"/>
                </a:lnTo>
                <a:lnTo>
                  <a:pt x="6732" y="208338"/>
                </a:lnTo>
                <a:close/>
                <a:moveTo>
                  <a:pt x="33136" y="247711"/>
                </a:moveTo>
                <a:lnTo>
                  <a:pt x="34913" y="248729"/>
                </a:lnTo>
                <a:lnTo>
                  <a:pt x="32248" y="248220"/>
                </a:lnTo>
                <a:close/>
                <a:moveTo>
                  <a:pt x="37463" y="18134"/>
                </a:moveTo>
                <a:lnTo>
                  <a:pt x="39171" y="19418"/>
                </a:lnTo>
                <a:lnTo>
                  <a:pt x="36609" y="18776"/>
                </a:lnTo>
                <a:close/>
                <a:moveTo>
                  <a:pt x="36634" y="29782"/>
                </a:moveTo>
                <a:lnTo>
                  <a:pt x="37050" y="31416"/>
                </a:lnTo>
                <a:lnTo>
                  <a:pt x="36427" y="30599"/>
                </a:lnTo>
                <a:close/>
                <a:moveTo>
                  <a:pt x="101771" y="149727"/>
                </a:moveTo>
                <a:lnTo>
                  <a:pt x="103313" y="150741"/>
                </a:lnTo>
                <a:lnTo>
                  <a:pt x="101001" y="150234"/>
                </a:lnTo>
                <a:close/>
                <a:moveTo>
                  <a:pt x="130754" y="142845"/>
                </a:moveTo>
                <a:lnTo>
                  <a:pt x="131349" y="143536"/>
                </a:lnTo>
                <a:lnTo>
                  <a:pt x="130457" y="143190"/>
                </a:lnTo>
                <a:close/>
                <a:moveTo>
                  <a:pt x="107187" y="3247"/>
                </a:moveTo>
                <a:lnTo>
                  <a:pt x="108655" y="4453"/>
                </a:lnTo>
                <a:lnTo>
                  <a:pt x="106452" y="3850"/>
                </a:lnTo>
                <a:close/>
                <a:moveTo>
                  <a:pt x="43636" y="230043"/>
                </a:moveTo>
                <a:lnTo>
                  <a:pt x="45215" y="230349"/>
                </a:lnTo>
                <a:lnTo>
                  <a:pt x="42847" y="230196"/>
                </a:lnTo>
                <a:close/>
                <a:moveTo>
                  <a:pt x="38129" y="58299"/>
                </a:moveTo>
                <a:lnTo>
                  <a:pt x="39129" y="59474"/>
                </a:lnTo>
                <a:lnTo>
                  <a:pt x="37628" y="58887"/>
                </a:lnTo>
                <a:close/>
                <a:moveTo>
                  <a:pt x="35445" y="343111"/>
                </a:moveTo>
                <a:lnTo>
                  <a:pt x="36210" y="343652"/>
                </a:lnTo>
                <a:lnTo>
                  <a:pt x="35062" y="343382"/>
                </a:lnTo>
                <a:close/>
                <a:moveTo>
                  <a:pt x="137807" y="234542"/>
                </a:moveTo>
                <a:lnTo>
                  <a:pt x="139816" y="236084"/>
                </a:lnTo>
                <a:lnTo>
                  <a:pt x="136802" y="235313"/>
                </a:lnTo>
                <a:close/>
                <a:moveTo>
                  <a:pt x="53918" y="241146"/>
                </a:moveTo>
                <a:lnTo>
                  <a:pt x="55977" y="242481"/>
                </a:lnTo>
                <a:lnTo>
                  <a:pt x="52888" y="241814"/>
                </a:lnTo>
                <a:close/>
                <a:moveTo>
                  <a:pt x="17884" y="51554"/>
                </a:moveTo>
                <a:lnTo>
                  <a:pt x="19361" y="52351"/>
                </a:lnTo>
                <a:lnTo>
                  <a:pt x="17145" y="51953"/>
                </a:lnTo>
                <a:close/>
                <a:moveTo>
                  <a:pt x="84948" y="39965"/>
                </a:moveTo>
                <a:lnTo>
                  <a:pt x="85519" y="40407"/>
                </a:lnTo>
                <a:lnTo>
                  <a:pt x="84663" y="40186"/>
                </a:lnTo>
                <a:close/>
                <a:moveTo>
                  <a:pt x="85203" y="369952"/>
                </a:moveTo>
                <a:lnTo>
                  <a:pt x="86920" y="371501"/>
                </a:lnTo>
                <a:lnTo>
                  <a:pt x="84345" y="370727"/>
                </a:lnTo>
                <a:close/>
                <a:moveTo>
                  <a:pt x="72250" y="245402"/>
                </a:moveTo>
                <a:lnTo>
                  <a:pt x="73535" y="245805"/>
                </a:lnTo>
                <a:lnTo>
                  <a:pt x="71607" y="245604"/>
                </a:lnTo>
                <a:close/>
                <a:moveTo>
                  <a:pt x="32828" y="271095"/>
                </a:moveTo>
                <a:lnTo>
                  <a:pt x="34945" y="272610"/>
                </a:lnTo>
                <a:lnTo>
                  <a:pt x="31770" y="271853"/>
                </a:lnTo>
                <a:close/>
                <a:moveTo>
                  <a:pt x="38573" y="238992"/>
                </a:moveTo>
                <a:lnTo>
                  <a:pt x="39105" y="239799"/>
                </a:lnTo>
                <a:lnTo>
                  <a:pt x="38307" y="239395"/>
                </a:lnTo>
                <a:close/>
                <a:moveTo>
                  <a:pt x="9456" y="352216"/>
                </a:moveTo>
                <a:lnTo>
                  <a:pt x="10084" y="353028"/>
                </a:lnTo>
                <a:lnTo>
                  <a:pt x="9142" y="352622"/>
                </a:lnTo>
                <a:close/>
                <a:moveTo>
                  <a:pt x="138206" y="141014"/>
                </a:moveTo>
                <a:lnTo>
                  <a:pt x="138867" y="142048"/>
                </a:lnTo>
                <a:lnTo>
                  <a:pt x="137876" y="141531"/>
                </a:lnTo>
                <a:close/>
                <a:moveTo>
                  <a:pt x="67108" y="61497"/>
                </a:moveTo>
                <a:lnTo>
                  <a:pt x="68834" y="62033"/>
                </a:lnTo>
                <a:lnTo>
                  <a:pt x="66244" y="61765"/>
                </a:lnTo>
                <a:close/>
                <a:moveTo>
                  <a:pt x="8510" y="152559"/>
                </a:moveTo>
                <a:lnTo>
                  <a:pt x="9388" y="154184"/>
                </a:lnTo>
                <a:lnTo>
                  <a:pt x="8071" y="153372"/>
                </a:lnTo>
                <a:close/>
                <a:moveTo>
                  <a:pt x="59368" y="354316"/>
                </a:moveTo>
                <a:lnTo>
                  <a:pt x="60467" y="355386"/>
                </a:lnTo>
                <a:lnTo>
                  <a:pt x="58819" y="354851"/>
                </a:lnTo>
                <a:close/>
                <a:moveTo>
                  <a:pt x="117329" y="180210"/>
                </a:moveTo>
                <a:lnTo>
                  <a:pt x="118185" y="181817"/>
                </a:lnTo>
                <a:lnTo>
                  <a:pt x="116901" y="181013"/>
                </a:lnTo>
                <a:close/>
                <a:moveTo>
                  <a:pt x="123757" y="277648"/>
                </a:moveTo>
                <a:lnTo>
                  <a:pt x="125888" y="278602"/>
                </a:lnTo>
                <a:lnTo>
                  <a:pt x="122691" y="278125"/>
                </a:lnTo>
                <a:close/>
                <a:moveTo>
                  <a:pt x="114526" y="21150"/>
                </a:moveTo>
                <a:lnTo>
                  <a:pt x="115020" y="22431"/>
                </a:lnTo>
                <a:lnTo>
                  <a:pt x="114279" y="21791"/>
                </a:lnTo>
                <a:close/>
                <a:moveTo>
                  <a:pt x="106658" y="26328"/>
                </a:moveTo>
                <a:lnTo>
                  <a:pt x="107971" y="26861"/>
                </a:lnTo>
                <a:lnTo>
                  <a:pt x="106002" y="26595"/>
                </a:lnTo>
                <a:close/>
                <a:moveTo>
                  <a:pt x="21009" y="219236"/>
                </a:moveTo>
                <a:lnTo>
                  <a:pt x="22465" y="220823"/>
                </a:lnTo>
                <a:lnTo>
                  <a:pt x="20282" y="220030"/>
                </a:lnTo>
                <a:close/>
                <a:moveTo>
                  <a:pt x="21643" y="278298"/>
                </a:moveTo>
                <a:lnTo>
                  <a:pt x="22482" y="279820"/>
                </a:lnTo>
                <a:lnTo>
                  <a:pt x="21223" y="279059"/>
                </a:lnTo>
                <a:close/>
                <a:moveTo>
                  <a:pt x="68239" y="168782"/>
                </a:moveTo>
                <a:lnTo>
                  <a:pt x="68779" y="170574"/>
                </a:lnTo>
                <a:lnTo>
                  <a:pt x="67969" y="169678"/>
                </a:lnTo>
                <a:close/>
                <a:moveTo>
                  <a:pt x="68383" y="200477"/>
                </a:moveTo>
                <a:lnTo>
                  <a:pt x="69311" y="201492"/>
                </a:lnTo>
                <a:lnTo>
                  <a:pt x="67920" y="200985"/>
                </a:lnTo>
                <a:close/>
                <a:moveTo>
                  <a:pt x="28155" y="180697"/>
                </a:moveTo>
                <a:lnTo>
                  <a:pt x="29063" y="181418"/>
                </a:lnTo>
                <a:lnTo>
                  <a:pt x="27700" y="181058"/>
                </a:lnTo>
                <a:close/>
                <a:moveTo>
                  <a:pt x="103295" y="6525"/>
                </a:moveTo>
                <a:lnTo>
                  <a:pt x="104714" y="6866"/>
                </a:lnTo>
                <a:lnTo>
                  <a:pt x="102586" y="6696"/>
                </a:lnTo>
                <a:close/>
                <a:moveTo>
                  <a:pt x="78497" y="165182"/>
                </a:moveTo>
                <a:lnTo>
                  <a:pt x="80487" y="166562"/>
                </a:lnTo>
                <a:lnTo>
                  <a:pt x="77502" y="165872"/>
                </a:lnTo>
                <a:close/>
                <a:moveTo>
                  <a:pt x="67697" y="54030"/>
                </a:moveTo>
                <a:lnTo>
                  <a:pt x="69017" y="54747"/>
                </a:lnTo>
                <a:lnTo>
                  <a:pt x="67036" y="54388"/>
                </a:lnTo>
                <a:close/>
                <a:moveTo>
                  <a:pt x="69086" y="375447"/>
                </a:moveTo>
                <a:lnTo>
                  <a:pt x="70453" y="376457"/>
                </a:lnTo>
                <a:lnTo>
                  <a:pt x="68403" y="375952"/>
                </a:lnTo>
                <a:close/>
                <a:moveTo>
                  <a:pt x="7720" y="116315"/>
                </a:moveTo>
                <a:lnTo>
                  <a:pt x="8292" y="116953"/>
                </a:lnTo>
                <a:lnTo>
                  <a:pt x="7435" y="116634"/>
                </a:lnTo>
                <a:close/>
                <a:moveTo>
                  <a:pt x="87297" y="199008"/>
                </a:moveTo>
                <a:lnTo>
                  <a:pt x="88661" y="199533"/>
                </a:lnTo>
                <a:lnTo>
                  <a:pt x="86615" y="199270"/>
                </a:lnTo>
                <a:close/>
                <a:moveTo>
                  <a:pt x="19838" y="326166"/>
                </a:moveTo>
                <a:lnTo>
                  <a:pt x="20825" y="326472"/>
                </a:lnTo>
                <a:lnTo>
                  <a:pt x="19344" y="326319"/>
                </a:lnTo>
                <a:close/>
                <a:moveTo>
                  <a:pt x="65530" y="144339"/>
                </a:moveTo>
                <a:lnTo>
                  <a:pt x="66367" y="145618"/>
                </a:lnTo>
                <a:lnTo>
                  <a:pt x="65112" y="144978"/>
                </a:lnTo>
                <a:close/>
                <a:moveTo>
                  <a:pt x="109067" y="306725"/>
                </a:moveTo>
                <a:lnTo>
                  <a:pt x="110959" y="308054"/>
                </a:lnTo>
                <a:lnTo>
                  <a:pt x="108121" y="307389"/>
                </a:lnTo>
                <a:close/>
                <a:moveTo>
                  <a:pt x="111426" y="321435"/>
                </a:moveTo>
                <a:lnTo>
                  <a:pt x="111784" y="322242"/>
                </a:lnTo>
                <a:lnTo>
                  <a:pt x="111247" y="321838"/>
                </a:lnTo>
                <a:close/>
                <a:moveTo>
                  <a:pt x="96805" y="355421"/>
                </a:moveTo>
                <a:lnTo>
                  <a:pt x="98434" y="356439"/>
                </a:lnTo>
                <a:lnTo>
                  <a:pt x="95991" y="355930"/>
                </a:lnTo>
                <a:close/>
                <a:moveTo>
                  <a:pt x="11199" y="307636"/>
                </a:moveTo>
                <a:lnTo>
                  <a:pt x="12072" y="308650"/>
                </a:lnTo>
                <a:lnTo>
                  <a:pt x="10763" y="308143"/>
                </a:lnTo>
                <a:close/>
                <a:moveTo>
                  <a:pt x="51550" y="316584"/>
                </a:moveTo>
                <a:lnTo>
                  <a:pt x="53040" y="318217"/>
                </a:lnTo>
                <a:lnTo>
                  <a:pt x="50806" y="317400"/>
                </a:lnTo>
                <a:close/>
                <a:moveTo>
                  <a:pt x="112849" y="306180"/>
                </a:moveTo>
                <a:lnTo>
                  <a:pt x="114190" y="307253"/>
                </a:lnTo>
                <a:lnTo>
                  <a:pt x="112178" y="306717"/>
                </a:lnTo>
                <a:close/>
                <a:moveTo>
                  <a:pt x="25756" y="51238"/>
                </a:moveTo>
                <a:lnTo>
                  <a:pt x="27890" y="51845"/>
                </a:lnTo>
                <a:lnTo>
                  <a:pt x="24688" y="51541"/>
                </a:lnTo>
                <a:close/>
                <a:moveTo>
                  <a:pt x="50950" y="381083"/>
                </a:moveTo>
                <a:lnTo>
                  <a:pt x="51309" y="382080"/>
                </a:lnTo>
                <a:lnTo>
                  <a:pt x="50771" y="381582"/>
                </a:lnTo>
                <a:close/>
                <a:moveTo>
                  <a:pt x="139518" y="362210"/>
                </a:moveTo>
                <a:lnTo>
                  <a:pt x="139964" y="362801"/>
                </a:lnTo>
                <a:lnTo>
                  <a:pt x="139296" y="362505"/>
                </a:lnTo>
                <a:close/>
                <a:moveTo>
                  <a:pt x="128130" y="230508"/>
                </a:moveTo>
                <a:lnTo>
                  <a:pt x="128577" y="231520"/>
                </a:lnTo>
                <a:lnTo>
                  <a:pt x="127906" y="231014"/>
                </a:lnTo>
                <a:close/>
                <a:moveTo>
                  <a:pt x="13291" y="243373"/>
                </a:moveTo>
                <a:lnTo>
                  <a:pt x="14049" y="245014"/>
                </a:lnTo>
                <a:lnTo>
                  <a:pt x="12913" y="244194"/>
                </a:lnTo>
                <a:close/>
                <a:moveTo>
                  <a:pt x="126075" y="338370"/>
                </a:moveTo>
                <a:lnTo>
                  <a:pt x="127299" y="339631"/>
                </a:lnTo>
                <a:lnTo>
                  <a:pt x="125463" y="339000"/>
                </a:lnTo>
                <a:close/>
                <a:moveTo>
                  <a:pt x="54815" y="55447"/>
                </a:moveTo>
                <a:lnTo>
                  <a:pt x="56791" y="56904"/>
                </a:lnTo>
                <a:lnTo>
                  <a:pt x="53827" y="56175"/>
                </a:lnTo>
                <a:close/>
                <a:moveTo>
                  <a:pt x="118203" y="190109"/>
                </a:moveTo>
                <a:lnTo>
                  <a:pt x="120043" y="190562"/>
                </a:lnTo>
                <a:lnTo>
                  <a:pt x="117283" y="190336"/>
                </a:lnTo>
                <a:close/>
                <a:moveTo>
                  <a:pt x="83562" y="102235"/>
                </a:moveTo>
                <a:lnTo>
                  <a:pt x="84614" y="103980"/>
                </a:lnTo>
                <a:lnTo>
                  <a:pt x="83035" y="103107"/>
                </a:lnTo>
                <a:close/>
                <a:moveTo>
                  <a:pt x="62414" y="115183"/>
                </a:moveTo>
                <a:lnTo>
                  <a:pt x="62888" y="116641"/>
                </a:lnTo>
                <a:lnTo>
                  <a:pt x="62177" y="115912"/>
                </a:lnTo>
                <a:close/>
                <a:moveTo>
                  <a:pt x="63750" y="320247"/>
                </a:moveTo>
                <a:lnTo>
                  <a:pt x="65615" y="320719"/>
                </a:lnTo>
                <a:lnTo>
                  <a:pt x="62817" y="320483"/>
                </a:lnTo>
                <a:close/>
                <a:moveTo>
                  <a:pt x="125392" y="37708"/>
                </a:moveTo>
                <a:lnTo>
                  <a:pt x="126231" y="39012"/>
                </a:lnTo>
                <a:lnTo>
                  <a:pt x="124972" y="38360"/>
                </a:lnTo>
                <a:close/>
                <a:moveTo>
                  <a:pt x="5900" y="196923"/>
                </a:moveTo>
                <a:lnTo>
                  <a:pt x="8036" y="197646"/>
                </a:lnTo>
                <a:lnTo>
                  <a:pt x="4832" y="197284"/>
                </a:lnTo>
                <a:close/>
                <a:moveTo>
                  <a:pt x="3394" y="314132"/>
                </a:moveTo>
                <a:lnTo>
                  <a:pt x="5194" y="314688"/>
                </a:lnTo>
                <a:lnTo>
                  <a:pt x="2494" y="314410"/>
                </a:lnTo>
                <a:close/>
                <a:moveTo>
                  <a:pt x="21327" y="175309"/>
                </a:moveTo>
                <a:lnTo>
                  <a:pt x="22722" y="176268"/>
                </a:lnTo>
                <a:lnTo>
                  <a:pt x="20630" y="175789"/>
                </a:lnTo>
                <a:close/>
                <a:moveTo>
                  <a:pt x="23472" y="15624"/>
                </a:moveTo>
                <a:lnTo>
                  <a:pt x="23946" y="16812"/>
                </a:lnTo>
                <a:lnTo>
                  <a:pt x="23236" y="16218"/>
                </a:lnTo>
                <a:close/>
                <a:moveTo>
                  <a:pt x="123955" y="4640"/>
                </a:moveTo>
                <a:lnTo>
                  <a:pt x="125082" y="5686"/>
                </a:lnTo>
                <a:lnTo>
                  <a:pt x="123392" y="5163"/>
                </a:lnTo>
                <a:close/>
                <a:moveTo>
                  <a:pt x="77541" y="75651"/>
                </a:moveTo>
                <a:lnTo>
                  <a:pt x="79038" y="76286"/>
                </a:lnTo>
                <a:lnTo>
                  <a:pt x="76793" y="75969"/>
                </a:lnTo>
                <a:close/>
                <a:moveTo>
                  <a:pt x="21610" y="23618"/>
                </a:moveTo>
                <a:lnTo>
                  <a:pt x="22450" y="24278"/>
                </a:lnTo>
                <a:lnTo>
                  <a:pt x="21190" y="23948"/>
                </a:lnTo>
                <a:close/>
                <a:moveTo>
                  <a:pt x="69067" y="380720"/>
                </a:moveTo>
                <a:lnTo>
                  <a:pt x="70730" y="381495"/>
                </a:lnTo>
                <a:lnTo>
                  <a:pt x="68235" y="381107"/>
                </a:lnTo>
                <a:close/>
                <a:moveTo>
                  <a:pt x="80709" y="217702"/>
                </a:moveTo>
                <a:lnTo>
                  <a:pt x="82682" y="219425"/>
                </a:lnTo>
                <a:lnTo>
                  <a:pt x="79723" y="218563"/>
                </a:lnTo>
                <a:close/>
                <a:moveTo>
                  <a:pt x="13329" y="14680"/>
                </a:moveTo>
                <a:lnTo>
                  <a:pt x="15372" y="16073"/>
                </a:lnTo>
                <a:lnTo>
                  <a:pt x="12307" y="15377"/>
                </a:lnTo>
                <a:close/>
                <a:moveTo>
                  <a:pt x="33550" y="113351"/>
                </a:moveTo>
                <a:lnTo>
                  <a:pt x="34826" y="114822"/>
                </a:lnTo>
                <a:lnTo>
                  <a:pt x="32913" y="114086"/>
                </a:lnTo>
                <a:close/>
                <a:moveTo>
                  <a:pt x="52854" y="307720"/>
                </a:moveTo>
                <a:lnTo>
                  <a:pt x="54398" y="308310"/>
                </a:lnTo>
                <a:lnTo>
                  <a:pt x="52082" y="308015"/>
                </a:lnTo>
                <a:close/>
                <a:moveTo>
                  <a:pt x="62433" y="172251"/>
                </a:moveTo>
                <a:lnTo>
                  <a:pt x="63823" y="172694"/>
                </a:lnTo>
                <a:lnTo>
                  <a:pt x="61739" y="172472"/>
                </a:lnTo>
                <a:close/>
                <a:moveTo>
                  <a:pt x="49308" y="10071"/>
                </a:moveTo>
                <a:lnTo>
                  <a:pt x="49703" y="10794"/>
                </a:lnTo>
                <a:lnTo>
                  <a:pt x="49111" y="10432"/>
                </a:lnTo>
                <a:close/>
                <a:moveTo>
                  <a:pt x="74241" y="285270"/>
                </a:moveTo>
                <a:lnTo>
                  <a:pt x="74824" y="286050"/>
                </a:lnTo>
                <a:lnTo>
                  <a:pt x="73949" y="285660"/>
                </a:lnTo>
                <a:close/>
                <a:moveTo>
                  <a:pt x="57750" y="332934"/>
                </a:moveTo>
                <a:lnTo>
                  <a:pt x="59362" y="334429"/>
                </a:lnTo>
                <a:lnTo>
                  <a:pt x="56944" y="333682"/>
                </a:lnTo>
                <a:close/>
                <a:moveTo>
                  <a:pt x="67226" y="96310"/>
                </a:moveTo>
                <a:lnTo>
                  <a:pt x="67862" y="97064"/>
                </a:lnTo>
                <a:lnTo>
                  <a:pt x="66908" y="96687"/>
                </a:lnTo>
                <a:close/>
                <a:moveTo>
                  <a:pt x="10677" y="347528"/>
                </a:moveTo>
                <a:lnTo>
                  <a:pt x="11961" y="347973"/>
                </a:lnTo>
                <a:lnTo>
                  <a:pt x="10035" y="347750"/>
                </a:lnTo>
                <a:close/>
                <a:moveTo>
                  <a:pt x="31922" y="153762"/>
                </a:moveTo>
                <a:lnTo>
                  <a:pt x="32910" y="154134"/>
                </a:lnTo>
                <a:lnTo>
                  <a:pt x="31429" y="153948"/>
                </a:lnTo>
                <a:close/>
                <a:moveTo>
                  <a:pt x="139901" y="162229"/>
                </a:moveTo>
                <a:lnTo>
                  <a:pt x="142013" y="163482"/>
                </a:lnTo>
                <a:lnTo>
                  <a:pt x="138845" y="162856"/>
                </a:lnTo>
                <a:close/>
                <a:moveTo>
                  <a:pt x="114974" y="326970"/>
                </a:moveTo>
                <a:lnTo>
                  <a:pt x="116198" y="327896"/>
                </a:lnTo>
                <a:lnTo>
                  <a:pt x="114363" y="327433"/>
                </a:lnTo>
                <a:close/>
                <a:moveTo>
                  <a:pt x="26347" y="52115"/>
                </a:moveTo>
                <a:lnTo>
                  <a:pt x="27826" y="52814"/>
                </a:lnTo>
                <a:lnTo>
                  <a:pt x="25607" y="52465"/>
                </a:lnTo>
                <a:close/>
                <a:moveTo>
                  <a:pt x="46568" y="123231"/>
                </a:moveTo>
                <a:lnTo>
                  <a:pt x="48496" y="124870"/>
                </a:lnTo>
                <a:lnTo>
                  <a:pt x="45604" y="124050"/>
                </a:lnTo>
                <a:close/>
                <a:moveTo>
                  <a:pt x="52235" y="195149"/>
                </a:moveTo>
                <a:lnTo>
                  <a:pt x="53014" y="196492"/>
                </a:lnTo>
                <a:lnTo>
                  <a:pt x="51845" y="195821"/>
                </a:lnTo>
                <a:close/>
                <a:moveTo>
                  <a:pt x="88707" y="14587"/>
                </a:moveTo>
                <a:lnTo>
                  <a:pt x="90699" y="15453"/>
                </a:lnTo>
                <a:lnTo>
                  <a:pt x="87711" y="15020"/>
                </a:lnTo>
                <a:close/>
                <a:moveTo>
                  <a:pt x="27008" y="102672"/>
                </a:moveTo>
                <a:lnTo>
                  <a:pt x="29018" y="103915"/>
                </a:lnTo>
                <a:lnTo>
                  <a:pt x="26003" y="103294"/>
                </a:lnTo>
                <a:close/>
                <a:moveTo>
                  <a:pt x="41915" y="224742"/>
                </a:moveTo>
                <a:lnTo>
                  <a:pt x="43746" y="225721"/>
                </a:lnTo>
                <a:lnTo>
                  <a:pt x="40999" y="225231"/>
                </a:lnTo>
                <a:close/>
                <a:moveTo>
                  <a:pt x="99092" y="67807"/>
                </a:moveTo>
                <a:lnTo>
                  <a:pt x="101207" y="69459"/>
                </a:lnTo>
                <a:lnTo>
                  <a:pt x="98035" y="68633"/>
                </a:lnTo>
                <a:close/>
                <a:moveTo>
                  <a:pt x="10237" y="113417"/>
                </a:moveTo>
                <a:lnTo>
                  <a:pt x="12209" y="114180"/>
                </a:lnTo>
                <a:lnTo>
                  <a:pt x="9251" y="113798"/>
                </a:lnTo>
                <a:close/>
                <a:moveTo>
                  <a:pt x="133833" y="132311"/>
                </a:moveTo>
                <a:lnTo>
                  <a:pt x="134385" y="133904"/>
                </a:lnTo>
                <a:lnTo>
                  <a:pt x="133556" y="133108"/>
                </a:lnTo>
                <a:close/>
                <a:moveTo>
                  <a:pt x="49345" y="362760"/>
                </a:moveTo>
                <a:lnTo>
                  <a:pt x="51041" y="364113"/>
                </a:lnTo>
                <a:lnTo>
                  <a:pt x="48497" y="363436"/>
                </a:lnTo>
                <a:close/>
                <a:moveTo>
                  <a:pt x="125503" y="116347"/>
                </a:moveTo>
                <a:lnTo>
                  <a:pt x="126493" y="117638"/>
                </a:lnTo>
                <a:lnTo>
                  <a:pt x="125007" y="116992"/>
                </a:lnTo>
                <a:close/>
                <a:moveTo>
                  <a:pt x="21847" y="78030"/>
                </a:moveTo>
                <a:lnTo>
                  <a:pt x="22316" y="78811"/>
                </a:lnTo>
                <a:lnTo>
                  <a:pt x="21613" y="78421"/>
                </a:lnTo>
                <a:close/>
                <a:moveTo>
                  <a:pt x="42253" y="369454"/>
                </a:moveTo>
                <a:lnTo>
                  <a:pt x="42916" y="370659"/>
                </a:lnTo>
                <a:lnTo>
                  <a:pt x="41922" y="370057"/>
                </a:lnTo>
                <a:close/>
                <a:moveTo>
                  <a:pt x="44735" y="216074"/>
                </a:moveTo>
                <a:lnTo>
                  <a:pt x="45654" y="217153"/>
                </a:lnTo>
                <a:lnTo>
                  <a:pt x="44276" y="216613"/>
                </a:lnTo>
                <a:close/>
                <a:moveTo>
                  <a:pt x="12294" y="188941"/>
                </a:moveTo>
                <a:lnTo>
                  <a:pt x="13991" y="190594"/>
                </a:lnTo>
                <a:lnTo>
                  <a:pt x="11446" y="189767"/>
                </a:lnTo>
                <a:close/>
                <a:moveTo>
                  <a:pt x="70035" y="268050"/>
                </a:moveTo>
                <a:lnTo>
                  <a:pt x="71736" y="268635"/>
                </a:lnTo>
                <a:lnTo>
                  <a:pt x="69184" y="268343"/>
                </a:lnTo>
                <a:close/>
                <a:moveTo>
                  <a:pt x="111404" y="297817"/>
                </a:moveTo>
                <a:lnTo>
                  <a:pt x="112959" y="298918"/>
                </a:lnTo>
                <a:lnTo>
                  <a:pt x="110627" y="298367"/>
                </a:lnTo>
                <a:close/>
                <a:moveTo>
                  <a:pt x="125202" y="383561"/>
                </a:moveTo>
                <a:lnTo>
                  <a:pt x="127034" y="385163"/>
                </a:lnTo>
                <a:lnTo>
                  <a:pt x="124286" y="384362"/>
                </a:lnTo>
                <a:close/>
                <a:moveTo>
                  <a:pt x="52757" y="33066"/>
                </a:moveTo>
                <a:lnTo>
                  <a:pt x="54619" y="34453"/>
                </a:lnTo>
                <a:lnTo>
                  <a:pt x="51827" y="33759"/>
                </a:lnTo>
                <a:close/>
                <a:moveTo>
                  <a:pt x="120789" y="76244"/>
                </a:moveTo>
                <a:lnTo>
                  <a:pt x="122722" y="76997"/>
                </a:lnTo>
                <a:lnTo>
                  <a:pt x="119822" y="76620"/>
                </a:lnTo>
                <a:close/>
                <a:moveTo>
                  <a:pt x="86735" y="56613"/>
                </a:moveTo>
                <a:lnTo>
                  <a:pt x="87961" y="57647"/>
                </a:lnTo>
                <a:lnTo>
                  <a:pt x="86122" y="57130"/>
                </a:lnTo>
                <a:close/>
                <a:moveTo>
                  <a:pt x="59812" y="349937"/>
                </a:moveTo>
                <a:lnTo>
                  <a:pt x="60455" y="351212"/>
                </a:lnTo>
                <a:lnTo>
                  <a:pt x="59490" y="350574"/>
                </a:lnTo>
                <a:close/>
                <a:moveTo>
                  <a:pt x="124437" y="346584"/>
                </a:moveTo>
                <a:lnTo>
                  <a:pt x="125224" y="347197"/>
                </a:lnTo>
                <a:lnTo>
                  <a:pt x="124043" y="346890"/>
                </a:lnTo>
                <a:close/>
                <a:moveTo>
                  <a:pt x="3131" y="223959"/>
                </a:moveTo>
                <a:lnTo>
                  <a:pt x="3581" y="224384"/>
                </a:lnTo>
                <a:lnTo>
                  <a:pt x="2907" y="224172"/>
                </a:lnTo>
                <a:close/>
                <a:moveTo>
                  <a:pt x="128768" y="27448"/>
                </a:moveTo>
                <a:lnTo>
                  <a:pt x="130798" y="28261"/>
                </a:lnTo>
                <a:lnTo>
                  <a:pt x="127753" y="27855"/>
                </a:lnTo>
                <a:close/>
                <a:moveTo>
                  <a:pt x="7895" y="96251"/>
                </a:moveTo>
                <a:lnTo>
                  <a:pt x="9703" y="97409"/>
                </a:lnTo>
                <a:lnTo>
                  <a:pt x="6991" y="96830"/>
                </a:lnTo>
                <a:close/>
                <a:moveTo>
                  <a:pt x="8532" y="190289"/>
                </a:moveTo>
                <a:lnTo>
                  <a:pt x="9839" y="191118"/>
                </a:lnTo>
                <a:lnTo>
                  <a:pt x="7879" y="190703"/>
                </a:lnTo>
                <a:close/>
                <a:moveTo>
                  <a:pt x="18997" y="35106"/>
                </a:moveTo>
                <a:lnTo>
                  <a:pt x="20983" y="36576"/>
                </a:lnTo>
                <a:lnTo>
                  <a:pt x="18004" y="35841"/>
                </a:lnTo>
                <a:close/>
                <a:moveTo>
                  <a:pt x="102176" y="305179"/>
                </a:moveTo>
                <a:lnTo>
                  <a:pt x="103624" y="306476"/>
                </a:lnTo>
                <a:lnTo>
                  <a:pt x="101451" y="305828"/>
                </a:lnTo>
                <a:close/>
                <a:moveTo>
                  <a:pt x="118394" y="285050"/>
                </a:moveTo>
                <a:lnTo>
                  <a:pt x="119223" y="286496"/>
                </a:lnTo>
                <a:lnTo>
                  <a:pt x="117979" y="285773"/>
                </a:lnTo>
                <a:close/>
                <a:moveTo>
                  <a:pt x="106494" y="110479"/>
                </a:moveTo>
                <a:lnTo>
                  <a:pt x="107664" y="111518"/>
                </a:lnTo>
                <a:lnTo>
                  <a:pt x="105909" y="110999"/>
                </a:lnTo>
                <a:close/>
                <a:moveTo>
                  <a:pt x="126685" y="272566"/>
                </a:moveTo>
                <a:lnTo>
                  <a:pt x="128491" y="273299"/>
                </a:lnTo>
                <a:lnTo>
                  <a:pt x="125781" y="272932"/>
                </a:lnTo>
                <a:close/>
                <a:moveTo>
                  <a:pt x="137202" y="337245"/>
                </a:moveTo>
                <a:lnTo>
                  <a:pt x="138718" y="338681"/>
                </a:lnTo>
                <a:lnTo>
                  <a:pt x="136444" y="337963"/>
                </a:lnTo>
                <a:close/>
                <a:moveTo>
                  <a:pt x="123033" y="238554"/>
                </a:moveTo>
                <a:lnTo>
                  <a:pt x="124166" y="239656"/>
                </a:lnTo>
                <a:lnTo>
                  <a:pt x="122467" y="239105"/>
                </a:lnTo>
                <a:close/>
                <a:moveTo>
                  <a:pt x="14305" y="79890"/>
                </a:moveTo>
                <a:lnTo>
                  <a:pt x="15696" y="81180"/>
                </a:lnTo>
                <a:lnTo>
                  <a:pt x="13610" y="80535"/>
                </a:lnTo>
                <a:close/>
                <a:moveTo>
                  <a:pt x="140647" y="186719"/>
                </a:moveTo>
                <a:lnTo>
                  <a:pt x="142566" y="188079"/>
                </a:lnTo>
                <a:lnTo>
                  <a:pt x="139687" y="187399"/>
                </a:lnTo>
                <a:close/>
                <a:moveTo>
                  <a:pt x="93561" y="364154"/>
                </a:moveTo>
                <a:lnTo>
                  <a:pt x="95377" y="364892"/>
                </a:lnTo>
                <a:lnTo>
                  <a:pt x="92652" y="364523"/>
                </a:lnTo>
                <a:close/>
                <a:moveTo>
                  <a:pt x="133310" y="108596"/>
                </a:moveTo>
                <a:lnTo>
                  <a:pt x="134001" y="109466"/>
                </a:lnTo>
                <a:lnTo>
                  <a:pt x="132964" y="109031"/>
                </a:lnTo>
                <a:close/>
                <a:moveTo>
                  <a:pt x="64415" y="355655"/>
                </a:moveTo>
                <a:lnTo>
                  <a:pt x="65325" y="357056"/>
                </a:lnTo>
                <a:lnTo>
                  <a:pt x="63960" y="356356"/>
                </a:lnTo>
                <a:close/>
                <a:moveTo>
                  <a:pt x="120292" y="57856"/>
                </a:moveTo>
                <a:lnTo>
                  <a:pt x="122217" y="58742"/>
                </a:lnTo>
                <a:lnTo>
                  <a:pt x="119329" y="58299"/>
                </a:lnTo>
                <a:close/>
                <a:moveTo>
                  <a:pt x="45044" y="60705"/>
                </a:moveTo>
                <a:lnTo>
                  <a:pt x="46717" y="61023"/>
                </a:lnTo>
                <a:lnTo>
                  <a:pt x="44208" y="60864"/>
                </a:lnTo>
                <a:close/>
                <a:moveTo>
                  <a:pt x="113281" y="315722"/>
                </a:moveTo>
                <a:lnTo>
                  <a:pt x="113756" y="316322"/>
                </a:lnTo>
                <a:lnTo>
                  <a:pt x="113043" y="316022"/>
                </a:lnTo>
                <a:close/>
                <a:moveTo>
                  <a:pt x="107229" y="157295"/>
                </a:moveTo>
                <a:lnTo>
                  <a:pt x="107745" y="158952"/>
                </a:lnTo>
                <a:lnTo>
                  <a:pt x="106970" y="158123"/>
                </a:lnTo>
                <a:close/>
                <a:moveTo>
                  <a:pt x="139226" y="145784"/>
                </a:moveTo>
                <a:lnTo>
                  <a:pt x="139819" y="146144"/>
                </a:lnTo>
                <a:lnTo>
                  <a:pt x="138930" y="145964"/>
                </a:lnTo>
                <a:close/>
                <a:moveTo>
                  <a:pt x="100204" y="356063"/>
                </a:moveTo>
                <a:lnTo>
                  <a:pt x="100574" y="357087"/>
                </a:lnTo>
                <a:lnTo>
                  <a:pt x="100019" y="356575"/>
                </a:lnTo>
                <a:close/>
                <a:moveTo>
                  <a:pt x="51143" y="125254"/>
                </a:moveTo>
                <a:lnTo>
                  <a:pt x="51700" y="126814"/>
                </a:lnTo>
                <a:lnTo>
                  <a:pt x="50865" y="126034"/>
                </a:lnTo>
                <a:close/>
                <a:moveTo>
                  <a:pt x="73013" y="289585"/>
                </a:moveTo>
                <a:lnTo>
                  <a:pt x="75182" y="290348"/>
                </a:lnTo>
                <a:lnTo>
                  <a:pt x="71929" y="289967"/>
                </a:lnTo>
                <a:close/>
                <a:moveTo>
                  <a:pt x="142089" y="281571"/>
                </a:moveTo>
                <a:lnTo>
                  <a:pt x="143916" y="283011"/>
                </a:lnTo>
                <a:lnTo>
                  <a:pt x="141175" y="282291"/>
                </a:lnTo>
                <a:close/>
                <a:moveTo>
                  <a:pt x="68439" y="187028"/>
                </a:moveTo>
                <a:lnTo>
                  <a:pt x="70084" y="187740"/>
                </a:lnTo>
                <a:lnTo>
                  <a:pt x="67616" y="187384"/>
                </a:lnTo>
                <a:close/>
                <a:moveTo>
                  <a:pt x="54351" y="350527"/>
                </a:moveTo>
                <a:lnTo>
                  <a:pt x="54986" y="351531"/>
                </a:lnTo>
                <a:lnTo>
                  <a:pt x="54034" y="351029"/>
                </a:lnTo>
                <a:close/>
                <a:moveTo>
                  <a:pt x="54161" y="79856"/>
                </a:moveTo>
                <a:lnTo>
                  <a:pt x="56089" y="80464"/>
                </a:lnTo>
                <a:lnTo>
                  <a:pt x="53196" y="80160"/>
                </a:lnTo>
                <a:close/>
                <a:moveTo>
                  <a:pt x="104306" y="141723"/>
                </a:moveTo>
                <a:lnTo>
                  <a:pt x="105122" y="142628"/>
                </a:lnTo>
                <a:lnTo>
                  <a:pt x="103899" y="142176"/>
                </a:lnTo>
                <a:close/>
                <a:moveTo>
                  <a:pt x="17949" y="159693"/>
                </a:moveTo>
                <a:lnTo>
                  <a:pt x="18797" y="160434"/>
                </a:lnTo>
                <a:lnTo>
                  <a:pt x="17525" y="160063"/>
                </a:lnTo>
                <a:close/>
                <a:moveTo>
                  <a:pt x="128487" y="158819"/>
                </a:moveTo>
                <a:lnTo>
                  <a:pt x="129157" y="160071"/>
                </a:lnTo>
                <a:lnTo>
                  <a:pt x="128152" y="159445"/>
                </a:lnTo>
                <a:close/>
                <a:moveTo>
                  <a:pt x="92634" y="308201"/>
                </a:moveTo>
                <a:lnTo>
                  <a:pt x="94700" y="309165"/>
                </a:lnTo>
                <a:lnTo>
                  <a:pt x="91602" y="308683"/>
                </a:lnTo>
                <a:close/>
                <a:moveTo>
                  <a:pt x="96653" y="348503"/>
                </a:moveTo>
                <a:lnTo>
                  <a:pt x="98270" y="349740"/>
                </a:lnTo>
                <a:lnTo>
                  <a:pt x="95845" y="349122"/>
                </a:lnTo>
                <a:close/>
                <a:moveTo>
                  <a:pt x="74360" y="216363"/>
                </a:moveTo>
                <a:lnTo>
                  <a:pt x="75856" y="216746"/>
                </a:lnTo>
                <a:lnTo>
                  <a:pt x="73612" y="216554"/>
                </a:lnTo>
                <a:close/>
                <a:moveTo>
                  <a:pt x="114289" y="389560"/>
                </a:moveTo>
                <a:lnTo>
                  <a:pt x="114746" y="390458"/>
                </a:lnTo>
                <a:lnTo>
                  <a:pt x="114061" y="390009"/>
                </a:lnTo>
                <a:close/>
                <a:moveTo>
                  <a:pt x="106066" y="240314"/>
                </a:moveTo>
                <a:lnTo>
                  <a:pt x="107370" y="242051"/>
                </a:lnTo>
                <a:lnTo>
                  <a:pt x="105414" y="241182"/>
                </a:lnTo>
                <a:close/>
                <a:moveTo>
                  <a:pt x="125010" y="381910"/>
                </a:moveTo>
                <a:lnTo>
                  <a:pt x="126933" y="383532"/>
                </a:lnTo>
                <a:lnTo>
                  <a:pt x="124048" y="382721"/>
                </a:lnTo>
                <a:close/>
                <a:moveTo>
                  <a:pt x="33252" y="135221"/>
                </a:moveTo>
                <a:lnTo>
                  <a:pt x="35428" y="136620"/>
                </a:lnTo>
                <a:lnTo>
                  <a:pt x="32163" y="135920"/>
                </a:lnTo>
                <a:close/>
                <a:moveTo>
                  <a:pt x="1996" y="66026"/>
                </a:moveTo>
                <a:lnTo>
                  <a:pt x="3629" y="66873"/>
                </a:lnTo>
                <a:lnTo>
                  <a:pt x="1179" y="66449"/>
                </a:lnTo>
                <a:close/>
                <a:moveTo>
                  <a:pt x="86544" y="255319"/>
                </a:moveTo>
                <a:lnTo>
                  <a:pt x="87805" y="257011"/>
                </a:lnTo>
                <a:lnTo>
                  <a:pt x="85913" y="256165"/>
                </a:lnTo>
                <a:close/>
                <a:moveTo>
                  <a:pt x="20754" y="202102"/>
                </a:moveTo>
                <a:lnTo>
                  <a:pt x="21487" y="203272"/>
                </a:lnTo>
                <a:lnTo>
                  <a:pt x="20388" y="202687"/>
                </a:lnTo>
                <a:close/>
                <a:moveTo>
                  <a:pt x="41166" y="95318"/>
                </a:moveTo>
                <a:lnTo>
                  <a:pt x="42956" y="95951"/>
                </a:lnTo>
                <a:lnTo>
                  <a:pt x="40271" y="95634"/>
                </a:lnTo>
                <a:close/>
                <a:moveTo>
                  <a:pt x="26004" y="177370"/>
                </a:moveTo>
                <a:lnTo>
                  <a:pt x="26753" y="177693"/>
                </a:lnTo>
                <a:lnTo>
                  <a:pt x="25629" y="177532"/>
                </a:lnTo>
                <a:close/>
                <a:moveTo>
                  <a:pt x="97444" y="11129"/>
                </a:moveTo>
                <a:lnTo>
                  <a:pt x="98640" y="11967"/>
                </a:lnTo>
                <a:lnTo>
                  <a:pt x="96846" y="11548"/>
                </a:lnTo>
                <a:close/>
                <a:moveTo>
                  <a:pt x="22993" y="147033"/>
                </a:moveTo>
                <a:lnTo>
                  <a:pt x="23441" y="147381"/>
                </a:lnTo>
                <a:lnTo>
                  <a:pt x="22768" y="147207"/>
                </a:lnTo>
                <a:close/>
                <a:moveTo>
                  <a:pt x="31099" y="138648"/>
                </a:moveTo>
                <a:lnTo>
                  <a:pt x="32933" y="139520"/>
                </a:lnTo>
                <a:lnTo>
                  <a:pt x="30182" y="139084"/>
                </a:lnTo>
                <a:close/>
                <a:moveTo>
                  <a:pt x="56259" y="367945"/>
                </a:moveTo>
                <a:lnTo>
                  <a:pt x="58027" y="368631"/>
                </a:lnTo>
                <a:lnTo>
                  <a:pt x="55375" y="368288"/>
                </a:lnTo>
                <a:close/>
                <a:moveTo>
                  <a:pt x="72888" y="109626"/>
                </a:moveTo>
                <a:lnTo>
                  <a:pt x="74478" y="111037"/>
                </a:lnTo>
                <a:lnTo>
                  <a:pt x="72093" y="110332"/>
                </a:lnTo>
                <a:close/>
                <a:moveTo>
                  <a:pt x="35648" y="245067"/>
                </a:moveTo>
                <a:lnTo>
                  <a:pt x="36006" y="245456"/>
                </a:lnTo>
                <a:lnTo>
                  <a:pt x="35469" y="245261"/>
                </a:lnTo>
                <a:close/>
                <a:moveTo>
                  <a:pt x="62463" y="300313"/>
                </a:moveTo>
                <a:lnTo>
                  <a:pt x="63444" y="300927"/>
                </a:lnTo>
                <a:lnTo>
                  <a:pt x="61973" y="300620"/>
                </a:lnTo>
                <a:close/>
                <a:moveTo>
                  <a:pt x="115808" y="330758"/>
                </a:moveTo>
                <a:lnTo>
                  <a:pt x="116406" y="332060"/>
                </a:lnTo>
                <a:lnTo>
                  <a:pt x="115509" y="331409"/>
                </a:lnTo>
                <a:close/>
                <a:moveTo>
                  <a:pt x="126617" y="393574"/>
                </a:moveTo>
                <a:lnTo>
                  <a:pt x="128730" y="394750"/>
                </a:lnTo>
                <a:lnTo>
                  <a:pt x="125560" y="394162"/>
                </a:lnTo>
                <a:close/>
                <a:moveTo>
                  <a:pt x="22881" y="225501"/>
                </a:moveTo>
                <a:lnTo>
                  <a:pt x="23260" y="226936"/>
                </a:lnTo>
                <a:lnTo>
                  <a:pt x="22692" y="226219"/>
                </a:lnTo>
                <a:close/>
                <a:moveTo>
                  <a:pt x="137761" y="197001"/>
                </a:moveTo>
                <a:lnTo>
                  <a:pt x="138846" y="198749"/>
                </a:lnTo>
                <a:lnTo>
                  <a:pt x="137218" y="197875"/>
                </a:lnTo>
                <a:close/>
                <a:moveTo>
                  <a:pt x="53933" y="369962"/>
                </a:moveTo>
                <a:lnTo>
                  <a:pt x="54551" y="371098"/>
                </a:lnTo>
                <a:lnTo>
                  <a:pt x="53625" y="370530"/>
                </a:lnTo>
                <a:close/>
                <a:moveTo>
                  <a:pt x="74265" y="15877"/>
                </a:moveTo>
                <a:lnTo>
                  <a:pt x="74874" y="16582"/>
                </a:lnTo>
                <a:lnTo>
                  <a:pt x="73961" y="16229"/>
                </a:lnTo>
                <a:close/>
                <a:moveTo>
                  <a:pt x="84834" y="56049"/>
                </a:moveTo>
                <a:lnTo>
                  <a:pt x="85549" y="56900"/>
                </a:lnTo>
                <a:lnTo>
                  <a:pt x="84477" y="56475"/>
                </a:lnTo>
                <a:close/>
                <a:moveTo>
                  <a:pt x="75308" y="230535"/>
                </a:moveTo>
                <a:lnTo>
                  <a:pt x="75916" y="231946"/>
                </a:lnTo>
                <a:lnTo>
                  <a:pt x="75004" y="231241"/>
                </a:lnTo>
                <a:close/>
                <a:moveTo>
                  <a:pt x="126606" y="304172"/>
                </a:moveTo>
                <a:lnTo>
                  <a:pt x="127605" y="304819"/>
                </a:lnTo>
                <a:lnTo>
                  <a:pt x="126107" y="304496"/>
                </a:lnTo>
                <a:close/>
                <a:moveTo>
                  <a:pt x="58013" y="1258"/>
                </a:moveTo>
                <a:lnTo>
                  <a:pt x="58960" y="2885"/>
                </a:lnTo>
                <a:lnTo>
                  <a:pt x="57539" y="2072"/>
                </a:lnTo>
                <a:close/>
                <a:moveTo>
                  <a:pt x="62216" y="99166"/>
                </a:moveTo>
                <a:lnTo>
                  <a:pt x="63225" y="99924"/>
                </a:lnTo>
                <a:lnTo>
                  <a:pt x="61711" y="99545"/>
                </a:lnTo>
                <a:close/>
                <a:moveTo>
                  <a:pt x="60670" y="273741"/>
                </a:moveTo>
                <a:lnTo>
                  <a:pt x="61695" y="275438"/>
                </a:lnTo>
                <a:lnTo>
                  <a:pt x="60158" y="274590"/>
                </a:lnTo>
                <a:close/>
                <a:moveTo>
                  <a:pt x="1619" y="8517"/>
                </a:moveTo>
                <a:lnTo>
                  <a:pt x="2689" y="9272"/>
                </a:lnTo>
                <a:lnTo>
                  <a:pt x="1083" y="8895"/>
                </a:lnTo>
                <a:close/>
                <a:moveTo>
                  <a:pt x="118187" y="76920"/>
                </a:moveTo>
                <a:lnTo>
                  <a:pt x="120241" y="77640"/>
                </a:lnTo>
                <a:lnTo>
                  <a:pt x="117160" y="77280"/>
                </a:lnTo>
                <a:close/>
                <a:moveTo>
                  <a:pt x="98145" y="116635"/>
                </a:moveTo>
                <a:lnTo>
                  <a:pt x="99976" y="117221"/>
                </a:lnTo>
                <a:lnTo>
                  <a:pt x="97229" y="116928"/>
                </a:lnTo>
                <a:close/>
                <a:moveTo>
                  <a:pt x="81774" y="115086"/>
                </a:moveTo>
                <a:lnTo>
                  <a:pt x="83385" y="115577"/>
                </a:lnTo>
                <a:lnTo>
                  <a:pt x="80968" y="115332"/>
                </a:lnTo>
                <a:close/>
                <a:moveTo>
                  <a:pt x="66366" y="23368"/>
                </a:moveTo>
                <a:lnTo>
                  <a:pt x="68169" y="24261"/>
                </a:lnTo>
                <a:lnTo>
                  <a:pt x="65465" y="23814"/>
                </a:lnTo>
                <a:close/>
                <a:moveTo>
                  <a:pt x="117885" y="36052"/>
                </a:moveTo>
                <a:lnTo>
                  <a:pt x="118728" y="36528"/>
                </a:lnTo>
                <a:lnTo>
                  <a:pt x="117464" y="36290"/>
                </a:lnTo>
                <a:close/>
                <a:moveTo>
                  <a:pt x="125906" y="74685"/>
                </a:moveTo>
                <a:lnTo>
                  <a:pt x="126919" y="75527"/>
                </a:lnTo>
                <a:lnTo>
                  <a:pt x="125399" y="75106"/>
                </a:lnTo>
                <a:close/>
                <a:moveTo>
                  <a:pt x="119401" y="207823"/>
                </a:moveTo>
                <a:lnTo>
                  <a:pt x="120409" y="209189"/>
                </a:lnTo>
                <a:lnTo>
                  <a:pt x="118898" y="208506"/>
                </a:lnTo>
                <a:close/>
                <a:moveTo>
                  <a:pt x="55684" y="64074"/>
                </a:moveTo>
                <a:lnTo>
                  <a:pt x="56662" y="64611"/>
                </a:lnTo>
                <a:lnTo>
                  <a:pt x="55195" y="64343"/>
                </a:lnTo>
                <a:close/>
                <a:moveTo>
                  <a:pt x="76807" y="158433"/>
                </a:moveTo>
                <a:lnTo>
                  <a:pt x="78821" y="160215"/>
                </a:lnTo>
                <a:lnTo>
                  <a:pt x="75800" y="159324"/>
                </a:lnTo>
                <a:close/>
                <a:moveTo>
                  <a:pt x="94020" y="136435"/>
                </a:moveTo>
                <a:lnTo>
                  <a:pt x="94784" y="137721"/>
                </a:lnTo>
                <a:lnTo>
                  <a:pt x="93638" y="137078"/>
                </a:lnTo>
                <a:close/>
                <a:moveTo>
                  <a:pt x="114771" y="44715"/>
                </a:moveTo>
                <a:lnTo>
                  <a:pt x="116016" y="46040"/>
                </a:lnTo>
                <a:lnTo>
                  <a:pt x="114149" y="45377"/>
                </a:lnTo>
                <a:close/>
                <a:moveTo>
                  <a:pt x="31284" y="220121"/>
                </a:moveTo>
                <a:lnTo>
                  <a:pt x="32610" y="220493"/>
                </a:lnTo>
                <a:lnTo>
                  <a:pt x="30621" y="220307"/>
                </a:lnTo>
                <a:close/>
                <a:moveTo>
                  <a:pt x="140146" y="212831"/>
                </a:moveTo>
                <a:lnTo>
                  <a:pt x="141195" y="214341"/>
                </a:lnTo>
                <a:lnTo>
                  <a:pt x="139622" y="213586"/>
                </a:lnTo>
                <a:close/>
                <a:moveTo>
                  <a:pt x="138665" y="310060"/>
                </a:moveTo>
                <a:lnTo>
                  <a:pt x="139773" y="311087"/>
                </a:lnTo>
                <a:lnTo>
                  <a:pt x="138111" y="310573"/>
                </a:lnTo>
                <a:close/>
                <a:moveTo>
                  <a:pt x="79488" y="288575"/>
                </a:moveTo>
                <a:lnTo>
                  <a:pt x="81037" y="289853"/>
                </a:lnTo>
                <a:lnTo>
                  <a:pt x="78713" y="289214"/>
                </a:lnTo>
                <a:close/>
                <a:moveTo>
                  <a:pt x="80489" y="335680"/>
                </a:moveTo>
                <a:lnTo>
                  <a:pt x="81877" y="337218"/>
                </a:lnTo>
                <a:lnTo>
                  <a:pt x="79794" y="336449"/>
                </a:lnTo>
                <a:close/>
                <a:moveTo>
                  <a:pt x="64130" y="382071"/>
                </a:moveTo>
                <a:lnTo>
                  <a:pt x="66207" y="382939"/>
                </a:lnTo>
                <a:lnTo>
                  <a:pt x="63091" y="382505"/>
                </a:lnTo>
                <a:close/>
                <a:moveTo>
                  <a:pt x="45898" y="111364"/>
                </a:moveTo>
                <a:lnTo>
                  <a:pt x="47794" y="112677"/>
                </a:lnTo>
                <a:lnTo>
                  <a:pt x="44950" y="112020"/>
                </a:lnTo>
                <a:close/>
                <a:moveTo>
                  <a:pt x="134997" y="60695"/>
                </a:moveTo>
                <a:lnTo>
                  <a:pt x="136124" y="61584"/>
                </a:lnTo>
                <a:lnTo>
                  <a:pt x="134434" y="61139"/>
                </a:lnTo>
                <a:close/>
                <a:moveTo>
                  <a:pt x="68728" y="123109"/>
                </a:moveTo>
                <a:lnTo>
                  <a:pt x="70679" y="123562"/>
                </a:lnTo>
                <a:lnTo>
                  <a:pt x="67753" y="123336"/>
                </a:lnTo>
                <a:close/>
                <a:moveTo>
                  <a:pt x="88018" y="369976"/>
                </a:moveTo>
                <a:lnTo>
                  <a:pt x="89872" y="371654"/>
                </a:lnTo>
                <a:lnTo>
                  <a:pt x="87091" y="370815"/>
                </a:lnTo>
                <a:close/>
                <a:moveTo>
                  <a:pt x="51496" y="335236"/>
                </a:moveTo>
                <a:lnTo>
                  <a:pt x="52138" y="336916"/>
                </a:lnTo>
                <a:lnTo>
                  <a:pt x="51175" y="336076"/>
                </a:lnTo>
                <a:close/>
                <a:moveTo>
                  <a:pt x="123963" y="207331"/>
                </a:moveTo>
                <a:lnTo>
                  <a:pt x="125040" y="208254"/>
                </a:lnTo>
                <a:lnTo>
                  <a:pt x="123425" y="207793"/>
                </a:lnTo>
                <a:close/>
                <a:moveTo>
                  <a:pt x="10597" y="259325"/>
                </a:moveTo>
                <a:lnTo>
                  <a:pt x="11156" y="260482"/>
                </a:lnTo>
                <a:lnTo>
                  <a:pt x="10317" y="259904"/>
                </a:lnTo>
                <a:close/>
                <a:moveTo>
                  <a:pt x="32293" y="176410"/>
                </a:moveTo>
                <a:lnTo>
                  <a:pt x="34160" y="177464"/>
                </a:lnTo>
                <a:lnTo>
                  <a:pt x="31359" y="176937"/>
                </a:lnTo>
                <a:close/>
                <a:moveTo>
                  <a:pt x="44626" y="123742"/>
                </a:moveTo>
                <a:lnTo>
                  <a:pt x="46170" y="124392"/>
                </a:lnTo>
                <a:lnTo>
                  <a:pt x="43854" y="124067"/>
                </a:lnTo>
                <a:close/>
                <a:moveTo>
                  <a:pt x="136039" y="3710"/>
                </a:moveTo>
                <a:lnTo>
                  <a:pt x="137279" y="4377"/>
                </a:lnTo>
                <a:lnTo>
                  <a:pt x="135419" y="4044"/>
                </a:lnTo>
                <a:close/>
                <a:moveTo>
                  <a:pt x="109348" y="60836"/>
                </a:moveTo>
                <a:lnTo>
                  <a:pt x="109818" y="62482"/>
                </a:lnTo>
                <a:lnTo>
                  <a:pt x="109114" y="61659"/>
                </a:lnTo>
                <a:close/>
                <a:moveTo>
                  <a:pt x="114188" y="147351"/>
                </a:moveTo>
                <a:lnTo>
                  <a:pt x="115251" y="147955"/>
                </a:lnTo>
                <a:lnTo>
                  <a:pt x="113657" y="147653"/>
                </a:lnTo>
                <a:close/>
                <a:moveTo>
                  <a:pt x="139024" y="93952"/>
                </a:moveTo>
                <a:lnTo>
                  <a:pt x="140410" y="95710"/>
                </a:lnTo>
                <a:lnTo>
                  <a:pt x="138331" y="94831"/>
                </a:lnTo>
                <a:close/>
                <a:moveTo>
                  <a:pt x="81292" y="180796"/>
                </a:moveTo>
                <a:lnTo>
                  <a:pt x="81656" y="181284"/>
                </a:lnTo>
                <a:lnTo>
                  <a:pt x="81110" y="181040"/>
                </a:lnTo>
                <a:close/>
                <a:moveTo>
                  <a:pt x="50516" y="340167"/>
                </a:moveTo>
                <a:lnTo>
                  <a:pt x="50969" y="341526"/>
                </a:lnTo>
                <a:lnTo>
                  <a:pt x="50290" y="340846"/>
                </a:lnTo>
                <a:close/>
                <a:moveTo>
                  <a:pt x="11951" y="1966"/>
                </a:moveTo>
                <a:lnTo>
                  <a:pt x="12752" y="2360"/>
                </a:lnTo>
                <a:lnTo>
                  <a:pt x="11550" y="2163"/>
                </a:lnTo>
                <a:close/>
                <a:moveTo>
                  <a:pt x="46590" y="242461"/>
                </a:moveTo>
                <a:lnTo>
                  <a:pt x="46989" y="244045"/>
                </a:lnTo>
                <a:lnTo>
                  <a:pt x="46391" y="243253"/>
                </a:lnTo>
                <a:close/>
                <a:moveTo>
                  <a:pt x="144058" y="268079"/>
                </a:moveTo>
                <a:lnTo>
                  <a:pt x="145973" y="268784"/>
                </a:lnTo>
                <a:lnTo>
                  <a:pt x="143101" y="268431"/>
                </a:lnTo>
                <a:close/>
                <a:moveTo>
                  <a:pt x="33555" y="254858"/>
                </a:moveTo>
                <a:lnTo>
                  <a:pt x="34812" y="256416"/>
                </a:lnTo>
                <a:lnTo>
                  <a:pt x="32926" y="255637"/>
                </a:lnTo>
                <a:close/>
                <a:moveTo>
                  <a:pt x="100700" y="114416"/>
                </a:moveTo>
                <a:lnTo>
                  <a:pt x="102383" y="114993"/>
                </a:lnTo>
                <a:lnTo>
                  <a:pt x="99858" y="114704"/>
                </a:lnTo>
                <a:close/>
                <a:moveTo>
                  <a:pt x="143493" y="101616"/>
                </a:moveTo>
                <a:lnTo>
                  <a:pt x="145179" y="102337"/>
                </a:lnTo>
                <a:lnTo>
                  <a:pt x="142651" y="101976"/>
                </a:lnTo>
                <a:close/>
                <a:moveTo>
                  <a:pt x="32184" y="40459"/>
                </a:moveTo>
                <a:lnTo>
                  <a:pt x="33358" y="41474"/>
                </a:lnTo>
                <a:lnTo>
                  <a:pt x="31598" y="40966"/>
                </a:lnTo>
                <a:close/>
                <a:moveTo>
                  <a:pt x="126004" y="312067"/>
                </a:moveTo>
                <a:lnTo>
                  <a:pt x="127982" y="312846"/>
                </a:lnTo>
                <a:lnTo>
                  <a:pt x="125014" y="312456"/>
                </a:lnTo>
                <a:close/>
                <a:moveTo>
                  <a:pt x="106994" y="323364"/>
                </a:moveTo>
                <a:lnTo>
                  <a:pt x="107517" y="325077"/>
                </a:lnTo>
                <a:lnTo>
                  <a:pt x="106732" y="324221"/>
                </a:lnTo>
                <a:close/>
                <a:moveTo>
                  <a:pt x="139932" y="62791"/>
                </a:moveTo>
                <a:lnTo>
                  <a:pt x="141568" y="63497"/>
                </a:lnTo>
                <a:lnTo>
                  <a:pt x="139114" y="63144"/>
                </a:lnTo>
                <a:close/>
                <a:moveTo>
                  <a:pt x="43718" y="17566"/>
                </a:moveTo>
                <a:lnTo>
                  <a:pt x="45267" y="18807"/>
                </a:lnTo>
                <a:lnTo>
                  <a:pt x="42944" y="18186"/>
                </a:lnTo>
                <a:close/>
                <a:moveTo>
                  <a:pt x="100572" y="65535"/>
                </a:moveTo>
                <a:lnTo>
                  <a:pt x="102073" y="66820"/>
                </a:lnTo>
                <a:lnTo>
                  <a:pt x="99822" y="66178"/>
                </a:lnTo>
                <a:close/>
                <a:moveTo>
                  <a:pt x="42303" y="375053"/>
                </a:moveTo>
                <a:lnTo>
                  <a:pt x="43354" y="375426"/>
                </a:lnTo>
                <a:lnTo>
                  <a:pt x="41778" y="375240"/>
                </a:lnTo>
                <a:close/>
                <a:moveTo>
                  <a:pt x="138890" y="82438"/>
                </a:moveTo>
                <a:lnTo>
                  <a:pt x="139246" y="83329"/>
                </a:lnTo>
                <a:lnTo>
                  <a:pt x="138712" y="82884"/>
                </a:lnTo>
                <a:close/>
                <a:moveTo>
                  <a:pt x="9911" y="108894"/>
                </a:moveTo>
                <a:lnTo>
                  <a:pt x="11155" y="110211"/>
                </a:lnTo>
                <a:lnTo>
                  <a:pt x="9289" y="109553"/>
                </a:lnTo>
                <a:close/>
                <a:moveTo>
                  <a:pt x="58906" y="5969"/>
                </a:moveTo>
                <a:lnTo>
                  <a:pt x="59333" y="6982"/>
                </a:lnTo>
                <a:lnTo>
                  <a:pt x="58693" y="6475"/>
                </a:lnTo>
                <a:close/>
                <a:moveTo>
                  <a:pt x="22566" y="183913"/>
                </a:moveTo>
                <a:lnTo>
                  <a:pt x="23987" y="185207"/>
                </a:lnTo>
                <a:lnTo>
                  <a:pt x="21856" y="184560"/>
                </a:lnTo>
                <a:close/>
                <a:moveTo>
                  <a:pt x="141338" y="207977"/>
                </a:moveTo>
                <a:lnTo>
                  <a:pt x="143530" y="208523"/>
                </a:lnTo>
                <a:lnTo>
                  <a:pt x="140242" y="208250"/>
                </a:lnTo>
                <a:close/>
                <a:moveTo>
                  <a:pt x="4888" y="244777"/>
                </a:moveTo>
                <a:lnTo>
                  <a:pt x="6619" y="246292"/>
                </a:lnTo>
                <a:lnTo>
                  <a:pt x="4022" y="245534"/>
                </a:lnTo>
                <a:close/>
                <a:moveTo>
                  <a:pt x="2865" y="102519"/>
                </a:moveTo>
                <a:lnTo>
                  <a:pt x="3982" y="104157"/>
                </a:lnTo>
                <a:lnTo>
                  <a:pt x="2307" y="103338"/>
                </a:lnTo>
                <a:close/>
                <a:moveTo>
                  <a:pt x="87344" y="208371"/>
                </a:moveTo>
                <a:lnTo>
                  <a:pt x="87859" y="209092"/>
                </a:lnTo>
                <a:lnTo>
                  <a:pt x="87087" y="208731"/>
                </a:lnTo>
                <a:close/>
                <a:moveTo>
                  <a:pt x="87665" y="169262"/>
                </a:moveTo>
                <a:lnTo>
                  <a:pt x="89688" y="169650"/>
                </a:lnTo>
                <a:lnTo>
                  <a:pt x="86653" y="169456"/>
                </a:lnTo>
                <a:close/>
                <a:moveTo>
                  <a:pt x="17736" y="391995"/>
                </a:moveTo>
                <a:lnTo>
                  <a:pt x="19080" y="392683"/>
                </a:lnTo>
                <a:lnTo>
                  <a:pt x="17064" y="392339"/>
                </a:lnTo>
                <a:close/>
                <a:moveTo>
                  <a:pt x="86579" y="219280"/>
                </a:moveTo>
                <a:lnTo>
                  <a:pt x="87006" y="219934"/>
                </a:lnTo>
                <a:lnTo>
                  <a:pt x="86365" y="219607"/>
                </a:lnTo>
                <a:close/>
                <a:moveTo>
                  <a:pt x="90687" y="364072"/>
                </a:moveTo>
                <a:lnTo>
                  <a:pt x="91604" y="364706"/>
                </a:lnTo>
                <a:lnTo>
                  <a:pt x="90229" y="364389"/>
                </a:lnTo>
                <a:close/>
                <a:moveTo>
                  <a:pt x="139922" y="49243"/>
                </a:moveTo>
                <a:lnTo>
                  <a:pt x="141782" y="50181"/>
                </a:lnTo>
                <a:lnTo>
                  <a:pt x="138992" y="49712"/>
                </a:lnTo>
                <a:close/>
                <a:moveTo>
                  <a:pt x="76020" y="275926"/>
                </a:moveTo>
                <a:lnTo>
                  <a:pt x="76929" y="277647"/>
                </a:lnTo>
                <a:lnTo>
                  <a:pt x="75566" y="276787"/>
                </a:lnTo>
                <a:close/>
                <a:moveTo>
                  <a:pt x="46759" y="16193"/>
                </a:moveTo>
                <a:lnTo>
                  <a:pt x="48068" y="17456"/>
                </a:lnTo>
                <a:lnTo>
                  <a:pt x="46104" y="16824"/>
                </a:lnTo>
                <a:close/>
                <a:moveTo>
                  <a:pt x="98889" y="157755"/>
                </a:moveTo>
                <a:lnTo>
                  <a:pt x="99482" y="158801"/>
                </a:lnTo>
                <a:lnTo>
                  <a:pt x="98592" y="158278"/>
                </a:lnTo>
                <a:close/>
                <a:moveTo>
                  <a:pt x="54597" y="179391"/>
                </a:moveTo>
                <a:lnTo>
                  <a:pt x="55174" y="181019"/>
                </a:lnTo>
                <a:lnTo>
                  <a:pt x="54309" y="180205"/>
                </a:lnTo>
                <a:close/>
                <a:moveTo>
                  <a:pt x="37356" y="378139"/>
                </a:moveTo>
                <a:lnTo>
                  <a:pt x="39008" y="379360"/>
                </a:lnTo>
                <a:lnTo>
                  <a:pt x="36529" y="378749"/>
                </a:lnTo>
                <a:close/>
                <a:moveTo>
                  <a:pt x="70559" y="1201"/>
                </a:moveTo>
                <a:lnTo>
                  <a:pt x="71515" y="1980"/>
                </a:lnTo>
                <a:lnTo>
                  <a:pt x="70081" y="1590"/>
                </a:lnTo>
                <a:close/>
                <a:moveTo>
                  <a:pt x="124786" y="331341"/>
                </a:moveTo>
                <a:lnTo>
                  <a:pt x="126298" y="332359"/>
                </a:lnTo>
                <a:lnTo>
                  <a:pt x="124030" y="331850"/>
                </a:lnTo>
                <a:close/>
                <a:moveTo>
                  <a:pt x="134955" y="59"/>
                </a:moveTo>
                <a:lnTo>
                  <a:pt x="136191" y="1474"/>
                </a:lnTo>
                <a:lnTo>
                  <a:pt x="134337" y="767"/>
                </a:lnTo>
                <a:close/>
                <a:moveTo>
                  <a:pt x="56164" y="166016"/>
                </a:moveTo>
                <a:lnTo>
                  <a:pt x="57918" y="166582"/>
                </a:lnTo>
                <a:lnTo>
                  <a:pt x="55287" y="166299"/>
                </a:lnTo>
                <a:close/>
                <a:moveTo>
                  <a:pt x="67394" y="242750"/>
                </a:moveTo>
                <a:lnTo>
                  <a:pt x="68783" y="244218"/>
                </a:lnTo>
                <a:lnTo>
                  <a:pt x="66699" y="243484"/>
                </a:lnTo>
                <a:close/>
                <a:moveTo>
                  <a:pt x="144607" y="146101"/>
                </a:moveTo>
                <a:lnTo>
                  <a:pt x="145946" y="147360"/>
                </a:lnTo>
                <a:lnTo>
                  <a:pt x="143937" y="146730"/>
                </a:lnTo>
                <a:close/>
                <a:moveTo>
                  <a:pt x="129711" y="56869"/>
                </a:moveTo>
                <a:lnTo>
                  <a:pt x="130195" y="58509"/>
                </a:lnTo>
                <a:lnTo>
                  <a:pt x="129469" y="57689"/>
                </a:lnTo>
                <a:close/>
                <a:moveTo>
                  <a:pt x="119714" y="33339"/>
                </a:moveTo>
                <a:lnTo>
                  <a:pt x="121738" y="34198"/>
                </a:lnTo>
                <a:lnTo>
                  <a:pt x="118702" y="33768"/>
                </a:lnTo>
                <a:close/>
                <a:moveTo>
                  <a:pt x="75185" y="202556"/>
                </a:moveTo>
                <a:lnTo>
                  <a:pt x="76139" y="203458"/>
                </a:lnTo>
                <a:lnTo>
                  <a:pt x="74708" y="203007"/>
                </a:lnTo>
                <a:close/>
                <a:moveTo>
                  <a:pt x="15653" y="27290"/>
                </a:moveTo>
                <a:lnTo>
                  <a:pt x="17209" y="29035"/>
                </a:lnTo>
                <a:lnTo>
                  <a:pt x="14875" y="28163"/>
                </a:lnTo>
                <a:close/>
                <a:moveTo>
                  <a:pt x="110274" y="248187"/>
                </a:moveTo>
                <a:lnTo>
                  <a:pt x="111467" y="248924"/>
                </a:lnTo>
                <a:lnTo>
                  <a:pt x="109678" y="248555"/>
                </a:lnTo>
                <a:close/>
                <a:moveTo>
                  <a:pt x="130613" y="19130"/>
                </a:moveTo>
                <a:lnTo>
                  <a:pt x="131952" y="20404"/>
                </a:lnTo>
                <a:lnTo>
                  <a:pt x="129943" y="19767"/>
                </a:lnTo>
                <a:close/>
                <a:moveTo>
                  <a:pt x="50689" y="115456"/>
                </a:moveTo>
                <a:lnTo>
                  <a:pt x="52438" y="115772"/>
                </a:lnTo>
                <a:lnTo>
                  <a:pt x="49814" y="115614"/>
                </a:lnTo>
                <a:close/>
                <a:moveTo>
                  <a:pt x="109946" y="16994"/>
                </a:moveTo>
                <a:lnTo>
                  <a:pt x="110504" y="17420"/>
                </a:lnTo>
                <a:lnTo>
                  <a:pt x="109667" y="17207"/>
                </a:lnTo>
                <a:close/>
                <a:moveTo>
                  <a:pt x="33581" y="298990"/>
                </a:moveTo>
                <a:lnTo>
                  <a:pt x="34291" y="300613"/>
                </a:lnTo>
                <a:lnTo>
                  <a:pt x="33227" y="299802"/>
                </a:lnTo>
                <a:close/>
                <a:moveTo>
                  <a:pt x="44556" y="20545"/>
                </a:moveTo>
                <a:lnTo>
                  <a:pt x="45955" y="21527"/>
                </a:lnTo>
                <a:lnTo>
                  <a:pt x="43856" y="21036"/>
                </a:lnTo>
                <a:close/>
                <a:moveTo>
                  <a:pt x="79664" y="99389"/>
                </a:moveTo>
                <a:lnTo>
                  <a:pt x="80439" y="100857"/>
                </a:lnTo>
                <a:lnTo>
                  <a:pt x="79277" y="100123"/>
                </a:lnTo>
                <a:close/>
                <a:moveTo>
                  <a:pt x="101430" y="81143"/>
                </a:moveTo>
                <a:lnTo>
                  <a:pt x="103239" y="82480"/>
                </a:lnTo>
                <a:lnTo>
                  <a:pt x="100526" y="81811"/>
                </a:lnTo>
                <a:close/>
                <a:moveTo>
                  <a:pt x="17209" y="366379"/>
                </a:moveTo>
                <a:lnTo>
                  <a:pt x="18344" y="367984"/>
                </a:lnTo>
                <a:lnTo>
                  <a:pt x="16642" y="367181"/>
                </a:lnTo>
                <a:close/>
                <a:moveTo>
                  <a:pt x="97189" y="354698"/>
                </a:moveTo>
                <a:lnTo>
                  <a:pt x="97691" y="356332"/>
                </a:lnTo>
                <a:lnTo>
                  <a:pt x="96938" y="355515"/>
                </a:lnTo>
                <a:close/>
                <a:moveTo>
                  <a:pt x="90734" y="148061"/>
                </a:moveTo>
                <a:lnTo>
                  <a:pt x="92786" y="149442"/>
                </a:lnTo>
                <a:lnTo>
                  <a:pt x="89708" y="148751"/>
                </a:lnTo>
                <a:close/>
                <a:moveTo>
                  <a:pt x="91257" y="12983"/>
                </a:moveTo>
                <a:lnTo>
                  <a:pt x="92915" y="13835"/>
                </a:lnTo>
                <a:lnTo>
                  <a:pt x="90428" y="13409"/>
                </a:lnTo>
                <a:close/>
                <a:moveTo>
                  <a:pt x="57993" y="277527"/>
                </a:moveTo>
                <a:lnTo>
                  <a:pt x="59622" y="279074"/>
                </a:lnTo>
                <a:lnTo>
                  <a:pt x="57178" y="278301"/>
                </a:lnTo>
                <a:close/>
                <a:moveTo>
                  <a:pt x="29384" y="336492"/>
                </a:moveTo>
                <a:lnTo>
                  <a:pt x="30554" y="336866"/>
                </a:lnTo>
                <a:lnTo>
                  <a:pt x="28799" y="336679"/>
                </a:lnTo>
                <a:close/>
                <a:moveTo>
                  <a:pt x="126544" y="76481"/>
                </a:moveTo>
                <a:lnTo>
                  <a:pt x="127935" y="77575"/>
                </a:lnTo>
                <a:lnTo>
                  <a:pt x="125848" y="77028"/>
                </a:lnTo>
                <a:close/>
                <a:moveTo>
                  <a:pt x="13168" y="115318"/>
                </a:moveTo>
                <a:lnTo>
                  <a:pt x="13582" y="116448"/>
                </a:lnTo>
                <a:lnTo>
                  <a:pt x="12961" y="115883"/>
                </a:lnTo>
                <a:close/>
                <a:moveTo>
                  <a:pt x="9035" y="87609"/>
                </a:moveTo>
                <a:lnTo>
                  <a:pt x="11105" y="88513"/>
                </a:lnTo>
                <a:lnTo>
                  <a:pt x="8000" y="88061"/>
                </a:lnTo>
                <a:close/>
                <a:moveTo>
                  <a:pt x="64647" y="27918"/>
                </a:moveTo>
                <a:lnTo>
                  <a:pt x="66713" y="29101"/>
                </a:lnTo>
                <a:lnTo>
                  <a:pt x="63615" y="28509"/>
                </a:lnTo>
                <a:close/>
                <a:moveTo>
                  <a:pt x="43806" y="231248"/>
                </a:moveTo>
                <a:lnTo>
                  <a:pt x="44940" y="232596"/>
                </a:lnTo>
                <a:lnTo>
                  <a:pt x="43239" y="231922"/>
                </a:lnTo>
                <a:close/>
                <a:moveTo>
                  <a:pt x="59699" y="137344"/>
                </a:moveTo>
                <a:lnTo>
                  <a:pt x="60610" y="138823"/>
                </a:lnTo>
                <a:lnTo>
                  <a:pt x="59244" y="138084"/>
                </a:lnTo>
                <a:close/>
                <a:moveTo>
                  <a:pt x="113178" y="279265"/>
                </a:moveTo>
                <a:lnTo>
                  <a:pt x="115227" y="280170"/>
                </a:lnTo>
                <a:lnTo>
                  <a:pt x="112153" y="279717"/>
                </a:lnTo>
                <a:close/>
                <a:moveTo>
                  <a:pt x="119478" y="235788"/>
                </a:moveTo>
                <a:lnTo>
                  <a:pt x="120428" y="236184"/>
                </a:lnTo>
                <a:lnTo>
                  <a:pt x="119003" y="235986"/>
                </a:lnTo>
                <a:close/>
                <a:moveTo>
                  <a:pt x="105961" y="41708"/>
                </a:moveTo>
                <a:lnTo>
                  <a:pt x="107184" y="42689"/>
                </a:lnTo>
                <a:lnTo>
                  <a:pt x="105349" y="42199"/>
                </a:lnTo>
                <a:close/>
                <a:moveTo>
                  <a:pt x="13231" y="362318"/>
                </a:moveTo>
                <a:lnTo>
                  <a:pt x="14293" y="364010"/>
                </a:lnTo>
                <a:lnTo>
                  <a:pt x="12700" y="363164"/>
                </a:lnTo>
                <a:close/>
                <a:moveTo>
                  <a:pt x="132558" y="29240"/>
                </a:moveTo>
                <a:lnTo>
                  <a:pt x="133553" y="30439"/>
                </a:lnTo>
                <a:lnTo>
                  <a:pt x="132060" y="29839"/>
                </a:lnTo>
                <a:close/>
                <a:moveTo>
                  <a:pt x="69979" y="318211"/>
                </a:moveTo>
                <a:lnTo>
                  <a:pt x="70972" y="318763"/>
                </a:lnTo>
                <a:lnTo>
                  <a:pt x="69483" y="318487"/>
                </a:lnTo>
                <a:close/>
                <a:moveTo>
                  <a:pt x="123878" y="123321"/>
                </a:moveTo>
                <a:lnTo>
                  <a:pt x="124554" y="123632"/>
                </a:lnTo>
                <a:lnTo>
                  <a:pt x="123540" y="123477"/>
                </a:lnTo>
                <a:close/>
                <a:moveTo>
                  <a:pt x="6066" y="143207"/>
                </a:moveTo>
                <a:lnTo>
                  <a:pt x="7863" y="143751"/>
                </a:lnTo>
                <a:lnTo>
                  <a:pt x="5168" y="143479"/>
                </a:lnTo>
                <a:close/>
                <a:moveTo>
                  <a:pt x="36508" y="128632"/>
                </a:moveTo>
                <a:lnTo>
                  <a:pt x="38597" y="130284"/>
                </a:lnTo>
                <a:lnTo>
                  <a:pt x="35464" y="129458"/>
                </a:lnTo>
                <a:close/>
                <a:moveTo>
                  <a:pt x="114248" y="105455"/>
                </a:moveTo>
                <a:lnTo>
                  <a:pt x="115735" y="105987"/>
                </a:lnTo>
                <a:lnTo>
                  <a:pt x="113504" y="105721"/>
                </a:lnTo>
                <a:close/>
                <a:moveTo>
                  <a:pt x="116455" y="205904"/>
                </a:moveTo>
                <a:lnTo>
                  <a:pt x="116866" y="206639"/>
                </a:lnTo>
                <a:lnTo>
                  <a:pt x="116249" y="206272"/>
                </a:lnTo>
                <a:close/>
                <a:moveTo>
                  <a:pt x="67824" y="129682"/>
                </a:moveTo>
                <a:lnTo>
                  <a:pt x="68735" y="131459"/>
                </a:lnTo>
                <a:lnTo>
                  <a:pt x="67369" y="130571"/>
                </a:lnTo>
                <a:close/>
                <a:moveTo>
                  <a:pt x="84200" y="384436"/>
                </a:moveTo>
                <a:lnTo>
                  <a:pt x="85170" y="385924"/>
                </a:lnTo>
                <a:lnTo>
                  <a:pt x="83715" y="385180"/>
                </a:lnTo>
                <a:close/>
                <a:moveTo>
                  <a:pt x="35289" y="306725"/>
                </a:moveTo>
                <a:lnTo>
                  <a:pt x="37361" y="307513"/>
                </a:lnTo>
                <a:lnTo>
                  <a:pt x="34253" y="307119"/>
                </a:lnTo>
                <a:close/>
                <a:moveTo>
                  <a:pt x="6020" y="298576"/>
                </a:moveTo>
                <a:lnTo>
                  <a:pt x="7760" y="300293"/>
                </a:lnTo>
                <a:lnTo>
                  <a:pt x="5150" y="299435"/>
                </a:lnTo>
                <a:close/>
                <a:moveTo>
                  <a:pt x="24812" y="384201"/>
                </a:moveTo>
                <a:lnTo>
                  <a:pt x="25479" y="385362"/>
                </a:lnTo>
                <a:lnTo>
                  <a:pt x="24478" y="384782"/>
                </a:lnTo>
                <a:close/>
                <a:moveTo>
                  <a:pt x="3390" y="224392"/>
                </a:moveTo>
                <a:lnTo>
                  <a:pt x="5334" y="225265"/>
                </a:lnTo>
                <a:lnTo>
                  <a:pt x="2418" y="224829"/>
                </a:lnTo>
                <a:close/>
                <a:moveTo>
                  <a:pt x="9828" y="152052"/>
                </a:moveTo>
                <a:lnTo>
                  <a:pt x="11296" y="153604"/>
                </a:lnTo>
                <a:lnTo>
                  <a:pt x="9094" y="152828"/>
                </a:lnTo>
                <a:close/>
                <a:moveTo>
                  <a:pt x="41433" y="291856"/>
                </a:moveTo>
                <a:lnTo>
                  <a:pt x="43560" y="293053"/>
                </a:lnTo>
                <a:lnTo>
                  <a:pt x="40370" y="292455"/>
                </a:lnTo>
                <a:close/>
                <a:moveTo>
                  <a:pt x="62619" y="325550"/>
                </a:moveTo>
                <a:lnTo>
                  <a:pt x="63683" y="326402"/>
                </a:lnTo>
                <a:lnTo>
                  <a:pt x="62087" y="325976"/>
                </a:lnTo>
                <a:close/>
                <a:moveTo>
                  <a:pt x="72039" y="149243"/>
                </a:moveTo>
                <a:lnTo>
                  <a:pt x="73048" y="150714"/>
                </a:lnTo>
                <a:lnTo>
                  <a:pt x="71535" y="149979"/>
                </a:lnTo>
                <a:close/>
                <a:moveTo>
                  <a:pt x="110427" y="283825"/>
                </a:moveTo>
                <a:lnTo>
                  <a:pt x="111486" y="285367"/>
                </a:lnTo>
                <a:lnTo>
                  <a:pt x="109897" y="284596"/>
                </a:lnTo>
                <a:close/>
                <a:moveTo>
                  <a:pt x="110848" y="145601"/>
                </a:moveTo>
                <a:lnTo>
                  <a:pt x="111811" y="146712"/>
                </a:lnTo>
                <a:lnTo>
                  <a:pt x="110367" y="146156"/>
                </a:lnTo>
                <a:close/>
                <a:moveTo>
                  <a:pt x="88964" y="393719"/>
                </a:moveTo>
                <a:lnTo>
                  <a:pt x="89550" y="394268"/>
                </a:lnTo>
                <a:lnTo>
                  <a:pt x="88671" y="393994"/>
                </a:lnTo>
                <a:close/>
                <a:moveTo>
                  <a:pt x="141528" y="94901"/>
                </a:moveTo>
                <a:lnTo>
                  <a:pt x="143212" y="95608"/>
                </a:lnTo>
                <a:lnTo>
                  <a:pt x="140686" y="95254"/>
                </a:lnTo>
                <a:close/>
                <a:moveTo>
                  <a:pt x="69708" y="22327"/>
                </a:moveTo>
                <a:lnTo>
                  <a:pt x="71173" y="23687"/>
                </a:lnTo>
                <a:lnTo>
                  <a:pt x="68975" y="23007"/>
                </a:lnTo>
                <a:close/>
                <a:moveTo>
                  <a:pt x="21994" y="132898"/>
                </a:moveTo>
                <a:lnTo>
                  <a:pt x="23354" y="133257"/>
                </a:lnTo>
                <a:lnTo>
                  <a:pt x="21313" y="133078"/>
                </a:lnTo>
                <a:close/>
                <a:moveTo>
                  <a:pt x="34198" y="95921"/>
                </a:moveTo>
                <a:lnTo>
                  <a:pt x="34723" y="96553"/>
                </a:lnTo>
                <a:lnTo>
                  <a:pt x="33935" y="96237"/>
                </a:lnTo>
                <a:close/>
                <a:moveTo>
                  <a:pt x="15540" y="63813"/>
                </a:moveTo>
                <a:lnTo>
                  <a:pt x="16422" y="64971"/>
                </a:lnTo>
                <a:lnTo>
                  <a:pt x="15099" y="64392"/>
                </a:lnTo>
                <a:close/>
                <a:moveTo>
                  <a:pt x="32062" y="253712"/>
                </a:moveTo>
                <a:lnTo>
                  <a:pt x="33002" y="254146"/>
                </a:lnTo>
                <a:lnTo>
                  <a:pt x="31592" y="253929"/>
                </a:lnTo>
                <a:close/>
                <a:moveTo>
                  <a:pt x="78855" y="54415"/>
                </a:moveTo>
                <a:lnTo>
                  <a:pt x="79537" y="56182"/>
                </a:lnTo>
                <a:lnTo>
                  <a:pt x="78514" y="55298"/>
                </a:lnTo>
                <a:close/>
                <a:moveTo>
                  <a:pt x="91721" y="123887"/>
                </a:moveTo>
                <a:lnTo>
                  <a:pt x="93227" y="125030"/>
                </a:lnTo>
                <a:lnTo>
                  <a:pt x="90968" y="124458"/>
                </a:lnTo>
                <a:close/>
                <a:moveTo>
                  <a:pt x="117341" y="56797"/>
                </a:moveTo>
                <a:lnTo>
                  <a:pt x="119378" y="58364"/>
                </a:lnTo>
                <a:lnTo>
                  <a:pt x="116322" y="57580"/>
                </a:lnTo>
                <a:close/>
                <a:moveTo>
                  <a:pt x="82284" y="176109"/>
                </a:moveTo>
                <a:lnTo>
                  <a:pt x="84419" y="177292"/>
                </a:lnTo>
                <a:lnTo>
                  <a:pt x="81217" y="176700"/>
                </a:lnTo>
                <a:close/>
                <a:moveTo>
                  <a:pt x="35175" y="348605"/>
                </a:moveTo>
                <a:lnTo>
                  <a:pt x="37207" y="349117"/>
                </a:lnTo>
                <a:lnTo>
                  <a:pt x="34159" y="348861"/>
                </a:lnTo>
                <a:close/>
                <a:moveTo>
                  <a:pt x="9170" y="115197"/>
                </a:moveTo>
                <a:lnTo>
                  <a:pt x="9863" y="116041"/>
                </a:lnTo>
                <a:lnTo>
                  <a:pt x="8823" y="115619"/>
                </a:lnTo>
                <a:close/>
                <a:moveTo>
                  <a:pt x="135223" y="386250"/>
                </a:moveTo>
                <a:lnTo>
                  <a:pt x="135936" y="386756"/>
                </a:lnTo>
                <a:lnTo>
                  <a:pt x="134867" y="386503"/>
                </a:lnTo>
                <a:close/>
                <a:moveTo>
                  <a:pt x="81917" y="105064"/>
                </a:moveTo>
                <a:lnTo>
                  <a:pt x="84087" y="106602"/>
                </a:lnTo>
                <a:lnTo>
                  <a:pt x="80832" y="105833"/>
                </a:lnTo>
                <a:close/>
                <a:moveTo>
                  <a:pt x="70101" y="250902"/>
                </a:moveTo>
                <a:lnTo>
                  <a:pt x="70497" y="251538"/>
                </a:lnTo>
                <a:lnTo>
                  <a:pt x="69903" y="251220"/>
                </a:lnTo>
                <a:close/>
                <a:moveTo>
                  <a:pt x="70983" y="218569"/>
                </a:moveTo>
                <a:lnTo>
                  <a:pt x="72522" y="220221"/>
                </a:lnTo>
                <a:lnTo>
                  <a:pt x="70214" y="219395"/>
                </a:lnTo>
                <a:close/>
                <a:moveTo>
                  <a:pt x="44482" y="218815"/>
                </a:moveTo>
                <a:lnTo>
                  <a:pt x="45302" y="219117"/>
                </a:lnTo>
                <a:lnTo>
                  <a:pt x="44072" y="218966"/>
                </a:lnTo>
                <a:close/>
                <a:moveTo>
                  <a:pt x="56993" y="59367"/>
                </a:moveTo>
                <a:lnTo>
                  <a:pt x="59130" y="60200"/>
                </a:lnTo>
                <a:lnTo>
                  <a:pt x="55925" y="59784"/>
                </a:lnTo>
                <a:close/>
                <a:moveTo>
                  <a:pt x="19254" y="93974"/>
                </a:moveTo>
                <a:lnTo>
                  <a:pt x="20765" y="94453"/>
                </a:lnTo>
                <a:lnTo>
                  <a:pt x="18498" y="94213"/>
                </a:lnTo>
                <a:close/>
                <a:moveTo>
                  <a:pt x="820" y="60068"/>
                </a:moveTo>
                <a:lnTo>
                  <a:pt x="1840" y="60849"/>
                </a:lnTo>
                <a:lnTo>
                  <a:pt x="309" y="60458"/>
                </a:lnTo>
                <a:close/>
                <a:moveTo>
                  <a:pt x="19770" y="39498"/>
                </a:moveTo>
                <a:lnTo>
                  <a:pt x="21112" y="40933"/>
                </a:lnTo>
                <a:lnTo>
                  <a:pt x="19100" y="40215"/>
                </a:lnTo>
                <a:close/>
                <a:moveTo>
                  <a:pt x="16981" y="112823"/>
                </a:moveTo>
                <a:lnTo>
                  <a:pt x="18074" y="113248"/>
                </a:lnTo>
                <a:lnTo>
                  <a:pt x="16434" y="113035"/>
                </a:lnTo>
                <a:close/>
                <a:moveTo>
                  <a:pt x="127576" y="247722"/>
                </a:moveTo>
                <a:lnTo>
                  <a:pt x="129052" y="248449"/>
                </a:lnTo>
                <a:lnTo>
                  <a:pt x="126838" y="248086"/>
                </a:lnTo>
                <a:close/>
                <a:moveTo>
                  <a:pt x="2135" y="224329"/>
                </a:moveTo>
                <a:lnTo>
                  <a:pt x="3406" y="225787"/>
                </a:lnTo>
                <a:lnTo>
                  <a:pt x="1499" y="225058"/>
                </a:lnTo>
                <a:close/>
                <a:moveTo>
                  <a:pt x="107193" y="44853"/>
                </a:moveTo>
                <a:lnTo>
                  <a:pt x="108882" y="46431"/>
                </a:lnTo>
                <a:lnTo>
                  <a:pt x="106348" y="45642"/>
                </a:lnTo>
                <a:close/>
                <a:moveTo>
                  <a:pt x="16957" y="298968"/>
                </a:moveTo>
                <a:lnTo>
                  <a:pt x="18527" y="300384"/>
                </a:lnTo>
                <a:lnTo>
                  <a:pt x="16172" y="299676"/>
                </a:lnTo>
                <a:close/>
                <a:moveTo>
                  <a:pt x="107851" y="382058"/>
                </a:moveTo>
                <a:lnTo>
                  <a:pt x="108222" y="383551"/>
                </a:lnTo>
                <a:lnTo>
                  <a:pt x="107666" y="382804"/>
                </a:lnTo>
                <a:close/>
                <a:moveTo>
                  <a:pt x="142706" y="206829"/>
                </a:moveTo>
                <a:lnTo>
                  <a:pt x="143984" y="207329"/>
                </a:lnTo>
                <a:lnTo>
                  <a:pt x="142067" y="207079"/>
                </a:lnTo>
                <a:close/>
                <a:moveTo>
                  <a:pt x="141838" y="371513"/>
                </a:moveTo>
                <a:lnTo>
                  <a:pt x="144006" y="371948"/>
                </a:lnTo>
                <a:lnTo>
                  <a:pt x="140754" y="371731"/>
                </a:lnTo>
                <a:close/>
                <a:moveTo>
                  <a:pt x="18113" y="24402"/>
                </a:moveTo>
                <a:lnTo>
                  <a:pt x="18952" y="25602"/>
                </a:lnTo>
                <a:lnTo>
                  <a:pt x="17693" y="25002"/>
                </a:lnTo>
                <a:close/>
                <a:moveTo>
                  <a:pt x="81280" y="563"/>
                </a:moveTo>
                <a:lnTo>
                  <a:pt x="83265" y="2273"/>
                </a:lnTo>
                <a:lnTo>
                  <a:pt x="80288" y="1418"/>
                </a:lnTo>
                <a:close/>
                <a:moveTo>
                  <a:pt x="5367" y="25078"/>
                </a:moveTo>
                <a:lnTo>
                  <a:pt x="6225" y="25955"/>
                </a:lnTo>
                <a:lnTo>
                  <a:pt x="4938" y="25517"/>
                </a:lnTo>
                <a:close/>
                <a:moveTo>
                  <a:pt x="110260" y="149003"/>
                </a:moveTo>
                <a:lnTo>
                  <a:pt x="111304" y="149966"/>
                </a:lnTo>
                <a:lnTo>
                  <a:pt x="109739" y="149484"/>
                </a:lnTo>
                <a:close/>
                <a:moveTo>
                  <a:pt x="141179" y="146418"/>
                </a:moveTo>
                <a:lnTo>
                  <a:pt x="142931" y="147427"/>
                </a:lnTo>
                <a:lnTo>
                  <a:pt x="140302" y="146923"/>
                </a:lnTo>
                <a:close/>
                <a:moveTo>
                  <a:pt x="131856" y="90930"/>
                </a:moveTo>
                <a:lnTo>
                  <a:pt x="133922" y="91873"/>
                </a:lnTo>
                <a:lnTo>
                  <a:pt x="130822" y="91401"/>
                </a:lnTo>
                <a:close/>
                <a:moveTo>
                  <a:pt x="91159" y="188972"/>
                </a:moveTo>
                <a:lnTo>
                  <a:pt x="91913" y="190395"/>
                </a:lnTo>
                <a:lnTo>
                  <a:pt x="90782" y="189684"/>
                </a:lnTo>
                <a:close/>
                <a:moveTo>
                  <a:pt x="107957" y="265865"/>
                </a:moveTo>
                <a:lnTo>
                  <a:pt x="108610" y="266891"/>
                </a:lnTo>
                <a:lnTo>
                  <a:pt x="107631" y="266378"/>
                </a:lnTo>
                <a:close/>
                <a:moveTo>
                  <a:pt x="24972" y="117191"/>
                </a:moveTo>
                <a:lnTo>
                  <a:pt x="27042" y="118560"/>
                </a:lnTo>
                <a:lnTo>
                  <a:pt x="23937" y="117876"/>
                </a:lnTo>
                <a:close/>
                <a:moveTo>
                  <a:pt x="128574" y="193673"/>
                </a:moveTo>
                <a:lnTo>
                  <a:pt x="130289" y="194241"/>
                </a:lnTo>
                <a:lnTo>
                  <a:pt x="127716" y="193957"/>
                </a:lnTo>
                <a:close/>
                <a:moveTo>
                  <a:pt x="47199" y="316158"/>
                </a:moveTo>
                <a:lnTo>
                  <a:pt x="48948" y="316755"/>
                </a:lnTo>
                <a:lnTo>
                  <a:pt x="46325" y="316457"/>
                </a:lnTo>
                <a:close/>
                <a:moveTo>
                  <a:pt x="119667" y="93620"/>
                </a:moveTo>
                <a:lnTo>
                  <a:pt x="121641" y="95237"/>
                </a:lnTo>
                <a:lnTo>
                  <a:pt x="118680" y="94428"/>
                </a:lnTo>
                <a:close/>
                <a:moveTo>
                  <a:pt x="37234" y="139387"/>
                </a:moveTo>
                <a:lnTo>
                  <a:pt x="37935" y="141085"/>
                </a:lnTo>
                <a:lnTo>
                  <a:pt x="36883" y="140236"/>
                </a:lnTo>
                <a:close/>
                <a:moveTo>
                  <a:pt x="43190" y="36777"/>
                </a:moveTo>
                <a:lnTo>
                  <a:pt x="43810" y="38513"/>
                </a:lnTo>
                <a:lnTo>
                  <a:pt x="42880" y="37645"/>
                </a:lnTo>
                <a:close/>
                <a:moveTo>
                  <a:pt x="71022" y="111634"/>
                </a:moveTo>
                <a:lnTo>
                  <a:pt x="72902" y="113397"/>
                </a:lnTo>
                <a:lnTo>
                  <a:pt x="70082" y="112516"/>
                </a:lnTo>
                <a:close/>
                <a:moveTo>
                  <a:pt x="3974" y="209129"/>
                </a:moveTo>
                <a:lnTo>
                  <a:pt x="6079" y="210773"/>
                </a:lnTo>
                <a:lnTo>
                  <a:pt x="2922" y="209951"/>
                </a:lnTo>
                <a:close/>
                <a:moveTo>
                  <a:pt x="81918" y="216161"/>
                </a:moveTo>
                <a:lnTo>
                  <a:pt x="82945" y="217105"/>
                </a:lnTo>
                <a:lnTo>
                  <a:pt x="81404" y="216633"/>
                </a:lnTo>
                <a:close/>
                <a:moveTo>
                  <a:pt x="71526" y="69989"/>
                </a:moveTo>
                <a:lnTo>
                  <a:pt x="72387" y="70780"/>
                </a:lnTo>
                <a:lnTo>
                  <a:pt x="71095" y="70385"/>
                </a:lnTo>
                <a:close/>
                <a:moveTo>
                  <a:pt x="96832" y="220488"/>
                </a:moveTo>
                <a:lnTo>
                  <a:pt x="98462" y="222027"/>
                </a:lnTo>
                <a:lnTo>
                  <a:pt x="96018" y="221258"/>
                </a:lnTo>
                <a:close/>
                <a:moveTo>
                  <a:pt x="16606" y="269355"/>
                </a:moveTo>
                <a:lnTo>
                  <a:pt x="17395" y="271018"/>
                </a:lnTo>
                <a:lnTo>
                  <a:pt x="16212" y="270186"/>
                </a:lnTo>
                <a:close/>
                <a:moveTo>
                  <a:pt x="64307" y="16629"/>
                </a:moveTo>
                <a:lnTo>
                  <a:pt x="65414" y="17658"/>
                </a:lnTo>
                <a:lnTo>
                  <a:pt x="63754" y="17144"/>
                </a:lnTo>
                <a:close/>
                <a:moveTo>
                  <a:pt x="122981" y="62509"/>
                </a:moveTo>
                <a:lnTo>
                  <a:pt x="123854" y="63401"/>
                </a:lnTo>
                <a:lnTo>
                  <a:pt x="122544" y="62955"/>
                </a:lnTo>
                <a:close/>
                <a:moveTo>
                  <a:pt x="76330" y="324151"/>
                </a:moveTo>
                <a:lnTo>
                  <a:pt x="77117" y="324847"/>
                </a:lnTo>
                <a:lnTo>
                  <a:pt x="75936" y="324499"/>
                </a:lnTo>
                <a:close/>
                <a:moveTo>
                  <a:pt x="46844" y="71346"/>
                </a:moveTo>
                <a:lnTo>
                  <a:pt x="48359" y="72296"/>
                </a:lnTo>
                <a:lnTo>
                  <a:pt x="46087" y="71821"/>
                </a:lnTo>
                <a:close/>
                <a:moveTo>
                  <a:pt x="56843" y="73077"/>
                </a:moveTo>
                <a:lnTo>
                  <a:pt x="58838" y="73381"/>
                </a:lnTo>
                <a:lnTo>
                  <a:pt x="55845" y="73229"/>
                </a:lnTo>
                <a:close/>
                <a:moveTo>
                  <a:pt x="87626" y="153707"/>
                </a:moveTo>
                <a:lnTo>
                  <a:pt x="88544" y="155306"/>
                </a:lnTo>
                <a:lnTo>
                  <a:pt x="87168" y="154507"/>
                </a:lnTo>
                <a:close/>
                <a:moveTo>
                  <a:pt x="51728" y="24761"/>
                </a:moveTo>
                <a:lnTo>
                  <a:pt x="53849" y="26296"/>
                </a:lnTo>
                <a:lnTo>
                  <a:pt x="50668" y="25529"/>
                </a:lnTo>
                <a:close/>
                <a:moveTo>
                  <a:pt x="54392" y="281782"/>
                </a:moveTo>
                <a:lnTo>
                  <a:pt x="55187" y="282415"/>
                </a:lnTo>
                <a:lnTo>
                  <a:pt x="53995" y="282098"/>
                </a:lnTo>
                <a:close/>
                <a:moveTo>
                  <a:pt x="122982" y="255784"/>
                </a:moveTo>
                <a:lnTo>
                  <a:pt x="124985" y="256504"/>
                </a:lnTo>
                <a:lnTo>
                  <a:pt x="121981" y="256144"/>
                </a:lnTo>
                <a:close/>
                <a:moveTo>
                  <a:pt x="79094" y="78508"/>
                </a:moveTo>
                <a:lnTo>
                  <a:pt x="80377" y="79446"/>
                </a:lnTo>
                <a:lnTo>
                  <a:pt x="78453" y="78977"/>
                </a:lnTo>
                <a:close/>
                <a:moveTo>
                  <a:pt x="26352" y="122540"/>
                </a:moveTo>
                <a:lnTo>
                  <a:pt x="27223" y="123795"/>
                </a:lnTo>
                <a:lnTo>
                  <a:pt x="25917" y="123167"/>
                </a:lnTo>
                <a:close/>
                <a:moveTo>
                  <a:pt x="100538" y="106901"/>
                </a:moveTo>
                <a:lnTo>
                  <a:pt x="102529" y="107441"/>
                </a:lnTo>
                <a:lnTo>
                  <a:pt x="99542" y="107171"/>
                </a:lnTo>
                <a:close/>
                <a:moveTo>
                  <a:pt x="95990" y="363690"/>
                </a:moveTo>
                <a:lnTo>
                  <a:pt x="97787" y="365281"/>
                </a:lnTo>
                <a:lnTo>
                  <a:pt x="95092" y="364486"/>
                </a:lnTo>
                <a:close/>
                <a:moveTo>
                  <a:pt x="94055" y="359797"/>
                </a:moveTo>
                <a:lnTo>
                  <a:pt x="96201" y="360303"/>
                </a:lnTo>
                <a:lnTo>
                  <a:pt x="92982" y="360050"/>
                </a:lnTo>
                <a:close/>
                <a:moveTo>
                  <a:pt x="138822" y="181235"/>
                </a:moveTo>
                <a:lnTo>
                  <a:pt x="140080" y="182783"/>
                </a:lnTo>
                <a:lnTo>
                  <a:pt x="138193" y="182009"/>
                </a:lnTo>
                <a:close/>
                <a:moveTo>
                  <a:pt x="76199" y="306367"/>
                </a:moveTo>
                <a:lnTo>
                  <a:pt x="77926" y="306946"/>
                </a:lnTo>
                <a:lnTo>
                  <a:pt x="75335" y="306656"/>
                </a:lnTo>
                <a:close/>
                <a:moveTo>
                  <a:pt x="57319" y="189148"/>
                </a:moveTo>
                <a:lnTo>
                  <a:pt x="59085" y="190599"/>
                </a:lnTo>
                <a:lnTo>
                  <a:pt x="56437" y="189873"/>
                </a:lnTo>
                <a:close/>
                <a:moveTo>
                  <a:pt x="83457" y="222251"/>
                </a:moveTo>
                <a:lnTo>
                  <a:pt x="84929" y="223104"/>
                </a:lnTo>
                <a:lnTo>
                  <a:pt x="82720" y="222678"/>
                </a:lnTo>
                <a:close/>
                <a:moveTo>
                  <a:pt x="55826" y="14147"/>
                </a:moveTo>
                <a:lnTo>
                  <a:pt x="56804" y="15500"/>
                </a:lnTo>
                <a:lnTo>
                  <a:pt x="55336" y="14824"/>
                </a:lnTo>
                <a:close/>
                <a:moveTo>
                  <a:pt x="83740" y="283454"/>
                </a:moveTo>
                <a:lnTo>
                  <a:pt x="84894" y="284689"/>
                </a:lnTo>
                <a:lnTo>
                  <a:pt x="83163" y="284072"/>
                </a:lnTo>
                <a:close/>
                <a:moveTo>
                  <a:pt x="98886" y="79164"/>
                </a:moveTo>
                <a:lnTo>
                  <a:pt x="99735" y="79626"/>
                </a:lnTo>
                <a:lnTo>
                  <a:pt x="98461" y="79395"/>
                </a:lnTo>
                <a:close/>
                <a:moveTo>
                  <a:pt x="96639" y="231857"/>
                </a:moveTo>
                <a:lnTo>
                  <a:pt x="97298" y="232706"/>
                </a:lnTo>
                <a:lnTo>
                  <a:pt x="96309" y="232282"/>
                </a:lnTo>
                <a:close/>
                <a:moveTo>
                  <a:pt x="97700" y="190734"/>
                </a:moveTo>
                <a:lnTo>
                  <a:pt x="99083" y="191192"/>
                </a:lnTo>
                <a:lnTo>
                  <a:pt x="97008" y="190963"/>
                </a:lnTo>
                <a:close/>
                <a:moveTo>
                  <a:pt x="49049" y="288113"/>
                </a:moveTo>
                <a:lnTo>
                  <a:pt x="50014" y="289539"/>
                </a:lnTo>
                <a:lnTo>
                  <a:pt x="48566" y="288826"/>
                </a:lnTo>
                <a:close/>
                <a:moveTo>
                  <a:pt x="73363" y="39235"/>
                </a:moveTo>
                <a:lnTo>
                  <a:pt x="74958" y="40142"/>
                </a:lnTo>
                <a:lnTo>
                  <a:pt x="72565" y="39688"/>
                </a:lnTo>
                <a:close/>
                <a:moveTo>
                  <a:pt x="139137" y="329682"/>
                </a:moveTo>
                <a:lnTo>
                  <a:pt x="140765" y="330572"/>
                </a:lnTo>
                <a:lnTo>
                  <a:pt x="138323" y="330127"/>
                </a:lnTo>
                <a:close/>
                <a:moveTo>
                  <a:pt x="120007" y="152017"/>
                </a:moveTo>
                <a:lnTo>
                  <a:pt x="121480" y="153691"/>
                </a:lnTo>
                <a:lnTo>
                  <a:pt x="119270" y="152854"/>
                </a:lnTo>
                <a:close/>
                <a:moveTo>
                  <a:pt x="122009" y="360508"/>
                </a:moveTo>
                <a:lnTo>
                  <a:pt x="123653" y="361806"/>
                </a:lnTo>
                <a:lnTo>
                  <a:pt x="121186" y="361157"/>
                </a:lnTo>
                <a:close/>
                <a:moveTo>
                  <a:pt x="117785" y="45874"/>
                </a:moveTo>
                <a:lnTo>
                  <a:pt x="118694" y="46889"/>
                </a:lnTo>
                <a:lnTo>
                  <a:pt x="117331" y="46381"/>
                </a:lnTo>
                <a:close/>
                <a:moveTo>
                  <a:pt x="106987" y="326477"/>
                </a:moveTo>
                <a:lnTo>
                  <a:pt x="107621" y="327099"/>
                </a:lnTo>
                <a:lnTo>
                  <a:pt x="106671" y="326788"/>
                </a:lnTo>
                <a:close/>
                <a:moveTo>
                  <a:pt x="5845" y="99287"/>
                </a:moveTo>
                <a:lnTo>
                  <a:pt x="7014" y="100317"/>
                </a:lnTo>
                <a:lnTo>
                  <a:pt x="5260" y="99802"/>
                </a:lnTo>
                <a:close/>
                <a:moveTo>
                  <a:pt x="52741" y="223496"/>
                </a:moveTo>
                <a:lnTo>
                  <a:pt x="53254" y="224518"/>
                </a:lnTo>
                <a:lnTo>
                  <a:pt x="52484" y="224007"/>
                </a:lnTo>
                <a:close/>
                <a:moveTo>
                  <a:pt x="96750" y="184045"/>
                </a:moveTo>
                <a:lnTo>
                  <a:pt x="98916" y="185487"/>
                </a:lnTo>
                <a:lnTo>
                  <a:pt x="95666" y="184766"/>
                </a:lnTo>
                <a:close/>
                <a:moveTo>
                  <a:pt x="9430" y="237061"/>
                </a:moveTo>
                <a:lnTo>
                  <a:pt x="11226" y="237455"/>
                </a:lnTo>
                <a:lnTo>
                  <a:pt x="8532" y="237258"/>
                </a:lnTo>
                <a:close/>
                <a:moveTo>
                  <a:pt x="25145" y="342604"/>
                </a:moveTo>
                <a:lnTo>
                  <a:pt x="26394" y="343024"/>
                </a:lnTo>
                <a:lnTo>
                  <a:pt x="24521" y="342814"/>
                </a:lnTo>
                <a:close/>
                <a:moveTo>
                  <a:pt x="60623" y="75968"/>
                </a:moveTo>
                <a:lnTo>
                  <a:pt x="62125" y="76451"/>
                </a:lnTo>
                <a:lnTo>
                  <a:pt x="59871" y="76210"/>
                </a:lnTo>
                <a:close/>
                <a:moveTo>
                  <a:pt x="74445" y="252515"/>
                </a:moveTo>
                <a:lnTo>
                  <a:pt x="76485" y="253951"/>
                </a:lnTo>
                <a:lnTo>
                  <a:pt x="73424" y="253233"/>
                </a:lnTo>
                <a:close/>
                <a:moveTo>
                  <a:pt x="98709" y="94947"/>
                </a:moveTo>
                <a:lnTo>
                  <a:pt x="99308" y="96684"/>
                </a:lnTo>
                <a:lnTo>
                  <a:pt x="98410" y="95816"/>
                </a:lnTo>
                <a:close/>
                <a:moveTo>
                  <a:pt x="132317" y="25980"/>
                </a:moveTo>
                <a:lnTo>
                  <a:pt x="133982" y="26500"/>
                </a:lnTo>
                <a:lnTo>
                  <a:pt x="131485" y="26240"/>
                </a:lnTo>
                <a:close/>
                <a:moveTo>
                  <a:pt x="42694" y="260433"/>
                </a:moveTo>
                <a:lnTo>
                  <a:pt x="43194" y="261895"/>
                </a:lnTo>
                <a:lnTo>
                  <a:pt x="42444" y="261164"/>
                </a:lnTo>
                <a:close/>
                <a:moveTo>
                  <a:pt x="1245" y="144430"/>
                </a:moveTo>
                <a:lnTo>
                  <a:pt x="1619" y="145928"/>
                </a:lnTo>
                <a:lnTo>
                  <a:pt x="1058" y="145179"/>
                </a:lnTo>
                <a:close/>
                <a:moveTo>
                  <a:pt x="49338" y="328223"/>
                </a:moveTo>
                <a:lnTo>
                  <a:pt x="51057" y="329842"/>
                </a:lnTo>
                <a:lnTo>
                  <a:pt x="48479" y="329033"/>
                </a:lnTo>
                <a:close/>
                <a:moveTo>
                  <a:pt x="126112" y="166083"/>
                </a:moveTo>
                <a:lnTo>
                  <a:pt x="126905" y="166592"/>
                </a:lnTo>
                <a:lnTo>
                  <a:pt x="125716" y="166337"/>
                </a:lnTo>
                <a:close/>
                <a:moveTo>
                  <a:pt x="110697" y="387452"/>
                </a:moveTo>
                <a:lnTo>
                  <a:pt x="112504" y="388961"/>
                </a:lnTo>
                <a:lnTo>
                  <a:pt x="109794" y="388207"/>
                </a:lnTo>
                <a:close/>
                <a:moveTo>
                  <a:pt x="75992" y="358762"/>
                </a:moveTo>
                <a:lnTo>
                  <a:pt x="76511" y="360246"/>
                </a:lnTo>
                <a:lnTo>
                  <a:pt x="75732" y="359504"/>
                </a:lnTo>
                <a:close/>
                <a:moveTo>
                  <a:pt x="34865" y="93579"/>
                </a:moveTo>
                <a:lnTo>
                  <a:pt x="36796" y="93938"/>
                </a:lnTo>
                <a:lnTo>
                  <a:pt x="33899" y="93758"/>
                </a:lnTo>
                <a:close/>
                <a:moveTo>
                  <a:pt x="120074" y="305379"/>
                </a:moveTo>
                <a:lnTo>
                  <a:pt x="121633" y="306664"/>
                </a:lnTo>
                <a:lnTo>
                  <a:pt x="119295" y="306022"/>
                </a:lnTo>
                <a:close/>
                <a:moveTo>
                  <a:pt x="38848" y="88239"/>
                </a:moveTo>
                <a:lnTo>
                  <a:pt x="40100" y="88541"/>
                </a:lnTo>
                <a:lnTo>
                  <a:pt x="38223" y="88390"/>
                </a:lnTo>
                <a:close/>
                <a:moveTo>
                  <a:pt x="88996" y="52869"/>
                </a:moveTo>
                <a:lnTo>
                  <a:pt x="89952" y="54195"/>
                </a:lnTo>
                <a:lnTo>
                  <a:pt x="88519" y="53532"/>
                </a:lnTo>
                <a:close/>
                <a:moveTo>
                  <a:pt x="131994" y="40965"/>
                </a:moveTo>
                <a:lnTo>
                  <a:pt x="133536" y="42229"/>
                </a:lnTo>
                <a:lnTo>
                  <a:pt x="131223" y="41597"/>
                </a:lnTo>
                <a:close/>
                <a:moveTo>
                  <a:pt x="12673" y="357543"/>
                </a:moveTo>
                <a:lnTo>
                  <a:pt x="14576" y="358684"/>
                </a:lnTo>
                <a:lnTo>
                  <a:pt x="11722" y="358114"/>
                </a:lnTo>
                <a:close/>
                <a:moveTo>
                  <a:pt x="75324" y="299514"/>
                </a:moveTo>
                <a:lnTo>
                  <a:pt x="77361" y="300136"/>
                </a:lnTo>
                <a:lnTo>
                  <a:pt x="74305" y="299825"/>
                </a:lnTo>
                <a:close/>
                <a:moveTo>
                  <a:pt x="61031" y="357337"/>
                </a:moveTo>
                <a:lnTo>
                  <a:pt x="61607" y="358662"/>
                </a:lnTo>
                <a:lnTo>
                  <a:pt x="60743" y="358000"/>
                </a:lnTo>
                <a:close/>
                <a:moveTo>
                  <a:pt x="6576" y="254242"/>
                </a:moveTo>
                <a:lnTo>
                  <a:pt x="7778" y="255890"/>
                </a:lnTo>
                <a:lnTo>
                  <a:pt x="5974" y="255066"/>
                </a:lnTo>
                <a:close/>
                <a:moveTo>
                  <a:pt x="21975" y="365265"/>
                </a:moveTo>
                <a:lnTo>
                  <a:pt x="23405" y="365649"/>
                </a:lnTo>
                <a:lnTo>
                  <a:pt x="21260" y="365457"/>
                </a:lnTo>
                <a:close/>
                <a:moveTo>
                  <a:pt x="26079" y="52990"/>
                </a:moveTo>
                <a:lnTo>
                  <a:pt x="26970" y="54517"/>
                </a:lnTo>
                <a:lnTo>
                  <a:pt x="25634" y="53753"/>
                </a:lnTo>
                <a:close/>
                <a:moveTo>
                  <a:pt x="86655" y="155692"/>
                </a:moveTo>
                <a:lnTo>
                  <a:pt x="88232" y="155995"/>
                </a:lnTo>
                <a:lnTo>
                  <a:pt x="85867" y="155844"/>
                </a:lnTo>
                <a:close/>
                <a:moveTo>
                  <a:pt x="12739" y="161302"/>
                </a:moveTo>
                <a:lnTo>
                  <a:pt x="14217" y="162512"/>
                </a:lnTo>
                <a:lnTo>
                  <a:pt x="12000" y="161907"/>
                </a:lnTo>
                <a:close/>
                <a:moveTo>
                  <a:pt x="21351" y="110376"/>
                </a:moveTo>
                <a:lnTo>
                  <a:pt x="21886" y="111641"/>
                </a:lnTo>
                <a:lnTo>
                  <a:pt x="21083" y="111009"/>
                </a:lnTo>
                <a:close/>
                <a:moveTo>
                  <a:pt x="47694" y="129747"/>
                </a:moveTo>
                <a:lnTo>
                  <a:pt x="49650" y="130842"/>
                </a:lnTo>
                <a:lnTo>
                  <a:pt x="46716" y="130295"/>
                </a:lnTo>
                <a:close/>
                <a:moveTo>
                  <a:pt x="24873" y="188170"/>
                </a:moveTo>
                <a:lnTo>
                  <a:pt x="25587" y="189659"/>
                </a:lnTo>
                <a:lnTo>
                  <a:pt x="24517" y="188915"/>
                </a:lnTo>
                <a:close/>
                <a:moveTo>
                  <a:pt x="39409" y="383486"/>
                </a:moveTo>
                <a:lnTo>
                  <a:pt x="40122" y="384888"/>
                </a:lnTo>
                <a:lnTo>
                  <a:pt x="39053" y="384187"/>
                </a:lnTo>
                <a:close/>
                <a:moveTo>
                  <a:pt x="10748" y="189269"/>
                </a:moveTo>
                <a:lnTo>
                  <a:pt x="11150" y="190394"/>
                </a:lnTo>
                <a:lnTo>
                  <a:pt x="10547" y="189831"/>
                </a:lnTo>
                <a:close/>
                <a:moveTo>
                  <a:pt x="90809" y="93816"/>
                </a:moveTo>
                <a:lnTo>
                  <a:pt x="92870" y="94271"/>
                </a:lnTo>
                <a:lnTo>
                  <a:pt x="89779" y="94044"/>
                </a:lnTo>
                <a:close/>
                <a:moveTo>
                  <a:pt x="84011" y="230077"/>
                </a:moveTo>
                <a:lnTo>
                  <a:pt x="85778" y="230847"/>
                </a:lnTo>
                <a:lnTo>
                  <a:pt x="83128" y="230462"/>
                </a:lnTo>
                <a:close/>
                <a:moveTo>
                  <a:pt x="1730" y="241706"/>
                </a:moveTo>
                <a:lnTo>
                  <a:pt x="3316" y="242713"/>
                </a:lnTo>
                <a:lnTo>
                  <a:pt x="937" y="242209"/>
                </a:lnTo>
                <a:close/>
                <a:moveTo>
                  <a:pt x="40774" y="111403"/>
                </a:moveTo>
                <a:lnTo>
                  <a:pt x="41582" y="113009"/>
                </a:lnTo>
                <a:lnTo>
                  <a:pt x="40369" y="112206"/>
                </a:lnTo>
                <a:close/>
                <a:moveTo>
                  <a:pt x="65898" y="26315"/>
                </a:moveTo>
                <a:lnTo>
                  <a:pt x="67454" y="27365"/>
                </a:lnTo>
                <a:lnTo>
                  <a:pt x="65120" y="26840"/>
                </a:lnTo>
                <a:close/>
                <a:moveTo>
                  <a:pt x="58901" y="94791"/>
                </a:moveTo>
                <a:lnTo>
                  <a:pt x="60896" y="95324"/>
                </a:lnTo>
                <a:lnTo>
                  <a:pt x="57903" y="95057"/>
                </a:lnTo>
                <a:close/>
                <a:moveTo>
                  <a:pt x="31774" y="130764"/>
                </a:moveTo>
                <a:lnTo>
                  <a:pt x="32688" y="131395"/>
                </a:lnTo>
                <a:lnTo>
                  <a:pt x="31318" y="131079"/>
                </a:lnTo>
                <a:close/>
                <a:moveTo>
                  <a:pt x="98436" y="34376"/>
                </a:moveTo>
                <a:lnTo>
                  <a:pt x="100076" y="34986"/>
                </a:lnTo>
                <a:lnTo>
                  <a:pt x="97615" y="34681"/>
                </a:lnTo>
                <a:close/>
                <a:moveTo>
                  <a:pt x="93056" y="51679"/>
                </a:moveTo>
                <a:lnTo>
                  <a:pt x="94462" y="52983"/>
                </a:lnTo>
                <a:lnTo>
                  <a:pt x="92353" y="52331"/>
                </a:lnTo>
                <a:close/>
                <a:moveTo>
                  <a:pt x="28981" y="304142"/>
                </a:moveTo>
                <a:lnTo>
                  <a:pt x="31136" y="304750"/>
                </a:lnTo>
                <a:lnTo>
                  <a:pt x="27903" y="304446"/>
                </a:lnTo>
                <a:close/>
                <a:moveTo>
                  <a:pt x="26485" y="0"/>
                </a:moveTo>
                <a:lnTo>
                  <a:pt x="28036" y="1708"/>
                </a:lnTo>
                <a:lnTo>
                  <a:pt x="25709" y="854"/>
                </a:lnTo>
                <a:close/>
                <a:moveTo>
                  <a:pt x="30140" y="108440"/>
                </a:moveTo>
                <a:lnTo>
                  <a:pt x="31949" y="108850"/>
                </a:lnTo>
                <a:lnTo>
                  <a:pt x="29236" y="108645"/>
                </a:lnTo>
                <a:close/>
                <a:moveTo>
                  <a:pt x="2425" y="235157"/>
                </a:moveTo>
                <a:lnTo>
                  <a:pt x="3781" y="236294"/>
                </a:lnTo>
                <a:lnTo>
                  <a:pt x="1747" y="235725"/>
                </a:lnTo>
                <a:close/>
                <a:moveTo>
                  <a:pt x="94481" y="92266"/>
                </a:moveTo>
                <a:lnTo>
                  <a:pt x="96513" y="93586"/>
                </a:lnTo>
                <a:lnTo>
                  <a:pt x="93466" y="92926"/>
                </a:lnTo>
                <a:close/>
                <a:moveTo>
                  <a:pt x="130780" y="149789"/>
                </a:moveTo>
                <a:lnTo>
                  <a:pt x="131577" y="150168"/>
                </a:lnTo>
                <a:lnTo>
                  <a:pt x="130382" y="149978"/>
                </a:lnTo>
                <a:close/>
                <a:moveTo>
                  <a:pt x="102081" y="192665"/>
                </a:moveTo>
                <a:lnTo>
                  <a:pt x="102863" y="193820"/>
                </a:lnTo>
                <a:lnTo>
                  <a:pt x="101690" y="193243"/>
                </a:lnTo>
                <a:close/>
                <a:moveTo>
                  <a:pt x="93617" y="297645"/>
                </a:moveTo>
                <a:lnTo>
                  <a:pt x="95156" y="298480"/>
                </a:lnTo>
                <a:lnTo>
                  <a:pt x="92848" y="298062"/>
                </a:lnTo>
                <a:close/>
                <a:moveTo>
                  <a:pt x="18242" y="302673"/>
                </a:moveTo>
                <a:lnTo>
                  <a:pt x="18815" y="304407"/>
                </a:lnTo>
                <a:lnTo>
                  <a:pt x="17955" y="303540"/>
                </a:lnTo>
                <a:close/>
                <a:moveTo>
                  <a:pt x="62874" y="163495"/>
                </a:moveTo>
                <a:lnTo>
                  <a:pt x="63247" y="164018"/>
                </a:lnTo>
                <a:lnTo>
                  <a:pt x="62687" y="163756"/>
                </a:lnTo>
                <a:close/>
                <a:moveTo>
                  <a:pt x="56831" y="181839"/>
                </a:moveTo>
                <a:lnTo>
                  <a:pt x="58624" y="182242"/>
                </a:lnTo>
                <a:lnTo>
                  <a:pt x="55935" y="182041"/>
                </a:lnTo>
                <a:close/>
                <a:moveTo>
                  <a:pt x="6387" y="33473"/>
                </a:moveTo>
                <a:lnTo>
                  <a:pt x="7945" y="34006"/>
                </a:lnTo>
                <a:lnTo>
                  <a:pt x="5609" y="33740"/>
                </a:lnTo>
                <a:close/>
                <a:moveTo>
                  <a:pt x="70368" y="27703"/>
                </a:moveTo>
                <a:lnTo>
                  <a:pt x="71813" y="28447"/>
                </a:lnTo>
                <a:lnTo>
                  <a:pt x="69646" y="28075"/>
                </a:lnTo>
                <a:close/>
                <a:moveTo>
                  <a:pt x="55764" y="86628"/>
                </a:moveTo>
                <a:lnTo>
                  <a:pt x="56199" y="87687"/>
                </a:lnTo>
                <a:lnTo>
                  <a:pt x="55547" y="87157"/>
                </a:lnTo>
                <a:close/>
                <a:moveTo>
                  <a:pt x="61659" y="138980"/>
                </a:moveTo>
                <a:lnTo>
                  <a:pt x="63435" y="140413"/>
                </a:lnTo>
                <a:lnTo>
                  <a:pt x="60771" y="139696"/>
                </a:lnTo>
                <a:close/>
                <a:moveTo>
                  <a:pt x="84637" y="108284"/>
                </a:moveTo>
                <a:lnTo>
                  <a:pt x="85948" y="109089"/>
                </a:lnTo>
                <a:lnTo>
                  <a:pt x="83981" y="108686"/>
                </a:lnTo>
                <a:close/>
                <a:moveTo>
                  <a:pt x="16922" y="29754"/>
                </a:moveTo>
                <a:lnTo>
                  <a:pt x="18965" y="30933"/>
                </a:lnTo>
                <a:lnTo>
                  <a:pt x="15900" y="30344"/>
                </a:lnTo>
                <a:close/>
                <a:moveTo>
                  <a:pt x="130617" y="218942"/>
                </a:moveTo>
                <a:lnTo>
                  <a:pt x="132479" y="219490"/>
                </a:lnTo>
                <a:lnTo>
                  <a:pt x="129687" y="219216"/>
                </a:lnTo>
                <a:close/>
                <a:moveTo>
                  <a:pt x="102502" y="4084"/>
                </a:moveTo>
                <a:lnTo>
                  <a:pt x="103516" y="5688"/>
                </a:lnTo>
                <a:lnTo>
                  <a:pt x="101995" y="4886"/>
                </a:lnTo>
                <a:close/>
                <a:moveTo>
                  <a:pt x="8447" y="41083"/>
                </a:moveTo>
                <a:lnTo>
                  <a:pt x="10587" y="41548"/>
                </a:lnTo>
                <a:lnTo>
                  <a:pt x="7378" y="41315"/>
                </a:lnTo>
                <a:close/>
                <a:moveTo>
                  <a:pt x="99521" y="358218"/>
                </a:moveTo>
                <a:lnTo>
                  <a:pt x="100287" y="359832"/>
                </a:lnTo>
                <a:lnTo>
                  <a:pt x="99138" y="359025"/>
                </a:lnTo>
                <a:close/>
                <a:moveTo>
                  <a:pt x="18564" y="166291"/>
                </a:moveTo>
                <a:lnTo>
                  <a:pt x="19398" y="166847"/>
                </a:lnTo>
                <a:lnTo>
                  <a:pt x="18147" y="166569"/>
                </a:lnTo>
                <a:close/>
                <a:moveTo>
                  <a:pt x="58204" y="381306"/>
                </a:moveTo>
                <a:lnTo>
                  <a:pt x="58991" y="382361"/>
                </a:lnTo>
                <a:lnTo>
                  <a:pt x="57810" y="381834"/>
                </a:lnTo>
                <a:close/>
                <a:moveTo>
                  <a:pt x="44930" y="27338"/>
                </a:moveTo>
                <a:lnTo>
                  <a:pt x="46105" y="29055"/>
                </a:lnTo>
                <a:lnTo>
                  <a:pt x="44343" y="28196"/>
                </a:lnTo>
                <a:close/>
                <a:moveTo>
                  <a:pt x="123534" y="65371"/>
                </a:moveTo>
                <a:lnTo>
                  <a:pt x="124749" y="66132"/>
                </a:lnTo>
                <a:lnTo>
                  <a:pt x="122926" y="65751"/>
                </a:lnTo>
                <a:close/>
                <a:moveTo>
                  <a:pt x="128995" y="146183"/>
                </a:moveTo>
                <a:lnTo>
                  <a:pt x="129601" y="146915"/>
                </a:lnTo>
                <a:lnTo>
                  <a:pt x="128692" y="146549"/>
                </a:lnTo>
                <a:close/>
                <a:moveTo>
                  <a:pt x="65996" y="258068"/>
                </a:moveTo>
                <a:lnTo>
                  <a:pt x="67760" y="259702"/>
                </a:lnTo>
                <a:lnTo>
                  <a:pt x="65115" y="258885"/>
                </a:lnTo>
                <a:close/>
                <a:moveTo>
                  <a:pt x="7691" y="336596"/>
                </a:moveTo>
                <a:lnTo>
                  <a:pt x="9774" y="337533"/>
                </a:lnTo>
                <a:lnTo>
                  <a:pt x="6650" y="337065"/>
                </a:lnTo>
                <a:close/>
                <a:moveTo>
                  <a:pt x="52130" y="324248"/>
                </a:moveTo>
                <a:lnTo>
                  <a:pt x="53311" y="325655"/>
                </a:lnTo>
                <a:lnTo>
                  <a:pt x="51539" y="324951"/>
                </a:lnTo>
                <a:close/>
                <a:moveTo>
                  <a:pt x="134670" y="311148"/>
                </a:moveTo>
                <a:lnTo>
                  <a:pt x="135923" y="311833"/>
                </a:lnTo>
                <a:lnTo>
                  <a:pt x="134044" y="311491"/>
                </a:lnTo>
                <a:close/>
                <a:moveTo>
                  <a:pt x="8186" y="23023"/>
                </a:moveTo>
                <a:lnTo>
                  <a:pt x="10253" y="24063"/>
                </a:lnTo>
                <a:lnTo>
                  <a:pt x="7153" y="23543"/>
                </a:lnTo>
                <a:close/>
                <a:moveTo>
                  <a:pt x="5866" y="338825"/>
                </a:moveTo>
                <a:lnTo>
                  <a:pt x="6485" y="340184"/>
                </a:lnTo>
                <a:lnTo>
                  <a:pt x="5556" y="339504"/>
                </a:lnTo>
                <a:close/>
                <a:moveTo>
                  <a:pt x="54876" y="298678"/>
                </a:moveTo>
                <a:lnTo>
                  <a:pt x="56935" y="299582"/>
                </a:lnTo>
                <a:lnTo>
                  <a:pt x="53847" y="299130"/>
                </a:lnTo>
                <a:close/>
                <a:moveTo>
                  <a:pt x="61269" y="313989"/>
                </a:moveTo>
                <a:lnTo>
                  <a:pt x="61621" y="315034"/>
                </a:lnTo>
                <a:lnTo>
                  <a:pt x="61093" y="314511"/>
                </a:lnTo>
                <a:close/>
                <a:moveTo>
                  <a:pt x="116605" y="224462"/>
                </a:moveTo>
                <a:lnTo>
                  <a:pt x="117310" y="225661"/>
                </a:lnTo>
                <a:lnTo>
                  <a:pt x="116252" y="225062"/>
                </a:lnTo>
                <a:close/>
                <a:moveTo>
                  <a:pt x="128720" y="277974"/>
                </a:moveTo>
                <a:lnTo>
                  <a:pt x="129818" y="278993"/>
                </a:lnTo>
                <a:lnTo>
                  <a:pt x="128171" y="278483"/>
                </a:lnTo>
                <a:close/>
                <a:moveTo>
                  <a:pt x="13697" y="391408"/>
                </a:moveTo>
                <a:lnTo>
                  <a:pt x="15133" y="392248"/>
                </a:lnTo>
                <a:lnTo>
                  <a:pt x="12979" y="391828"/>
                </a:lnTo>
                <a:close/>
                <a:moveTo>
                  <a:pt x="65040" y="126089"/>
                </a:moveTo>
                <a:lnTo>
                  <a:pt x="66986" y="126413"/>
                </a:lnTo>
                <a:lnTo>
                  <a:pt x="64067" y="126251"/>
                </a:lnTo>
                <a:close/>
                <a:moveTo>
                  <a:pt x="114141" y="316771"/>
                </a:moveTo>
                <a:lnTo>
                  <a:pt x="115790" y="317217"/>
                </a:lnTo>
                <a:lnTo>
                  <a:pt x="113316" y="316994"/>
                </a:lnTo>
                <a:close/>
                <a:moveTo>
                  <a:pt x="95958" y="168498"/>
                </a:moveTo>
                <a:lnTo>
                  <a:pt x="98131" y="169825"/>
                </a:lnTo>
                <a:lnTo>
                  <a:pt x="94872" y="169161"/>
                </a:lnTo>
                <a:close/>
                <a:moveTo>
                  <a:pt x="65800" y="236215"/>
                </a:moveTo>
                <a:lnTo>
                  <a:pt x="67933" y="237758"/>
                </a:lnTo>
                <a:lnTo>
                  <a:pt x="64733" y="236986"/>
                </a:lnTo>
                <a:close/>
                <a:moveTo>
                  <a:pt x="104241" y="268728"/>
                </a:moveTo>
                <a:lnTo>
                  <a:pt x="105803" y="270381"/>
                </a:lnTo>
                <a:lnTo>
                  <a:pt x="103461" y="269555"/>
                </a:lnTo>
                <a:close/>
                <a:moveTo>
                  <a:pt x="98454" y="206521"/>
                </a:moveTo>
                <a:lnTo>
                  <a:pt x="100307" y="207458"/>
                </a:lnTo>
                <a:lnTo>
                  <a:pt x="97528" y="206989"/>
                </a:lnTo>
                <a:close/>
                <a:moveTo>
                  <a:pt x="66255" y="391278"/>
                </a:moveTo>
                <a:lnTo>
                  <a:pt x="67070" y="392531"/>
                </a:lnTo>
                <a:lnTo>
                  <a:pt x="65848" y="391905"/>
                </a:lnTo>
                <a:close/>
                <a:moveTo>
                  <a:pt x="49567" y="172424"/>
                </a:moveTo>
                <a:lnTo>
                  <a:pt x="51064" y="172789"/>
                </a:lnTo>
                <a:lnTo>
                  <a:pt x="48819" y="172607"/>
                </a:lnTo>
                <a:close/>
                <a:moveTo>
                  <a:pt x="111708" y="46703"/>
                </a:moveTo>
                <a:lnTo>
                  <a:pt x="113281" y="47556"/>
                </a:lnTo>
                <a:lnTo>
                  <a:pt x="110922" y="47130"/>
                </a:lnTo>
                <a:close/>
                <a:moveTo>
                  <a:pt x="135091" y="96543"/>
                </a:moveTo>
                <a:lnTo>
                  <a:pt x="135828" y="97347"/>
                </a:lnTo>
                <a:lnTo>
                  <a:pt x="134722" y="96945"/>
                </a:lnTo>
                <a:close/>
                <a:moveTo>
                  <a:pt x="105924" y="286176"/>
                </a:moveTo>
                <a:lnTo>
                  <a:pt x="106635" y="287835"/>
                </a:lnTo>
                <a:lnTo>
                  <a:pt x="105569" y="287006"/>
                </a:lnTo>
                <a:close/>
                <a:moveTo>
                  <a:pt x="105835" y="206164"/>
                </a:moveTo>
                <a:lnTo>
                  <a:pt x="106957" y="207766"/>
                </a:lnTo>
                <a:lnTo>
                  <a:pt x="105274" y="206965"/>
                </a:lnTo>
                <a:close/>
                <a:moveTo>
                  <a:pt x="96390" y="14971"/>
                </a:moveTo>
                <a:lnTo>
                  <a:pt x="97555" y="16671"/>
                </a:lnTo>
                <a:lnTo>
                  <a:pt x="95808" y="15821"/>
                </a:lnTo>
                <a:close/>
                <a:moveTo>
                  <a:pt x="83448" y="334080"/>
                </a:moveTo>
                <a:lnTo>
                  <a:pt x="85552" y="335745"/>
                </a:lnTo>
                <a:lnTo>
                  <a:pt x="82396" y="334913"/>
                </a:lnTo>
                <a:close/>
                <a:moveTo>
                  <a:pt x="59014" y="16285"/>
                </a:moveTo>
                <a:lnTo>
                  <a:pt x="59372" y="18034"/>
                </a:lnTo>
                <a:lnTo>
                  <a:pt x="58835" y="17159"/>
                </a:lnTo>
                <a:close/>
                <a:moveTo>
                  <a:pt x="64439" y="140173"/>
                </a:moveTo>
                <a:lnTo>
                  <a:pt x="65020" y="141612"/>
                </a:lnTo>
                <a:lnTo>
                  <a:pt x="64148" y="140892"/>
                </a:lnTo>
                <a:close/>
                <a:moveTo>
                  <a:pt x="122303" y="258532"/>
                </a:moveTo>
                <a:lnTo>
                  <a:pt x="123452" y="259686"/>
                </a:lnTo>
                <a:lnTo>
                  <a:pt x="121729" y="259109"/>
                </a:lnTo>
                <a:close/>
                <a:moveTo>
                  <a:pt x="103665" y="315571"/>
                </a:moveTo>
                <a:lnTo>
                  <a:pt x="104015" y="316916"/>
                </a:lnTo>
                <a:lnTo>
                  <a:pt x="103490" y="316243"/>
                </a:lnTo>
                <a:close/>
                <a:moveTo>
                  <a:pt x="9192" y="147305"/>
                </a:moveTo>
                <a:lnTo>
                  <a:pt x="10841" y="148108"/>
                </a:lnTo>
                <a:lnTo>
                  <a:pt x="8367" y="147707"/>
                </a:lnTo>
                <a:close/>
                <a:moveTo>
                  <a:pt x="86156" y="49839"/>
                </a:moveTo>
                <a:lnTo>
                  <a:pt x="87950" y="51103"/>
                </a:lnTo>
                <a:lnTo>
                  <a:pt x="85260" y="50471"/>
                </a:lnTo>
                <a:close/>
                <a:moveTo>
                  <a:pt x="12464" y="330041"/>
                </a:moveTo>
                <a:lnTo>
                  <a:pt x="14109" y="331551"/>
                </a:lnTo>
                <a:lnTo>
                  <a:pt x="11642" y="330796"/>
                </a:lnTo>
                <a:close/>
                <a:moveTo>
                  <a:pt x="124623" y="381707"/>
                </a:moveTo>
                <a:lnTo>
                  <a:pt x="125565" y="383115"/>
                </a:lnTo>
                <a:lnTo>
                  <a:pt x="124152" y="382411"/>
                </a:lnTo>
                <a:close/>
                <a:moveTo>
                  <a:pt x="144338" y="201513"/>
                </a:moveTo>
                <a:lnTo>
                  <a:pt x="145220" y="202677"/>
                </a:lnTo>
                <a:lnTo>
                  <a:pt x="143898" y="202095"/>
                </a:lnTo>
                <a:close/>
                <a:moveTo>
                  <a:pt x="25354" y="13006"/>
                </a:moveTo>
                <a:lnTo>
                  <a:pt x="26868" y="13611"/>
                </a:lnTo>
                <a:lnTo>
                  <a:pt x="24597" y="13309"/>
                </a:lnTo>
                <a:close/>
                <a:moveTo>
                  <a:pt x="7019" y="177497"/>
                </a:moveTo>
                <a:lnTo>
                  <a:pt x="8951" y="179039"/>
                </a:lnTo>
                <a:lnTo>
                  <a:pt x="6053" y="178268"/>
                </a:lnTo>
                <a:close/>
                <a:moveTo>
                  <a:pt x="121326" y="118949"/>
                </a:moveTo>
                <a:lnTo>
                  <a:pt x="123376" y="120253"/>
                </a:lnTo>
                <a:lnTo>
                  <a:pt x="120301" y="119601"/>
                </a:lnTo>
                <a:close/>
                <a:moveTo>
                  <a:pt x="102609" y="160875"/>
                </a:moveTo>
                <a:lnTo>
                  <a:pt x="104194" y="162287"/>
                </a:lnTo>
                <a:lnTo>
                  <a:pt x="101817" y="161581"/>
                </a:lnTo>
                <a:close/>
                <a:moveTo>
                  <a:pt x="93296" y="380439"/>
                </a:moveTo>
                <a:lnTo>
                  <a:pt x="94460" y="381901"/>
                </a:lnTo>
                <a:lnTo>
                  <a:pt x="92714" y="381170"/>
                </a:lnTo>
                <a:close/>
                <a:moveTo>
                  <a:pt x="87327" y="268796"/>
                </a:moveTo>
                <a:lnTo>
                  <a:pt x="89372" y="269111"/>
                </a:lnTo>
                <a:lnTo>
                  <a:pt x="86304" y="268954"/>
                </a:lnTo>
                <a:close/>
                <a:moveTo>
                  <a:pt x="102535" y="143107"/>
                </a:moveTo>
                <a:lnTo>
                  <a:pt x="103155" y="144900"/>
                </a:lnTo>
                <a:lnTo>
                  <a:pt x="102225" y="144003"/>
                </a:lnTo>
                <a:close/>
                <a:moveTo>
                  <a:pt x="43402" y="82984"/>
                </a:moveTo>
                <a:lnTo>
                  <a:pt x="44912" y="83300"/>
                </a:lnTo>
                <a:lnTo>
                  <a:pt x="42646" y="83142"/>
                </a:lnTo>
                <a:close/>
                <a:moveTo>
                  <a:pt x="98955" y="127057"/>
                </a:moveTo>
                <a:lnTo>
                  <a:pt x="99356" y="128684"/>
                </a:lnTo>
                <a:lnTo>
                  <a:pt x="98755" y="127870"/>
                </a:lnTo>
                <a:close/>
                <a:moveTo>
                  <a:pt x="27944" y="324337"/>
                </a:moveTo>
                <a:lnTo>
                  <a:pt x="29494" y="325564"/>
                </a:lnTo>
                <a:lnTo>
                  <a:pt x="27170" y="324951"/>
                </a:lnTo>
                <a:close/>
                <a:moveTo>
                  <a:pt x="97580" y="118794"/>
                </a:moveTo>
                <a:lnTo>
                  <a:pt x="99155" y="119954"/>
                </a:lnTo>
                <a:lnTo>
                  <a:pt x="96792" y="119374"/>
                </a:lnTo>
                <a:close/>
                <a:moveTo>
                  <a:pt x="3478" y="116273"/>
                </a:moveTo>
                <a:lnTo>
                  <a:pt x="3960" y="117649"/>
                </a:lnTo>
                <a:lnTo>
                  <a:pt x="3236" y="116961"/>
                </a:lnTo>
                <a:close/>
                <a:moveTo>
                  <a:pt x="15352" y="195453"/>
                </a:moveTo>
                <a:lnTo>
                  <a:pt x="17252" y="196760"/>
                </a:lnTo>
                <a:lnTo>
                  <a:pt x="14403" y="196106"/>
                </a:lnTo>
                <a:close/>
                <a:moveTo>
                  <a:pt x="9094" y="261715"/>
                </a:moveTo>
                <a:lnTo>
                  <a:pt x="10058" y="262766"/>
                </a:lnTo>
                <a:lnTo>
                  <a:pt x="8611" y="262241"/>
                </a:lnTo>
                <a:close/>
                <a:moveTo>
                  <a:pt x="126893" y="28470"/>
                </a:moveTo>
                <a:lnTo>
                  <a:pt x="127569" y="28785"/>
                </a:lnTo>
                <a:lnTo>
                  <a:pt x="126555" y="28628"/>
                </a:lnTo>
                <a:close/>
                <a:moveTo>
                  <a:pt x="36516" y="126090"/>
                </a:moveTo>
                <a:lnTo>
                  <a:pt x="38135" y="127834"/>
                </a:lnTo>
                <a:lnTo>
                  <a:pt x="35707" y="126962"/>
                </a:lnTo>
                <a:close/>
                <a:moveTo>
                  <a:pt x="36176" y="115426"/>
                </a:moveTo>
                <a:lnTo>
                  <a:pt x="36943" y="116336"/>
                </a:lnTo>
                <a:lnTo>
                  <a:pt x="35792" y="115881"/>
                </a:lnTo>
                <a:close/>
                <a:moveTo>
                  <a:pt x="89303" y="102684"/>
                </a:moveTo>
                <a:lnTo>
                  <a:pt x="90977" y="103999"/>
                </a:lnTo>
                <a:lnTo>
                  <a:pt x="88466" y="103341"/>
                </a:lnTo>
                <a:close/>
                <a:moveTo>
                  <a:pt x="112443" y="132476"/>
                </a:moveTo>
                <a:lnTo>
                  <a:pt x="113227" y="134196"/>
                </a:lnTo>
                <a:lnTo>
                  <a:pt x="112051" y="133336"/>
                </a:lnTo>
                <a:close/>
                <a:moveTo>
                  <a:pt x="56600" y="304709"/>
                </a:moveTo>
                <a:lnTo>
                  <a:pt x="57523" y="306409"/>
                </a:lnTo>
                <a:lnTo>
                  <a:pt x="56138" y="305559"/>
                </a:lnTo>
                <a:close/>
                <a:moveTo>
                  <a:pt x="1346" y="259925"/>
                </a:moveTo>
                <a:lnTo>
                  <a:pt x="3081" y="261036"/>
                </a:lnTo>
                <a:lnTo>
                  <a:pt x="478" y="260480"/>
                </a:lnTo>
                <a:close/>
                <a:moveTo>
                  <a:pt x="7360" y="288652"/>
                </a:moveTo>
                <a:lnTo>
                  <a:pt x="9505" y="290363"/>
                </a:lnTo>
                <a:lnTo>
                  <a:pt x="6287" y="289507"/>
                </a:lnTo>
                <a:close/>
                <a:moveTo>
                  <a:pt x="2704" y="113325"/>
                </a:moveTo>
                <a:lnTo>
                  <a:pt x="4875" y="113808"/>
                </a:lnTo>
                <a:lnTo>
                  <a:pt x="1619" y="113567"/>
                </a:lnTo>
                <a:close/>
                <a:moveTo>
                  <a:pt x="67559" y="167569"/>
                </a:moveTo>
                <a:lnTo>
                  <a:pt x="68527" y="167877"/>
                </a:lnTo>
                <a:lnTo>
                  <a:pt x="67075" y="167723"/>
                </a:lnTo>
                <a:close/>
                <a:moveTo>
                  <a:pt x="33641" y="325827"/>
                </a:moveTo>
                <a:lnTo>
                  <a:pt x="34247" y="327394"/>
                </a:lnTo>
                <a:lnTo>
                  <a:pt x="33338" y="326610"/>
                </a:lnTo>
                <a:close/>
                <a:moveTo>
                  <a:pt x="88122" y="108871"/>
                </a:moveTo>
                <a:lnTo>
                  <a:pt x="89126" y="110561"/>
                </a:lnTo>
                <a:lnTo>
                  <a:pt x="87620" y="109716"/>
                </a:lnTo>
                <a:close/>
                <a:moveTo>
                  <a:pt x="5875" y="307179"/>
                </a:moveTo>
                <a:lnTo>
                  <a:pt x="6496" y="308597"/>
                </a:lnTo>
                <a:lnTo>
                  <a:pt x="5565" y="307888"/>
                </a:lnTo>
                <a:close/>
                <a:moveTo>
                  <a:pt x="6392" y="208445"/>
                </a:moveTo>
                <a:lnTo>
                  <a:pt x="6973" y="209652"/>
                </a:lnTo>
                <a:lnTo>
                  <a:pt x="6101" y="209048"/>
                </a:lnTo>
                <a:close/>
                <a:moveTo>
                  <a:pt x="14767" y="23673"/>
                </a:moveTo>
                <a:lnTo>
                  <a:pt x="16672" y="25312"/>
                </a:lnTo>
                <a:lnTo>
                  <a:pt x="13815" y="24493"/>
                </a:lnTo>
                <a:close/>
                <a:moveTo>
                  <a:pt x="135650" y="262315"/>
                </a:moveTo>
                <a:lnTo>
                  <a:pt x="136010" y="263911"/>
                </a:lnTo>
                <a:lnTo>
                  <a:pt x="135470" y="263113"/>
                </a:lnTo>
                <a:close/>
                <a:moveTo>
                  <a:pt x="18821" y="230105"/>
                </a:moveTo>
                <a:lnTo>
                  <a:pt x="19618" y="230616"/>
                </a:lnTo>
                <a:lnTo>
                  <a:pt x="18422" y="230360"/>
                </a:lnTo>
                <a:close/>
                <a:moveTo>
                  <a:pt x="68472" y="263201"/>
                </a:moveTo>
                <a:lnTo>
                  <a:pt x="70486" y="263737"/>
                </a:lnTo>
                <a:lnTo>
                  <a:pt x="67466" y="263469"/>
                </a:lnTo>
                <a:close/>
                <a:moveTo>
                  <a:pt x="142316" y="98881"/>
                </a:moveTo>
                <a:lnTo>
                  <a:pt x="144320" y="99408"/>
                </a:lnTo>
                <a:lnTo>
                  <a:pt x="141314" y="99144"/>
                </a:lnTo>
                <a:close/>
                <a:moveTo>
                  <a:pt x="69691" y="11926"/>
                </a:moveTo>
                <a:lnTo>
                  <a:pt x="71665" y="12301"/>
                </a:lnTo>
                <a:lnTo>
                  <a:pt x="68704" y="12114"/>
                </a:lnTo>
                <a:close/>
                <a:moveTo>
                  <a:pt x="44513" y="216848"/>
                </a:moveTo>
                <a:lnTo>
                  <a:pt x="45638" y="217343"/>
                </a:lnTo>
                <a:lnTo>
                  <a:pt x="43950" y="217095"/>
                </a:lnTo>
                <a:close/>
                <a:moveTo>
                  <a:pt x="3847" y="80949"/>
                </a:moveTo>
                <a:lnTo>
                  <a:pt x="4568" y="81892"/>
                </a:lnTo>
                <a:lnTo>
                  <a:pt x="3486" y="81420"/>
                </a:lnTo>
                <a:close/>
                <a:moveTo>
                  <a:pt x="119465" y="79441"/>
                </a:moveTo>
                <a:lnTo>
                  <a:pt x="120762" y="80670"/>
                </a:lnTo>
                <a:lnTo>
                  <a:pt x="118817" y="80055"/>
                </a:lnTo>
                <a:close/>
                <a:moveTo>
                  <a:pt x="109041" y="281950"/>
                </a:moveTo>
                <a:lnTo>
                  <a:pt x="109526" y="283524"/>
                </a:lnTo>
                <a:lnTo>
                  <a:pt x="108798" y="282737"/>
                </a:lnTo>
                <a:close/>
                <a:moveTo>
                  <a:pt x="90979" y="33063"/>
                </a:moveTo>
                <a:lnTo>
                  <a:pt x="92845" y="34642"/>
                </a:lnTo>
                <a:lnTo>
                  <a:pt x="90046" y="33853"/>
                </a:lnTo>
                <a:close/>
                <a:moveTo>
                  <a:pt x="15333" y="291489"/>
                </a:moveTo>
                <a:lnTo>
                  <a:pt x="16558" y="292081"/>
                </a:lnTo>
                <a:lnTo>
                  <a:pt x="14721" y="291785"/>
                </a:lnTo>
                <a:close/>
                <a:moveTo>
                  <a:pt x="82625" y="122976"/>
                </a:moveTo>
                <a:lnTo>
                  <a:pt x="83112" y="124751"/>
                </a:lnTo>
                <a:lnTo>
                  <a:pt x="82381" y="123864"/>
                </a:lnTo>
                <a:close/>
                <a:moveTo>
                  <a:pt x="7647" y="112923"/>
                </a:moveTo>
                <a:lnTo>
                  <a:pt x="9502" y="113858"/>
                </a:lnTo>
                <a:lnTo>
                  <a:pt x="6719" y="113390"/>
                </a:lnTo>
                <a:close/>
                <a:moveTo>
                  <a:pt x="26580" y="165182"/>
                </a:moveTo>
                <a:lnTo>
                  <a:pt x="27233" y="166866"/>
                </a:lnTo>
                <a:lnTo>
                  <a:pt x="26253" y="166024"/>
                </a:lnTo>
                <a:close/>
                <a:moveTo>
                  <a:pt x="42075" y="24391"/>
                </a:moveTo>
                <a:lnTo>
                  <a:pt x="43842" y="24766"/>
                </a:lnTo>
                <a:lnTo>
                  <a:pt x="41191" y="24578"/>
                </a:lnTo>
                <a:close/>
                <a:moveTo>
                  <a:pt x="9932" y="10110"/>
                </a:moveTo>
                <a:lnTo>
                  <a:pt x="10969" y="10580"/>
                </a:lnTo>
                <a:lnTo>
                  <a:pt x="9414" y="10345"/>
                </a:lnTo>
                <a:close/>
                <a:moveTo>
                  <a:pt x="1025" y="337913"/>
                </a:moveTo>
                <a:lnTo>
                  <a:pt x="2387" y="338910"/>
                </a:lnTo>
                <a:lnTo>
                  <a:pt x="344" y="338412"/>
                </a:lnTo>
                <a:close/>
                <a:moveTo>
                  <a:pt x="76626" y="383113"/>
                </a:moveTo>
                <a:lnTo>
                  <a:pt x="77842" y="384024"/>
                </a:lnTo>
                <a:lnTo>
                  <a:pt x="76018" y="383569"/>
                </a:lnTo>
                <a:close/>
                <a:moveTo>
                  <a:pt x="61936" y="225830"/>
                </a:moveTo>
                <a:lnTo>
                  <a:pt x="63649" y="227418"/>
                </a:lnTo>
                <a:lnTo>
                  <a:pt x="61079" y="226624"/>
                </a:lnTo>
                <a:close/>
                <a:moveTo>
                  <a:pt x="135910" y="391645"/>
                </a:moveTo>
                <a:lnTo>
                  <a:pt x="136913" y="391992"/>
                </a:lnTo>
                <a:lnTo>
                  <a:pt x="135409" y="391819"/>
                </a:lnTo>
                <a:close/>
                <a:moveTo>
                  <a:pt x="122952" y="305019"/>
                </a:moveTo>
                <a:lnTo>
                  <a:pt x="125113" y="305676"/>
                </a:lnTo>
                <a:lnTo>
                  <a:pt x="121871" y="305347"/>
                </a:lnTo>
                <a:close/>
                <a:moveTo>
                  <a:pt x="56263" y="214301"/>
                </a:moveTo>
                <a:lnTo>
                  <a:pt x="56997" y="215342"/>
                </a:lnTo>
                <a:lnTo>
                  <a:pt x="55897" y="214822"/>
                </a:lnTo>
                <a:close/>
                <a:moveTo>
                  <a:pt x="45296" y="69634"/>
                </a:moveTo>
                <a:lnTo>
                  <a:pt x="47246" y="70632"/>
                </a:lnTo>
                <a:lnTo>
                  <a:pt x="44320" y="70133"/>
                </a:lnTo>
                <a:close/>
                <a:moveTo>
                  <a:pt x="103556" y="131058"/>
                </a:moveTo>
                <a:lnTo>
                  <a:pt x="104912" y="132505"/>
                </a:lnTo>
                <a:lnTo>
                  <a:pt x="102878" y="131781"/>
                </a:lnTo>
                <a:close/>
                <a:moveTo>
                  <a:pt x="56586" y="11556"/>
                </a:moveTo>
                <a:lnTo>
                  <a:pt x="57533" y="12392"/>
                </a:lnTo>
                <a:lnTo>
                  <a:pt x="56113" y="11974"/>
                </a:lnTo>
                <a:close/>
                <a:moveTo>
                  <a:pt x="84143" y="182470"/>
                </a:moveTo>
                <a:lnTo>
                  <a:pt x="85750" y="183160"/>
                </a:lnTo>
                <a:lnTo>
                  <a:pt x="83340" y="182815"/>
                </a:lnTo>
                <a:close/>
                <a:moveTo>
                  <a:pt x="85542" y="154551"/>
                </a:moveTo>
                <a:lnTo>
                  <a:pt x="86937" y="155587"/>
                </a:lnTo>
                <a:lnTo>
                  <a:pt x="84845" y="155069"/>
                </a:lnTo>
                <a:close/>
                <a:moveTo>
                  <a:pt x="54306" y="238674"/>
                </a:moveTo>
                <a:lnTo>
                  <a:pt x="55952" y="240240"/>
                </a:lnTo>
                <a:lnTo>
                  <a:pt x="53484" y="239457"/>
                </a:lnTo>
                <a:close/>
                <a:moveTo>
                  <a:pt x="122438" y="147260"/>
                </a:moveTo>
                <a:lnTo>
                  <a:pt x="122864" y="148427"/>
                </a:lnTo>
                <a:lnTo>
                  <a:pt x="122225" y="147843"/>
                </a:lnTo>
                <a:close/>
                <a:moveTo>
                  <a:pt x="103119" y="90977"/>
                </a:moveTo>
                <a:lnTo>
                  <a:pt x="104779" y="92742"/>
                </a:lnTo>
                <a:lnTo>
                  <a:pt x="102288" y="91860"/>
                </a:lnTo>
                <a:close/>
                <a:moveTo>
                  <a:pt x="93263" y="1063"/>
                </a:moveTo>
                <a:lnTo>
                  <a:pt x="94065" y="2343"/>
                </a:lnTo>
                <a:lnTo>
                  <a:pt x="92862" y="1703"/>
                </a:lnTo>
                <a:close/>
                <a:moveTo>
                  <a:pt x="3049" y="319181"/>
                </a:moveTo>
                <a:lnTo>
                  <a:pt x="4101" y="320702"/>
                </a:lnTo>
                <a:lnTo>
                  <a:pt x="2522" y="319942"/>
                </a:lnTo>
                <a:close/>
                <a:moveTo>
                  <a:pt x="84313" y="220232"/>
                </a:moveTo>
                <a:lnTo>
                  <a:pt x="86297" y="221849"/>
                </a:lnTo>
                <a:lnTo>
                  <a:pt x="83321" y="221040"/>
                </a:lnTo>
                <a:close/>
                <a:moveTo>
                  <a:pt x="15719" y="366623"/>
                </a:moveTo>
                <a:lnTo>
                  <a:pt x="17566" y="367571"/>
                </a:lnTo>
                <a:lnTo>
                  <a:pt x="14795" y="367097"/>
                </a:lnTo>
                <a:close/>
                <a:moveTo>
                  <a:pt x="60302" y="299748"/>
                </a:moveTo>
                <a:lnTo>
                  <a:pt x="62343" y="300374"/>
                </a:lnTo>
                <a:lnTo>
                  <a:pt x="59281" y="300061"/>
                </a:lnTo>
                <a:close/>
                <a:moveTo>
                  <a:pt x="135638" y="290119"/>
                </a:moveTo>
                <a:lnTo>
                  <a:pt x="136788" y="291088"/>
                </a:lnTo>
                <a:lnTo>
                  <a:pt x="135063" y="290603"/>
                </a:lnTo>
                <a:close/>
                <a:moveTo>
                  <a:pt x="68472" y="175321"/>
                </a:moveTo>
                <a:lnTo>
                  <a:pt x="68985" y="176935"/>
                </a:lnTo>
                <a:lnTo>
                  <a:pt x="68215" y="176128"/>
                </a:lnTo>
                <a:close/>
                <a:moveTo>
                  <a:pt x="65149" y="244118"/>
                </a:moveTo>
                <a:lnTo>
                  <a:pt x="67186" y="244909"/>
                </a:lnTo>
                <a:lnTo>
                  <a:pt x="64130" y="244513"/>
                </a:lnTo>
                <a:close/>
                <a:moveTo>
                  <a:pt x="6966" y="333043"/>
                </a:moveTo>
                <a:lnTo>
                  <a:pt x="7891" y="334609"/>
                </a:lnTo>
                <a:lnTo>
                  <a:pt x="6504" y="333826"/>
                </a:lnTo>
                <a:close/>
                <a:moveTo>
                  <a:pt x="123396" y="137204"/>
                </a:moveTo>
                <a:lnTo>
                  <a:pt x="125195" y="138110"/>
                </a:lnTo>
                <a:lnTo>
                  <a:pt x="122497" y="137657"/>
                </a:lnTo>
                <a:close/>
                <a:moveTo>
                  <a:pt x="3311" y="343960"/>
                </a:moveTo>
                <a:lnTo>
                  <a:pt x="3681" y="344561"/>
                </a:lnTo>
                <a:lnTo>
                  <a:pt x="3125" y="344261"/>
                </a:lnTo>
                <a:close/>
                <a:moveTo>
                  <a:pt x="125806" y="186447"/>
                </a:moveTo>
                <a:lnTo>
                  <a:pt x="127712" y="187919"/>
                </a:lnTo>
                <a:lnTo>
                  <a:pt x="124853" y="187183"/>
                </a:lnTo>
                <a:close/>
                <a:moveTo>
                  <a:pt x="82223" y="170994"/>
                </a:moveTo>
                <a:lnTo>
                  <a:pt x="83379" y="172242"/>
                </a:lnTo>
                <a:lnTo>
                  <a:pt x="81646" y="171618"/>
                </a:lnTo>
                <a:close/>
                <a:moveTo>
                  <a:pt x="31629" y="306282"/>
                </a:moveTo>
                <a:lnTo>
                  <a:pt x="32384" y="307644"/>
                </a:lnTo>
                <a:lnTo>
                  <a:pt x="31251" y="306963"/>
                </a:lnTo>
                <a:close/>
                <a:moveTo>
                  <a:pt x="50037" y="250229"/>
                </a:moveTo>
                <a:lnTo>
                  <a:pt x="50713" y="251827"/>
                </a:lnTo>
                <a:lnTo>
                  <a:pt x="49699" y="251028"/>
                </a:lnTo>
                <a:close/>
                <a:moveTo>
                  <a:pt x="27645" y="40805"/>
                </a:moveTo>
                <a:lnTo>
                  <a:pt x="28803" y="42078"/>
                </a:lnTo>
                <a:lnTo>
                  <a:pt x="27066" y="41442"/>
                </a:lnTo>
                <a:close/>
                <a:moveTo>
                  <a:pt x="20908" y="90266"/>
                </a:moveTo>
                <a:lnTo>
                  <a:pt x="22182" y="91701"/>
                </a:lnTo>
                <a:lnTo>
                  <a:pt x="20271" y="90983"/>
                </a:lnTo>
                <a:close/>
                <a:moveTo>
                  <a:pt x="59035" y="337120"/>
                </a:moveTo>
                <a:lnTo>
                  <a:pt x="59553" y="338719"/>
                </a:lnTo>
                <a:lnTo>
                  <a:pt x="58776" y="337920"/>
                </a:lnTo>
                <a:close/>
                <a:moveTo>
                  <a:pt x="83896" y="171662"/>
                </a:moveTo>
                <a:lnTo>
                  <a:pt x="85430" y="173222"/>
                </a:lnTo>
                <a:lnTo>
                  <a:pt x="83129" y="172442"/>
                </a:lnTo>
                <a:close/>
                <a:moveTo>
                  <a:pt x="137994" y="324588"/>
                </a:moveTo>
                <a:lnTo>
                  <a:pt x="138780" y="325767"/>
                </a:lnTo>
                <a:lnTo>
                  <a:pt x="137600" y="325178"/>
                </a:lnTo>
                <a:close/>
                <a:moveTo>
                  <a:pt x="64979" y="276436"/>
                </a:moveTo>
                <a:lnTo>
                  <a:pt x="65927" y="277531"/>
                </a:lnTo>
                <a:lnTo>
                  <a:pt x="64505" y="276984"/>
                </a:lnTo>
                <a:close/>
                <a:moveTo>
                  <a:pt x="128050" y="14924"/>
                </a:moveTo>
                <a:lnTo>
                  <a:pt x="128851" y="16318"/>
                </a:lnTo>
                <a:lnTo>
                  <a:pt x="127650" y="15621"/>
                </a:lnTo>
                <a:close/>
                <a:moveTo>
                  <a:pt x="77724" y="239623"/>
                </a:moveTo>
                <a:lnTo>
                  <a:pt x="78946" y="240067"/>
                </a:lnTo>
                <a:lnTo>
                  <a:pt x="77113" y="239845"/>
                </a:lnTo>
                <a:close/>
                <a:moveTo>
                  <a:pt x="53132" y="137112"/>
                </a:moveTo>
                <a:lnTo>
                  <a:pt x="54630" y="138247"/>
                </a:lnTo>
                <a:lnTo>
                  <a:pt x="52382" y="137680"/>
                </a:lnTo>
                <a:close/>
                <a:moveTo>
                  <a:pt x="117458" y="225071"/>
                </a:moveTo>
                <a:lnTo>
                  <a:pt x="118720" y="225514"/>
                </a:lnTo>
                <a:lnTo>
                  <a:pt x="116827" y="225292"/>
                </a:lnTo>
                <a:close/>
                <a:moveTo>
                  <a:pt x="27256" y="74903"/>
                </a:moveTo>
                <a:lnTo>
                  <a:pt x="28428" y="76419"/>
                </a:lnTo>
                <a:lnTo>
                  <a:pt x="26670" y="75661"/>
                </a:lnTo>
                <a:close/>
                <a:moveTo>
                  <a:pt x="51835" y="194344"/>
                </a:moveTo>
                <a:lnTo>
                  <a:pt x="52725" y="195833"/>
                </a:lnTo>
                <a:lnTo>
                  <a:pt x="51390" y="195089"/>
                </a:lnTo>
                <a:close/>
                <a:moveTo>
                  <a:pt x="46734" y="277728"/>
                </a:moveTo>
                <a:lnTo>
                  <a:pt x="47243" y="278716"/>
                </a:lnTo>
                <a:lnTo>
                  <a:pt x="46480" y="278222"/>
                </a:lnTo>
                <a:close/>
                <a:moveTo>
                  <a:pt x="143562" y="119444"/>
                </a:moveTo>
                <a:lnTo>
                  <a:pt x="145452" y="120941"/>
                </a:lnTo>
                <a:lnTo>
                  <a:pt x="142617" y="120193"/>
                </a:lnTo>
                <a:close/>
                <a:moveTo>
                  <a:pt x="44505" y="174601"/>
                </a:moveTo>
                <a:lnTo>
                  <a:pt x="46602" y="175839"/>
                </a:lnTo>
                <a:lnTo>
                  <a:pt x="43457" y="175220"/>
                </a:lnTo>
                <a:close/>
                <a:moveTo>
                  <a:pt x="112301" y="74152"/>
                </a:moveTo>
                <a:lnTo>
                  <a:pt x="114361" y="75220"/>
                </a:lnTo>
                <a:lnTo>
                  <a:pt x="111272" y="74686"/>
                </a:lnTo>
                <a:close/>
                <a:moveTo>
                  <a:pt x="26530" y="141337"/>
                </a:moveTo>
                <a:lnTo>
                  <a:pt x="26985" y="142717"/>
                </a:lnTo>
                <a:lnTo>
                  <a:pt x="26303" y="142027"/>
                </a:lnTo>
                <a:close/>
                <a:moveTo>
                  <a:pt x="37779" y="318428"/>
                </a:moveTo>
                <a:lnTo>
                  <a:pt x="39373" y="319311"/>
                </a:lnTo>
                <a:lnTo>
                  <a:pt x="36982" y="318870"/>
                </a:lnTo>
                <a:close/>
                <a:moveTo>
                  <a:pt x="134359" y="54538"/>
                </a:moveTo>
                <a:lnTo>
                  <a:pt x="135503" y="55836"/>
                </a:lnTo>
                <a:lnTo>
                  <a:pt x="133786" y="55187"/>
                </a:lnTo>
                <a:close/>
                <a:moveTo>
                  <a:pt x="53462" y="219812"/>
                </a:moveTo>
                <a:lnTo>
                  <a:pt x="53994" y="220942"/>
                </a:lnTo>
                <a:lnTo>
                  <a:pt x="53196" y="220377"/>
                </a:lnTo>
                <a:close/>
                <a:moveTo>
                  <a:pt x="142086" y="146103"/>
                </a:moveTo>
                <a:lnTo>
                  <a:pt x="142481" y="146596"/>
                </a:lnTo>
                <a:lnTo>
                  <a:pt x="141888" y="146350"/>
                </a:lnTo>
                <a:close/>
                <a:moveTo>
                  <a:pt x="35002" y="36243"/>
                </a:moveTo>
                <a:lnTo>
                  <a:pt x="35854" y="37402"/>
                </a:lnTo>
                <a:lnTo>
                  <a:pt x="34576" y="36822"/>
                </a:lnTo>
                <a:close/>
                <a:moveTo>
                  <a:pt x="61317" y="157453"/>
                </a:moveTo>
                <a:lnTo>
                  <a:pt x="63462" y="158304"/>
                </a:lnTo>
                <a:lnTo>
                  <a:pt x="60245" y="157878"/>
                </a:lnTo>
                <a:close/>
                <a:moveTo>
                  <a:pt x="100059" y="126594"/>
                </a:moveTo>
                <a:lnTo>
                  <a:pt x="101737" y="127563"/>
                </a:lnTo>
                <a:lnTo>
                  <a:pt x="99220" y="127078"/>
                </a:lnTo>
                <a:close/>
                <a:moveTo>
                  <a:pt x="127290" y="6867"/>
                </a:moveTo>
                <a:lnTo>
                  <a:pt x="128592" y="8615"/>
                </a:lnTo>
                <a:lnTo>
                  <a:pt x="126639" y="7741"/>
                </a:lnTo>
                <a:close/>
                <a:moveTo>
                  <a:pt x="22085" y="257619"/>
                </a:moveTo>
                <a:lnTo>
                  <a:pt x="22656" y="259175"/>
                </a:lnTo>
                <a:lnTo>
                  <a:pt x="21800" y="258397"/>
                </a:lnTo>
                <a:close/>
                <a:moveTo>
                  <a:pt x="48588" y="365258"/>
                </a:moveTo>
                <a:lnTo>
                  <a:pt x="50577" y="365989"/>
                </a:lnTo>
                <a:lnTo>
                  <a:pt x="47593" y="365624"/>
                </a:lnTo>
                <a:close/>
                <a:moveTo>
                  <a:pt x="137666" y="348779"/>
                </a:moveTo>
                <a:lnTo>
                  <a:pt x="139386" y="349509"/>
                </a:lnTo>
                <a:lnTo>
                  <a:pt x="136806" y="349144"/>
                </a:lnTo>
                <a:close/>
                <a:moveTo>
                  <a:pt x="76732" y="315641"/>
                </a:moveTo>
                <a:lnTo>
                  <a:pt x="77385" y="316981"/>
                </a:lnTo>
                <a:lnTo>
                  <a:pt x="76406" y="316311"/>
                </a:lnTo>
                <a:close/>
                <a:moveTo>
                  <a:pt x="43203" y="330026"/>
                </a:moveTo>
                <a:lnTo>
                  <a:pt x="43780" y="330549"/>
                </a:lnTo>
                <a:lnTo>
                  <a:pt x="42914" y="330287"/>
                </a:lnTo>
                <a:close/>
                <a:moveTo>
                  <a:pt x="134663" y="227370"/>
                </a:moveTo>
                <a:lnTo>
                  <a:pt x="136340" y="228503"/>
                </a:lnTo>
                <a:lnTo>
                  <a:pt x="133825" y="227936"/>
                </a:lnTo>
                <a:close/>
                <a:moveTo>
                  <a:pt x="143616" y="391526"/>
                </a:moveTo>
                <a:lnTo>
                  <a:pt x="144799" y="392461"/>
                </a:lnTo>
                <a:lnTo>
                  <a:pt x="143024" y="391993"/>
                </a:lnTo>
                <a:close/>
                <a:moveTo>
                  <a:pt x="102240" y="194706"/>
                </a:moveTo>
                <a:lnTo>
                  <a:pt x="103725" y="196075"/>
                </a:lnTo>
                <a:lnTo>
                  <a:pt x="101498" y="195391"/>
                </a:lnTo>
                <a:close/>
                <a:moveTo>
                  <a:pt x="138420" y="68959"/>
                </a:moveTo>
                <a:lnTo>
                  <a:pt x="139815" y="70484"/>
                </a:lnTo>
                <a:lnTo>
                  <a:pt x="137722" y="69721"/>
                </a:lnTo>
                <a:close/>
                <a:moveTo>
                  <a:pt x="39678" y="216192"/>
                </a:moveTo>
                <a:lnTo>
                  <a:pt x="41402" y="217259"/>
                </a:lnTo>
                <a:lnTo>
                  <a:pt x="38815" y="216726"/>
                </a:lnTo>
                <a:close/>
                <a:moveTo>
                  <a:pt x="88682" y="159459"/>
                </a:moveTo>
                <a:lnTo>
                  <a:pt x="89383" y="160594"/>
                </a:lnTo>
                <a:lnTo>
                  <a:pt x="88332" y="160026"/>
                </a:lnTo>
                <a:close/>
                <a:moveTo>
                  <a:pt x="5510" y="142222"/>
                </a:moveTo>
                <a:lnTo>
                  <a:pt x="6220" y="143847"/>
                </a:lnTo>
                <a:lnTo>
                  <a:pt x="5154" y="143035"/>
                </a:lnTo>
                <a:close/>
                <a:moveTo>
                  <a:pt x="6896" y="236201"/>
                </a:moveTo>
                <a:lnTo>
                  <a:pt x="7535" y="236618"/>
                </a:lnTo>
                <a:lnTo>
                  <a:pt x="6577" y="236409"/>
                </a:lnTo>
                <a:close/>
                <a:moveTo>
                  <a:pt x="109312" y="257181"/>
                </a:moveTo>
                <a:lnTo>
                  <a:pt x="109869" y="258275"/>
                </a:lnTo>
                <a:lnTo>
                  <a:pt x="109034" y="257728"/>
                </a:lnTo>
                <a:close/>
                <a:moveTo>
                  <a:pt x="71396" y="251515"/>
                </a:moveTo>
                <a:lnTo>
                  <a:pt x="72482" y="253232"/>
                </a:lnTo>
                <a:lnTo>
                  <a:pt x="70854" y="252374"/>
                </a:lnTo>
                <a:close/>
                <a:moveTo>
                  <a:pt x="75587" y="115617"/>
                </a:moveTo>
                <a:lnTo>
                  <a:pt x="77485" y="117214"/>
                </a:lnTo>
                <a:lnTo>
                  <a:pt x="74639" y="116415"/>
                </a:lnTo>
                <a:close/>
                <a:moveTo>
                  <a:pt x="95356" y="2096"/>
                </a:moveTo>
                <a:lnTo>
                  <a:pt x="96907" y="3018"/>
                </a:lnTo>
                <a:lnTo>
                  <a:pt x="94580" y="2557"/>
                </a:lnTo>
                <a:close/>
                <a:moveTo>
                  <a:pt x="21019" y="172380"/>
                </a:moveTo>
                <a:lnTo>
                  <a:pt x="22418" y="173048"/>
                </a:lnTo>
                <a:lnTo>
                  <a:pt x="20320" y="172714"/>
                </a:lnTo>
                <a:close/>
                <a:moveTo>
                  <a:pt x="85077" y="177462"/>
                </a:moveTo>
                <a:lnTo>
                  <a:pt x="86512" y="178867"/>
                </a:lnTo>
                <a:lnTo>
                  <a:pt x="84360" y="178165"/>
                </a:lnTo>
                <a:close/>
                <a:moveTo>
                  <a:pt x="124612" y="112482"/>
                </a:moveTo>
                <a:lnTo>
                  <a:pt x="125974" y="113769"/>
                </a:lnTo>
                <a:lnTo>
                  <a:pt x="123931" y="113125"/>
                </a:lnTo>
                <a:close/>
                <a:moveTo>
                  <a:pt x="54355" y="34316"/>
                </a:moveTo>
                <a:lnTo>
                  <a:pt x="56003" y="35825"/>
                </a:lnTo>
                <a:lnTo>
                  <a:pt x="53531" y="35070"/>
                </a:lnTo>
                <a:close/>
                <a:moveTo>
                  <a:pt x="57601" y="41104"/>
                </a:moveTo>
                <a:lnTo>
                  <a:pt x="58163" y="41557"/>
                </a:lnTo>
                <a:lnTo>
                  <a:pt x="57320" y="41330"/>
                </a:lnTo>
                <a:close/>
                <a:moveTo>
                  <a:pt x="83917" y="381686"/>
                </a:moveTo>
                <a:lnTo>
                  <a:pt x="84272" y="383052"/>
                </a:lnTo>
                <a:lnTo>
                  <a:pt x="83739" y="382369"/>
                </a:lnTo>
                <a:close/>
                <a:moveTo>
                  <a:pt x="132931" y="210651"/>
                </a:moveTo>
                <a:lnTo>
                  <a:pt x="133642" y="212010"/>
                </a:lnTo>
                <a:lnTo>
                  <a:pt x="132576" y="211330"/>
                </a:lnTo>
                <a:close/>
                <a:moveTo>
                  <a:pt x="126823" y="222908"/>
                </a:moveTo>
                <a:lnTo>
                  <a:pt x="128247" y="224355"/>
                </a:lnTo>
                <a:lnTo>
                  <a:pt x="126111" y="223631"/>
                </a:lnTo>
                <a:close/>
                <a:moveTo>
                  <a:pt x="143517" y="335854"/>
                </a:moveTo>
                <a:lnTo>
                  <a:pt x="144040" y="337219"/>
                </a:lnTo>
                <a:lnTo>
                  <a:pt x="143255" y="336537"/>
                </a:lnTo>
                <a:close/>
                <a:moveTo>
                  <a:pt x="87755" y="375294"/>
                </a:moveTo>
                <a:lnTo>
                  <a:pt x="88948" y="376911"/>
                </a:lnTo>
                <a:lnTo>
                  <a:pt x="87158" y="376103"/>
                </a:lnTo>
                <a:close/>
                <a:moveTo>
                  <a:pt x="4176" y="271066"/>
                </a:moveTo>
                <a:lnTo>
                  <a:pt x="6162" y="272530"/>
                </a:lnTo>
                <a:lnTo>
                  <a:pt x="3182" y="271798"/>
                </a:lnTo>
                <a:close/>
                <a:moveTo>
                  <a:pt x="31374" y="208009"/>
                </a:moveTo>
                <a:lnTo>
                  <a:pt x="32731" y="209609"/>
                </a:lnTo>
                <a:lnTo>
                  <a:pt x="30696" y="208809"/>
                </a:lnTo>
                <a:close/>
                <a:moveTo>
                  <a:pt x="118510" y="105527"/>
                </a:moveTo>
                <a:lnTo>
                  <a:pt x="120684" y="106947"/>
                </a:lnTo>
                <a:lnTo>
                  <a:pt x="117423" y="106237"/>
                </a:lnTo>
                <a:close/>
                <a:moveTo>
                  <a:pt x="91037" y="16078"/>
                </a:moveTo>
                <a:lnTo>
                  <a:pt x="92094" y="16655"/>
                </a:lnTo>
                <a:lnTo>
                  <a:pt x="90509" y="16367"/>
                </a:lnTo>
                <a:close/>
                <a:moveTo>
                  <a:pt x="20628" y="27068"/>
                </a:moveTo>
                <a:lnTo>
                  <a:pt x="22543" y="27883"/>
                </a:lnTo>
                <a:lnTo>
                  <a:pt x="19671" y="27476"/>
                </a:lnTo>
                <a:close/>
                <a:moveTo>
                  <a:pt x="100749" y="78800"/>
                </a:moveTo>
                <a:lnTo>
                  <a:pt x="102246" y="79691"/>
                </a:lnTo>
                <a:lnTo>
                  <a:pt x="100001" y="79246"/>
                </a:lnTo>
                <a:close/>
                <a:moveTo>
                  <a:pt x="93833" y="192029"/>
                </a:moveTo>
                <a:lnTo>
                  <a:pt x="95878" y="193312"/>
                </a:lnTo>
                <a:lnTo>
                  <a:pt x="92811" y="192670"/>
                </a:lnTo>
                <a:close/>
                <a:moveTo>
                  <a:pt x="112161" y="269999"/>
                </a:moveTo>
                <a:lnTo>
                  <a:pt x="112645" y="270958"/>
                </a:lnTo>
                <a:lnTo>
                  <a:pt x="111918" y="270478"/>
                </a:lnTo>
                <a:close/>
                <a:moveTo>
                  <a:pt x="104992" y="139942"/>
                </a:moveTo>
                <a:lnTo>
                  <a:pt x="106826" y="141716"/>
                </a:lnTo>
                <a:lnTo>
                  <a:pt x="104075" y="140829"/>
                </a:lnTo>
                <a:close/>
                <a:moveTo>
                  <a:pt x="45458" y="221713"/>
                </a:moveTo>
                <a:lnTo>
                  <a:pt x="46129" y="222898"/>
                </a:lnTo>
                <a:lnTo>
                  <a:pt x="45122" y="222306"/>
                </a:lnTo>
                <a:close/>
                <a:moveTo>
                  <a:pt x="34961" y="210538"/>
                </a:moveTo>
                <a:lnTo>
                  <a:pt x="36342" y="211276"/>
                </a:lnTo>
                <a:lnTo>
                  <a:pt x="34271" y="210907"/>
                </a:lnTo>
                <a:close/>
                <a:moveTo>
                  <a:pt x="97109" y="33870"/>
                </a:moveTo>
                <a:lnTo>
                  <a:pt x="98070" y="34187"/>
                </a:lnTo>
                <a:lnTo>
                  <a:pt x="96628" y="34028"/>
                </a:lnTo>
                <a:close/>
                <a:moveTo>
                  <a:pt x="19202" y="37405"/>
                </a:moveTo>
                <a:lnTo>
                  <a:pt x="19603" y="37730"/>
                </a:lnTo>
                <a:lnTo>
                  <a:pt x="19001" y="37568"/>
                </a:lnTo>
                <a:close/>
                <a:moveTo>
                  <a:pt x="32516" y="357459"/>
                </a:moveTo>
                <a:lnTo>
                  <a:pt x="34677" y="358347"/>
                </a:lnTo>
                <a:lnTo>
                  <a:pt x="31435" y="357903"/>
                </a:lnTo>
                <a:close/>
                <a:moveTo>
                  <a:pt x="96129" y="138601"/>
                </a:moveTo>
                <a:lnTo>
                  <a:pt x="98055" y="139986"/>
                </a:lnTo>
                <a:lnTo>
                  <a:pt x="95166" y="139294"/>
                </a:lnTo>
                <a:close/>
                <a:moveTo>
                  <a:pt x="86639" y="260927"/>
                </a:moveTo>
                <a:lnTo>
                  <a:pt x="88404" y="261515"/>
                </a:lnTo>
                <a:lnTo>
                  <a:pt x="85756" y="261221"/>
                </a:lnTo>
                <a:close/>
                <a:moveTo>
                  <a:pt x="103758" y="376002"/>
                </a:moveTo>
                <a:lnTo>
                  <a:pt x="105333" y="377044"/>
                </a:lnTo>
                <a:lnTo>
                  <a:pt x="102971" y="376523"/>
                </a:lnTo>
                <a:close/>
                <a:moveTo>
                  <a:pt x="123281" y="110795"/>
                </a:moveTo>
                <a:lnTo>
                  <a:pt x="123909" y="112017"/>
                </a:lnTo>
                <a:lnTo>
                  <a:pt x="122967" y="111406"/>
                </a:lnTo>
                <a:close/>
                <a:moveTo>
                  <a:pt x="39961" y="155890"/>
                </a:moveTo>
                <a:lnTo>
                  <a:pt x="41280" y="157641"/>
                </a:lnTo>
                <a:lnTo>
                  <a:pt x="39302" y="156766"/>
                </a:lnTo>
                <a:close/>
                <a:moveTo>
                  <a:pt x="65430" y="247624"/>
                </a:moveTo>
                <a:lnTo>
                  <a:pt x="65972" y="248609"/>
                </a:lnTo>
                <a:lnTo>
                  <a:pt x="65159" y="248117"/>
                </a:lnTo>
                <a:close/>
                <a:moveTo>
                  <a:pt x="132753" y="117653"/>
                </a:moveTo>
                <a:lnTo>
                  <a:pt x="134645" y="118459"/>
                </a:lnTo>
                <a:lnTo>
                  <a:pt x="131808" y="118056"/>
                </a:lnTo>
                <a:close/>
                <a:moveTo>
                  <a:pt x="58144" y="133367"/>
                </a:moveTo>
                <a:lnTo>
                  <a:pt x="58583" y="135074"/>
                </a:lnTo>
                <a:lnTo>
                  <a:pt x="57925" y="134221"/>
                </a:lnTo>
                <a:close/>
                <a:moveTo>
                  <a:pt x="38710" y="366056"/>
                </a:moveTo>
                <a:lnTo>
                  <a:pt x="39252" y="367526"/>
                </a:lnTo>
                <a:lnTo>
                  <a:pt x="38439" y="366791"/>
                </a:lnTo>
                <a:close/>
                <a:moveTo>
                  <a:pt x="76557" y="160489"/>
                </a:moveTo>
                <a:lnTo>
                  <a:pt x="78149" y="161820"/>
                </a:lnTo>
                <a:lnTo>
                  <a:pt x="75761" y="161154"/>
                </a:lnTo>
                <a:close/>
                <a:moveTo>
                  <a:pt x="141513" y="366790"/>
                </a:moveTo>
                <a:lnTo>
                  <a:pt x="143575" y="367356"/>
                </a:lnTo>
                <a:lnTo>
                  <a:pt x="140482" y="367073"/>
                </a:lnTo>
                <a:close/>
                <a:moveTo>
                  <a:pt x="61329" y="134951"/>
                </a:moveTo>
                <a:lnTo>
                  <a:pt x="62065" y="135976"/>
                </a:lnTo>
                <a:lnTo>
                  <a:pt x="60961" y="135464"/>
                </a:lnTo>
                <a:close/>
                <a:moveTo>
                  <a:pt x="35543" y="221269"/>
                </a:moveTo>
                <a:lnTo>
                  <a:pt x="37642" y="222468"/>
                </a:lnTo>
                <a:lnTo>
                  <a:pt x="34494" y="221868"/>
                </a:lnTo>
                <a:close/>
                <a:moveTo>
                  <a:pt x="100425" y="162467"/>
                </a:moveTo>
                <a:lnTo>
                  <a:pt x="101161" y="163433"/>
                </a:lnTo>
                <a:lnTo>
                  <a:pt x="100057" y="162950"/>
                </a:lnTo>
                <a:close/>
                <a:moveTo>
                  <a:pt x="82916" y="177464"/>
                </a:moveTo>
                <a:lnTo>
                  <a:pt x="84483" y="179107"/>
                </a:lnTo>
                <a:lnTo>
                  <a:pt x="82133" y="178285"/>
                </a:lnTo>
                <a:close/>
                <a:moveTo>
                  <a:pt x="41640" y="181931"/>
                </a:moveTo>
                <a:lnTo>
                  <a:pt x="43198" y="183703"/>
                </a:lnTo>
                <a:lnTo>
                  <a:pt x="40861" y="182817"/>
                </a:lnTo>
                <a:close/>
                <a:moveTo>
                  <a:pt x="54441" y="324642"/>
                </a:moveTo>
                <a:lnTo>
                  <a:pt x="55045" y="325280"/>
                </a:lnTo>
                <a:lnTo>
                  <a:pt x="54139" y="324961"/>
                </a:lnTo>
                <a:close/>
                <a:moveTo>
                  <a:pt x="11642" y="192456"/>
                </a:moveTo>
                <a:lnTo>
                  <a:pt x="13262" y="194098"/>
                </a:lnTo>
                <a:lnTo>
                  <a:pt x="10832" y="193277"/>
                </a:lnTo>
                <a:close/>
                <a:moveTo>
                  <a:pt x="27303" y="26943"/>
                </a:moveTo>
                <a:lnTo>
                  <a:pt x="28912" y="27688"/>
                </a:lnTo>
                <a:lnTo>
                  <a:pt x="26498" y="27316"/>
                </a:lnTo>
                <a:close/>
                <a:moveTo>
                  <a:pt x="124819" y="299599"/>
                </a:moveTo>
                <a:lnTo>
                  <a:pt x="125751" y="301172"/>
                </a:lnTo>
                <a:lnTo>
                  <a:pt x="124353" y="300386"/>
                </a:lnTo>
                <a:close/>
                <a:moveTo>
                  <a:pt x="140784" y="314170"/>
                </a:moveTo>
                <a:lnTo>
                  <a:pt x="142741" y="315219"/>
                </a:lnTo>
                <a:lnTo>
                  <a:pt x="139805" y="314695"/>
                </a:lnTo>
                <a:close/>
                <a:moveTo>
                  <a:pt x="97037" y="391296"/>
                </a:moveTo>
                <a:lnTo>
                  <a:pt x="99009" y="391884"/>
                </a:lnTo>
                <a:lnTo>
                  <a:pt x="96051" y="391590"/>
                </a:lnTo>
                <a:close/>
                <a:moveTo>
                  <a:pt x="44216" y="204283"/>
                </a:moveTo>
                <a:lnTo>
                  <a:pt x="45165" y="206031"/>
                </a:lnTo>
                <a:lnTo>
                  <a:pt x="43741" y="205157"/>
                </a:lnTo>
                <a:close/>
                <a:moveTo>
                  <a:pt x="32059" y="280350"/>
                </a:moveTo>
                <a:lnTo>
                  <a:pt x="32936" y="280890"/>
                </a:lnTo>
                <a:lnTo>
                  <a:pt x="31621" y="280620"/>
                </a:lnTo>
                <a:close/>
                <a:moveTo>
                  <a:pt x="122232" y="328733"/>
                </a:moveTo>
                <a:lnTo>
                  <a:pt x="123182" y="330119"/>
                </a:lnTo>
                <a:lnTo>
                  <a:pt x="121756" y="329426"/>
                </a:lnTo>
                <a:close/>
                <a:moveTo>
                  <a:pt x="5475" y="282428"/>
                </a:moveTo>
                <a:lnTo>
                  <a:pt x="6801" y="283191"/>
                </a:lnTo>
                <a:lnTo>
                  <a:pt x="4812" y="282810"/>
                </a:lnTo>
                <a:close/>
                <a:moveTo>
                  <a:pt x="129307" y="263709"/>
                </a:moveTo>
                <a:lnTo>
                  <a:pt x="129852" y="264072"/>
                </a:lnTo>
                <a:lnTo>
                  <a:pt x="129034" y="263891"/>
                </a:lnTo>
                <a:close/>
                <a:moveTo>
                  <a:pt x="7499" y="255330"/>
                </a:moveTo>
                <a:lnTo>
                  <a:pt x="9487" y="256511"/>
                </a:lnTo>
                <a:lnTo>
                  <a:pt x="6505" y="255921"/>
                </a:lnTo>
                <a:close/>
                <a:moveTo>
                  <a:pt x="123217" y="296033"/>
                </a:moveTo>
                <a:lnTo>
                  <a:pt x="123665" y="297665"/>
                </a:lnTo>
                <a:lnTo>
                  <a:pt x="122993" y="296849"/>
                </a:lnTo>
                <a:close/>
                <a:moveTo>
                  <a:pt x="138893" y="366358"/>
                </a:moveTo>
                <a:lnTo>
                  <a:pt x="139583" y="366704"/>
                </a:lnTo>
                <a:lnTo>
                  <a:pt x="138547" y="366531"/>
                </a:lnTo>
                <a:close/>
                <a:moveTo>
                  <a:pt x="42751" y="306029"/>
                </a:moveTo>
                <a:lnTo>
                  <a:pt x="43468" y="306677"/>
                </a:lnTo>
                <a:lnTo>
                  <a:pt x="42393" y="306353"/>
                </a:lnTo>
                <a:close/>
                <a:moveTo>
                  <a:pt x="86756" y="298239"/>
                </a:moveTo>
                <a:lnTo>
                  <a:pt x="88807" y="298983"/>
                </a:lnTo>
                <a:lnTo>
                  <a:pt x="85731" y="298611"/>
                </a:lnTo>
                <a:close/>
                <a:moveTo>
                  <a:pt x="36609" y="141624"/>
                </a:moveTo>
                <a:lnTo>
                  <a:pt x="38551" y="142201"/>
                </a:lnTo>
                <a:lnTo>
                  <a:pt x="35638" y="141913"/>
                </a:lnTo>
                <a:close/>
                <a:moveTo>
                  <a:pt x="106832" y="367971"/>
                </a:moveTo>
                <a:lnTo>
                  <a:pt x="108811" y="369349"/>
                </a:lnTo>
                <a:lnTo>
                  <a:pt x="105842" y="368660"/>
                </a:lnTo>
                <a:close/>
                <a:moveTo>
                  <a:pt x="101284" y="243341"/>
                </a:moveTo>
                <a:lnTo>
                  <a:pt x="101846" y="244673"/>
                </a:lnTo>
                <a:lnTo>
                  <a:pt x="101003" y="244007"/>
                </a:lnTo>
                <a:close/>
                <a:moveTo>
                  <a:pt x="85011" y="381469"/>
                </a:moveTo>
                <a:lnTo>
                  <a:pt x="86832" y="382620"/>
                </a:lnTo>
                <a:lnTo>
                  <a:pt x="84101" y="382044"/>
                </a:lnTo>
                <a:close/>
                <a:moveTo>
                  <a:pt x="3507" y="145995"/>
                </a:moveTo>
                <a:lnTo>
                  <a:pt x="5480" y="146716"/>
                </a:lnTo>
                <a:lnTo>
                  <a:pt x="2521" y="146355"/>
                </a:lnTo>
                <a:close/>
                <a:moveTo>
                  <a:pt x="37352" y="275778"/>
                </a:moveTo>
                <a:lnTo>
                  <a:pt x="38226" y="276147"/>
                </a:lnTo>
                <a:lnTo>
                  <a:pt x="36915" y="275962"/>
                </a:lnTo>
                <a:close/>
                <a:moveTo>
                  <a:pt x="93073" y="229017"/>
                </a:moveTo>
                <a:lnTo>
                  <a:pt x="95271" y="230746"/>
                </a:lnTo>
                <a:lnTo>
                  <a:pt x="91974" y="229881"/>
                </a:lnTo>
                <a:close/>
                <a:moveTo>
                  <a:pt x="110895" y="30340"/>
                </a:moveTo>
                <a:lnTo>
                  <a:pt x="113007" y="30886"/>
                </a:lnTo>
                <a:lnTo>
                  <a:pt x="109839" y="30613"/>
                </a:lnTo>
                <a:close/>
                <a:moveTo>
                  <a:pt x="19025" y="308343"/>
                </a:moveTo>
                <a:lnTo>
                  <a:pt x="20007" y="309152"/>
                </a:lnTo>
                <a:lnTo>
                  <a:pt x="18534" y="308747"/>
                </a:lnTo>
                <a:close/>
                <a:moveTo>
                  <a:pt x="83361" y="198360"/>
                </a:moveTo>
                <a:lnTo>
                  <a:pt x="85218" y="198742"/>
                </a:lnTo>
                <a:lnTo>
                  <a:pt x="82433" y="198551"/>
                </a:lnTo>
                <a:close/>
                <a:moveTo>
                  <a:pt x="142277" y="221764"/>
                </a:moveTo>
                <a:lnTo>
                  <a:pt x="143757" y="222743"/>
                </a:lnTo>
                <a:lnTo>
                  <a:pt x="141537" y="222253"/>
                </a:lnTo>
                <a:close/>
                <a:moveTo>
                  <a:pt x="118668" y="303928"/>
                </a:moveTo>
                <a:lnTo>
                  <a:pt x="119394" y="304505"/>
                </a:lnTo>
                <a:lnTo>
                  <a:pt x="118305" y="304216"/>
                </a:lnTo>
                <a:close/>
                <a:moveTo>
                  <a:pt x="61322" y="191145"/>
                </a:moveTo>
                <a:lnTo>
                  <a:pt x="63043" y="191713"/>
                </a:lnTo>
                <a:lnTo>
                  <a:pt x="60462" y="191429"/>
                </a:lnTo>
                <a:close/>
                <a:moveTo>
                  <a:pt x="69496" y="92301"/>
                </a:moveTo>
                <a:lnTo>
                  <a:pt x="71461" y="93287"/>
                </a:lnTo>
                <a:lnTo>
                  <a:pt x="68514" y="92794"/>
                </a:lnTo>
                <a:close/>
                <a:moveTo>
                  <a:pt x="103566" y="327760"/>
                </a:moveTo>
                <a:lnTo>
                  <a:pt x="104591" y="328713"/>
                </a:lnTo>
                <a:lnTo>
                  <a:pt x="103054" y="328237"/>
                </a:lnTo>
                <a:close/>
                <a:moveTo>
                  <a:pt x="110986" y="57127"/>
                </a:moveTo>
                <a:lnTo>
                  <a:pt x="111352" y="57841"/>
                </a:lnTo>
                <a:lnTo>
                  <a:pt x="110803" y="57484"/>
                </a:lnTo>
                <a:close/>
                <a:moveTo>
                  <a:pt x="127372" y="219961"/>
                </a:moveTo>
                <a:lnTo>
                  <a:pt x="127901" y="221175"/>
                </a:lnTo>
                <a:lnTo>
                  <a:pt x="127107" y="220568"/>
                </a:lnTo>
                <a:close/>
                <a:moveTo>
                  <a:pt x="42834" y="218204"/>
                </a:moveTo>
                <a:lnTo>
                  <a:pt x="44065" y="219383"/>
                </a:lnTo>
                <a:lnTo>
                  <a:pt x="42218" y="218794"/>
                </a:lnTo>
                <a:close/>
                <a:moveTo>
                  <a:pt x="140119" y="153446"/>
                </a:moveTo>
                <a:lnTo>
                  <a:pt x="141449" y="154834"/>
                </a:lnTo>
                <a:lnTo>
                  <a:pt x="139454" y="154140"/>
                </a:lnTo>
                <a:close/>
                <a:moveTo>
                  <a:pt x="133451" y="304128"/>
                </a:moveTo>
                <a:lnTo>
                  <a:pt x="133811" y="305448"/>
                </a:lnTo>
                <a:lnTo>
                  <a:pt x="133270" y="304788"/>
                </a:lnTo>
                <a:close/>
                <a:moveTo>
                  <a:pt x="90906" y="121928"/>
                </a:moveTo>
                <a:lnTo>
                  <a:pt x="91482" y="123279"/>
                </a:lnTo>
                <a:lnTo>
                  <a:pt x="90618" y="122604"/>
                </a:lnTo>
                <a:close/>
                <a:moveTo>
                  <a:pt x="57278" y="230608"/>
                </a:moveTo>
                <a:lnTo>
                  <a:pt x="58834" y="232324"/>
                </a:lnTo>
                <a:lnTo>
                  <a:pt x="56500" y="231466"/>
                </a:lnTo>
                <a:close/>
                <a:moveTo>
                  <a:pt x="58919" y="334582"/>
                </a:moveTo>
                <a:lnTo>
                  <a:pt x="59357" y="335028"/>
                </a:lnTo>
                <a:lnTo>
                  <a:pt x="58701" y="334805"/>
                </a:lnTo>
                <a:close/>
                <a:moveTo>
                  <a:pt x="47368" y="108963"/>
                </a:moveTo>
                <a:lnTo>
                  <a:pt x="48585" y="110073"/>
                </a:lnTo>
                <a:lnTo>
                  <a:pt x="46760" y="109518"/>
                </a:lnTo>
                <a:close/>
                <a:moveTo>
                  <a:pt x="119978" y="198770"/>
                </a:moveTo>
                <a:lnTo>
                  <a:pt x="121840" y="199678"/>
                </a:lnTo>
                <a:lnTo>
                  <a:pt x="119047" y="199224"/>
                </a:lnTo>
                <a:close/>
                <a:moveTo>
                  <a:pt x="37815" y="284665"/>
                </a:moveTo>
                <a:lnTo>
                  <a:pt x="39229" y="286085"/>
                </a:lnTo>
                <a:lnTo>
                  <a:pt x="37108" y="285375"/>
                </a:lnTo>
                <a:close/>
                <a:moveTo>
                  <a:pt x="124716" y="139923"/>
                </a:moveTo>
                <a:lnTo>
                  <a:pt x="125674" y="141293"/>
                </a:lnTo>
                <a:lnTo>
                  <a:pt x="124237" y="140608"/>
                </a:lnTo>
                <a:close/>
                <a:moveTo>
                  <a:pt x="19736" y="220565"/>
                </a:moveTo>
                <a:lnTo>
                  <a:pt x="21698" y="221416"/>
                </a:lnTo>
                <a:lnTo>
                  <a:pt x="18755" y="220991"/>
                </a:lnTo>
                <a:close/>
                <a:moveTo>
                  <a:pt x="40821" y="174791"/>
                </a:moveTo>
                <a:lnTo>
                  <a:pt x="41726" y="175876"/>
                </a:lnTo>
                <a:lnTo>
                  <a:pt x="40369" y="175333"/>
                </a:lnTo>
                <a:close/>
                <a:moveTo>
                  <a:pt x="92929" y="353497"/>
                </a:moveTo>
                <a:lnTo>
                  <a:pt x="94145" y="354485"/>
                </a:lnTo>
                <a:lnTo>
                  <a:pt x="92321" y="353991"/>
                </a:lnTo>
                <a:close/>
                <a:moveTo>
                  <a:pt x="64235" y="69848"/>
                </a:moveTo>
                <a:lnTo>
                  <a:pt x="65682" y="70235"/>
                </a:lnTo>
                <a:lnTo>
                  <a:pt x="63512" y="70041"/>
                </a:lnTo>
                <a:close/>
                <a:moveTo>
                  <a:pt x="121366" y="190065"/>
                </a:moveTo>
                <a:lnTo>
                  <a:pt x="122547" y="191678"/>
                </a:lnTo>
                <a:lnTo>
                  <a:pt x="120776" y="190871"/>
                </a:lnTo>
                <a:close/>
                <a:moveTo>
                  <a:pt x="103352" y="333580"/>
                </a:moveTo>
                <a:lnTo>
                  <a:pt x="103930" y="334632"/>
                </a:lnTo>
                <a:lnTo>
                  <a:pt x="103064" y="334106"/>
                </a:lnTo>
                <a:close/>
                <a:moveTo>
                  <a:pt x="6328" y="201411"/>
                </a:moveTo>
                <a:lnTo>
                  <a:pt x="7790" y="202641"/>
                </a:lnTo>
                <a:lnTo>
                  <a:pt x="5597" y="202026"/>
                </a:lnTo>
                <a:close/>
                <a:moveTo>
                  <a:pt x="89902" y="236534"/>
                </a:moveTo>
                <a:lnTo>
                  <a:pt x="91197" y="237911"/>
                </a:lnTo>
                <a:lnTo>
                  <a:pt x="89254" y="237223"/>
                </a:lnTo>
                <a:close/>
                <a:moveTo>
                  <a:pt x="2626" y="222552"/>
                </a:moveTo>
                <a:lnTo>
                  <a:pt x="3742" y="223481"/>
                </a:lnTo>
                <a:lnTo>
                  <a:pt x="2068" y="223017"/>
                </a:lnTo>
                <a:close/>
                <a:moveTo>
                  <a:pt x="103233" y="253228"/>
                </a:moveTo>
                <a:lnTo>
                  <a:pt x="105380" y="254412"/>
                </a:lnTo>
                <a:lnTo>
                  <a:pt x="102160" y="253820"/>
                </a:lnTo>
                <a:close/>
                <a:moveTo>
                  <a:pt x="48391" y="277695"/>
                </a:moveTo>
                <a:lnTo>
                  <a:pt x="49416" y="279000"/>
                </a:lnTo>
                <a:lnTo>
                  <a:pt x="47878" y="278348"/>
                </a:lnTo>
                <a:close/>
                <a:moveTo>
                  <a:pt x="129258" y="108480"/>
                </a:moveTo>
                <a:lnTo>
                  <a:pt x="131235" y="109739"/>
                </a:lnTo>
                <a:lnTo>
                  <a:pt x="128270" y="109110"/>
                </a:lnTo>
                <a:close/>
                <a:moveTo>
                  <a:pt x="43137" y="85889"/>
                </a:moveTo>
                <a:lnTo>
                  <a:pt x="44071" y="87398"/>
                </a:lnTo>
                <a:lnTo>
                  <a:pt x="42670" y="86644"/>
                </a:lnTo>
                <a:close/>
                <a:moveTo>
                  <a:pt x="33401" y="357726"/>
                </a:moveTo>
                <a:lnTo>
                  <a:pt x="35155" y="358889"/>
                </a:lnTo>
                <a:lnTo>
                  <a:pt x="32525" y="358308"/>
                </a:lnTo>
                <a:close/>
                <a:moveTo>
                  <a:pt x="37022" y="24533"/>
                </a:moveTo>
                <a:lnTo>
                  <a:pt x="37586" y="26027"/>
                </a:lnTo>
                <a:lnTo>
                  <a:pt x="36740" y="25280"/>
                </a:lnTo>
                <a:close/>
                <a:moveTo>
                  <a:pt x="117864" y="217770"/>
                </a:moveTo>
                <a:lnTo>
                  <a:pt x="119908" y="218993"/>
                </a:lnTo>
                <a:lnTo>
                  <a:pt x="116841" y="218381"/>
                </a:lnTo>
                <a:close/>
                <a:moveTo>
                  <a:pt x="92045" y="352792"/>
                </a:moveTo>
                <a:lnTo>
                  <a:pt x="93695" y="353548"/>
                </a:lnTo>
                <a:lnTo>
                  <a:pt x="91220" y="353170"/>
                </a:lnTo>
                <a:close/>
                <a:moveTo>
                  <a:pt x="140032" y="40160"/>
                </a:moveTo>
                <a:lnTo>
                  <a:pt x="141743" y="40932"/>
                </a:lnTo>
                <a:lnTo>
                  <a:pt x="139177" y="40546"/>
                </a:lnTo>
                <a:close/>
                <a:moveTo>
                  <a:pt x="127081" y="213247"/>
                </a:moveTo>
                <a:lnTo>
                  <a:pt x="128014" y="214475"/>
                </a:lnTo>
                <a:lnTo>
                  <a:pt x="126614" y="213861"/>
                </a:lnTo>
                <a:close/>
                <a:moveTo>
                  <a:pt x="13222" y="366275"/>
                </a:moveTo>
                <a:lnTo>
                  <a:pt x="14451" y="367453"/>
                </a:lnTo>
                <a:lnTo>
                  <a:pt x="12607" y="366864"/>
                </a:lnTo>
                <a:close/>
                <a:moveTo>
                  <a:pt x="105788" y="256103"/>
                </a:moveTo>
                <a:lnTo>
                  <a:pt x="107050" y="257159"/>
                </a:lnTo>
                <a:lnTo>
                  <a:pt x="105157" y="256631"/>
                </a:lnTo>
                <a:close/>
                <a:moveTo>
                  <a:pt x="74806" y="314111"/>
                </a:moveTo>
                <a:lnTo>
                  <a:pt x="75452" y="315370"/>
                </a:lnTo>
                <a:lnTo>
                  <a:pt x="74483" y="314740"/>
                </a:lnTo>
                <a:close/>
                <a:moveTo>
                  <a:pt x="33256" y="153619"/>
                </a:moveTo>
                <a:lnTo>
                  <a:pt x="33773" y="154978"/>
                </a:lnTo>
                <a:lnTo>
                  <a:pt x="32997" y="154299"/>
                </a:lnTo>
                <a:close/>
                <a:moveTo>
                  <a:pt x="111081" y="6145"/>
                </a:moveTo>
                <a:lnTo>
                  <a:pt x="112492" y="7148"/>
                </a:lnTo>
                <a:lnTo>
                  <a:pt x="110375" y="6646"/>
                </a:lnTo>
                <a:close/>
                <a:moveTo>
                  <a:pt x="31964" y="30507"/>
                </a:moveTo>
                <a:lnTo>
                  <a:pt x="33527" y="30861"/>
                </a:lnTo>
                <a:lnTo>
                  <a:pt x="31183" y="30684"/>
                </a:lnTo>
                <a:close/>
                <a:moveTo>
                  <a:pt x="104551" y="298155"/>
                </a:moveTo>
                <a:lnTo>
                  <a:pt x="105569" y="298558"/>
                </a:lnTo>
                <a:lnTo>
                  <a:pt x="104042" y="298357"/>
                </a:lnTo>
                <a:close/>
                <a:moveTo>
                  <a:pt x="142193" y="15623"/>
                </a:moveTo>
                <a:lnTo>
                  <a:pt x="143809" y="17272"/>
                </a:lnTo>
                <a:lnTo>
                  <a:pt x="141385" y="16448"/>
                </a:lnTo>
                <a:close/>
                <a:moveTo>
                  <a:pt x="89215" y="74743"/>
                </a:moveTo>
                <a:lnTo>
                  <a:pt x="90043" y="75388"/>
                </a:lnTo>
                <a:lnTo>
                  <a:pt x="88801" y="75066"/>
                </a:lnTo>
                <a:close/>
                <a:moveTo>
                  <a:pt x="86035" y="386154"/>
                </a:moveTo>
                <a:lnTo>
                  <a:pt x="87781" y="387899"/>
                </a:lnTo>
                <a:lnTo>
                  <a:pt x="85162" y="387026"/>
                </a:lnTo>
                <a:close/>
                <a:moveTo>
                  <a:pt x="97744" y="268706"/>
                </a:moveTo>
                <a:lnTo>
                  <a:pt x="99310" y="270447"/>
                </a:lnTo>
                <a:lnTo>
                  <a:pt x="96961" y="269577"/>
                </a:lnTo>
                <a:close/>
                <a:moveTo>
                  <a:pt x="88902" y="100760"/>
                </a:moveTo>
                <a:lnTo>
                  <a:pt x="89806" y="101849"/>
                </a:lnTo>
                <a:lnTo>
                  <a:pt x="88450" y="101305"/>
                </a:lnTo>
                <a:close/>
                <a:moveTo>
                  <a:pt x="105949" y="233290"/>
                </a:moveTo>
                <a:lnTo>
                  <a:pt x="107683" y="234376"/>
                </a:lnTo>
                <a:lnTo>
                  <a:pt x="105082" y="233833"/>
                </a:lnTo>
                <a:close/>
                <a:moveTo>
                  <a:pt x="60153" y="68484"/>
                </a:moveTo>
                <a:lnTo>
                  <a:pt x="62180" y="69060"/>
                </a:lnTo>
                <a:lnTo>
                  <a:pt x="59139" y="68772"/>
                </a:lnTo>
                <a:close/>
                <a:moveTo>
                  <a:pt x="46669" y="359204"/>
                </a:moveTo>
                <a:lnTo>
                  <a:pt x="47401" y="360011"/>
                </a:lnTo>
                <a:lnTo>
                  <a:pt x="46302" y="359608"/>
                </a:lnTo>
                <a:close/>
                <a:moveTo>
                  <a:pt x="30660" y="376239"/>
                </a:moveTo>
                <a:lnTo>
                  <a:pt x="32074" y="376912"/>
                </a:lnTo>
                <a:lnTo>
                  <a:pt x="29953" y="376576"/>
                </a:lnTo>
                <a:close/>
                <a:moveTo>
                  <a:pt x="30690" y="293675"/>
                </a:moveTo>
                <a:lnTo>
                  <a:pt x="31582" y="294171"/>
                </a:lnTo>
                <a:lnTo>
                  <a:pt x="30244" y="293923"/>
                </a:lnTo>
                <a:close/>
                <a:moveTo>
                  <a:pt x="67923" y="150233"/>
                </a:moveTo>
                <a:lnTo>
                  <a:pt x="68714" y="151254"/>
                </a:lnTo>
                <a:lnTo>
                  <a:pt x="67528" y="150743"/>
                </a:lnTo>
                <a:close/>
                <a:moveTo>
                  <a:pt x="82700" y="280289"/>
                </a:moveTo>
                <a:lnTo>
                  <a:pt x="84257" y="281032"/>
                </a:lnTo>
                <a:lnTo>
                  <a:pt x="81921" y="280660"/>
                </a:lnTo>
                <a:close/>
                <a:moveTo>
                  <a:pt x="5986" y="337885"/>
                </a:moveTo>
                <a:lnTo>
                  <a:pt x="7918" y="339306"/>
                </a:lnTo>
                <a:lnTo>
                  <a:pt x="5020" y="338595"/>
                </a:lnTo>
                <a:close/>
                <a:moveTo>
                  <a:pt x="101092" y="423"/>
                </a:moveTo>
                <a:lnTo>
                  <a:pt x="103048" y="853"/>
                </a:lnTo>
                <a:lnTo>
                  <a:pt x="100114" y="638"/>
                </a:lnTo>
                <a:close/>
                <a:moveTo>
                  <a:pt x="36900" y="252242"/>
                </a:moveTo>
                <a:lnTo>
                  <a:pt x="38772" y="253156"/>
                </a:lnTo>
                <a:lnTo>
                  <a:pt x="35964" y="252699"/>
                </a:lnTo>
                <a:close/>
                <a:moveTo>
                  <a:pt x="23847" y="336841"/>
                </a:moveTo>
                <a:lnTo>
                  <a:pt x="24639" y="337672"/>
                </a:lnTo>
                <a:lnTo>
                  <a:pt x="23451" y="337257"/>
                </a:lnTo>
                <a:close/>
                <a:moveTo>
                  <a:pt x="46145" y="176883"/>
                </a:moveTo>
                <a:lnTo>
                  <a:pt x="47813" y="178291"/>
                </a:lnTo>
                <a:lnTo>
                  <a:pt x="45311" y="177587"/>
                </a:lnTo>
                <a:close/>
                <a:moveTo>
                  <a:pt x="140873" y="22841"/>
                </a:moveTo>
                <a:lnTo>
                  <a:pt x="141404" y="23227"/>
                </a:lnTo>
                <a:lnTo>
                  <a:pt x="140608" y="23034"/>
                </a:lnTo>
                <a:close/>
                <a:moveTo>
                  <a:pt x="1169" y="198889"/>
                </a:moveTo>
                <a:lnTo>
                  <a:pt x="1958" y="200187"/>
                </a:lnTo>
                <a:lnTo>
                  <a:pt x="775" y="199538"/>
                </a:lnTo>
                <a:close/>
                <a:moveTo>
                  <a:pt x="85402" y="192643"/>
                </a:moveTo>
                <a:lnTo>
                  <a:pt x="85791" y="193813"/>
                </a:lnTo>
                <a:lnTo>
                  <a:pt x="85207" y="193228"/>
                </a:lnTo>
                <a:close/>
                <a:moveTo>
                  <a:pt x="65478" y="257505"/>
                </a:moveTo>
                <a:lnTo>
                  <a:pt x="66574" y="258925"/>
                </a:lnTo>
                <a:lnTo>
                  <a:pt x="64930" y="258215"/>
                </a:lnTo>
                <a:close/>
                <a:moveTo>
                  <a:pt x="37881" y="132915"/>
                </a:moveTo>
                <a:lnTo>
                  <a:pt x="39235" y="133796"/>
                </a:lnTo>
                <a:lnTo>
                  <a:pt x="37203" y="133356"/>
                </a:lnTo>
                <a:close/>
                <a:moveTo>
                  <a:pt x="21758" y="68387"/>
                </a:moveTo>
                <a:lnTo>
                  <a:pt x="23460" y="68851"/>
                </a:lnTo>
                <a:lnTo>
                  <a:pt x="20907" y="68619"/>
                </a:lnTo>
                <a:close/>
                <a:moveTo>
                  <a:pt x="35360" y="186892"/>
                </a:moveTo>
                <a:lnTo>
                  <a:pt x="37407" y="187824"/>
                </a:lnTo>
                <a:lnTo>
                  <a:pt x="34337" y="187358"/>
                </a:lnTo>
                <a:close/>
                <a:moveTo>
                  <a:pt x="100102" y="120192"/>
                </a:moveTo>
                <a:lnTo>
                  <a:pt x="101667" y="120878"/>
                </a:lnTo>
                <a:lnTo>
                  <a:pt x="99319" y="120535"/>
                </a:lnTo>
                <a:close/>
                <a:moveTo>
                  <a:pt x="66514" y="269881"/>
                </a:moveTo>
                <a:lnTo>
                  <a:pt x="67380" y="270488"/>
                </a:lnTo>
                <a:lnTo>
                  <a:pt x="66081" y="270185"/>
                </a:lnTo>
                <a:close/>
                <a:moveTo>
                  <a:pt x="32770" y="203594"/>
                </a:moveTo>
                <a:lnTo>
                  <a:pt x="34129" y="204527"/>
                </a:lnTo>
                <a:lnTo>
                  <a:pt x="32091" y="204060"/>
                </a:lnTo>
                <a:close/>
                <a:moveTo>
                  <a:pt x="81259" y="128597"/>
                </a:moveTo>
                <a:lnTo>
                  <a:pt x="82410" y="129162"/>
                </a:lnTo>
                <a:lnTo>
                  <a:pt x="80684" y="128880"/>
                </a:lnTo>
                <a:close/>
                <a:moveTo>
                  <a:pt x="4306" y="268474"/>
                </a:moveTo>
                <a:lnTo>
                  <a:pt x="4922" y="269863"/>
                </a:lnTo>
                <a:lnTo>
                  <a:pt x="3998" y="269169"/>
                </a:lnTo>
                <a:close/>
                <a:moveTo>
                  <a:pt x="29243" y="168155"/>
                </a:moveTo>
                <a:lnTo>
                  <a:pt x="30135" y="169757"/>
                </a:lnTo>
                <a:lnTo>
                  <a:pt x="28796" y="168956"/>
                </a:lnTo>
                <a:close/>
                <a:moveTo>
                  <a:pt x="71511" y="124088"/>
                </a:moveTo>
                <a:lnTo>
                  <a:pt x="73385" y="125778"/>
                </a:lnTo>
                <a:lnTo>
                  <a:pt x="70574" y="124933"/>
                </a:lnTo>
                <a:close/>
                <a:moveTo>
                  <a:pt x="23700" y="44390"/>
                </a:moveTo>
                <a:lnTo>
                  <a:pt x="25377" y="45430"/>
                </a:lnTo>
                <a:lnTo>
                  <a:pt x="22862" y="44910"/>
                </a:lnTo>
                <a:close/>
                <a:moveTo>
                  <a:pt x="80241" y="186180"/>
                </a:moveTo>
                <a:lnTo>
                  <a:pt x="81454" y="186672"/>
                </a:lnTo>
                <a:lnTo>
                  <a:pt x="79635" y="186426"/>
                </a:lnTo>
                <a:close/>
                <a:moveTo>
                  <a:pt x="29850" y="117971"/>
                </a:moveTo>
                <a:lnTo>
                  <a:pt x="30425" y="119364"/>
                </a:lnTo>
                <a:lnTo>
                  <a:pt x="29563" y="118667"/>
                </a:lnTo>
                <a:close/>
                <a:moveTo>
                  <a:pt x="113024" y="284092"/>
                </a:moveTo>
                <a:lnTo>
                  <a:pt x="114045" y="285152"/>
                </a:lnTo>
                <a:lnTo>
                  <a:pt x="112513" y="284622"/>
                </a:lnTo>
                <a:close/>
                <a:moveTo>
                  <a:pt x="107858" y="332197"/>
                </a:moveTo>
                <a:lnTo>
                  <a:pt x="108315" y="332818"/>
                </a:lnTo>
                <a:lnTo>
                  <a:pt x="107629" y="332507"/>
                </a:lnTo>
                <a:close/>
                <a:moveTo>
                  <a:pt x="22283" y="97546"/>
                </a:moveTo>
                <a:lnTo>
                  <a:pt x="24191" y="98030"/>
                </a:lnTo>
                <a:lnTo>
                  <a:pt x="21329" y="97788"/>
                </a:lnTo>
                <a:close/>
                <a:moveTo>
                  <a:pt x="66984" y="22"/>
                </a:moveTo>
                <a:lnTo>
                  <a:pt x="68891" y="1727"/>
                </a:lnTo>
                <a:lnTo>
                  <a:pt x="66031" y="875"/>
                </a:lnTo>
                <a:close/>
                <a:moveTo>
                  <a:pt x="41545" y="45858"/>
                </a:moveTo>
                <a:lnTo>
                  <a:pt x="43601" y="47447"/>
                </a:lnTo>
                <a:lnTo>
                  <a:pt x="40516" y="46652"/>
                </a:lnTo>
                <a:close/>
                <a:moveTo>
                  <a:pt x="87162" y="369845"/>
                </a:moveTo>
                <a:lnTo>
                  <a:pt x="88627" y="370972"/>
                </a:lnTo>
                <a:lnTo>
                  <a:pt x="86430" y="370408"/>
                </a:lnTo>
                <a:close/>
                <a:moveTo>
                  <a:pt x="78017" y="76328"/>
                </a:moveTo>
                <a:lnTo>
                  <a:pt x="79428" y="78127"/>
                </a:lnTo>
                <a:lnTo>
                  <a:pt x="77311" y="77227"/>
                </a:lnTo>
                <a:close/>
                <a:moveTo>
                  <a:pt x="47554" y="269230"/>
                </a:moveTo>
                <a:lnTo>
                  <a:pt x="49347" y="270864"/>
                </a:lnTo>
                <a:lnTo>
                  <a:pt x="46657" y="270047"/>
                </a:lnTo>
                <a:close/>
                <a:moveTo>
                  <a:pt x="135906" y="211080"/>
                </a:moveTo>
                <a:lnTo>
                  <a:pt x="138011" y="212503"/>
                </a:lnTo>
                <a:lnTo>
                  <a:pt x="134854" y="211792"/>
                </a:lnTo>
                <a:close/>
                <a:moveTo>
                  <a:pt x="33868" y="179731"/>
                </a:moveTo>
                <a:lnTo>
                  <a:pt x="35653" y="181126"/>
                </a:lnTo>
                <a:lnTo>
                  <a:pt x="32975" y="180429"/>
                </a:lnTo>
                <a:close/>
                <a:moveTo>
                  <a:pt x="5700" y="369092"/>
                </a:moveTo>
                <a:lnTo>
                  <a:pt x="7621" y="370870"/>
                </a:lnTo>
                <a:lnTo>
                  <a:pt x="4739" y="369981"/>
                </a:lnTo>
                <a:close/>
                <a:moveTo>
                  <a:pt x="9653" y="371822"/>
                </a:moveTo>
                <a:lnTo>
                  <a:pt x="10393" y="373190"/>
                </a:lnTo>
                <a:lnTo>
                  <a:pt x="9283" y="372506"/>
                </a:lnTo>
                <a:close/>
                <a:moveTo>
                  <a:pt x="94380" y="293122"/>
                </a:moveTo>
                <a:lnTo>
                  <a:pt x="95600" y="294592"/>
                </a:lnTo>
                <a:lnTo>
                  <a:pt x="93770" y="293857"/>
                </a:lnTo>
                <a:close/>
                <a:moveTo>
                  <a:pt x="43232" y="321172"/>
                </a:moveTo>
                <a:lnTo>
                  <a:pt x="44408" y="321540"/>
                </a:lnTo>
                <a:lnTo>
                  <a:pt x="42644" y="321356"/>
                </a:lnTo>
                <a:close/>
                <a:moveTo>
                  <a:pt x="86137" y="321520"/>
                </a:moveTo>
                <a:lnTo>
                  <a:pt x="87206" y="322088"/>
                </a:lnTo>
                <a:lnTo>
                  <a:pt x="85603" y="321804"/>
                </a:lnTo>
                <a:close/>
                <a:moveTo>
                  <a:pt x="141148" y="209512"/>
                </a:moveTo>
                <a:lnTo>
                  <a:pt x="143032" y="210996"/>
                </a:lnTo>
                <a:lnTo>
                  <a:pt x="140206" y="210254"/>
                </a:lnTo>
                <a:close/>
                <a:moveTo>
                  <a:pt x="860" y="292595"/>
                </a:moveTo>
                <a:lnTo>
                  <a:pt x="2580" y="293840"/>
                </a:lnTo>
                <a:lnTo>
                  <a:pt x="0" y="293218"/>
                </a:lnTo>
                <a:close/>
                <a:moveTo>
                  <a:pt x="33055" y="230347"/>
                </a:moveTo>
                <a:lnTo>
                  <a:pt x="34732" y="230810"/>
                </a:lnTo>
                <a:lnTo>
                  <a:pt x="32216" y="230579"/>
                </a:lnTo>
                <a:close/>
                <a:moveTo>
                  <a:pt x="7415" y="120990"/>
                </a:moveTo>
                <a:lnTo>
                  <a:pt x="8545" y="121858"/>
                </a:lnTo>
                <a:lnTo>
                  <a:pt x="6850" y="121424"/>
                </a:lnTo>
                <a:close/>
                <a:moveTo>
                  <a:pt x="100720" y="292338"/>
                </a:moveTo>
                <a:lnTo>
                  <a:pt x="101605" y="293825"/>
                </a:lnTo>
                <a:lnTo>
                  <a:pt x="100277" y="293082"/>
                </a:lnTo>
                <a:close/>
                <a:moveTo>
                  <a:pt x="17036" y="319297"/>
                </a:moveTo>
                <a:lnTo>
                  <a:pt x="18295" y="319916"/>
                </a:lnTo>
                <a:lnTo>
                  <a:pt x="16407" y="319607"/>
                </a:lnTo>
                <a:close/>
                <a:moveTo>
                  <a:pt x="135131" y="91809"/>
                </a:moveTo>
                <a:lnTo>
                  <a:pt x="136612" y="93134"/>
                </a:lnTo>
                <a:lnTo>
                  <a:pt x="134391" y="92472"/>
                </a:lnTo>
                <a:close/>
                <a:moveTo>
                  <a:pt x="53093" y="392095"/>
                </a:moveTo>
                <a:lnTo>
                  <a:pt x="54949" y="392931"/>
                </a:lnTo>
                <a:lnTo>
                  <a:pt x="52165" y="392513"/>
                </a:lnTo>
                <a:close/>
                <a:moveTo>
                  <a:pt x="119995" y="202491"/>
                </a:moveTo>
                <a:lnTo>
                  <a:pt x="121540" y="203724"/>
                </a:lnTo>
                <a:lnTo>
                  <a:pt x="119222" y="203108"/>
                </a:lnTo>
                <a:close/>
                <a:moveTo>
                  <a:pt x="10721" y="200192"/>
                </a:moveTo>
                <a:lnTo>
                  <a:pt x="11685" y="200604"/>
                </a:lnTo>
                <a:lnTo>
                  <a:pt x="10240" y="200398"/>
                </a:lnTo>
                <a:close/>
                <a:moveTo>
                  <a:pt x="66867" y="370598"/>
                </a:moveTo>
                <a:lnTo>
                  <a:pt x="68824" y="371851"/>
                </a:lnTo>
                <a:lnTo>
                  <a:pt x="65888" y="371225"/>
                </a:lnTo>
                <a:close/>
                <a:moveTo>
                  <a:pt x="59835" y="391586"/>
                </a:moveTo>
                <a:lnTo>
                  <a:pt x="61538" y="392089"/>
                </a:lnTo>
                <a:lnTo>
                  <a:pt x="58983" y="391837"/>
                </a:lnTo>
                <a:close/>
                <a:moveTo>
                  <a:pt x="79769" y="300287"/>
                </a:moveTo>
                <a:lnTo>
                  <a:pt x="81829" y="302051"/>
                </a:lnTo>
                <a:lnTo>
                  <a:pt x="78739" y="301169"/>
                </a:lnTo>
                <a:close/>
                <a:moveTo>
                  <a:pt x="33007" y="308347"/>
                </a:moveTo>
                <a:lnTo>
                  <a:pt x="34672" y="310083"/>
                </a:lnTo>
                <a:lnTo>
                  <a:pt x="32174" y="309215"/>
                </a:lnTo>
                <a:close/>
                <a:moveTo>
                  <a:pt x="73411" y="383743"/>
                </a:moveTo>
                <a:lnTo>
                  <a:pt x="75135" y="384575"/>
                </a:lnTo>
                <a:lnTo>
                  <a:pt x="72549" y="384159"/>
                </a:lnTo>
                <a:close/>
                <a:moveTo>
                  <a:pt x="123434" y="372198"/>
                </a:moveTo>
                <a:lnTo>
                  <a:pt x="124285" y="373415"/>
                </a:lnTo>
                <a:lnTo>
                  <a:pt x="123009" y="372806"/>
                </a:lnTo>
                <a:close/>
                <a:moveTo>
                  <a:pt x="24464" y="64663"/>
                </a:moveTo>
                <a:lnTo>
                  <a:pt x="25891" y="65305"/>
                </a:lnTo>
                <a:lnTo>
                  <a:pt x="23751" y="64984"/>
                </a:lnTo>
                <a:close/>
                <a:moveTo>
                  <a:pt x="23296" y="161839"/>
                </a:moveTo>
                <a:lnTo>
                  <a:pt x="25096" y="163135"/>
                </a:lnTo>
                <a:lnTo>
                  <a:pt x="22396" y="162487"/>
                </a:lnTo>
                <a:close/>
                <a:moveTo>
                  <a:pt x="57447" y="175311"/>
                </a:moveTo>
                <a:lnTo>
                  <a:pt x="58208" y="176380"/>
                </a:lnTo>
                <a:lnTo>
                  <a:pt x="57067" y="175845"/>
                </a:lnTo>
                <a:close/>
                <a:moveTo>
                  <a:pt x="78156" y="226700"/>
                </a:moveTo>
                <a:lnTo>
                  <a:pt x="79286" y="228002"/>
                </a:lnTo>
                <a:lnTo>
                  <a:pt x="77591" y="227351"/>
                </a:lnTo>
                <a:close/>
                <a:moveTo>
                  <a:pt x="90914" y="53010"/>
                </a:moveTo>
                <a:lnTo>
                  <a:pt x="91360" y="54232"/>
                </a:lnTo>
                <a:lnTo>
                  <a:pt x="90691" y="53621"/>
                </a:lnTo>
                <a:close/>
                <a:moveTo>
                  <a:pt x="46630" y="201811"/>
                </a:moveTo>
                <a:lnTo>
                  <a:pt x="47370" y="202902"/>
                </a:lnTo>
                <a:lnTo>
                  <a:pt x="46260" y="202356"/>
                </a:lnTo>
                <a:close/>
                <a:moveTo>
                  <a:pt x="34975" y="86053"/>
                </a:moveTo>
                <a:lnTo>
                  <a:pt x="35522" y="87851"/>
                </a:lnTo>
                <a:lnTo>
                  <a:pt x="34702" y="86952"/>
                </a:lnTo>
                <a:close/>
                <a:moveTo>
                  <a:pt x="49569" y="203022"/>
                </a:moveTo>
                <a:lnTo>
                  <a:pt x="50470" y="204462"/>
                </a:lnTo>
                <a:lnTo>
                  <a:pt x="49118" y="203742"/>
                </a:lnTo>
                <a:close/>
                <a:moveTo>
                  <a:pt x="123163" y="170257"/>
                </a:moveTo>
                <a:lnTo>
                  <a:pt x="123544" y="171462"/>
                </a:lnTo>
                <a:lnTo>
                  <a:pt x="122972" y="170859"/>
                </a:lnTo>
                <a:close/>
                <a:moveTo>
                  <a:pt x="99643" y="106816"/>
                </a:moveTo>
                <a:lnTo>
                  <a:pt x="101554" y="107529"/>
                </a:lnTo>
                <a:lnTo>
                  <a:pt x="98688" y="107173"/>
                </a:lnTo>
                <a:close/>
                <a:moveTo>
                  <a:pt x="133300" y="230641"/>
                </a:moveTo>
                <a:lnTo>
                  <a:pt x="135166" y="231983"/>
                </a:lnTo>
                <a:lnTo>
                  <a:pt x="132367" y="231312"/>
                </a:lnTo>
                <a:close/>
                <a:moveTo>
                  <a:pt x="26356" y="348000"/>
                </a:moveTo>
                <a:lnTo>
                  <a:pt x="28035" y="349788"/>
                </a:lnTo>
                <a:lnTo>
                  <a:pt x="25517" y="348894"/>
                </a:lnTo>
                <a:close/>
                <a:moveTo>
                  <a:pt x="42824" y="341931"/>
                </a:moveTo>
                <a:lnTo>
                  <a:pt x="44319" y="343688"/>
                </a:lnTo>
                <a:lnTo>
                  <a:pt x="42076" y="342809"/>
                </a:lnTo>
                <a:close/>
                <a:moveTo>
                  <a:pt x="78981" y="128796"/>
                </a:moveTo>
                <a:lnTo>
                  <a:pt x="81146" y="130594"/>
                </a:lnTo>
                <a:lnTo>
                  <a:pt x="77898" y="129695"/>
                </a:lnTo>
                <a:close/>
                <a:moveTo>
                  <a:pt x="57888" y="8361"/>
                </a:moveTo>
                <a:lnTo>
                  <a:pt x="58277" y="8780"/>
                </a:lnTo>
                <a:lnTo>
                  <a:pt x="57694" y="8571"/>
                </a:lnTo>
                <a:close/>
                <a:moveTo>
                  <a:pt x="96670" y="16990"/>
                </a:moveTo>
                <a:lnTo>
                  <a:pt x="97370" y="18767"/>
                </a:lnTo>
                <a:lnTo>
                  <a:pt x="96320" y="17879"/>
                </a:lnTo>
                <a:close/>
                <a:moveTo>
                  <a:pt x="54907" y="337961"/>
                </a:moveTo>
                <a:lnTo>
                  <a:pt x="55953" y="338426"/>
                </a:lnTo>
                <a:lnTo>
                  <a:pt x="54384" y="338194"/>
                </a:lnTo>
                <a:close/>
                <a:moveTo>
                  <a:pt x="51972" y="38594"/>
                </a:moveTo>
                <a:lnTo>
                  <a:pt x="52374" y="40394"/>
                </a:lnTo>
                <a:lnTo>
                  <a:pt x="51770" y="39494"/>
                </a:lnTo>
                <a:close/>
                <a:moveTo>
                  <a:pt x="40520" y="16952"/>
                </a:moveTo>
                <a:lnTo>
                  <a:pt x="41555" y="18511"/>
                </a:lnTo>
                <a:lnTo>
                  <a:pt x="40002" y="17731"/>
                </a:lnTo>
                <a:close/>
                <a:moveTo>
                  <a:pt x="35475" y="390509"/>
                </a:moveTo>
                <a:lnTo>
                  <a:pt x="36886" y="390989"/>
                </a:lnTo>
                <a:lnTo>
                  <a:pt x="34770" y="390749"/>
                </a:lnTo>
                <a:close/>
                <a:moveTo>
                  <a:pt x="109792" y="322721"/>
                </a:moveTo>
                <a:lnTo>
                  <a:pt x="111757" y="323472"/>
                </a:lnTo>
                <a:lnTo>
                  <a:pt x="108810" y="323096"/>
                </a:lnTo>
                <a:close/>
                <a:moveTo>
                  <a:pt x="41855" y="323582"/>
                </a:moveTo>
                <a:lnTo>
                  <a:pt x="43576" y="324429"/>
                </a:lnTo>
                <a:lnTo>
                  <a:pt x="40994" y="324005"/>
                </a:lnTo>
                <a:close/>
                <a:moveTo>
                  <a:pt x="72770" y="75057"/>
                </a:moveTo>
                <a:lnTo>
                  <a:pt x="74858" y="76672"/>
                </a:lnTo>
                <a:lnTo>
                  <a:pt x="71727" y="75865"/>
                </a:lnTo>
                <a:close/>
                <a:moveTo>
                  <a:pt x="107104" y="20941"/>
                </a:moveTo>
                <a:lnTo>
                  <a:pt x="107954" y="22687"/>
                </a:lnTo>
                <a:lnTo>
                  <a:pt x="106680" y="21814"/>
                </a:lnTo>
                <a:close/>
                <a:moveTo>
                  <a:pt x="71730" y="392173"/>
                </a:moveTo>
                <a:lnTo>
                  <a:pt x="72232" y="392523"/>
                </a:lnTo>
                <a:lnTo>
                  <a:pt x="71479" y="392348"/>
                </a:lnTo>
                <a:close/>
                <a:moveTo>
                  <a:pt x="5320" y="390998"/>
                </a:moveTo>
                <a:lnTo>
                  <a:pt x="7484" y="391907"/>
                </a:lnTo>
                <a:lnTo>
                  <a:pt x="4237" y="391453"/>
                </a:lnTo>
                <a:close/>
                <a:moveTo>
                  <a:pt x="119574" y="207836"/>
                </a:moveTo>
                <a:lnTo>
                  <a:pt x="121364" y="208249"/>
                </a:lnTo>
                <a:lnTo>
                  <a:pt x="118679" y="208042"/>
                </a:lnTo>
                <a:close/>
                <a:moveTo>
                  <a:pt x="37929" y="372822"/>
                </a:moveTo>
                <a:lnTo>
                  <a:pt x="38821" y="373425"/>
                </a:lnTo>
                <a:lnTo>
                  <a:pt x="37484" y="373124"/>
                </a:lnTo>
                <a:close/>
                <a:moveTo>
                  <a:pt x="39335" y="257737"/>
                </a:moveTo>
                <a:lnTo>
                  <a:pt x="40298" y="258954"/>
                </a:lnTo>
                <a:lnTo>
                  <a:pt x="38853" y="258346"/>
                </a:lnTo>
                <a:close/>
                <a:moveTo>
                  <a:pt x="67309" y="333856"/>
                </a:moveTo>
                <a:lnTo>
                  <a:pt x="69221" y="335246"/>
                </a:lnTo>
                <a:lnTo>
                  <a:pt x="66353" y="334551"/>
                </a:lnTo>
                <a:close/>
                <a:moveTo>
                  <a:pt x="23145" y="219615"/>
                </a:moveTo>
                <a:lnTo>
                  <a:pt x="23843" y="220987"/>
                </a:lnTo>
                <a:lnTo>
                  <a:pt x="22796" y="220301"/>
                </a:lnTo>
                <a:close/>
                <a:moveTo>
                  <a:pt x="93097" y="381843"/>
                </a:moveTo>
                <a:lnTo>
                  <a:pt x="95293" y="382911"/>
                </a:lnTo>
                <a:lnTo>
                  <a:pt x="91998" y="382377"/>
                </a:lnTo>
                <a:close/>
                <a:moveTo>
                  <a:pt x="47223" y="240250"/>
                </a:moveTo>
                <a:lnTo>
                  <a:pt x="49397" y="240620"/>
                </a:lnTo>
                <a:lnTo>
                  <a:pt x="46136" y="240435"/>
                </a:lnTo>
                <a:close/>
                <a:moveTo>
                  <a:pt x="132948" y="291017"/>
                </a:moveTo>
                <a:lnTo>
                  <a:pt x="134273" y="292438"/>
                </a:lnTo>
                <a:lnTo>
                  <a:pt x="132285" y="291728"/>
                </a:lnTo>
                <a:close/>
                <a:moveTo>
                  <a:pt x="38489" y="48432"/>
                </a:moveTo>
                <a:lnTo>
                  <a:pt x="39347" y="50182"/>
                </a:lnTo>
                <a:lnTo>
                  <a:pt x="38060" y="49307"/>
                </a:lnTo>
                <a:close/>
                <a:moveTo>
                  <a:pt x="74459" y="108928"/>
                </a:moveTo>
                <a:lnTo>
                  <a:pt x="75981" y="109535"/>
                </a:lnTo>
                <a:lnTo>
                  <a:pt x="73698" y="109231"/>
                </a:lnTo>
                <a:close/>
                <a:moveTo>
                  <a:pt x="18156" y="58056"/>
                </a:moveTo>
                <a:lnTo>
                  <a:pt x="20175" y="59189"/>
                </a:lnTo>
                <a:lnTo>
                  <a:pt x="17146" y="58622"/>
                </a:lnTo>
                <a:close/>
                <a:moveTo>
                  <a:pt x="60063" y="51271"/>
                </a:moveTo>
                <a:lnTo>
                  <a:pt x="61374" y="52523"/>
                </a:lnTo>
                <a:lnTo>
                  <a:pt x="59407" y="51897"/>
                </a:lnTo>
                <a:close/>
                <a:moveTo>
                  <a:pt x="125412" y="175646"/>
                </a:moveTo>
                <a:lnTo>
                  <a:pt x="127042" y="177401"/>
                </a:lnTo>
                <a:lnTo>
                  <a:pt x="124597" y="176523"/>
                </a:lnTo>
                <a:close/>
                <a:moveTo>
                  <a:pt x="14430" y="271918"/>
                </a:moveTo>
                <a:lnTo>
                  <a:pt x="15591" y="273247"/>
                </a:lnTo>
                <a:lnTo>
                  <a:pt x="13849" y="272582"/>
                </a:lnTo>
                <a:close/>
                <a:moveTo>
                  <a:pt x="104751" y="325581"/>
                </a:moveTo>
                <a:lnTo>
                  <a:pt x="105642" y="327045"/>
                </a:lnTo>
                <a:lnTo>
                  <a:pt x="104305" y="326313"/>
                </a:lnTo>
                <a:close/>
                <a:moveTo>
                  <a:pt x="68575" y="365067"/>
                </a:moveTo>
                <a:lnTo>
                  <a:pt x="70235" y="366036"/>
                </a:lnTo>
                <a:lnTo>
                  <a:pt x="67746" y="365552"/>
                </a:lnTo>
                <a:close/>
                <a:moveTo>
                  <a:pt x="117224" y="96526"/>
                </a:moveTo>
                <a:lnTo>
                  <a:pt x="118103" y="98294"/>
                </a:lnTo>
                <a:lnTo>
                  <a:pt x="116784" y="97410"/>
                </a:lnTo>
                <a:close/>
                <a:moveTo>
                  <a:pt x="5072" y="73634"/>
                </a:moveTo>
                <a:lnTo>
                  <a:pt x="5706" y="75365"/>
                </a:lnTo>
                <a:lnTo>
                  <a:pt x="4755" y="74500"/>
                </a:lnTo>
                <a:close/>
                <a:moveTo>
                  <a:pt x="41827" y="169058"/>
                </a:moveTo>
                <a:lnTo>
                  <a:pt x="43111" y="169519"/>
                </a:lnTo>
                <a:lnTo>
                  <a:pt x="41185" y="169288"/>
                </a:lnTo>
                <a:close/>
                <a:moveTo>
                  <a:pt x="22904" y="315993"/>
                </a:moveTo>
                <a:lnTo>
                  <a:pt x="24907" y="317598"/>
                </a:lnTo>
                <a:lnTo>
                  <a:pt x="21903" y="316796"/>
                </a:lnTo>
                <a:close/>
                <a:moveTo>
                  <a:pt x="18954" y="325839"/>
                </a:moveTo>
                <a:lnTo>
                  <a:pt x="20113" y="326606"/>
                </a:lnTo>
                <a:lnTo>
                  <a:pt x="18375" y="326222"/>
                </a:lnTo>
                <a:close/>
                <a:moveTo>
                  <a:pt x="3737" y="34314"/>
                </a:moveTo>
                <a:lnTo>
                  <a:pt x="4198" y="34994"/>
                </a:lnTo>
                <a:lnTo>
                  <a:pt x="3506" y="34654"/>
                </a:lnTo>
                <a:close/>
                <a:moveTo>
                  <a:pt x="16103" y="77386"/>
                </a:moveTo>
                <a:lnTo>
                  <a:pt x="17132" y="78517"/>
                </a:lnTo>
                <a:lnTo>
                  <a:pt x="15589" y="77952"/>
                </a:lnTo>
                <a:close/>
                <a:moveTo>
                  <a:pt x="84272" y="376503"/>
                </a:moveTo>
                <a:lnTo>
                  <a:pt x="85752" y="376985"/>
                </a:lnTo>
                <a:lnTo>
                  <a:pt x="83531" y="376744"/>
                </a:lnTo>
                <a:close/>
                <a:moveTo>
                  <a:pt x="35463" y="110444"/>
                </a:moveTo>
                <a:lnTo>
                  <a:pt x="36329" y="110755"/>
                </a:lnTo>
                <a:lnTo>
                  <a:pt x="35029" y="110600"/>
                </a:lnTo>
                <a:close/>
                <a:moveTo>
                  <a:pt x="81600" y="65592"/>
                </a:moveTo>
                <a:lnTo>
                  <a:pt x="82670" y="67094"/>
                </a:lnTo>
                <a:lnTo>
                  <a:pt x="81065" y="66343"/>
                </a:lnTo>
                <a:close/>
                <a:moveTo>
                  <a:pt x="36243" y="226314"/>
                </a:moveTo>
                <a:lnTo>
                  <a:pt x="38003" y="227012"/>
                </a:lnTo>
                <a:lnTo>
                  <a:pt x="35363" y="226663"/>
                </a:lnTo>
                <a:close/>
                <a:moveTo>
                  <a:pt x="105327" y="138535"/>
                </a:moveTo>
                <a:lnTo>
                  <a:pt x="106488" y="140187"/>
                </a:lnTo>
                <a:lnTo>
                  <a:pt x="104747" y="139361"/>
                </a:lnTo>
                <a:close/>
                <a:moveTo>
                  <a:pt x="117344" y="31801"/>
                </a:moveTo>
                <a:lnTo>
                  <a:pt x="118600" y="33260"/>
                </a:lnTo>
                <a:lnTo>
                  <a:pt x="116716" y="32530"/>
                </a:lnTo>
                <a:close/>
                <a:moveTo>
                  <a:pt x="76641" y="14644"/>
                </a:moveTo>
                <a:lnTo>
                  <a:pt x="78398" y="15338"/>
                </a:lnTo>
                <a:lnTo>
                  <a:pt x="75762" y="14991"/>
                </a:lnTo>
                <a:close/>
                <a:moveTo>
                  <a:pt x="109271" y="263010"/>
                </a:moveTo>
                <a:lnTo>
                  <a:pt x="110928" y="264660"/>
                </a:lnTo>
                <a:lnTo>
                  <a:pt x="108443" y="263835"/>
                </a:lnTo>
                <a:close/>
                <a:moveTo>
                  <a:pt x="5832" y="178598"/>
                </a:moveTo>
                <a:lnTo>
                  <a:pt x="6803" y="179142"/>
                </a:lnTo>
                <a:lnTo>
                  <a:pt x="5347" y="178870"/>
                </a:lnTo>
                <a:close/>
                <a:moveTo>
                  <a:pt x="114776" y="143981"/>
                </a:moveTo>
                <a:lnTo>
                  <a:pt x="115235" y="144712"/>
                </a:lnTo>
                <a:lnTo>
                  <a:pt x="114546" y="144346"/>
                </a:lnTo>
                <a:close/>
                <a:moveTo>
                  <a:pt x="101274" y="313859"/>
                </a:moveTo>
                <a:lnTo>
                  <a:pt x="102441" y="315422"/>
                </a:lnTo>
                <a:lnTo>
                  <a:pt x="100690" y="314641"/>
                </a:lnTo>
                <a:close/>
                <a:moveTo>
                  <a:pt x="17566" y="174350"/>
                </a:moveTo>
                <a:lnTo>
                  <a:pt x="18184" y="175215"/>
                </a:lnTo>
                <a:lnTo>
                  <a:pt x="17257" y="174783"/>
                </a:lnTo>
                <a:close/>
                <a:moveTo>
                  <a:pt x="12768" y="28272"/>
                </a:moveTo>
                <a:lnTo>
                  <a:pt x="14842" y="28681"/>
                </a:lnTo>
                <a:lnTo>
                  <a:pt x="11731" y="28477"/>
                </a:lnTo>
                <a:close/>
                <a:moveTo>
                  <a:pt x="79272" y="269156"/>
                </a:moveTo>
                <a:lnTo>
                  <a:pt x="80128" y="270928"/>
                </a:lnTo>
                <a:lnTo>
                  <a:pt x="78844" y="270042"/>
                </a:lnTo>
                <a:close/>
                <a:moveTo>
                  <a:pt x="8346" y="280820"/>
                </a:moveTo>
                <a:lnTo>
                  <a:pt x="10194" y="281166"/>
                </a:lnTo>
                <a:lnTo>
                  <a:pt x="7422" y="280993"/>
                </a:lnTo>
                <a:close/>
                <a:moveTo>
                  <a:pt x="117348" y="61987"/>
                </a:moveTo>
                <a:lnTo>
                  <a:pt x="118977" y="63768"/>
                </a:lnTo>
                <a:lnTo>
                  <a:pt x="116533" y="62877"/>
                </a:lnTo>
                <a:close/>
                <a:moveTo>
                  <a:pt x="134633" y="346551"/>
                </a:moveTo>
                <a:lnTo>
                  <a:pt x="135119" y="347945"/>
                </a:lnTo>
                <a:lnTo>
                  <a:pt x="134389" y="347248"/>
                </a:lnTo>
                <a:close/>
                <a:moveTo>
                  <a:pt x="81030" y="50455"/>
                </a:moveTo>
                <a:lnTo>
                  <a:pt x="82900" y="51618"/>
                </a:lnTo>
                <a:lnTo>
                  <a:pt x="80095" y="51036"/>
                </a:lnTo>
                <a:close/>
                <a:moveTo>
                  <a:pt x="103397" y="232719"/>
                </a:moveTo>
                <a:lnTo>
                  <a:pt x="104423" y="233820"/>
                </a:lnTo>
                <a:lnTo>
                  <a:pt x="102884" y="233270"/>
                </a:lnTo>
                <a:close/>
                <a:moveTo>
                  <a:pt x="66259" y="347041"/>
                </a:moveTo>
                <a:lnTo>
                  <a:pt x="67519" y="348028"/>
                </a:lnTo>
                <a:lnTo>
                  <a:pt x="65628" y="347535"/>
                </a:lnTo>
                <a:close/>
                <a:moveTo>
                  <a:pt x="121453" y="108041"/>
                </a:moveTo>
                <a:lnTo>
                  <a:pt x="122101" y="108985"/>
                </a:lnTo>
                <a:lnTo>
                  <a:pt x="121129" y="108513"/>
                </a:lnTo>
                <a:close/>
                <a:moveTo>
                  <a:pt x="16787" y="155890"/>
                </a:moveTo>
                <a:lnTo>
                  <a:pt x="18856" y="157387"/>
                </a:lnTo>
                <a:lnTo>
                  <a:pt x="15752" y="156639"/>
                </a:lnTo>
                <a:close/>
                <a:moveTo>
                  <a:pt x="51974" y="390839"/>
                </a:moveTo>
                <a:lnTo>
                  <a:pt x="54078" y="392041"/>
                </a:lnTo>
                <a:lnTo>
                  <a:pt x="50922" y="391440"/>
                </a:lnTo>
                <a:close/>
                <a:moveTo>
                  <a:pt x="26242" y="241650"/>
                </a:moveTo>
                <a:lnTo>
                  <a:pt x="27521" y="242929"/>
                </a:lnTo>
                <a:lnTo>
                  <a:pt x="25602" y="242290"/>
                </a:lnTo>
                <a:close/>
                <a:moveTo>
                  <a:pt x="127866" y="126204"/>
                </a:moveTo>
                <a:lnTo>
                  <a:pt x="129329" y="127702"/>
                </a:lnTo>
                <a:lnTo>
                  <a:pt x="127135" y="126953"/>
                </a:lnTo>
                <a:close/>
                <a:moveTo>
                  <a:pt x="132884" y="374309"/>
                </a:moveTo>
                <a:lnTo>
                  <a:pt x="133241" y="375241"/>
                </a:lnTo>
                <a:lnTo>
                  <a:pt x="132706" y="374775"/>
                </a:lnTo>
                <a:close/>
                <a:moveTo>
                  <a:pt x="115965" y="345468"/>
                </a:moveTo>
                <a:lnTo>
                  <a:pt x="118112" y="347197"/>
                </a:lnTo>
                <a:lnTo>
                  <a:pt x="114891" y="346332"/>
                </a:lnTo>
                <a:close/>
                <a:moveTo>
                  <a:pt x="19282" y="34994"/>
                </a:moveTo>
                <a:lnTo>
                  <a:pt x="19951" y="35681"/>
                </a:lnTo>
                <a:lnTo>
                  <a:pt x="18948" y="35338"/>
                </a:lnTo>
                <a:close/>
                <a:moveTo>
                  <a:pt x="51209" y="151926"/>
                </a:moveTo>
                <a:lnTo>
                  <a:pt x="52507" y="152775"/>
                </a:lnTo>
                <a:lnTo>
                  <a:pt x="50561" y="152350"/>
                </a:lnTo>
                <a:close/>
                <a:moveTo>
                  <a:pt x="22179" y="307091"/>
                </a:moveTo>
                <a:lnTo>
                  <a:pt x="23750" y="307789"/>
                </a:lnTo>
                <a:lnTo>
                  <a:pt x="21394" y="307440"/>
                </a:lnTo>
                <a:close/>
                <a:moveTo>
                  <a:pt x="144157" y="183947"/>
                </a:moveTo>
                <a:lnTo>
                  <a:pt x="146322" y="184780"/>
                </a:lnTo>
                <a:lnTo>
                  <a:pt x="143075" y="184364"/>
                </a:lnTo>
                <a:close/>
                <a:moveTo>
                  <a:pt x="98170" y="370903"/>
                </a:moveTo>
                <a:lnTo>
                  <a:pt x="99601" y="371688"/>
                </a:lnTo>
                <a:lnTo>
                  <a:pt x="97454" y="371296"/>
                </a:lnTo>
                <a:close/>
                <a:moveTo>
                  <a:pt x="132450" y="356091"/>
                </a:moveTo>
                <a:lnTo>
                  <a:pt x="133818" y="356552"/>
                </a:lnTo>
                <a:lnTo>
                  <a:pt x="131766" y="356322"/>
                </a:lnTo>
                <a:close/>
                <a:moveTo>
                  <a:pt x="69502" y="186266"/>
                </a:moveTo>
                <a:lnTo>
                  <a:pt x="71357" y="186904"/>
                </a:lnTo>
                <a:lnTo>
                  <a:pt x="68575" y="186585"/>
                </a:lnTo>
                <a:close/>
                <a:moveTo>
                  <a:pt x="123334" y="385836"/>
                </a:moveTo>
                <a:lnTo>
                  <a:pt x="125492" y="387003"/>
                </a:lnTo>
                <a:lnTo>
                  <a:pt x="122256" y="386420"/>
                </a:lnTo>
                <a:close/>
                <a:moveTo>
                  <a:pt x="33463" y="14199"/>
                </a:moveTo>
                <a:lnTo>
                  <a:pt x="34548" y="15542"/>
                </a:lnTo>
                <a:lnTo>
                  <a:pt x="32920" y="14871"/>
                </a:lnTo>
                <a:close/>
                <a:moveTo>
                  <a:pt x="104328" y="381302"/>
                </a:moveTo>
                <a:lnTo>
                  <a:pt x="104796" y="382336"/>
                </a:lnTo>
                <a:lnTo>
                  <a:pt x="104094" y="381819"/>
                </a:lnTo>
                <a:close/>
                <a:moveTo>
                  <a:pt x="120804" y="388175"/>
                </a:moveTo>
                <a:lnTo>
                  <a:pt x="121274" y="389813"/>
                </a:lnTo>
                <a:lnTo>
                  <a:pt x="120569" y="388994"/>
                </a:lnTo>
                <a:close/>
                <a:moveTo>
                  <a:pt x="16090" y="70065"/>
                </a:moveTo>
                <a:lnTo>
                  <a:pt x="16979" y="70468"/>
                </a:lnTo>
                <a:lnTo>
                  <a:pt x="15646" y="70267"/>
                </a:lnTo>
                <a:close/>
                <a:moveTo>
                  <a:pt x="102916" y="268772"/>
                </a:moveTo>
                <a:lnTo>
                  <a:pt x="104185" y="269997"/>
                </a:lnTo>
                <a:lnTo>
                  <a:pt x="102281" y="269385"/>
                </a:lnTo>
                <a:close/>
                <a:moveTo>
                  <a:pt x="131204" y="375332"/>
                </a:moveTo>
                <a:lnTo>
                  <a:pt x="132097" y="375965"/>
                </a:lnTo>
                <a:lnTo>
                  <a:pt x="130757" y="375648"/>
                </a:lnTo>
                <a:close/>
                <a:moveTo>
                  <a:pt x="20989" y="248211"/>
                </a:moveTo>
                <a:lnTo>
                  <a:pt x="22077" y="249836"/>
                </a:lnTo>
                <a:lnTo>
                  <a:pt x="20445" y="249023"/>
                </a:lnTo>
                <a:close/>
                <a:moveTo>
                  <a:pt x="21049" y="371855"/>
                </a:moveTo>
                <a:lnTo>
                  <a:pt x="22505" y="372562"/>
                </a:lnTo>
                <a:lnTo>
                  <a:pt x="20322" y="372209"/>
                </a:lnTo>
                <a:close/>
                <a:moveTo>
                  <a:pt x="47048" y="24327"/>
                </a:moveTo>
                <a:lnTo>
                  <a:pt x="48139" y="25661"/>
                </a:lnTo>
                <a:lnTo>
                  <a:pt x="46503" y="24994"/>
                </a:lnTo>
                <a:close/>
                <a:moveTo>
                  <a:pt x="57344" y="93609"/>
                </a:moveTo>
                <a:lnTo>
                  <a:pt x="59197" y="94419"/>
                </a:lnTo>
                <a:lnTo>
                  <a:pt x="56418" y="94014"/>
                </a:lnTo>
                <a:close/>
                <a:moveTo>
                  <a:pt x="39369" y="127594"/>
                </a:moveTo>
                <a:lnTo>
                  <a:pt x="39970" y="128196"/>
                </a:lnTo>
                <a:lnTo>
                  <a:pt x="39068" y="127895"/>
                </a:lnTo>
                <a:close/>
                <a:moveTo>
                  <a:pt x="136271" y="315360"/>
                </a:moveTo>
                <a:lnTo>
                  <a:pt x="137168" y="317077"/>
                </a:lnTo>
                <a:lnTo>
                  <a:pt x="135822" y="316219"/>
                </a:lnTo>
                <a:close/>
                <a:moveTo>
                  <a:pt x="86818" y="373092"/>
                </a:moveTo>
                <a:lnTo>
                  <a:pt x="87400" y="374663"/>
                </a:lnTo>
                <a:lnTo>
                  <a:pt x="86527" y="373877"/>
                </a:lnTo>
                <a:close/>
                <a:moveTo>
                  <a:pt x="140004" y="208044"/>
                </a:moveTo>
                <a:lnTo>
                  <a:pt x="141617" y="209804"/>
                </a:lnTo>
                <a:lnTo>
                  <a:pt x="139198" y="208924"/>
                </a:lnTo>
                <a:close/>
                <a:moveTo>
                  <a:pt x="78380" y="48436"/>
                </a:moveTo>
                <a:lnTo>
                  <a:pt x="79282" y="50172"/>
                </a:lnTo>
                <a:lnTo>
                  <a:pt x="77929" y="49304"/>
                </a:lnTo>
                <a:close/>
                <a:moveTo>
                  <a:pt x="76022" y="360877"/>
                </a:moveTo>
                <a:lnTo>
                  <a:pt x="76395" y="362342"/>
                </a:lnTo>
                <a:lnTo>
                  <a:pt x="75835" y="361610"/>
                </a:lnTo>
                <a:close/>
                <a:moveTo>
                  <a:pt x="43076" y="342534"/>
                </a:moveTo>
                <a:lnTo>
                  <a:pt x="45001" y="343735"/>
                </a:lnTo>
                <a:lnTo>
                  <a:pt x="42113" y="343135"/>
                </a:lnTo>
                <a:close/>
                <a:moveTo>
                  <a:pt x="27978" y="46406"/>
                </a:moveTo>
                <a:lnTo>
                  <a:pt x="30111" y="47616"/>
                </a:lnTo>
                <a:lnTo>
                  <a:pt x="26911" y="47011"/>
                </a:lnTo>
                <a:close/>
                <a:moveTo>
                  <a:pt x="126122" y="70617"/>
                </a:moveTo>
                <a:lnTo>
                  <a:pt x="126824" y="70975"/>
                </a:lnTo>
                <a:lnTo>
                  <a:pt x="125771" y="70796"/>
                </a:lnTo>
                <a:close/>
                <a:moveTo>
                  <a:pt x="112290" y="23164"/>
                </a:moveTo>
                <a:lnTo>
                  <a:pt x="114232" y="24269"/>
                </a:lnTo>
                <a:lnTo>
                  <a:pt x="111319" y="23716"/>
                </a:lnTo>
                <a:close/>
                <a:moveTo>
                  <a:pt x="1224" y="275559"/>
                </a:moveTo>
                <a:lnTo>
                  <a:pt x="2650" y="276853"/>
                </a:lnTo>
                <a:lnTo>
                  <a:pt x="511" y="276206"/>
                </a:lnTo>
                <a:close/>
                <a:moveTo>
                  <a:pt x="83797" y="280168"/>
                </a:moveTo>
                <a:lnTo>
                  <a:pt x="84392" y="281740"/>
                </a:lnTo>
                <a:lnTo>
                  <a:pt x="83499" y="280954"/>
                </a:lnTo>
                <a:close/>
                <a:moveTo>
                  <a:pt x="104740" y="215566"/>
                </a:moveTo>
                <a:lnTo>
                  <a:pt x="106723" y="216393"/>
                </a:lnTo>
                <a:lnTo>
                  <a:pt x="103748" y="215980"/>
                </a:lnTo>
                <a:close/>
                <a:moveTo>
                  <a:pt x="74624" y="257255"/>
                </a:moveTo>
                <a:lnTo>
                  <a:pt x="75107" y="258272"/>
                </a:lnTo>
                <a:lnTo>
                  <a:pt x="74382" y="257763"/>
                </a:lnTo>
                <a:close/>
                <a:moveTo>
                  <a:pt x="9343" y="59175"/>
                </a:moveTo>
                <a:lnTo>
                  <a:pt x="10569" y="60609"/>
                </a:lnTo>
                <a:lnTo>
                  <a:pt x="8730" y="59892"/>
                </a:lnTo>
                <a:close/>
                <a:moveTo>
                  <a:pt x="126572" y="326558"/>
                </a:moveTo>
                <a:lnTo>
                  <a:pt x="128464" y="327167"/>
                </a:lnTo>
                <a:lnTo>
                  <a:pt x="125626" y="326862"/>
                </a:lnTo>
                <a:close/>
                <a:moveTo>
                  <a:pt x="69232" y="37437"/>
                </a:moveTo>
                <a:lnTo>
                  <a:pt x="70959" y="38493"/>
                </a:lnTo>
                <a:lnTo>
                  <a:pt x="68368" y="37965"/>
                </a:lnTo>
                <a:close/>
                <a:moveTo>
                  <a:pt x="80475" y="117033"/>
                </a:moveTo>
                <a:lnTo>
                  <a:pt x="81318" y="118406"/>
                </a:lnTo>
                <a:lnTo>
                  <a:pt x="80054" y="117720"/>
                </a:lnTo>
                <a:close/>
                <a:moveTo>
                  <a:pt x="4052" y="342310"/>
                </a:moveTo>
                <a:lnTo>
                  <a:pt x="5475" y="344097"/>
                </a:lnTo>
                <a:lnTo>
                  <a:pt x="3340" y="343204"/>
                </a:lnTo>
                <a:close/>
                <a:moveTo>
                  <a:pt x="66244" y="263128"/>
                </a:moveTo>
                <a:lnTo>
                  <a:pt x="68292" y="264546"/>
                </a:lnTo>
                <a:lnTo>
                  <a:pt x="65220" y="263837"/>
                </a:lnTo>
                <a:close/>
                <a:moveTo>
                  <a:pt x="68126" y="359572"/>
                </a:moveTo>
                <a:lnTo>
                  <a:pt x="69286" y="360403"/>
                </a:lnTo>
                <a:lnTo>
                  <a:pt x="67546" y="359987"/>
                </a:lnTo>
                <a:close/>
                <a:moveTo>
                  <a:pt x="66284" y="354270"/>
                </a:moveTo>
                <a:lnTo>
                  <a:pt x="67205" y="355948"/>
                </a:lnTo>
                <a:lnTo>
                  <a:pt x="65824" y="355109"/>
                </a:lnTo>
                <a:close/>
                <a:moveTo>
                  <a:pt x="33967" y="171664"/>
                </a:moveTo>
                <a:lnTo>
                  <a:pt x="35167" y="172797"/>
                </a:lnTo>
                <a:lnTo>
                  <a:pt x="33367" y="172230"/>
                </a:lnTo>
                <a:close/>
                <a:moveTo>
                  <a:pt x="33885" y="202539"/>
                </a:moveTo>
                <a:lnTo>
                  <a:pt x="34739" y="203989"/>
                </a:lnTo>
                <a:lnTo>
                  <a:pt x="33458" y="203264"/>
                </a:lnTo>
                <a:close/>
                <a:moveTo>
                  <a:pt x="126656" y="201964"/>
                </a:moveTo>
                <a:lnTo>
                  <a:pt x="127356" y="203578"/>
                </a:lnTo>
                <a:lnTo>
                  <a:pt x="126306" y="202771"/>
                </a:lnTo>
                <a:close/>
                <a:moveTo>
                  <a:pt x="117321" y="130106"/>
                </a:moveTo>
                <a:lnTo>
                  <a:pt x="119213" y="130750"/>
                </a:lnTo>
                <a:lnTo>
                  <a:pt x="116375" y="130428"/>
                </a:lnTo>
                <a:close/>
                <a:moveTo>
                  <a:pt x="11635" y="198155"/>
                </a:moveTo>
                <a:lnTo>
                  <a:pt x="13501" y="199815"/>
                </a:lnTo>
                <a:lnTo>
                  <a:pt x="10702" y="198985"/>
                </a:lnTo>
                <a:close/>
                <a:moveTo>
                  <a:pt x="96716" y="306700"/>
                </a:moveTo>
                <a:lnTo>
                  <a:pt x="98769" y="307508"/>
                </a:lnTo>
                <a:lnTo>
                  <a:pt x="95690" y="307104"/>
                </a:lnTo>
                <a:close/>
                <a:moveTo>
                  <a:pt x="143927" y="153031"/>
                </a:moveTo>
                <a:lnTo>
                  <a:pt x="144945" y="154641"/>
                </a:lnTo>
                <a:lnTo>
                  <a:pt x="143418" y="153836"/>
                </a:lnTo>
                <a:close/>
                <a:moveTo>
                  <a:pt x="48009" y="223130"/>
                </a:moveTo>
                <a:lnTo>
                  <a:pt x="49553" y="224091"/>
                </a:lnTo>
                <a:lnTo>
                  <a:pt x="47237" y="223611"/>
                </a:lnTo>
                <a:close/>
                <a:moveTo>
                  <a:pt x="54053" y="55135"/>
                </a:moveTo>
                <a:lnTo>
                  <a:pt x="54919" y="56260"/>
                </a:lnTo>
                <a:lnTo>
                  <a:pt x="53620" y="55698"/>
                </a:lnTo>
                <a:close/>
                <a:moveTo>
                  <a:pt x="46001" y="79855"/>
                </a:moveTo>
                <a:lnTo>
                  <a:pt x="46936" y="80236"/>
                </a:lnTo>
                <a:lnTo>
                  <a:pt x="45534" y="80045"/>
                </a:lnTo>
                <a:close/>
                <a:moveTo>
                  <a:pt x="29127" y="13746"/>
                </a:moveTo>
                <a:lnTo>
                  <a:pt x="29626" y="14836"/>
                </a:lnTo>
                <a:lnTo>
                  <a:pt x="28877" y="14291"/>
                </a:lnTo>
                <a:close/>
                <a:moveTo>
                  <a:pt x="112443" y="258940"/>
                </a:moveTo>
                <a:lnTo>
                  <a:pt x="113559" y="260656"/>
                </a:lnTo>
                <a:lnTo>
                  <a:pt x="111886" y="259798"/>
                </a:lnTo>
                <a:close/>
                <a:moveTo>
                  <a:pt x="113294" y="99547"/>
                </a:moveTo>
                <a:lnTo>
                  <a:pt x="113966" y="100775"/>
                </a:lnTo>
                <a:lnTo>
                  <a:pt x="112958" y="100161"/>
                </a:lnTo>
                <a:close/>
                <a:moveTo>
                  <a:pt x="20550" y="121245"/>
                </a:moveTo>
                <a:lnTo>
                  <a:pt x="20939" y="122903"/>
                </a:lnTo>
                <a:lnTo>
                  <a:pt x="20356" y="122074"/>
                </a:lnTo>
                <a:close/>
                <a:moveTo>
                  <a:pt x="133645" y="247568"/>
                </a:moveTo>
                <a:lnTo>
                  <a:pt x="135726" y="248792"/>
                </a:lnTo>
                <a:lnTo>
                  <a:pt x="132604" y="248180"/>
                </a:lnTo>
                <a:close/>
                <a:moveTo>
                  <a:pt x="142823" y="268821"/>
                </a:moveTo>
                <a:lnTo>
                  <a:pt x="144960" y="270474"/>
                </a:lnTo>
                <a:lnTo>
                  <a:pt x="141754" y="269648"/>
                </a:lnTo>
                <a:close/>
                <a:moveTo>
                  <a:pt x="28935" y="135259"/>
                </a:moveTo>
                <a:lnTo>
                  <a:pt x="30625" y="136998"/>
                </a:lnTo>
                <a:lnTo>
                  <a:pt x="28090" y="136129"/>
                </a:lnTo>
                <a:close/>
                <a:moveTo>
                  <a:pt x="42363" y="213679"/>
                </a:moveTo>
                <a:lnTo>
                  <a:pt x="42770" y="214801"/>
                </a:lnTo>
                <a:lnTo>
                  <a:pt x="42159" y="214240"/>
                </a:lnTo>
                <a:close/>
                <a:moveTo>
                  <a:pt x="70164" y="318662"/>
                </a:moveTo>
                <a:lnTo>
                  <a:pt x="70709" y="318970"/>
                </a:lnTo>
                <a:lnTo>
                  <a:pt x="69891" y="318816"/>
                </a:lnTo>
                <a:close/>
                <a:moveTo>
                  <a:pt x="13863" y="104921"/>
                </a:moveTo>
                <a:lnTo>
                  <a:pt x="15284" y="106075"/>
                </a:lnTo>
                <a:lnTo>
                  <a:pt x="13153" y="105498"/>
                </a:lnTo>
                <a:close/>
                <a:moveTo>
                  <a:pt x="71001" y="29048"/>
                </a:moveTo>
                <a:lnTo>
                  <a:pt x="72003" y="30577"/>
                </a:lnTo>
                <a:lnTo>
                  <a:pt x="70500" y="29812"/>
                </a:lnTo>
                <a:close/>
                <a:moveTo>
                  <a:pt x="38267" y="174067"/>
                </a:moveTo>
                <a:lnTo>
                  <a:pt x="39592" y="174721"/>
                </a:lnTo>
                <a:lnTo>
                  <a:pt x="37605" y="174394"/>
                </a:lnTo>
                <a:close/>
                <a:moveTo>
                  <a:pt x="35892" y="306609"/>
                </a:moveTo>
                <a:lnTo>
                  <a:pt x="36613" y="307918"/>
                </a:lnTo>
                <a:lnTo>
                  <a:pt x="35531" y="307263"/>
                </a:lnTo>
                <a:close/>
                <a:moveTo>
                  <a:pt x="43539" y="368425"/>
                </a:moveTo>
                <a:lnTo>
                  <a:pt x="45386" y="368734"/>
                </a:lnTo>
                <a:lnTo>
                  <a:pt x="42616" y="368579"/>
                </a:lnTo>
                <a:close/>
                <a:moveTo>
                  <a:pt x="109136" y="85039"/>
                </a:moveTo>
                <a:lnTo>
                  <a:pt x="110710" y="85541"/>
                </a:lnTo>
                <a:lnTo>
                  <a:pt x="108349" y="85290"/>
                </a:lnTo>
                <a:close/>
                <a:moveTo>
                  <a:pt x="142128" y="117555"/>
                </a:moveTo>
                <a:lnTo>
                  <a:pt x="143202" y="119322"/>
                </a:lnTo>
                <a:lnTo>
                  <a:pt x="141592" y="118439"/>
                </a:lnTo>
                <a:close/>
                <a:moveTo>
                  <a:pt x="68129" y="263157"/>
                </a:moveTo>
                <a:lnTo>
                  <a:pt x="69754" y="264718"/>
                </a:lnTo>
                <a:lnTo>
                  <a:pt x="67317" y="263938"/>
                </a:lnTo>
                <a:close/>
                <a:moveTo>
                  <a:pt x="109097" y="280360"/>
                </a:moveTo>
                <a:lnTo>
                  <a:pt x="111286" y="281589"/>
                </a:lnTo>
                <a:lnTo>
                  <a:pt x="108003" y="280974"/>
                </a:lnTo>
                <a:close/>
                <a:moveTo>
                  <a:pt x="124223" y="233925"/>
                </a:moveTo>
                <a:lnTo>
                  <a:pt x="124645" y="234622"/>
                </a:lnTo>
                <a:lnTo>
                  <a:pt x="124011" y="234273"/>
                </a:lnTo>
                <a:close/>
                <a:moveTo>
                  <a:pt x="129068" y="72747"/>
                </a:moveTo>
                <a:lnTo>
                  <a:pt x="129857" y="74430"/>
                </a:lnTo>
                <a:lnTo>
                  <a:pt x="128673" y="73588"/>
                </a:lnTo>
                <a:close/>
                <a:moveTo>
                  <a:pt x="102422" y="209253"/>
                </a:moveTo>
                <a:lnTo>
                  <a:pt x="102908" y="209653"/>
                </a:lnTo>
                <a:lnTo>
                  <a:pt x="102179" y="209453"/>
                </a:lnTo>
                <a:close/>
                <a:moveTo>
                  <a:pt x="9526" y="383740"/>
                </a:moveTo>
                <a:lnTo>
                  <a:pt x="10283" y="384851"/>
                </a:lnTo>
                <a:lnTo>
                  <a:pt x="9148" y="384296"/>
                </a:lnTo>
                <a:close/>
                <a:moveTo>
                  <a:pt x="74331" y="184378"/>
                </a:moveTo>
                <a:lnTo>
                  <a:pt x="76167" y="184853"/>
                </a:lnTo>
                <a:lnTo>
                  <a:pt x="73413" y="184616"/>
                </a:lnTo>
                <a:close/>
                <a:moveTo>
                  <a:pt x="116834" y="253369"/>
                </a:moveTo>
                <a:lnTo>
                  <a:pt x="117310" y="255040"/>
                </a:lnTo>
                <a:lnTo>
                  <a:pt x="116595" y="254205"/>
                </a:lnTo>
                <a:close/>
                <a:moveTo>
                  <a:pt x="17139" y="364953"/>
                </a:moveTo>
                <a:lnTo>
                  <a:pt x="18172" y="365995"/>
                </a:lnTo>
                <a:lnTo>
                  <a:pt x="16623" y="365474"/>
                </a:lnTo>
                <a:close/>
                <a:moveTo>
                  <a:pt x="26476" y="173497"/>
                </a:moveTo>
                <a:lnTo>
                  <a:pt x="27287" y="174947"/>
                </a:lnTo>
                <a:lnTo>
                  <a:pt x="26070" y="174222"/>
                </a:lnTo>
                <a:close/>
                <a:moveTo>
                  <a:pt x="36306" y="259944"/>
                </a:moveTo>
                <a:lnTo>
                  <a:pt x="38266" y="261282"/>
                </a:lnTo>
                <a:lnTo>
                  <a:pt x="35325" y="260613"/>
                </a:lnTo>
                <a:close/>
                <a:moveTo>
                  <a:pt x="28431" y="216710"/>
                </a:moveTo>
                <a:lnTo>
                  <a:pt x="29132" y="218260"/>
                </a:lnTo>
                <a:lnTo>
                  <a:pt x="28080" y="217485"/>
                </a:lnTo>
                <a:close/>
                <a:moveTo>
                  <a:pt x="34007" y="69128"/>
                </a:moveTo>
                <a:lnTo>
                  <a:pt x="34727" y="70461"/>
                </a:lnTo>
                <a:lnTo>
                  <a:pt x="33647" y="69795"/>
                </a:lnTo>
                <a:close/>
                <a:moveTo>
                  <a:pt x="75871" y="106708"/>
                </a:moveTo>
                <a:lnTo>
                  <a:pt x="77752" y="108327"/>
                </a:lnTo>
                <a:lnTo>
                  <a:pt x="74931" y="107518"/>
                </a:lnTo>
                <a:close/>
                <a:moveTo>
                  <a:pt x="118416" y="294858"/>
                </a:moveTo>
                <a:lnTo>
                  <a:pt x="120015" y="295893"/>
                </a:lnTo>
                <a:lnTo>
                  <a:pt x="117616" y="295376"/>
                </a:lnTo>
                <a:close/>
                <a:moveTo>
                  <a:pt x="113828" y="137089"/>
                </a:moveTo>
                <a:lnTo>
                  <a:pt x="115916" y="137970"/>
                </a:lnTo>
                <a:lnTo>
                  <a:pt x="112785" y="137529"/>
                </a:lnTo>
                <a:close/>
                <a:moveTo>
                  <a:pt x="31394" y="57755"/>
                </a:moveTo>
                <a:lnTo>
                  <a:pt x="31935" y="58607"/>
                </a:lnTo>
                <a:lnTo>
                  <a:pt x="31123" y="58181"/>
                </a:lnTo>
                <a:close/>
                <a:moveTo>
                  <a:pt x="72893" y="287083"/>
                </a:moveTo>
                <a:lnTo>
                  <a:pt x="73899" y="287482"/>
                </a:lnTo>
                <a:lnTo>
                  <a:pt x="72390" y="287282"/>
                </a:lnTo>
                <a:close/>
                <a:moveTo>
                  <a:pt x="100662" y="113782"/>
                </a:moveTo>
                <a:lnTo>
                  <a:pt x="102709" y="115484"/>
                </a:lnTo>
                <a:lnTo>
                  <a:pt x="99639" y="114633"/>
                </a:lnTo>
                <a:close/>
                <a:moveTo>
                  <a:pt x="110900" y="65548"/>
                </a:moveTo>
                <a:lnTo>
                  <a:pt x="111899" y="66888"/>
                </a:lnTo>
                <a:lnTo>
                  <a:pt x="110401" y="66218"/>
                </a:lnTo>
                <a:close/>
                <a:moveTo>
                  <a:pt x="23668" y="373376"/>
                </a:moveTo>
                <a:lnTo>
                  <a:pt x="24999" y="373714"/>
                </a:lnTo>
                <a:lnTo>
                  <a:pt x="23003" y="373545"/>
                </a:lnTo>
                <a:close/>
                <a:moveTo>
                  <a:pt x="73763" y="371312"/>
                </a:moveTo>
                <a:lnTo>
                  <a:pt x="74991" y="372408"/>
                </a:lnTo>
                <a:lnTo>
                  <a:pt x="73148" y="371860"/>
                </a:lnTo>
                <a:close/>
                <a:moveTo>
                  <a:pt x="23869" y="167619"/>
                </a:moveTo>
                <a:lnTo>
                  <a:pt x="25399" y="169247"/>
                </a:lnTo>
                <a:lnTo>
                  <a:pt x="23104" y="168433"/>
                </a:lnTo>
                <a:close/>
                <a:moveTo>
                  <a:pt x="47987" y="59247"/>
                </a:moveTo>
                <a:lnTo>
                  <a:pt x="49065" y="60588"/>
                </a:lnTo>
                <a:lnTo>
                  <a:pt x="47448" y="59917"/>
                </a:lnTo>
                <a:close/>
                <a:moveTo>
                  <a:pt x="4391" y="45213"/>
                </a:moveTo>
                <a:lnTo>
                  <a:pt x="5101" y="46975"/>
                </a:lnTo>
                <a:lnTo>
                  <a:pt x="4035" y="46094"/>
                </a:lnTo>
                <a:close/>
                <a:moveTo>
                  <a:pt x="96122" y="371690"/>
                </a:moveTo>
                <a:lnTo>
                  <a:pt x="96818" y="372792"/>
                </a:lnTo>
                <a:lnTo>
                  <a:pt x="95775" y="372241"/>
                </a:lnTo>
                <a:close/>
                <a:moveTo>
                  <a:pt x="101589" y="87739"/>
                </a:moveTo>
                <a:lnTo>
                  <a:pt x="103628" y="88767"/>
                </a:lnTo>
                <a:lnTo>
                  <a:pt x="100570" y="88253"/>
                </a:lnTo>
                <a:close/>
                <a:moveTo>
                  <a:pt x="23953" y="338813"/>
                </a:moveTo>
                <a:lnTo>
                  <a:pt x="24704" y="339625"/>
                </a:lnTo>
                <a:lnTo>
                  <a:pt x="23577" y="339219"/>
                </a:lnTo>
                <a:close/>
                <a:moveTo>
                  <a:pt x="108055" y="291768"/>
                </a:moveTo>
                <a:lnTo>
                  <a:pt x="109022" y="292681"/>
                </a:lnTo>
                <a:lnTo>
                  <a:pt x="107572" y="292225"/>
                </a:lnTo>
                <a:close/>
                <a:moveTo>
                  <a:pt x="138129" y="148806"/>
                </a:moveTo>
                <a:lnTo>
                  <a:pt x="138945" y="150542"/>
                </a:lnTo>
                <a:lnTo>
                  <a:pt x="137720" y="149674"/>
                </a:lnTo>
                <a:close/>
                <a:moveTo>
                  <a:pt x="124733" y="393089"/>
                </a:moveTo>
                <a:lnTo>
                  <a:pt x="126715" y="393456"/>
                </a:lnTo>
                <a:lnTo>
                  <a:pt x="123742" y="393273"/>
                </a:lnTo>
                <a:close/>
                <a:moveTo>
                  <a:pt x="105283" y="132779"/>
                </a:moveTo>
                <a:lnTo>
                  <a:pt x="106165" y="133281"/>
                </a:lnTo>
                <a:lnTo>
                  <a:pt x="104843" y="133030"/>
                </a:lnTo>
                <a:close/>
                <a:moveTo>
                  <a:pt x="74334" y="177264"/>
                </a:moveTo>
                <a:lnTo>
                  <a:pt x="74797" y="178904"/>
                </a:lnTo>
                <a:lnTo>
                  <a:pt x="74103" y="178084"/>
                </a:lnTo>
                <a:close/>
                <a:moveTo>
                  <a:pt x="116726" y="28729"/>
                </a:moveTo>
                <a:lnTo>
                  <a:pt x="117852" y="29157"/>
                </a:lnTo>
                <a:lnTo>
                  <a:pt x="116162" y="28943"/>
                </a:lnTo>
                <a:close/>
                <a:moveTo>
                  <a:pt x="56010" y="311808"/>
                </a:moveTo>
                <a:lnTo>
                  <a:pt x="58095" y="312169"/>
                </a:lnTo>
                <a:lnTo>
                  <a:pt x="54968" y="311989"/>
                </a:lnTo>
                <a:close/>
                <a:moveTo>
                  <a:pt x="51639" y="272334"/>
                </a:moveTo>
                <a:lnTo>
                  <a:pt x="53638" y="273955"/>
                </a:lnTo>
                <a:lnTo>
                  <a:pt x="50639" y="273145"/>
                </a:lnTo>
                <a:close/>
                <a:moveTo>
                  <a:pt x="85505" y="3000"/>
                </a:moveTo>
                <a:lnTo>
                  <a:pt x="86304" y="3352"/>
                </a:lnTo>
                <a:lnTo>
                  <a:pt x="85106" y="3176"/>
                </a:lnTo>
                <a:close/>
                <a:moveTo>
                  <a:pt x="40463" y="169993"/>
                </a:moveTo>
                <a:lnTo>
                  <a:pt x="40920" y="171725"/>
                </a:lnTo>
                <a:lnTo>
                  <a:pt x="40235" y="170859"/>
                </a:lnTo>
                <a:close/>
                <a:moveTo>
                  <a:pt x="95548" y="327759"/>
                </a:moveTo>
                <a:lnTo>
                  <a:pt x="96052" y="328545"/>
                </a:lnTo>
                <a:lnTo>
                  <a:pt x="95296" y="328152"/>
                </a:lnTo>
                <a:close/>
                <a:moveTo>
                  <a:pt x="67488" y="354580"/>
                </a:moveTo>
                <a:lnTo>
                  <a:pt x="68873" y="356122"/>
                </a:lnTo>
                <a:lnTo>
                  <a:pt x="66795" y="355351"/>
                </a:lnTo>
                <a:close/>
                <a:moveTo>
                  <a:pt x="31987" y="364325"/>
                </a:moveTo>
                <a:lnTo>
                  <a:pt x="32728" y="365011"/>
                </a:lnTo>
                <a:lnTo>
                  <a:pt x="31617" y="364668"/>
                </a:lnTo>
                <a:close/>
                <a:moveTo>
                  <a:pt x="134029" y="326271"/>
                </a:moveTo>
                <a:lnTo>
                  <a:pt x="134388" y="327003"/>
                </a:lnTo>
                <a:lnTo>
                  <a:pt x="133850" y="326637"/>
                </a:lnTo>
                <a:close/>
                <a:moveTo>
                  <a:pt x="20729" y="85152"/>
                </a:moveTo>
                <a:lnTo>
                  <a:pt x="22851" y="85677"/>
                </a:lnTo>
                <a:lnTo>
                  <a:pt x="19668" y="85414"/>
                </a:lnTo>
                <a:close/>
                <a:moveTo>
                  <a:pt x="78548" y="55246"/>
                </a:moveTo>
                <a:lnTo>
                  <a:pt x="79538" y="56572"/>
                </a:lnTo>
                <a:lnTo>
                  <a:pt x="78052" y="55909"/>
                </a:lnTo>
                <a:close/>
                <a:moveTo>
                  <a:pt x="101468" y="368040"/>
                </a:moveTo>
                <a:lnTo>
                  <a:pt x="103376" y="368545"/>
                </a:lnTo>
                <a:lnTo>
                  <a:pt x="100514" y="368292"/>
                </a:lnTo>
                <a:close/>
                <a:moveTo>
                  <a:pt x="107566" y="103786"/>
                </a:moveTo>
                <a:lnTo>
                  <a:pt x="107923" y="104507"/>
                </a:lnTo>
                <a:lnTo>
                  <a:pt x="107388" y="104146"/>
                </a:lnTo>
                <a:close/>
                <a:moveTo>
                  <a:pt x="10738" y="338626"/>
                </a:moveTo>
                <a:lnTo>
                  <a:pt x="11337" y="339182"/>
                </a:lnTo>
                <a:lnTo>
                  <a:pt x="10439" y="338904"/>
                </a:lnTo>
                <a:close/>
                <a:moveTo>
                  <a:pt x="6944" y="374342"/>
                </a:moveTo>
                <a:lnTo>
                  <a:pt x="7578" y="374934"/>
                </a:lnTo>
                <a:lnTo>
                  <a:pt x="6627" y="374638"/>
                </a:lnTo>
                <a:close/>
                <a:moveTo>
                  <a:pt x="22681" y="72450"/>
                </a:moveTo>
                <a:lnTo>
                  <a:pt x="23287" y="74051"/>
                </a:lnTo>
                <a:lnTo>
                  <a:pt x="22377" y="73250"/>
                </a:lnTo>
                <a:close/>
                <a:moveTo>
                  <a:pt x="82064" y="293995"/>
                </a:moveTo>
                <a:lnTo>
                  <a:pt x="83833" y="295397"/>
                </a:lnTo>
                <a:lnTo>
                  <a:pt x="81180" y="294696"/>
                </a:lnTo>
                <a:close/>
                <a:moveTo>
                  <a:pt x="27464" y="295220"/>
                </a:moveTo>
                <a:lnTo>
                  <a:pt x="29653" y="296005"/>
                </a:lnTo>
                <a:lnTo>
                  <a:pt x="26369" y="295613"/>
                </a:lnTo>
                <a:close/>
                <a:moveTo>
                  <a:pt x="20210" y="106060"/>
                </a:moveTo>
                <a:lnTo>
                  <a:pt x="20918" y="106571"/>
                </a:lnTo>
                <a:lnTo>
                  <a:pt x="19856" y="106316"/>
                </a:lnTo>
                <a:close/>
                <a:moveTo>
                  <a:pt x="41771" y="57944"/>
                </a:moveTo>
                <a:lnTo>
                  <a:pt x="42598" y="59361"/>
                </a:lnTo>
                <a:lnTo>
                  <a:pt x="41358" y="58653"/>
                </a:lnTo>
                <a:close/>
                <a:moveTo>
                  <a:pt x="91145" y="124417"/>
                </a:moveTo>
                <a:lnTo>
                  <a:pt x="92193" y="125991"/>
                </a:lnTo>
                <a:lnTo>
                  <a:pt x="90622" y="125204"/>
                </a:lnTo>
                <a:close/>
                <a:moveTo>
                  <a:pt x="107280" y="254"/>
                </a:moveTo>
                <a:lnTo>
                  <a:pt x="107782" y="725"/>
                </a:lnTo>
                <a:lnTo>
                  <a:pt x="107029" y="490"/>
                </a:lnTo>
                <a:close/>
                <a:moveTo>
                  <a:pt x="53288" y="161918"/>
                </a:moveTo>
                <a:lnTo>
                  <a:pt x="54606" y="162696"/>
                </a:lnTo>
                <a:lnTo>
                  <a:pt x="52629" y="162307"/>
                </a:lnTo>
                <a:close/>
                <a:moveTo>
                  <a:pt x="119951" y="362992"/>
                </a:moveTo>
                <a:lnTo>
                  <a:pt x="120941" y="363652"/>
                </a:lnTo>
                <a:lnTo>
                  <a:pt x="119456" y="363322"/>
                </a:lnTo>
                <a:close/>
                <a:moveTo>
                  <a:pt x="119956" y="353619"/>
                </a:moveTo>
                <a:lnTo>
                  <a:pt x="120418" y="354292"/>
                </a:lnTo>
                <a:lnTo>
                  <a:pt x="119725" y="353956"/>
                </a:lnTo>
                <a:close/>
                <a:moveTo>
                  <a:pt x="126597" y="121623"/>
                </a:moveTo>
                <a:lnTo>
                  <a:pt x="127811" y="123035"/>
                </a:lnTo>
                <a:lnTo>
                  <a:pt x="125990" y="122329"/>
                </a:lnTo>
                <a:close/>
                <a:moveTo>
                  <a:pt x="111418" y="274988"/>
                </a:moveTo>
                <a:lnTo>
                  <a:pt x="112631" y="276254"/>
                </a:lnTo>
                <a:lnTo>
                  <a:pt x="110812" y="275621"/>
                </a:lnTo>
                <a:close/>
                <a:moveTo>
                  <a:pt x="16014" y="19094"/>
                </a:moveTo>
                <a:lnTo>
                  <a:pt x="17999" y="19699"/>
                </a:lnTo>
                <a:lnTo>
                  <a:pt x="15022" y="19396"/>
                </a:lnTo>
                <a:close/>
                <a:moveTo>
                  <a:pt x="144004" y="5863"/>
                </a:moveTo>
                <a:lnTo>
                  <a:pt x="146172" y="7106"/>
                </a:lnTo>
                <a:lnTo>
                  <a:pt x="142920" y="6484"/>
                </a:lnTo>
                <a:close/>
                <a:moveTo>
                  <a:pt x="60752" y="388703"/>
                </a:moveTo>
                <a:lnTo>
                  <a:pt x="62778" y="389100"/>
                </a:lnTo>
                <a:lnTo>
                  <a:pt x="59739" y="388902"/>
                </a:lnTo>
                <a:close/>
                <a:moveTo>
                  <a:pt x="87010" y="232785"/>
                </a:moveTo>
                <a:lnTo>
                  <a:pt x="88080" y="233538"/>
                </a:lnTo>
                <a:lnTo>
                  <a:pt x="86475" y="233162"/>
                </a:lnTo>
                <a:close/>
                <a:moveTo>
                  <a:pt x="10131" y="364995"/>
                </a:moveTo>
                <a:lnTo>
                  <a:pt x="11915" y="366675"/>
                </a:lnTo>
                <a:lnTo>
                  <a:pt x="9239" y="365835"/>
                </a:lnTo>
                <a:close/>
                <a:moveTo>
                  <a:pt x="43257" y="351143"/>
                </a:moveTo>
                <a:lnTo>
                  <a:pt x="43795" y="352891"/>
                </a:lnTo>
                <a:lnTo>
                  <a:pt x="42988" y="352017"/>
                </a:lnTo>
                <a:close/>
                <a:moveTo>
                  <a:pt x="80976" y="35826"/>
                </a:moveTo>
                <a:lnTo>
                  <a:pt x="81879" y="36641"/>
                </a:lnTo>
                <a:lnTo>
                  <a:pt x="80525" y="36233"/>
                </a:lnTo>
                <a:close/>
                <a:moveTo>
                  <a:pt x="92916" y="108172"/>
                </a:moveTo>
                <a:lnTo>
                  <a:pt x="94194" y="108972"/>
                </a:lnTo>
                <a:lnTo>
                  <a:pt x="92278" y="108572"/>
                </a:lnTo>
                <a:close/>
                <a:moveTo>
                  <a:pt x="47544" y="292113"/>
                </a:moveTo>
                <a:lnTo>
                  <a:pt x="48211" y="292574"/>
                </a:lnTo>
                <a:lnTo>
                  <a:pt x="47210" y="292344"/>
                </a:lnTo>
                <a:close/>
                <a:moveTo>
                  <a:pt x="20615" y="119709"/>
                </a:moveTo>
                <a:lnTo>
                  <a:pt x="21244" y="120024"/>
                </a:lnTo>
                <a:lnTo>
                  <a:pt x="20301" y="119866"/>
                </a:lnTo>
                <a:close/>
                <a:moveTo>
                  <a:pt x="67371" y="109897"/>
                </a:moveTo>
                <a:lnTo>
                  <a:pt x="68609" y="110876"/>
                </a:lnTo>
                <a:lnTo>
                  <a:pt x="66753" y="110387"/>
                </a:lnTo>
                <a:close/>
                <a:moveTo>
                  <a:pt x="84625" y="375152"/>
                </a:moveTo>
                <a:lnTo>
                  <a:pt x="85149" y="375763"/>
                </a:lnTo>
                <a:lnTo>
                  <a:pt x="84363" y="375458"/>
                </a:lnTo>
                <a:close/>
                <a:moveTo>
                  <a:pt x="53619" y="235278"/>
                </a:moveTo>
                <a:lnTo>
                  <a:pt x="54623" y="236661"/>
                </a:lnTo>
                <a:lnTo>
                  <a:pt x="53117" y="235970"/>
                </a:lnTo>
                <a:close/>
                <a:moveTo>
                  <a:pt x="74499" y="203771"/>
                </a:moveTo>
                <a:lnTo>
                  <a:pt x="74995" y="204683"/>
                </a:lnTo>
                <a:lnTo>
                  <a:pt x="74251" y="204227"/>
                </a:lnTo>
                <a:close/>
                <a:moveTo>
                  <a:pt x="123336" y="141558"/>
                </a:moveTo>
                <a:lnTo>
                  <a:pt x="125238" y="143202"/>
                </a:lnTo>
                <a:lnTo>
                  <a:pt x="122385" y="142380"/>
                </a:lnTo>
                <a:close/>
                <a:moveTo>
                  <a:pt x="135019" y="318241"/>
                </a:moveTo>
                <a:lnTo>
                  <a:pt x="137157" y="319683"/>
                </a:lnTo>
                <a:lnTo>
                  <a:pt x="133951" y="318962"/>
                </a:lnTo>
                <a:close/>
                <a:moveTo>
                  <a:pt x="112842" y="198605"/>
                </a:moveTo>
                <a:lnTo>
                  <a:pt x="113772" y="199141"/>
                </a:lnTo>
                <a:lnTo>
                  <a:pt x="112376" y="198873"/>
                </a:lnTo>
                <a:close/>
                <a:moveTo>
                  <a:pt x="92547" y="291301"/>
                </a:moveTo>
                <a:lnTo>
                  <a:pt x="93463" y="291742"/>
                </a:lnTo>
                <a:lnTo>
                  <a:pt x="92090" y="291521"/>
                </a:lnTo>
                <a:close/>
                <a:moveTo>
                  <a:pt x="141043" y="333579"/>
                </a:moveTo>
                <a:lnTo>
                  <a:pt x="141632" y="334179"/>
                </a:lnTo>
                <a:lnTo>
                  <a:pt x="140749" y="333879"/>
                </a:lnTo>
                <a:close/>
                <a:moveTo>
                  <a:pt x="51267" y="83994"/>
                </a:moveTo>
                <a:lnTo>
                  <a:pt x="52275" y="84571"/>
                </a:lnTo>
                <a:lnTo>
                  <a:pt x="50763" y="84282"/>
                </a:lnTo>
                <a:close/>
                <a:moveTo>
                  <a:pt x="13379" y="292463"/>
                </a:moveTo>
                <a:lnTo>
                  <a:pt x="15306" y="293155"/>
                </a:lnTo>
                <a:lnTo>
                  <a:pt x="12415" y="292809"/>
                </a:lnTo>
                <a:close/>
                <a:moveTo>
                  <a:pt x="77323" y="376467"/>
                </a:moveTo>
                <a:lnTo>
                  <a:pt x="79453" y="377514"/>
                </a:lnTo>
                <a:lnTo>
                  <a:pt x="76258" y="376990"/>
                </a:lnTo>
                <a:close/>
                <a:moveTo>
                  <a:pt x="44007" y="253529"/>
                </a:moveTo>
                <a:lnTo>
                  <a:pt x="45906" y="254205"/>
                </a:lnTo>
                <a:lnTo>
                  <a:pt x="43057" y="253867"/>
                </a:lnTo>
                <a:close/>
                <a:moveTo>
                  <a:pt x="97324" y="337929"/>
                </a:moveTo>
                <a:lnTo>
                  <a:pt x="97845" y="338383"/>
                </a:lnTo>
                <a:lnTo>
                  <a:pt x="97063" y="338156"/>
                </a:lnTo>
                <a:close/>
                <a:moveTo>
                  <a:pt x="100320" y="309683"/>
                </a:moveTo>
                <a:lnTo>
                  <a:pt x="100685" y="310496"/>
                </a:lnTo>
                <a:lnTo>
                  <a:pt x="100138" y="310090"/>
                </a:lnTo>
                <a:close/>
                <a:moveTo>
                  <a:pt x="32201" y="109318"/>
                </a:moveTo>
                <a:lnTo>
                  <a:pt x="33612" y="109661"/>
                </a:lnTo>
                <a:lnTo>
                  <a:pt x="31496" y="109490"/>
                </a:lnTo>
                <a:close/>
                <a:moveTo>
                  <a:pt x="141760" y="284586"/>
                </a:moveTo>
                <a:lnTo>
                  <a:pt x="143838" y="286039"/>
                </a:lnTo>
                <a:lnTo>
                  <a:pt x="140721" y="285312"/>
                </a:lnTo>
                <a:close/>
                <a:moveTo>
                  <a:pt x="19336" y="268483"/>
                </a:moveTo>
                <a:lnTo>
                  <a:pt x="20646" y="269306"/>
                </a:lnTo>
                <a:lnTo>
                  <a:pt x="18681" y="268894"/>
                </a:lnTo>
                <a:close/>
                <a:moveTo>
                  <a:pt x="15594" y="104122"/>
                </a:moveTo>
                <a:lnTo>
                  <a:pt x="16210" y="105916"/>
                </a:lnTo>
                <a:lnTo>
                  <a:pt x="15286" y="105019"/>
                </a:lnTo>
                <a:close/>
                <a:moveTo>
                  <a:pt x="55457" y="276031"/>
                </a:moveTo>
                <a:lnTo>
                  <a:pt x="56892" y="277250"/>
                </a:lnTo>
                <a:lnTo>
                  <a:pt x="54739" y="276640"/>
                </a:lnTo>
                <a:close/>
                <a:moveTo>
                  <a:pt x="52600" y="84159"/>
                </a:moveTo>
                <a:lnTo>
                  <a:pt x="54360" y="85838"/>
                </a:lnTo>
                <a:lnTo>
                  <a:pt x="51719" y="84998"/>
                </a:lnTo>
                <a:close/>
                <a:moveTo>
                  <a:pt x="96774" y="63275"/>
                </a:moveTo>
                <a:lnTo>
                  <a:pt x="98509" y="65064"/>
                </a:lnTo>
                <a:lnTo>
                  <a:pt x="95906" y="64169"/>
                </a:lnTo>
                <a:close/>
                <a:moveTo>
                  <a:pt x="12882" y="73980"/>
                </a:moveTo>
                <a:lnTo>
                  <a:pt x="14193" y="74404"/>
                </a:lnTo>
                <a:lnTo>
                  <a:pt x="12226" y="74192"/>
                </a:lnTo>
                <a:close/>
                <a:moveTo>
                  <a:pt x="108172" y="82751"/>
                </a:moveTo>
                <a:lnTo>
                  <a:pt x="110237" y="84239"/>
                </a:lnTo>
                <a:lnTo>
                  <a:pt x="107139" y="83495"/>
                </a:lnTo>
                <a:close/>
                <a:moveTo>
                  <a:pt x="37993" y="128779"/>
                </a:moveTo>
                <a:lnTo>
                  <a:pt x="39886" y="129976"/>
                </a:lnTo>
                <a:lnTo>
                  <a:pt x="37046" y="129378"/>
                </a:lnTo>
                <a:close/>
                <a:moveTo>
                  <a:pt x="83822" y="195919"/>
                </a:moveTo>
                <a:lnTo>
                  <a:pt x="85245" y="197067"/>
                </a:lnTo>
                <a:lnTo>
                  <a:pt x="83110" y="196493"/>
                </a:lnTo>
                <a:close/>
                <a:moveTo>
                  <a:pt x="7229" y="335801"/>
                </a:moveTo>
                <a:lnTo>
                  <a:pt x="9414" y="336245"/>
                </a:lnTo>
                <a:lnTo>
                  <a:pt x="6136" y="336023"/>
                </a:lnTo>
                <a:close/>
                <a:moveTo>
                  <a:pt x="115047" y="245297"/>
                </a:moveTo>
                <a:lnTo>
                  <a:pt x="115563" y="245950"/>
                </a:lnTo>
                <a:lnTo>
                  <a:pt x="114789" y="245623"/>
                </a:lnTo>
                <a:close/>
                <a:moveTo>
                  <a:pt x="25402" y="77527"/>
                </a:moveTo>
                <a:lnTo>
                  <a:pt x="25915" y="78811"/>
                </a:lnTo>
                <a:lnTo>
                  <a:pt x="25146" y="78169"/>
                </a:lnTo>
                <a:close/>
                <a:moveTo>
                  <a:pt x="29244" y="386370"/>
                </a:moveTo>
                <a:lnTo>
                  <a:pt x="29798" y="387800"/>
                </a:lnTo>
                <a:lnTo>
                  <a:pt x="28966" y="387085"/>
                </a:lnTo>
                <a:close/>
                <a:moveTo>
                  <a:pt x="110016" y="328447"/>
                </a:moveTo>
                <a:lnTo>
                  <a:pt x="112010" y="329111"/>
                </a:lnTo>
                <a:lnTo>
                  <a:pt x="109019" y="328779"/>
                </a:lnTo>
                <a:close/>
                <a:moveTo>
                  <a:pt x="63450" y="220582"/>
                </a:moveTo>
                <a:lnTo>
                  <a:pt x="65116" y="221106"/>
                </a:lnTo>
                <a:lnTo>
                  <a:pt x="62618" y="220844"/>
                </a:lnTo>
                <a:close/>
                <a:moveTo>
                  <a:pt x="144671" y="209397"/>
                </a:moveTo>
                <a:lnTo>
                  <a:pt x="145066" y="210844"/>
                </a:lnTo>
                <a:lnTo>
                  <a:pt x="144473" y="210121"/>
                </a:lnTo>
                <a:close/>
                <a:moveTo>
                  <a:pt x="56615" y="261344"/>
                </a:moveTo>
                <a:lnTo>
                  <a:pt x="57718" y="262089"/>
                </a:lnTo>
                <a:lnTo>
                  <a:pt x="56064" y="261716"/>
                </a:lnTo>
                <a:close/>
                <a:moveTo>
                  <a:pt x="71866" y="361386"/>
                </a:moveTo>
                <a:lnTo>
                  <a:pt x="73619" y="362882"/>
                </a:lnTo>
                <a:lnTo>
                  <a:pt x="70990" y="362134"/>
                </a:lnTo>
                <a:close/>
                <a:moveTo>
                  <a:pt x="8005" y="253198"/>
                </a:moveTo>
                <a:lnTo>
                  <a:pt x="8749" y="254713"/>
                </a:lnTo>
                <a:lnTo>
                  <a:pt x="7633" y="253955"/>
                </a:lnTo>
                <a:close/>
                <a:moveTo>
                  <a:pt x="95681" y="200160"/>
                </a:moveTo>
                <a:lnTo>
                  <a:pt x="97486" y="201590"/>
                </a:lnTo>
                <a:lnTo>
                  <a:pt x="94779" y="200875"/>
                </a:lnTo>
                <a:close/>
                <a:moveTo>
                  <a:pt x="16325" y="149321"/>
                </a:moveTo>
                <a:lnTo>
                  <a:pt x="18341" y="150801"/>
                </a:lnTo>
                <a:lnTo>
                  <a:pt x="15317" y="150061"/>
                </a:lnTo>
                <a:close/>
                <a:moveTo>
                  <a:pt x="49738" y="11941"/>
                </a:moveTo>
                <a:lnTo>
                  <a:pt x="50678" y="12775"/>
                </a:lnTo>
                <a:lnTo>
                  <a:pt x="49268" y="12358"/>
                </a:lnTo>
                <a:close/>
                <a:moveTo>
                  <a:pt x="62081" y="199270"/>
                </a:moveTo>
                <a:lnTo>
                  <a:pt x="63273" y="199892"/>
                </a:lnTo>
                <a:lnTo>
                  <a:pt x="61485" y="199581"/>
                </a:lnTo>
                <a:close/>
                <a:moveTo>
                  <a:pt x="46031" y="288660"/>
                </a:moveTo>
                <a:lnTo>
                  <a:pt x="48018" y="290301"/>
                </a:lnTo>
                <a:lnTo>
                  <a:pt x="45038" y="289480"/>
                </a:lnTo>
                <a:close/>
                <a:moveTo>
                  <a:pt x="52723" y="219069"/>
                </a:moveTo>
                <a:lnTo>
                  <a:pt x="54473" y="220078"/>
                </a:lnTo>
                <a:lnTo>
                  <a:pt x="51848" y="219574"/>
                </a:lnTo>
                <a:close/>
                <a:moveTo>
                  <a:pt x="122808" y="45089"/>
                </a:moveTo>
                <a:lnTo>
                  <a:pt x="123264" y="45548"/>
                </a:lnTo>
                <a:lnTo>
                  <a:pt x="122580" y="45318"/>
                </a:lnTo>
                <a:close/>
                <a:moveTo>
                  <a:pt x="70078" y="339893"/>
                </a:moveTo>
                <a:lnTo>
                  <a:pt x="71609" y="340375"/>
                </a:lnTo>
                <a:lnTo>
                  <a:pt x="69312" y="340134"/>
                </a:lnTo>
                <a:close/>
                <a:moveTo>
                  <a:pt x="62473" y="313737"/>
                </a:moveTo>
                <a:lnTo>
                  <a:pt x="64105" y="314993"/>
                </a:lnTo>
                <a:lnTo>
                  <a:pt x="61657" y="314365"/>
                </a:lnTo>
                <a:close/>
                <a:moveTo>
                  <a:pt x="49146" y="114416"/>
                </a:moveTo>
                <a:lnTo>
                  <a:pt x="50645" y="115840"/>
                </a:lnTo>
                <a:lnTo>
                  <a:pt x="48396" y="115128"/>
                </a:lnTo>
                <a:close/>
                <a:moveTo>
                  <a:pt x="40912" y="324153"/>
                </a:moveTo>
                <a:lnTo>
                  <a:pt x="41802" y="324873"/>
                </a:lnTo>
                <a:lnTo>
                  <a:pt x="40467" y="324513"/>
                </a:lnTo>
                <a:close/>
                <a:moveTo>
                  <a:pt x="17107" y="309427"/>
                </a:moveTo>
                <a:lnTo>
                  <a:pt x="18470" y="310626"/>
                </a:lnTo>
                <a:lnTo>
                  <a:pt x="16425" y="310027"/>
                </a:lnTo>
                <a:close/>
                <a:moveTo>
                  <a:pt x="3433" y="9526"/>
                </a:moveTo>
                <a:lnTo>
                  <a:pt x="4665" y="10671"/>
                </a:lnTo>
                <a:lnTo>
                  <a:pt x="2817" y="10099"/>
                </a:lnTo>
                <a:close/>
                <a:moveTo>
                  <a:pt x="116443" y="253018"/>
                </a:moveTo>
                <a:lnTo>
                  <a:pt x="118388" y="254706"/>
                </a:lnTo>
                <a:lnTo>
                  <a:pt x="115471" y="253862"/>
                </a:lnTo>
                <a:close/>
                <a:moveTo>
                  <a:pt x="21153" y="63121"/>
                </a:moveTo>
                <a:lnTo>
                  <a:pt x="22615" y="63474"/>
                </a:lnTo>
                <a:lnTo>
                  <a:pt x="20423" y="63298"/>
                </a:lnTo>
                <a:close/>
                <a:moveTo>
                  <a:pt x="71723" y="352016"/>
                </a:moveTo>
                <a:lnTo>
                  <a:pt x="72419" y="352994"/>
                </a:lnTo>
                <a:lnTo>
                  <a:pt x="71374" y="352505"/>
                </a:lnTo>
                <a:close/>
                <a:moveTo>
                  <a:pt x="14440" y="162046"/>
                </a:moveTo>
                <a:lnTo>
                  <a:pt x="15408" y="162487"/>
                </a:lnTo>
                <a:lnTo>
                  <a:pt x="13955" y="162267"/>
                </a:lnTo>
                <a:close/>
                <a:moveTo>
                  <a:pt x="133232" y="27106"/>
                </a:moveTo>
                <a:lnTo>
                  <a:pt x="134261" y="27534"/>
                </a:lnTo>
                <a:lnTo>
                  <a:pt x="132718" y="27320"/>
                </a:lnTo>
                <a:close/>
                <a:moveTo>
                  <a:pt x="67965" y="358865"/>
                </a:moveTo>
                <a:lnTo>
                  <a:pt x="69130" y="359850"/>
                </a:lnTo>
                <a:lnTo>
                  <a:pt x="67383" y="359358"/>
                </a:lnTo>
                <a:close/>
                <a:moveTo>
                  <a:pt x="75517" y="215407"/>
                </a:moveTo>
                <a:lnTo>
                  <a:pt x="76013" y="215960"/>
                </a:lnTo>
                <a:lnTo>
                  <a:pt x="75269" y="215684"/>
                </a:lnTo>
                <a:close/>
                <a:moveTo>
                  <a:pt x="51645" y="53344"/>
                </a:moveTo>
                <a:lnTo>
                  <a:pt x="52758" y="54443"/>
                </a:lnTo>
                <a:lnTo>
                  <a:pt x="51089" y="53893"/>
                </a:lnTo>
                <a:close/>
                <a:moveTo>
                  <a:pt x="13292" y="252641"/>
                </a:moveTo>
                <a:lnTo>
                  <a:pt x="14028" y="253801"/>
                </a:lnTo>
                <a:lnTo>
                  <a:pt x="12923" y="253221"/>
                </a:lnTo>
                <a:close/>
                <a:moveTo>
                  <a:pt x="60616" y="185684"/>
                </a:moveTo>
                <a:lnTo>
                  <a:pt x="61258" y="186661"/>
                </a:lnTo>
                <a:lnTo>
                  <a:pt x="60295" y="186173"/>
                </a:lnTo>
                <a:close/>
                <a:moveTo>
                  <a:pt x="56091" y="116585"/>
                </a:moveTo>
                <a:lnTo>
                  <a:pt x="57033" y="118169"/>
                </a:lnTo>
                <a:lnTo>
                  <a:pt x="55620" y="117377"/>
                </a:lnTo>
                <a:close/>
                <a:moveTo>
                  <a:pt x="125333" y="285030"/>
                </a:moveTo>
                <a:lnTo>
                  <a:pt x="127269" y="286400"/>
                </a:lnTo>
                <a:lnTo>
                  <a:pt x="124366" y="285715"/>
                </a:lnTo>
                <a:close/>
                <a:moveTo>
                  <a:pt x="98380" y="166086"/>
                </a:moveTo>
                <a:lnTo>
                  <a:pt x="98882" y="167483"/>
                </a:lnTo>
                <a:lnTo>
                  <a:pt x="98130" y="166785"/>
                </a:lnTo>
                <a:close/>
                <a:moveTo>
                  <a:pt x="121793" y="19857"/>
                </a:moveTo>
                <a:lnTo>
                  <a:pt x="123200" y="20902"/>
                </a:lnTo>
                <a:lnTo>
                  <a:pt x="121089" y="20379"/>
                </a:lnTo>
                <a:close/>
                <a:moveTo>
                  <a:pt x="107420" y="270404"/>
                </a:moveTo>
                <a:lnTo>
                  <a:pt x="108845" y="271353"/>
                </a:lnTo>
                <a:lnTo>
                  <a:pt x="106708" y="270878"/>
                </a:lnTo>
                <a:close/>
                <a:moveTo>
                  <a:pt x="125296" y="194411"/>
                </a:moveTo>
                <a:lnTo>
                  <a:pt x="125874" y="195409"/>
                </a:lnTo>
                <a:lnTo>
                  <a:pt x="125006" y="194910"/>
                </a:lnTo>
                <a:close/>
                <a:moveTo>
                  <a:pt x="70457" y="227296"/>
                </a:moveTo>
                <a:lnTo>
                  <a:pt x="71681" y="227965"/>
                </a:lnTo>
                <a:lnTo>
                  <a:pt x="69845" y="227630"/>
                </a:lnTo>
                <a:close/>
                <a:moveTo>
                  <a:pt x="18450" y="211572"/>
                </a:moveTo>
                <a:lnTo>
                  <a:pt x="18843" y="212872"/>
                </a:lnTo>
                <a:lnTo>
                  <a:pt x="18254" y="212222"/>
                </a:lnTo>
                <a:close/>
                <a:moveTo>
                  <a:pt x="71459" y="68248"/>
                </a:moveTo>
                <a:lnTo>
                  <a:pt x="73520" y="69605"/>
                </a:lnTo>
                <a:lnTo>
                  <a:pt x="70428" y="68926"/>
                </a:lnTo>
                <a:close/>
                <a:moveTo>
                  <a:pt x="35559" y="226507"/>
                </a:moveTo>
                <a:lnTo>
                  <a:pt x="35918" y="227062"/>
                </a:lnTo>
                <a:lnTo>
                  <a:pt x="35380" y="226784"/>
                </a:lnTo>
                <a:close/>
                <a:moveTo>
                  <a:pt x="89855" y="291272"/>
                </a:moveTo>
                <a:lnTo>
                  <a:pt x="90268" y="292669"/>
                </a:lnTo>
                <a:lnTo>
                  <a:pt x="89648" y="291970"/>
                </a:lnTo>
                <a:close/>
                <a:moveTo>
                  <a:pt x="126106" y="83294"/>
                </a:moveTo>
                <a:lnTo>
                  <a:pt x="128202" y="84232"/>
                </a:lnTo>
                <a:lnTo>
                  <a:pt x="125058" y="83763"/>
                </a:lnTo>
                <a:close/>
                <a:moveTo>
                  <a:pt x="107400" y="357142"/>
                </a:moveTo>
                <a:lnTo>
                  <a:pt x="109278" y="358112"/>
                </a:lnTo>
                <a:lnTo>
                  <a:pt x="106460" y="357627"/>
                </a:lnTo>
                <a:close/>
                <a:moveTo>
                  <a:pt x="8699" y="187100"/>
                </a:moveTo>
                <a:lnTo>
                  <a:pt x="10089" y="188565"/>
                </a:lnTo>
                <a:lnTo>
                  <a:pt x="8004" y="187832"/>
                </a:lnTo>
                <a:close/>
                <a:moveTo>
                  <a:pt x="41577" y="110221"/>
                </a:moveTo>
                <a:lnTo>
                  <a:pt x="42089" y="110868"/>
                </a:lnTo>
                <a:lnTo>
                  <a:pt x="41321" y="110544"/>
                </a:lnTo>
                <a:close/>
                <a:moveTo>
                  <a:pt x="4403" y="66676"/>
                </a:moveTo>
                <a:lnTo>
                  <a:pt x="5670" y="68049"/>
                </a:lnTo>
                <a:lnTo>
                  <a:pt x="3769" y="67362"/>
                </a:lnTo>
                <a:close/>
                <a:moveTo>
                  <a:pt x="85850" y="267549"/>
                </a:moveTo>
                <a:lnTo>
                  <a:pt x="86246" y="268808"/>
                </a:lnTo>
                <a:lnTo>
                  <a:pt x="85652" y="268179"/>
                </a:lnTo>
                <a:close/>
                <a:moveTo>
                  <a:pt x="52558" y="124926"/>
                </a:moveTo>
                <a:lnTo>
                  <a:pt x="53682" y="125301"/>
                </a:lnTo>
                <a:lnTo>
                  <a:pt x="51996" y="125114"/>
                </a:lnTo>
                <a:close/>
                <a:moveTo>
                  <a:pt x="84250" y="287324"/>
                </a:moveTo>
                <a:lnTo>
                  <a:pt x="85159" y="288022"/>
                </a:lnTo>
                <a:lnTo>
                  <a:pt x="83795" y="287673"/>
                </a:lnTo>
                <a:close/>
                <a:moveTo>
                  <a:pt x="138045" y="295108"/>
                </a:moveTo>
                <a:lnTo>
                  <a:pt x="139317" y="296892"/>
                </a:lnTo>
                <a:lnTo>
                  <a:pt x="137409" y="296000"/>
                </a:lnTo>
                <a:close/>
                <a:moveTo>
                  <a:pt x="71585" y="385406"/>
                </a:moveTo>
                <a:lnTo>
                  <a:pt x="72010" y="386922"/>
                </a:lnTo>
                <a:lnTo>
                  <a:pt x="71372" y="386164"/>
                </a:lnTo>
                <a:close/>
                <a:moveTo>
                  <a:pt x="6007" y="67374"/>
                </a:moveTo>
                <a:lnTo>
                  <a:pt x="7253" y="68585"/>
                </a:lnTo>
                <a:lnTo>
                  <a:pt x="5384" y="67979"/>
                </a:lnTo>
                <a:close/>
                <a:moveTo>
                  <a:pt x="95851" y="280992"/>
                </a:moveTo>
                <a:lnTo>
                  <a:pt x="97556" y="282409"/>
                </a:lnTo>
                <a:lnTo>
                  <a:pt x="94998" y="281700"/>
                </a:lnTo>
                <a:close/>
                <a:moveTo>
                  <a:pt x="143335" y="122245"/>
                </a:moveTo>
                <a:lnTo>
                  <a:pt x="145263" y="123065"/>
                </a:lnTo>
                <a:lnTo>
                  <a:pt x="142371" y="122655"/>
                </a:lnTo>
                <a:close/>
                <a:moveTo>
                  <a:pt x="32412" y="113736"/>
                </a:moveTo>
                <a:lnTo>
                  <a:pt x="33675" y="114136"/>
                </a:lnTo>
                <a:lnTo>
                  <a:pt x="31780" y="113936"/>
                </a:lnTo>
                <a:close/>
                <a:moveTo>
                  <a:pt x="61269" y="48143"/>
                </a:moveTo>
                <a:lnTo>
                  <a:pt x="62956" y="49170"/>
                </a:lnTo>
                <a:lnTo>
                  <a:pt x="60425" y="48657"/>
                </a:lnTo>
                <a:close/>
                <a:moveTo>
                  <a:pt x="16191" y="73767"/>
                </a:moveTo>
                <a:lnTo>
                  <a:pt x="17186" y="74489"/>
                </a:lnTo>
                <a:lnTo>
                  <a:pt x="15694" y="74128"/>
                </a:lnTo>
                <a:close/>
                <a:moveTo>
                  <a:pt x="19634" y="78776"/>
                </a:moveTo>
                <a:lnTo>
                  <a:pt x="20889" y="79630"/>
                </a:lnTo>
                <a:lnTo>
                  <a:pt x="19007" y="79203"/>
                </a:lnTo>
                <a:close/>
                <a:moveTo>
                  <a:pt x="139500" y="51141"/>
                </a:moveTo>
                <a:lnTo>
                  <a:pt x="140697" y="52328"/>
                </a:lnTo>
                <a:lnTo>
                  <a:pt x="138901" y="51735"/>
                </a:lnTo>
                <a:close/>
                <a:moveTo>
                  <a:pt x="48871" y="158118"/>
                </a:moveTo>
                <a:lnTo>
                  <a:pt x="49666" y="159667"/>
                </a:lnTo>
                <a:lnTo>
                  <a:pt x="48473" y="158892"/>
                </a:lnTo>
                <a:close/>
                <a:moveTo>
                  <a:pt x="92423" y="384184"/>
                </a:moveTo>
                <a:lnTo>
                  <a:pt x="94165" y="384839"/>
                </a:lnTo>
                <a:lnTo>
                  <a:pt x="91552" y="384512"/>
                </a:lnTo>
                <a:close/>
                <a:moveTo>
                  <a:pt x="105344" y="42512"/>
                </a:moveTo>
                <a:lnTo>
                  <a:pt x="107389" y="44201"/>
                </a:lnTo>
                <a:lnTo>
                  <a:pt x="104322" y="43356"/>
                </a:lnTo>
                <a:close/>
                <a:moveTo>
                  <a:pt x="100717" y="30564"/>
                </a:moveTo>
                <a:lnTo>
                  <a:pt x="102490" y="31423"/>
                </a:lnTo>
                <a:lnTo>
                  <a:pt x="99831" y="30993"/>
                </a:lnTo>
                <a:close/>
                <a:moveTo>
                  <a:pt x="110502" y="127235"/>
                </a:moveTo>
                <a:lnTo>
                  <a:pt x="111996" y="127626"/>
                </a:lnTo>
                <a:lnTo>
                  <a:pt x="109755" y="127430"/>
                </a:lnTo>
                <a:close/>
                <a:moveTo>
                  <a:pt x="11516" y="207318"/>
                </a:moveTo>
                <a:lnTo>
                  <a:pt x="13031" y="208726"/>
                </a:lnTo>
                <a:lnTo>
                  <a:pt x="10759" y="208022"/>
                </a:lnTo>
                <a:close/>
                <a:moveTo>
                  <a:pt x="1099" y="133332"/>
                </a:moveTo>
                <a:lnTo>
                  <a:pt x="1676" y="134057"/>
                </a:lnTo>
                <a:lnTo>
                  <a:pt x="810" y="133695"/>
                </a:lnTo>
                <a:close/>
                <a:moveTo>
                  <a:pt x="68154" y="295285"/>
                </a:moveTo>
                <a:lnTo>
                  <a:pt x="69864" y="296515"/>
                </a:lnTo>
                <a:lnTo>
                  <a:pt x="67299" y="295900"/>
                </a:lnTo>
                <a:close/>
                <a:moveTo>
                  <a:pt x="7947" y="143113"/>
                </a:moveTo>
                <a:lnTo>
                  <a:pt x="8362" y="144604"/>
                </a:lnTo>
                <a:lnTo>
                  <a:pt x="7739" y="143858"/>
                </a:lnTo>
                <a:close/>
                <a:moveTo>
                  <a:pt x="73959" y="26747"/>
                </a:moveTo>
                <a:lnTo>
                  <a:pt x="75087" y="28207"/>
                </a:lnTo>
                <a:lnTo>
                  <a:pt x="73395" y="27477"/>
                </a:lnTo>
                <a:close/>
                <a:moveTo>
                  <a:pt x="129290" y="207853"/>
                </a:moveTo>
                <a:lnTo>
                  <a:pt x="129641" y="209518"/>
                </a:lnTo>
                <a:lnTo>
                  <a:pt x="129114" y="208685"/>
                </a:lnTo>
                <a:close/>
                <a:moveTo>
                  <a:pt x="46958" y="140820"/>
                </a:moveTo>
                <a:lnTo>
                  <a:pt x="47589" y="142452"/>
                </a:lnTo>
                <a:lnTo>
                  <a:pt x="46642" y="141636"/>
                </a:lnTo>
                <a:close/>
                <a:moveTo>
                  <a:pt x="86317" y="352376"/>
                </a:moveTo>
                <a:lnTo>
                  <a:pt x="87487" y="353656"/>
                </a:lnTo>
                <a:lnTo>
                  <a:pt x="85732" y="353016"/>
                </a:lnTo>
                <a:close/>
                <a:moveTo>
                  <a:pt x="76591" y="247993"/>
                </a:moveTo>
                <a:lnTo>
                  <a:pt x="77257" y="249092"/>
                </a:lnTo>
                <a:lnTo>
                  <a:pt x="76257" y="248542"/>
                </a:lnTo>
                <a:close/>
                <a:moveTo>
                  <a:pt x="127900" y="291157"/>
                </a:moveTo>
                <a:lnTo>
                  <a:pt x="129268" y="292227"/>
                </a:lnTo>
                <a:lnTo>
                  <a:pt x="127215" y="291692"/>
                </a:lnTo>
                <a:close/>
                <a:moveTo>
                  <a:pt x="48462" y="124809"/>
                </a:moveTo>
                <a:lnTo>
                  <a:pt x="50544" y="126380"/>
                </a:lnTo>
                <a:lnTo>
                  <a:pt x="47421" y="125594"/>
                </a:lnTo>
                <a:close/>
                <a:moveTo>
                  <a:pt x="118951" y="363112"/>
                </a:moveTo>
                <a:lnTo>
                  <a:pt x="119473" y="364400"/>
                </a:lnTo>
                <a:lnTo>
                  <a:pt x="118690" y="363756"/>
                </a:lnTo>
                <a:close/>
                <a:moveTo>
                  <a:pt x="88554" y="87547"/>
                </a:moveTo>
                <a:lnTo>
                  <a:pt x="89522" y="88979"/>
                </a:lnTo>
                <a:lnTo>
                  <a:pt x="88070" y="88263"/>
                </a:lnTo>
                <a:close/>
                <a:moveTo>
                  <a:pt x="36198" y="269424"/>
                </a:moveTo>
                <a:lnTo>
                  <a:pt x="37034" y="270419"/>
                </a:lnTo>
                <a:lnTo>
                  <a:pt x="35780" y="269922"/>
                </a:lnTo>
                <a:close/>
                <a:moveTo>
                  <a:pt x="126233" y="284462"/>
                </a:moveTo>
                <a:lnTo>
                  <a:pt x="127401" y="285570"/>
                </a:lnTo>
                <a:lnTo>
                  <a:pt x="125649" y="285016"/>
                </a:lnTo>
                <a:close/>
                <a:moveTo>
                  <a:pt x="132888" y="110107"/>
                </a:moveTo>
                <a:lnTo>
                  <a:pt x="134226" y="110602"/>
                </a:lnTo>
                <a:lnTo>
                  <a:pt x="132218" y="110355"/>
                </a:lnTo>
                <a:close/>
                <a:moveTo>
                  <a:pt x="24815" y="235994"/>
                </a:moveTo>
                <a:lnTo>
                  <a:pt x="26590" y="237758"/>
                </a:lnTo>
                <a:lnTo>
                  <a:pt x="23928" y="236876"/>
                </a:lnTo>
                <a:close/>
                <a:moveTo>
                  <a:pt x="45583" y="357970"/>
                </a:moveTo>
                <a:lnTo>
                  <a:pt x="46639" y="359699"/>
                </a:lnTo>
                <a:lnTo>
                  <a:pt x="45055" y="358835"/>
                </a:lnTo>
                <a:close/>
                <a:moveTo>
                  <a:pt x="102889" y="124296"/>
                </a:moveTo>
                <a:lnTo>
                  <a:pt x="104691" y="125281"/>
                </a:lnTo>
                <a:lnTo>
                  <a:pt x="101988" y="124789"/>
                </a:lnTo>
                <a:close/>
                <a:moveTo>
                  <a:pt x="6127" y="23370"/>
                </a:moveTo>
                <a:lnTo>
                  <a:pt x="6896" y="24015"/>
                </a:lnTo>
                <a:lnTo>
                  <a:pt x="5743" y="23692"/>
                </a:lnTo>
                <a:close/>
                <a:moveTo>
                  <a:pt x="94097" y="250042"/>
                </a:moveTo>
                <a:lnTo>
                  <a:pt x="94734" y="251223"/>
                </a:lnTo>
                <a:lnTo>
                  <a:pt x="93779" y="250632"/>
                </a:lnTo>
                <a:close/>
                <a:moveTo>
                  <a:pt x="20317" y="345948"/>
                </a:moveTo>
                <a:lnTo>
                  <a:pt x="20925" y="346506"/>
                </a:lnTo>
                <a:lnTo>
                  <a:pt x="20013" y="346227"/>
                </a:lnTo>
                <a:close/>
                <a:moveTo>
                  <a:pt x="54107" y="161231"/>
                </a:moveTo>
                <a:lnTo>
                  <a:pt x="55547" y="162433"/>
                </a:lnTo>
                <a:lnTo>
                  <a:pt x="53387" y="161832"/>
                </a:lnTo>
                <a:close/>
                <a:moveTo>
                  <a:pt x="81920" y="63966"/>
                </a:moveTo>
                <a:lnTo>
                  <a:pt x="82696" y="65129"/>
                </a:lnTo>
                <a:lnTo>
                  <a:pt x="81532" y="64547"/>
                </a:lnTo>
                <a:close/>
                <a:moveTo>
                  <a:pt x="126967" y="296946"/>
                </a:moveTo>
                <a:lnTo>
                  <a:pt x="127463" y="298224"/>
                </a:lnTo>
                <a:lnTo>
                  <a:pt x="126719" y="297585"/>
                </a:lnTo>
                <a:close/>
                <a:moveTo>
                  <a:pt x="122961" y="245504"/>
                </a:moveTo>
                <a:lnTo>
                  <a:pt x="123575" y="246484"/>
                </a:lnTo>
                <a:lnTo>
                  <a:pt x="122654" y="245994"/>
                </a:lnTo>
                <a:close/>
                <a:moveTo>
                  <a:pt x="93080" y="125907"/>
                </a:moveTo>
                <a:lnTo>
                  <a:pt x="93744" y="127415"/>
                </a:lnTo>
                <a:lnTo>
                  <a:pt x="92749" y="126661"/>
                </a:lnTo>
                <a:close/>
                <a:moveTo>
                  <a:pt x="40912" y="245574"/>
                </a:moveTo>
                <a:lnTo>
                  <a:pt x="42210" y="245921"/>
                </a:lnTo>
                <a:lnTo>
                  <a:pt x="40263" y="245747"/>
                </a:lnTo>
                <a:close/>
                <a:moveTo>
                  <a:pt x="48955" y="107759"/>
                </a:moveTo>
                <a:lnTo>
                  <a:pt x="49330" y="109132"/>
                </a:lnTo>
                <a:lnTo>
                  <a:pt x="48767" y="108445"/>
                </a:lnTo>
                <a:close/>
                <a:moveTo>
                  <a:pt x="36885" y="90686"/>
                </a:moveTo>
                <a:lnTo>
                  <a:pt x="37305" y="91440"/>
                </a:lnTo>
                <a:lnTo>
                  <a:pt x="36675" y="91063"/>
                </a:lnTo>
                <a:close/>
                <a:moveTo>
                  <a:pt x="52000" y="215115"/>
                </a:moveTo>
                <a:lnTo>
                  <a:pt x="52911" y="215987"/>
                </a:lnTo>
                <a:lnTo>
                  <a:pt x="51545" y="215551"/>
                </a:lnTo>
                <a:close/>
                <a:moveTo>
                  <a:pt x="40242" y="256123"/>
                </a:moveTo>
                <a:lnTo>
                  <a:pt x="42237" y="257269"/>
                </a:lnTo>
                <a:lnTo>
                  <a:pt x="39244" y="256696"/>
                </a:lnTo>
                <a:close/>
                <a:moveTo>
                  <a:pt x="76936" y="314006"/>
                </a:moveTo>
                <a:lnTo>
                  <a:pt x="78535" y="314519"/>
                </a:lnTo>
                <a:lnTo>
                  <a:pt x="76136" y="314262"/>
                </a:lnTo>
                <a:close/>
                <a:moveTo>
                  <a:pt x="133910" y="32380"/>
                </a:moveTo>
                <a:lnTo>
                  <a:pt x="135243" y="34126"/>
                </a:lnTo>
                <a:lnTo>
                  <a:pt x="133243" y="33253"/>
                </a:lnTo>
                <a:close/>
                <a:moveTo>
                  <a:pt x="34751" y="47052"/>
                </a:moveTo>
                <a:lnTo>
                  <a:pt x="35277" y="48535"/>
                </a:lnTo>
                <a:lnTo>
                  <a:pt x="34488" y="47794"/>
                </a:lnTo>
                <a:close/>
                <a:moveTo>
                  <a:pt x="117341" y="226323"/>
                </a:moveTo>
                <a:lnTo>
                  <a:pt x="118872" y="227846"/>
                </a:lnTo>
                <a:lnTo>
                  <a:pt x="116575" y="227085"/>
                </a:lnTo>
                <a:close/>
                <a:moveTo>
                  <a:pt x="142573" y="231263"/>
                </a:moveTo>
                <a:lnTo>
                  <a:pt x="144032" y="232557"/>
                </a:lnTo>
                <a:lnTo>
                  <a:pt x="141844" y="231910"/>
                </a:lnTo>
                <a:close/>
                <a:moveTo>
                  <a:pt x="131623" y="383225"/>
                </a:moveTo>
                <a:lnTo>
                  <a:pt x="133502" y="383534"/>
                </a:lnTo>
                <a:lnTo>
                  <a:pt x="130684" y="383380"/>
                </a:lnTo>
                <a:close/>
                <a:moveTo>
                  <a:pt x="27922" y="120615"/>
                </a:moveTo>
                <a:lnTo>
                  <a:pt x="30003" y="122243"/>
                </a:lnTo>
                <a:lnTo>
                  <a:pt x="26881" y="121429"/>
                </a:lnTo>
                <a:close/>
                <a:moveTo>
                  <a:pt x="11225" y="252968"/>
                </a:moveTo>
                <a:lnTo>
                  <a:pt x="11685" y="253826"/>
                </a:lnTo>
                <a:lnTo>
                  <a:pt x="10995" y="253397"/>
                </a:lnTo>
                <a:close/>
                <a:moveTo>
                  <a:pt x="6938" y="282198"/>
                </a:moveTo>
                <a:lnTo>
                  <a:pt x="8742" y="282533"/>
                </a:lnTo>
                <a:lnTo>
                  <a:pt x="6035" y="282366"/>
                </a:lnTo>
                <a:close/>
                <a:moveTo>
                  <a:pt x="77611" y="171078"/>
                </a:moveTo>
                <a:lnTo>
                  <a:pt x="78155" y="172493"/>
                </a:lnTo>
                <a:lnTo>
                  <a:pt x="77339" y="171785"/>
                </a:lnTo>
                <a:close/>
                <a:moveTo>
                  <a:pt x="41573" y="55890"/>
                </a:moveTo>
                <a:lnTo>
                  <a:pt x="42611" y="57513"/>
                </a:lnTo>
                <a:lnTo>
                  <a:pt x="41054" y="56701"/>
                </a:lnTo>
                <a:close/>
                <a:moveTo>
                  <a:pt x="36213" y="305525"/>
                </a:moveTo>
                <a:lnTo>
                  <a:pt x="38198" y="306357"/>
                </a:lnTo>
                <a:lnTo>
                  <a:pt x="35221" y="305941"/>
                </a:lnTo>
                <a:close/>
                <a:moveTo>
                  <a:pt x="48920" y="392225"/>
                </a:moveTo>
                <a:lnTo>
                  <a:pt x="49747" y="392605"/>
                </a:lnTo>
                <a:lnTo>
                  <a:pt x="48507" y="392415"/>
                </a:lnTo>
                <a:close/>
                <a:moveTo>
                  <a:pt x="10823" y="100478"/>
                </a:moveTo>
                <a:lnTo>
                  <a:pt x="11338" y="101520"/>
                </a:lnTo>
                <a:lnTo>
                  <a:pt x="10565" y="100999"/>
                </a:lnTo>
                <a:close/>
                <a:moveTo>
                  <a:pt x="120528" y="258721"/>
                </a:moveTo>
                <a:lnTo>
                  <a:pt x="122457" y="260401"/>
                </a:lnTo>
                <a:lnTo>
                  <a:pt x="119563" y="259561"/>
                </a:lnTo>
                <a:close/>
                <a:moveTo>
                  <a:pt x="5379" y="336763"/>
                </a:moveTo>
                <a:lnTo>
                  <a:pt x="6049" y="338362"/>
                </a:lnTo>
                <a:lnTo>
                  <a:pt x="5044" y="337562"/>
                </a:lnTo>
                <a:close/>
                <a:moveTo>
                  <a:pt x="64663" y="336828"/>
                </a:moveTo>
                <a:lnTo>
                  <a:pt x="65401" y="337354"/>
                </a:lnTo>
                <a:lnTo>
                  <a:pt x="64294" y="337091"/>
                </a:lnTo>
                <a:close/>
                <a:moveTo>
                  <a:pt x="68838" y="351043"/>
                </a:moveTo>
                <a:lnTo>
                  <a:pt x="69323" y="351816"/>
                </a:lnTo>
                <a:lnTo>
                  <a:pt x="68595" y="351429"/>
                </a:lnTo>
                <a:close/>
                <a:moveTo>
                  <a:pt x="7199" y="225337"/>
                </a:moveTo>
                <a:lnTo>
                  <a:pt x="8773" y="226966"/>
                </a:lnTo>
                <a:lnTo>
                  <a:pt x="6412" y="226152"/>
                </a:lnTo>
                <a:close/>
                <a:moveTo>
                  <a:pt x="49341" y="47308"/>
                </a:moveTo>
                <a:lnTo>
                  <a:pt x="49972" y="48365"/>
                </a:lnTo>
                <a:lnTo>
                  <a:pt x="49026" y="47836"/>
                </a:lnTo>
                <a:close/>
                <a:moveTo>
                  <a:pt x="134781" y="159402"/>
                </a:moveTo>
                <a:lnTo>
                  <a:pt x="135900" y="161124"/>
                </a:lnTo>
                <a:lnTo>
                  <a:pt x="134221" y="160263"/>
                </a:lnTo>
                <a:close/>
                <a:moveTo>
                  <a:pt x="85337" y="386294"/>
                </a:moveTo>
                <a:lnTo>
                  <a:pt x="87306" y="387531"/>
                </a:lnTo>
                <a:lnTo>
                  <a:pt x="84353" y="386913"/>
                </a:lnTo>
                <a:close/>
                <a:moveTo>
                  <a:pt x="32974" y="116166"/>
                </a:moveTo>
                <a:lnTo>
                  <a:pt x="33838" y="117321"/>
                </a:lnTo>
                <a:lnTo>
                  <a:pt x="32542" y="116743"/>
                </a:lnTo>
                <a:close/>
                <a:moveTo>
                  <a:pt x="74068" y="50529"/>
                </a:moveTo>
                <a:lnTo>
                  <a:pt x="74637" y="51549"/>
                </a:lnTo>
                <a:lnTo>
                  <a:pt x="73784" y="51039"/>
                </a:lnTo>
                <a:close/>
                <a:moveTo>
                  <a:pt x="21270" y="161608"/>
                </a:moveTo>
                <a:lnTo>
                  <a:pt x="23080" y="162715"/>
                </a:lnTo>
                <a:lnTo>
                  <a:pt x="20365" y="162162"/>
                </a:lnTo>
                <a:close/>
                <a:moveTo>
                  <a:pt x="93008" y="112035"/>
                </a:moveTo>
                <a:lnTo>
                  <a:pt x="93499" y="112943"/>
                </a:lnTo>
                <a:lnTo>
                  <a:pt x="92762" y="112489"/>
                </a:lnTo>
                <a:close/>
                <a:moveTo>
                  <a:pt x="60677" y="129890"/>
                </a:moveTo>
                <a:lnTo>
                  <a:pt x="62696" y="130219"/>
                </a:lnTo>
                <a:lnTo>
                  <a:pt x="59668" y="130054"/>
                </a:lnTo>
                <a:close/>
                <a:moveTo>
                  <a:pt x="121335" y="147284"/>
                </a:moveTo>
                <a:lnTo>
                  <a:pt x="121690" y="148571"/>
                </a:lnTo>
                <a:lnTo>
                  <a:pt x="121158" y="147927"/>
                </a:lnTo>
                <a:close/>
                <a:moveTo>
                  <a:pt x="34023" y="251613"/>
                </a:moveTo>
                <a:lnTo>
                  <a:pt x="35171" y="252803"/>
                </a:lnTo>
                <a:lnTo>
                  <a:pt x="33448" y="252208"/>
                </a:lnTo>
                <a:close/>
                <a:moveTo>
                  <a:pt x="61999" y="145250"/>
                </a:moveTo>
                <a:lnTo>
                  <a:pt x="64120" y="146748"/>
                </a:lnTo>
                <a:lnTo>
                  <a:pt x="60938" y="145999"/>
                </a:lnTo>
                <a:close/>
                <a:moveTo>
                  <a:pt x="106518" y="3374"/>
                </a:moveTo>
                <a:lnTo>
                  <a:pt x="107031" y="4936"/>
                </a:lnTo>
                <a:lnTo>
                  <a:pt x="106262" y="4155"/>
                </a:lnTo>
                <a:close/>
                <a:moveTo>
                  <a:pt x="110016" y="137472"/>
                </a:moveTo>
                <a:lnTo>
                  <a:pt x="111108" y="138562"/>
                </a:lnTo>
                <a:lnTo>
                  <a:pt x="109469" y="138017"/>
                </a:lnTo>
                <a:close/>
                <a:moveTo>
                  <a:pt x="12856" y="61275"/>
                </a:moveTo>
                <a:lnTo>
                  <a:pt x="15036" y="61753"/>
                </a:lnTo>
                <a:lnTo>
                  <a:pt x="11766" y="61514"/>
                </a:lnTo>
                <a:close/>
                <a:moveTo>
                  <a:pt x="1122" y="150459"/>
                </a:moveTo>
                <a:lnTo>
                  <a:pt x="3134" y="151726"/>
                </a:lnTo>
                <a:lnTo>
                  <a:pt x="116" y="151092"/>
                </a:lnTo>
                <a:close/>
                <a:moveTo>
                  <a:pt x="42161" y="87322"/>
                </a:moveTo>
                <a:lnTo>
                  <a:pt x="42985" y="87821"/>
                </a:lnTo>
                <a:lnTo>
                  <a:pt x="41749" y="87571"/>
                </a:lnTo>
                <a:close/>
                <a:moveTo>
                  <a:pt x="69705" y="59511"/>
                </a:moveTo>
                <a:lnTo>
                  <a:pt x="70201" y="60726"/>
                </a:lnTo>
                <a:lnTo>
                  <a:pt x="69456" y="60119"/>
                </a:lnTo>
                <a:close/>
                <a:moveTo>
                  <a:pt x="16010" y="350949"/>
                </a:moveTo>
                <a:lnTo>
                  <a:pt x="18002" y="352666"/>
                </a:lnTo>
                <a:lnTo>
                  <a:pt x="15015" y="351807"/>
                </a:lnTo>
                <a:close/>
                <a:moveTo>
                  <a:pt x="82798" y="208749"/>
                </a:moveTo>
                <a:lnTo>
                  <a:pt x="84684" y="210448"/>
                </a:lnTo>
                <a:lnTo>
                  <a:pt x="81855" y="209598"/>
                </a:lnTo>
                <a:close/>
                <a:moveTo>
                  <a:pt x="49251" y="185610"/>
                </a:moveTo>
                <a:lnTo>
                  <a:pt x="49826" y="186931"/>
                </a:lnTo>
                <a:lnTo>
                  <a:pt x="48964" y="186271"/>
                </a:lnTo>
                <a:close/>
                <a:moveTo>
                  <a:pt x="99448" y="212915"/>
                </a:moveTo>
                <a:lnTo>
                  <a:pt x="101062" y="214628"/>
                </a:lnTo>
                <a:lnTo>
                  <a:pt x="98641" y="213771"/>
                </a:lnTo>
                <a:close/>
                <a:moveTo>
                  <a:pt x="16352" y="4328"/>
                </a:moveTo>
                <a:lnTo>
                  <a:pt x="16950" y="5552"/>
                </a:lnTo>
                <a:lnTo>
                  <a:pt x="16054" y="4940"/>
                </a:lnTo>
                <a:close/>
                <a:moveTo>
                  <a:pt x="82229" y="360895"/>
                </a:moveTo>
                <a:lnTo>
                  <a:pt x="83473" y="361234"/>
                </a:lnTo>
                <a:lnTo>
                  <a:pt x="81606" y="361065"/>
                </a:lnTo>
                <a:close/>
                <a:moveTo>
                  <a:pt x="54230" y="245168"/>
                </a:moveTo>
                <a:lnTo>
                  <a:pt x="54840" y="246273"/>
                </a:lnTo>
                <a:lnTo>
                  <a:pt x="53925" y="245721"/>
                </a:lnTo>
                <a:close/>
                <a:moveTo>
                  <a:pt x="21555" y="61668"/>
                </a:moveTo>
                <a:lnTo>
                  <a:pt x="22731" y="62992"/>
                </a:lnTo>
                <a:lnTo>
                  <a:pt x="20967" y="62330"/>
                </a:lnTo>
                <a:close/>
                <a:moveTo>
                  <a:pt x="123015" y="224639"/>
                </a:moveTo>
                <a:lnTo>
                  <a:pt x="123776" y="225260"/>
                </a:lnTo>
                <a:lnTo>
                  <a:pt x="122634" y="224950"/>
                </a:lnTo>
                <a:close/>
                <a:moveTo>
                  <a:pt x="65878" y="233880"/>
                </a:moveTo>
                <a:lnTo>
                  <a:pt x="67281" y="235027"/>
                </a:lnTo>
                <a:lnTo>
                  <a:pt x="65176" y="234453"/>
                </a:lnTo>
                <a:close/>
                <a:moveTo>
                  <a:pt x="63646" y="381687"/>
                </a:moveTo>
                <a:lnTo>
                  <a:pt x="64449" y="382216"/>
                </a:lnTo>
                <a:lnTo>
                  <a:pt x="63245" y="381952"/>
                </a:lnTo>
                <a:close/>
                <a:moveTo>
                  <a:pt x="100830" y="136608"/>
                </a:moveTo>
                <a:lnTo>
                  <a:pt x="102472" y="137005"/>
                </a:lnTo>
                <a:lnTo>
                  <a:pt x="100008" y="136806"/>
                </a:lnTo>
                <a:close/>
                <a:moveTo>
                  <a:pt x="47648" y="349332"/>
                </a:moveTo>
                <a:lnTo>
                  <a:pt x="48662" y="351059"/>
                </a:lnTo>
                <a:lnTo>
                  <a:pt x="47142" y="350196"/>
                </a:lnTo>
                <a:close/>
                <a:moveTo>
                  <a:pt x="55370" y="205033"/>
                </a:moveTo>
                <a:lnTo>
                  <a:pt x="56524" y="205550"/>
                </a:lnTo>
                <a:lnTo>
                  <a:pt x="54793" y="205291"/>
                </a:lnTo>
                <a:close/>
                <a:moveTo>
                  <a:pt x="71593" y="135410"/>
                </a:moveTo>
                <a:lnTo>
                  <a:pt x="72588" y="136180"/>
                </a:lnTo>
                <a:lnTo>
                  <a:pt x="71096" y="135795"/>
                </a:lnTo>
                <a:close/>
                <a:moveTo>
                  <a:pt x="31301" y="118954"/>
                </a:moveTo>
                <a:lnTo>
                  <a:pt x="31684" y="120653"/>
                </a:lnTo>
                <a:lnTo>
                  <a:pt x="31110" y="119804"/>
                </a:lnTo>
                <a:close/>
                <a:moveTo>
                  <a:pt x="87380" y="239940"/>
                </a:moveTo>
                <a:lnTo>
                  <a:pt x="88216" y="240307"/>
                </a:lnTo>
                <a:lnTo>
                  <a:pt x="86962" y="240123"/>
                </a:lnTo>
                <a:close/>
                <a:moveTo>
                  <a:pt x="70165" y="66157"/>
                </a:moveTo>
                <a:lnTo>
                  <a:pt x="72102" y="67429"/>
                </a:lnTo>
                <a:lnTo>
                  <a:pt x="69197" y="66793"/>
                </a:lnTo>
                <a:close/>
                <a:moveTo>
                  <a:pt x="83299" y="333992"/>
                </a:moveTo>
                <a:lnTo>
                  <a:pt x="84921" y="334705"/>
                </a:lnTo>
                <a:lnTo>
                  <a:pt x="82488" y="334349"/>
                </a:lnTo>
                <a:close/>
                <a:moveTo>
                  <a:pt x="111629" y="66457"/>
                </a:moveTo>
                <a:lnTo>
                  <a:pt x="112157" y="68129"/>
                </a:lnTo>
                <a:lnTo>
                  <a:pt x="111365" y="67293"/>
                </a:lnTo>
                <a:close/>
                <a:moveTo>
                  <a:pt x="107405" y="258595"/>
                </a:moveTo>
                <a:lnTo>
                  <a:pt x="109349" y="260386"/>
                </a:lnTo>
                <a:lnTo>
                  <a:pt x="106433" y="259490"/>
                </a:lnTo>
                <a:close/>
                <a:moveTo>
                  <a:pt x="111646" y="226003"/>
                </a:moveTo>
                <a:lnTo>
                  <a:pt x="112860" y="227403"/>
                </a:lnTo>
                <a:lnTo>
                  <a:pt x="111039" y="226703"/>
                </a:lnTo>
                <a:close/>
                <a:moveTo>
                  <a:pt x="70958" y="96836"/>
                </a:moveTo>
                <a:lnTo>
                  <a:pt x="72595" y="98556"/>
                </a:lnTo>
                <a:lnTo>
                  <a:pt x="70139" y="97696"/>
                </a:lnTo>
                <a:close/>
                <a:moveTo>
                  <a:pt x="40111" y="48224"/>
                </a:moveTo>
                <a:lnTo>
                  <a:pt x="40832" y="49075"/>
                </a:lnTo>
                <a:lnTo>
                  <a:pt x="39750" y="48649"/>
                </a:lnTo>
                <a:close/>
                <a:moveTo>
                  <a:pt x="98898" y="261543"/>
                </a:moveTo>
                <a:lnTo>
                  <a:pt x="100956" y="262014"/>
                </a:lnTo>
                <a:lnTo>
                  <a:pt x="97868" y="261778"/>
                </a:lnTo>
                <a:close/>
                <a:moveTo>
                  <a:pt x="140368" y="164981"/>
                </a:moveTo>
                <a:lnTo>
                  <a:pt x="141455" y="166731"/>
                </a:lnTo>
                <a:lnTo>
                  <a:pt x="139824" y="165856"/>
                </a:lnTo>
                <a:close/>
                <a:moveTo>
                  <a:pt x="111258" y="327487"/>
                </a:moveTo>
                <a:lnTo>
                  <a:pt x="113011" y="329174"/>
                </a:lnTo>
                <a:lnTo>
                  <a:pt x="110382" y="328330"/>
                </a:lnTo>
                <a:close/>
                <a:moveTo>
                  <a:pt x="94112" y="342535"/>
                </a:moveTo>
                <a:lnTo>
                  <a:pt x="96283" y="344182"/>
                </a:lnTo>
                <a:lnTo>
                  <a:pt x="93027" y="343359"/>
                </a:lnTo>
                <a:close/>
                <a:moveTo>
                  <a:pt x="142734" y="101854"/>
                </a:moveTo>
                <a:lnTo>
                  <a:pt x="144810" y="102296"/>
                </a:lnTo>
                <a:lnTo>
                  <a:pt x="141696" y="102075"/>
                </a:lnTo>
                <a:close/>
                <a:moveTo>
                  <a:pt x="103112" y="16080"/>
                </a:moveTo>
                <a:lnTo>
                  <a:pt x="104928" y="16472"/>
                </a:lnTo>
                <a:lnTo>
                  <a:pt x="102203" y="16276"/>
                </a:lnTo>
                <a:close/>
                <a:moveTo>
                  <a:pt x="124659" y="362188"/>
                </a:moveTo>
                <a:lnTo>
                  <a:pt x="125097" y="362489"/>
                </a:lnTo>
                <a:lnTo>
                  <a:pt x="124440" y="362339"/>
                </a:lnTo>
                <a:close/>
                <a:moveTo>
                  <a:pt x="111601" y="19316"/>
                </a:moveTo>
                <a:lnTo>
                  <a:pt x="112862" y="20693"/>
                </a:lnTo>
                <a:lnTo>
                  <a:pt x="110971" y="20005"/>
                </a:lnTo>
                <a:close/>
                <a:moveTo>
                  <a:pt x="98443" y="41834"/>
                </a:moveTo>
                <a:lnTo>
                  <a:pt x="98932" y="43240"/>
                </a:lnTo>
                <a:lnTo>
                  <a:pt x="98198" y="42537"/>
                </a:lnTo>
                <a:close/>
                <a:moveTo>
                  <a:pt x="135414" y="36755"/>
                </a:moveTo>
                <a:lnTo>
                  <a:pt x="137377" y="37699"/>
                </a:lnTo>
                <a:lnTo>
                  <a:pt x="134433" y="37227"/>
                </a:lnTo>
                <a:close/>
                <a:moveTo>
                  <a:pt x="12624" y="209272"/>
                </a:moveTo>
                <a:lnTo>
                  <a:pt x="13449" y="210076"/>
                </a:lnTo>
                <a:lnTo>
                  <a:pt x="12212" y="209674"/>
                </a:lnTo>
                <a:close/>
                <a:moveTo>
                  <a:pt x="114370" y="300339"/>
                </a:moveTo>
                <a:lnTo>
                  <a:pt x="116137" y="301415"/>
                </a:lnTo>
                <a:lnTo>
                  <a:pt x="113486" y="300877"/>
                </a:lnTo>
                <a:close/>
                <a:moveTo>
                  <a:pt x="46266" y="279556"/>
                </a:moveTo>
                <a:lnTo>
                  <a:pt x="47453" y="280034"/>
                </a:lnTo>
                <a:lnTo>
                  <a:pt x="45672" y="279795"/>
                </a:lnTo>
                <a:close/>
                <a:moveTo>
                  <a:pt x="88438" y="12252"/>
                </a:moveTo>
                <a:lnTo>
                  <a:pt x="90060" y="13830"/>
                </a:lnTo>
                <a:lnTo>
                  <a:pt x="87627" y="13041"/>
                </a:lnTo>
                <a:close/>
                <a:moveTo>
                  <a:pt x="13000" y="369476"/>
                </a:moveTo>
                <a:lnTo>
                  <a:pt x="13592" y="369891"/>
                </a:lnTo>
                <a:lnTo>
                  <a:pt x="12704" y="369683"/>
                </a:lnTo>
                <a:close/>
                <a:moveTo>
                  <a:pt x="13254" y="236041"/>
                </a:moveTo>
                <a:lnTo>
                  <a:pt x="14956" y="236613"/>
                </a:lnTo>
                <a:lnTo>
                  <a:pt x="12403" y="236327"/>
                </a:lnTo>
                <a:close/>
                <a:moveTo>
                  <a:pt x="117357" y="43659"/>
                </a:moveTo>
                <a:lnTo>
                  <a:pt x="118735" y="45133"/>
                </a:lnTo>
                <a:lnTo>
                  <a:pt x="116669" y="44396"/>
                </a:lnTo>
                <a:close/>
                <a:moveTo>
                  <a:pt x="58101" y="145144"/>
                </a:moveTo>
                <a:lnTo>
                  <a:pt x="59697" y="146369"/>
                </a:lnTo>
                <a:lnTo>
                  <a:pt x="57303" y="145757"/>
                </a:lnTo>
                <a:close/>
                <a:moveTo>
                  <a:pt x="2336" y="223689"/>
                </a:moveTo>
                <a:lnTo>
                  <a:pt x="3841" y="225117"/>
                </a:lnTo>
                <a:lnTo>
                  <a:pt x="1584" y="224403"/>
                </a:lnTo>
                <a:close/>
                <a:moveTo>
                  <a:pt x="50332" y="237810"/>
                </a:moveTo>
                <a:lnTo>
                  <a:pt x="52331" y="238952"/>
                </a:lnTo>
                <a:lnTo>
                  <a:pt x="49332" y="238381"/>
                </a:lnTo>
                <a:close/>
                <a:moveTo>
                  <a:pt x="142291" y="231866"/>
                </a:moveTo>
                <a:lnTo>
                  <a:pt x="144107" y="233300"/>
                </a:lnTo>
                <a:lnTo>
                  <a:pt x="141383" y="232583"/>
                </a:lnTo>
                <a:close/>
                <a:moveTo>
                  <a:pt x="88213" y="354287"/>
                </a:moveTo>
                <a:lnTo>
                  <a:pt x="88635" y="355997"/>
                </a:lnTo>
                <a:lnTo>
                  <a:pt x="88002" y="355142"/>
                </a:lnTo>
                <a:close/>
                <a:moveTo>
                  <a:pt x="138343" y="178595"/>
                </a:moveTo>
                <a:lnTo>
                  <a:pt x="139763" y="179189"/>
                </a:lnTo>
                <a:lnTo>
                  <a:pt x="137633" y="178892"/>
                </a:lnTo>
                <a:close/>
                <a:moveTo>
                  <a:pt x="49734" y="204797"/>
                </a:moveTo>
                <a:lnTo>
                  <a:pt x="51541" y="205103"/>
                </a:lnTo>
                <a:lnTo>
                  <a:pt x="48830" y="204950"/>
                </a:lnTo>
                <a:close/>
                <a:moveTo>
                  <a:pt x="34689" y="329773"/>
                </a:moveTo>
                <a:lnTo>
                  <a:pt x="35255" y="330744"/>
                </a:lnTo>
                <a:lnTo>
                  <a:pt x="34407" y="330258"/>
                </a:lnTo>
                <a:close/>
                <a:moveTo>
                  <a:pt x="123677" y="356764"/>
                </a:moveTo>
                <a:lnTo>
                  <a:pt x="125495" y="358523"/>
                </a:lnTo>
                <a:lnTo>
                  <a:pt x="122768" y="357643"/>
                </a:lnTo>
                <a:close/>
                <a:moveTo>
                  <a:pt x="17984" y="24959"/>
                </a:moveTo>
                <a:lnTo>
                  <a:pt x="18933" y="26199"/>
                </a:lnTo>
                <a:lnTo>
                  <a:pt x="17509" y="25579"/>
                </a:lnTo>
                <a:close/>
              </a:path>
            </a:pathLst>
          </a:custGeom>
          <a:solidFill>
            <a:srgbClr val="777777">
              <a:alpha val="20000"/>
            </a:srgbClr>
          </a:solidFill>
          <a:ln w="0" cap="rnd" cmpd="sng" algn="ctr">
            <a:solidFill>
              <a:srgbClr val="FFFFFF">
                <a:alpha val="0"/>
              </a:srgbClr>
            </a:solidFill>
            <a:round/>
            <a:headEnd type="none"/>
            <a:tailEnd type="none"/>
          </a:ln>
        </p:spPr>
      </p:sp>
      <p:sp>
        <p:nvSpPr>
          <p:cNvPr id="491" name="neuron-level models / 0481 paper texture"/>
          <p:cNvSpPr/>
          <p:nvPr/>
        </p:nvSpPr>
        <p:spPr>
          <a:xfrm>
            <a:off x="7479720" y="1390445"/>
            <a:ext cx="1342464" cy="3616049"/>
          </a:xfrm>
          <a:custGeom>
            <a:avLst/>
            <a:gdLst/>
            <a:ahLst/>
            <a:cxnLst/>
            <a:rect l="0" t="0" r="r" b="b"/>
            <a:pathLst>
              <a:path w="146814" h="395456" fill="norm" stroke="1" extrusionOk="0">
                <a:moveTo>
                  <a:pt x="110579" y="161541"/>
                </a:moveTo>
                <a:lnTo>
                  <a:pt x="112758" y="162812"/>
                </a:lnTo>
                <a:lnTo>
                  <a:pt x="109490" y="162176"/>
                </a:lnTo>
                <a:close/>
                <a:moveTo>
                  <a:pt x="100982" y="368337"/>
                </a:moveTo>
                <a:lnTo>
                  <a:pt x="102516" y="370099"/>
                </a:lnTo>
                <a:lnTo>
                  <a:pt x="100216" y="369218"/>
                </a:lnTo>
                <a:close/>
                <a:moveTo>
                  <a:pt x="21410" y="242313"/>
                </a:moveTo>
                <a:lnTo>
                  <a:pt x="22570" y="244087"/>
                </a:lnTo>
                <a:lnTo>
                  <a:pt x="20830" y="243200"/>
                </a:lnTo>
                <a:close/>
                <a:moveTo>
                  <a:pt x="35667" y="328186"/>
                </a:moveTo>
                <a:lnTo>
                  <a:pt x="36740" y="329941"/>
                </a:lnTo>
                <a:lnTo>
                  <a:pt x="35130" y="329064"/>
                </a:lnTo>
                <a:close/>
                <a:moveTo>
                  <a:pt x="136932" y="33757"/>
                </a:moveTo>
                <a:lnTo>
                  <a:pt x="138968" y="35208"/>
                </a:lnTo>
                <a:lnTo>
                  <a:pt x="135914" y="34483"/>
                </a:lnTo>
                <a:close/>
                <a:moveTo>
                  <a:pt x="117702" y="351688"/>
                </a:moveTo>
                <a:lnTo>
                  <a:pt x="119352" y="352278"/>
                </a:lnTo>
                <a:lnTo>
                  <a:pt x="116878" y="351983"/>
                </a:lnTo>
                <a:close/>
                <a:moveTo>
                  <a:pt x="43273" y="183288"/>
                </a:moveTo>
                <a:lnTo>
                  <a:pt x="44466" y="184347"/>
                </a:lnTo>
                <a:lnTo>
                  <a:pt x="42676" y="183817"/>
                </a:lnTo>
                <a:close/>
                <a:moveTo>
                  <a:pt x="102811" y="119686"/>
                </a:moveTo>
                <a:lnTo>
                  <a:pt x="103924" y="121104"/>
                </a:lnTo>
                <a:lnTo>
                  <a:pt x="102255" y="120395"/>
                </a:lnTo>
                <a:close/>
                <a:moveTo>
                  <a:pt x="65801" y="172893"/>
                </a:moveTo>
                <a:lnTo>
                  <a:pt x="67132" y="173900"/>
                </a:lnTo>
                <a:lnTo>
                  <a:pt x="65135" y="173397"/>
                </a:lnTo>
                <a:close/>
                <a:moveTo>
                  <a:pt x="134480" y="288865"/>
                </a:moveTo>
                <a:lnTo>
                  <a:pt x="135589" y="289572"/>
                </a:lnTo>
                <a:lnTo>
                  <a:pt x="133926" y="289219"/>
                </a:lnTo>
                <a:close/>
                <a:moveTo>
                  <a:pt x="66380" y="82980"/>
                </a:moveTo>
                <a:lnTo>
                  <a:pt x="67666" y="84717"/>
                </a:lnTo>
                <a:lnTo>
                  <a:pt x="65738" y="83848"/>
                </a:lnTo>
                <a:close/>
                <a:moveTo>
                  <a:pt x="35435" y="340600"/>
                </a:moveTo>
                <a:lnTo>
                  <a:pt x="36305" y="342131"/>
                </a:lnTo>
                <a:lnTo>
                  <a:pt x="35000" y="341366"/>
                </a:lnTo>
                <a:close/>
                <a:moveTo>
                  <a:pt x="118250" y="22723"/>
                </a:moveTo>
                <a:lnTo>
                  <a:pt x="119909" y="23580"/>
                </a:lnTo>
                <a:lnTo>
                  <a:pt x="117421" y="23152"/>
                </a:lnTo>
                <a:close/>
                <a:moveTo>
                  <a:pt x="47752" y="40214"/>
                </a:moveTo>
                <a:lnTo>
                  <a:pt x="48926" y="41219"/>
                </a:lnTo>
                <a:lnTo>
                  <a:pt x="47164" y="40717"/>
                </a:lnTo>
                <a:close/>
                <a:moveTo>
                  <a:pt x="23648" y="288698"/>
                </a:moveTo>
                <a:lnTo>
                  <a:pt x="24345" y="289344"/>
                </a:lnTo>
                <a:lnTo>
                  <a:pt x="23299" y="289021"/>
                </a:lnTo>
                <a:close/>
                <a:moveTo>
                  <a:pt x="87818" y="376926"/>
                </a:moveTo>
                <a:lnTo>
                  <a:pt x="88596" y="378109"/>
                </a:lnTo>
                <a:lnTo>
                  <a:pt x="87429" y="377518"/>
                </a:lnTo>
                <a:close/>
                <a:moveTo>
                  <a:pt x="104980" y="23329"/>
                </a:moveTo>
                <a:lnTo>
                  <a:pt x="106180" y="23818"/>
                </a:lnTo>
                <a:lnTo>
                  <a:pt x="104380" y="23574"/>
                </a:lnTo>
                <a:close/>
                <a:moveTo>
                  <a:pt x="112027" y="129291"/>
                </a:moveTo>
                <a:lnTo>
                  <a:pt x="112575" y="129912"/>
                </a:lnTo>
                <a:lnTo>
                  <a:pt x="111753" y="129602"/>
                </a:lnTo>
                <a:close/>
                <a:moveTo>
                  <a:pt x="25079" y="228169"/>
                </a:moveTo>
                <a:lnTo>
                  <a:pt x="25678" y="229138"/>
                </a:lnTo>
                <a:lnTo>
                  <a:pt x="24780" y="228654"/>
                </a:lnTo>
                <a:close/>
                <a:moveTo>
                  <a:pt x="102156" y="179335"/>
                </a:moveTo>
                <a:lnTo>
                  <a:pt x="103022" y="181076"/>
                </a:lnTo>
                <a:lnTo>
                  <a:pt x="101723" y="180205"/>
                </a:lnTo>
                <a:close/>
                <a:moveTo>
                  <a:pt x="90825" y="49933"/>
                </a:moveTo>
                <a:lnTo>
                  <a:pt x="92128" y="50845"/>
                </a:lnTo>
                <a:lnTo>
                  <a:pt x="90173" y="50389"/>
                </a:lnTo>
                <a:close/>
                <a:moveTo>
                  <a:pt x="37213" y="288756"/>
                </a:moveTo>
                <a:lnTo>
                  <a:pt x="39349" y="289121"/>
                </a:lnTo>
                <a:lnTo>
                  <a:pt x="36145" y="288939"/>
                </a:lnTo>
                <a:close/>
                <a:moveTo>
                  <a:pt x="56183" y="129138"/>
                </a:moveTo>
                <a:lnTo>
                  <a:pt x="57098" y="130876"/>
                </a:lnTo>
                <a:lnTo>
                  <a:pt x="55726" y="130007"/>
                </a:lnTo>
                <a:close/>
                <a:moveTo>
                  <a:pt x="109149" y="307804"/>
                </a:moveTo>
                <a:lnTo>
                  <a:pt x="110540" y="308961"/>
                </a:lnTo>
                <a:lnTo>
                  <a:pt x="108453" y="308383"/>
                </a:lnTo>
                <a:close/>
                <a:moveTo>
                  <a:pt x="45575" y="13802"/>
                </a:moveTo>
                <a:lnTo>
                  <a:pt x="46791" y="14623"/>
                </a:lnTo>
                <a:lnTo>
                  <a:pt x="44968" y="14213"/>
                </a:lnTo>
                <a:close/>
                <a:moveTo>
                  <a:pt x="55481" y="60002"/>
                </a:moveTo>
                <a:lnTo>
                  <a:pt x="57306" y="60684"/>
                </a:lnTo>
                <a:lnTo>
                  <a:pt x="54569" y="60343"/>
                </a:lnTo>
                <a:close/>
                <a:moveTo>
                  <a:pt x="57105" y="75241"/>
                </a:moveTo>
                <a:lnTo>
                  <a:pt x="59142" y="76761"/>
                </a:lnTo>
                <a:lnTo>
                  <a:pt x="56086" y="76001"/>
                </a:lnTo>
                <a:close/>
                <a:moveTo>
                  <a:pt x="90425" y="362078"/>
                </a:moveTo>
                <a:lnTo>
                  <a:pt x="91377" y="362651"/>
                </a:lnTo>
                <a:lnTo>
                  <a:pt x="89949" y="362365"/>
                </a:lnTo>
                <a:close/>
                <a:moveTo>
                  <a:pt x="53149" y="33148"/>
                </a:moveTo>
                <a:lnTo>
                  <a:pt x="53773" y="34115"/>
                </a:lnTo>
                <a:lnTo>
                  <a:pt x="52837" y="33631"/>
                </a:lnTo>
                <a:close/>
                <a:moveTo>
                  <a:pt x="29343" y="321428"/>
                </a:moveTo>
                <a:lnTo>
                  <a:pt x="30641" y="322721"/>
                </a:lnTo>
                <a:lnTo>
                  <a:pt x="28694" y="322074"/>
                </a:lnTo>
                <a:close/>
                <a:moveTo>
                  <a:pt x="94938" y="219744"/>
                </a:moveTo>
                <a:lnTo>
                  <a:pt x="95710" y="220947"/>
                </a:lnTo>
                <a:lnTo>
                  <a:pt x="94551" y="220345"/>
                </a:lnTo>
                <a:close/>
                <a:moveTo>
                  <a:pt x="71630" y="375809"/>
                </a:moveTo>
                <a:lnTo>
                  <a:pt x="73160" y="376367"/>
                </a:lnTo>
                <a:lnTo>
                  <a:pt x="70865" y="376088"/>
                </a:lnTo>
                <a:close/>
                <a:moveTo>
                  <a:pt x="2797" y="298009"/>
                </a:moveTo>
                <a:lnTo>
                  <a:pt x="3640" y="298542"/>
                </a:lnTo>
                <a:lnTo>
                  <a:pt x="2375" y="298276"/>
                </a:lnTo>
                <a:close/>
                <a:moveTo>
                  <a:pt x="58155" y="338485"/>
                </a:moveTo>
                <a:lnTo>
                  <a:pt x="59160" y="339498"/>
                </a:lnTo>
                <a:lnTo>
                  <a:pt x="57653" y="338992"/>
                </a:lnTo>
                <a:close/>
                <a:moveTo>
                  <a:pt x="81808" y="103633"/>
                </a:moveTo>
                <a:lnTo>
                  <a:pt x="83792" y="105432"/>
                </a:lnTo>
                <a:lnTo>
                  <a:pt x="80815" y="104532"/>
                </a:lnTo>
                <a:close/>
                <a:moveTo>
                  <a:pt x="31249" y="191685"/>
                </a:moveTo>
                <a:lnTo>
                  <a:pt x="33405" y="192046"/>
                </a:lnTo>
                <a:lnTo>
                  <a:pt x="30171" y="191865"/>
                </a:lnTo>
                <a:close/>
                <a:moveTo>
                  <a:pt x="70889" y="156278"/>
                </a:moveTo>
                <a:lnTo>
                  <a:pt x="71415" y="157852"/>
                </a:lnTo>
                <a:lnTo>
                  <a:pt x="70626" y="157065"/>
                </a:lnTo>
                <a:close/>
                <a:moveTo>
                  <a:pt x="144563" y="254228"/>
                </a:moveTo>
                <a:lnTo>
                  <a:pt x="146269" y="255612"/>
                </a:lnTo>
                <a:lnTo>
                  <a:pt x="143711" y="254920"/>
                </a:lnTo>
                <a:close/>
                <a:moveTo>
                  <a:pt x="83704" y="309356"/>
                </a:moveTo>
                <a:lnTo>
                  <a:pt x="84213" y="311127"/>
                </a:lnTo>
                <a:lnTo>
                  <a:pt x="83450" y="310241"/>
                </a:lnTo>
                <a:close/>
                <a:moveTo>
                  <a:pt x="141720" y="224397"/>
                </a:moveTo>
                <a:lnTo>
                  <a:pt x="143258" y="225685"/>
                </a:lnTo>
                <a:lnTo>
                  <a:pt x="140950" y="225041"/>
                </a:lnTo>
                <a:close/>
                <a:moveTo>
                  <a:pt x="30739" y="307205"/>
                </a:moveTo>
                <a:lnTo>
                  <a:pt x="31251" y="307707"/>
                </a:lnTo>
                <a:lnTo>
                  <a:pt x="30483" y="307456"/>
                </a:lnTo>
                <a:close/>
                <a:moveTo>
                  <a:pt x="74581" y="324162"/>
                </a:moveTo>
                <a:lnTo>
                  <a:pt x="75707" y="324670"/>
                </a:lnTo>
                <a:lnTo>
                  <a:pt x="74018" y="324416"/>
                </a:lnTo>
                <a:close/>
                <a:moveTo>
                  <a:pt x="108494" y="109579"/>
                </a:moveTo>
                <a:lnTo>
                  <a:pt x="109042" y="111129"/>
                </a:lnTo>
                <a:lnTo>
                  <a:pt x="108220" y="110354"/>
                </a:lnTo>
                <a:close/>
                <a:moveTo>
                  <a:pt x="63475" y="213106"/>
                </a:moveTo>
                <a:lnTo>
                  <a:pt x="65609" y="214853"/>
                </a:lnTo>
                <a:lnTo>
                  <a:pt x="62407" y="213979"/>
                </a:lnTo>
                <a:close/>
                <a:moveTo>
                  <a:pt x="73936" y="188428"/>
                </a:moveTo>
                <a:lnTo>
                  <a:pt x="75253" y="188987"/>
                </a:lnTo>
                <a:lnTo>
                  <a:pt x="73278" y="188708"/>
                </a:lnTo>
                <a:close/>
                <a:moveTo>
                  <a:pt x="94243" y="139546"/>
                </a:moveTo>
                <a:lnTo>
                  <a:pt x="95259" y="141177"/>
                </a:lnTo>
                <a:lnTo>
                  <a:pt x="93734" y="140362"/>
                </a:lnTo>
                <a:close/>
                <a:moveTo>
                  <a:pt x="7755" y="217389"/>
                </a:moveTo>
                <a:lnTo>
                  <a:pt x="8137" y="218219"/>
                </a:lnTo>
                <a:lnTo>
                  <a:pt x="7564" y="217804"/>
                </a:lnTo>
                <a:close/>
                <a:moveTo>
                  <a:pt x="52671" y="52878"/>
                </a:moveTo>
                <a:lnTo>
                  <a:pt x="53791" y="53745"/>
                </a:lnTo>
                <a:lnTo>
                  <a:pt x="52111" y="53312"/>
                </a:lnTo>
                <a:close/>
                <a:moveTo>
                  <a:pt x="101899" y="81841"/>
                </a:moveTo>
                <a:lnTo>
                  <a:pt x="102391" y="82298"/>
                </a:lnTo>
                <a:lnTo>
                  <a:pt x="101652" y="82070"/>
                </a:lnTo>
                <a:close/>
                <a:moveTo>
                  <a:pt x="25542" y="26511"/>
                </a:moveTo>
                <a:lnTo>
                  <a:pt x="25988" y="28121"/>
                </a:lnTo>
                <a:lnTo>
                  <a:pt x="25319" y="27316"/>
                </a:lnTo>
                <a:close/>
                <a:moveTo>
                  <a:pt x="12555" y="282376"/>
                </a:moveTo>
                <a:lnTo>
                  <a:pt x="13143" y="283137"/>
                </a:lnTo>
                <a:lnTo>
                  <a:pt x="12261" y="282757"/>
                </a:lnTo>
                <a:close/>
                <a:moveTo>
                  <a:pt x="62802" y="381238"/>
                </a:moveTo>
                <a:lnTo>
                  <a:pt x="63204" y="382361"/>
                </a:lnTo>
                <a:lnTo>
                  <a:pt x="62601" y="381800"/>
                </a:lnTo>
                <a:close/>
                <a:moveTo>
                  <a:pt x="99740" y="184058"/>
                </a:moveTo>
                <a:lnTo>
                  <a:pt x="100527" y="184682"/>
                </a:lnTo>
                <a:lnTo>
                  <a:pt x="99347" y="184370"/>
                </a:lnTo>
                <a:close/>
                <a:moveTo>
                  <a:pt x="93584" y="225794"/>
                </a:moveTo>
                <a:lnTo>
                  <a:pt x="94393" y="226610"/>
                </a:lnTo>
                <a:lnTo>
                  <a:pt x="93179" y="226202"/>
                </a:lnTo>
                <a:close/>
                <a:moveTo>
                  <a:pt x="64639" y="86063"/>
                </a:moveTo>
                <a:lnTo>
                  <a:pt x="65056" y="87747"/>
                </a:lnTo>
                <a:lnTo>
                  <a:pt x="64431" y="86905"/>
                </a:lnTo>
                <a:close/>
                <a:moveTo>
                  <a:pt x="121227" y="288197"/>
                </a:moveTo>
                <a:lnTo>
                  <a:pt x="121690" y="288737"/>
                </a:lnTo>
                <a:lnTo>
                  <a:pt x="120996" y="288467"/>
                </a:lnTo>
                <a:close/>
                <a:moveTo>
                  <a:pt x="98858" y="125285"/>
                </a:moveTo>
                <a:lnTo>
                  <a:pt x="99811" y="126043"/>
                </a:lnTo>
                <a:lnTo>
                  <a:pt x="98382" y="125664"/>
                </a:lnTo>
                <a:close/>
                <a:moveTo>
                  <a:pt x="16946" y="95711"/>
                </a:moveTo>
                <a:lnTo>
                  <a:pt x="19012" y="96641"/>
                </a:lnTo>
                <a:lnTo>
                  <a:pt x="15913" y="96176"/>
                </a:lnTo>
                <a:close/>
                <a:moveTo>
                  <a:pt x="30178" y="241820"/>
                </a:moveTo>
                <a:lnTo>
                  <a:pt x="32312" y="242773"/>
                </a:lnTo>
                <a:lnTo>
                  <a:pt x="29111" y="242297"/>
                </a:lnTo>
                <a:close/>
                <a:moveTo>
                  <a:pt x="63745" y="33469"/>
                </a:moveTo>
                <a:lnTo>
                  <a:pt x="64199" y="35109"/>
                </a:lnTo>
                <a:lnTo>
                  <a:pt x="63519" y="34289"/>
                </a:lnTo>
                <a:close/>
                <a:moveTo>
                  <a:pt x="72817" y="189896"/>
                </a:moveTo>
                <a:lnTo>
                  <a:pt x="74371" y="191086"/>
                </a:lnTo>
                <a:lnTo>
                  <a:pt x="72040" y="190491"/>
                </a:lnTo>
                <a:close/>
                <a:moveTo>
                  <a:pt x="112155" y="121060"/>
                </a:moveTo>
                <a:lnTo>
                  <a:pt x="114081" y="122061"/>
                </a:lnTo>
                <a:lnTo>
                  <a:pt x="111192" y="121561"/>
                </a:lnTo>
                <a:close/>
                <a:moveTo>
                  <a:pt x="136951" y="70805"/>
                </a:moveTo>
                <a:lnTo>
                  <a:pt x="138871" y="72279"/>
                </a:lnTo>
                <a:lnTo>
                  <a:pt x="135991" y="71542"/>
                </a:lnTo>
                <a:close/>
                <a:moveTo>
                  <a:pt x="16178" y="377791"/>
                </a:moveTo>
                <a:lnTo>
                  <a:pt x="17393" y="378282"/>
                </a:lnTo>
                <a:lnTo>
                  <a:pt x="15570" y="378036"/>
                </a:lnTo>
                <a:close/>
                <a:moveTo>
                  <a:pt x="79618" y="171977"/>
                </a:moveTo>
                <a:lnTo>
                  <a:pt x="79986" y="173376"/>
                </a:lnTo>
                <a:lnTo>
                  <a:pt x="79434" y="172677"/>
                </a:lnTo>
                <a:close/>
                <a:moveTo>
                  <a:pt x="143791" y="50540"/>
                </a:moveTo>
                <a:lnTo>
                  <a:pt x="144566" y="51757"/>
                </a:lnTo>
                <a:lnTo>
                  <a:pt x="143404" y="51148"/>
                </a:lnTo>
                <a:close/>
                <a:moveTo>
                  <a:pt x="121139" y="219208"/>
                </a:moveTo>
                <a:lnTo>
                  <a:pt x="121873" y="219763"/>
                </a:lnTo>
                <a:lnTo>
                  <a:pt x="120772" y="219486"/>
                </a:lnTo>
                <a:close/>
                <a:moveTo>
                  <a:pt x="144099" y="220362"/>
                </a:moveTo>
                <a:lnTo>
                  <a:pt x="146193" y="221485"/>
                </a:lnTo>
                <a:lnTo>
                  <a:pt x="143052" y="220923"/>
                </a:lnTo>
                <a:close/>
                <a:moveTo>
                  <a:pt x="98844" y="381480"/>
                </a:moveTo>
                <a:lnTo>
                  <a:pt x="100258" y="382923"/>
                </a:lnTo>
                <a:lnTo>
                  <a:pt x="98137" y="382202"/>
                </a:lnTo>
                <a:close/>
                <a:moveTo>
                  <a:pt x="71606" y="167904"/>
                </a:moveTo>
                <a:lnTo>
                  <a:pt x="72334" y="168867"/>
                </a:lnTo>
                <a:lnTo>
                  <a:pt x="71242" y="168386"/>
                </a:lnTo>
                <a:close/>
                <a:moveTo>
                  <a:pt x="78236" y="141551"/>
                </a:moveTo>
                <a:lnTo>
                  <a:pt x="78892" y="142744"/>
                </a:lnTo>
                <a:lnTo>
                  <a:pt x="77908" y="142147"/>
                </a:lnTo>
                <a:close/>
                <a:moveTo>
                  <a:pt x="115599" y="326371"/>
                </a:moveTo>
                <a:lnTo>
                  <a:pt x="116202" y="326790"/>
                </a:lnTo>
                <a:lnTo>
                  <a:pt x="115298" y="326580"/>
                </a:lnTo>
                <a:close/>
                <a:moveTo>
                  <a:pt x="131492" y="216194"/>
                </a:moveTo>
                <a:lnTo>
                  <a:pt x="132180" y="217749"/>
                </a:lnTo>
                <a:lnTo>
                  <a:pt x="131148" y="216972"/>
                </a:lnTo>
                <a:close/>
                <a:moveTo>
                  <a:pt x="62949" y="218752"/>
                </a:moveTo>
                <a:lnTo>
                  <a:pt x="65077" y="220451"/>
                </a:lnTo>
                <a:lnTo>
                  <a:pt x="61885" y="219601"/>
                </a:lnTo>
                <a:close/>
                <a:moveTo>
                  <a:pt x="13635" y="264758"/>
                </a:moveTo>
                <a:lnTo>
                  <a:pt x="14754" y="266421"/>
                </a:lnTo>
                <a:lnTo>
                  <a:pt x="13075" y="265589"/>
                </a:lnTo>
                <a:close/>
                <a:moveTo>
                  <a:pt x="78768" y="232734"/>
                </a:moveTo>
                <a:lnTo>
                  <a:pt x="80348" y="234233"/>
                </a:lnTo>
                <a:lnTo>
                  <a:pt x="77978" y="233484"/>
                </a:lnTo>
                <a:close/>
                <a:moveTo>
                  <a:pt x="142626" y="350633"/>
                </a:moveTo>
                <a:lnTo>
                  <a:pt x="142988" y="351072"/>
                </a:lnTo>
                <a:lnTo>
                  <a:pt x="142445" y="350853"/>
                </a:lnTo>
                <a:close/>
                <a:moveTo>
                  <a:pt x="128574" y="145530"/>
                </a:moveTo>
                <a:lnTo>
                  <a:pt x="129530" y="145927"/>
                </a:lnTo>
                <a:lnTo>
                  <a:pt x="128097" y="145728"/>
                </a:lnTo>
                <a:close/>
                <a:moveTo>
                  <a:pt x="110488" y="211584"/>
                </a:moveTo>
                <a:lnTo>
                  <a:pt x="111230" y="212956"/>
                </a:lnTo>
                <a:lnTo>
                  <a:pt x="110117" y="212270"/>
                </a:lnTo>
                <a:close/>
                <a:moveTo>
                  <a:pt x="107308" y="199831"/>
                </a:moveTo>
                <a:lnTo>
                  <a:pt x="107687" y="200942"/>
                </a:lnTo>
                <a:lnTo>
                  <a:pt x="107119" y="200386"/>
                </a:lnTo>
                <a:close/>
                <a:moveTo>
                  <a:pt x="93581" y="60120"/>
                </a:moveTo>
                <a:lnTo>
                  <a:pt x="95185" y="61424"/>
                </a:lnTo>
                <a:lnTo>
                  <a:pt x="92779" y="60772"/>
                </a:lnTo>
                <a:close/>
                <a:moveTo>
                  <a:pt x="29018" y="381729"/>
                </a:moveTo>
                <a:lnTo>
                  <a:pt x="30149" y="382097"/>
                </a:lnTo>
                <a:lnTo>
                  <a:pt x="28452" y="381913"/>
                </a:lnTo>
                <a:close/>
                <a:moveTo>
                  <a:pt x="68089" y="307642"/>
                </a:moveTo>
                <a:lnTo>
                  <a:pt x="68872" y="308802"/>
                </a:lnTo>
                <a:lnTo>
                  <a:pt x="67698" y="308222"/>
                </a:lnTo>
                <a:close/>
                <a:moveTo>
                  <a:pt x="83479" y="78133"/>
                </a:moveTo>
                <a:lnTo>
                  <a:pt x="85090" y="79852"/>
                </a:lnTo>
                <a:lnTo>
                  <a:pt x="82674" y="78993"/>
                </a:lnTo>
                <a:close/>
                <a:moveTo>
                  <a:pt x="120397" y="193705"/>
                </a:moveTo>
                <a:lnTo>
                  <a:pt x="122519" y="194185"/>
                </a:lnTo>
                <a:lnTo>
                  <a:pt x="119336" y="193945"/>
                </a:lnTo>
                <a:close/>
                <a:moveTo>
                  <a:pt x="89685" y="270629"/>
                </a:moveTo>
                <a:lnTo>
                  <a:pt x="90394" y="270971"/>
                </a:lnTo>
                <a:lnTo>
                  <a:pt x="89331" y="270800"/>
                </a:lnTo>
                <a:close/>
                <a:moveTo>
                  <a:pt x="103774" y="165907"/>
                </a:moveTo>
                <a:lnTo>
                  <a:pt x="105623" y="166840"/>
                </a:lnTo>
                <a:lnTo>
                  <a:pt x="102849" y="166374"/>
                </a:lnTo>
                <a:close/>
                <a:moveTo>
                  <a:pt x="97952" y="165956"/>
                </a:moveTo>
                <a:lnTo>
                  <a:pt x="99598" y="167045"/>
                </a:lnTo>
                <a:lnTo>
                  <a:pt x="97130" y="166500"/>
                </a:lnTo>
                <a:close/>
                <a:moveTo>
                  <a:pt x="112152" y="145818"/>
                </a:moveTo>
                <a:lnTo>
                  <a:pt x="113711" y="147596"/>
                </a:lnTo>
                <a:lnTo>
                  <a:pt x="111372" y="146707"/>
                </a:lnTo>
                <a:close/>
                <a:moveTo>
                  <a:pt x="121873" y="84594"/>
                </a:moveTo>
                <a:lnTo>
                  <a:pt x="123103" y="86104"/>
                </a:lnTo>
                <a:lnTo>
                  <a:pt x="121258" y="85349"/>
                </a:lnTo>
                <a:close/>
                <a:moveTo>
                  <a:pt x="89480" y="280873"/>
                </a:moveTo>
                <a:lnTo>
                  <a:pt x="90939" y="281908"/>
                </a:lnTo>
                <a:lnTo>
                  <a:pt x="88751" y="281390"/>
                </a:lnTo>
                <a:close/>
                <a:moveTo>
                  <a:pt x="90869" y="135916"/>
                </a:moveTo>
                <a:lnTo>
                  <a:pt x="91936" y="137480"/>
                </a:lnTo>
                <a:lnTo>
                  <a:pt x="90336" y="136698"/>
                </a:lnTo>
                <a:close/>
                <a:moveTo>
                  <a:pt x="116252" y="14045"/>
                </a:moveTo>
                <a:lnTo>
                  <a:pt x="117305" y="15470"/>
                </a:lnTo>
                <a:lnTo>
                  <a:pt x="115726" y="14758"/>
                </a:lnTo>
                <a:close/>
                <a:moveTo>
                  <a:pt x="124171" y="154769"/>
                </a:moveTo>
                <a:lnTo>
                  <a:pt x="126305" y="156437"/>
                </a:lnTo>
                <a:lnTo>
                  <a:pt x="123104" y="155603"/>
                </a:lnTo>
                <a:close/>
                <a:moveTo>
                  <a:pt x="98816" y="22757"/>
                </a:moveTo>
                <a:lnTo>
                  <a:pt x="100529" y="23205"/>
                </a:lnTo>
                <a:lnTo>
                  <a:pt x="97960" y="22981"/>
                </a:lnTo>
                <a:close/>
                <a:moveTo>
                  <a:pt x="116120" y="67688"/>
                </a:moveTo>
                <a:lnTo>
                  <a:pt x="117474" y="69155"/>
                </a:lnTo>
                <a:lnTo>
                  <a:pt x="115443" y="68421"/>
                </a:lnTo>
                <a:close/>
                <a:moveTo>
                  <a:pt x="75318" y="373291"/>
                </a:moveTo>
                <a:lnTo>
                  <a:pt x="77083" y="374504"/>
                </a:lnTo>
                <a:lnTo>
                  <a:pt x="74435" y="373898"/>
                </a:lnTo>
                <a:close/>
                <a:moveTo>
                  <a:pt x="95941" y="309947"/>
                </a:moveTo>
                <a:lnTo>
                  <a:pt x="97263" y="310540"/>
                </a:lnTo>
                <a:lnTo>
                  <a:pt x="95280" y="310244"/>
                </a:lnTo>
                <a:close/>
                <a:moveTo>
                  <a:pt x="104857" y="90207"/>
                </a:moveTo>
                <a:lnTo>
                  <a:pt x="106023" y="91342"/>
                </a:lnTo>
                <a:lnTo>
                  <a:pt x="104274" y="90774"/>
                </a:lnTo>
                <a:close/>
                <a:moveTo>
                  <a:pt x="80127" y="347267"/>
                </a:moveTo>
                <a:lnTo>
                  <a:pt x="81579" y="349060"/>
                </a:lnTo>
                <a:lnTo>
                  <a:pt x="79402" y="348163"/>
                </a:lnTo>
                <a:close/>
                <a:moveTo>
                  <a:pt x="23367" y="251612"/>
                </a:moveTo>
                <a:lnTo>
                  <a:pt x="23935" y="253410"/>
                </a:lnTo>
                <a:lnTo>
                  <a:pt x="23084" y="252511"/>
                </a:lnTo>
                <a:close/>
                <a:moveTo>
                  <a:pt x="62463" y="231511"/>
                </a:moveTo>
                <a:lnTo>
                  <a:pt x="63091" y="233310"/>
                </a:lnTo>
                <a:lnTo>
                  <a:pt x="62149" y="232410"/>
                </a:lnTo>
                <a:close/>
                <a:moveTo>
                  <a:pt x="143554" y="377698"/>
                </a:moveTo>
                <a:lnTo>
                  <a:pt x="145508" y="378202"/>
                </a:lnTo>
                <a:lnTo>
                  <a:pt x="142578" y="377950"/>
                </a:lnTo>
                <a:close/>
                <a:moveTo>
                  <a:pt x="25111" y="250202"/>
                </a:moveTo>
                <a:lnTo>
                  <a:pt x="25685" y="251930"/>
                </a:lnTo>
                <a:lnTo>
                  <a:pt x="24823" y="251066"/>
                </a:lnTo>
                <a:close/>
                <a:moveTo>
                  <a:pt x="53134" y="383369"/>
                </a:moveTo>
                <a:lnTo>
                  <a:pt x="54231" y="384984"/>
                </a:lnTo>
                <a:lnTo>
                  <a:pt x="52586" y="384177"/>
                </a:lnTo>
                <a:close/>
                <a:moveTo>
                  <a:pt x="98932" y="89090"/>
                </a:moveTo>
                <a:lnTo>
                  <a:pt x="101078" y="90241"/>
                </a:lnTo>
                <a:lnTo>
                  <a:pt x="97859" y="89666"/>
                </a:lnTo>
                <a:close/>
                <a:moveTo>
                  <a:pt x="94206" y="120024"/>
                </a:moveTo>
                <a:lnTo>
                  <a:pt x="95686" y="120347"/>
                </a:lnTo>
                <a:lnTo>
                  <a:pt x="93466" y="120185"/>
                </a:lnTo>
                <a:close/>
                <a:moveTo>
                  <a:pt x="59358" y="107789"/>
                </a:moveTo>
                <a:lnTo>
                  <a:pt x="60987" y="109574"/>
                </a:lnTo>
                <a:lnTo>
                  <a:pt x="58544" y="108682"/>
                </a:lnTo>
                <a:close/>
                <a:moveTo>
                  <a:pt x="106434" y="42433"/>
                </a:moveTo>
                <a:lnTo>
                  <a:pt x="108037" y="43529"/>
                </a:lnTo>
                <a:lnTo>
                  <a:pt x="105632" y="42981"/>
                </a:lnTo>
                <a:close/>
                <a:moveTo>
                  <a:pt x="66077" y="145634"/>
                </a:moveTo>
                <a:lnTo>
                  <a:pt x="67335" y="146374"/>
                </a:lnTo>
                <a:lnTo>
                  <a:pt x="65449" y="146004"/>
                </a:lnTo>
                <a:close/>
                <a:moveTo>
                  <a:pt x="34898" y="352022"/>
                </a:moveTo>
                <a:lnTo>
                  <a:pt x="36952" y="352971"/>
                </a:lnTo>
                <a:lnTo>
                  <a:pt x="33872" y="352497"/>
                </a:lnTo>
                <a:close/>
                <a:moveTo>
                  <a:pt x="15706" y="3067"/>
                </a:moveTo>
                <a:lnTo>
                  <a:pt x="16871" y="4584"/>
                </a:lnTo>
                <a:lnTo>
                  <a:pt x="15124" y="3826"/>
                </a:lnTo>
                <a:close/>
                <a:moveTo>
                  <a:pt x="8584" y="94452"/>
                </a:moveTo>
                <a:lnTo>
                  <a:pt x="9056" y="96051"/>
                </a:lnTo>
                <a:lnTo>
                  <a:pt x="8348" y="95252"/>
                </a:lnTo>
                <a:close/>
                <a:moveTo>
                  <a:pt x="46554" y="209445"/>
                </a:moveTo>
                <a:lnTo>
                  <a:pt x="48178" y="210275"/>
                </a:lnTo>
                <a:lnTo>
                  <a:pt x="45741" y="209860"/>
                </a:lnTo>
                <a:close/>
                <a:moveTo>
                  <a:pt x="40891" y="121037"/>
                </a:moveTo>
                <a:lnTo>
                  <a:pt x="43086" y="122431"/>
                </a:lnTo>
                <a:lnTo>
                  <a:pt x="39794" y="121734"/>
                </a:lnTo>
                <a:close/>
                <a:moveTo>
                  <a:pt x="103761" y="5682"/>
                </a:moveTo>
                <a:lnTo>
                  <a:pt x="105032" y="6251"/>
                </a:lnTo>
                <a:lnTo>
                  <a:pt x="103126" y="5967"/>
                </a:lnTo>
                <a:close/>
                <a:moveTo>
                  <a:pt x="125313" y="172891"/>
                </a:moveTo>
                <a:lnTo>
                  <a:pt x="126388" y="174057"/>
                </a:lnTo>
                <a:lnTo>
                  <a:pt x="124776" y="173474"/>
                </a:lnTo>
                <a:close/>
                <a:moveTo>
                  <a:pt x="29770" y="118776"/>
                </a:moveTo>
                <a:lnTo>
                  <a:pt x="31006" y="120101"/>
                </a:lnTo>
                <a:lnTo>
                  <a:pt x="29151" y="119439"/>
                </a:lnTo>
                <a:close/>
                <a:moveTo>
                  <a:pt x="41039" y="149578"/>
                </a:moveTo>
                <a:lnTo>
                  <a:pt x="43109" y="150831"/>
                </a:lnTo>
                <a:lnTo>
                  <a:pt x="40003" y="150205"/>
                </a:lnTo>
                <a:close/>
                <a:moveTo>
                  <a:pt x="109058" y="330756"/>
                </a:moveTo>
                <a:lnTo>
                  <a:pt x="110797" y="331722"/>
                </a:lnTo>
                <a:lnTo>
                  <a:pt x="108188" y="331239"/>
                </a:lnTo>
                <a:close/>
                <a:moveTo>
                  <a:pt x="134453" y="336341"/>
                </a:moveTo>
                <a:lnTo>
                  <a:pt x="136295" y="338115"/>
                </a:lnTo>
                <a:lnTo>
                  <a:pt x="133532" y="337228"/>
                </a:lnTo>
                <a:close/>
                <a:moveTo>
                  <a:pt x="120038" y="25634"/>
                </a:moveTo>
                <a:lnTo>
                  <a:pt x="120738" y="26607"/>
                </a:lnTo>
                <a:lnTo>
                  <a:pt x="119688" y="26121"/>
                </a:lnTo>
                <a:close/>
                <a:moveTo>
                  <a:pt x="105568" y="365047"/>
                </a:moveTo>
                <a:lnTo>
                  <a:pt x="106520" y="365566"/>
                </a:lnTo>
                <a:lnTo>
                  <a:pt x="105092" y="365307"/>
                </a:lnTo>
                <a:close/>
                <a:moveTo>
                  <a:pt x="69270" y="323659"/>
                </a:moveTo>
                <a:lnTo>
                  <a:pt x="69983" y="325109"/>
                </a:lnTo>
                <a:lnTo>
                  <a:pt x="68914" y="324384"/>
                </a:lnTo>
                <a:close/>
                <a:moveTo>
                  <a:pt x="95962" y="298642"/>
                </a:moveTo>
                <a:lnTo>
                  <a:pt x="98091" y="299179"/>
                </a:lnTo>
                <a:lnTo>
                  <a:pt x="94898" y="298910"/>
                </a:lnTo>
                <a:close/>
                <a:moveTo>
                  <a:pt x="53420" y="206557"/>
                </a:moveTo>
                <a:lnTo>
                  <a:pt x="55161" y="206878"/>
                </a:lnTo>
                <a:lnTo>
                  <a:pt x="52550" y="206717"/>
                </a:lnTo>
                <a:close/>
                <a:moveTo>
                  <a:pt x="84808" y="166799"/>
                </a:moveTo>
                <a:lnTo>
                  <a:pt x="86250" y="168287"/>
                </a:lnTo>
                <a:lnTo>
                  <a:pt x="84087" y="167543"/>
                </a:lnTo>
                <a:close/>
                <a:moveTo>
                  <a:pt x="55030" y="100418"/>
                </a:moveTo>
                <a:lnTo>
                  <a:pt x="56316" y="101816"/>
                </a:lnTo>
                <a:lnTo>
                  <a:pt x="54387" y="101117"/>
                </a:lnTo>
                <a:close/>
                <a:moveTo>
                  <a:pt x="32492" y="117603"/>
                </a:moveTo>
                <a:lnTo>
                  <a:pt x="33823" y="119257"/>
                </a:lnTo>
                <a:lnTo>
                  <a:pt x="31826" y="118430"/>
                </a:lnTo>
                <a:close/>
                <a:moveTo>
                  <a:pt x="60327" y="180094"/>
                </a:moveTo>
                <a:lnTo>
                  <a:pt x="61481" y="180479"/>
                </a:lnTo>
                <a:lnTo>
                  <a:pt x="59750" y="180286"/>
                </a:lnTo>
                <a:close/>
                <a:moveTo>
                  <a:pt x="103976" y="165685"/>
                </a:moveTo>
                <a:lnTo>
                  <a:pt x="104707" y="166530"/>
                </a:lnTo>
                <a:lnTo>
                  <a:pt x="103610" y="166107"/>
                </a:lnTo>
                <a:close/>
                <a:moveTo>
                  <a:pt x="113048" y="327728"/>
                </a:moveTo>
                <a:lnTo>
                  <a:pt x="113853" y="329082"/>
                </a:lnTo>
                <a:lnTo>
                  <a:pt x="112645" y="328405"/>
                </a:lnTo>
                <a:close/>
                <a:moveTo>
                  <a:pt x="78465" y="328701"/>
                </a:moveTo>
                <a:lnTo>
                  <a:pt x="80107" y="329531"/>
                </a:lnTo>
                <a:lnTo>
                  <a:pt x="77645" y="329116"/>
                </a:lnTo>
                <a:close/>
                <a:moveTo>
                  <a:pt x="94911" y="222243"/>
                </a:moveTo>
                <a:lnTo>
                  <a:pt x="96804" y="222674"/>
                </a:lnTo>
                <a:lnTo>
                  <a:pt x="93964" y="222459"/>
                </a:lnTo>
                <a:close/>
                <a:moveTo>
                  <a:pt x="56296" y="39112"/>
                </a:moveTo>
                <a:lnTo>
                  <a:pt x="58071" y="39745"/>
                </a:lnTo>
                <a:lnTo>
                  <a:pt x="55408" y="39428"/>
                </a:lnTo>
                <a:close/>
                <a:moveTo>
                  <a:pt x="96908" y="312845"/>
                </a:moveTo>
                <a:lnTo>
                  <a:pt x="98425" y="314124"/>
                </a:lnTo>
                <a:lnTo>
                  <a:pt x="96150" y="313485"/>
                </a:lnTo>
                <a:close/>
                <a:moveTo>
                  <a:pt x="68623" y="371266"/>
                </a:moveTo>
                <a:lnTo>
                  <a:pt x="70447" y="371685"/>
                </a:lnTo>
                <a:lnTo>
                  <a:pt x="67711" y="371475"/>
                </a:lnTo>
                <a:close/>
                <a:moveTo>
                  <a:pt x="85723" y="57390"/>
                </a:moveTo>
                <a:lnTo>
                  <a:pt x="86714" y="58198"/>
                </a:lnTo>
                <a:lnTo>
                  <a:pt x="85227" y="57794"/>
                </a:lnTo>
                <a:close/>
                <a:moveTo>
                  <a:pt x="23979" y="366916"/>
                </a:moveTo>
                <a:lnTo>
                  <a:pt x="26080" y="368615"/>
                </a:lnTo>
                <a:lnTo>
                  <a:pt x="22928" y="367765"/>
                </a:lnTo>
                <a:close/>
                <a:moveTo>
                  <a:pt x="86305" y="210752"/>
                </a:moveTo>
                <a:lnTo>
                  <a:pt x="86663" y="211238"/>
                </a:lnTo>
                <a:lnTo>
                  <a:pt x="86126" y="210995"/>
                </a:lnTo>
                <a:close/>
                <a:moveTo>
                  <a:pt x="10791" y="262150"/>
                </a:moveTo>
                <a:lnTo>
                  <a:pt x="12395" y="263071"/>
                </a:lnTo>
                <a:lnTo>
                  <a:pt x="9989" y="262611"/>
                </a:lnTo>
                <a:close/>
                <a:moveTo>
                  <a:pt x="32785" y="73519"/>
                </a:moveTo>
                <a:lnTo>
                  <a:pt x="34678" y="74248"/>
                </a:lnTo>
                <a:lnTo>
                  <a:pt x="31838" y="73884"/>
                </a:lnTo>
                <a:close/>
                <a:moveTo>
                  <a:pt x="47597" y="153240"/>
                </a:moveTo>
                <a:lnTo>
                  <a:pt x="48091" y="153853"/>
                </a:lnTo>
                <a:lnTo>
                  <a:pt x="47350" y="153547"/>
                </a:lnTo>
                <a:close/>
                <a:moveTo>
                  <a:pt x="63399" y="255444"/>
                </a:moveTo>
                <a:lnTo>
                  <a:pt x="64291" y="256273"/>
                </a:lnTo>
                <a:lnTo>
                  <a:pt x="62953" y="255858"/>
                </a:lnTo>
                <a:close/>
                <a:moveTo>
                  <a:pt x="38433" y="219479"/>
                </a:moveTo>
                <a:lnTo>
                  <a:pt x="39024" y="220823"/>
                </a:lnTo>
                <a:lnTo>
                  <a:pt x="38138" y="220151"/>
                </a:lnTo>
                <a:close/>
                <a:moveTo>
                  <a:pt x="3294" y="169465"/>
                </a:moveTo>
                <a:lnTo>
                  <a:pt x="4358" y="170600"/>
                </a:lnTo>
                <a:lnTo>
                  <a:pt x="2762" y="170033"/>
                </a:lnTo>
                <a:close/>
                <a:moveTo>
                  <a:pt x="75288" y="117585"/>
                </a:moveTo>
                <a:lnTo>
                  <a:pt x="76182" y="118911"/>
                </a:lnTo>
                <a:lnTo>
                  <a:pt x="74841" y="118248"/>
                </a:lnTo>
                <a:close/>
                <a:moveTo>
                  <a:pt x="142935" y="367505"/>
                </a:moveTo>
                <a:lnTo>
                  <a:pt x="144318" y="367986"/>
                </a:lnTo>
                <a:lnTo>
                  <a:pt x="142243" y="367746"/>
                </a:lnTo>
                <a:close/>
                <a:moveTo>
                  <a:pt x="133885" y="303064"/>
                </a:moveTo>
                <a:lnTo>
                  <a:pt x="135592" y="304258"/>
                </a:lnTo>
                <a:lnTo>
                  <a:pt x="133032" y="303661"/>
                </a:lnTo>
                <a:close/>
                <a:moveTo>
                  <a:pt x="124619" y="305325"/>
                </a:moveTo>
                <a:lnTo>
                  <a:pt x="125999" y="305923"/>
                </a:lnTo>
                <a:lnTo>
                  <a:pt x="123930" y="305624"/>
                </a:lnTo>
                <a:close/>
                <a:moveTo>
                  <a:pt x="103767" y="103954"/>
                </a:moveTo>
                <a:lnTo>
                  <a:pt x="105859" y="105008"/>
                </a:lnTo>
                <a:lnTo>
                  <a:pt x="102721" y="104481"/>
                </a:lnTo>
                <a:close/>
                <a:moveTo>
                  <a:pt x="28259" y="339976"/>
                </a:moveTo>
                <a:lnTo>
                  <a:pt x="29183" y="341473"/>
                </a:lnTo>
                <a:lnTo>
                  <a:pt x="27798" y="340724"/>
                </a:lnTo>
                <a:close/>
                <a:moveTo>
                  <a:pt x="67657" y="187629"/>
                </a:moveTo>
                <a:lnTo>
                  <a:pt x="69826" y="189401"/>
                </a:lnTo>
                <a:lnTo>
                  <a:pt x="66572" y="188515"/>
                </a:lnTo>
                <a:close/>
                <a:moveTo>
                  <a:pt x="134891" y="280856"/>
                </a:moveTo>
                <a:lnTo>
                  <a:pt x="136748" y="281242"/>
                </a:lnTo>
                <a:lnTo>
                  <a:pt x="133963" y="281049"/>
                </a:lnTo>
                <a:close/>
                <a:moveTo>
                  <a:pt x="13460" y="138573"/>
                </a:moveTo>
                <a:lnTo>
                  <a:pt x="14115" y="139271"/>
                </a:lnTo>
                <a:lnTo>
                  <a:pt x="13133" y="138922"/>
                </a:lnTo>
                <a:close/>
                <a:moveTo>
                  <a:pt x="35748" y="222271"/>
                </a:moveTo>
                <a:lnTo>
                  <a:pt x="36939" y="223423"/>
                </a:lnTo>
                <a:lnTo>
                  <a:pt x="35152" y="222847"/>
                </a:lnTo>
                <a:close/>
                <a:moveTo>
                  <a:pt x="77484" y="381063"/>
                </a:moveTo>
                <a:lnTo>
                  <a:pt x="78614" y="381487"/>
                </a:lnTo>
                <a:lnTo>
                  <a:pt x="76919" y="381275"/>
                </a:lnTo>
                <a:close/>
                <a:moveTo>
                  <a:pt x="22805" y="86040"/>
                </a:moveTo>
                <a:lnTo>
                  <a:pt x="24419" y="86450"/>
                </a:lnTo>
                <a:lnTo>
                  <a:pt x="21998" y="86245"/>
                </a:lnTo>
                <a:close/>
                <a:moveTo>
                  <a:pt x="134353" y="122061"/>
                </a:moveTo>
                <a:lnTo>
                  <a:pt x="135161" y="122863"/>
                </a:lnTo>
                <a:lnTo>
                  <a:pt x="133950" y="122462"/>
                </a:lnTo>
                <a:close/>
                <a:moveTo>
                  <a:pt x="98963" y="57123"/>
                </a:moveTo>
                <a:lnTo>
                  <a:pt x="99690" y="58817"/>
                </a:lnTo>
                <a:lnTo>
                  <a:pt x="98600" y="57970"/>
                </a:lnTo>
                <a:close/>
                <a:moveTo>
                  <a:pt x="93731" y="198617"/>
                </a:moveTo>
                <a:lnTo>
                  <a:pt x="95173" y="200122"/>
                </a:lnTo>
                <a:lnTo>
                  <a:pt x="93009" y="199369"/>
                </a:lnTo>
                <a:close/>
                <a:moveTo>
                  <a:pt x="134022" y="379372"/>
                </a:moveTo>
                <a:lnTo>
                  <a:pt x="135209" y="381040"/>
                </a:lnTo>
                <a:lnTo>
                  <a:pt x="133429" y="380206"/>
                </a:lnTo>
                <a:close/>
                <a:moveTo>
                  <a:pt x="126084" y="73249"/>
                </a:moveTo>
                <a:lnTo>
                  <a:pt x="127582" y="74463"/>
                </a:lnTo>
                <a:lnTo>
                  <a:pt x="125335" y="73856"/>
                </a:lnTo>
                <a:close/>
                <a:moveTo>
                  <a:pt x="55193" y="48449"/>
                </a:moveTo>
                <a:lnTo>
                  <a:pt x="55670" y="49675"/>
                </a:lnTo>
                <a:lnTo>
                  <a:pt x="54954" y="49062"/>
                </a:lnTo>
                <a:close/>
                <a:moveTo>
                  <a:pt x="60113" y="192710"/>
                </a:moveTo>
                <a:lnTo>
                  <a:pt x="60912" y="193623"/>
                </a:lnTo>
                <a:lnTo>
                  <a:pt x="59714" y="193167"/>
                </a:lnTo>
                <a:close/>
                <a:moveTo>
                  <a:pt x="65732" y="357169"/>
                </a:moveTo>
                <a:lnTo>
                  <a:pt x="66922" y="358335"/>
                </a:lnTo>
                <a:lnTo>
                  <a:pt x="65137" y="357752"/>
                </a:lnTo>
                <a:close/>
                <a:moveTo>
                  <a:pt x="51419" y="5367"/>
                </a:moveTo>
                <a:lnTo>
                  <a:pt x="52150" y="6602"/>
                </a:lnTo>
                <a:lnTo>
                  <a:pt x="51053" y="5984"/>
                </a:lnTo>
                <a:close/>
                <a:moveTo>
                  <a:pt x="94751" y="280068"/>
                </a:moveTo>
                <a:lnTo>
                  <a:pt x="96248" y="281437"/>
                </a:lnTo>
                <a:lnTo>
                  <a:pt x="94002" y="280753"/>
                </a:lnTo>
                <a:close/>
                <a:moveTo>
                  <a:pt x="116712" y="66946"/>
                </a:moveTo>
                <a:lnTo>
                  <a:pt x="118565" y="67291"/>
                </a:lnTo>
                <a:lnTo>
                  <a:pt x="115785" y="67118"/>
                </a:lnTo>
                <a:close/>
                <a:moveTo>
                  <a:pt x="140937" y="74299"/>
                </a:moveTo>
                <a:lnTo>
                  <a:pt x="143046" y="75846"/>
                </a:lnTo>
                <a:lnTo>
                  <a:pt x="139882" y="75073"/>
                </a:lnTo>
                <a:close/>
                <a:moveTo>
                  <a:pt x="15966" y="243373"/>
                </a:moveTo>
                <a:lnTo>
                  <a:pt x="17262" y="244647"/>
                </a:lnTo>
                <a:lnTo>
                  <a:pt x="15317" y="244010"/>
                </a:lnTo>
                <a:close/>
                <a:moveTo>
                  <a:pt x="44519" y="259537"/>
                </a:moveTo>
                <a:lnTo>
                  <a:pt x="45896" y="260170"/>
                </a:lnTo>
                <a:lnTo>
                  <a:pt x="43830" y="259854"/>
                </a:lnTo>
                <a:close/>
                <a:moveTo>
                  <a:pt x="75590" y="184498"/>
                </a:moveTo>
                <a:lnTo>
                  <a:pt x="77167" y="184836"/>
                </a:lnTo>
                <a:lnTo>
                  <a:pt x="74802" y="184667"/>
                </a:lnTo>
                <a:close/>
                <a:moveTo>
                  <a:pt x="7963" y="280092"/>
                </a:moveTo>
                <a:lnTo>
                  <a:pt x="8374" y="281415"/>
                </a:lnTo>
                <a:lnTo>
                  <a:pt x="7758" y="280753"/>
                </a:lnTo>
                <a:close/>
                <a:moveTo>
                  <a:pt x="14302" y="311441"/>
                </a:moveTo>
                <a:lnTo>
                  <a:pt x="16256" y="312641"/>
                </a:lnTo>
                <a:lnTo>
                  <a:pt x="13325" y="312041"/>
                </a:lnTo>
                <a:close/>
                <a:moveTo>
                  <a:pt x="117770" y="79958"/>
                </a:moveTo>
                <a:lnTo>
                  <a:pt x="118765" y="80687"/>
                </a:lnTo>
                <a:lnTo>
                  <a:pt x="117273" y="80323"/>
                </a:lnTo>
                <a:close/>
                <a:moveTo>
                  <a:pt x="3629" y="209116"/>
                </a:moveTo>
                <a:lnTo>
                  <a:pt x="4798" y="210313"/>
                </a:lnTo>
                <a:lnTo>
                  <a:pt x="3044" y="209714"/>
                </a:lnTo>
                <a:close/>
                <a:moveTo>
                  <a:pt x="56394" y="391113"/>
                </a:moveTo>
                <a:lnTo>
                  <a:pt x="58306" y="391937"/>
                </a:lnTo>
                <a:lnTo>
                  <a:pt x="55438" y="391525"/>
                </a:lnTo>
                <a:close/>
                <a:moveTo>
                  <a:pt x="20527" y="90341"/>
                </a:moveTo>
                <a:lnTo>
                  <a:pt x="22602" y="92027"/>
                </a:lnTo>
                <a:lnTo>
                  <a:pt x="19489" y="91184"/>
                </a:lnTo>
                <a:close/>
                <a:moveTo>
                  <a:pt x="143357" y="178322"/>
                </a:moveTo>
                <a:lnTo>
                  <a:pt x="144921" y="179098"/>
                </a:lnTo>
                <a:lnTo>
                  <a:pt x="142575" y="178710"/>
                </a:lnTo>
                <a:close/>
                <a:moveTo>
                  <a:pt x="14817" y="219741"/>
                </a:moveTo>
                <a:lnTo>
                  <a:pt x="16268" y="220284"/>
                </a:lnTo>
                <a:lnTo>
                  <a:pt x="14091" y="220012"/>
                </a:lnTo>
                <a:close/>
                <a:moveTo>
                  <a:pt x="1795" y="94218"/>
                </a:moveTo>
                <a:lnTo>
                  <a:pt x="3220" y="95162"/>
                </a:lnTo>
                <a:lnTo>
                  <a:pt x="1083" y="94690"/>
                </a:lnTo>
                <a:close/>
                <a:moveTo>
                  <a:pt x="125946" y="311787"/>
                </a:moveTo>
                <a:lnTo>
                  <a:pt x="126850" y="313449"/>
                </a:lnTo>
                <a:lnTo>
                  <a:pt x="125494" y="312618"/>
                </a:lnTo>
                <a:close/>
                <a:moveTo>
                  <a:pt x="127460" y="256383"/>
                </a:moveTo>
                <a:lnTo>
                  <a:pt x="128489" y="257704"/>
                </a:lnTo>
                <a:lnTo>
                  <a:pt x="126945" y="257044"/>
                </a:lnTo>
                <a:close/>
                <a:moveTo>
                  <a:pt x="84561" y="387662"/>
                </a:moveTo>
                <a:lnTo>
                  <a:pt x="85648" y="389414"/>
                </a:lnTo>
                <a:lnTo>
                  <a:pt x="84018" y="388538"/>
                </a:lnTo>
                <a:close/>
                <a:moveTo>
                  <a:pt x="83991" y="268267"/>
                </a:moveTo>
                <a:lnTo>
                  <a:pt x="85865" y="269450"/>
                </a:lnTo>
                <a:lnTo>
                  <a:pt x="83054" y="268858"/>
                </a:lnTo>
                <a:close/>
                <a:moveTo>
                  <a:pt x="99908" y="292660"/>
                </a:moveTo>
                <a:lnTo>
                  <a:pt x="102025" y="293263"/>
                </a:lnTo>
                <a:lnTo>
                  <a:pt x="98849" y="292962"/>
                </a:lnTo>
                <a:close/>
                <a:moveTo>
                  <a:pt x="28683" y="91102"/>
                </a:moveTo>
                <a:lnTo>
                  <a:pt x="29128" y="92114"/>
                </a:lnTo>
                <a:lnTo>
                  <a:pt x="28460" y="91608"/>
                </a:lnTo>
                <a:close/>
                <a:moveTo>
                  <a:pt x="116202" y="106049"/>
                </a:moveTo>
                <a:lnTo>
                  <a:pt x="118397" y="106826"/>
                </a:lnTo>
                <a:lnTo>
                  <a:pt x="115104" y="106438"/>
                </a:lnTo>
                <a:close/>
                <a:moveTo>
                  <a:pt x="124559" y="358315"/>
                </a:moveTo>
                <a:lnTo>
                  <a:pt x="126726" y="360111"/>
                </a:lnTo>
                <a:lnTo>
                  <a:pt x="123476" y="359213"/>
                </a:lnTo>
                <a:close/>
                <a:moveTo>
                  <a:pt x="73536" y="325891"/>
                </a:moveTo>
                <a:lnTo>
                  <a:pt x="75690" y="327516"/>
                </a:lnTo>
                <a:lnTo>
                  <a:pt x="72460" y="326703"/>
                </a:lnTo>
                <a:close/>
                <a:moveTo>
                  <a:pt x="40212" y="179719"/>
                </a:moveTo>
                <a:lnTo>
                  <a:pt x="41882" y="180788"/>
                </a:lnTo>
                <a:lnTo>
                  <a:pt x="39376" y="180253"/>
                </a:lnTo>
                <a:close/>
                <a:moveTo>
                  <a:pt x="56573" y="382403"/>
                </a:moveTo>
                <a:lnTo>
                  <a:pt x="58195" y="382854"/>
                </a:lnTo>
                <a:lnTo>
                  <a:pt x="55762" y="382628"/>
                </a:lnTo>
                <a:close/>
                <a:moveTo>
                  <a:pt x="23734" y="30907"/>
                </a:moveTo>
                <a:lnTo>
                  <a:pt x="25510" y="32695"/>
                </a:lnTo>
                <a:lnTo>
                  <a:pt x="22846" y="31801"/>
                </a:lnTo>
                <a:close/>
                <a:moveTo>
                  <a:pt x="37283" y="346006"/>
                </a:moveTo>
                <a:lnTo>
                  <a:pt x="39354" y="346910"/>
                </a:lnTo>
                <a:lnTo>
                  <a:pt x="36247" y="346458"/>
                </a:lnTo>
                <a:close/>
                <a:moveTo>
                  <a:pt x="114471" y="129779"/>
                </a:moveTo>
                <a:lnTo>
                  <a:pt x="116598" y="131547"/>
                </a:lnTo>
                <a:lnTo>
                  <a:pt x="113408" y="130663"/>
                </a:lnTo>
                <a:close/>
                <a:moveTo>
                  <a:pt x="59177" y="208263"/>
                </a:moveTo>
                <a:lnTo>
                  <a:pt x="59838" y="209896"/>
                </a:lnTo>
                <a:lnTo>
                  <a:pt x="58847" y="209079"/>
                </a:lnTo>
                <a:close/>
                <a:moveTo>
                  <a:pt x="39977" y="145826"/>
                </a:moveTo>
                <a:lnTo>
                  <a:pt x="41440" y="146453"/>
                </a:lnTo>
                <a:lnTo>
                  <a:pt x="39245" y="146139"/>
                </a:lnTo>
                <a:close/>
                <a:moveTo>
                  <a:pt x="99261" y="29698"/>
                </a:moveTo>
                <a:lnTo>
                  <a:pt x="100480" y="30077"/>
                </a:lnTo>
                <a:lnTo>
                  <a:pt x="98651" y="29887"/>
                </a:lnTo>
                <a:close/>
                <a:moveTo>
                  <a:pt x="107480" y="50861"/>
                </a:moveTo>
                <a:lnTo>
                  <a:pt x="109371" y="51302"/>
                </a:lnTo>
                <a:lnTo>
                  <a:pt x="106534" y="51081"/>
                </a:lnTo>
                <a:close/>
                <a:moveTo>
                  <a:pt x="135957" y="376786"/>
                </a:moveTo>
                <a:lnTo>
                  <a:pt x="136588" y="378423"/>
                </a:lnTo>
                <a:lnTo>
                  <a:pt x="135642" y="377605"/>
                </a:lnTo>
                <a:close/>
                <a:moveTo>
                  <a:pt x="23593" y="374363"/>
                </a:moveTo>
                <a:lnTo>
                  <a:pt x="25286" y="374940"/>
                </a:lnTo>
                <a:lnTo>
                  <a:pt x="22746" y="374651"/>
                </a:lnTo>
                <a:close/>
                <a:moveTo>
                  <a:pt x="75297" y="647"/>
                </a:moveTo>
                <a:lnTo>
                  <a:pt x="76627" y="1136"/>
                </a:lnTo>
                <a:lnTo>
                  <a:pt x="74632" y="892"/>
                </a:lnTo>
                <a:close/>
                <a:moveTo>
                  <a:pt x="144382" y="276617"/>
                </a:moveTo>
                <a:lnTo>
                  <a:pt x="146423" y="277794"/>
                </a:lnTo>
                <a:lnTo>
                  <a:pt x="143362" y="277206"/>
                </a:lnTo>
                <a:close/>
                <a:moveTo>
                  <a:pt x="96366" y="257244"/>
                </a:moveTo>
                <a:lnTo>
                  <a:pt x="97657" y="258903"/>
                </a:lnTo>
                <a:lnTo>
                  <a:pt x="95720" y="258074"/>
                </a:lnTo>
                <a:close/>
                <a:moveTo>
                  <a:pt x="124133" y="346449"/>
                </a:moveTo>
                <a:lnTo>
                  <a:pt x="125489" y="347252"/>
                </a:lnTo>
                <a:lnTo>
                  <a:pt x="123455" y="346850"/>
                </a:lnTo>
                <a:close/>
                <a:moveTo>
                  <a:pt x="37334" y="264036"/>
                </a:moveTo>
                <a:lnTo>
                  <a:pt x="37941" y="264769"/>
                </a:lnTo>
                <a:lnTo>
                  <a:pt x="37031" y="264402"/>
                </a:lnTo>
                <a:close/>
                <a:moveTo>
                  <a:pt x="15331" y="184530"/>
                </a:moveTo>
                <a:lnTo>
                  <a:pt x="16521" y="185725"/>
                </a:lnTo>
                <a:lnTo>
                  <a:pt x="14735" y="185127"/>
                </a:lnTo>
                <a:close/>
                <a:moveTo>
                  <a:pt x="88006" y="201107"/>
                </a:moveTo>
                <a:lnTo>
                  <a:pt x="88761" y="201887"/>
                </a:lnTo>
                <a:lnTo>
                  <a:pt x="87628" y="201497"/>
                </a:lnTo>
                <a:close/>
                <a:moveTo>
                  <a:pt x="74233" y="219557"/>
                </a:moveTo>
                <a:lnTo>
                  <a:pt x="75506" y="220698"/>
                </a:lnTo>
                <a:lnTo>
                  <a:pt x="73597" y="220127"/>
                </a:lnTo>
                <a:close/>
                <a:moveTo>
                  <a:pt x="60570" y="136552"/>
                </a:moveTo>
                <a:lnTo>
                  <a:pt x="62118" y="138169"/>
                </a:lnTo>
                <a:lnTo>
                  <a:pt x="59796" y="137361"/>
                </a:lnTo>
                <a:close/>
                <a:moveTo>
                  <a:pt x="78435" y="209379"/>
                </a:moveTo>
                <a:lnTo>
                  <a:pt x="80500" y="210635"/>
                </a:lnTo>
                <a:lnTo>
                  <a:pt x="77403" y="210007"/>
                </a:lnTo>
                <a:close/>
                <a:moveTo>
                  <a:pt x="96152" y="109605"/>
                </a:moveTo>
                <a:lnTo>
                  <a:pt x="96972" y="110187"/>
                </a:lnTo>
                <a:lnTo>
                  <a:pt x="95742" y="109896"/>
                </a:lnTo>
                <a:close/>
                <a:moveTo>
                  <a:pt x="1255" y="305951"/>
                </a:moveTo>
                <a:lnTo>
                  <a:pt x="2773" y="307295"/>
                </a:lnTo>
                <a:lnTo>
                  <a:pt x="496" y="306623"/>
                </a:lnTo>
                <a:close/>
                <a:moveTo>
                  <a:pt x="140406" y="358654"/>
                </a:moveTo>
                <a:lnTo>
                  <a:pt x="142361" y="360160"/>
                </a:lnTo>
                <a:lnTo>
                  <a:pt x="139429" y="359407"/>
                </a:lnTo>
                <a:close/>
                <a:moveTo>
                  <a:pt x="46742" y="188375"/>
                </a:moveTo>
                <a:lnTo>
                  <a:pt x="47191" y="189995"/>
                </a:lnTo>
                <a:lnTo>
                  <a:pt x="46518" y="189185"/>
                </a:lnTo>
                <a:close/>
                <a:moveTo>
                  <a:pt x="31421" y="55359"/>
                </a:moveTo>
                <a:lnTo>
                  <a:pt x="33314" y="56846"/>
                </a:lnTo>
                <a:lnTo>
                  <a:pt x="30475" y="56102"/>
                </a:lnTo>
                <a:close/>
                <a:moveTo>
                  <a:pt x="116492" y="39432"/>
                </a:moveTo>
                <a:lnTo>
                  <a:pt x="117995" y="40430"/>
                </a:lnTo>
                <a:lnTo>
                  <a:pt x="115740" y="39931"/>
                </a:lnTo>
                <a:close/>
                <a:moveTo>
                  <a:pt x="51875" y="135923"/>
                </a:moveTo>
                <a:lnTo>
                  <a:pt x="53814" y="137056"/>
                </a:lnTo>
                <a:lnTo>
                  <a:pt x="50905" y="136490"/>
                </a:lnTo>
                <a:close/>
                <a:moveTo>
                  <a:pt x="75132" y="150893"/>
                </a:moveTo>
                <a:lnTo>
                  <a:pt x="76283" y="152008"/>
                </a:lnTo>
                <a:lnTo>
                  <a:pt x="74556" y="151451"/>
                </a:lnTo>
                <a:close/>
                <a:moveTo>
                  <a:pt x="71601" y="26057"/>
                </a:moveTo>
                <a:lnTo>
                  <a:pt x="72213" y="27117"/>
                </a:lnTo>
                <a:lnTo>
                  <a:pt x="71294" y="26587"/>
                </a:lnTo>
                <a:close/>
                <a:moveTo>
                  <a:pt x="111131" y="333809"/>
                </a:moveTo>
                <a:lnTo>
                  <a:pt x="112759" y="335352"/>
                </a:lnTo>
                <a:lnTo>
                  <a:pt x="110318" y="334580"/>
                </a:lnTo>
                <a:close/>
                <a:moveTo>
                  <a:pt x="65223" y="139220"/>
                </a:moveTo>
                <a:lnTo>
                  <a:pt x="65891" y="140027"/>
                </a:lnTo>
                <a:lnTo>
                  <a:pt x="64889" y="139623"/>
                </a:lnTo>
                <a:close/>
                <a:moveTo>
                  <a:pt x="12413" y="228780"/>
                </a:moveTo>
                <a:lnTo>
                  <a:pt x="14164" y="230520"/>
                </a:lnTo>
                <a:lnTo>
                  <a:pt x="11537" y="229650"/>
                </a:lnTo>
                <a:close/>
                <a:moveTo>
                  <a:pt x="60595" y="247901"/>
                </a:moveTo>
                <a:lnTo>
                  <a:pt x="62228" y="248221"/>
                </a:lnTo>
                <a:lnTo>
                  <a:pt x="59779" y="248061"/>
                </a:lnTo>
                <a:close/>
                <a:moveTo>
                  <a:pt x="58540" y="310653"/>
                </a:moveTo>
                <a:lnTo>
                  <a:pt x="60352" y="311534"/>
                </a:lnTo>
                <a:lnTo>
                  <a:pt x="57634" y="311093"/>
                </a:lnTo>
                <a:close/>
                <a:moveTo>
                  <a:pt x="10397" y="190133"/>
                </a:moveTo>
                <a:lnTo>
                  <a:pt x="10899" y="191107"/>
                </a:lnTo>
                <a:lnTo>
                  <a:pt x="10146" y="190620"/>
                </a:lnTo>
                <a:close/>
                <a:moveTo>
                  <a:pt x="106793" y="110687"/>
                </a:moveTo>
                <a:lnTo>
                  <a:pt x="108154" y="112151"/>
                </a:lnTo>
                <a:lnTo>
                  <a:pt x="106113" y="111419"/>
                </a:lnTo>
                <a:close/>
                <a:moveTo>
                  <a:pt x="141985" y="333026"/>
                </a:moveTo>
                <a:lnTo>
                  <a:pt x="143709" y="333400"/>
                </a:lnTo>
                <a:lnTo>
                  <a:pt x="141123" y="333213"/>
                </a:lnTo>
                <a:close/>
                <a:moveTo>
                  <a:pt x="60329" y="128906"/>
                </a:moveTo>
                <a:lnTo>
                  <a:pt x="60899" y="130287"/>
                </a:lnTo>
                <a:lnTo>
                  <a:pt x="60043" y="129597"/>
                </a:lnTo>
                <a:close/>
                <a:moveTo>
                  <a:pt x="47826" y="126127"/>
                </a:moveTo>
                <a:lnTo>
                  <a:pt x="48583" y="126803"/>
                </a:lnTo>
                <a:lnTo>
                  <a:pt x="47447" y="126465"/>
                </a:lnTo>
                <a:close/>
                <a:moveTo>
                  <a:pt x="137970" y="331060"/>
                </a:moveTo>
                <a:lnTo>
                  <a:pt x="138550" y="332642"/>
                </a:lnTo>
                <a:lnTo>
                  <a:pt x="137680" y="331851"/>
                </a:lnTo>
                <a:close/>
                <a:moveTo>
                  <a:pt x="80223" y="187300"/>
                </a:moveTo>
                <a:lnTo>
                  <a:pt x="82020" y="188404"/>
                </a:lnTo>
                <a:lnTo>
                  <a:pt x="79325" y="187852"/>
                </a:lnTo>
                <a:close/>
                <a:moveTo>
                  <a:pt x="143433" y="251791"/>
                </a:moveTo>
                <a:lnTo>
                  <a:pt x="144465" y="253300"/>
                </a:lnTo>
                <a:lnTo>
                  <a:pt x="142916" y="252546"/>
                </a:lnTo>
                <a:close/>
                <a:moveTo>
                  <a:pt x="27240" y="384838"/>
                </a:moveTo>
                <a:lnTo>
                  <a:pt x="28167" y="385779"/>
                </a:lnTo>
                <a:lnTo>
                  <a:pt x="26777" y="385308"/>
                </a:lnTo>
                <a:close/>
                <a:moveTo>
                  <a:pt x="10803" y="256621"/>
                </a:moveTo>
                <a:lnTo>
                  <a:pt x="11255" y="258358"/>
                </a:lnTo>
                <a:lnTo>
                  <a:pt x="10578" y="257489"/>
                </a:lnTo>
                <a:close/>
                <a:moveTo>
                  <a:pt x="34199" y="304352"/>
                </a:moveTo>
                <a:lnTo>
                  <a:pt x="36169" y="305489"/>
                </a:lnTo>
                <a:lnTo>
                  <a:pt x="33214" y="304921"/>
                </a:lnTo>
                <a:close/>
                <a:moveTo>
                  <a:pt x="27869" y="51149"/>
                </a:moveTo>
                <a:lnTo>
                  <a:pt x="30058" y="52782"/>
                </a:lnTo>
                <a:lnTo>
                  <a:pt x="26775" y="51965"/>
                </a:lnTo>
                <a:close/>
                <a:moveTo>
                  <a:pt x="80814" y="373488"/>
                </a:moveTo>
                <a:lnTo>
                  <a:pt x="81808" y="374792"/>
                </a:lnTo>
                <a:lnTo>
                  <a:pt x="80316" y="374140"/>
                </a:lnTo>
                <a:close/>
                <a:moveTo>
                  <a:pt x="90959" y="261515"/>
                </a:moveTo>
                <a:lnTo>
                  <a:pt x="92828" y="262969"/>
                </a:lnTo>
                <a:lnTo>
                  <a:pt x="90025" y="262242"/>
                </a:lnTo>
                <a:close/>
                <a:moveTo>
                  <a:pt x="33833" y="179526"/>
                </a:moveTo>
                <a:lnTo>
                  <a:pt x="34462" y="180688"/>
                </a:lnTo>
                <a:lnTo>
                  <a:pt x="33518" y="180107"/>
                </a:lnTo>
                <a:close/>
                <a:moveTo>
                  <a:pt x="100098" y="104054"/>
                </a:moveTo>
                <a:lnTo>
                  <a:pt x="101720" y="105135"/>
                </a:lnTo>
                <a:lnTo>
                  <a:pt x="99287" y="104594"/>
                </a:lnTo>
                <a:close/>
                <a:moveTo>
                  <a:pt x="98401" y="101686"/>
                </a:moveTo>
                <a:lnTo>
                  <a:pt x="100400" y="102864"/>
                </a:lnTo>
                <a:lnTo>
                  <a:pt x="97402" y="102275"/>
                </a:lnTo>
                <a:close/>
                <a:moveTo>
                  <a:pt x="84030" y="123323"/>
                </a:moveTo>
                <a:lnTo>
                  <a:pt x="84836" y="124296"/>
                </a:lnTo>
                <a:lnTo>
                  <a:pt x="83628" y="123809"/>
                </a:lnTo>
                <a:close/>
                <a:moveTo>
                  <a:pt x="2649" y="291817"/>
                </a:moveTo>
                <a:lnTo>
                  <a:pt x="4331" y="292414"/>
                </a:lnTo>
                <a:lnTo>
                  <a:pt x="1808" y="292115"/>
                </a:lnTo>
                <a:close/>
                <a:moveTo>
                  <a:pt x="9562" y="279046"/>
                </a:moveTo>
                <a:lnTo>
                  <a:pt x="9995" y="280675"/>
                </a:lnTo>
                <a:lnTo>
                  <a:pt x="9346" y="279861"/>
                </a:lnTo>
                <a:close/>
                <a:moveTo>
                  <a:pt x="3089" y="45619"/>
                </a:moveTo>
                <a:lnTo>
                  <a:pt x="4871" y="46759"/>
                </a:lnTo>
                <a:lnTo>
                  <a:pt x="2197" y="46189"/>
                </a:lnTo>
                <a:close/>
                <a:moveTo>
                  <a:pt x="128372" y="265265"/>
                </a:moveTo>
                <a:lnTo>
                  <a:pt x="130540" y="266890"/>
                </a:lnTo>
                <a:lnTo>
                  <a:pt x="127289" y="266077"/>
                </a:lnTo>
                <a:close/>
                <a:moveTo>
                  <a:pt x="142187" y="258499"/>
                </a:moveTo>
                <a:lnTo>
                  <a:pt x="142752" y="259064"/>
                </a:lnTo>
                <a:lnTo>
                  <a:pt x="141904" y="258781"/>
                </a:lnTo>
                <a:close/>
                <a:moveTo>
                  <a:pt x="111565" y="101708"/>
                </a:moveTo>
                <a:lnTo>
                  <a:pt x="113172" y="102865"/>
                </a:lnTo>
                <a:lnTo>
                  <a:pt x="110761" y="102286"/>
                </a:lnTo>
                <a:close/>
                <a:moveTo>
                  <a:pt x="47477" y="356097"/>
                </a:moveTo>
                <a:lnTo>
                  <a:pt x="48458" y="357862"/>
                </a:lnTo>
                <a:lnTo>
                  <a:pt x="46986" y="356980"/>
                </a:lnTo>
                <a:close/>
                <a:moveTo>
                  <a:pt x="22769" y="316892"/>
                </a:moveTo>
                <a:lnTo>
                  <a:pt x="23255" y="318094"/>
                </a:lnTo>
                <a:lnTo>
                  <a:pt x="22526" y="317493"/>
                </a:lnTo>
                <a:close/>
                <a:moveTo>
                  <a:pt x="116574" y="330019"/>
                </a:moveTo>
                <a:lnTo>
                  <a:pt x="116966" y="331497"/>
                </a:lnTo>
                <a:lnTo>
                  <a:pt x="116378" y="330758"/>
                </a:lnTo>
                <a:close/>
                <a:moveTo>
                  <a:pt x="52207" y="1369"/>
                </a:moveTo>
                <a:lnTo>
                  <a:pt x="52950" y="1745"/>
                </a:lnTo>
                <a:lnTo>
                  <a:pt x="51835" y="1557"/>
                </a:lnTo>
                <a:close/>
                <a:moveTo>
                  <a:pt x="134989" y="86194"/>
                </a:moveTo>
                <a:lnTo>
                  <a:pt x="136349" y="87498"/>
                </a:lnTo>
                <a:lnTo>
                  <a:pt x="134309" y="86846"/>
                </a:lnTo>
                <a:close/>
                <a:moveTo>
                  <a:pt x="77840" y="368162"/>
                </a:moveTo>
                <a:lnTo>
                  <a:pt x="79491" y="368828"/>
                </a:lnTo>
                <a:lnTo>
                  <a:pt x="77014" y="368495"/>
                </a:lnTo>
                <a:close/>
                <a:moveTo>
                  <a:pt x="75759" y="131172"/>
                </a:moveTo>
                <a:lnTo>
                  <a:pt x="77707" y="132060"/>
                </a:lnTo>
                <a:lnTo>
                  <a:pt x="74785" y="131616"/>
                </a:lnTo>
                <a:close/>
                <a:moveTo>
                  <a:pt x="20181" y="342887"/>
                </a:moveTo>
                <a:lnTo>
                  <a:pt x="20784" y="343959"/>
                </a:lnTo>
                <a:lnTo>
                  <a:pt x="19880" y="343423"/>
                </a:lnTo>
                <a:close/>
                <a:moveTo>
                  <a:pt x="41532" y="81006"/>
                </a:moveTo>
                <a:lnTo>
                  <a:pt x="43037" y="82699"/>
                </a:lnTo>
                <a:lnTo>
                  <a:pt x="40779" y="81853"/>
                </a:lnTo>
                <a:close/>
                <a:moveTo>
                  <a:pt x="132748" y="244452"/>
                </a:moveTo>
                <a:lnTo>
                  <a:pt x="134453" y="245839"/>
                </a:lnTo>
                <a:lnTo>
                  <a:pt x="131895" y="245145"/>
                </a:lnTo>
                <a:close/>
                <a:moveTo>
                  <a:pt x="108604" y="343225"/>
                </a:moveTo>
                <a:lnTo>
                  <a:pt x="110076" y="344459"/>
                </a:lnTo>
                <a:lnTo>
                  <a:pt x="107868" y="343842"/>
                </a:lnTo>
                <a:close/>
                <a:moveTo>
                  <a:pt x="33104" y="123703"/>
                </a:moveTo>
                <a:lnTo>
                  <a:pt x="34506" y="124392"/>
                </a:lnTo>
                <a:lnTo>
                  <a:pt x="32403" y="124048"/>
                </a:lnTo>
                <a:close/>
                <a:moveTo>
                  <a:pt x="80361" y="159642"/>
                </a:moveTo>
                <a:lnTo>
                  <a:pt x="81442" y="160124"/>
                </a:lnTo>
                <a:lnTo>
                  <a:pt x="79821" y="159883"/>
                </a:lnTo>
                <a:close/>
                <a:moveTo>
                  <a:pt x="123890" y="81609"/>
                </a:moveTo>
                <a:lnTo>
                  <a:pt x="124626" y="81949"/>
                </a:lnTo>
                <a:lnTo>
                  <a:pt x="123522" y="81779"/>
                </a:lnTo>
                <a:close/>
                <a:moveTo>
                  <a:pt x="124266" y="310699"/>
                </a:moveTo>
                <a:lnTo>
                  <a:pt x="124994" y="311362"/>
                </a:lnTo>
                <a:lnTo>
                  <a:pt x="123902" y="311030"/>
                </a:lnTo>
                <a:close/>
                <a:moveTo>
                  <a:pt x="38957" y="333797"/>
                </a:moveTo>
                <a:lnTo>
                  <a:pt x="40108" y="334854"/>
                </a:lnTo>
                <a:lnTo>
                  <a:pt x="38382" y="334326"/>
                </a:lnTo>
                <a:close/>
                <a:moveTo>
                  <a:pt x="140485" y="303809"/>
                </a:moveTo>
                <a:lnTo>
                  <a:pt x="141740" y="304307"/>
                </a:lnTo>
                <a:lnTo>
                  <a:pt x="139858" y="304058"/>
                </a:lnTo>
                <a:close/>
                <a:moveTo>
                  <a:pt x="31026" y="391509"/>
                </a:moveTo>
                <a:lnTo>
                  <a:pt x="32899" y="392704"/>
                </a:lnTo>
                <a:lnTo>
                  <a:pt x="30089" y="392106"/>
                </a:lnTo>
                <a:close/>
                <a:moveTo>
                  <a:pt x="141776" y="127604"/>
                </a:moveTo>
                <a:lnTo>
                  <a:pt x="142891" y="129153"/>
                </a:lnTo>
                <a:lnTo>
                  <a:pt x="141219" y="128379"/>
                </a:lnTo>
                <a:close/>
                <a:moveTo>
                  <a:pt x="107098" y="192676"/>
                </a:moveTo>
                <a:lnTo>
                  <a:pt x="108329" y="193993"/>
                </a:lnTo>
                <a:lnTo>
                  <a:pt x="106483" y="193334"/>
                </a:lnTo>
                <a:close/>
                <a:moveTo>
                  <a:pt x="74113" y="37567"/>
                </a:moveTo>
                <a:lnTo>
                  <a:pt x="75274" y="38817"/>
                </a:lnTo>
                <a:lnTo>
                  <a:pt x="73533" y="38192"/>
                </a:lnTo>
                <a:close/>
                <a:moveTo>
                  <a:pt x="16530" y="122228"/>
                </a:moveTo>
                <a:lnTo>
                  <a:pt x="18161" y="122862"/>
                </a:lnTo>
                <a:lnTo>
                  <a:pt x="15715" y="122545"/>
                </a:lnTo>
                <a:close/>
                <a:moveTo>
                  <a:pt x="143237" y="76704"/>
                </a:moveTo>
                <a:lnTo>
                  <a:pt x="144789" y="78362"/>
                </a:lnTo>
                <a:lnTo>
                  <a:pt x="142460" y="77533"/>
                </a:lnTo>
                <a:close/>
                <a:moveTo>
                  <a:pt x="119979" y="104678"/>
                </a:moveTo>
                <a:lnTo>
                  <a:pt x="120384" y="105745"/>
                </a:lnTo>
                <a:lnTo>
                  <a:pt x="119776" y="105212"/>
                </a:lnTo>
                <a:close/>
                <a:moveTo>
                  <a:pt x="87694" y="99328"/>
                </a:moveTo>
                <a:lnTo>
                  <a:pt x="88194" y="101112"/>
                </a:lnTo>
                <a:lnTo>
                  <a:pt x="87445" y="100220"/>
                </a:lnTo>
                <a:close/>
                <a:moveTo>
                  <a:pt x="43264" y="32461"/>
                </a:moveTo>
                <a:lnTo>
                  <a:pt x="45306" y="34247"/>
                </a:lnTo>
                <a:lnTo>
                  <a:pt x="42244" y="33354"/>
                </a:lnTo>
                <a:close/>
                <a:moveTo>
                  <a:pt x="100687" y="256641"/>
                </a:moveTo>
                <a:lnTo>
                  <a:pt x="101275" y="257480"/>
                </a:lnTo>
                <a:lnTo>
                  <a:pt x="100394" y="257060"/>
                </a:lnTo>
                <a:close/>
                <a:moveTo>
                  <a:pt x="3168" y="90285"/>
                </a:moveTo>
                <a:lnTo>
                  <a:pt x="5300" y="92063"/>
                </a:lnTo>
                <a:lnTo>
                  <a:pt x="2102" y="91174"/>
                </a:lnTo>
                <a:close/>
                <a:moveTo>
                  <a:pt x="3486" y="315354"/>
                </a:moveTo>
                <a:lnTo>
                  <a:pt x="4951" y="317064"/>
                </a:lnTo>
                <a:lnTo>
                  <a:pt x="2753" y="316209"/>
                </a:lnTo>
                <a:close/>
                <a:moveTo>
                  <a:pt x="25674" y="196609"/>
                </a:moveTo>
                <a:lnTo>
                  <a:pt x="26698" y="197329"/>
                </a:lnTo>
                <a:lnTo>
                  <a:pt x="25162" y="196969"/>
                </a:lnTo>
                <a:close/>
                <a:moveTo>
                  <a:pt x="16158" y="317496"/>
                </a:moveTo>
                <a:lnTo>
                  <a:pt x="16838" y="319012"/>
                </a:lnTo>
                <a:lnTo>
                  <a:pt x="15818" y="318254"/>
                </a:lnTo>
                <a:close/>
                <a:moveTo>
                  <a:pt x="137194" y="70810"/>
                </a:moveTo>
                <a:lnTo>
                  <a:pt x="139258" y="71692"/>
                </a:lnTo>
                <a:lnTo>
                  <a:pt x="136162" y="71251"/>
                </a:lnTo>
                <a:close/>
                <a:moveTo>
                  <a:pt x="99011" y="165641"/>
                </a:moveTo>
                <a:lnTo>
                  <a:pt x="100805" y="166831"/>
                </a:lnTo>
                <a:lnTo>
                  <a:pt x="98114" y="166236"/>
                </a:lnTo>
                <a:close/>
                <a:moveTo>
                  <a:pt x="130893" y="200272"/>
                </a:moveTo>
                <a:lnTo>
                  <a:pt x="131595" y="201843"/>
                </a:lnTo>
                <a:lnTo>
                  <a:pt x="130541" y="201058"/>
                </a:lnTo>
                <a:close/>
                <a:moveTo>
                  <a:pt x="98915" y="148147"/>
                </a:moveTo>
                <a:lnTo>
                  <a:pt x="101009" y="149485"/>
                </a:lnTo>
                <a:lnTo>
                  <a:pt x="97868" y="148816"/>
                </a:lnTo>
                <a:close/>
                <a:moveTo>
                  <a:pt x="93077" y="356835"/>
                </a:moveTo>
                <a:lnTo>
                  <a:pt x="94424" y="357761"/>
                </a:lnTo>
                <a:lnTo>
                  <a:pt x="92403" y="357298"/>
                </a:lnTo>
                <a:close/>
                <a:moveTo>
                  <a:pt x="28495" y="80441"/>
                </a:moveTo>
                <a:lnTo>
                  <a:pt x="28990" y="81339"/>
                </a:lnTo>
                <a:lnTo>
                  <a:pt x="28248" y="80890"/>
                </a:lnTo>
                <a:close/>
                <a:moveTo>
                  <a:pt x="139299" y="157995"/>
                </a:moveTo>
                <a:lnTo>
                  <a:pt x="139711" y="159148"/>
                </a:lnTo>
                <a:lnTo>
                  <a:pt x="139093" y="158572"/>
                </a:lnTo>
                <a:close/>
                <a:moveTo>
                  <a:pt x="13757" y="338860"/>
                </a:moveTo>
                <a:lnTo>
                  <a:pt x="14310" y="340052"/>
                </a:lnTo>
                <a:lnTo>
                  <a:pt x="13480" y="339456"/>
                </a:lnTo>
                <a:close/>
                <a:moveTo>
                  <a:pt x="4053" y="79389"/>
                </a:moveTo>
                <a:lnTo>
                  <a:pt x="5208" y="80585"/>
                </a:lnTo>
                <a:lnTo>
                  <a:pt x="3475" y="79987"/>
                </a:lnTo>
                <a:close/>
                <a:moveTo>
                  <a:pt x="79590" y="97060"/>
                </a:moveTo>
                <a:lnTo>
                  <a:pt x="81510" y="97621"/>
                </a:lnTo>
                <a:lnTo>
                  <a:pt x="78630" y="97341"/>
                </a:lnTo>
                <a:close/>
                <a:moveTo>
                  <a:pt x="116740" y="298927"/>
                </a:moveTo>
                <a:lnTo>
                  <a:pt x="117095" y="299532"/>
                </a:lnTo>
                <a:lnTo>
                  <a:pt x="116563" y="299229"/>
                </a:lnTo>
                <a:close/>
                <a:moveTo>
                  <a:pt x="116603" y="243568"/>
                </a:moveTo>
                <a:lnTo>
                  <a:pt x="117656" y="244395"/>
                </a:lnTo>
                <a:lnTo>
                  <a:pt x="116076" y="243982"/>
                </a:lnTo>
                <a:close/>
                <a:moveTo>
                  <a:pt x="10976" y="297689"/>
                </a:moveTo>
                <a:lnTo>
                  <a:pt x="11351" y="298989"/>
                </a:lnTo>
                <a:lnTo>
                  <a:pt x="10788" y="298339"/>
                </a:lnTo>
                <a:close/>
                <a:moveTo>
                  <a:pt x="66800" y="30270"/>
                </a:moveTo>
                <a:lnTo>
                  <a:pt x="67192" y="31951"/>
                </a:lnTo>
                <a:lnTo>
                  <a:pt x="66605" y="31111"/>
                </a:lnTo>
                <a:close/>
                <a:moveTo>
                  <a:pt x="39034" y="237058"/>
                </a:moveTo>
                <a:lnTo>
                  <a:pt x="39394" y="238081"/>
                </a:lnTo>
                <a:lnTo>
                  <a:pt x="38854" y="237569"/>
                </a:lnTo>
                <a:close/>
                <a:moveTo>
                  <a:pt x="89353" y="317063"/>
                </a:moveTo>
                <a:lnTo>
                  <a:pt x="90865" y="317850"/>
                </a:lnTo>
                <a:lnTo>
                  <a:pt x="88597" y="317456"/>
                </a:lnTo>
                <a:close/>
                <a:moveTo>
                  <a:pt x="106286" y="15894"/>
                </a:moveTo>
                <a:lnTo>
                  <a:pt x="107867" y="16304"/>
                </a:lnTo>
                <a:lnTo>
                  <a:pt x="105495" y="16099"/>
                </a:lnTo>
                <a:close/>
                <a:moveTo>
                  <a:pt x="8003" y="183098"/>
                </a:moveTo>
                <a:lnTo>
                  <a:pt x="8871" y="184467"/>
                </a:lnTo>
                <a:lnTo>
                  <a:pt x="7569" y="183782"/>
                </a:lnTo>
                <a:close/>
                <a:moveTo>
                  <a:pt x="136183" y="122656"/>
                </a:moveTo>
                <a:lnTo>
                  <a:pt x="136686" y="123518"/>
                </a:lnTo>
                <a:lnTo>
                  <a:pt x="135931" y="123087"/>
                </a:lnTo>
                <a:close/>
                <a:moveTo>
                  <a:pt x="63839" y="302033"/>
                </a:moveTo>
                <a:lnTo>
                  <a:pt x="65992" y="302431"/>
                </a:lnTo>
                <a:lnTo>
                  <a:pt x="62763" y="302232"/>
                </a:lnTo>
                <a:close/>
                <a:moveTo>
                  <a:pt x="80145" y="140934"/>
                </a:moveTo>
                <a:lnTo>
                  <a:pt x="80989" y="142578"/>
                </a:lnTo>
                <a:lnTo>
                  <a:pt x="79723" y="141756"/>
                </a:lnTo>
                <a:close/>
                <a:moveTo>
                  <a:pt x="131586" y="341280"/>
                </a:moveTo>
                <a:lnTo>
                  <a:pt x="133546" y="342904"/>
                </a:lnTo>
                <a:lnTo>
                  <a:pt x="130607" y="342092"/>
                </a:lnTo>
                <a:close/>
                <a:moveTo>
                  <a:pt x="114187" y="232167"/>
                </a:moveTo>
                <a:lnTo>
                  <a:pt x="116338" y="232958"/>
                </a:lnTo>
                <a:lnTo>
                  <a:pt x="113112" y="232563"/>
                </a:lnTo>
                <a:close/>
                <a:moveTo>
                  <a:pt x="132076" y="165903"/>
                </a:moveTo>
                <a:lnTo>
                  <a:pt x="133364" y="167494"/>
                </a:lnTo>
                <a:lnTo>
                  <a:pt x="131433" y="166698"/>
                </a:lnTo>
                <a:close/>
                <a:moveTo>
                  <a:pt x="74540" y="197098"/>
                </a:moveTo>
                <a:lnTo>
                  <a:pt x="75245" y="197485"/>
                </a:lnTo>
                <a:lnTo>
                  <a:pt x="74188" y="197292"/>
                </a:lnTo>
                <a:close/>
                <a:moveTo>
                  <a:pt x="49372" y="276688"/>
                </a:moveTo>
                <a:lnTo>
                  <a:pt x="50769" y="277544"/>
                </a:lnTo>
                <a:lnTo>
                  <a:pt x="48673" y="277116"/>
                </a:lnTo>
                <a:close/>
                <a:moveTo>
                  <a:pt x="90210" y="18601"/>
                </a:moveTo>
                <a:lnTo>
                  <a:pt x="91552" y="19613"/>
                </a:lnTo>
                <a:lnTo>
                  <a:pt x="89539" y="19107"/>
                </a:lnTo>
                <a:close/>
                <a:moveTo>
                  <a:pt x="103022" y="163980"/>
                </a:moveTo>
                <a:lnTo>
                  <a:pt x="104974" y="164619"/>
                </a:lnTo>
                <a:lnTo>
                  <a:pt x="102046" y="164299"/>
                </a:lnTo>
                <a:close/>
                <a:moveTo>
                  <a:pt x="6206" y="389386"/>
                </a:moveTo>
                <a:lnTo>
                  <a:pt x="7423" y="391059"/>
                </a:lnTo>
                <a:lnTo>
                  <a:pt x="5597" y="390223"/>
                </a:lnTo>
                <a:close/>
                <a:moveTo>
                  <a:pt x="118588" y="328145"/>
                </a:moveTo>
                <a:lnTo>
                  <a:pt x="120554" y="329516"/>
                </a:lnTo>
                <a:lnTo>
                  <a:pt x="117605" y="328831"/>
                </a:lnTo>
                <a:close/>
                <a:moveTo>
                  <a:pt x="112914" y="127693"/>
                </a:moveTo>
                <a:lnTo>
                  <a:pt x="114915" y="128013"/>
                </a:lnTo>
                <a:lnTo>
                  <a:pt x="111914" y="127853"/>
                </a:lnTo>
                <a:close/>
                <a:moveTo>
                  <a:pt x="115105" y="362681"/>
                </a:moveTo>
                <a:lnTo>
                  <a:pt x="116728" y="363270"/>
                </a:lnTo>
                <a:lnTo>
                  <a:pt x="114293" y="362975"/>
                </a:lnTo>
                <a:close/>
                <a:moveTo>
                  <a:pt x="66156" y="242409"/>
                </a:moveTo>
                <a:lnTo>
                  <a:pt x="66788" y="243690"/>
                </a:lnTo>
                <a:lnTo>
                  <a:pt x="65840" y="243049"/>
                </a:lnTo>
                <a:close/>
                <a:moveTo>
                  <a:pt x="59970" y="388418"/>
                </a:moveTo>
                <a:lnTo>
                  <a:pt x="60549" y="389174"/>
                </a:lnTo>
                <a:lnTo>
                  <a:pt x="59681" y="388796"/>
                </a:lnTo>
                <a:close/>
                <a:moveTo>
                  <a:pt x="110256" y="158421"/>
                </a:moveTo>
                <a:lnTo>
                  <a:pt x="111811" y="158735"/>
                </a:lnTo>
                <a:lnTo>
                  <a:pt x="109479" y="158578"/>
                </a:lnTo>
                <a:close/>
                <a:moveTo>
                  <a:pt x="104647" y="38418"/>
                </a:moveTo>
                <a:lnTo>
                  <a:pt x="105325" y="39965"/>
                </a:lnTo>
                <a:lnTo>
                  <a:pt x="104308" y="39191"/>
                </a:lnTo>
                <a:close/>
                <a:moveTo>
                  <a:pt x="116517" y="82653"/>
                </a:moveTo>
                <a:lnTo>
                  <a:pt x="117837" y="83997"/>
                </a:lnTo>
                <a:lnTo>
                  <a:pt x="115857" y="83325"/>
                </a:lnTo>
                <a:close/>
                <a:moveTo>
                  <a:pt x="22562" y="205338"/>
                </a:moveTo>
                <a:lnTo>
                  <a:pt x="23943" y="206133"/>
                </a:lnTo>
                <a:lnTo>
                  <a:pt x="21872" y="205735"/>
                </a:lnTo>
                <a:close/>
                <a:moveTo>
                  <a:pt x="19098" y="28009"/>
                </a:moveTo>
                <a:lnTo>
                  <a:pt x="20358" y="28501"/>
                </a:lnTo>
                <a:lnTo>
                  <a:pt x="18468" y="28255"/>
                </a:lnTo>
                <a:close/>
                <a:moveTo>
                  <a:pt x="89087" y="294290"/>
                </a:moveTo>
                <a:lnTo>
                  <a:pt x="90651" y="294898"/>
                </a:lnTo>
                <a:lnTo>
                  <a:pt x="88306" y="294594"/>
                </a:lnTo>
                <a:close/>
                <a:moveTo>
                  <a:pt x="118457" y="157999"/>
                </a:moveTo>
                <a:lnTo>
                  <a:pt x="120550" y="159061"/>
                </a:lnTo>
                <a:lnTo>
                  <a:pt x="117411" y="158530"/>
                </a:lnTo>
                <a:close/>
                <a:moveTo>
                  <a:pt x="132578" y="56842"/>
                </a:moveTo>
                <a:lnTo>
                  <a:pt x="133621" y="58531"/>
                </a:lnTo>
                <a:lnTo>
                  <a:pt x="132056" y="57687"/>
                </a:lnTo>
                <a:close/>
                <a:moveTo>
                  <a:pt x="145008" y="332121"/>
                </a:moveTo>
                <a:lnTo>
                  <a:pt x="146445" y="332781"/>
                </a:lnTo>
                <a:lnTo>
                  <a:pt x="144289" y="332451"/>
                </a:lnTo>
                <a:close/>
                <a:moveTo>
                  <a:pt x="44385" y="76128"/>
                </a:moveTo>
                <a:lnTo>
                  <a:pt x="45922" y="77405"/>
                </a:lnTo>
                <a:lnTo>
                  <a:pt x="43617" y="76767"/>
                </a:lnTo>
                <a:close/>
                <a:moveTo>
                  <a:pt x="56306" y="329872"/>
                </a:moveTo>
                <a:lnTo>
                  <a:pt x="57446" y="331205"/>
                </a:lnTo>
                <a:lnTo>
                  <a:pt x="55735" y="330538"/>
                </a:lnTo>
                <a:close/>
                <a:moveTo>
                  <a:pt x="119978" y="206851"/>
                </a:moveTo>
                <a:lnTo>
                  <a:pt x="122157" y="208071"/>
                </a:lnTo>
                <a:lnTo>
                  <a:pt x="118889" y="207461"/>
                </a:lnTo>
                <a:close/>
                <a:moveTo>
                  <a:pt x="25149" y="376034"/>
                </a:moveTo>
                <a:lnTo>
                  <a:pt x="26480" y="377734"/>
                </a:lnTo>
                <a:lnTo>
                  <a:pt x="24483" y="376884"/>
                </a:lnTo>
                <a:close/>
                <a:moveTo>
                  <a:pt x="100197" y="195948"/>
                </a:moveTo>
                <a:lnTo>
                  <a:pt x="102123" y="197029"/>
                </a:lnTo>
                <a:lnTo>
                  <a:pt x="99233" y="196489"/>
                </a:lnTo>
                <a:close/>
                <a:moveTo>
                  <a:pt x="95432" y="259636"/>
                </a:moveTo>
                <a:lnTo>
                  <a:pt x="96979" y="261082"/>
                </a:lnTo>
                <a:lnTo>
                  <a:pt x="94658" y="260359"/>
                </a:lnTo>
                <a:close/>
                <a:moveTo>
                  <a:pt x="93782" y="37560"/>
                </a:moveTo>
                <a:lnTo>
                  <a:pt x="95413" y="38295"/>
                </a:lnTo>
                <a:lnTo>
                  <a:pt x="92966" y="37928"/>
                </a:lnTo>
                <a:close/>
                <a:moveTo>
                  <a:pt x="135720" y="65641"/>
                </a:moveTo>
                <a:lnTo>
                  <a:pt x="136439" y="66786"/>
                </a:lnTo>
                <a:lnTo>
                  <a:pt x="135360" y="66213"/>
                </a:lnTo>
                <a:close/>
                <a:moveTo>
                  <a:pt x="85524" y="229876"/>
                </a:moveTo>
                <a:lnTo>
                  <a:pt x="86106" y="230870"/>
                </a:lnTo>
                <a:lnTo>
                  <a:pt x="85233" y="230373"/>
                </a:lnTo>
                <a:close/>
                <a:moveTo>
                  <a:pt x="118059" y="270857"/>
                </a:moveTo>
                <a:lnTo>
                  <a:pt x="119384" y="271631"/>
                </a:lnTo>
                <a:lnTo>
                  <a:pt x="117396" y="271244"/>
                </a:lnTo>
                <a:close/>
                <a:moveTo>
                  <a:pt x="52358" y="67339"/>
                </a:moveTo>
                <a:lnTo>
                  <a:pt x="54287" y="68124"/>
                </a:lnTo>
                <a:lnTo>
                  <a:pt x="51394" y="67732"/>
                </a:lnTo>
                <a:close/>
                <a:moveTo>
                  <a:pt x="77956" y="230375"/>
                </a:moveTo>
                <a:lnTo>
                  <a:pt x="79329" y="231662"/>
                </a:lnTo>
                <a:lnTo>
                  <a:pt x="77270" y="231018"/>
                </a:lnTo>
                <a:close/>
                <a:moveTo>
                  <a:pt x="141001" y="190677"/>
                </a:moveTo>
                <a:lnTo>
                  <a:pt x="142668" y="192344"/>
                </a:lnTo>
                <a:lnTo>
                  <a:pt x="140168" y="191511"/>
                </a:lnTo>
                <a:close/>
                <a:moveTo>
                  <a:pt x="29817" y="191547"/>
                </a:moveTo>
                <a:lnTo>
                  <a:pt x="31534" y="192742"/>
                </a:lnTo>
                <a:lnTo>
                  <a:pt x="28958" y="192145"/>
                </a:lnTo>
                <a:close/>
                <a:moveTo>
                  <a:pt x="28556" y="26397"/>
                </a:moveTo>
                <a:lnTo>
                  <a:pt x="29147" y="27913"/>
                </a:lnTo>
                <a:lnTo>
                  <a:pt x="28260" y="27155"/>
                </a:lnTo>
                <a:close/>
                <a:moveTo>
                  <a:pt x="18019" y="258093"/>
                </a:moveTo>
                <a:lnTo>
                  <a:pt x="18375" y="259068"/>
                </a:lnTo>
                <a:lnTo>
                  <a:pt x="17841" y="258580"/>
                </a:lnTo>
                <a:close/>
                <a:moveTo>
                  <a:pt x="139100" y="160944"/>
                </a:moveTo>
                <a:lnTo>
                  <a:pt x="140256" y="162508"/>
                </a:lnTo>
                <a:lnTo>
                  <a:pt x="138521" y="161726"/>
                </a:lnTo>
                <a:close/>
                <a:moveTo>
                  <a:pt x="106847" y="57172"/>
                </a:moveTo>
                <a:lnTo>
                  <a:pt x="107353" y="57724"/>
                </a:lnTo>
                <a:lnTo>
                  <a:pt x="106594" y="57448"/>
                </a:lnTo>
                <a:close/>
                <a:moveTo>
                  <a:pt x="43636" y="349436"/>
                </a:moveTo>
                <a:lnTo>
                  <a:pt x="44431" y="350567"/>
                </a:lnTo>
                <a:lnTo>
                  <a:pt x="43238" y="350002"/>
                </a:lnTo>
                <a:close/>
                <a:moveTo>
                  <a:pt x="130708" y="353034"/>
                </a:moveTo>
                <a:lnTo>
                  <a:pt x="132039" y="354166"/>
                </a:lnTo>
                <a:lnTo>
                  <a:pt x="130042" y="353600"/>
                </a:lnTo>
                <a:close/>
                <a:moveTo>
                  <a:pt x="13023" y="202909"/>
                </a:moveTo>
                <a:lnTo>
                  <a:pt x="14604" y="204226"/>
                </a:lnTo>
                <a:lnTo>
                  <a:pt x="12232" y="203568"/>
                </a:lnTo>
                <a:close/>
                <a:moveTo>
                  <a:pt x="137188" y="226592"/>
                </a:moveTo>
                <a:lnTo>
                  <a:pt x="138842" y="227047"/>
                </a:lnTo>
                <a:lnTo>
                  <a:pt x="136360" y="226820"/>
                </a:lnTo>
                <a:close/>
                <a:moveTo>
                  <a:pt x="76073" y="93393"/>
                </a:moveTo>
                <a:lnTo>
                  <a:pt x="77190" y="94641"/>
                </a:lnTo>
                <a:lnTo>
                  <a:pt x="75514" y="94017"/>
                </a:lnTo>
                <a:close/>
                <a:moveTo>
                  <a:pt x="46417" y="328894"/>
                </a:moveTo>
                <a:lnTo>
                  <a:pt x="47995" y="329387"/>
                </a:lnTo>
                <a:lnTo>
                  <a:pt x="45628" y="329141"/>
                </a:lnTo>
                <a:close/>
                <a:moveTo>
                  <a:pt x="104877" y="18512"/>
                </a:moveTo>
                <a:lnTo>
                  <a:pt x="105377" y="20279"/>
                </a:lnTo>
                <a:lnTo>
                  <a:pt x="104627" y="19395"/>
                </a:lnTo>
                <a:close/>
                <a:moveTo>
                  <a:pt x="130282" y="346144"/>
                </a:moveTo>
                <a:lnTo>
                  <a:pt x="131390" y="346880"/>
                </a:lnTo>
                <a:lnTo>
                  <a:pt x="129729" y="346512"/>
                </a:lnTo>
                <a:close/>
                <a:moveTo>
                  <a:pt x="32242" y="122556"/>
                </a:moveTo>
                <a:lnTo>
                  <a:pt x="32662" y="124004"/>
                </a:lnTo>
                <a:lnTo>
                  <a:pt x="32031" y="123280"/>
                </a:lnTo>
                <a:close/>
                <a:moveTo>
                  <a:pt x="50059" y="127282"/>
                </a:moveTo>
                <a:lnTo>
                  <a:pt x="50805" y="128254"/>
                </a:lnTo>
                <a:lnTo>
                  <a:pt x="49685" y="127768"/>
                </a:lnTo>
                <a:close/>
                <a:moveTo>
                  <a:pt x="130412" y="186219"/>
                </a:moveTo>
                <a:lnTo>
                  <a:pt x="132479" y="187531"/>
                </a:lnTo>
                <a:lnTo>
                  <a:pt x="129378" y="186875"/>
                </a:lnTo>
                <a:close/>
                <a:moveTo>
                  <a:pt x="118465" y="344362"/>
                </a:moveTo>
                <a:lnTo>
                  <a:pt x="119305" y="344723"/>
                </a:lnTo>
                <a:lnTo>
                  <a:pt x="118046" y="344543"/>
                </a:lnTo>
                <a:close/>
                <a:moveTo>
                  <a:pt x="79238" y="274018"/>
                </a:moveTo>
                <a:lnTo>
                  <a:pt x="79821" y="274807"/>
                </a:lnTo>
                <a:lnTo>
                  <a:pt x="78947" y="274412"/>
                </a:lnTo>
                <a:close/>
                <a:moveTo>
                  <a:pt x="69998" y="228498"/>
                </a:moveTo>
                <a:lnTo>
                  <a:pt x="70414" y="230274"/>
                </a:lnTo>
                <a:lnTo>
                  <a:pt x="69789" y="229386"/>
                </a:lnTo>
                <a:close/>
                <a:moveTo>
                  <a:pt x="96846" y="241302"/>
                </a:moveTo>
                <a:lnTo>
                  <a:pt x="98374" y="242150"/>
                </a:lnTo>
                <a:lnTo>
                  <a:pt x="96082" y="241726"/>
                </a:lnTo>
                <a:close/>
                <a:moveTo>
                  <a:pt x="70439" y="236252"/>
                </a:moveTo>
                <a:lnTo>
                  <a:pt x="72443" y="237056"/>
                </a:lnTo>
                <a:lnTo>
                  <a:pt x="69437" y="236654"/>
                </a:lnTo>
                <a:close/>
                <a:moveTo>
                  <a:pt x="122552" y="361687"/>
                </a:moveTo>
                <a:lnTo>
                  <a:pt x="123169" y="362953"/>
                </a:lnTo>
                <a:lnTo>
                  <a:pt x="122243" y="362320"/>
                </a:lnTo>
                <a:close/>
                <a:moveTo>
                  <a:pt x="132043" y="375982"/>
                </a:moveTo>
                <a:lnTo>
                  <a:pt x="132406" y="377058"/>
                </a:lnTo>
                <a:lnTo>
                  <a:pt x="131861" y="376520"/>
                </a:lnTo>
                <a:close/>
                <a:moveTo>
                  <a:pt x="134541" y="257267"/>
                </a:moveTo>
                <a:lnTo>
                  <a:pt x="136083" y="258107"/>
                </a:lnTo>
                <a:lnTo>
                  <a:pt x="133771" y="257687"/>
                </a:lnTo>
                <a:close/>
                <a:moveTo>
                  <a:pt x="61926" y="64464"/>
                </a:moveTo>
                <a:lnTo>
                  <a:pt x="62790" y="64840"/>
                </a:lnTo>
                <a:lnTo>
                  <a:pt x="61494" y="64652"/>
                </a:lnTo>
                <a:close/>
                <a:moveTo>
                  <a:pt x="32372" y="315013"/>
                </a:moveTo>
                <a:lnTo>
                  <a:pt x="33053" y="316511"/>
                </a:lnTo>
                <a:lnTo>
                  <a:pt x="32031" y="315762"/>
                </a:lnTo>
                <a:close/>
                <a:moveTo>
                  <a:pt x="15278" y="120461"/>
                </a:moveTo>
                <a:lnTo>
                  <a:pt x="17361" y="120853"/>
                </a:lnTo>
                <a:lnTo>
                  <a:pt x="14236" y="120657"/>
                </a:lnTo>
                <a:close/>
                <a:moveTo>
                  <a:pt x="61976" y="31913"/>
                </a:moveTo>
                <a:lnTo>
                  <a:pt x="62368" y="33297"/>
                </a:lnTo>
                <a:lnTo>
                  <a:pt x="61781" y="32605"/>
                </a:lnTo>
                <a:close/>
                <a:moveTo>
                  <a:pt x="65018" y="44494"/>
                </a:moveTo>
                <a:lnTo>
                  <a:pt x="66980" y="44890"/>
                </a:lnTo>
                <a:lnTo>
                  <a:pt x="64037" y="44692"/>
                </a:lnTo>
                <a:close/>
                <a:moveTo>
                  <a:pt x="4506" y="264414"/>
                </a:moveTo>
                <a:lnTo>
                  <a:pt x="5222" y="264872"/>
                </a:lnTo>
                <a:lnTo>
                  <a:pt x="4148" y="264643"/>
                </a:lnTo>
                <a:close/>
                <a:moveTo>
                  <a:pt x="22051" y="85186"/>
                </a:moveTo>
                <a:lnTo>
                  <a:pt x="23411" y="85626"/>
                </a:lnTo>
                <a:lnTo>
                  <a:pt x="21371" y="85406"/>
                </a:lnTo>
                <a:close/>
                <a:moveTo>
                  <a:pt x="105210" y="166995"/>
                </a:moveTo>
                <a:lnTo>
                  <a:pt x="107086" y="168514"/>
                </a:lnTo>
                <a:lnTo>
                  <a:pt x="104272" y="167755"/>
                </a:lnTo>
                <a:close/>
                <a:moveTo>
                  <a:pt x="11363" y="259855"/>
                </a:moveTo>
                <a:lnTo>
                  <a:pt x="12017" y="260972"/>
                </a:lnTo>
                <a:lnTo>
                  <a:pt x="11036" y="260413"/>
                </a:lnTo>
                <a:close/>
                <a:moveTo>
                  <a:pt x="142742" y="319408"/>
                </a:moveTo>
                <a:lnTo>
                  <a:pt x="144642" y="320070"/>
                </a:lnTo>
                <a:lnTo>
                  <a:pt x="141792" y="319739"/>
                </a:lnTo>
                <a:close/>
                <a:moveTo>
                  <a:pt x="1437" y="344256"/>
                </a:moveTo>
                <a:lnTo>
                  <a:pt x="2884" y="344697"/>
                </a:lnTo>
                <a:lnTo>
                  <a:pt x="713" y="344476"/>
                </a:lnTo>
                <a:close/>
                <a:moveTo>
                  <a:pt x="100528" y="225012"/>
                </a:moveTo>
                <a:lnTo>
                  <a:pt x="102312" y="226086"/>
                </a:lnTo>
                <a:lnTo>
                  <a:pt x="99637" y="225549"/>
                </a:lnTo>
                <a:close/>
                <a:moveTo>
                  <a:pt x="136288" y="306324"/>
                </a:moveTo>
                <a:lnTo>
                  <a:pt x="137729" y="306641"/>
                </a:lnTo>
                <a:lnTo>
                  <a:pt x="135568" y="306482"/>
                </a:lnTo>
                <a:close/>
                <a:moveTo>
                  <a:pt x="50594" y="200747"/>
                </a:moveTo>
                <a:lnTo>
                  <a:pt x="51140" y="202381"/>
                </a:lnTo>
                <a:lnTo>
                  <a:pt x="50322" y="201564"/>
                </a:lnTo>
                <a:close/>
                <a:moveTo>
                  <a:pt x="106383" y="379426"/>
                </a:moveTo>
                <a:lnTo>
                  <a:pt x="107831" y="380642"/>
                </a:lnTo>
                <a:lnTo>
                  <a:pt x="105659" y="380034"/>
                </a:lnTo>
                <a:close/>
                <a:moveTo>
                  <a:pt x="43482" y="167141"/>
                </a:moveTo>
                <a:lnTo>
                  <a:pt x="45364" y="168003"/>
                </a:lnTo>
                <a:lnTo>
                  <a:pt x="42541" y="167572"/>
                </a:lnTo>
                <a:close/>
                <a:moveTo>
                  <a:pt x="4562" y="58390"/>
                </a:moveTo>
                <a:lnTo>
                  <a:pt x="5845" y="59368"/>
                </a:lnTo>
                <a:lnTo>
                  <a:pt x="3920" y="58879"/>
                </a:lnTo>
                <a:close/>
                <a:moveTo>
                  <a:pt x="31230" y="334132"/>
                </a:moveTo>
                <a:lnTo>
                  <a:pt x="32583" y="334670"/>
                </a:lnTo>
                <a:lnTo>
                  <a:pt x="30554" y="334401"/>
                </a:lnTo>
                <a:close/>
                <a:moveTo>
                  <a:pt x="66793" y="230318"/>
                </a:moveTo>
                <a:lnTo>
                  <a:pt x="67651" y="231406"/>
                </a:lnTo>
                <a:lnTo>
                  <a:pt x="66364" y="230862"/>
                </a:lnTo>
                <a:close/>
                <a:moveTo>
                  <a:pt x="88951" y="385716"/>
                </a:moveTo>
                <a:lnTo>
                  <a:pt x="90543" y="386712"/>
                </a:lnTo>
                <a:lnTo>
                  <a:pt x="88155" y="386214"/>
                </a:lnTo>
                <a:close/>
                <a:moveTo>
                  <a:pt x="50047" y="267995"/>
                </a:moveTo>
                <a:lnTo>
                  <a:pt x="50947" y="268388"/>
                </a:lnTo>
                <a:lnTo>
                  <a:pt x="49597" y="268191"/>
                </a:lnTo>
                <a:close/>
                <a:moveTo>
                  <a:pt x="84361" y="122709"/>
                </a:moveTo>
                <a:lnTo>
                  <a:pt x="85385" y="123201"/>
                </a:lnTo>
                <a:lnTo>
                  <a:pt x="83849" y="122955"/>
                </a:lnTo>
                <a:close/>
                <a:moveTo>
                  <a:pt x="115987" y="226767"/>
                </a:moveTo>
                <a:lnTo>
                  <a:pt x="117179" y="228524"/>
                </a:lnTo>
                <a:lnTo>
                  <a:pt x="115391" y="227646"/>
                </a:lnTo>
                <a:close/>
                <a:moveTo>
                  <a:pt x="83037" y="365592"/>
                </a:moveTo>
                <a:lnTo>
                  <a:pt x="83896" y="366080"/>
                </a:lnTo>
                <a:lnTo>
                  <a:pt x="82607" y="365836"/>
                </a:lnTo>
                <a:close/>
                <a:moveTo>
                  <a:pt x="66427" y="331260"/>
                </a:moveTo>
                <a:lnTo>
                  <a:pt x="67131" y="332854"/>
                </a:lnTo>
                <a:lnTo>
                  <a:pt x="66075" y="332057"/>
                </a:lnTo>
                <a:close/>
                <a:moveTo>
                  <a:pt x="41918" y="312085"/>
                </a:moveTo>
                <a:lnTo>
                  <a:pt x="43092" y="312970"/>
                </a:lnTo>
                <a:lnTo>
                  <a:pt x="41331" y="312528"/>
                </a:lnTo>
                <a:close/>
                <a:moveTo>
                  <a:pt x="92709" y="307947"/>
                </a:moveTo>
                <a:lnTo>
                  <a:pt x="93289" y="309181"/>
                </a:lnTo>
                <a:lnTo>
                  <a:pt x="92420" y="308564"/>
                </a:lnTo>
                <a:close/>
                <a:moveTo>
                  <a:pt x="29041" y="211028"/>
                </a:moveTo>
                <a:lnTo>
                  <a:pt x="30975" y="212096"/>
                </a:lnTo>
                <a:lnTo>
                  <a:pt x="28074" y="211562"/>
                </a:lnTo>
                <a:close/>
                <a:moveTo>
                  <a:pt x="7206" y="115236"/>
                </a:moveTo>
                <a:lnTo>
                  <a:pt x="8514" y="116574"/>
                </a:lnTo>
                <a:lnTo>
                  <a:pt x="6553" y="115905"/>
                </a:lnTo>
                <a:close/>
                <a:moveTo>
                  <a:pt x="117330" y="236089"/>
                </a:moveTo>
                <a:lnTo>
                  <a:pt x="118678" y="237703"/>
                </a:lnTo>
                <a:lnTo>
                  <a:pt x="116656" y="236896"/>
                </a:lnTo>
                <a:close/>
                <a:moveTo>
                  <a:pt x="76750" y="212466"/>
                </a:moveTo>
                <a:lnTo>
                  <a:pt x="77127" y="213824"/>
                </a:lnTo>
                <a:lnTo>
                  <a:pt x="76561" y="213145"/>
                </a:lnTo>
                <a:close/>
                <a:moveTo>
                  <a:pt x="67941" y="382936"/>
                </a:moveTo>
                <a:lnTo>
                  <a:pt x="68803" y="383592"/>
                </a:lnTo>
                <a:lnTo>
                  <a:pt x="67510" y="383264"/>
                </a:lnTo>
                <a:close/>
                <a:moveTo>
                  <a:pt x="16949" y="98149"/>
                </a:moveTo>
                <a:lnTo>
                  <a:pt x="17999" y="99905"/>
                </a:lnTo>
                <a:lnTo>
                  <a:pt x="16425" y="99027"/>
                </a:lnTo>
                <a:close/>
                <a:moveTo>
                  <a:pt x="95493" y="90517"/>
                </a:moveTo>
                <a:lnTo>
                  <a:pt x="97049" y="91782"/>
                </a:lnTo>
                <a:lnTo>
                  <a:pt x="94715" y="91150"/>
                </a:lnTo>
                <a:close/>
                <a:moveTo>
                  <a:pt x="99225" y="316475"/>
                </a:moveTo>
                <a:lnTo>
                  <a:pt x="101013" y="317991"/>
                </a:lnTo>
                <a:lnTo>
                  <a:pt x="98331" y="317233"/>
                </a:lnTo>
                <a:close/>
                <a:moveTo>
                  <a:pt x="37524" y="353950"/>
                </a:moveTo>
                <a:lnTo>
                  <a:pt x="38425" y="354991"/>
                </a:lnTo>
                <a:lnTo>
                  <a:pt x="37074" y="354471"/>
                </a:lnTo>
                <a:close/>
                <a:moveTo>
                  <a:pt x="34723" y="117616"/>
                </a:moveTo>
                <a:lnTo>
                  <a:pt x="35090" y="119329"/>
                </a:lnTo>
                <a:lnTo>
                  <a:pt x="34540" y="118472"/>
                </a:lnTo>
                <a:close/>
                <a:moveTo>
                  <a:pt x="26156" y="366449"/>
                </a:moveTo>
                <a:lnTo>
                  <a:pt x="27679" y="367749"/>
                </a:lnTo>
                <a:lnTo>
                  <a:pt x="25394" y="367099"/>
                </a:lnTo>
                <a:close/>
                <a:moveTo>
                  <a:pt x="63754" y="170255"/>
                </a:moveTo>
                <a:lnTo>
                  <a:pt x="64107" y="171537"/>
                </a:lnTo>
                <a:lnTo>
                  <a:pt x="63578" y="170896"/>
                </a:lnTo>
                <a:close/>
                <a:moveTo>
                  <a:pt x="66246" y="287749"/>
                </a:moveTo>
                <a:lnTo>
                  <a:pt x="68081" y="288707"/>
                </a:lnTo>
                <a:lnTo>
                  <a:pt x="65328" y="288228"/>
                </a:lnTo>
                <a:close/>
                <a:moveTo>
                  <a:pt x="71420" y="169643"/>
                </a:moveTo>
                <a:lnTo>
                  <a:pt x="71813" y="170763"/>
                </a:lnTo>
                <a:lnTo>
                  <a:pt x="71224" y="170203"/>
                </a:lnTo>
                <a:close/>
                <a:moveTo>
                  <a:pt x="102053" y="254276"/>
                </a:moveTo>
                <a:lnTo>
                  <a:pt x="103663" y="255590"/>
                </a:lnTo>
                <a:lnTo>
                  <a:pt x="101249" y="254933"/>
                </a:lnTo>
                <a:close/>
                <a:moveTo>
                  <a:pt x="114363" y="299273"/>
                </a:moveTo>
                <a:lnTo>
                  <a:pt x="114975" y="299643"/>
                </a:lnTo>
                <a:lnTo>
                  <a:pt x="114057" y="299458"/>
                </a:lnTo>
                <a:close/>
                <a:moveTo>
                  <a:pt x="66626" y="244447"/>
                </a:moveTo>
                <a:lnTo>
                  <a:pt x="68404" y="245239"/>
                </a:lnTo>
                <a:lnTo>
                  <a:pt x="65737" y="244843"/>
                </a:lnTo>
                <a:close/>
                <a:moveTo>
                  <a:pt x="99483" y="137480"/>
                </a:moveTo>
                <a:lnTo>
                  <a:pt x="99856" y="138671"/>
                </a:lnTo>
                <a:lnTo>
                  <a:pt x="99297" y="138076"/>
                </a:lnTo>
                <a:close/>
                <a:moveTo>
                  <a:pt x="16733" y="75594"/>
                </a:moveTo>
                <a:lnTo>
                  <a:pt x="18811" y="76749"/>
                </a:lnTo>
                <a:lnTo>
                  <a:pt x="15694" y="76171"/>
                </a:lnTo>
                <a:close/>
                <a:moveTo>
                  <a:pt x="18677" y="96340"/>
                </a:moveTo>
                <a:lnTo>
                  <a:pt x="19260" y="97164"/>
                </a:lnTo>
                <a:lnTo>
                  <a:pt x="18386" y="96752"/>
                </a:lnTo>
                <a:close/>
                <a:moveTo>
                  <a:pt x="93959" y="213031"/>
                </a:moveTo>
                <a:lnTo>
                  <a:pt x="95245" y="213882"/>
                </a:lnTo>
                <a:lnTo>
                  <a:pt x="93315" y="213456"/>
                </a:lnTo>
                <a:close/>
                <a:moveTo>
                  <a:pt x="128383" y="51281"/>
                </a:moveTo>
                <a:lnTo>
                  <a:pt x="129156" y="52195"/>
                </a:lnTo>
                <a:lnTo>
                  <a:pt x="127996" y="51738"/>
                </a:lnTo>
                <a:close/>
                <a:moveTo>
                  <a:pt x="126578" y="68337"/>
                </a:moveTo>
                <a:lnTo>
                  <a:pt x="128551" y="68831"/>
                </a:lnTo>
                <a:lnTo>
                  <a:pt x="125592" y="68584"/>
                </a:lnTo>
                <a:close/>
                <a:moveTo>
                  <a:pt x="128225" y="252708"/>
                </a:moveTo>
                <a:lnTo>
                  <a:pt x="129240" y="253652"/>
                </a:lnTo>
                <a:lnTo>
                  <a:pt x="127718" y="253180"/>
                </a:lnTo>
                <a:close/>
                <a:moveTo>
                  <a:pt x="133330" y="227991"/>
                </a:moveTo>
                <a:lnTo>
                  <a:pt x="133777" y="229594"/>
                </a:lnTo>
                <a:lnTo>
                  <a:pt x="133106" y="228793"/>
                </a:lnTo>
                <a:close/>
                <a:moveTo>
                  <a:pt x="56570" y="155746"/>
                </a:moveTo>
                <a:lnTo>
                  <a:pt x="57176" y="156635"/>
                </a:lnTo>
                <a:lnTo>
                  <a:pt x="56268" y="156190"/>
                </a:lnTo>
                <a:close/>
                <a:moveTo>
                  <a:pt x="139616" y="8564"/>
                </a:moveTo>
                <a:lnTo>
                  <a:pt x="141342" y="10258"/>
                </a:lnTo>
                <a:lnTo>
                  <a:pt x="138753" y="9411"/>
                </a:lnTo>
                <a:close/>
                <a:moveTo>
                  <a:pt x="103427" y="244951"/>
                </a:moveTo>
                <a:lnTo>
                  <a:pt x="105142" y="246007"/>
                </a:lnTo>
                <a:lnTo>
                  <a:pt x="102570" y="245479"/>
                </a:lnTo>
                <a:close/>
                <a:moveTo>
                  <a:pt x="97932" y="142462"/>
                </a:moveTo>
                <a:lnTo>
                  <a:pt x="99757" y="143889"/>
                </a:lnTo>
                <a:lnTo>
                  <a:pt x="97020" y="143175"/>
                </a:lnTo>
                <a:close/>
                <a:moveTo>
                  <a:pt x="44970" y="268464"/>
                </a:moveTo>
                <a:lnTo>
                  <a:pt x="45369" y="269611"/>
                </a:lnTo>
                <a:lnTo>
                  <a:pt x="44771" y="269037"/>
                </a:lnTo>
                <a:close/>
                <a:moveTo>
                  <a:pt x="14018" y="57639"/>
                </a:moveTo>
                <a:lnTo>
                  <a:pt x="15309" y="59202"/>
                </a:lnTo>
                <a:lnTo>
                  <a:pt x="13372" y="58421"/>
                </a:lnTo>
                <a:close/>
                <a:moveTo>
                  <a:pt x="109122" y="128874"/>
                </a:moveTo>
                <a:lnTo>
                  <a:pt x="110290" y="130150"/>
                </a:lnTo>
                <a:lnTo>
                  <a:pt x="108538" y="129512"/>
                </a:lnTo>
                <a:close/>
                <a:moveTo>
                  <a:pt x="102247" y="363945"/>
                </a:moveTo>
                <a:lnTo>
                  <a:pt x="104039" y="364577"/>
                </a:lnTo>
                <a:lnTo>
                  <a:pt x="101352" y="364261"/>
                </a:lnTo>
                <a:close/>
                <a:moveTo>
                  <a:pt x="121109" y="146107"/>
                </a:moveTo>
                <a:lnTo>
                  <a:pt x="122678" y="146870"/>
                </a:lnTo>
                <a:lnTo>
                  <a:pt x="120324" y="146488"/>
                </a:lnTo>
                <a:close/>
                <a:moveTo>
                  <a:pt x="1521" y="312514"/>
                </a:moveTo>
                <a:lnTo>
                  <a:pt x="2892" y="313375"/>
                </a:lnTo>
                <a:lnTo>
                  <a:pt x="835" y="312944"/>
                </a:lnTo>
                <a:close/>
                <a:moveTo>
                  <a:pt x="137243" y="335951"/>
                </a:moveTo>
                <a:lnTo>
                  <a:pt x="138121" y="336472"/>
                </a:lnTo>
                <a:lnTo>
                  <a:pt x="136804" y="336211"/>
                </a:lnTo>
                <a:close/>
                <a:moveTo>
                  <a:pt x="63275" y="264363"/>
                </a:moveTo>
                <a:lnTo>
                  <a:pt x="64029" y="265946"/>
                </a:lnTo>
                <a:lnTo>
                  <a:pt x="62898" y="265155"/>
                </a:lnTo>
                <a:close/>
                <a:moveTo>
                  <a:pt x="82868" y="32105"/>
                </a:moveTo>
                <a:lnTo>
                  <a:pt x="83781" y="33897"/>
                </a:lnTo>
                <a:lnTo>
                  <a:pt x="82412" y="33001"/>
                </a:lnTo>
                <a:close/>
                <a:moveTo>
                  <a:pt x="42996" y="47657"/>
                </a:moveTo>
                <a:lnTo>
                  <a:pt x="43972" y="49405"/>
                </a:lnTo>
                <a:lnTo>
                  <a:pt x="42508" y="48531"/>
                </a:lnTo>
                <a:close/>
                <a:moveTo>
                  <a:pt x="24116" y="262800"/>
                </a:moveTo>
                <a:lnTo>
                  <a:pt x="25502" y="263453"/>
                </a:lnTo>
                <a:lnTo>
                  <a:pt x="23423" y="263127"/>
                </a:lnTo>
                <a:close/>
                <a:moveTo>
                  <a:pt x="15021" y="366177"/>
                </a:moveTo>
                <a:lnTo>
                  <a:pt x="15537" y="366600"/>
                </a:lnTo>
                <a:lnTo>
                  <a:pt x="14763" y="366388"/>
                </a:lnTo>
                <a:close/>
                <a:moveTo>
                  <a:pt x="69282" y="249977"/>
                </a:moveTo>
                <a:lnTo>
                  <a:pt x="70928" y="250326"/>
                </a:lnTo>
                <a:lnTo>
                  <a:pt x="68458" y="250151"/>
                </a:lnTo>
                <a:close/>
                <a:moveTo>
                  <a:pt x="3328" y="180000"/>
                </a:moveTo>
                <a:lnTo>
                  <a:pt x="5111" y="180914"/>
                </a:lnTo>
                <a:lnTo>
                  <a:pt x="2436" y="180457"/>
                </a:lnTo>
                <a:close/>
                <a:moveTo>
                  <a:pt x="4990" y="254172"/>
                </a:moveTo>
                <a:lnTo>
                  <a:pt x="5520" y="255168"/>
                </a:lnTo>
                <a:lnTo>
                  <a:pt x="4726" y="254670"/>
                </a:lnTo>
                <a:close/>
                <a:moveTo>
                  <a:pt x="126714" y="107692"/>
                </a:moveTo>
                <a:lnTo>
                  <a:pt x="128145" y="108030"/>
                </a:lnTo>
                <a:lnTo>
                  <a:pt x="125999" y="107861"/>
                </a:lnTo>
                <a:close/>
                <a:moveTo>
                  <a:pt x="32371" y="73022"/>
                </a:moveTo>
                <a:lnTo>
                  <a:pt x="34242" y="74381"/>
                </a:lnTo>
                <a:lnTo>
                  <a:pt x="31435" y="73702"/>
                </a:lnTo>
                <a:close/>
                <a:moveTo>
                  <a:pt x="86660" y="335070"/>
                </a:moveTo>
                <a:lnTo>
                  <a:pt x="87546" y="335939"/>
                </a:lnTo>
                <a:lnTo>
                  <a:pt x="86218" y="335505"/>
                </a:lnTo>
                <a:close/>
                <a:moveTo>
                  <a:pt x="100440" y="26030"/>
                </a:moveTo>
                <a:lnTo>
                  <a:pt x="102224" y="26597"/>
                </a:lnTo>
                <a:lnTo>
                  <a:pt x="99548" y="26313"/>
                </a:lnTo>
                <a:close/>
                <a:moveTo>
                  <a:pt x="25060" y="68944"/>
                </a:moveTo>
                <a:lnTo>
                  <a:pt x="27225" y="70348"/>
                </a:lnTo>
                <a:lnTo>
                  <a:pt x="23977" y="69646"/>
                </a:lnTo>
                <a:close/>
                <a:moveTo>
                  <a:pt x="73741" y="7271"/>
                </a:moveTo>
                <a:lnTo>
                  <a:pt x="75679" y="7643"/>
                </a:lnTo>
                <a:lnTo>
                  <a:pt x="72772" y="7457"/>
                </a:lnTo>
                <a:close/>
                <a:moveTo>
                  <a:pt x="16238" y="9103"/>
                </a:moveTo>
                <a:lnTo>
                  <a:pt x="16798" y="9726"/>
                </a:lnTo>
                <a:lnTo>
                  <a:pt x="15957" y="9414"/>
                </a:lnTo>
                <a:close/>
                <a:moveTo>
                  <a:pt x="21869" y="67620"/>
                </a:moveTo>
                <a:lnTo>
                  <a:pt x="23844" y="68071"/>
                </a:lnTo>
                <a:lnTo>
                  <a:pt x="20881" y="67845"/>
                </a:lnTo>
                <a:close/>
                <a:moveTo>
                  <a:pt x="23953" y="386768"/>
                </a:moveTo>
                <a:lnTo>
                  <a:pt x="24883" y="388019"/>
                </a:lnTo>
                <a:lnTo>
                  <a:pt x="23488" y="387393"/>
                </a:lnTo>
                <a:close/>
                <a:moveTo>
                  <a:pt x="130101" y="287652"/>
                </a:moveTo>
                <a:lnTo>
                  <a:pt x="131102" y="288341"/>
                </a:lnTo>
                <a:lnTo>
                  <a:pt x="129601" y="287997"/>
                </a:lnTo>
                <a:close/>
                <a:moveTo>
                  <a:pt x="143909" y="287970"/>
                </a:moveTo>
                <a:lnTo>
                  <a:pt x="144895" y="288730"/>
                </a:lnTo>
                <a:lnTo>
                  <a:pt x="143415" y="288350"/>
                </a:lnTo>
                <a:close/>
                <a:moveTo>
                  <a:pt x="70833" y="326612"/>
                </a:moveTo>
                <a:lnTo>
                  <a:pt x="72342" y="327618"/>
                </a:lnTo>
                <a:lnTo>
                  <a:pt x="70079" y="327115"/>
                </a:lnTo>
                <a:close/>
                <a:moveTo>
                  <a:pt x="99106" y="10022"/>
                </a:moveTo>
                <a:lnTo>
                  <a:pt x="100692" y="10560"/>
                </a:lnTo>
                <a:lnTo>
                  <a:pt x="98313" y="10291"/>
                </a:lnTo>
                <a:close/>
                <a:moveTo>
                  <a:pt x="24461" y="221448"/>
                </a:moveTo>
                <a:lnTo>
                  <a:pt x="26173" y="221875"/>
                </a:lnTo>
                <a:lnTo>
                  <a:pt x="23606" y="221662"/>
                </a:lnTo>
                <a:close/>
                <a:moveTo>
                  <a:pt x="138011" y="292853"/>
                </a:moveTo>
                <a:lnTo>
                  <a:pt x="139724" y="294146"/>
                </a:lnTo>
                <a:lnTo>
                  <a:pt x="137155" y="293500"/>
                </a:lnTo>
                <a:close/>
                <a:moveTo>
                  <a:pt x="21636" y="244657"/>
                </a:moveTo>
                <a:lnTo>
                  <a:pt x="22987" y="244964"/>
                </a:lnTo>
                <a:lnTo>
                  <a:pt x="20960" y="244810"/>
                </a:lnTo>
                <a:close/>
                <a:moveTo>
                  <a:pt x="60253" y="241840"/>
                </a:moveTo>
                <a:lnTo>
                  <a:pt x="61713" y="243448"/>
                </a:lnTo>
                <a:lnTo>
                  <a:pt x="59523" y="242644"/>
                </a:lnTo>
                <a:close/>
                <a:moveTo>
                  <a:pt x="143010" y="306621"/>
                </a:moveTo>
                <a:lnTo>
                  <a:pt x="145079" y="307601"/>
                </a:lnTo>
                <a:lnTo>
                  <a:pt x="141976" y="307111"/>
                </a:lnTo>
                <a:close/>
                <a:moveTo>
                  <a:pt x="29669" y="393310"/>
                </a:moveTo>
                <a:lnTo>
                  <a:pt x="30758" y="394660"/>
                </a:lnTo>
                <a:lnTo>
                  <a:pt x="29124" y="393985"/>
                </a:lnTo>
                <a:close/>
                <a:moveTo>
                  <a:pt x="54145" y="31171"/>
                </a:moveTo>
                <a:lnTo>
                  <a:pt x="55742" y="32044"/>
                </a:lnTo>
                <a:lnTo>
                  <a:pt x="53346" y="31608"/>
                </a:lnTo>
                <a:close/>
                <a:moveTo>
                  <a:pt x="110387" y="181052"/>
                </a:moveTo>
                <a:lnTo>
                  <a:pt x="111807" y="182755"/>
                </a:lnTo>
                <a:lnTo>
                  <a:pt x="109677" y="181904"/>
                </a:lnTo>
                <a:close/>
                <a:moveTo>
                  <a:pt x="71290" y="14001"/>
                </a:moveTo>
                <a:lnTo>
                  <a:pt x="72233" y="15211"/>
                </a:lnTo>
                <a:lnTo>
                  <a:pt x="70819" y="14606"/>
                </a:lnTo>
                <a:close/>
                <a:moveTo>
                  <a:pt x="90405" y="281583"/>
                </a:moveTo>
                <a:lnTo>
                  <a:pt x="91490" y="282129"/>
                </a:lnTo>
                <a:lnTo>
                  <a:pt x="89863" y="281856"/>
                </a:lnTo>
                <a:close/>
                <a:moveTo>
                  <a:pt x="129257" y="70006"/>
                </a:moveTo>
                <a:lnTo>
                  <a:pt x="130658" y="70580"/>
                </a:lnTo>
                <a:lnTo>
                  <a:pt x="128556" y="70293"/>
                </a:lnTo>
                <a:close/>
                <a:moveTo>
                  <a:pt x="122791" y="154707"/>
                </a:moveTo>
                <a:lnTo>
                  <a:pt x="124043" y="156126"/>
                </a:lnTo>
                <a:lnTo>
                  <a:pt x="122165" y="155416"/>
                </a:lnTo>
                <a:close/>
                <a:moveTo>
                  <a:pt x="67169" y="353218"/>
                </a:moveTo>
                <a:lnTo>
                  <a:pt x="68079" y="353920"/>
                </a:lnTo>
                <a:lnTo>
                  <a:pt x="66715" y="353569"/>
                </a:lnTo>
                <a:close/>
                <a:moveTo>
                  <a:pt x="106786" y="35443"/>
                </a:moveTo>
                <a:lnTo>
                  <a:pt x="107251" y="37241"/>
                </a:lnTo>
                <a:lnTo>
                  <a:pt x="106554" y="36342"/>
                </a:lnTo>
                <a:close/>
                <a:moveTo>
                  <a:pt x="96887" y="373101"/>
                </a:moveTo>
                <a:lnTo>
                  <a:pt x="97407" y="374232"/>
                </a:lnTo>
                <a:lnTo>
                  <a:pt x="96627" y="373667"/>
                </a:lnTo>
                <a:close/>
                <a:moveTo>
                  <a:pt x="24951" y="90452"/>
                </a:moveTo>
                <a:lnTo>
                  <a:pt x="26446" y="91289"/>
                </a:lnTo>
                <a:lnTo>
                  <a:pt x="24204" y="90871"/>
                </a:lnTo>
                <a:close/>
                <a:moveTo>
                  <a:pt x="12709" y="359152"/>
                </a:moveTo>
                <a:lnTo>
                  <a:pt x="14602" y="359689"/>
                </a:lnTo>
                <a:lnTo>
                  <a:pt x="11763" y="359420"/>
                </a:lnTo>
                <a:close/>
                <a:moveTo>
                  <a:pt x="54026" y="105825"/>
                </a:moveTo>
                <a:lnTo>
                  <a:pt x="56137" y="106759"/>
                </a:lnTo>
                <a:lnTo>
                  <a:pt x="52971" y="106292"/>
                </a:lnTo>
                <a:close/>
                <a:moveTo>
                  <a:pt x="17177" y="349571"/>
                </a:moveTo>
                <a:lnTo>
                  <a:pt x="19059" y="351322"/>
                </a:lnTo>
                <a:lnTo>
                  <a:pt x="16237" y="350446"/>
                </a:lnTo>
                <a:close/>
                <a:moveTo>
                  <a:pt x="91788" y="357075"/>
                </a:moveTo>
                <a:lnTo>
                  <a:pt x="93295" y="358744"/>
                </a:lnTo>
                <a:lnTo>
                  <a:pt x="91034" y="357910"/>
                </a:lnTo>
                <a:close/>
                <a:moveTo>
                  <a:pt x="58294" y="178428"/>
                </a:moveTo>
                <a:lnTo>
                  <a:pt x="58651" y="179883"/>
                </a:lnTo>
                <a:lnTo>
                  <a:pt x="58115" y="179155"/>
                </a:lnTo>
                <a:close/>
                <a:moveTo>
                  <a:pt x="62281" y="342644"/>
                </a:moveTo>
                <a:lnTo>
                  <a:pt x="63419" y="344066"/>
                </a:lnTo>
                <a:lnTo>
                  <a:pt x="61712" y="343355"/>
                </a:lnTo>
                <a:close/>
                <a:moveTo>
                  <a:pt x="58041" y="96313"/>
                </a:moveTo>
                <a:lnTo>
                  <a:pt x="59370" y="97337"/>
                </a:lnTo>
                <a:lnTo>
                  <a:pt x="57377" y="96825"/>
                </a:lnTo>
                <a:close/>
                <a:moveTo>
                  <a:pt x="53717" y="331815"/>
                </a:moveTo>
                <a:lnTo>
                  <a:pt x="55307" y="332658"/>
                </a:lnTo>
                <a:lnTo>
                  <a:pt x="52922" y="332237"/>
                </a:lnTo>
                <a:close/>
                <a:moveTo>
                  <a:pt x="38506" y="268338"/>
                </a:moveTo>
                <a:lnTo>
                  <a:pt x="40697" y="269872"/>
                </a:lnTo>
                <a:lnTo>
                  <a:pt x="37411" y="269105"/>
                </a:lnTo>
                <a:close/>
                <a:moveTo>
                  <a:pt x="130384" y="64397"/>
                </a:moveTo>
                <a:lnTo>
                  <a:pt x="132126" y="66095"/>
                </a:lnTo>
                <a:lnTo>
                  <a:pt x="129512" y="65246"/>
                </a:lnTo>
                <a:close/>
                <a:moveTo>
                  <a:pt x="106893" y="74828"/>
                </a:moveTo>
                <a:lnTo>
                  <a:pt x="107351" y="75618"/>
                </a:lnTo>
                <a:lnTo>
                  <a:pt x="106663" y="75223"/>
                </a:lnTo>
                <a:close/>
                <a:moveTo>
                  <a:pt x="28227" y="89927"/>
                </a:moveTo>
                <a:lnTo>
                  <a:pt x="30200" y="90695"/>
                </a:lnTo>
                <a:lnTo>
                  <a:pt x="27240" y="90311"/>
                </a:lnTo>
                <a:close/>
                <a:moveTo>
                  <a:pt x="82817" y="2824"/>
                </a:moveTo>
                <a:lnTo>
                  <a:pt x="84549" y="4427"/>
                </a:lnTo>
                <a:lnTo>
                  <a:pt x="81952" y="3626"/>
                </a:lnTo>
                <a:close/>
                <a:moveTo>
                  <a:pt x="15399" y="272645"/>
                </a:moveTo>
                <a:lnTo>
                  <a:pt x="17549" y="273572"/>
                </a:lnTo>
                <a:lnTo>
                  <a:pt x="14324" y="273108"/>
                </a:lnTo>
                <a:close/>
                <a:moveTo>
                  <a:pt x="108950" y="323186"/>
                </a:moveTo>
                <a:lnTo>
                  <a:pt x="110573" y="323644"/>
                </a:lnTo>
                <a:lnTo>
                  <a:pt x="108139" y="323415"/>
                </a:lnTo>
                <a:close/>
                <a:moveTo>
                  <a:pt x="95431" y="225307"/>
                </a:moveTo>
                <a:lnTo>
                  <a:pt x="97405" y="226222"/>
                </a:lnTo>
                <a:lnTo>
                  <a:pt x="94444" y="225765"/>
                </a:lnTo>
                <a:close/>
                <a:moveTo>
                  <a:pt x="44527" y="307900"/>
                </a:moveTo>
                <a:lnTo>
                  <a:pt x="46219" y="309678"/>
                </a:lnTo>
                <a:lnTo>
                  <a:pt x="43680" y="308789"/>
                </a:lnTo>
                <a:close/>
                <a:moveTo>
                  <a:pt x="85634" y="71127"/>
                </a:moveTo>
                <a:lnTo>
                  <a:pt x="86337" y="71779"/>
                </a:lnTo>
                <a:lnTo>
                  <a:pt x="85282" y="71453"/>
                </a:lnTo>
                <a:close/>
                <a:moveTo>
                  <a:pt x="15600" y="261684"/>
                </a:moveTo>
                <a:lnTo>
                  <a:pt x="16026" y="262664"/>
                </a:lnTo>
                <a:lnTo>
                  <a:pt x="15388" y="262174"/>
                </a:lnTo>
                <a:close/>
                <a:moveTo>
                  <a:pt x="101874" y="43459"/>
                </a:moveTo>
                <a:lnTo>
                  <a:pt x="103506" y="44666"/>
                </a:lnTo>
                <a:lnTo>
                  <a:pt x="101058" y="44062"/>
                </a:lnTo>
                <a:close/>
                <a:moveTo>
                  <a:pt x="144406" y="155884"/>
                </a:moveTo>
                <a:lnTo>
                  <a:pt x="146494" y="157029"/>
                </a:lnTo>
                <a:lnTo>
                  <a:pt x="143363" y="156457"/>
                </a:lnTo>
                <a:close/>
                <a:moveTo>
                  <a:pt x="29296" y="93767"/>
                </a:moveTo>
                <a:lnTo>
                  <a:pt x="30978" y="94323"/>
                </a:lnTo>
                <a:lnTo>
                  <a:pt x="28455" y="94045"/>
                </a:lnTo>
                <a:close/>
                <a:moveTo>
                  <a:pt x="25442" y="245066"/>
                </a:moveTo>
                <a:lnTo>
                  <a:pt x="26174" y="246265"/>
                </a:lnTo>
                <a:lnTo>
                  <a:pt x="25076" y="245666"/>
                </a:lnTo>
                <a:close/>
                <a:moveTo>
                  <a:pt x="104830" y="81697"/>
                </a:moveTo>
                <a:lnTo>
                  <a:pt x="105702" y="82637"/>
                </a:lnTo>
                <a:lnTo>
                  <a:pt x="104394" y="82167"/>
                </a:lnTo>
                <a:close/>
                <a:moveTo>
                  <a:pt x="133996" y="29422"/>
                </a:moveTo>
                <a:lnTo>
                  <a:pt x="135410" y="29951"/>
                </a:lnTo>
                <a:lnTo>
                  <a:pt x="133290" y="29686"/>
                </a:lnTo>
                <a:close/>
                <a:moveTo>
                  <a:pt x="16431" y="206892"/>
                </a:moveTo>
                <a:lnTo>
                  <a:pt x="16793" y="208523"/>
                </a:lnTo>
                <a:lnTo>
                  <a:pt x="16250" y="207708"/>
                </a:lnTo>
                <a:close/>
                <a:moveTo>
                  <a:pt x="91462" y="303982"/>
                </a:moveTo>
                <a:lnTo>
                  <a:pt x="92876" y="304529"/>
                </a:lnTo>
                <a:lnTo>
                  <a:pt x="90755" y="304255"/>
                </a:lnTo>
                <a:close/>
                <a:moveTo>
                  <a:pt x="14401" y="303474"/>
                </a:moveTo>
                <a:lnTo>
                  <a:pt x="16043" y="304999"/>
                </a:lnTo>
                <a:lnTo>
                  <a:pt x="13580" y="304236"/>
                </a:lnTo>
                <a:close/>
                <a:moveTo>
                  <a:pt x="41424" y="13027"/>
                </a:moveTo>
                <a:lnTo>
                  <a:pt x="42912" y="13659"/>
                </a:lnTo>
                <a:lnTo>
                  <a:pt x="40679" y="13343"/>
                </a:lnTo>
                <a:close/>
                <a:moveTo>
                  <a:pt x="70064" y="136163"/>
                </a:moveTo>
                <a:lnTo>
                  <a:pt x="71958" y="137806"/>
                </a:lnTo>
                <a:lnTo>
                  <a:pt x="69117" y="136984"/>
                </a:lnTo>
                <a:close/>
                <a:moveTo>
                  <a:pt x="57462" y="309623"/>
                </a:moveTo>
                <a:lnTo>
                  <a:pt x="58173" y="310758"/>
                </a:lnTo>
                <a:lnTo>
                  <a:pt x="57107" y="310190"/>
                </a:lnTo>
                <a:close/>
                <a:moveTo>
                  <a:pt x="4277" y="203539"/>
                </a:moveTo>
                <a:lnTo>
                  <a:pt x="5398" y="205244"/>
                </a:lnTo>
                <a:lnTo>
                  <a:pt x="3716" y="204392"/>
                </a:lnTo>
                <a:close/>
                <a:moveTo>
                  <a:pt x="32407" y="190777"/>
                </a:moveTo>
                <a:lnTo>
                  <a:pt x="33770" y="192555"/>
                </a:lnTo>
                <a:lnTo>
                  <a:pt x="31725" y="191666"/>
                </a:lnTo>
                <a:close/>
                <a:moveTo>
                  <a:pt x="70236" y="184387"/>
                </a:moveTo>
                <a:lnTo>
                  <a:pt x="71255" y="185898"/>
                </a:lnTo>
                <a:lnTo>
                  <a:pt x="69726" y="185142"/>
                </a:lnTo>
                <a:close/>
                <a:moveTo>
                  <a:pt x="46664" y="138562"/>
                </a:moveTo>
                <a:lnTo>
                  <a:pt x="47590" y="139238"/>
                </a:lnTo>
                <a:lnTo>
                  <a:pt x="46201" y="138900"/>
                </a:lnTo>
                <a:close/>
                <a:moveTo>
                  <a:pt x="44612" y="112095"/>
                </a:moveTo>
                <a:lnTo>
                  <a:pt x="45891" y="113414"/>
                </a:lnTo>
                <a:lnTo>
                  <a:pt x="43973" y="112755"/>
                </a:lnTo>
                <a:close/>
                <a:moveTo>
                  <a:pt x="97859" y="104752"/>
                </a:moveTo>
                <a:lnTo>
                  <a:pt x="99479" y="105473"/>
                </a:lnTo>
                <a:lnTo>
                  <a:pt x="97048" y="105112"/>
                </a:lnTo>
                <a:close/>
                <a:moveTo>
                  <a:pt x="127756" y="21991"/>
                </a:moveTo>
                <a:lnTo>
                  <a:pt x="129283" y="22697"/>
                </a:lnTo>
                <a:lnTo>
                  <a:pt x="126993" y="22344"/>
                </a:lnTo>
                <a:close/>
                <a:moveTo>
                  <a:pt x="73954" y="335754"/>
                </a:moveTo>
                <a:lnTo>
                  <a:pt x="76009" y="336527"/>
                </a:lnTo>
                <a:lnTo>
                  <a:pt x="72927" y="336141"/>
                </a:lnTo>
                <a:close/>
                <a:moveTo>
                  <a:pt x="112830" y="62952"/>
                </a:moveTo>
                <a:lnTo>
                  <a:pt x="113513" y="64144"/>
                </a:lnTo>
                <a:lnTo>
                  <a:pt x="112488" y="63548"/>
                </a:lnTo>
                <a:close/>
                <a:moveTo>
                  <a:pt x="7756" y="62520"/>
                </a:moveTo>
                <a:lnTo>
                  <a:pt x="9780" y="63498"/>
                </a:lnTo>
                <a:lnTo>
                  <a:pt x="6744" y="63009"/>
                </a:lnTo>
                <a:close/>
                <a:moveTo>
                  <a:pt x="69321" y="84053"/>
                </a:moveTo>
                <a:lnTo>
                  <a:pt x="71263" y="84407"/>
                </a:lnTo>
                <a:lnTo>
                  <a:pt x="68350" y="84230"/>
                </a:lnTo>
                <a:close/>
                <a:moveTo>
                  <a:pt x="122557" y="51769"/>
                </a:moveTo>
                <a:lnTo>
                  <a:pt x="123878" y="52275"/>
                </a:lnTo>
                <a:lnTo>
                  <a:pt x="121897" y="52022"/>
                </a:lnTo>
                <a:close/>
                <a:moveTo>
                  <a:pt x="80700" y="201419"/>
                </a:moveTo>
                <a:lnTo>
                  <a:pt x="82736" y="201725"/>
                </a:lnTo>
                <a:lnTo>
                  <a:pt x="79682" y="201572"/>
                </a:lnTo>
                <a:close/>
                <a:moveTo>
                  <a:pt x="59378" y="141974"/>
                </a:moveTo>
                <a:lnTo>
                  <a:pt x="60085" y="142680"/>
                </a:lnTo>
                <a:lnTo>
                  <a:pt x="59025" y="142327"/>
                </a:lnTo>
                <a:close/>
                <a:moveTo>
                  <a:pt x="99850" y="98984"/>
                </a:moveTo>
                <a:lnTo>
                  <a:pt x="101813" y="100351"/>
                </a:lnTo>
                <a:lnTo>
                  <a:pt x="98869" y="99668"/>
                </a:lnTo>
                <a:close/>
                <a:moveTo>
                  <a:pt x="117723" y="199815"/>
                </a:moveTo>
                <a:lnTo>
                  <a:pt x="119919" y="200254"/>
                </a:lnTo>
                <a:lnTo>
                  <a:pt x="116625" y="200034"/>
                </a:lnTo>
                <a:close/>
                <a:moveTo>
                  <a:pt x="52900" y="153999"/>
                </a:moveTo>
                <a:lnTo>
                  <a:pt x="54639" y="155508"/>
                </a:lnTo>
                <a:lnTo>
                  <a:pt x="52030" y="154753"/>
                </a:lnTo>
                <a:close/>
                <a:moveTo>
                  <a:pt x="17082" y="45573"/>
                </a:moveTo>
                <a:lnTo>
                  <a:pt x="18474" y="46777"/>
                </a:lnTo>
                <a:lnTo>
                  <a:pt x="16385" y="46175"/>
                </a:lnTo>
                <a:close/>
                <a:moveTo>
                  <a:pt x="114772" y="228098"/>
                </a:moveTo>
                <a:lnTo>
                  <a:pt x="116785" y="228407"/>
                </a:lnTo>
                <a:lnTo>
                  <a:pt x="113765" y="228252"/>
                </a:lnTo>
                <a:close/>
                <a:moveTo>
                  <a:pt x="106913" y="234291"/>
                </a:moveTo>
                <a:lnTo>
                  <a:pt x="109094" y="235626"/>
                </a:lnTo>
                <a:lnTo>
                  <a:pt x="105823" y="234958"/>
                </a:lnTo>
                <a:close/>
                <a:moveTo>
                  <a:pt x="57511" y="139939"/>
                </a:moveTo>
                <a:lnTo>
                  <a:pt x="59436" y="140525"/>
                </a:lnTo>
                <a:lnTo>
                  <a:pt x="56548" y="140232"/>
                </a:lnTo>
                <a:close/>
                <a:moveTo>
                  <a:pt x="139400" y="207733"/>
                </a:moveTo>
                <a:lnTo>
                  <a:pt x="140617" y="209030"/>
                </a:lnTo>
                <a:lnTo>
                  <a:pt x="138791" y="208381"/>
                </a:lnTo>
                <a:close/>
                <a:moveTo>
                  <a:pt x="106924" y="150146"/>
                </a:moveTo>
                <a:lnTo>
                  <a:pt x="108462" y="151104"/>
                </a:lnTo>
                <a:lnTo>
                  <a:pt x="106155" y="150625"/>
                </a:lnTo>
                <a:close/>
                <a:moveTo>
                  <a:pt x="40558" y="220343"/>
                </a:moveTo>
                <a:lnTo>
                  <a:pt x="41621" y="220886"/>
                </a:lnTo>
                <a:lnTo>
                  <a:pt x="40027" y="220614"/>
                </a:lnTo>
                <a:close/>
                <a:moveTo>
                  <a:pt x="41178" y="283595"/>
                </a:moveTo>
                <a:lnTo>
                  <a:pt x="42798" y="284334"/>
                </a:lnTo>
                <a:lnTo>
                  <a:pt x="40368" y="283964"/>
                </a:lnTo>
                <a:close/>
                <a:moveTo>
                  <a:pt x="57292" y="169788"/>
                </a:moveTo>
                <a:lnTo>
                  <a:pt x="59392" y="170751"/>
                </a:lnTo>
                <a:lnTo>
                  <a:pt x="56242" y="170270"/>
                </a:lnTo>
                <a:close/>
                <a:moveTo>
                  <a:pt x="99520" y="300848"/>
                </a:moveTo>
                <a:lnTo>
                  <a:pt x="100080" y="302184"/>
                </a:lnTo>
                <a:lnTo>
                  <a:pt x="99239" y="301516"/>
                </a:lnTo>
                <a:close/>
                <a:moveTo>
                  <a:pt x="79808" y="378598"/>
                </a:moveTo>
                <a:lnTo>
                  <a:pt x="80265" y="379244"/>
                </a:lnTo>
                <a:lnTo>
                  <a:pt x="79579" y="378921"/>
                </a:lnTo>
                <a:close/>
                <a:moveTo>
                  <a:pt x="6480" y="1151"/>
                </a:moveTo>
                <a:lnTo>
                  <a:pt x="8532" y="2617"/>
                </a:lnTo>
                <a:lnTo>
                  <a:pt x="5454" y="1884"/>
                </a:lnTo>
                <a:close/>
                <a:moveTo>
                  <a:pt x="53112" y="290541"/>
                </a:moveTo>
                <a:lnTo>
                  <a:pt x="53967" y="292121"/>
                </a:lnTo>
                <a:lnTo>
                  <a:pt x="52685" y="291331"/>
                </a:lnTo>
                <a:close/>
                <a:moveTo>
                  <a:pt x="140037" y="313068"/>
                </a:moveTo>
                <a:lnTo>
                  <a:pt x="141160" y="313643"/>
                </a:lnTo>
                <a:lnTo>
                  <a:pt x="139475" y="313356"/>
                </a:lnTo>
                <a:close/>
                <a:moveTo>
                  <a:pt x="83308" y="277729"/>
                </a:moveTo>
                <a:lnTo>
                  <a:pt x="84281" y="278152"/>
                </a:lnTo>
                <a:lnTo>
                  <a:pt x="82822" y="277941"/>
                </a:lnTo>
                <a:close/>
                <a:moveTo>
                  <a:pt x="27333" y="63137"/>
                </a:moveTo>
                <a:lnTo>
                  <a:pt x="28959" y="64424"/>
                </a:lnTo>
                <a:lnTo>
                  <a:pt x="26521" y="63781"/>
                </a:lnTo>
                <a:close/>
                <a:moveTo>
                  <a:pt x="75041" y="284284"/>
                </a:moveTo>
                <a:lnTo>
                  <a:pt x="76135" y="285866"/>
                </a:lnTo>
                <a:lnTo>
                  <a:pt x="74495" y="285075"/>
                </a:lnTo>
                <a:close/>
                <a:moveTo>
                  <a:pt x="135464" y="293940"/>
                </a:moveTo>
                <a:lnTo>
                  <a:pt x="137589" y="294972"/>
                </a:lnTo>
                <a:lnTo>
                  <a:pt x="134401" y="294456"/>
                </a:lnTo>
                <a:close/>
                <a:moveTo>
                  <a:pt x="73200" y="220111"/>
                </a:moveTo>
                <a:lnTo>
                  <a:pt x="73993" y="221906"/>
                </a:lnTo>
                <a:lnTo>
                  <a:pt x="72803" y="221009"/>
                </a:lnTo>
                <a:close/>
                <a:moveTo>
                  <a:pt x="143315" y="289169"/>
                </a:moveTo>
                <a:lnTo>
                  <a:pt x="145396" y="290522"/>
                </a:lnTo>
                <a:lnTo>
                  <a:pt x="142275" y="289846"/>
                </a:lnTo>
                <a:close/>
                <a:moveTo>
                  <a:pt x="126694" y="191226"/>
                </a:moveTo>
                <a:lnTo>
                  <a:pt x="128455" y="191623"/>
                </a:lnTo>
                <a:lnTo>
                  <a:pt x="125813" y="191425"/>
                </a:lnTo>
                <a:close/>
                <a:moveTo>
                  <a:pt x="118356" y="160288"/>
                </a:moveTo>
                <a:lnTo>
                  <a:pt x="119685" y="161840"/>
                </a:lnTo>
                <a:lnTo>
                  <a:pt x="117692" y="161064"/>
                </a:lnTo>
                <a:close/>
                <a:moveTo>
                  <a:pt x="69397" y="138513"/>
                </a:moveTo>
                <a:lnTo>
                  <a:pt x="71436" y="139768"/>
                </a:lnTo>
                <a:lnTo>
                  <a:pt x="68378" y="139141"/>
                </a:lnTo>
                <a:close/>
                <a:moveTo>
                  <a:pt x="71258" y="283201"/>
                </a:moveTo>
                <a:lnTo>
                  <a:pt x="72696" y="284345"/>
                </a:lnTo>
                <a:lnTo>
                  <a:pt x="70540" y="283773"/>
                </a:lnTo>
                <a:close/>
                <a:moveTo>
                  <a:pt x="54676" y="137767"/>
                </a:moveTo>
                <a:lnTo>
                  <a:pt x="56546" y="139037"/>
                </a:lnTo>
                <a:lnTo>
                  <a:pt x="53741" y="138402"/>
                </a:lnTo>
                <a:close/>
                <a:moveTo>
                  <a:pt x="16033" y="169625"/>
                </a:moveTo>
                <a:lnTo>
                  <a:pt x="16713" y="170944"/>
                </a:lnTo>
                <a:lnTo>
                  <a:pt x="15693" y="170284"/>
                </a:lnTo>
                <a:close/>
                <a:moveTo>
                  <a:pt x="94492" y="364799"/>
                </a:moveTo>
                <a:lnTo>
                  <a:pt x="96254" y="365450"/>
                </a:lnTo>
                <a:lnTo>
                  <a:pt x="93611" y="365125"/>
                </a:lnTo>
                <a:close/>
                <a:moveTo>
                  <a:pt x="139096" y="123295"/>
                </a:moveTo>
                <a:lnTo>
                  <a:pt x="140083" y="124625"/>
                </a:lnTo>
                <a:lnTo>
                  <a:pt x="138603" y="123960"/>
                </a:lnTo>
                <a:close/>
                <a:moveTo>
                  <a:pt x="6326" y="34660"/>
                </a:moveTo>
                <a:lnTo>
                  <a:pt x="8084" y="35808"/>
                </a:lnTo>
                <a:lnTo>
                  <a:pt x="5447" y="35234"/>
                </a:lnTo>
                <a:close/>
                <a:moveTo>
                  <a:pt x="130984" y="154443"/>
                </a:moveTo>
                <a:lnTo>
                  <a:pt x="133056" y="155052"/>
                </a:lnTo>
                <a:lnTo>
                  <a:pt x="129948" y="154747"/>
                </a:lnTo>
                <a:close/>
                <a:moveTo>
                  <a:pt x="103558" y="381708"/>
                </a:moveTo>
                <a:lnTo>
                  <a:pt x="105301" y="383235"/>
                </a:lnTo>
                <a:lnTo>
                  <a:pt x="102686" y="382472"/>
                </a:lnTo>
                <a:close/>
                <a:moveTo>
                  <a:pt x="2857" y="106896"/>
                </a:moveTo>
                <a:lnTo>
                  <a:pt x="4249" y="107293"/>
                </a:lnTo>
                <a:lnTo>
                  <a:pt x="2161" y="107094"/>
                </a:lnTo>
                <a:close/>
                <a:moveTo>
                  <a:pt x="3037" y="34998"/>
                </a:moveTo>
                <a:lnTo>
                  <a:pt x="4607" y="36315"/>
                </a:lnTo>
                <a:lnTo>
                  <a:pt x="2252" y="35656"/>
                </a:lnTo>
                <a:close/>
                <a:moveTo>
                  <a:pt x="50855" y="42108"/>
                </a:moveTo>
                <a:lnTo>
                  <a:pt x="51879" y="42505"/>
                </a:lnTo>
                <a:lnTo>
                  <a:pt x="50343" y="42307"/>
                </a:lnTo>
                <a:close/>
                <a:moveTo>
                  <a:pt x="144885" y="352103"/>
                </a:moveTo>
                <a:lnTo>
                  <a:pt x="146137" y="352943"/>
                </a:lnTo>
                <a:lnTo>
                  <a:pt x="144259" y="352523"/>
                </a:lnTo>
                <a:close/>
                <a:moveTo>
                  <a:pt x="22041" y="141360"/>
                </a:moveTo>
                <a:lnTo>
                  <a:pt x="23098" y="141919"/>
                </a:lnTo>
                <a:lnTo>
                  <a:pt x="21512" y="141639"/>
                </a:lnTo>
                <a:close/>
                <a:moveTo>
                  <a:pt x="35915" y="358510"/>
                </a:moveTo>
                <a:lnTo>
                  <a:pt x="37031" y="359025"/>
                </a:lnTo>
                <a:lnTo>
                  <a:pt x="35357" y="358768"/>
                </a:lnTo>
                <a:close/>
                <a:moveTo>
                  <a:pt x="119531" y="206747"/>
                </a:moveTo>
                <a:lnTo>
                  <a:pt x="120829" y="208098"/>
                </a:lnTo>
                <a:lnTo>
                  <a:pt x="118882" y="207423"/>
                </a:lnTo>
                <a:close/>
                <a:moveTo>
                  <a:pt x="69658" y="376976"/>
                </a:moveTo>
                <a:lnTo>
                  <a:pt x="70443" y="378735"/>
                </a:lnTo>
                <a:lnTo>
                  <a:pt x="69266" y="377856"/>
                </a:lnTo>
                <a:close/>
                <a:moveTo>
                  <a:pt x="90247" y="350425"/>
                </a:moveTo>
                <a:lnTo>
                  <a:pt x="91701" y="351195"/>
                </a:lnTo>
                <a:lnTo>
                  <a:pt x="89520" y="350810"/>
                </a:lnTo>
                <a:close/>
                <a:moveTo>
                  <a:pt x="136422" y="154522"/>
                </a:moveTo>
                <a:lnTo>
                  <a:pt x="137462" y="155421"/>
                </a:lnTo>
                <a:lnTo>
                  <a:pt x="135902" y="154971"/>
                </a:lnTo>
                <a:close/>
                <a:moveTo>
                  <a:pt x="93305" y="364291"/>
                </a:moveTo>
                <a:lnTo>
                  <a:pt x="94290" y="364667"/>
                </a:lnTo>
                <a:lnTo>
                  <a:pt x="92813" y="364479"/>
                </a:lnTo>
                <a:close/>
                <a:moveTo>
                  <a:pt x="8064" y="282512"/>
                </a:moveTo>
                <a:lnTo>
                  <a:pt x="8582" y="283677"/>
                </a:lnTo>
                <a:lnTo>
                  <a:pt x="7805" y="283095"/>
                </a:lnTo>
                <a:close/>
                <a:moveTo>
                  <a:pt x="112859" y="70263"/>
                </a:moveTo>
                <a:lnTo>
                  <a:pt x="113787" y="70648"/>
                </a:lnTo>
                <a:lnTo>
                  <a:pt x="112394" y="70456"/>
                </a:lnTo>
                <a:close/>
                <a:moveTo>
                  <a:pt x="17870" y="383870"/>
                </a:moveTo>
                <a:lnTo>
                  <a:pt x="20034" y="384763"/>
                </a:lnTo>
                <a:lnTo>
                  <a:pt x="16788" y="384316"/>
                </a:lnTo>
                <a:close/>
                <a:moveTo>
                  <a:pt x="134656" y="359995"/>
                </a:moveTo>
                <a:lnTo>
                  <a:pt x="136309" y="360412"/>
                </a:lnTo>
                <a:lnTo>
                  <a:pt x="133830" y="360204"/>
                </a:lnTo>
                <a:close/>
                <a:moveTo>
                  <a:pt x="32954" y="315909"/>
                </a:moveTo>
                <a:lnTo>
                  <a:pt x="34957" y="316945"/>
                </a:lnTo>
                <a:lnTo>
                  <a:pt x="31953" y="316427"/>
                </a:lnTo>
                <a:close/>
                <a:moveTo>
                  <a:pt x="60101" y="121811"/>
                </a:moveTo>
                <a:lnTo>
                  <a:pt x="61605" y="123069"/>
                </a:lnTo>
                <a:lnTo>
                  <a:pt x="59349" y="122440"/>
                </a:lnTo>
                <a:close/>
                <a:moveTo>
                  <a:pt x="8051" y="392108"/>
                </a:moveTo>
                <a:lnTo>
                  <a:pt x="9814" y="393234"/>
                </a:lnTo>
                <a:lnTo>
                  <a:pt x="7169" y="392671"/>
                </a:lnTo>
                <a:close/>
                <a:moveTo>
                  <a:pt x="108786" y="47841"/>
                </a:moveTo>
                <a:lnTo>
                  <a:pt x="109727" y="48717"/>
                </a:lnTo>
                <a:lnTo>
                  <a:pt x="108315" y="48279"/>
                </a:lnTo>
                <a:close/>
                <a:moveTo>
                  <a:pt x="135914" y="256098"/>
                </a:moveTo>
                <a:lnTo>
                  <a:pt x="138060" y="256539"/>
                </a:lnTo>
                <a:lnTo>
                  <a:pt x="134841" y="256318"/>
                </a:lnTo>
                <a:close/>
                <a:moveTo>
                  <a:pt x="93136" y="99996"/>
                </a:moveTo>
                <a:lnTo>
                  <a:pt x="94870" y="101249"/>
                </a:lnTo>
                <a:lnTo>
                  <a:pt x="92269" y="100623"/>
                </a:lnTo>
                <a:close/>
                <a:moveTo>
                  <a:pt x="108233" y="183969"/>
                </a:moveTo>
                <a:lnTo>
                  <a:pt x="110258" y="185751"/>
                </a:lnTo>
                <a:lnTo>
                  <a:pt x="107220" y="184860"/>
                </a:lnTo>
                <a:close/>
                <a:moveTo>
                  <a:pt x="4738" y="92800"/>
                </a:moveTo>
                <a:lnTo>
                  <a:pt x="5579" y="94165"/>
                </a:lnTo>
                <a:lnTo>
                  <a:pt x="4318" y="93482"/>
                </a:lnTo>
                <a:close/>
                <a:moveTo>
                  <a:pt x="112056" y="301055"/>
                </a:moveTo>
                <a:lnTo>
                  <a:pt x="113084" y="302602"/>
                </a:lnTo>
                <a:lnTo>
                  <a:pt x="111541" y="301829"/>
                </a:lnTo>
                <a:close/>
                <a:moveTo>
                  <a:pt x="36246" y="67190"/>
                </a:moveTo>
                <a:lnTo>
                  <a:pt x="38156" y="67784"/>
                </a:lnTo>
                <a:lnTo>
                  <a:pt x="35291" y="67487"/>
                </a:lnTo>
                <a:close/>
                <a:moveTo>
                  <a:pt x="100374" y="253701"/>
                </a:moveTo>
                <a:lnTo>
                  <a:pt x="102493" y="254286"/>
                </a:lnTo>
                <a:lnTo>
                  <a:pt x="99314" y="253994"/>
                </a:lnTo>
                <a:close/>
                <a:moveTo>
                  <a:pt x="144510" y="156576"/>
                </a:moveTo>
                <a:lnTo>
                  <a:pt x="145228" y="156887"/>
                </a:lnTo>
                <a:lnTo>
                  <a:pt x="144150" y="156732"/>
                </a:lnTo>
                <a:close/>
                <a:moveTo>
                  <a:pt x="126781" y="278574"/>
                </a:moveTo>
                <a:lnTo>
                  <a:pt x="127764" y="279960"/>
                </a:lnTo>
                <a:lnTo>
                  <a:pt x="126289" y="279267"/>
                </a:lnTo>
                <a:close/>
                <a:moveTo>
                  <a:pt x="101948" y="220921"/>
                </a:moveTo>
                <a:lnTo>
                  <a:pt x="103425" y="222355"/>
                </a:lnTo>
                <a:lnTo>
                  <a:pt x="101210" y="221638"/>
                </a:lnTo>
                <a:close/>
                <a:moveTo>
                  <a:pt x="63340" y="18807"/>
                </a:moveTo>
                <a:lnTo>
                  <a:pt x="63708" y="19811"/>
                </a:lnTo>
                <a:lnTo>
                  <a:pt x="63155" y="19309"/>
                </a:lnTo>
                <a:close/>
                <a:moveTo>
                  <a:pt x="138008" y="115718"/>
                </a:moveTo>
                <a:lnTo>
                  <a:pt x="140056" y="117257"/>
                </a:lnTo>
                <a:lnTo>
                  <a:pt x="136984" y="116487"/>
                </a:lnTo>
                <a:close/>
                <a:moveTo>
                  <a:pt x="50066" y="83847"/>
                </a:moveTo>
                <a:lnTo>
                  <a:pt x="52241" y="84195"/>
                </a:lnTo>
                <a:lnTo>
                  <a:pt x="48978" y="84021"/>
                </a:lnTo>
                <a:close/>
                <a:moveTo>
                  <a:pt x="17287" y="70515"/>
                </a:moveTo>
                <a:lnTo>
                  <a:pt x="18729" y="71086"/>
                </a:lnTo>
                <a:lnTo>
                  <a:pt x="16567" y="70801"/>
                </a:lnTo>
                <a:close/>
                <a:moveTo>
                  <a:pt x="131717" y="91657"/>
                </a:moveTo>
                <a:lnTo>
                  <a:pt x="133110" y="92935"/>
                </a:lnTo>
                <a:lnTo>
                  <a:pt x="131020" y="92296"/>
                </a:lnTo>
                <a:close/>
                <a:moveTo>
                  <a:pt x="93450" y="95082"/>
                </a:moveTo>
                <a:lnTo>
                  <a:pt x="94645" y="96072"/>
                </a:lnTo>
                <a:lnTo>
                  <a:pt x="92852" y="95577"/>
                </a:lnTo>
                <a:close/>
                <a:moveTo>
                  <a:pt x="20701" y="136239"/>
                </a:moveTo>
                <a:lnTo>
                  <a:pt x="21100" y="137917"/>
                </a:lnTo>
                <a:lnTo>
                  <a:pt x="20501" y="137078"/>
                </a:lnTo>
                <a:close/>
                <a:moveTo>
                  <a:pt x="123796" y="992"/>
                </a:moveTo>
                <a:lnTo>
                  <a:pt x="125456" y="1525"/>
                </a:lnTo>
                <a:lnTo>
                  <a:pt x="122965" y="1259"/>
                </a:lnTo>
                <a:close/>
                <a:moveTo>
                  <a:pt x="94836" y="354338"/>
                </a:moveTo>
                <a:lnTo>
                  <a:pt x="96916" y="355769"/>
                </a:lnTo>
                <a:lnTo>
                  <a:pt x="93796" y="355053"/>
                </a:lnTo>
                <a:close/>
                <a:moveTo>
                  <a:pt x="114902" y="2406"/>
                </a:moveTo>
                <a:lnTo>
                  <a:pt x="117099" y="3018"/>
                </a:lnTo>
                <a:lnTo>
                  <a:pt x="113803" y="2712"/>
                </a:lnTo>
                <a:close/>
                <a:moveTo>
                  <a:pt x="62372" y="125888"/>
                </a:moveTo>
                <a:lnTo>
                  <a:pt x="62970" y="126903"/>
                </a:lnTo>
                <a:lnTo>
                  <a:pt x="62073" y="126396"/>
                </a:lnTo>
                <a:close/>
                <a:moveTo>
                  <a:pt x="85752" y="170090"/>
                </a:moveTo>
                <a:lnTo>
                  <a:pt x="87183" y="171420"/>
                </a:lnTo>
                <a:lnTo>
                  <a:pt x="85037" y="170755"/>
                </a:lnTo>
                <a:close/>
                <a:moveTo>
                  <a:pt x="73591" y="382899"/>
                </a:moveTo>
                <a:lnTo>
                  <a:pt x="75167" y="383226"/>
                </a:lnTo>
                <a:lnTo>
                  <a:pt x="72803" y="383063"/>
                </a:lnTo>
                <a:close/>
                <a:moveTo>
                  <a:pt x="127278" y="302700"/>
                </a:moveTo>
                <a:lnTo>
                  <a:pt x="127753" y="303520"/>
                </a:lnTo>
                <a:lnTo>
                  <a:pt x="127040" y="303110"/>
                </a:lnTo>
                <a:close/>
                <a:moveTo>
                  <a:pt x="109723" y="218408"/>
                </a:moveTo>
                <a:lnTo>
                  <a:pt x="110527" y="219022"/>
                </a:lnTo>
                <a:lnTo>
                  <a:pt x="109321" y="218715"/>
                </a:lnTo>
                <a:close/>
                <a:moveTo>
                  <a:pt x="23986" y="87036"/>
                </a:moveTo>
                <a:lnTo>
                  <a:pt x="24784" y="87741"/>
                </a:lnTo>
                <a:lnTo>
                  <a:pt x="23587" y="87388"/>
                </a:lnTo>
                <a:close/>
                <a:moveTo>
                  <a:pt x="13258" y="258456"/>
                </a:moveTo>
                <a:lnTo>
                  <a:pt x="14536" y="260219"/>
                </a:lnTo>
                <a:lnTo>
                  <a:pt x="12620" y="259338"/>
                </a:lnTo>
                <a:close/>
                <a:moveTo>
                  <a:pt x="86923" y="357005"/>
                </a:moveTo>
                <a:lnTo>
                  <a:pt x="88557" y="357839"/>
                </a:lnTo>
                <a:lnTo>
                  <a:pt x="86106" y="357422"/>
                </a:lnTo>
                <a:close/>
                <a:moveTo>
                  <a:pt x="122229" y="218690"/>
                </a:moveTo>
                <a:lnTo>
                  <a:pt x="124376" y="219791"/>
                </a:lnTo>
                <a:lnTo>
                  <a:pt x="121155" y="219241"/>
                </a:lnTo>
                <a:close/>
                <a:moveTo>
                  <a:pt x="76428" y="126671"/>
                </a:moveTo>
                <a:lnTo>
                  <a:pt x="76864" y="127274"/>
                </a:lnTo>
                <a:lnTo>
                  <a:pt x="76210" y="126973"/>
                </a:lnTo>
                <a:close/>
                <a:moveTo>
                  <a:pt x="38436" y="211847"/>
                </a:moveTo>
                <a:lnTo>
                  <a:pt x="39477" y="212742"/>
                </a:lnTo>
                <a:lnTo>
                  <a:pt x="37916" y="212295"/>
                </a:lnTo>
                <a:close/>
                <a:moveTo>
                  <a:pt x="140052" y="130833"/>
                </a:moveTo>
                <a:lnTo>
                  <a:pt x="140415" y="131587"/>
                </a:lnTo>
                <a:lnTo>
                  <a:pt x="139870" y="131210"/>
                </a:lnTo>
                <a:close/>
                <a:moveTo>
                  <a:pt x="6380" y="230671"/>
                </a:moveTo>
                <a:lnTo>
                  <a:pt x="8446" y="231705"/>
                </a:lnTo>
                <a:lnTo>
                  <a:pt x="5348" y="231188"/>
                </a:lnTo>
                <a:close/>
                <a:moveTo>
                  <a:pt x="17759" y="46983"/>
                </a:moveTo>
                <a:lnTo>
                  <a:pt x="18367" y="48681"/>
                </a:lnTo>
                <a:lnTo>
                  <a:pt x="17455" y="47832"/>
                </a:lnTo>
                <a:close/>
                <a:moveTo>
                  <a:pt x="12681" y="144029"/>
                </a:moveTo>
                <a:lnTo>
                  <a:pt x="13407" y="145052"/>
                </a:lnTo>
                <a:lnTo>
                  <a:pt x="12319" y="144540"/>
                </a:lnTo>
                <a:close/>
                <a:moveTo>
                  <a:pt x="87530" y="258463"/>
                </a:moveTo>
                <a:lnTo>
                  <a:pt x="88447" y="259183"/>
                </a:lnTo>
                <a:lnTo>
                  <a:pt x="87071" y="258823"/>
                </a:lnTo>
                <a:close/>
                <a:moveTo>
                  <a:pt x="51918" y="171461"/>
                </a:moveTo>
                <a:lnTo>
                  <a:pt x="53761" y="172865"/>
                </a:lnTo>
                <a:lnTo>
                  <a:pt x="50996" y="172163"/>
                </a:lnTo>
                <a:close/>
                <a:moveTo>
                  <a:pt x="138784" y="316305"/>
                </a:moveTo>
                <a:lnTo>
                  <a:pt x="140571" y="316708"/>
                </a:lnTo>
                <a:lnTo>
                  <a:pt x="137891" y="316507"/>
                </a:lnTo>
                <a:close/>
                <a:moveTo>
                  <a:pt x="35653" y="230861"/>
                </a:moveTo>
                <a:lnTo>
                  <a:pt x="37420" y="231671"/>
                </a:lnTo>
                <a:lnTo>
                  <a:pt x="34769" y="231266"/>
                </a:lnTo>
                <a:close/>
                <a:moveTo>
                  <a:pt x="36685" y="209422"/>
                </a:moveTo>
                <a:lnTo>
                  <a:pt x="38636" y="210244"/>
                </a:lnTo>
                <a:lnTo>
                  <a:pt x="35709" y="209833"/>
                </a:lnTo>
                <a:close/>
                <a:moveTo>
                  <a:pt x="141093" y="297983"/>
                </a:moveTo>
                <a:lnTo>
                  <a:pt x="143005" y="298819"/>
                </a:lnTo>
                <a:lnTo>
                  <a:pt x="140138" y="298401"/>
                </a:lnTo>
                <a:close/>
                <a:moveTo>
                  <a:pt x="6362" y="92673"/>
                </a:moveTo>
                <a:lnTo>
                  <a:pt x="6750" y="94308"/>
                </a:lnTo>
                <a:lnTo>
                  <a:pt x="6168" y="93491"/>
                </a:lnTo>
                <a:close/>
                <a:moveTo>
                  <a:pt x="34844" y="272759"/>
                </a:moveTo>
                <a:lnTo>
                  <a:pt x="37024" y="273925"/>
                </a:lnTo>
                <a:lnTo>
                  <a:pt x="33753" y="273342"/>
                </a:lnTo>
                <a:close/>
                <a:moveTo>
                  <a:pt x="64896" y="241918"/>
                </a:moveTo>
                <a:lnTo>
                  <a:pt x="66115" y="243400"/>
                </a:lnTo>
                <a:lnTo>
                  <a:pt x="64287" y="242659"/>
                </a:lnTo>
                <a:close/>
                <a:moveTo>
                  <a:pt x="143770" y="98542"/>
                </a:moveTo>
                <a:lnTo>
                  <a:pt x="145759" y="98930"/>
                </a:lnTo>
                <a:lnTo>
                  <a:pt x="142775" y="98736"/>
                </a:lnTo>
                <a:close/>
                <a:moveTo>
                  <a:pt x="70708" y="95693"/>
                </a:moveTo>
                <a:lnTo>
                  <a:pt x="71857" y="97484"/>
                </a:lnTo>
                <a:lnTo>
                  <a:pt x="70134" y="96588"/>
                </a:lnTo>
                <a:close/>
                <a:moveTo>
                  <a:pt x="77129" y="254948"/>
                </a:moveTo>
                <a:lnTo>
                  <a:pt x="78769" y="255272"/>
                </a:lnTo>
                <a:lnTo>
                  <a:pt x="76309" y="255110"/>
                </a:lnTo>
                <a:close/>
                <a:moveTo>
                  <a:pt x="91598" y="131612"/>
                </a:moveTo>
                <a:lnTo>
                  <a:pt x="92890" y="132514"/>
                </a:lnTo>
                <a:lnTo>
                  <a:pt x="90952" y="132063"/>
                </a:lnTo>
                <a:close/>
                <a:moveTo>
                  <a:pt x="38307" y="321195"/>
                </a:moveTo>
                <a:lnTo>
                  <a:pt x="40471" y="322664"/>
                </a:lnTo>
                <a:lnTo>
                  <a:pt x="37225" y="321930"/>
                </a:lnTo>
                <a:close/>
                <a:moveTo>
                  <a:pt x="135279" y="350339"/>
                </a:moveTo>
                <a:lnTo>
                  <a:pt x="135706" y="351836"/>
                </a:lnTo>
                <a:lnTo>
                  <a:pt x="135065" y="351088"/>
                </a:lnTo>
                <a:close/>
                <a:moveTo>
                  <a:pt x="104634" y="188902"/>
                </a:moveTo>
                <a:lnTo>
                  <a:pt x="105221" y="190499"/>
                </a:lnTo>
                <a:lnTo>
                  <a:pt x="104341" y="189700"/>
                </a:lnTo>
                <a:close/>
                <a:moveTo>
                  <a:pt x="9197" y="212051"/>
                </a:moveTo>
                <a:lnTo>
                  <a:pt x="10310" y="213053"/>
                </a:lnTo>
                <a:lnTo>
                  <a:pt x="8640" y="212552"/>
                </a:lnTo>
                <a:close/>
                <a:moveTo>
                  <a:pt x="142270" y="307201"/>
                </a:moveTo>
                <a:lnTo>
                  <a:pt x="143758" y="307678"/>
                </a:lnTo>
                <a:lnTo>
                  <a:pt x="141525" y="307440"/>
                </a:lnTo>
                <a:close/>
                <a:moveTo>
                  <a:pt x="132457" y="363866"/>
                </a:moveTo>
                <a:lnTo>
                  <a:pt x="133273" y="365379"/>
                </a:lnTo>
                <a:lnTo>
                  <a:pt x="132050" y="364623"/>
                </a:lnTo>
                <a:close/>
                <a:moveTo>
                  <a:pt x="47213" y="216324"/>
                </a:moveTo>
                <a:lnTo>
                  <a:pt x="48375" y="217905"/>
                </a:lnTo>
                <a:lnTo>
                  <a:pt x="46632" y="217114"/>
                </a:lnTo>
                <a:close/>
                <a:moveTo>
                  <a:pt x="58361" y="334784"/>
                </a:moveTo>
                <a:lnTo>
                  <a:pt x="60147" y="336022"/>
                </a:lnTo>
                <a:lnTo>
                  <a:pt x="57467" y="335403"/>
                </a:lnTo>
                <a:close/>
                <a:moveTo>
                  <a:pt x="76014" y="116218"/>
                </a:moveTo>
                <a:lnTo>
                  <a:pt x="76520" y="117205"/>
                </a:lnTo>
                <a:lnTo>
                  <a:pt x="75762" y="116711"/>
                </a:lnTo>
                <a:close/>
                <a:moveTo>
                  <a:pt x="5398" y="3815"/>
                </a:moveTo>
                <a:lnTo>
                  <a:pt x="6605" y="5215"/>
                </a:lnTo>
                <a:lnTo>
                  <a:pt x="4794" y="4515"/>
                </a:lnTo>
                <a:close/>
                <a:moveTo>
                  <a:pt x="73335" y="369431"/>
                </a:moveTo>
                <a:lnTo>
                  <a:pt x="74374" y="370923"/>
                </a:lnTo>
                <a:lnTo>
                  <a:pt x="72816" y="370177"/>
                </a:lnTo>
                <a:close/>
                <a:moveTo>
                  <a:pt x="36380" y="385470"/>
                </a:moveTo>
                <a:lnTo>
                  <a:pt x="37136" y="385863"/>
                </a:lnTo>
                <a:lnTo>
                  <a:pt x="36002" y="385667"/>
                </a:lnTo>
                <a:close/>
                <a:moveTo>
                  <a:pt x="55335" y="128035"/>
                </a:moveTo>
                <a:lnTo>
                  <a:pt x="56182" y="128783"/>
                </a:lnTo>
                <a:lnTo>
                  <a:pt x="54912" y="128409"/>
                </a:lnTo>
                <a:close/>
                <a:moveTo>
                  <a:pt x="81890" y="383070"/>
                </a:moveTo>
                <a:lnTo>
                  <a:pt x="83411" y="383408"/>
                </a:lnTo>
                <a:lnTo>
                  <a:pt x="81129" y="383239"/>
                </a:lnTo>
                <a:close/>
                <a:moveTo>
                  <a:pt x="46357" y="231120"/>
                </a:moveTo>
                <a:lnTo>
                  <a:pt x="46803" y="232640"/>
                </a:lnTo>
                <a:lnTo>
                  <a:pt x="46133" y="231880"/>
                </a:lnTo>
                <a:close/>
                <a:moveTo>
                  <a:pt x="41783" y="151637"/>
                </a:moveTo>
                <a:lnTo>
                  <a:pt x="42752" y="152329"/>
                </a:lnTo>
                <a:lnTo>
                  <a:pt x="41299" y="151983"/>
                </a:lnTo>
                <a:close/>
                <a:moveTo>
                  <a:pt x="51009" y="216778"/>
                </a:moveTo>
                <a:lnTo>
                  <a:pt x="52519" y="217172"/>
                </a:lnTo>
                <a:lnTo>
                  <a:pt x="50254" y="216975"/>
                </a:lnTo>
                <a:close/>
                <a:moveTo>
                  <a:pt x="2005" y="206397"/>
                </a:moveTo>
                <a:lnTo>
                  <a:pt x="3721" y="208146"/>
                </a:lnTo>
                <a:lnTo>
                  <a:pt x="1147" y="207271"/>
                </a:lnTo>
                <a:close/>
                <a:moveTo>
                  <a:pt x="95537" y="106442"/>
                </a:moveTo>
                <a:lnTo>
                  <a:pt x="96702" y="107664"/>
                </a:lnTo>
                <a:lnTo>
                  <a:pt x="94954" y="107053"/>
                </a:lnTo>
                <a:close/>
                <a:moveTo>
                  <a:pt x="66063" y="190600"/>
                </a:moveTo>
                <a:lnTo>
                  <a:pt x="67951" y="192016"/>
                </a:lnTo>
                <a:lnTo>
                  <a:pt x="65119" y="191308"/>
                </a:lnTo>
                <a:close/>
                <a:moveTo>
                  <a:pt x="76797" y="309279"/>
                </a:moveTo>
                <a:lnTo>
                  <a:pt x="77961" y="309600"/>
                </a:lnTo>
                <a:lnTo>
                  <a:pt x="76215" y="309439"/>
                </a:lnTo>
                <a:close/>
                <a:moveTo>
                  <a:pt x="28973" y="92344"/>
                </a:moveTo>
                <a:lnTo>
                  <a:pt x="29699" y="93067"/>
                </a:lnTo>
                <a:lnTo>
                  <a:pt x="28610" y="92706"/>
                </a:lnTo>
                <a:close/>
                <a:moveTo>
                  <a:pt x="96114" y="282211"/>
                </a:moveTo>
                <a:lnTo>
                  <a:pt x="96983" y="283397"/>
                </a:lnTo>
                <a:lnTo>
                  <a:pt x="95679" y="282804"/>
                </a:lnTo>
                <a:close/>
                <a:moveTo>
                  <a:pt x="12807" y="192868"/>
                </a:moveTo>
                <a:lnTo>
                  <a:pt x="13930" y="193804"/>
                </a:lnTo>
                <a:lnTo>
                  <a:pt x="12245" y="193336"/>
                </a:lnTo>
                <a:close/>
                <a:moveTo>
                  <a:pt x="103679" y="344619"/>
                </a:moveTo>
                <a:lnTo>
                  <a:pt x="104465" y="346418"/>
                </a:lnTo>
                <a:lnTo>
                  <a:pt x="103287" y="345519"/>
                </a:lnTo>
                <a:close/>
                <a:moveTo>
                  <a:pt x="139845" y="328909"/>
                </a:moveTo>
                <a:lnTo>
                  <a:pt x="141389" y="329323"/>
                </a:lnTo>
                <a:lnTo>
                  <a:pt x="139073" y="329116"/>
                </a:lnTo>
                <a:close/>
                <a:moveTo>
                  <a:pt x="25936" y="304448"/>
                </a:moveTo>
                <a:lnTo>
                  <a:pt x="26919" y="305329"/>
                </a:lnTo>
                <a:lnTo>
                  <a:pt x="25444" y="304889"/>
                </a:lnTo>
                <a:close/>
                <a:moveTo>
                  <a:pt x="129519" y="142632"/>
                </a:moveTo>
                <a:lnTo>
                  <a:pt x="130224" y="144109"/>
                </a:lnTo>
                <a:lnTo>
                  <a:pt x="129166" y="143371"/>
                </a:lnTo>
                <a:close/>
                <a:moveTo>
                  <a:pt x="71529" y="233102"/>
                </a:moveTo>
                <a:lnTo>
                  <a:pt x="72190" y="234112"/>
                </a:lnTo>
                <a:lnTo>
                  <a:pt x="71198" y="233607"/>
                </a:lnTo>
                <a:close/>
                <a:moveTo>
                  <a:pt x="138646" y="366799"/>
                </a:moveTo>
                <a:lnTo>
                  <a:pt x="139543" y="367412"/>
                </a:lnTo>
                <a:lnTo>
                  <a:pt x="138198" y="367106"/>
                </a:lnTo>
                <a:close/>
                <a:moveTo>
                  <a:pt x="123180" y="306022"/>
                </a:moveTo>
                <a:lnTo>
                  <a:pt x="124702" y="307044"/>
                </a:lnTo>
                <a:lnTo>
                  <a:pt x="122418" y="306533"/>
                </a:lnTo>
                <a:close/>
                <a:moveTo>
                  <a:pt x="66157" y="330321"/>
                </a:moveTo>
                <a:lnTo>
                  <a:pt x="68214" y="331842"/>
                </a:lnTo>
                <a:lnTo>
                  <a:pt x="65129" y="331081"/>
                </a:lnTo>
                <a:close/>
                <a:moveTo>
                  <a:pt x="81407" y="385742"/>
                </a:moveTo>
                <a:lnTo>
                  <a:pt x="82823" y="386585"/>
                </a:lnTo>
                <a:lnTo>
                  <a:pt x="80699" y="386163"/>
                </a:lnTo>
                <a:close/>
                <a:moveTo>
                  <a:pt x="75674" y="23079"/>
                </a:moveTo>
                <a:lnTo>
                  <a:pt x="77854" y="24466"/>
                </a:lnTo>
                <a:lnTo>
                  <a:pt x="74583" y="23773"/>
                </a:lnTo>
                <a:close/>
                <a:moveTo>
                  <a:pt x="84428" y="108806"/>
                </a:moveTo>
                <a:lnTo>
                  <a:pt x="84881" y="109868"/>
                </a:lnTo>
                <a:lnTo>
                  <a:pt x="84201" y="109337"/>
                </a:lnTo>
                <a:close/>
                <a:moveTo>
                  <a:pt x="66805" y="320422"/>
                </a:moveTo>
                <a:lnTo>
                  <a:pt x="67520" y="321189"/>
                </a:lnTo>
                <a:lnTo>
                  <a:pt x="66448" y="320806"/>
                </a:lnTo>
                <a:close/>
                <a:moveTo>
                  <a:pt x="13029" y="18714"/>
                </a:moveTo>
                <a:lnTo>
                  <a:pt x="13950" y="19982"/>
                </a:lnTo>
                <a:lnTo>
                  <a:pt x="12568" y="19348"/>
                </a:lnTo>
                <a:close/>
                <a:moveTo>
                  <a:pt x="59894" y="372368"/>
                </a:moveTo>
                <a:lnTo>
                  <a:pt x="60802" y="374096"/>
                </a:lnTo>
                <a:lnTo>
                  <a:pt x="59440" y="373232"/>
                </a:lnTo>
                <a:close/>
                <a:moveTo>
                  <a:pt x="44054" y="92882"/>
                </a:moveTo>
                <a:lnTo>
                  <a:pt x="44953" y="93615"/>
                </a:lnTo>
                <a:lnTo>
                  <a:pt x="43604" y="93249"/>
                </a:lnTo>
                <a:close/>
                <a:moveTo>
                  <a:pt x="9190" y="72973"/>
                </a:moveTo>
                <a:lnTo>
                  <a:pt x="9727" y="74095"/>
                </a:lnTo>
                <a:lnTo>
                  <a:pt x="8922" y="73534"/>
                </a:lnTo>
                <a:close/>
                <a:moveTo>
                  <a:pt x="106255" y="7616"/>
                </a:moveTo>
                <a:lnTo>
                  <a:pt x="108291" y="8610"/>
                </a:lnTo>
                <a:lnTo>
                  <a:pt x="105237" y="8113"/>
                </a:lnTo>
                <a:close/>
                <a:moveTo>
                  <a:pt x="62229" y="133328"/>
                </a:moveTo>
                <a:lnTo>
                  <a:pt x="64104" y="133815"/>
                </a:lnTo>
                <a:lnTo>
                  <a:pt x="61292" y="133572"/>
                </a:lnTo>
                <a:close/>
                <a:moveTo>
                  <a:pt x="58920" y="283549"/>
                </a:moveTo>
                <a:lnTo>
                  <a:pt x="60397" y="285057"/>
                </a:lnTo>
                <a:lnTo>
                  <a:pt x="58181" y="284303"/>
                </a:lnTo>
                <a:close/>
                <a:moveTo>
                  <a:pt x="38613" y="193109"/>
                </a:moveTo>
                <a:lnTo>
                  <a:pt x="39190" y="194543"/>
                </a:lnTo>
                <a:lnTo>
                  <a:pt x="38325" y="193826"/>
                </a:lnTo>
                <a:close/>
                <a:moveTo>
                  <a:pt x="135955" y="256600"/>
                </a:moveTo>
                <a:lnTo>
                  <a:pt x="137820" y="257839"/>
                </a:lnTo>
                <a:lnTo>
                  <a:pt x="135023" y="257219"/>
                </a:lnTo>
                <a:close/>
                <a:moveTo>
                  <a:pt x="71640" y="243847"/>
                </a:moveTo>
                <a:lnTo>
                  <a:pt x="73405" y="244225"/>
                </a:lnTo>
                <a:lnTo>
                  <a:pt x="70757" y="244036"/>
                </a:lnTo>
                <a:close/>
                <a:moveTo>
                  <a:pt x="77812" y="366390"/>
                </a:moveTo>
                <a:lnTo>
                  <a:pt x="79420" y="368083"/>
                </a:lnTo>
                <a:lnTo>
                  <a:pt x="77008" y="367236"/>
                </a:lnTo>
                <a:close/>
                <a:moveTo>
                  <a:pt x="22056" y="257048"/>
                </a:moveTo>
                <a:lnTo>
                  <a:pt x="22709" y="258801"/>
                </a:lnTo>
                <a:lnTo>
                  <a:pt x="21729" y="257925"/>
                </a:lnTo>
                <a:close/>
                <a:moveTo>
                  <a:pt x="136511" y="362895"/>
                </a:moveTo>
                <a:lnTo>
                  <a:pt x="137368" y="364310"/>
                </a:lnTo>
                <a:lnTo>
                  <a:pt x="136082" y="363602"/>
                </a:lnTo>
                <a:close/>
                <a:moveTo>
                  <a:pt x="127198" y="126611"/>
                </a:moveTo>
                <a:lnTo>
                  <a:pt x="128545" y="127701"/>
                </a:lnTo>
                <a:lnTo>
                  <a:pt x="126525" y="127156"/>
                </a:lnTo>
                <a:close/>
                <a:moveTo>
                  <a:pt x="115607" y="76997"/>
                </a:moveTo>
                <a:lnTo>
                  <a:pt x="117122" y="78249"/>
                </a:lnTo>
                <a:lnTo>
                  <a:pt x="114850" y="77623"/>
                </a:lnTo>
                <a:close/>
                <a:moveTo>
                  <a:pt x="143417" y="194803"/>
                </a:moveTo>
                <a:lnTo>
                  <a:pt x="144898" y="196519"/>
                </a:lnTo>
                <a:lnTo>
                  <a:pt x="142677" y="195661"/>
                </a:lnTo>
                <a:close/>
                <a:moveTo>
                  <a:pt x="123522" y="321470"/>
                </a:moveTo>
                <a:lnTo>
                  <a:pt x="124694" y="322646"/>
                </a:lnTo>
                <a:lnTo>
                  <a:pt x="122936" y="322058"/>
                </a:lnTo>
                <a:close/>
                <a:moveTo>
                  <a:pt x="117116" y="248127"/>
                </a:moveTo>
                <a:lnTo>
                  <a:pt x="119077" y="249624"/>
                </a:lnTo>
                <a:lnTo>
                  <a:pt x="116135" y="248876"/>
                </a:lnTo>
                <a:close/>
                <a:moveTo>
                  <a:pt x="128770" y="169271"/>
                </a:moveTo>
                <a:lnTo>
                  <a:pt x="129462" y="170589"/>
                </a:lnTo>
                <a:lnTo>
                  <a:pt x="128424" y="169930"/>
                </a:lnTo>
                <a:close/>
                <a:moveTo>
                  <a:pt x="57533" y="45371"/>
                </a:moveTo>
                <a:lnTo>
                  <a:pt x="58787" y="46478"/>
                </a:lnTo>
                <a:lnTo>
                  <a:pt x="56905" y="45925"/>
                </a:lnTo>
                <a:close/>
                <a:moveTo>
                  <a:pt x="35529" y="93619"/>
                </a:moveTo>
                <a:lnTo>
                  <a:pt x="37276" y="94727"/>
                </a:lnTo>
                <a:lnTo>
                  <a:pt x="34656" y="94173"/>
                </a:lnTo>
                <a:close/>
                <a:moveTo>
                  <a:pt x="74769" y="328158"/>
                </a:moveTo>
                <a:lnTo>
                  <a:pt x="75565" y="329162"/>
                </a:lnTo>
                <a:lnTo>
                  <a:pt x="74371" y="328660"/>
                </a:lnTo>
                <a:close/>
                <a:moveTo>
                  <a:pt x="71010" y="36819"/>
                </a:moveTo>
                <a:lnTo>
                  <a:pt x="71752" y="38513"/>
                </a:lnTo>
                <a:lnTo>
                  <a:pt x="70639" y="37666"/>
                </a:lnTo>
                <a:close/>
                <a:moveTo>
                  <a:pt x="131001" y="221894"/>
                </a:moveTo>
                <a:lnTo>
                  <a:pt x="131595" y="223364"/>
                </a:lnTo>
                <a:lnTo>
                  <a:pt x="130704" y="222629"/>
                </a:lnTo>
                <a:close/>
                <a:moveTo>
                  <a:pt x="36708" y="111450"/>
                </a:moveTo>
                <a:lnTo>
                  <a:pt x="38435" y="112651"/>
                </a:lnTo>
                <a:lnTo>
                  <a:pt x="35845" y="112050"/>
                </a:lnTo>
                <a:close/>
                <a:moveTo>
                  <a:pt x="20777" y="356174"/>
                </a:moveTo>
                <a:lnTo>
                  <a:pt x="22399" y="357546"/>
                </a:lnTo>
                <a:lnTo>
                  <a:pt x="19966" y="356860"/>
                </a:lnTo>
                <a:close/>
                <a:moveTo>
                  <a:pt x="55658" y="41713"/>
                </a:moveTo>
                <a:lnTo>
                  <a:pt x="56598" y="42602"/>
                </a:lnTo>
                <a:lnTo>
                  <a:pt x="55187" y="42158"/>
                </a:lnTo>
                <a:close/>
                <a:moveTo>
                  <a:pt x="81236" y="275057"/>
                </a:moveTo>
                <a:lnTo>
                  <a:pt x="81964" y="275420"/>
                </a:lnTo>
                <a:lnTo>
                  <a:pt x="80873" y="275239"/>
                </a:lnTo>
                <a:close/>
                <a:moveTo>
                  <a:pt x="10956" y="190850"/>
                </a:moveTo>
                <a:lnTo>
                  <a:pt x="12537" y="191469"/>
                </a:lnTo>
                <a:lnTo>
                  <a:pt x="10165" y="191159"/>
                </a:lnTo>
                <a:close/>
                <a:moveTo>
                  <a:pt x="44383" y="210425"/>
                </a:moveTo>
                <a:lnTo>
                  <a:pt x="45490" y="211775"/>
                </a:lnTo>
                <a:lnTo>
                  <a:pt x="43829" y="211100"/>
                </a:lnTo>
                <a:close/>
                <a:moveTo>
                  <a:pt x="3241" y="75613"/>
                </a:moveTo>
                <a:lnTo>
                  <a:pt x="5252" y="76449"/>
                </a:lnTo>
                <a:lnTo>
                  <a:pt x="2236" y="76031"/>
                </a:lnTo>
                <a:close/>
                <a:moveTo>
                  <a:pt x="27950" y="127427"/>
                </a:moveTo>
                <a:lnTo>
                  <a:pt x="29765" y="128320"/>
                </a:lnTo>
                <a:lnTo>
                  <a:pt x="27043" y="127874"/>
                </a:lnTo>
                <a:close/>
                <a:moveTo>
                  <a:pt x="49081" y="67326"/>
                </a:moveTo>
                <a:lnTo>
                  <a:pt x="49955" y="68719"/>
                </a:lnTo>
                <a:lnTo>
                  <a:pt x="48645" y="68023"/>
                </a:lnTo>
                <a:close/>
                <a:moveTo>
                  <a:pt x="114665" y="62247"/>
                </a:moveTo>
                <a:lnTo>
                  <a:pt x="115230" y="63126"/>
                </a:lnTo>
                <a:lnTo>
                  <a:pt x="114383" y="62686"/>
                </a:lnTo>
                <a:close/>
                <a:moveTo>
                  <a:pt x="25570" y="193805"/>
                </a:moveTo>
                <a:lnTo>
                  <a:pt x="26259" y="194308"/>
                </a:lnTo>
                <a:lnTo>
                  <a:pt x="25225" y="194057"/>
                </a:lnTo>
                <a:close/>
                <a:moveTo>
                  <a:pt x="89636" y="233276"/>
                </a:moveTo>
                <a:lnTo>
                  <a:pt x="91533" y="234013"/>
                </a:lnTo>
                <a:lnTo>
                  <a:pt x="88687" y="233644"/>
                </a:lnTo>
                <a:close/>
                <a:moveTo>
                  <a:pt x="102769" y="36053"/>
                </a:moveTo>
                <a:lnTo>
                  <a:pt x="103455" y="37234"/>
                </a:lnTo>
                <a:lnTo>
                  <a:pt x="102426" y="36643"/>
                </a:lnTo>
                <a:close/>
                <a:moveTo>
                  <a:pt x="15550" y="359784"/>
                </a:moveTo>
                <a:lnTo>
                  <a:pt x="16965" y="361498"/>
                </a:lnTo>
                <a:lnTo>
                  <a:pt x="14843" y="360641"/>
                </a:lnTo>
                <a:close/>
                <a:moveTo>
                  <a:pt x="48725" y="218137"/>
                </a:moveTo>
                <a:lnTo>
                  <a:pt x="50337" y="219323"/>
                </a:lnTo>
                <a:lnTo>
                  <a:pt x="47920" y="218730"/>
                </a:lnTo>
                <a:close/>
                <a:moveTo>
                  <a:pt x="52807" y="122374"/>
                </a:moveTo>
                <a:lnTo>
                  <a:pt x="53169" y="123730"/>
                </a:lnTo>
                <a:lnTo>
                  <a:pt x="52626" y="123052"/>
                </a:lnTo>
                <a:close/>
                <a:moveTo>
                  <a:pt x="38045" y="50482"/>
                </a:moveTo>
                <a:lnTo>
                  <a:pt x="39466" y="51862"/>
                </a:lnTo>
                <a:lnTo>
                  <a:pt x="37335" y="51172"/>
                </a:lnTo>
                <a:close/>
                <a:moveTo>
                  <a:pt x="15726" y="302326"/>
                </a:moveTo>
                <a:lnTo>
                  <a:pt x="17401" y="302670"/>
                </a:lnTo>
                <a:lnTo>
                  <a:pt x="14889" y="302498"/>
                </a:lnTo>
                <a:close/>
                <a:moveTo>
                  <a:pt x="23042" y="340153"/>
                </a:moveTo>
                <a:lnTo>
                  <a:pt x="24426" y="340948"/>
                </a:lnTo>
                <a:lnTo>
                  <a:pt x="22350" y="340550"/>
                </a:lnTo>
                <a:close/>
                <a:moveTo>
                  <a:pt x="20047" y="199454"/>
                </a:moveTo>
                <a:lnTo>
                  <a:pt x="20807" y="199953"/>
                </a:lnTo>
                <a:lnTo>
                  <a:pt x="19667" y="199704"/>
                </a:lnTo>
                <a:close/>
                <a:moveTo>
                  <a:pt x="55323" y="318863"/>
                </a:moveTo>
                <a:lnTo>
                  <a:pt x="56031" y="319553"/>
                </a:lnTo>
                <a:lnTo>
                  <a:pt x="54969" y="319208"/>
                </a:lnTo>
                <a:close/>
                <a:moveTo>
                  <a:pt x="25346" y="256164"/>
                </a:moveTo>
                <a:lnTo>
                  <a:pt x="26173" y="257403"/>
                </a:lnTo>
                <a:lnTo>
                  <a:pt x="24933" y="256784"/>
                </a:lnTo>
                <a:close/>
                <a:moveTo>
                  <a:pt x="71549" y="69724"/>
                </a:moveTo>
                <a:lnTo>
                  <a:pt x="73030" y="70285"/>
                </a:lnTo>
                <a:lnTo>
                  <a:pt x="70809" y="70005"/>
                </a:lnTo>
                <a:close/>
                <a:moveTo>
                  <a:pt x="91362" y="357561"/>
                </a:moveTo>
                <a:lnTo>
                  <a:pt x="92937" y="359282"/>
                </a:lnTo>
                <a:lnTo>
                  <a:pt x="90575" y="358422"/>
                </a:lnTo>
                <a:close/>
                <a:moveTo>
                  <a:pt x="105654" y="102312"/>
                </a:moveTo>
                <a:lnTo>
                  <a:pt x="106683" y="102804"/>
                </a:lnTo>
                <a:lnTo>
                  <a:pt x="105139" y="102558"/>
                </a:lnTo>
                <a:close/>
                <a:moveTo>
                  <a:pt x="127543" y="183718"/>
                </a:moveTo>
                <a:lnTo>
                  <a:pt x="128281" y="184311"/>
                </a:lnTo>
                <a:lnTo>
                  <a:pt x="127175" y="184014"/>
                </a:lnTo>
                <a:close/>
                <a:moveTo>
                  <a:pt x="70519" y="384983"/>
                </a:moveTo>
                <a:lnTo>
                  <a:pt x="71373" y="386516"/>
                </a:lnTo>
                <a:lnTo>
                  <a:pt x="70092" y="385749"/>
                </a:lnTo>
                <a:close/>
                <a:moveTo>
                  <a:pt x="6723" y="323571"/>
                </a:moveTo>
                <a:lnTo>
                  <a:pt x="7420" y="325197"/>
                </a:lnTo>
                <a:lnTo>
                  <a:pt x="6374" y="324384"/>
                </a:lnTo>
                <a:close/>
                <a:moveTo>
                  <a:pt x="3044" y="168611"/>
                </a:moveTo>
                <a:lnTo>
                  <a:pt x="3739" y="169381"/>
                </a:lnTo>
                <a:lnTo>
                  <a:pt x="2696" y="168996"/>
                </a:lnTo>
                <a:close/>
                <a:moveTo>
                  <a:pt x="26619" y="112629"/>
                </a:moveTo>
                <a:lnTo>
                  <a:pt x="27843" y="114345"/>
                </a:lnTo>
                <a:lnTo>
                  <a:pt x="26007" y="113487"/>
                </a:lnTo>
                <a:close/>
                <a:moveTo>
                  <a:pt x="126461" y="380080"/>
                </a:moveTo>
                <a:lnTo>
                  <a:pt x="128107" y="380617"/>
                </a:lnTo>
                <a:lnTo>
                  <a:pt x="125638" y="380349"/>
                </a:lnTo>
                <a:close/>
                <a:moveTo>
                  <a:pt x="92263" y="26895"/>
                </a:moveTo>
                <a:lnTo>
                  <a:pt x="93275" y="27642"/>
                </a:lnTo>
                <a:lnTo>
                  <a:pt x="91757" y="27269"/>
                </a:lnTo>
                <a:close/>
                <a:moveTo>
                  <a:pt x="41896" y="189980"/>
                </a:moveTo>
                <a:lnTo>
                  <a:pt x="43435" y="190787"/>
                </a:lnTo>
                <a:lnTo>
                  <a:pt x="41126" y="190383"/>
                </a:lnTo>
                <a:close/>
                <a:moveTo>
                  <a:pt x="22259" y="341441"/>
                </a:moveTo>
                <a:lnTo>
                  <a:pt x="23366" y="342863"/>
                </a:lnTo>
                <a:lnTo>
                  <a:pt x="21705" y="342152"/>
                </a:lnTo>
                <a:close/>
                <a:moveTo>
                  <a:pt x="101438" y="140394"/>
                </a:moveTo>
                <a:lnTo>
                  <a:pt x="102202" y="141838"/>
                </a:lnTo>
                <a:lnTo>
                  <a:pt x="101056" y="141116"/>
                </a:lnTo>
                <a:close/>
                <a:moveTo>
                  <a:pt x="94371" y="240510"/>
                </a:moveTo>
                <a:lnTo>
                  <a:pt x="96315" y="242282"/>
                </a:lnTo>
                <a:lnTo>
                  <a:pt x="93398" y="241396"/>
                </a:lnTo>
                <a:close/>
                <a:moveTo>
                  <a:pt x="91693" y="55696"/>
                </a:moveTo>
                <a:lnTo>
                  <a:pt x="92694" y="56381"/>
                </a:lnTo>
                <a:lnTo>
                  <a:pt x="91193" y="56039"/>
                </a:lnTo>
                <a:close/>
                <a:moveTo>
                  <a:pt x="31545" y="30081"/>
                </a:moveTo>
                <a:lnTo>
                  <a:pt x="33183" y="31660"/>
                </a:lnTo>
                <a:lnTo>
                  <a:pt x="30726" y="30871"/>
                </a:lnTo>
                <a:close/>
                <a:moveTo>
                  <a:pt x="58444" y="265664"/>
                </a:moveTo>
                <a:lnTo>
                  <a:pt x="59667" y="266912"/>
                </a:lnTo>
                <a:lnTo>
                  <a:pt x="57833" y="266288"/>
                </a:lnTo>
                <a:close/>
                <a:moveTo>
                  <a:pt x="111977" y="112245"/>
                </a:moveTo>
                <a:lnTo>
                  <a:pt x="113705" y="113284"/>
                </a:lnTo>
                <a:lnTo>
                  <a:pt x="111113" y="112764"/>
                </a:lnTo>
                <a:close/>
                <a:moveTo>
                  <a:pt x="40050" y="135087"/>
                </a:moveTo>
                <a:lnTo>
                  <a:pt x="40631" y="136478"/>
                </a:lnTo>
                <a:lnTo>
                  <a:pt x="39759" y="135782"/>
                </a:lnTo>
                <a:close/>
                <a:moveTo>
                  <a:pt x="121873" y="382512"/>
                </a:moveTo>
                <a:lnTo>
                  <a:pt x="122719" y="383909"/>
                </a:lnTo>
                <a:lnTo>
                  <a:pt x="121451" y="383211"/>
                </a:lnTo>
                <a:close/>
                <a:moveTo>
                  <a:pt x="14721" y="358944"/>
                </a:moveTo>
                <a:lnTo>
                  <a:pt x="15253" y="360149"/>
                </a:lnTo>
                <a:lnTo>
                  <a:pt x="14455" y="359546"/>
                </a:lnTo>
                <a:close/>
                <a:moveTo>
                  <a:pt x="102319" y="361145"/>
                </a:moveTo>
                <a:lnTo>
                  <a:pt x="102765" y="362730"/>
                </a:lnTo>
                <a:lnTo>
                  <a:pt x="102096" y="361937"/>
                </a:lnTo>
                <a:close/>
                <a:moveTo>
                  <a:pt x="26720" y="191831"/>
                </a:moveTo>
                <a:lnTo>
                  <a:pt x="27255" y="193148"/>
                </a:lnTo>
                <a:lnTo>
                  <a:pt x="26452" y="192490"/>
                </a:lnTo>
                <a:close/>
                <a:moveTo>
                  <a:pt x="18851" y="314507"/>
                </a:moveTo>
                <a:lnTo>
                  <a:pt x="19974" y="314910"/>
                </a:lnTo>
                <a:lnTo>
                  <a:pt x="18290" y="314708"/>
                </a:lnTo>
                <a:close/>
                <a:moveTo>
                  <a:pt x="114737" y="125983"/>
                </a:moveTo>
                <a:lnTo>
                  <a:pt x="115904" y="127255"/>
                </a:lnTo>
                <a:lnTo>
                  <a:pt x="114153" y="126619"/>
                </a:lnTo>
                <a:close/>
                <a:moveTo>
                  <a:pt x="60283" y="173549"/>
                </a:moveTo>
                <a:lnTo>
                  <a:pt x="60727" y="175310"/>
                </a:lnTo>
                <a:lnTo>
                  <a:pt x="60061" y="174430"/>
                </a:lnTo>
                <a:close/>
                <a:moveTo>
                  <a:pt x="75509" y="123932"/>
                </a:moveTo>
                <a:lnTo>
                  <a:pt x="77054" y="124422"/>
                </a:lnTo>
                <a:lnTo>
                  <a:pt x="74737" y="124177"/>
                </a:lnTo>
                <a:close/>
                <a:moveTo>
                  <a:pt x="141837" y="21469"/>
                </a:moveTo>
                <a:lnTo>
                  <a:pt x="142623" y="22209"/>
                </a:lnTo>
                <a:lnTo>
                  <a:pt x="141444" y="21839"/>
                </a:lnTo>
                <a:close/>
                <a:moveTo>
                  <a:pt x="58506" y="274817"/>
                </a:moveTo>
                <a:lnTo>
                  <a:pt x="60675" y="275408"/>
                </a:lnTo>
                <a:lnTo>
                  <a:pt x="57422" y="275113"/>
                </a:lnTo>
                <a:close/>
                <a:moveTo>
                  <a:pt x="17601" y="154809"/>
                </a:moveTo>
                <a:lnTo>
                  <a:pt x="18867" y="156561"/>
                </a:lnTo>
                <a:lnTo>
                  <a:pt x="16968" y="155685"/>
                </a:lnTo>
                <a:close/>
                <a:moveTo>
                  <a:pt x="116895" y="137921"/>
                </a:moveTo>
                <a:lnTo>
                  <a:pt x="117872" y="139147"/>
                </a:lnTo>
                <a:lnTo>
                  <a:pt x="116407" y="138534"/>
                </a:lnTo>
                <a:close/>
                <a:moveTo>
                  <a:pt x="39318" y="167018"/>
                </a:moveTo>
                <a:lnTo>
                  <a:pt x="40536" y="168021"/>
                </a:lnTo>
                <a:lnTo>
                  <a:pt x="38709" y="167519"/>
                </a:lnTo>
                <a:close/>
                <a:moveTo>
                  <a:pt x="42857" y="45857"/>
                </a:moveTo>
                <a:lnTo>
                  <a:pt x="43584" y="47016"/>
                </a:lnTo>
                <a:lnTo>
                  <a:pt x="42493" y="46436"/>
                </a:lnTo>
                <a:close/>
                <a:moveTo>
                  <a:pt x="45512" y="102254"/>
                </a:moveTo>
                <a:lnTo>
                  <a:pt x="47528" y="102624"/>
                </a:lnTo>
                <a:lnTo>
                  <a:pt x="44504" y="102439"/>
                </a:lnTo>
                <a:close/>
                <a:moveTo>
                  <a:pt x="86299" y="164365"/>
                </a:moveTo>
                <a:lnTo>
                  <a:pt x="88163" y="165618"/>
                </a:lnTo>
                <a:lnTo>
                  <a:pt x="85367" y="164992"/>
                </a:lnTo>
                <a:close/>
                <a:moveTo>
                  <a:pt x="123630" y="99474"/>
                </a:moveTo>
                <a:lnTo>
                  <a:pt x="124156" y="100544"/>
                </a:lnTo>
                <a:lnTo>
                  <a:pt x="123367" y="100009"/>
                </a:lnTo>
                <a:close/>
                <a:moveTo>
                  <a:pt x="46466" y="42962"/>
                </a:moveTo>
                <a:lnTo>
                  <a:pt x="48077" y="44128"/>
                </a:lnTo>
                <a:lnTo>
                  <a:pt x="45660" y="43545"/>
                </a:lnTo>
                <a:close/>
                <a:moveTo>
                  <a:pt x="111531" y="391801"/>
                </a:moveTo>
                <a:lnTo>
                  <a:pt x="112411" y="393565"/>
                </a:lnTo>
                <a:lnTo>
                  <a:pt x="111092" y="392683"/>
                </a:lnTo>
                <a:close/>
                <a:moveTo>
                  <a:pt x="70854" y="109233"/>
                </a:moveTo>
                <a:lnTo>
                  <a:pt x="72727" y="109733"/>
                </a:lnTo>
                <a:lnTo>
                  <a:pt x="69917" y="109483"/>
                </a:lnTo>
                <a:close/>
                <a:moveTo>
                  <a:pt x="78832" y="140895"/>
                </a:moveTo>
                <a:lnTo>
                  <a:pt x="81027" y="142499"/>
                </a:lnTo>
                <a:lnTo>
                  <a:pt x="77735" y="141697"/>
                </a:lnTo>
                <a:close/>
                <a:moveTo>
                  <a:pt x="132416" y="266639"/>
                </a:moveTo>
                <a:lnTo>
                  <a:pt x="134490" y="268333"/>
                </a:lnTo>
                <a:lnTo>
                  <a:pt x="131379" y="267486"/>
                </a:lnTo>
                <a:close/>
                <a:moveTo>
                  <a:pt x="136819" y="55603"/>
                </a:moveTo>
                <a:lnTo>
                  <a:pt x="137616" y="57184"/>
                </a:lnTo>
                <a:lnTo>
                  <a:pt x="136420" y="56393"/>
                </a:lnTo>
                <a:close/>
                <a:moveTo>
                  <a:pt x="123800" y="285637"/>
                </a:moveTo>
                <a:lnTo>
                  <a:pt x="124437" y="286058"/>
                </a:lnTo>
                <a:lnTo>
                  <a:pt x="123482" y="285848"/>
                </a:lnTo>
                <a:close/>
                <a:moveTo>
                  <a:pt x="7011" y="86827"/>
                </a:moveTo>
                <a:lnTo>
                  <a:pt x="9014" y="88506"/>
                </a:lnTo>
                <a:lnTo>
                  <a:pt x="6009" y="87667"/>
                </a:lnTo>
                <a:close/>
                <a:moveTo>
                  <a:pt x="103721" y="109841"/>
                </a:moveTo>
                <a:lnTo>
                  <a:pt x="104755" y="110733"/>
                </a:lnTo>
                <a:lnTo>
                  <a:pt x="103203" y="110287"/>
                </a:lnTo>
                <a:close/>
                <a:moveTo>
                  <a:pt x="25331" y="258733"/>
                </a:moveTo>
                <a:lnTo>
                  <a:pt x="27509" y="259219"/>
                </a:lnTo>
                <a:lnTo>
                  <a:pt x="24242" y="258976"/>
                </a:lnTo>
                <a:close/>
                <a:moveTo>
                  <a:pt x="72050" y="51453"/>
                </a:moveTo>
                <a:lnTo>
                  <a:pt x="72973" y="51961"/>
                </a:lnTo>
                <a:lnTo>
                  <a:pt x="71588" y="51707"/>
                </a:lnTo>
                <a:close/>
                <a:moveTo>
                  <a:pt x="123811" y="144805"/>
                </a:moveTo>
                <a:lnTo>
                  <a:pt x="125464" y="146253"/>
                </a:lnTo>
                <a:lnTo>
                  <a:pt x="122984" y="145529"/>
                </a:lnTo>
                <a:close/>
                <a:moveTo>
                  <a:pt x="12210" y="377844"/>
                </a:moveTo>
                <a:lnTo>
                  <a:pt x="13695" y="379125"/>
                </a:lnTo>
                <a:lnTo>
                  <a:pt x="11468" y="378485"/>
                </a:lnTo>
                <a:close/>
                <a:moveTo>
                  <a:pt x="52997" y="291474"/>
                </a:moveTo>
                <a:lnTo>
                  <a:pt x="54967" y="291978"/>
                </a:lnTo>
                <a:lnTo>
                  <a:pt x="52012" y="291726"/>
                </a:lnTo>
                <a:close/>
                <a:moveTo>
                  <a:pt x="37334" y="136287"/>
                </a:moveTo>
                <a:lnTo>
                  <a:pt x="39298" y="137303"/>
                </a:lnTo>
                <a:lnTo>
                  <a:pt x="36351" y="136795"/>
                </a:lnTo>
                <a:close/>
                <a:moveTo>
                  <a:pt x="95755" y="56102"/>
                </a:moveTo>
                <a:lnTo>
                  <a:pt x="96821" y="56423"/>
                </a:lnTo>
                <a:lnTo>
                  <a:pt x="95222" y="56263"/>
                </a:lnTo>
                <a:close/>
                <a:moveTo>
                  <a:pt x="25957" y="88093"/>
                </a:moveTo>
                <a:lnTo>
                  <a:pt x="27812" y="89113"/>
                </a:lnTo>
                <a:lnTo>
                  <a:pt x="25030" y="88603"/>
                </a:lnTo>
                <a:close/>
                <a:moveTo>
                  <a:pt x="12921" y="5449"/>
                </a:moveTo>
                <a:lnTo>
                  <a:pt x="13346" y="6753"/>
                </a:lnTo>
                <a:lnTo>
                  <a:pt x="12708" y="6101"/>
                </a:lnTo>
                <a:close/>
                <a:moveTo>
                  <a:pt x="139901" y="264867"/>
                </a:moveTo>
                <a:lnTo>
                  <a:pt x="140321" y="266180"/>
                </a:lnTo>
                <a:lnTo>
                  <a:pt x="139691" y="265523"/>
                </a:lnTo>
                <a:close/>
                <a:moveTo>
                  <a:pt x="54433" y="35466"/>
                </a:moveTo>
                <a:lnTo>
                  <a:pt x="56335" y="35819"/>
                </a:lnTo>
                <a:lnTo>
                  <a:pt x="53482" y="35643"/>
                </a:lnTo>
                <a:close/>
                <a:moveTo>
                  <a:pt x="17679" y="91714"/>
                </a:moveTo>
                <a:lnTo>
                  <a:pt x="19562" y="93362"/>
                </a:lnTo>
                <a:lnTo>
                  <a:pt x="16738" y="92538"/>
                </a:lnTo>
                <a:close/>
                <a:moveTo>
                  <a:pt x="100522" y="296270"/>
                </a:moveTo>
                <a:lnTo>
                  <a:pt x="102568" y="297836"/>
                </a:lnTo>
                <a:lnTo>
                  <a:pt x="99499" y="297053"/>
                </a:lnTo>
                <a:close/>
                <a:moveTo>
                  <a:pt x="36763" y="114325"/>
                </a:moveTo>
                <a:lnTo>
                  <a:pt x="37435" y="115221"/>
                </a:lnTo>
                <a:lnTo>
                  <a:pt x="36427" y="114773"/>
                </a:lnTo>
                <a:close/>
                <a:moveTo>
                  <a:pt x="22892" y="46599"/>
                </a:moveTo>
                <a:lnTo>
                  <a:pt x="23803" y="47375"/>
                </a:lnTo>
                <a:lnTo>
                  <a:pt x="22437" y="46987"/>
                </a:lnTo>
                <a:close/>
                <a:moveTo>
                  <a:pt x="143649" y="15955"/>
                </a:moveTo>
                <a:lnTo>
                  <a:pt x="144091" y="16489"/>
                </a:lnTo>
                <a:lnTo>
                  <a:pt x="143428" y="16222"/>
                </a:lnTo>
                <a:close/>
                <a:moveTo>
                  <a:pt x="140929" y="197452"/>
                </a:moveTo>
                <a:lnTo>
                  <a:pt x="141660" y="198539"/>
                </a:lnTo>
                <a:lnTo>
                  <a:pt x="140564" y="197995"/>
                </a:lnTo>
                <a:close/>
                <a:moveTo>
                  <a:pt x="140595" y="120160"/>
                </a:moveTo>
                <a:lnTo>
                  <a:pt x="142776" y="120942"/>
                </a:lnTo>
                <a:lnTo>
                  <a:pt x="139504" y="120551"/>
                </a:lnTo>
                <a:close/>
                <a:moveTo>
                  <a:pt x="57285" y="264632"/>
                </a:moveTo>
                <a:lnTo>
                  <a:pt x="59160" y="265634"/>
                </a:lnTo>
                <a:lnTo>
                  <a:pt x="56348" y="265133"/>
                </a:lnTo>
                <a:close/>
                <a:moveTo>
                  <a:pt x="112033" y="290298"/>
                </a:moveTo>
                <a:lnTo>
                  <a:pt x="114078" y="291815"/>
                </a:lnTo>
                <a:lnTo>
                  <a:pt x="111011" y="291056"/>
                </a:lnTo>
                <a:close/>
                <a:moveTo>
                  <a:pt x="96433" y="194585"/>
                </a:moveTo>
                <a:lnTo>
                  <a:pt x="97902" y="196137"/>
                </a:lnTo>
                <a:lnTo>
                  <a:pt x="95698" y="195361"/>
                </a:lnTo>
                <a:close/>
                <a:moveTo>
                  <a:pt x="143568" y="393923"/>
                </a:moveTo>
                <a:lnTo>
                  <a:pt x="145400" y="395456"/>
                </a:lnTo>
                <a:lnTo>
                  <a:pt x="142652" y="394690"/>
                </a:lnTo>
                <a:close/>
                <a:moveTo>
                  <a:pt x="139438" y="302293"/>
                </a:moveTo>
                <a:lnTo>
                  <a:pt x="139829" y="303387"/>
                </a:lnTo>
                <a:lnTo>
                  <a:pt x="139243" y="302840"/>
                </a:lnTo>
                <a:close/>
                <a:moveTo>
                  <a:pt x="22735" y="254155"/>
                </a:moveTo>
                <a:lnTo>
                  <a:pt x="23408" y="255915"/>
                </a:lnTo>
                <a:lnTo>
                  <a:pt x="22398" y="255035"/>
                </a:lnTo>
                <a:close/>
                <a:moveTo>
                  <a:pt x="103236" y="27170"/>
                </a:moveTo>
                <a:lnTo>
                  <a:pt x="103705" y="27800"/>
                </a:lnTo>
                <a:lnTo>
                  <a:pt x="103002" y="27485"/>
                </a:lnTo>
                <a:close/>
                <a:moveTo>
                  <a:pt x="85505" y="371933"/>
                </a:moveTo>
                <a:lnTo>
                  <a:pt x="86539" y="373519"/>
                </a:lnTo>
                <a:lnTo>
                  <a:pt x="84989" y="372726"/>
                </a:lnTo>
                <a:close/>
                <a:moveTo>
                  <a:pt x="65870" y="220704"/>
                </a:moveTo>
                <a:lnTo>
                  <a:pt x="66752" y="221546"/>
                </a:lnTo>
                <a:lnTo>
                  <a:pt x="65429" y="221125"/>
                </a:lnTo>
                <a:close/>
                <a:moveTo>
                  <a:pt x="34728" y="391379"/>
                </a:moveTo>
                <a:lnTo>
                  <a:pt x="35387" y="392202"/>
                </a:lnTo>
                <a:lnTo>
                  <a:pt x="34398" y="391791"/>
                </a:lnTo>
                <a:close/>
                <a:moveTo>
                  <a:pt x="95931" y="330787"/>
                </a:moveTo>
                <a:lnTo>
                  <a:pt x="97455" y="332564"/>
                </a:lnTo>
                <a:lnTo>
                  <a:pt x="95169" y="331675"/>
                </a:lnTo>
                <a:close/>
                <a:moveTo>
                  <a:pt x="52054" y="80811"/>
                </a:moveTo>
                <a:lnTo>
                  <a:pt x="52689" y="81838"/>
                </a:lnTo>
                <a:lnTo>
                  <a:pt x="51736" y="81324"/>
                </a:lnTo>
                <a:close/>
                <a:moveTo>
                  <a:pt x="55424" y="340599"/>
                </a:moveTo>
                <a:lnTo>
                  <a:pt x="55837" y="341599"/>
                </a:lnTo>
                <a:lnTo>
                  <a:pt x="55217" y="341099"/>
                </a:lnTo>
                <a:close/>
                <a:moveTo>
                  <a:pt x="2326" y="48192"/>
                </a:moveTo>
                <a:lnTo>
                  <a:pt x="4463" y="48927"/>
                </a:lnTo>
                <a:lnTo>
                  <a:pt x="1258" y="48560"/>
                </a:lnTo>
                <a:close/>
                <a:moveTo>
                  <a:pt x="103282" y="263017"/>
                </a:moveTo>
                <a:lnTo>
                  <a:pt x="104928" y="263371"/>
                </a:lnTo>
                <a:lnTo>
                  <a:pt x="102458" y="263194"/>
                </a:lnTo>
                <a:close/>
                <a:moveTo>
                  <a:pt x="82578" y="223061"/>
                </a:moveTo>
                <a:lnTo>
                  <a:pt x="83753" y="223742"/>
                </a:lnTo>
                <a:lnTo>
                  <a:pt x="81990" y="223402"/>
                </a:lnTo>
                <a:close/>
                <a:moveTo>
                  <a:pt x="71642" y="274319"/>
                </a:moveTo>
                <a:lnTo>
                  <a:pt x="72258" y="274802"/>
                </a:lnTo>
                <a:lnTo>
                  <a:pt x="71334" y="274561"/>
                </a:lnTo>
                <a:close/>
                <a:moveTo>
                  <a:pt x="126042" y="168323"/>
                </a:moveTo>
                <a:lnTo>
                  <a:pt x="127720" y="169689"/>
                </a:lnTo>
                <a:lnTo>
                  <a:pt x="125202" y="169006"/>
                </a:lnTo>
                <a:close/>
                <a:moveTo>
                  <a:pt x="66713" y="56446"/>
                </a:moveTo>
                <a:lnTo>
                  <a:pt x="68158" y="57138"/>
                </a:lnTo>
                <a:lnTo>
                  <a:pt x="65991" y="56792"/>
                </a:lnTo>
                <a:close/>
                <a:moveTo>
                  <a:pt x="26849" y="184713"/>
                </a:moveTo>
                <a:lnTo>
                  <a:pt x="28757" y="185510"/>
                </a:lnTo>
                <a:lnTo>
                  <a:pt x="25895" y="185112"/>
                </a:lnTo>
                <a:close/>
                <a:moveTo>
                  <a:pt x="104338" y="192647"/>
                </a:moveTo>
                <a:lnTo>
                  <a:pt x="106530" y="193420"/>
                </a:lnTo>
                <a:lnTo>
                  <a:pt x="103243" y="193034"/>
                </a:lnTo>
                <a:close/>
                <a:moveTo>
                  <a:pt x="67926" y="92230"/>
                </a:moveTo>
                <a:lnTo>
                  <a:pt x="70122" y="92952"/>
                </a:lnTo>
                <a:lnTo>
                  <a:pt x="66828" y="92591"/>
                </a:lnTo>
                <a:close/>
                <a:moveTo>
                  <a:pt x="81081" y="171909"/>
                </a:moveTo>
                <a:lnTo>
                  <a:pt x="82294" y="172495"/>
                </a:lnTo>
                <a:lnTo>
                  <a:pt x="80475" y="172202"/>
                </a:lnTo>
                <a:close/>
                <a:moveTo>
                  <a:pt x="113631" y="10125"/>
                </a:moveTo>
                <a:lnTo>
                  <a:pt x="114855" y="11571"/>
                </a:lnTo>
                <a:lnTo>
                  <a:pt x="113019" y="10848"/>
                </a:lnTo>
                <a:close/>
                <a:moveTo>
                  <a:pt x="54276" y="191610"/>
                </a:moveTo>
                <a:lnTo>
                  <a:pt x="56122" y="192996"/>
                </a:lnTo>
                <a:lnTo>
                  <a:pt x="53354" y="192303"/>
                </a:lnTo>
                <a:close/>
                <a:moveTo>
                  <a:pt x="124278" y="232509"/>
                </a:moveTo>
                <a:lnTo>
                  <a:pt x="126348" y="234267"/>
                </a:lnTo>
                <a:lnTo>
                  <a:pt x="123243" y="233388"/>
                </a:lnTo>
                <a:close/>
                <a:moveTo>
                  <a:pt x="39888" y="113723"/>
                </a:moveTo>
                <a:lnTo>
                  <a:pt x="41184" y="114397"/>
                </a:lnTo>
                <a:lnTo>
                  <a:pt x="39240" y="114060"/>
                </a:lnTo>
                <a:close/>
                <a:moveTo>
                  <a:pt x="111248" y="215031"/>
                </a:moveTo>
                <a:lnTo>
                  <a:pt x="111651" y="215850"/>
                </a:lnTo>
                <a:lnTo>
                  <a:pt x="111046" y="215441"/>
                </a:lnTo>
                <a:close/>
                <a:moveTo>
                  <a:pt x="54199" y="264206"/>
                </a:moveTo>
                <a:lnTo>
                  <a:pt x="54695" y="265586"/>
                </a:lnTo>
                <a:lnTo>
                  <a:pt x="53952" y="264896"/>
                </a:lnTo>
                <a:close/>
                <a:moveTo>
                  <a:pt x="63632" y="4474"/>
                </a:moveTo>
                <a:lnTo>
                  <a:pt x="65730" y="5102"/>
                </a:lnTo>
                <a:lnTo>
                  <a:pt x="62583" y="4788"/>
                </a:lnTo>
                <a:close/>
                <a:moveTo>
                  <a:pt x="35066" y="138994"/>
                </a:moveTo>
                <a:lnTo>
                  <a:pt x="37122" y="139508"/>
                </a:lnTo>
                <a:lnTo>
                  <a:pt x="34038" y="139251"/>
                </a:lnTo>
                <a:close/>
                <a:moveTo>
                  <a:pt x="126647" y="213789"/>
                </a:moveTo>
                <a:lnTo>
                  <a:pt x="128121" y="214143"/>
                </a:lnTo>
                <a:lnTo>
                  <a:pt x="125911" y="213966"/>
                </a:lnTo>
                <a:close/>
                <a:moveTo>
                  <a:pt x="77493" y="26112"/>
                </a:moveTo>
                <a:lnTo>
                  <a:pt x="79589" y="27764"/>
                </a:lnTo>
                <a:lnTo>
                  <a:pt x="76444" y="26938"/>
                </a:lnTo>
                <a:close/>
                <a:moveTo>
                  <a:pt x="94098" y="244426"/>
                </a:moveTo>
                <a:lnTo>
                  <a:pt x="95834" y="244811"/>
                </a:lnTo>
                <a:lnTo>
                  <a:pt x="93229" y="244619"/>
                </a:lnTo>
                <a:close/>
                <a:moveTo>
                  <a:pt x="64080" y="303056"/>
                </a:moveTo>
                <a:lnTo>
                  <a:pt x="65022" y="303988"/>
                </a:lnTo>
                <a:lnTo>
                  <a:pt x="63609" y="303522"/>
                </a:lnTo>
                <a:close/>
                <a:moveTo>
                  <a:pt x="120195" y="190143"/>
                </a:moveTo>
                <a:lnTo>
                  <a:pt x="122107" y="190692"/>
                </a:lnTo>
                <a:lnTo>
                  <a:pt x="119239" y="190417"/>
                </a:lnTo>
                <a:close/>
                <a:moveTo>
                  <a:pt x="47886" y="348142"/>
                </a:moveTo>
                <a:lnTo>
                  <a:pt x="49072" y="348504"/>
                </a:lnTo>
                <a:lnTo>
                  <a:pt x="47293" y="348323"/>
                </a:lnTo>
                <a:close/>
                <a:moveTo>
                  <a:pt x="20490" y="251661"/>
                </a:moveTo>
                <a:lnTo>
                  <a:pt x="22219" y="252710"/>
                </a:lnTo>
                <a:lnTo>
                  <a:pt x="19625" y="252186"/>
                </a:lnTo>
                <a:close/>
                <a:moveTo>
                  <a:pt x="140384" y="237251"/>
                </a:moveTo>
                <a:lnTo>
                  <a:pt x="141736" y="239042"/>
                </a:lnTo>
                <a:lnTo>
                  <a:pt x="139709" y="238146"/>
                </a:lnTo>
                <a:close/>
                <a:moveTo>
                  <a:pt x="120660" y="237676"/>
                </a:moveTo>
                <a:lnTo>
                  <a:pt x="121525" y="239122"/>
                </a:lnTo>
                <a:lnTo>
                  <a:pt x="120228" y="238399"/>
                </a:lnTo>
                <a:close/>
                <a:moveTo>
                  <a:pt x="80081" y="166790"/>
                </a:moveTo>
                <a:lnTo>
                  <a:pt x="82185" y="168398"/>
                </a:lnTo>
                <a:lnTo>
                  <a:pt x="79029" y="167594"/>
                </a:lnTo>
                <a:close/>
                <a:moveTo>
                  <a:pt x="41589" y="143390"/>
                </a:moveTo>
                <a:lnTo>
                  <a:pt x="42073" y="144715"/>
                </a:lnTo>
                <a:lnTo>
                  <a:pt x="41346" y="144052"/>
                </a:lnTo>
                <a:close/>
                <a:moveTo>
                  <a:pt x="32389" y="195225"/>
                </a:moveTo>
                <a:lnTo>
                  <a:pt x="34209" y="196992"/>
                </a:lnTo>
                <a:lnTo>
                  <a:pt x="31479" y="196109"/>
                </a:lnTo>
                <a:close/>
                <a:moveTo>
                  <a:pt x="49552" y="39119"/>
                </a:moveTo>
                <a:lnTo>
                  <a:pt x="50160" y="39947"/>
                </a:lnTo>
                <a:lnTo>
                  <a:pt x="49248" y="39533"/>
                </a:lnTo>
                <a:close/>
                <a:moveTo>
                  <a:pt x="141820" y="206814"/>
                </a:moveTo>
                <a:lnTo>
                  <a:pt x="143764" y="208088"/>
                </a:lnTo>
                <a:lnTo>
                  <a:pt x="140848" y="207451"/>
                </a:lnTo>
                <a:close/>
                <a:moveTo>
                  <a:pt x="2321" y="37999"/>
                </a:moveTo>
                <a:lnTo>
                  <a:pt x="3374" y="39567"/>
                </a:lnTo>
                <a:lnTo>
                  <a:pt x="1794" y="38783"/>
                </a:lnTo>
                <a:close/>
                <a:moveTo>
                  <a:pt x="30882" y="356783"/>
                </a:moveTo>
                <a:lnTo>
                  <a:pt x="32729" y="358214"/>
                </a:lnTo>
                <a:lnTo>
                  <a:pt x="29959" y="357498"/>
                </a:lnTo>
                <a:close/>
                <a:moveTo>
                  <a:pt x="144119" y="290404"/>
                </a:moveTo>
                <a:lnTo>
                  <a:pt x="145981" y="291752"/>
                </a:lnTo>
                <a:lnTo>
                  <a:pt x="143188" y="291078"/>
                </a:lnTo>
                <a:close/>
                <a:moveTo>
                  <a:pt x="49597" y="193429"/>
                </a:moveTo>
                <a:lnTo>
                  <a:pt x="51494" y="193946"/>
                </a:lnTo>
                <a:lnTo>
                  <a:pt x="48649" y="193688"/>
                </a:lnTo>
                <a:close/>
                <a:moveTo>
                  <a:pt x="2499" y="276292"/>
                </a:moveTo>
                <a:lnTo>
                  <a:pt x="3841" y="277580"/>
                </a:lnTo>
                <a:lnTo>
                  <a:pt x="1828" y="276936"/>
                </a:lnTo>
                <a:close/>
                <a:moveTo>
                  <a:pt x="12058" y="200628"/>
                </a:moveTo>
                <a:lnTo>
                  <a:pt x="12626" y="201181"/>
                </a:lnTo>
                <a:lnTo>
                  <a:pt x="11773" y="200905"/>
                </a:lnTo>
                <a:close/>
                <a:moveTo>
                  <a:pt x="114682" y="220871"/>
                </a:moveTo>
                <a:lnTo>
                  <a:pt x="115297" y="221176"/>
                </a:lnTo>
                <a:lnTo>
                  <a:pt x="114374" y="221023"/>
                </a:lnTo>
                <a:close/>
                <a:moveTo>
                  <a:pt x="78895" y="355203"/>
                </a:moveTo>
                <a:lnTo>
                  <a:pt x="79942" y="355634"/>
                </a:lnTo>
                <a:lnTo>
                  <a:pt x="78372" y="355418"/>
                </a:lnTo>
                <a:close/>
                <a:moveTo>
                  <a:pt x="45662" y="253327"/>
                </a:moveTo>
                <a:lnTo>
                  <a:pt x="47800" y="254909"/>
                </a:lnTo>
                <a:lnTo>
                  <a:pt x="44593" y="254118"/>
                </a:lnTo>
                <a:close/>
                <a:moveTo>
                  <a:pt x="144513" y="62418"/>
                </a:moveTo>
                <a:lnTo>
                  <a:pt x="145668" y="63253"/>
                </a:lnTo>
                <a:lnTo>
                  <a:pt x="143936" y="62835"/>
                </a:lnTo>
                <a:close/>
                <a:moveTo>
                  <a:pt x="53600" y="336043"/>
                </a:moveTo>
                <a:lnTo>
                  <a:pt x="54049" y="337451"/>
                </a:lnTo>
                <a:lnTo>
                  <a:pt x="53375" y="336747"/>
                </a:lnTo>
                <a:close/>
                <a:moveTo>
                  <a:pt x="91449" y="338355"/>
                </a:moveTo>
                <a:lnTo>
                  <a:pt x="91851" y="339463"/>
                </a:lnTo>
                <a:lnTo>
                  <a:pt x="91248" y="338909"/>
                </a:lnTo>
                <a:close/>
                <a:moveTo>
                  <a:pt x="20245" y="260970"/>
                </a:moveTo>
                <a:lnTo>
                  <a:pt x="20657" y="262328"/>
                </a:lnTo>
                <a:lnTo>
                  <a:pt x="20039" y="261649"/>
                </a:lnTo>
                <a:close/>
                <a:moveTo>
                  <a:pt x="104559" y="303351"/>
                </a:moveTo>
                <a:lnTo>
                  <a:pt x="106265" y="304364"/>
                </a:lnTo>
                <a:lnTo>
                  <a:pt x="103706" y="303858"/>
                </a:lnTo>
                <a:close/>
                <a:moveTo>
                  <a:pt x="119471" y="309044"/>
                </a:moveTo>
                <a:lnTo>
                  <a:pt x="121366" y="310797"/>
                </a:lnTo>
                <a:lnTo>
                  <a:pt x="118523" y="309920"/>
                </a:lnTo>
                <a:close/>
                <a:moveTo>
                  <a:pt x="77904" y="375512"/>
                </a:moveTo>
                <a:lnTo>
                  <a:pt x="78995" y="376204"/>
                </a:lnTo>
                <a:lnTo>
                  <a:pt x="77359" y="375858"/>
                </a:lnTo>
                <a:close/>
                <a:moveTo>
                  <a:pt x="21965" y="54852"/>
                </a:moveTo>
                <a:lnTo>
                  <a:pt x="22316" y="55929"/>
                </a:lnTo>
                <a:lnTo>
                  <a:pt x="21789" y="55390"/>
                </a:lnTo>
                <a:close/>
                <a:moveTo>
                  <a:pt x="66660" y="382144"/>
                </a:moveTo>
                <a:lnTo>
                  <a:pt x="68513" y="383685"/>
                </a:lnTo>
                <a:lnTo>
                  <a:pt x="65734" y="382915"/>
                </a:lnTo>
                <a:close/>
                <a:moveTo>
                  <a:pt x="127209" y="377468"/>
                </a:moveTo>
                <a:lnTo>
                  <a:pt x="127980" y="378498"/>
                </a:lnTo>
                <a:lnTo>
                  <a:pt x="126823" y="377983"/>
                </a:lnTo>
                <a:close/>
                <a:moveTo>
                  <a:pt x="116019" y="278791"/>
                </a:moveTo>
                <a:lnTo>
                  <a:pt x="118063" y="280280"/>
                </a:lnTo>
                <a:lnTo>
                  <a:pt x="114997" y="279535"/>
                </a:lnTo>
                <a:close/>
                <a:moveTo>
                  <a:pt x="73538" y="96437"/>
                </a:moveTo>
                <a:lnTo>
                  <a:pt x="75716" y="97719"/>
                </a:lnTo>
                <a:lnTo>
                  <a:pt x="72449" y="97078"/>
                </a:lnTo>
                <a:close/>
                <a:moveTo>
                  <a:pt x="39118" y="329323"/>
                </a:moveTo>
                <a:lnTo>
                  <a:pt x="41138" y="329900"/>
                </a:lnTo>
                <a:lnTo>
                  <a:pt x="38107" y="329612"/>
                </a:lnTo>
                <a:close/>
                <a:moveTo>
                  <a:pt x="26383" y="288142"/>
                </a:moveTo>
                <a:lnTo>
                  <a:pt x="27575" y="289220"/>
                </a:lnTo>
                <a:lnTo>
                  <a:pt x="25788" y="288681"/>
                </a:lnTo>
                <a:close/>
                <a:moveTo>
                  <a:pt x="16250" y="100757"/>
                </a:moveTo>
                <a:lnTo>
                  <a:pt x="17675" y="102418"/>
                </a:lnTo>
                <a:lnTo>
                  <a:pt x="15537" y="101588"/>
                </a:lnTo>
                <a:close/>
                <a:moveTo>
                  <a:pt x="90365" y="294788"/>
                </a:moveTo>
                <a:lnTo>
                  <a:pt x="91024" y="295988"/>
                </a:lnTo>
                <a:lnTo>
                  <a:pt x="90036" y="295388"/>
                </a:lnTo>
                <a:close/>
                <a:moveTo>
                  <a:pt x="59715" y="74543"/>
                </a:moveTo>
                <a:lnTo>
                  <a:pt x="61026" y="75591"/>
                </a:lnTo>
                <a:lnTo>
                  <a:pt x="59059" y="75067"/>
                </a:lnTo>
                <a:close/>
                <a:moveTo>
                  <a:pt x="36938" y="350329"/>
                </a:moveTo>
                <a:lnTo>
                  <a:pt x="38581" y="351136"/>
                </a:lnTo>
                <a:lnTo>
                  <a:pt x="36117" y="350733"/>
                </a:lnTo>
                <a:close/>
                <a:moveTo>
                  <a:pt x="82438" y="219776"/>
                </a:moveTo>
                <a:lnTo>
                  <a:pt x="82984" y="220819"/>
                </a:lnTo>
                <a:lnTo>
                  <a:pt x="82165" y="220298"/>
                </a:lnTo>
                <a:close/>
                <a:moveTo>
                  <a:pt x="43739" y="13460"/>
                </a:moveTo>
                <a:lnTo>
                  <a:pt x="45796" y="14205"/>
                </a:lnTo>
                <a:lnTo>
                  <a:pt x="42711" y="13833"/>
                </a:lnTo>
                <a:close/>
                <a:moveTo>
                  <a:pt x="85256" y="131408"/>
                </a:moveTo>
                <a:lnTo>
                  <a:pt x="86643" y="132770"/>
                </a:lnTo>
                <a:lnTo>
                  <a:pt x="84562" y="132089"/>
                </a:lnTo>
                <a:close/>
                <a:moveTo>
                  <a:pt x="40528" y="109216"/>
                </a:moveTo>
                <a:lnTo>
                  <a:pt x="41313" y="109847"/>
                </a:lnTo>
                <a:lnTo>
                  <a:pt x="40135" y="109532"/>
                </a:lnTo>
                <a:close/>
                <a:moveTo>
                  <a:pt x="62211" y="215790"/>
                </a:moveTo>
                <a:lnTo>
                  <a:pt x="63611" y="217014"/>
                </a:lnTo>
                <a:lnTo>
                  <a:pt x="61511" y="216402"/>
                </a:lnTo>
                <a:close/>
                <a:moveTo>
                  <a:pt x="30881" y="44361"/>
                </a:moveTo>
                <a:lnTo>
                  <a:pt x="33063" y="45216"/>
                </a:lnTo>
                <a:lnTo>
                  <a:pt x="29790" y="44789"/>
                </a:lnTo>
                <a:close/>
                <a:moveTo>
                  <a:pt x="33830" y="128331"/>
                </a:moveTo>
                <a:lnTo>
                  <a:pt x="34194" y="129054"/>
                </a:lnTo>
                <a:lnTo>
                  <a:pt x="33648" y="128693"/>
                </a:lnTo>
                <a:close/>
                <a:moveTo>
                  <a:pt x="116485" y="11176"/>
                </a:moveTo>
                <a:lnTo>
                  <a:pt x="118519" y="12695"/>
                </a:lnTo>
                <a:lnTo>
                  <a:pt x="115467" y="11935"/>
                </a:lnTo>
                <a:close/>
                <a:moveTo>
                  <a:pt x="4250" y="357606"/>
                </a:moveTo>
                <a:lnTo>
                  <a:pt x="5946" y="358173"/>
                </a:lnTo>
                <a:lnTo>
                  <a:pt x="3401" y="357889"/>
                </a:lnTo>
                <a:close/>
                <a:moveTo>
                  <a:pt x="59463" y="135208"/>
                </a:moveTo>
                <a:lnTo>
                  <a:pt x="60970" y="136297"/>
                </a:lnTo>
                <a:lnTo>
                  <a:pt x="58709" y="135753"/>
                </a:lnTo>
                <a:close/>
                <a:moveTo>
                  <a:pt x="46905" y="92092"/>
                </a:moveTo>
                <a:lnTo>
                  <a:pt x="47489" y="93780"/>
                </a:lnTo>
                <a:lnTo>
                  <a:pt x="46613" y="92936"/>
                </a:lnTo>
                <a:close/>
                <a:moveTo>
                  <a:pt x="109755" y="10186"/>
                </a:moveTo>
                <a:lnTo>
                  <a:pt x="110421" y="11309"/>
                </a:lnTo>
                <a:lnTo>
                  <a:pt x="109422" y="10748"/>
                </a:lnTo>
                <a:close/>
                <a:moveTo>
                  <a:pt x="26639" y="28751"/>
                </a:moveTo>
                <a:lnTo>
                  <a:pt x="27028" y="30028"/>
                </a:lnTo>
                <a:lnTo>
                  <a:pt x="26445" y="29390"/>
                </a:lnTo>
                <a:close/>
                <a:moveTo>
                  <a:pt x="115097" y="121185"/>
                </a:moveTo>
                <a:lnTo>
                  <a:pt x="116469" y="121820"/>
                </a:lnTo>
                <a:lnTo>
                  <a:pt x="114411" y="121502"/>
                </a:lnTo>
                <a:close/>
                <a:moveTo>
                  <a:pt x="37061" y="317840"/>
                </a:moveTo>
                <a:lnTo>
                  <a:pt x="38161" y="318928"/>
                </a:lnTo>
                <a:lnTo>
                  <a:pt x="36511" y="318384"/>
                </a:lnTo>
                <a:close/>
                <a:moveTo>
                  <a:pt x="109842" y="165350"/>
                </a:moveTo>
                <a:lnTo>
                  <a:pt x="111334" y="166331"/>
                </a:lnTo>
                <a:lnTo>
                  <a:pt x="109096" y="165841"/>
                </a:lnTo>
                <a:close/>
                <a:moveTo>
                  <a:pt x="9698" y="240737"/>
                </a:moveTo>
                <a:lnTo>
                  <a:pt x="10518" y="241353"/>
                </a:lnTo>
                <a:lnTo>
                  <a:pt x="9289" y="241045"/>
                </a:lnTo>
                <a:close/>
                <a:moveTo>
                  <a:pt x="119854" y="120488"/>
                </a:moveTo>
                <a:lnTo>
                  <a:pt x="120285" y="121833"/>
                </a:lnTo>
                <a:lnTo>
                  <a:pt x="119639" y="121160"/>
                </a:lnTo>
                <a:close/>
                <a:moveTo>
                  <a:pt x="66488" y="113042"/>
                </a:moveTo>
                <a:lnTo>
                  <a:pt x="67502" y="114777"/>
                </a:lnTo>
                <a:lnTo>
                  <a:pt x="65981" y="113910"/>
                </a:lnTo>
                <a:close/>
                <a:moveTo>
                  <a:pt x="21108" y="63787"/>
                </a:moveTo>
                <a:lnTo>
                  <a:pt x="21865" y="65028"/>
                </a:lnTo>
                <a:lnTo>
                  <a:pt x="20730" y="64408"/>
                </a:lnTo>
                <a:close/>
                <a:moveTo>
                  <a:pt x="21224" y="314568"/>
                </a:moveTo>
                <a:lnTo>
                  <a:pt x="22118" y="315932"/>
                </a:lnTo>
                <a:lnTo>
                  <a:pt x="20777" y="315250"/>
                </a:lnTo>
                <a:close/>
                <a:moveTo>
                  <a:pt x="106174" y="109764"/>
                </a:moveTo>
                <a:lnTo>
                  <a:pt x="107188" y="110652"/>
                </a:lnTo>
                <a:lnTo>
                  <a:pt x="105668" y="110208"/>
                </a:lnTo>
                <a:close/>
                <a:moveTo>
                  <a:pt x="77483" y="242306"/>
                </a:moveTo>
                <a:lnTo>
                  <a:pt x="78716" y="242967"/>
                </a:lnTo>
                <a:lnTo>
                  <a:pt x="76867" y="242637"/>
                </a:lnTo>
                <a:close/>
                <a:moveTo>
                  <a:pt x="109001" y="99780"/>
                </a:moveTo>
                <a:lnTo>
                  <a:pt x="109457" y="100797"/>
                </a:lnTo>
                <a:lnTo>
                  <a:pt x="108774" y="100288"/>
                </a:lnTo>
                <a:close/>
                <a:moveTo>
                  <a:pt x="80051" y="73761"/>
                </a:moveTo>
                <a:lnTo>
                  <a:pt x="80876" y="74863"/>
                </a:lnTo>
                <a:lnTo>
                  <a:pt x="79638" y="74312"/>
                </a:lnTo>
                <a:close/>
                <a:moveTo>
                  <a:pt x="35174" y="124969"/>
                </a:moveTo>
                <a:lnTo>
                  <a:pt x="36839" y="125507"/>
                </a:lnTo>
                <a:lnTo>
                  <a:pt x="34341" y="125238"/>
                </a:lnTo>
                <a:close/>
                <a:moveTo>
                  <a:pt x="44653" y="6328"/>
                </a:moveTo>
                <a:lnTo>
                  <a:pt x="45950" y="7610"/>
                </a:lnTo>
                <a:lnTo>
                  <a:pt x="44005" y="6969"/>
                </a:lnTo>
                <a:close/>
                <a:moveTo>
                  <a:pt x="76055" y="384183"/>
                </a:moveTo>
                <a:lnTo>
                  <a:pt x="77655" y="385749"/>
                </a:lnTo>
                <a:lnTo>
                  <a:pt x="75255" y="384966"/>
                </a:lnTo>
                <a:close/>
                <a:moveTo>
                  <a:pt x="16037" y="203414"/>
                </a:moveTo>
                <a:lnTo>
                  <a:pt x="17682" y="203831"/>
                </a:lnTo>
                <a:lnTo>
                  <a:pt x="15214" y="203622"/>
                </a:lnTo>
                <a:close/>
                <a:moveTo>
                  <a:pt x="105215" y="220719"/>
                </a:moveTo>
                <a:lnTo>
                  <a:pt x="105603" y="221092"/>
                </a:lnTo>
                <a:lnTo>
                  <a:pt x="105021" y="220905"/>
                </a:lnTo>
                <a:close/>
                <a:moveTo>
                  <a:pt x="81860" y="280557"/>
                </a:moveTo>
                <a:lnTo>
                  <a:pt x="82861" y="281091"/>
                </a:lnTo>
                <a:lnTo>
                  <a:pt x="81359" y="280824"/>
                </a:lnTo>
                <a:close/>
                <a:moveTo>
                  <a:pt x="133185" y="188478"/>
                </a:moveTo>
                <a:lnTo>
                  <a:pt x="133751" y="189994"/>
                </a:lnTo>
                <a:lnTo>
                  <a:pt x="132902" y="189236"/>
                </a:lnTo>
                <a:close/>
                <a:moveTo>
                  <a:pt x="110709" y="117947"/>
                </a:moveTo>
                <a:lnTo>
                  <a:pt x="111851" y="119283"/>
                </a:lnTo>
                <a:lnTo>
                  <a:pt x="110138" y="118615"/>
                </a:lnTo>
                <a:close/>
                <a:moveTo>
                  <a:pt x="128294" y="31106"/>
                </a:moveTo>
                <a:lnTo>
                  <a:pt x="129216" y="32049"/>
                </a:lnTo>
                <a:lnTo>
                  <a:pt x="127834" y="31577"/>
                </a:lnTo>
                <a:close/>
                <a:moveTo>
                  <a:pt x="92575" y="180764"/>
                </a:moveTo>
                <a:lnTo>
                  <a:pt x="94446" y="181397"/>
                </a:lnTo>
                <a:lnTo>
                  <a:pt x="91639" y="181081"/>
                </a:lnTo>
                <a:close/>
                <a:moveTo>
                  <a:pt x="140659" y="105611"/>
                </a:moveTo>
                <a:lnTo>
                  <a:pt x="142858" y="106026"/>
                </a:lnTo>
                <a:lnTo>
                  <a:pt x="139559" y="105819"/>
                </a:lnTo>
                <a:close/>
                <a:moveTo>
                  <a:pt x="41601" y="153157"/>
                </a:moveTo>
                <a:lnTo>
                  <a:pt x="42611" y="154264"/>
                </a:lnTo>
                <a:lnTo>
                  <a:pt x="41095" y="153711"/>
                </a:lnTo>
                <a:close/>
                <a:moveTo>
                  <a:pt x="37245" y="294381"/>
                </a:moveTo>
                <a:lnTo>
                  <a:pt x="38761" y="295659"/>
                </a:lnTo>
                <a:lnTo>
                  <a:pt x="36486" y="295020"/>
                </a:lnTo>
                <a:close/>
                <a:moveTo>
                  <a:pt x="80790" y="41417"/>
                </a:moveTo>
                <a:lnTo>
                  <a:pt x="81507" y="42386"/>
                </a:lnTo>
                <a:lnTo>
                  <a:pt x="80431" y="41902"/>
                </a:lnTo>
                <a:close/>
                <a:moveTo>
                  <a:pt x="3065" y="4362"/>
                </a:moveTo>
                <a:lnTo>
                  <a:pt x="4064" y="5500"/>
                </a:lnTo>
                <a:lnTo>
                  <a:pt x="2566" y="4931"/>
                </a:lnTo>
                <a:close/>
                <a:moveTo>
                  <a:pt x="123883" y="272060"/>
                </a:moveTo>
                <a:lnTo>
                  <a:pt x="124339" y="273559"/>
                </a:lnTo>
                <a:lnTo>
                  <a:pt x="123655" y="272809"/>
                </a:lnTo>
                <a:close/>
                <a:moveTo>
                  <a:pt x="79035" y="291717"/>
                </a:moveTo>
                <a:lnTo>
                  <a:pt x="80325" y="292336"/>
                </a:lnTo>
                <a:lnTo>
                  <a:pt x="78390" y="292026"/>
                </a:lnTo>
                <a:close/>
                <a:moveTo>
                  <a:pt x="112781" y="169264"/>
                </a:moveTo>
                <a:lnTo>
                  <a:pt x="114607" y="170852"/>
                </a:lnTo>
                <a:lnTo>
                  <a:pt x="111868" y="170058"/>
                </a:lnTo>
                <a:close/>
                <a:moveTo>
                  <a:pt x="76864" y="219295"/>
                </a:moveTo>
                <a:lnTo>
                  <a:pt x="78198" y="219672"/>
                </a:lnTo>
                <a:lnTo>
                  <a:pt x="76197" y="219483"/>
                </a:lnTo>
                <a:close/>
                <a:moveTo>
                  <a:pt x="104786" y="111497"/>
                </a:moveTo>
                <a:lnTo>
                  <a:pt x="106261" y="112352"/>
                </a:lnTo>
                <a:lnTo>
                  <a:pt x="104048" y="111924"/>
                </a:lnTo>
                <a:close/>
                <a:moveTo>
                  <a:pt x="84470" y="329868"/>
                </a:moveTo>
                <a:lnTo>
                  <a:pt x="84932" y="330964"/>
                </a:lnTo>
                <a:lnTo>
                  <a:pt x="84239" y="330416"/>
                </a:lnTo>
                <a:close/>
                <a:moveTo>
                  <a:pt x="47971" y="224132"/>
                </a:moveTo>
                <a:lnTo>
                  <a:pt x="49282" y="225618"/>
                </a:lnTo>
                <a:lnTo>
                  <a:pt x="47315" y="224875"/>
                </a:lnTo>
                <a:close/>
                <a:moveTo>
                  <a:pt x="16752" y="139308"/>
                </a:moveTo>
                <a:lnTo>
                  <a:pt x="18902" y="140823"/>
                </a:lnTo>
                <a:lnTo>
                  <a:pt x="15677" y="140066"/>
                </a:lnTo>
                <a:close/>
                <a:moveTo>
                  <a:pt x="87531" y="389132"/>
                </a:moveTo>
                <a:lnTo>
                  <a:pt x="89612" y="390278"/>
                </a:lnTo>
                <a:lnTo>
                  <a:pt x="86491" y="389705"/>
                </a:lnTo>
                <a:close/>
                <a:moveTo>
                  <a:pt x="88215" y="194078"/>
                </a:moveTo>
                <a:lnTo>
                  <a:pt x="89449" y="195659"/>
                </a:lnTo>
                <a:lnTo>
                  <a:pt x="87598" y="194868"/>
                </a:lnTo>
                <a:close/>
                <a:moveTo>
                  <a:pt x="9259" y="240146"/>
                </a:moveTo>
                <a:lnTo>
                  <a:pt x="10120" y="241162"/>
                </a:lnTo>
                <a:lnTo>
                  <a:pt x="8828" y="240654"/>
                </a:lnTo>
                <a:close/>
                <a:moveTo>
                  <a:pt x="93360" y="187467"/>
                </a:moveTo>
                <a:lnTo>
                  <a:pt x="95315" y="189005"/>
                </a:lnTo>
                <a:lnTo>
                  <a:pt x="92383" y="188236"/>
                </a:lnTo>
                <a:close/>
                <a:moveTo>
                  <a:pt x="29004" y="70786"/>
                </a:moveTo>
                <a:lnTo>
                  <a:pt x="29904" y="72479"/>
                </a:lnTo>
                <a:lnTo>
                  <a:pt x="28554" y="71633"/>
                </a:lnTo>
                <a:close/>
                <a:moveTo>
                  <a:pt x="34869" y="123437"/>
                </a:moveTo>
                <a:lnTo>
                  <a:pt x="35633" y="124055"/>
                </a:lnTo>
                <a:lnTo>
                  <a:pt x="34486" y="123746"/>
                </a:lnTo>
                <a:close/>
                <a:moveTo>
                  <a:pt x="22207" y="203130"/>
                </a:moveTo>
                <a:lnTo>
                  <a:pt x="24054" y="203929"/>
                </a:lnTo>
                <a:lnTo>
                  <a:pt x="21284" y="203529"/>
                </a:lnTo>
                <a:close/>
                <a:moveTo>
                  <a:pt x="116020" y="220026"/>
                </a:moveTo>
                <a:lnTo>
                  <a:pt x="117266" y="220461"/>
                </a:lnTo>
                <a:lnTo>
                  <a:pt x="115397" y="220244"/>
                </a:lnTo>
                <a:close/>
                <a:moveTo>
                  <a:pt x="134218" y="19360"/>
                </a:moveTo>
                <a:lnTo>
                  <a:pt x="134878" y="20287"/>
                </a:lnTo>
                <a:lnTo>
                  <a:pt x="133888" y="19824"/>
                </a:lnTo>
                <a:close/>
                <a:moveTo>
                  <a:pt x="144714" y="38426"/>
                </a:moveTo>
                <a:lnTo>
                  <a:pt x="145763" y="40018"/>
                </a:lnTo>
                <a:lnTo>
                  <a:pt x="144190" y="39222"/>
                </a:lnTo>
                <a:close/>
                <a:moveTo>
                  <a:pt x="34044" y="197059"/>
                </a:moveTo>
                <a:lnTo>
                  <a:pt x="36146" y="197562"/>
                </a:lnTo>
                <a:lnTo>
                  <a:pt x="32993" y="197311"/>
                </a:lnTo>
                <a:close/>
                <a:moveTo>
                  <a:pt x="142526" y="77492"/>
                </a:moveTo>
                <a:lnTo>
                  <a:pt x="144330" y="78396"/>
                </a:lnTo>
                <a:lnTo>
                  <a:pt x="141623" y="77944"/>
                </a:lnTo>
                <a:close/>
                <a:moveTo>
                  <a:pt x="101365" y="178833"/>
                </a:moveTo>
                <a:lnTo>
                  <a:pt x="102127" y="180290"/>
                </a:lnTo>
                <a:lnTo>
                  <a:pt x="100985" y="179561"/>
                </a:lnTo>
                <a:close/>
                <a:moveTo>
                  <a:pt x="135264" y="167717"/>
                </a:moveTo>
                <a:lnTo>
                  <a:pt x="136780" y="168738"/>
                </a:lnTo>
                <a:lnTo>
                  <a:pt x="134506" y="168228"/>
                </a:lnTo>
                <a:close/>
                <a:moveTo>
                  <a:pt x="90960" y="268924"/>
                </a:moveTo>
                <a:lnTo>
                  <a:pt x="92011" y="270126"/>
                </a:lnTo>
                <a:lnTo>
                  <a:pt x="90434" y="269525"/>
                </a:lnTo>
                <a:close/>
                <a:moveTo>
                  <a:pt x="33383" y="247434"/>
                </a:moveTo>
                <a:lnTo>
                  <a:pt x="33831" y="248364"/>
                </a:lnTo>
                <a:lnTo>
                  <a:pt x="33159" y="247899"/>
                </a:lnTo>
                <a:close/>
                <a:moveTo>
                  <a:pt x="95130" y="327159"/>
                </a:moveTo>
                <a:lnTo>
                  <a:pt x="96526" y="327583"/>
                </a:lnTo>
                <a:lnTo>
                  <a:pt x="94432" y="327371"/>
                </a:lnTo>
                <a:close/>
                <a:moveTo>
                  <a:pt x="82495" y="43929"/>
                </a:moveTo>
                <a:lnTo>
                  <a:pt x="83283" y="44745"/>
                </a:lnTo>
                <a:lnTo>
                  <a:pt x="82101" y="44337"/>
                </a:lnTo>
                <a:close/>
                <a:moveTo>
                  <a:pt x="71000" y="331398"/>
                </a:moveTo>
                <a:lnTo>
                  <a:pt x="71592" y="331781"/>
                </a:lnTo>
                <a:lnTo>
                  <a:pt x="70704" y="331590"/>
                </a:lnTo>
                <a:close/>
                <a:moveTo>
                  <a:pt x="62431" y="178074"/>
                </a:moveTo>
                <a:lnTo>
                  <a:pt x="63914" y="179608"/>
                </a:lnTo>
                <a:lnTo>
                  <a:pt x="61689" y="178841"/>
                </a:lnTo>
                <a:close/>
                <a:moveTo>
                  <a:pt x="6342" y="236050"/>
                </a:moveTo>
                <a:lnTo>
                  <a:pt x="8396" y="236924"/>
                </a:lnTo>
                <a:lnTo>
                  <a:pt x="5315" y="236487"/>
                </a:lnTo>
                <a:close/>
                <a:moveTo>
                  <a:pt x="58601" y="291017"/>
                </a:moveTo>
                <a:lnTo>
                  <a:pt x="59343" y="292067"/>
                </a:lnTo>
                <a:lnTo>
                  <a:pt x="58230" y="291542"/>
                </a:lnTo>
                <a:close/>
                <a:moveTo>
                  <a:pt x="142460" y="162624"/>
                </a:moveTo>
                <a:lnTo>
                  <a:pt x="143725" y="163343"/>
                </a:lnTo>
                <a:lnTo>
                  <a:pt x="141827" y="162984"/>
                </a:lnTo>
                <a:close/>
                <a:moveTo>
                  <a:pt x="66308" y="348901"/>
                </a:moveTo>
                <a:lnTo>
                  <a:pt x="67803" y="349986"/>
                </a:lnTo>
                <a:lnTo>
                  <a:pt x="65561" y="349444"/>
                </a:lnTo>
                <a:close/>
                <a:moveTo>
                  <a:pt x="98483" y="105680"/>
                </a:moveTo>
                <a:lnTo>
                  <a:pt x="100563" y="106926"/>
                </a:lnTo>
                <a:lnTo>
                  <a:pt x="97443" y="106303"/>
                </a:lnTo>
                <a:close/>
                <a:moveTo>
                  <a:pt x="104505" y="244055"/>
                </a:moveTo>
                <a:lnTo>
                  <a:pt x="106198" y="245026"/>
                </a:lnTo>
                <a:lnTo>
                  <a:pt x="103659" y="244541"/>
                </a:lnTo>
                <a:close/>
                <a:moveTo>
                  <a:pt x="100879" y="375381"/>
                </a:moveTo>
                <a:lnTo>
                  <a:pt x="102902" y="376435"/>
                </a:lnTo>
                <a:lnTo>
                  <a:pt x="99868" y="375908"/>
                </a:lnTo>
                <a:close/>
                <a:moveTo>
                  <a:pt x="26892" y="274253"/>
                </a:moveTo>
                <a:lnTo>
                  <a:pt x="29040" y="275213"/>
                </a:lnTo>
                <a:lnTo>
                  <a:pt x="25817" y="274733"/>
                </a:lnTo>
                <a:close/>
                <a:moveTo>
                  <a:pt x="76335" y="119530"/>
                </a:moveTo>
                <a:lnTo>
                  <a:pt x="78318" y="121260"/>
                </a:lnTo>
                <a:lnTo>
                  <a:pt x="75344" y="120395"/>
                </a:lnTo>
                <a:close/>
                <a:moveTo>
                  <a:pt x="107160" y="153000"/>
                </a:moveTo>
                <a:lnTo>
                  <a:pt x="109118" y="154617"/>
                </a:lnTo>
                <a:lnTo>
                  <a:pt x="106181" y="153809"/>
                </a:lnTo>
                <a:close/>
                <a:moveTo>
                  <a:pt x="44131" y="221090"/>
                </a:moveTo>
                <a:lnTo>
                  <a:pt x="46015" y="222825"/>
                </a:lnTo>
                <a:lnTo>
                  <a:pt x="43189" y="221958"/>
                </a:lnTo>
                <a:close/>
                <a:moveTo>
                  <a:pt x="126089" y="197787"/>
                </a:moveTo>
                <a:lnTo>
                  <a:pt x="127262" y="198153"/>
                </a:lnTo>
                <a:lnTo>
                  <a:pt x="125502" y="197970"/>
                </a:lnTo>
                <a:close/>
                <a:moveTo>
                  <a:pt x="124417" y="12782"/>
                </a:moveTo>
                <a:lnTo>
                  <a:pt x="124904" y="13430"/>
                </a:lnTo>
                <a:lnTo>
                  <a:pt x="124173" y="13106"/>
                </a:lnTo>
                <a:close/>
                <a:moveTo>
                  <a:pt x="69914" y="188333"/>
                </a:moveTo>
                <a:lnTo>
                  <a:pt x="70663" y="189614"/>
                </a:lnTo>
                <a:lnTo>
                  <a:pt x="69539" y="188974"/>
                </a:lnTo>
                <a:close/>
                <a:moveTo>
                  <a:pt x="124840" y="319921"/>
                </a:moveTo>
                <a:lnTo>
                  <a:pt x="126704" y="320929"/>
                </a:lnTo>
                <a:lnTo>
                  <a:pt x="123908" y="320425"/>
                </a:lnTo>
                <a:close/>
                <a:moveTo>
                  <a:pt x="114040" y="375055"/>
                </a:moveTo>
                <a:lnTo>
                  <a:pt x="115656" y="376580"/>
                </a:lnTo>
                <a:lnTo>
                  <a:pt x="113232" y="375818"/>
                </a:lnTo>
                <a:close/>
                <a:moveTo>
                  <a:pt x="88656" y="111597"/>
                </a:moveTo>
                <a:lnTo>
                  <a:pt x="90324" y="112613"/>
                </a:lnTo>
                <a:lnTo>
                  <a:pt x="87822" y="112105"/>
                </a:lnTo>
                <a:close/>
                <a:moveTo>
                  <a:pt x="135147" y="171008"/>
                </a:moveTo>
                <a:lnTo>
                  <a:pt x="136935" y="171571"/>
                </a:lnTo>
                <a:lnTo>
                  <a:pt x="134253" y="171290"/>
                </a:lnTo>
                <a:close/>
                <a:moveTo>
                  <a:pt x="72106" y="368636"/>
                </a:moveTo>
                <a:lnTo>
                  <a:pt x="73083" y="369030"/>
                </a:lnTo>
                <a:lnTo>
                  <a:pt x="71617" y="368833"/>
                </a:lnTo>
                <a:close/>
                <a:moveTo>
                  <a:pt x="116298" y="9928"/>
                </a:moveTo>
                <a:lnTo>
                  <a:pt x="117127" y="11421"/>
                </a:lnTo>
                <a:lnTo>
                  <a:pt x="115884" y="10674"/>
                </a:lnTo>
                <a:close/>
                <a:moveTo>
                  <a:pt x="43085" y="50345"/>
                </a:moveTo>
                <a:lnTo>
                  <a:pt x="43464" y="51418"/>
                </a:lnTo>
                <a:lnTo>
                  <a:pt x="42895" y="50881"/>
                </a:lnTo>
                <a:close/>
                <a:moveTo>
                  <a:pt x="11434" y="68838"/>
                </a:moveTo>
                <a:lnTo>
                  <a:pt x="13420" y="69765"/>
                </a:lnTo>
                <a:lnTo>
                  <a:pt x="10441" y="69302"/>
                </a:lnTo>
                <a:close/>
                <a:moveTo>
                  <a:pt x="8880" y="3493"/>
                </a:moveTo>
                <a:lnTo>
                  <a:pt x="10202" y="4248"/>
                </a:lnTo>
                <a:lnTo>
                  <a:pt x="8218" y="3870"/>
                </a:lnTo>
                <a:close/>
                <a:moveTo>
                  <a:pt x="14714" y="100016"/>
                </a:moveTo>
                <a:lnTo>
                  <a:pt x="15576" y="101102"/>
                </a:lnTo>
                <a:lnTo>
                  <a:pt x="14283" y="100559"/>
                </a:lnTo>
                <a:close/>
                <a:moveTo>
                  <a:pt x="141835" y="152066"/>
                </a:moveTo>
                <a:lnTo>
                  <a:pt x="143758" y="153493"/>
                </a:lnTo>
                <a:lnTo>
                  <a:pt x="140874" y="152779"/>
                </a:lnTo>
                <a:close/>
                <a:moveTo>
                  <a:pt x="116396" y="193042"/>
                </a:moveTo>
                <a:lnTo>
                  <a:pt x="118593" y="194446"/>
                </a:lnTo>
                <a:lnTo>
                  <a:pt x="115297" y="193744"/>
                </a:lnTo>
                <a:close/>
                <a:moveTo>
                  <a:pt x="74448" y="306"/>
                </a:moveTo>
                <a:lnTo>
                  <a:pt x="76466" y="1531"/>
                </a:lnTo>
                <a:lnTo>
                  <a:pt x="73438" y="919"/>
                </a:lnTo>
                <a:close/>
                <a:moveTo>
                  <a:pt x="124365" y="206633"/>
                </a:moveTo>
                <a:lnTo>
                  <a:pt x="125450" y="207580"/>
                </a:lnTo>
                <a:lnTo>
                  <a:pt x="123823" y="207106"/>
                </a:lnTo>
                <a:close/>
                <a:moveTo>
                  <a:pt x="42440" y="53844"/>
                </a:moveTo>
                <a:lnTo>
                  <a:pt x="43207" y="55337"/>
                </a:lnTo>
                <a:lnTo>
                  <a:pt x="42057" y="54591"/>
                </a:lnTo>
                <a:close/>
                <a:moveTo>
                  <a:pt x="48834" y="290931"/>
                </a:moveTo>
                <a:lnTo>
                  <a:pt x="50334" y="292695"/>
                </a:lnTo>
                <a:lnTo>
                  <a:pt x="48084" y="291813"/>
                </a:lnTo>
                <a:close/>
                <a:moveTo>
                  <a:pt x="54683" y="366848"/>
                </a:moveTo>
                <a:lnTo>
                  <a:pt x="56814" y="368160"/>
                </a:lnTo>
                <a:lnTo>
                  <a:pt x="53618" y="367504"/>
                </a:lnTo>
                <a:close/>
                <a:moveTo>
                  <a:pt x="126688" y="32919"/>
                </a:moveTo>
                <a:lnTo>
                  <a:pt x="128390" y="33472"/>
                </a:lnTo>
                <a:lnTo>
                  <a:pt x="125838" y="33196"/>
                </a:lnTo>
                <a:close/>
                <a:moveTo>
                  <a:pt x="143244" y="291361"/>
                </a:moveTo>
                <a:lnTo>
                  <a:pt x="144023" y="292277"/>
                </a:lnTo>
                <a:lnTo>
                  <a:pt x="142855" y="291819"/>
                </a:lnTo>
                <a:close/>
                <a:moveTo>
                  <a:pt x="56530" y="18212"/>
                </a:moveTo>
                <a:lnTo>
                  <a:pt x="57510" y="19198"/>
                </a:lnTo>
                <a:lnTo>
                  <a:pt x="56041" y="18705"/>
                </a:lnTo>
                <a:close/>
                <a:moveTo>
                  <a:pt x="23621" y="368686"/>
                </a:moveTo>
                <a:lnTo>
                  <a:pt x="24544" y="370230"/>
                </a:lnTo>
                <a:lnTo>
                  <a:pt x="23159" y="369458"/>
                </a:lnTo>
                <a:close/>
                <a:moveTo>
                  <a:pt x="53257" y="52725"/>
                </a:moveTo>
                <a:lnTo>
                  <a:pt x="55363" y="53718"/>
                </a:lnTo>
                <a:lnTo>
                  <a:pt x="52204" y="53222"/>
                </a:lnTo>
                <a:close/>
                <a:moveTo>
                  <a:pt x="140624" y="251098"/>
                </a:moveTo>
                <a:lnTo>
                  <a:pt x="141891" y="251807"/>
                </a:lnTo>
                <a:lnTo>
                  <a:pt x="139990" y="251452"/>
                </a:lnTo>
                <a:close/>
                <a:moveTo>
                  <a:pt x="134376" y="173918"/>
                </a:moveTo>
                <a:lnTo>
                  <a:pt x="135151" y="174616"/>
                </a:lnTo>
                <a:lnTo>
                  <a:pt x="133988" y="174267"/>
                </a:lnTo>
                <a:close/>
                <a:moveTo>
                  <a:pt x="109796" y="20926"/>
                </a:moveTo>
                <a:lnTo>
                  <a:pt x="111830" y="22396"/>
                </a:lnTo>
                <a:lnTo>
                  <a:pt x="108779" y="21661"/>
                </a:lnTo>
                <a:close/>
                <a:moveTo>
                  <a:pt x="41164" y="319743"/>
                </a:moveTo>
                <a:lnTo>
                  <a:pt x="42173" y="321293"/>
                </a:lnTo>
                <a:lnTo>
                  <a:pt x="40659" y="320518"/>
                </a:lnTo>
                <a:close/>
                <a:moveTo>
                  <a:pt x="12235" y="118797"/>
                </a:moveTo>
                <a:lnTo>
                  <a:pt x="13397" y="119243"/>
                </a:lnTo>
                <a:lnTo>
                  <a:pt x="11654" y="119020"/>
                </a:lnTo>
                <a:close/>
                <a:moveTo>
                  <a:pt x="55824" y="1314"/>
                </a:moveTo>
                <a:lnTo>
                  <a:pt x="56967" y="3092"/>
                </a:lnTo>
                <a:lnTo>
                  <a:pt x="55252" y="2203"/>
                </a:lnTo>
                <a:close/>
                <a:moveTo>
                  <a:pt x="134977" y="350499"/>
                </a:moveTo>
                <a:lnTo>
                  <a:pt x="137022" y="351842"/>
                </a:lnTo>
                <a:lnTo>
                  <a:pt x="133955" y="351170"/>
                </a:lnTo>
                <a:close/>
                <a:moveTo>
                  <a:pt x="14899" y="199725"/>
                </a:moveTo>
                <a:lnTo>
                  <a:pt x="15441" y="200517"/>
                </a:lnTo>
                <a:lnTo>
                  <a:pt x="14628" y="200121"/>
                </a:lnTo>
                <a:close/>
                <a:moveTo>
                  <a:pt x="47722" y="209054"/>
                </a:moveTo>
                <a:lnTo>
                  <a:pt x="48232" y="209555"/>
                </a:lnTo>
                <a:lnTo>
                  <a:pt x="47467" y="209304"/>
                </a:lnTo>
                <a:close/>
                <a:moveTo>
                  <a:pt x="78534" y="192294"/>
                </a:moveTo>
                <a:lnTo>
                  <a:pt x="80042" y="193821"/>
                </a:lnTo>
                <a:lnTo>
                  <a:pt x="77781" y="193057"/>
                </a:lnTo>
                <a:close/>
                <a:moveTo>
                  <a:pt x="114293" y="291194"/>
                </a:moveTo>
                <a:lnTo>
                  <a:pt x="115907" y="292849"/>
                </a:lnTo>
                <a:lnTo>
                  <a:pt x="113486" y="292021"/>
                </a:lnTo>
                <a:close/>
                <a:moveTo>
                  <a:pt x="80548" y="43922"/>
                </a:moveTo>
                <a:lnTo>
                  <a:pt x="82340" y="45507"/>
                </a:lnTo>
                <a:lnTo>
                  <a:pt x="79651" y="44715"/>
                </a:lnTo>
                <a:close/>
                <a:moveTo>
                  <a:pt x="36369" y="154115"/>
                </a:moveTo>
                <a:lnTo>
                  <a:pt x="36914" y="155417"/>
                </a:lnTo>
                <a:lnTo>
                  <a:pt x="36096" y="154766"/>
                </a:lnTo>
                <a:close/>
                <a:moveTo>
                  <a:pt x="130503" y="133960"/>
                </a:moveTo>
                <a:lnTo>
                  <a:pt x="131647" y="134589"/>
                </a:lnTo>
                <a:lnTo>
                  <a:pt x="129931" y="134275"/>
                </a:lnTo>
                <a:close/>
                <a:moveTo>
                  <a:pt x="58311" y="98885"/>
                </a:moveTo>
                <a:lnTo>
                  <a:pt x="59814" y="99574"/>
                </a:lnTo>
                <a:lnTo>
                  <a:pt x="57559" y="99229"/>
                </a:lnTo>
                <a:close/>
                <a:moveTo>
                  <a:pt x="112876" y="74781"/>
                </a:moveTo>
                <a:lnTo>
                  <a:pt x="114193" y="75240"/>
                </a:lnTo>
                <a:lnTo>
                  <a:pt x="112217" y="75011"/>
                </a:lnTo>
                <a:close/>
                <a:moveTo>
                  <a:pt x="60573" y="123558"/>
                </a:moveTo>
                <a:lnTo>
                  <a:pt x="62345" y="125318"/>
                </a:lnTo>
                <a:lnTo>
                  <a:pt x="59688" y="124438"/>
                </a:lnTo>
                <a:close/>
                <a:moveTo>
                  <a:pt x="123465" y="69126"/>
                </a:moveTo>
                <a:lnTo>
                  <a:pt x="123909" y="70088"/>
                </a:lnTo>
                <a:lnTo>
                  <a:pt x="123243" y="69607"/>
                </a:lnTo>
                <a:close/>
                <a:moveTo>
                  <a:pt x="87133" y="337525"/>
                </a:moveTo>
                <a:lnTo>
                  <a:pt x="88059" y="338128"/>
                </a:lnTo>
                <a:lnTo>
                  <a:pt x="86670" y="337826"/>
                </a:lnTo>
                <a:close/>
                <a:moveTo>
                  <a:pt x="23225" y="225316"/>
                </a:moveTo>
                <a:lnTo>
                  <a:pt x="23740" y="227068"/>
                </a:lnTo>
                <a:lnTo>
                  <a:pt x="22968" y="226192"/>
                </a:lnTo>
                <a:close/>
                <a:moveTo>
                  <a:pt x="31384" y="367330"/>
                </a:moveTo>
                <a:lnTo>
                  <a:pt x="32941" y="368285"/>
                </a:lnTo>
                <a:lnTo>
                  <a:pt x="30606" y="367808"/>
                </a:lnTo>
                <a:close/>
                <a:moveTo>
                  <a:pt x="97126" y="382221"/>
                </a:moveTo>
                <a:lnTo>
                  <a:pt x="97682" y="383378"/>
                </a:lnTo>
                <a:lnTo>
                  <a:pt x="96848" y="382800"/>
                </a:lnTo>
                <a:close/>
                <a:moveTo>
                  <a:pt x="41117" y="18068"/>
                </a:moveTo>
                <a:lnTo>
                  <a:pt x="42728" y="18418"/>
                </a:lnTo>
                <a:lnTo>
                  <a:pt x="40311" y="18243"/>
                </a:lnTo>
                <a:close/>
                <a:moveTo>
                  <a:pt x="87914" y="117075"/>
                </a:moveTo>
                <a:lnTo>
                  <a:pt x="89781" y="118034"/>
                </a:lnTo>
                <a:lnTo>
                  <a:pt x="86980" y="117555"/>
                </a:lnTo>
                <a:close/>
                <a:moveTo>
                  <a:pt x="73207" y="165140"/>
                </a:moveTo>
                <a:lnTo>
                  <a:pt x="75027" y="165898"/>
                </a:lnTo>
                <a:lnTo>
                  <a:pt x="72297" y="165519"/>
                </a:lnTo>
                <a:close/>
                <a:moveTo>
                  <a:pt x="46344" y="174755"/>
                </a:moveTo>
                <a:lnTo>
                  <a:pt x="47768" y="175611"/>
                </a:lnTo>
                <a:lnTo>
                  <a:pt x="45632" y="175183"/>
                </a:lnTo>
                <a:close/>
                <a:moveTo>
                  <a:pt x="127072" y="5703"/>
                </a:moveTo>
                <a:lnTo>
                  <a:pt x="127803" y="6153"/>
                </a:lnTo>
                <a:lnTo>
                  <a:pt x="126706" y="5928"/>
                </a:lnTo>
                <a:close/>
                <a:moveTo>
                  <a:pt x="85594" y="361107"/>
                </a:moveTo>
                <a:lnTo>
                  <a:pt x="87673" y="362479"/>
                </a:lnTo>
                <a:lnTo>
                  <a:pt x="84555" y="361793"/>
                </a:lnTo>
                <a:close/>
                <a:moveTo>
                  <a:pt x="79165" y="14105"/>
                </a:moveTo>
                <a:lnTo>
                  <a:pt x="79989" y="15170"/>
                </a:lnTo>
                <a:lnTo>
                  <a:pt x="78753" y="14637"/>
                </a:lnTo>
                <a:close/>
                <a:moveTo>
                  <a:pt x="89765" y="326989"/>
                </a:moveTo>
                <a:lnTo>
                  <a:pt x="91062" y="328143"/>
                </a:lnTo>
                <a:lnTo>
                  <a:pt x="89117" y="327566"/>
                </a:lnTo>
                <a:close/>
                <a:moveTo>
                  <a:pt x="77478" y="67868"/>
                </a:moveTo>
                <a:lnTo>
                  <a:pt x="79008" y="68853"/>
                </a:lnTo>
                <a:lnTo>
                  <a:pt x="76713" y="68360"/>
                </a:lnTo>
                <a:close/>
                <a:moveTo>
                  <a:pt x="96208" y="40101"/>
                </a:moveTo>
                <a:lnTo>
                  <a:pt x="97654" y="41513"/>
                </a:lnTo>
                <a:lnTo>
                  <a:pt x="95486" y="40807"/>
                </a:lnTo>
                <a:close/>
                <a:moveTo>
                  <a:pt x="92873" y="335873"/>
                </a:moveTo>
                <a:lnTo>
                  <a:pt x="93421" y="336684"/>
                </a:lnTo>
                <a:lnTo>
                  <a:pt x="92599" y="336279"/>
                </a:lnTo>
                <a:close/>
                <a:moveTo>
                  <a:pt x="60306" y="94984"/>
                </a:moveTo>
                <a:lnTo>
                  <a:pt x="61981" y="95495"/>
                </a:lnTo>
                <a:lnTo>
                  <a:pt x="59468" y="95239"/>
                </a:lnTo>
                <a:close/>
                <a:moveTo>
                  <a:pt x="129977" y="370184"/>
                </a:moveTo>
                <a:lnTo>
                  <a:pt x="131480" y="370642"/>
                </a:lnTo>
                <a:lnTo>
                  <a:pt x="129226" y="370413"/>
                </a:lnTo>
                <a:close/>
                <a:moveTo>
                  <a:pt x="115781" y="62920"/>
                </a:moveTo>
                <a:lnTo>
                  <a:pt x="116484" y="64041"/>
                </a:lnTo>
                <a:lnTo>
                  <a:pt x="115430" y="63480"/>
                </a:lnTo>
                <a:close/>
                <a:moveTo>
                  <a:pt x="76149" y="379158"/>
                </a:moveTo>
                <a:lnTo>
                  <a:pt x="76973" y="380213"/>
                </a:lnTo>
                <a:lnTo>
                  <a:pt x="75737" y="379685"/>
                </a:lnTo>
                <a:close/>
                <a:moveTo>
                  <a:pt x="130261" y="354403"/>
                </a:moveTo>
                <a:lnTo>
                  <a:pt x="131963" y="355416"/>
                </a:lnTo>
                <a:lnTo>
                  <a:pt x="129410" y="354909"/>
                </a:lnTo>
                <a:close/>
                <a:moveTo>
                  <a:pt x="108095" y="121797"/>
                </a:moveTo>
                <a:lnTo>
                  <a:pt x="109139" y="122135"/>
                </a:lnTo>
                <a:lnTo>
                  <a:pt x="107574" y="121966"/>
                </a:lnTo>
                <a:close/>
                <a:moveTo>
                  <a:pt x="50295" y="104857"/>
                </a:moveTo>
                <a:lnTo>
                  <a:pt x="52066" y="105164"/>
                </a:lnTo>
                <a:lnTo>
                  <a:pt x="49410" y="105011"/>
                </a:lnTo>
                <a:close/>
                <a:moveTo>
                  <a:pt x="59098" y="380472"/>
                </a:moveTo>
                <a:lnTo>
                  <a:pt x="60850" y="381900"/>
                </a:lnTo>
                <a:lnTo>
                  <a:pt x="58221" y="381186"/>
                </a:lnTo>
                <a:close/>
                <a:moveTo>
                  <a:pt x="75381" y="224644"/>
                </a:moveTo>
                <a:lnTo>
                  <a:pt x="77517" y="225258"/>
                </a:lnTo>
                <a:lnTo>
                  <a:pt x="74314" y="224951"/>
                </a:lnTo>
                <a:close/>
                <a:moveTo>
                  <a:pt x="100031" y="69105"/>
                </a:moveTo>
                <a:lnTo>
                  <a:pt x="100996" y="69578"/>
                </a:lnTo>
                <a:lnTo>
                  <a:pt x="99549" y="69341"/>
                </a:lnTo>
                <a:close/>
                <a:moveTo>
                  <a:pt x="124643" y="11794"/>
                </a:moveTo>
                <a:lnTo>
                  <a:pt x="126404" y="13014"/>
                </a:lnTo>
                <a:lnTo>
                  <a:pt x="123763" y="12404"/>
                </a:lnTo>
                <a:close/>
                <a:moveTo>
                  <a:pt x="110045" y="319100"/>
                </a:moveTo>
                <a:lnTo>
                  <a:pt x="111118" y="320589"/>
                </a:lnTo>
                <a:lnTo>
                  <a:pt x="109509" y="319844"/>
                </a:lnTo>
                <a:close/>
                <a:moveTo>
                  <a:pt x="21554" y="31887"/>
                </a:moveTo>
                <a:lnTo>
                  <a:pt x="23395" y="32500"/>
                </a:lnTo>
                <a:lnTo>
                  <a:pt x="20634" y="32194"/>
                </a:lnTo>
                <a:close/>
                <a:moveTo>
                  <a:pt x="40046" y="108499"/>
                </a:moveTo>
                <a:lnTo>
                  <a:pt x="40507" y="110020"/>
                </a:lnTo>
                <a:lnTo>
                  <a:pt x="39816" y="109259"/>
                </a:lnTo>
                <a:close/>
                <a:moveTo>
                  <a:pt x="77577" y="109361"/>
                </a:moveTo>
                <a:lnTo>
                  <a:pt x="78991" y="110971"/>
                </a:lnTo>
                <a:lnTo>
                  <a:pt x="76870" y="110166"/>
                </a:lnTo>
                <a:close/>
                <a:moveTo>
                  <a:pt x="88097" y="212552"/>
                </a:moveTo>
                <a:lnTo>
                  <a:pt x="89460" y="213884"/>
                </a:lnTo>
                <a:lnTo>
                  <a:pt x="87415" y="213218"/>
                </a:lnTo>
                <a:close/>
                <a:moveTo>
                  <a:pt x="80483" y="322435"/>
                </a:moveTo>
                <a:lnTo>
                  <a:pt x="81625" y="323826"/>
                </a:lnTo>
                <a:lnTo>
                  <a:pt x="79911" y="323131"/>
                </a:lnTo>
                <a:close/>
                <a:moveTo>
                  <a:pt x="21808" y="215212"/>
                </a:moveTo>
                <a:lnTo>
                  <a:pt x="23874" y="216730"/>
                </a:lnTo>
                <a:lnTo>
                  <a:pt x="20775" y="215971"/>
                </a:lnTo>
                <a:close/>
                <a:moveTo>
                  <a:pt x="84765" y="155914"/>
                </a:moveTo>
                <a:lnTo>
                  <a:pt x="86866" y="157274"/>
                </a:lnTo>
                <a:lnTo>
                  <a:pt x="83715" y="156594"/>
                </a:lnTo>
                <a:close/>
                <a:moveTo>
                  <a:pt x="138053" y="259878"/>
                </a:moveTo>
                <a:lnTo>
                  <a:pt x="139245" y="260647"/>
                </a:lnTo>
                <a:lnTo>
                  <a:pt x="137456" y="260263"/>
                </a:lnTo>
                <a:close/>
                <a:moveTo>
                  <a:pt x="129072" y="29048"/>
                </a:moveTo>
                <a:lnTo>
                  <a:pt x="130554" y="29477"/>
                </a:lnTo>
                <a:lnTo>
                  <a:pt x="128331" y="29263"/>
                </a:lnTo>
                <a:close/>
                <a:moveTo>
                  <a:pt x="5177" y="245103"/>
                </a:moveTo>
                <a:lnTo>
                  <a:pt x="5819" y="246707"/>
                </a:lnTo>
                <a:lnTo>
                  <a:pt x="4855" y="245905"/>
                </a:lnTo>
                <a:close/>
                <a:moveTo>
                  <a:pt x="68036" y="35413"/>
                </a:moveTo>
                <a:lnTo>
                  <a:pt x="68402" y="37016"/>
                </a:lnTo>
                <a:lnTo>
                  <a:pt x="67853" y="36214"/>
                </a:lnTo>
                <a:close/>
                <a:moveTo>
                  <a:pt x="29289" y="77384"/>
                </a:moveTo>
                <a:lnTo>
                  <a:pt x="30560" y="78818"/>
                </a:lnTo>
                <a:lnTo>
                  <a:pt x="28654" y="78101"/>
                </a:lnTo>
                <a:close/>
                <a:moveTo>
                  <a:pt x="84795" y="138706"/>
                </a:moveTo>
                <a:lnTo>
                  <a:pt x="86096" y="139399"/>
                </a:lnTo>
                <a:lnTo>
                  <a:pt x="84144" y="139052"/>
                </a:lnTo>
                <a:close/>
                <a:moveTo>
                  <a:pt x="4607" y="70366"/>
                </a:moveTo>
                <a:lnTo>
                  <a:pt x="6303" y="70707"/>
                </a:lnTo>
                <a:lnTo>
                  <a:pt x="3759" y="70537"/>
                </a:lnTo>
                <a:close/>
                <a:moveTo>
                  <a:pt x="19696" y="352573"/>
                </a:moveTo>
                <a:lnTo>
                  <a:pt x="21365" y="353767"/>
                </a:lnTo>
                <a:lnTo>
                  <a:pt x="18862" y="353170"/>
                </a:lnTo>
                <a:close/>
                <a:moveTo>
                  <a:pt x="24117" y="94449"/>
                </a:moveTo>
                <a:lnTo>
                  <a:pt x="25278" y="95119"/>
                </a:lnTo>
                <a:lnTo>
                  <a:pt x="23537" y="94784"/>
                </a:lnTo>
                <a:close/>
                <a:moveTo>
                  <a:pt x="116105" y="70281"/>
                </a:moveTo>
                <a:lnTo>
                  <a:pt x="117586" y="70723"/>
                </a:lnTo>
                <a:lnTo>
                  <a:pt x="115364" y="70502"/>
                </a:lnTo>
                <a:close/>
                <a:moveTo>
                  <a:pt x="115365" y="68416"/>
                </a:moveTo>
                <a:lnTo>
                  <a:pt x="115792" y="68848"/>
                </a:lnTo>
                <a:lnTo>
                  <a:pt x="115151" y="68632"/>
                </a:lnTo>
                <a:close/>
                <a:moveTo>
                  <a:pt x="125296" y="256193"/>
                </a:moveTo>
                <a:lnTo>
                  <a:pt x="126557" y="257472"/>
                </a:lnTo>
                <a:lnTo>
                  <a:pt x="124665" y="256833"/>
                </a:lnTo>
                <a:close/>
                <a:moveTo>
                  <a:pt x="62850" y="23186"/>
                </a:moveTo>
                <a:lnTo>
                  <a:pt x="63664" y="24851"/>
                </a:lnTo>
                <a:lnTo>
                  <a:pt x="62442" y="24019"/>
                </a:lnTo>
                <a:close/>
                <a:moveTo>
                  <a:pt x="15790" y="107899"/>
                </a:moveTo>
                <a:lnTo>
                  <a:pt x="16144" y="109513"/>
                </a:lnTo>
                <a:lnTo>
                  <a:pt x="15613" y="108706"/>
                </a:lnTo>
                <a:close/>
                <a:moveTo>
                  <a:pt x="33473" y="7658"/>
                </a:moveTo>
                <a:lnTo>
                  <a:pt x="33832" y="8211"/>
                </a:lnTo>
                <a:lnTo>
                  <a:pt x="33293" y="7935"/>
                </a:lnTo>
                <a:close/>
                <a:moveTo>
                  <a:pt x="46396" y="385307"/>
                </a:moveTo>
                <a:lnTo>
                  <a:pt x="48465" y="386084"/>
                </a:lnTo>
                <a:lnTo>
                  <a:pt x="45361" y="385696"/>
                </a:lnTo>
                <a:close/>
                <a:moveTo>
                  <a:pt x="12839" y="390897"/>
                </a:moveTo>
                <a:lnTo>
                  <a:pt x="13608" y="391868"/>
                </a:lnTo>
                <a:lnTo>
                  <a:pt x="12455" y="391383"/>
                </a:lnTo>
                <a:close/>
                <a:moveTo>
                  <a:pt x="139467" y="264552"/>
                </a:moveTo>
                <a:lnTo>
                  <a:pt x="141479" y="266244"/>
                </a:lnTo>
                <a:lnTo>
                  <a:pt x="138460" y="265398"/>
                </a:lnTo>
                <a:close/>
                <a:moveTo>
                  <a:pt x="117325" y="287474"/>
                </a:moveTo>
                <a:lnTo>
                  <a:pt x="117708" y="289158"/>
                </a:lnTo>
                <a:lnTo>
                  <a:pt x="117133" y="288316"/>
                </a:lnTo>
                <a:close/>
                <a:moveTo>
                  <a:pt x="56056" y="50385"/>
                </a:moveTo>
                <a:lnTo>
                  <a:pt x="57661" y="52098"/>
                </a:lnTo>
                <a:lnTo>
                  <a:pt x="55253" y="51241"/>
                </a:lnTo>
                <a:close/>
                <a:moveTo>
                  <a:pt x="144648" y="23412"/>
                </a:moveTo>
                <a:lnTo>
                  <a:pt x="145389" y="24529"/>
                </a:lnTo>
                <a:lnTo>
                  <a:pt x="144277" y="23970"/>
                </a:lnTo>
                <a:close/>
                <a:moveTo>
                  <a:pt x="23130" y="90616"/>
                </a:moveTo>
                <a:lnTo>
                  <a:pt x="23976" y="91185"/>
                </a:lnTo>
                <a:lnTo>
                  <a:pt x="22706" y="90900"/>
                </a:lnTo>
                <a:close/>
                <a:moveTo>
                  <a:pt x="109575" y="177607"/>
                </a:moveTo>
                <a:lnTo>
                  <a:pt x="110769" y="179387"/>
                </a:lnTo>
                <a:lnTo>
                  <a:pt x="108979" y="178497"/>
                </a:lnTo>
                <a:close/>
                <a:moveTo>
                  <a:pt x="89848" y="235592"/>
                </a:moveTo>
                <a:lnTo>
                  <a:pt x="90684" y="236429"/>
                </a:lnTo>
                <a:lnTo>
                  <a:pt x="89430" y="236010"/>
                </a:lnTo>
                <a:close/>
                <a:moveTo>
                  <a:pt x="70304" y="103526"/>
                </a:moveTo>
                <a:lnTo>
                  <a:pt x="71147" y="104150"/>
                </a:lnTo>
                <a:lnTo>
                  <a:pt x="69883" y="103838"/>
                </a:lnTo>
                <a:close/>
                <a:moveTo>
                  <a:pt x="53434" y="198374"/>
                </a:moveTo>
                <a:lnTo>
                  <a:pt x="54630" y="199637"/>
                </a:lnTo>
                <a:lnTo>
                  <a:pt x="52836" y="199005"/>
                </a:lnTo>
                <a:close/>
                <a:moveTo>
                  <a:pt x="7369" y="371407"/>
                </a:moveTo>
                <a:lnTo>
                  <a:pt x="9019" y="372236"/>
                </a:lnTo>
                <a:lnTo>
                  <a:pt x="6545" y="371822"/>
                </a:lnTo>
                <a:close/>
                <a:moveTo>
                  <a:pt x="68557" y="280675"/>
                </a:moveTo>
                <a:lnTo>
                  <a:pt x="69846" y="282162"/>
                </a:lnTo>
                <a:lnTo>
                  <a:pt x="67912" y="281418"/>
                </a:lnTo>
                <a:close/>
                <a:moveTo>
                  <a:pt x="36912" y="44296"/>
                </a:moveTo>
                <a:lnTo>
                  <a:pt x="38602" y="45383"/>
                </a:lnTo>
                <a:lnTo>
                  <a:pt x="36067" y="44840"/>
                </a:lnTo>
                <a:close/>
                <a:moveTo>
                  <a:pt x="54145" y="180967"/>
                </a:moveTo>
                <a:lnTo>
                  <a:pt x="56226" y="181757"/>
                </a:lnTo>
                <a:lnTo>
                  <a:pt x="53104" y="181362"/>
                </a:lnTo>
                <a:close/>
                <a:moveTo>
                  <a:pt x="91182" y="367663"/>
                </a:moveTo>
                <a:lnTo>
                  <a:pt x="92176" y="368723"/>
                </a:lnTo>
                <a:lnTo>
                  <a:pt x="90684" y="368193"/>
                </a:lnTo>
                <a:close/>
                <a:moveTo>
                  <a:pt x="49879" y="382308"/>
                </a:moveTo>
                <a:lnTo>
                  <a:pt x="51162" y="383340"/>
                </a:lnTo>
                <a:lnTo>
                  <a:pt x="49238" y="382824"/>
                </a:lnTo>
                <a:close/>
                <a:moveTo>
                  <a:pt x="126941" y="392596"/>
                </a:moveTo>
                <a:lnTo>
                  <a:pt x="129036" y="393952"/>
                </a:lnTo>
                <a:lnTo>
                  <a:pt x="125894" y="393274"/>
                </a:lnTo>
                <a:close/>
                <a:moveTo>
                  <a:pt x="111062" y="180984"/>
                </a:moveTo>
                <a:lnTo>
                  <a:pt x="113147" y="181387"/>
                </a:lnTo>
                <a:lnTo>
                  <a:pt x="110019" y="181185"/>
                </a:lnTo>
                <a:close/>
                <a:moveTo>
                  <a:pt x="105265" y="220318"/>
                </a:moveTo>
                <a:lnTo>
                  <a:pt x="106317" y="221557"/>
                </a:lnTo>
                <a:lnTo>
                  <a:pt x="104740" y="220938"/>
                </a:lnTo>
                <a:close/>
                <a:moveTo>
                  <a:pt x="46766" y="156268"/>
                </a:moveTo>
                <a:lnTo>
                  <a:pt x="48527" y="156783"/>
                </a:lnTo>
                <a:lnTo>
                  <a:pt x="45886" y="156526"/>
                </a:lnTo>
                <a:close/>
                <a:moveTo>
                  <a:pt x="33294" y="14914"/>
                </a:moveTo>
                <a:lnTo>
                  <a:pt x="33658" y="16040"/>
                </a:lnTo>
                <a:lnTo>
                  <a:pt x="33112" y="15477"/>
                </a:lnTo>
                <a:close/>
                <a:moveTo>
                  <a:pt x="33621" y="149049"/>
                </a:moveTo>
                <a:lnTo>
                  <a:pt x="34657" y="150387"/>
                </a:lnTo>
                <a:lnTo>
                  <a:pt x="33103" y="149718"/>
                </a:lnTo>
                <a:close/>
                <a:moveTo>
                  <a:pt x="72045" y="112508"/>
                </a:moveTo>
                <a:lnTo>
                  <a:pt x="73408" y="114233"/>
                </a:lnTo>
                <a:lnTo>
                  <a:pt x="71364" y="113371"/>
                </a:lnTo>
                <a:close/>
                <a:moveTo>
                  <a:pt x="48874" y="333551"/>
                </a:moveTo>
                <a:lnTo>
                  <a:pt x="50951" y="335170"/>
                </a:lnTo>
                <a:lnTo>
                  <a:pt x="47835" y="334361"/>
                </a:lnTo>
                <a:close/>
                <a:moveTo>
                  <a:pt x="44455" y="101156"/>
                </a:moveTo>
                <a:lnTo>
                  <a:pt x="46603" y="102706"/>
                </a:lnTo>
                <a:lnTo>
                  <a:pt x="43382" y="101931"/>
                </a:lnTo>
                <a:close/>
                <a:moveTo>
                  <a:pt x="9665" y="273622"/>
                </a:moveTo>
                <a:lnTo>
                  <a:pt x="10260" y="274586"/>
                </a:lnTo>
                <a:lnTo>
                  <a:pt x="9367" y="274104"/>
                </a:lnTo>
                <a:close/>
                <a:moveTo>
                  <a:pt x="87002" y="273426"/>
                </a:moveTo>
                <a:lnTo>
                  <a:pt x="87736" y="274628"/>
                </a:lnTo>
                <a:lnTo>
                  <a:pt x="86635" y="274027"/>
                </a:lnTo>
                <a:close/>
                <a:moveTo>
                  <a:pt x="137031" y="360525"/>
                </a:moveTo>
                <a:lnTo>
                  <a:pt x="137942" y="361191"/>
                </a:lnTo>
                <a:lnTo>
                  <a:pt x="136575" y="360858"/>
                </a:lnTo>
                <a:close/>
                <a:moveTo>
                  <a:pt x="136646" y="281596"/>
                </a:moveTo>
                <a:lnTo>
                  <a:pt x="138413" y="282666"/>
                </a:lnTo>
                <a:lnTo>
                  <a:pt x="135763" y="282131"/>
                </a:lnTo>
                <a:close/>
                <a:moveTo>
                  <a:pt x="14376" y="306727"/>
                </a:moveTo>
                <a:lnTo>
                  <a:pt x="15653" y="308151"/>
                </a:lnTo>
                <a:lnTo>
                  <a:pt x="13737" y="307439"/>
                </a:lnTo>
                <a:close/>
                <a:moveTo>
                  <a:pt x="105123" y="195086"/>
                </a:moveTo>
                <a:lnTo>
                  <a:pt x="107227" y="196321"/>
                </a:lnTo>
                <a:lnTo>
                  <a:pt x="104072" y="195703"/>
                </a:lnTo>
                <a:close/>
                <a:moveTo>
                  <a:pt x="21711" y="349338"/>
                </a:moveTo>
                <a:lnTo>
                  <a:pt x="23652" y="350924"/>
                </a:lnTo>
                <a:lnTo>
                  <a:pt x="20741" y="350131"/>
                </a:lnTo>
                <a:close/>
                <a:moveTo>
                  <a:pt x="144786" y="253952"/>
                </a:moveTo>
                <a:lnTo>
                  <a:pt x="145590" y="255058"/>
                </a:lnTo>
                <a:lnTo>
                  <a:pt x="144384" y="254505"/>
                </a:lnTo>
                <a:close/>
                <a:moveTo>
                  <a:pt x="101194" y="168173"/>
                </a:moveTo>
                <a:lnTo>
                  <a:pt x="102700" y="169395"/>
                </a:lnTo>
                <a:lnTo>
                  <a:pt x="100441" y="168784"/>
                </a:lnTo>
                <a:close/>
                <a:moveTo>
                  <a:pt x="105204" y="299789"/>
                </a:moveTo>
                <a:lnTo>
                  <a:pt x="105953" y="301046"/>
                </a:lnTo>
                <a:lnTo>
                  <a:pt x="104830" y="300417"/>
                </a:lnTo>
                <a:close/>
                <a:moveTo>
                  <a:pt x="31850" y="360963"/>
                </a:moveTo>
                <a:lnTo>
                  <a:pt x="32370" y="361331"/>
                </a:lnTo>
                <a:lnTo>
                  <a:pt x="31589" y="361147"/>
                </a:lnTo>
                <a:close/>
                <a:moveTo>
                  <a:pt x="98936" y="281794"/>
                </a:moveTo>
                <a:lnTo>
                  <a:pt x="99386" y="282898"/>
                </a:lnTo>
                <a:lnTo>
                  <a:pt x="98711" y="282346"/>
                </a:lnTo>
                <a:close/>
                <a:moveTo>
                  <a:pt x="135940" y="169123"/>
                </a:moveTo>
                <a:lnTo>
                  <a:pt x="136361" y="169463"/>
                </a:lnTo>
                <a:lnTo>
                  <a:pt x="135729" y="169293"/>
                </a:lnTo>
                <a:close/>
                <a:moveTo>
                  <a:pt x="94692" y="39516"/>
                </a:moveTo>
                <a:lnTo>
                  <a:pt x="95413" y="39905"/>
                </a:lnTo>
                <a:lnTo>
                  <a:pt x="94332" y="39710"/>
                </a:lnTo>
                <a:close/>
                <a:moveTo>
                  <a:pt x="138907" y="371743"/>
                </a:moveTo>
                <a:lnTo>
                  <a:pt x="141007" y="372797"/>
                </a:lnTo>
                <a:lnTo>
                  <a:pt x="137856" y="372270"/>
                </a:lnTo>
                <a:close/>
                <a:moveTo>
                  <a:pt x="75875" y="356133"/>
                </a:moveTo>
                <a:lnTo>
                  <a:pt x="77480" y="356921"/>
                </a:lnTo>
                <a:lnTo>
                  <a:pt x="75073" y="356527"/>
                </a:lnTo>
                <a:close/>
                <a:moveTo>
                  <a:pt x="37836" y="361912"/>
                </a:moveTo>
                <a:lnTo>
                  <a:pt x="39796" y="362833"/>
                </a:lnTo>
                <a:lnTo>
                  <a:pt x="36857" y="362373"/>
                </a:lnTo>
                <a:close/>
                <a:moveTo>
                  <a:pt x="48048" y="240884"/>
                </a:moveTo>
                <a:lnTo>
                  <a:pt x="49095" y="242144"/>
                </a:lnTo>
                <a:lnTo>
                  <a:pt x="47525" y="241514"/>
                </a:lnTo>
                <a:close/>
                <a:moveTo>
                  <a:pt x="74714" y="15626"/>
                </a:moveTo>
                <a:lnTo>
                  <a:pt x="75514" y="17188"/>
                </a:lnTo>
                <a:lnTo>
                  <a:pt x="74314" y="16407"/>
                </a:lnTo>
                <a:close/>
                <a:moveTo>
                  <a:pt x="20750" y="67446"/>
                </a:moveTo>
                <a:lnTo>
                  <a:pt x="21821" y="67927"/>
                </a:lnTo>
                <a:lnTo>
                  <a:pt x="20214" y="67686"/>
                </a:lnTo>
                <a:close/>
                <a:moveTo>
                  <a:pt x="133238" y="79843"/>
                </a:moveTo>
                <a:lnTo>
                  <a:pt x="135322" y="80814"/>
                </a:lnTo>
                <a:lnTo>
                  <a:pt x="132197" y="80328"/>
                </a:lnTo>
                <a:close/>
                <a:moveTo>
                  <a:pt x="81514" y="27905"/>
                </a:moveTo>
                <a:lnTo>
                  <a:pt x="83583" y="29495"/>
                </a:lnTo>
                <a:lnTo>
                  <a:pt x="80480" y="28700"/>
                </a:lnTo>
                <a:close/>
                <a:moveTo>
                  <a:pt x="77761" y="143876"/>
                </a:moveTo>
                <a:lnTo>
                  <a:pt x="79147" y="145621"/>
                </a:lnTo>
                <a:lnTo>
                  <a:pt x="77068" y="144749"/>
                </a:lnTo>
                <a:close/>
                <a:moveTo>
                  <a:pt x="32342" y="106257"/>
                </a:moveTo>
                <a:lnTo>
                  <a:pt x="33336" y="106896"/>
                </a:lnTo>
                <a:lnTo>
                  <a:pt x="31844" y="106577"/>
                </a:lnTo>
                <a:close/>
                <a:moveTo>
                  <a:pt x="90818" y="139340"/>
                </a:moveTo>
                <a:lnTo>
                  <a:pt x="92757" y="140849"/>
                </a:lnTo>
                <a:lnTo>
                  <a:pt x="89848" y="140094"/>
                </a:lnTo>
                <a:close/>
                <a:moveTo>
                  <a:pt x="82744" y="155312"/>
                </a:moveTo>
                <a:lnTo>
                  <a:pt x="83115" y="156591"/>
                </a:lnTo>
                <a:lnTo>
                  <a:pt x="82558" y="155951"/>
                </a:lnTo>
                <a:close/>
                <a:moveTo>
                  <a:pt x="10988" y="191803"/>
                </a:moveTo>
                <a:lnTo>
                  <a:pt x="13037" y="192974"/>
                </a:lnTo>
                <a:lnTo>
                  <a:pt x="9963" y="192388"/>
                </a:lnTo>
                <a:close/>
                <a:moveTo>
                  <a:pt x="1452" y="335074"/>
                </a:moveTo>
                <a:lnTo>
                  <a:pt x="3317" y="336815"/>
                </a:lnTo>
                <a:lnTo>
                  <a:pt x="520" y="335944"/>
                </a:lnTo>
                <a:close/>
                <a:moveTo>
                  <a:pt x="130632" y="257542"/>
                </a:moveTo>
                <a:lnTo>
                  <a:pt x="131484" y="259088"/>
                </a:lnTo>
                <a:lnTo>
                  <a:pt x="130205" y="258315"/>
                </a:lnTo>
                <a:close/>
                <a:moveTo>
                  <a:pt x="8115" y="344183"/>
                </a:moveTo>
                <a:lnTo>
                  <a:pt x="10279" y="345334"/>
                </a:lnTo>
                <a:lnTo>
                  <a:pt x="7033" y="344758"/>
                </a:lnTo>
                <a:close/>
                <a:moveTo>
                  <a:pt x="63050" y="18060"/>
                </a:moveTo>
                <a:lnTo>
                  <a:pt x="64200" y="19294"/>
                </a:lnTo>
                <a:lnTo>
                  <a:pt x="62475" y="18677"/>
                </a:lnTo>
                <a:close/>
                <a:moveTo>
                  <a:pt x="11690" y="164991"/>
                </a:moveTo>
                <a:lnTo>
                  <a:pt x="12381" y="166363"/>
                </a:lnTo>
                <a:lnTo>
                  <a:pt x="11345" y="165677"/>
                </a:lnTo>
                <a:close/>
                <a:moveTo>
                  <a:pt x="74755" y="74436"/>
                </a:moveTo>
                <a:lnTo>
                  <a:pt x="75390" y="74766"/>
                </a:lnTo>
                <a:lnTo>
                  <a:pt x="74437" y="74601"/>
                </a:lnTo>
                <a:close/>
                <a:moveTo>
                  <a:pt x="71010" y="263598"/>
                </a:moveTo>
                <a:lnTo>
                  <a:pt x="72822" y="265323"/>
                </a:lnTo>
                <a:lnTo>
                  <a:pt x="70104" y="264461"/>
                </a:lnTo>
                <a:close/>
                <a:moveTo>
                  <a:pt x="46414" y="232536"/>
                </a:moveTo>
                <a:lnTo>
                  <a:pt x="47527" y="233565"/>
                </a:lnTo>
                <a:lnTo>
                  <a:pt x="45858" y="233050"/>
                </a:lnTo>
                <a:close/>
                <a:moveTo>
                  <a:pt x="127307" y="57449"/>
                </a:moveTo>
                <a:lnTo>
                  <a:pt x="128950" y="57934"/>
                </a:lnTo>
                <a:lnTo>
                  <a:pt x="126485" y="57692"/>
                </a:lnTo>
                <a:close/>
                <a:moveTo>
                  <a:pt x="82600" y="200804"/>
                </a:moveTo>
                <a:lnTo>
                  <a:pt x="84018" y="201402"/>
                </a:lnTo>
                <a:lnTo>
                  <a:pt x="81890" y="201103"/>
                </a:lnTo>
                <a:close/>
                <a:moveTo>
                  <a:pt x="82694" y="166182"/>
                </a:moveTo>
                <a:lnTo>
                  <a:pt x="83483" y="167475"/>
                </a:lnTo>
                <a:lnTo>
                  <a:pt x="82299" y="166828"/>
                </a:lnTo>
                <a:close/>
                <a:moveTo>
                  <a:pt x="68792" y="42422"/>
                </a:moveTo>
                <a:lnTo>
                  <a:pt x="69466" y="43158"/>
                </a:lnTo>
                <a:lnTo>
                  <a:pt x="68456" y="42790"/>
                </a:lnTo>
                <a:close/>
                <a:moveTo>
                  <a:pt x="82431" y="208534"/>
                </a:moveTo>
                <a:lnTo>
                  <a:pt x="83478" y="209907"/>
                </a:lnTo>
                <a:lnTo>
                  <a:pt x="81908" y="209221"/>
                </a:lnTo>
                <a:close/>
                <a:moveTo>
                  <a:pt x="47814" y="364558"/>
                </a:moveTo>
                <a:lnTo>
                  <a:pt x="49932" y="365627"/>
                </a:lnTo>
                <a:lnTo>
                  <a:pt x="46755" y="365093"/>
                </a:lnTo>
                <a:close/>
                <a:moveTo>
                  <a:pt x="118462" y="251678"/>
                </a:moveTo>
                <a:lnTo>
                  <a:pt x="119430" y="253396"/>
                </a:lnTo>
                <a:lnTo>
                  <a:pt x="117978" y="252537"/>
                </a:lnTo>
                <a:close/>
                <a:moveTo>
                  <a:pt x="5903" y="329631"/>
                </a:moveTo>
                <a:lnTo>
                  <a:pt x="7023" y="330962"/>
                </a:lnTo>
                <a:lnTo>
                  <a:pt x="5343" y="330297"/>
                </a:lnTo>
                <a:close/>
                <a:moveTo>
                  <a:pt x="49744" y="71401"/>
                </a:moveTo>
                <a:lnTo>
                  <a:pt x="51919" y="72786"/>
                </a:lnTo>
                <a:lnTo>
                  <a:pt x="48657" y="72094"/>
                </a:lnTo>
                <a:close/>
                <a:moveTo>
                  <a:pt x="60998" y="321447"/>
                </a:moveTo>
                <a:lnTo>
                  <a:pt x="62012" y="323095"/>
                </a:lnTo>
                <a:lnTo>
                  <a:pt x="60492" y="322271"/>
                </a:lnTo>
                <a:close/>
                <a:moveTo>
                  <a:pt x="62584" y="42288"/>
                </a:moveTo>
                <a:lnTo>
                  <a:pt x="63593" y="43080"/>
                </a:lnTo>
                <a:lnTo>
                  <a:pt x="62079" y="42684"/>
                </a:lnTo>
                <a:close/>
                <a:moveTo>
                  <a:pt x="132222" y="228476"/>
                </a:moveTo>
                <a:lnTo>
                  <a:pt x="133498" y="229824"/>
                </a:lnTo>
                <a:lnTo>
                  <a:pt x="131584" y="229150"/>
                </a:lnTo>
                <a:close/>
                <a:moveTo>
                  <a:pt x="35608" y="261097"/>
                </a:moveTo>
                <a:lnTo>
                  <a:pt x="37221" y="262583"/>
                </a:lnTo>
                <a:lnTo>
                  <a:pt x="34801" y="261840"/>
                </a:lnTo>
                <a:close/>
                <a:moveTo>
                  <a:pt x="35497" y="236656"/>
                </a:moveTo>
                <a:lnTo>
                  <a:pt x="35906" y="238154"/>
                </a:lnTo>
                <a:lnTo>
                  <a:pt x="35293" y="237405"/>
                </a:lnTo>
                <a:close/>
                <a:moveTo>
                  <a:pt x="40760" y="101291"/>
                </a:moveTo>
                <a:lnTo>
                  <a:pt x="42525" y="102527"/>
                </a:lnTo>
                <a:lnTo>
                  <a:pt x="39877" y="101909"/>
                </a:lnTo>
                <a:close/>
                <a:moveTo>
                  <a:pt x="23553" y="17294"/>
                </a:moveTo>
                <a:lnTo>
                  <a:pt x="24682" y="18227"/>
                </a:lnTo>
                <a:lnTo>
                  <a:pt x="22989" y="17761"/>
                </a:lnTo>
                <a:close/>
                <a:moveTo>
                  <a:pt x="98715" y="344797"/>
                </a:moveTo>
                <a:lnTo>
                  <a:pt x="99077" y="345599"/>
                </a:lnTo>
                <a:lnTo>
                  <a:pt x="98534" y="345198"/>
                </a:lnTo>
                <a:close/>
                <a:moveTo>
                  <a:pt x="38670" y="100532"/>
                </a:moveTo>
                <a:lnTo>
                  <a:pt x="39804" y="101147"/>
                </a:lnTo>
                <a:lnTo>
                  <a:pt x="38102" y="100839"/>
                </a:lnTo>
                <a:close/>
                <a:moveTo>
                  <a:pt x="43117" y="112516"/>
                </a:moveTo>
                <a:lnTo>
                  <a:pt x="44887" y="113569"/>
                </a:lnTo>
                <a:lnTo>
                  <a:pt x="42231" y="113043"/>
                </a:lnTo>
                <a:close/>
                <a:moveTo>
                  <a:pt x="113081" y="358438"/>
                </a:moveTo>
                <a:lnTo>
                  <a:pt x="113636" y="359070"/>
                </a:lnTo>
                <a:lnTo>
                  <a:pt x="112804" y="358754"/>
                </a:lnTo>
                <a:close/>
                <a:moveTo>
                  <a:pt x="130816" y="389882"/>
                </a:moveTo>
                <a:lnTo>
                  <a:pt x="132654" y="391508"/>
                </a:lnTo>
                <a:lnTo>
                  <a:pt x="129897" y="390695"/>
                </a:lnTo>
                <a:close/>
                <a:moveTo>
                  <a:pt x="44277" y="202296"/>
                </a:moveTo>
                <a:lnTo>
                  <a:pt x="46235" y="203967"/>
                </a:lnTo>
                <a:lnTo>
                  <a:pt x="43298" y="203132"/>
                </a:lnTo>
                <a:close/>
                <a:moveTo>
                  <a:pt x="126796" y="353456"/>
                </a:moveTo>
                <a:lnTo>
                  <a:pt x="127310" y="354673"/>
                </a:lnTo>
                <a:lnTo>
                  <a:pt x="126540" y="354065"/>
                </a:lnTo>
                <a:close/>
                <a:moveTo>
                  <a:pt x="15079" y="283631"/>
                </a:moveTo>
                <a:lnTo>
                  <a:pt x="16824" y="285201"/>
                </a:lnTo>
                <a:lnTo>
                  <a:pt x="14207" y="284416"/>
                </a:lnTo>
                <a:close/>
                <a:moveTo>
                  <a:pt x="40689" y="383703"/>
                </a:moveTo>
                <a:lnTo>
                  <a:pt x="42552" y="384676"/>
                </a:lnTo>
                <a:lnTo>
                  <a:pt x="39757" y="384189"/>
                </a:lnTo>
                <a:close/>
                <a:moveTo>
                  <a:pt x="53993" y="255512"/>
                </a:moveTo>
                <a:lnTo>
                  <a:pt x="55379" y="257309"/>
                </a:lnTo>
                <a:lnTo>
                  <a:pt x="53299" y="256411"/>
                </a:lnTo>
                <a:close/>
                <a:moveTo>
                  <a:pt x="6338" y="220718"/>
                </a:moveTo>
                <a:lnTo>
                  <a:pt x="7054" y="222164"/>
                </a:lnTo>
                <a:lnTo>
                  <a:pt x="5979" y="221441"/>
                </a:lnTo>
                <a:close/>
                <a:moveTo>
                  <a:pt x="54835" y="353810"/>
                </a:moveTo>
                <a:lnTo>
                  <a:pt x="55489" y="354703"/>
                </a:lnTo>
                <a:lnTo>
                  <a:pt x="54507" y="354256"/>
                </a:lnTo>
                <a:close/>
                <a:moveTo>
                  <a:pt x="76351" y="234944"/>
                </a:moveTo>
                <a:lnTo>
                  <a:pt x="76761" y="236303"/>
                </a:lnTo>
                <a:lnTo>
                  <a:pt x="76146" y="235623"/>
                </a:lnTo>
                <a:close/>
                <a:moveTo>
                  <a:pt x="77366" y="382488"/>
                </a:moveTo>
                <a:lnTo>
                  <a:pt x="79367" y="383008"/>
                </a:lnTo>
                <a:lnTo>
                  <a:pt x="76365" y="382748"/>
                </a:lnTo>
                <a:close/>
                <a:moveTo>
                  <a:pt x="5959" y="55704"/>
                </a:moveTo>
                <a:lnTo>
                  <a:pt x="7016" y="56493"/>
                </a:lnTo>
                <a:lnTo>
                  <a:pt x="5431" y="56098"/>
                </a:lnTo>
                <a:close/>
                <a:moveTo>
                  <a:pt x="52408" y="231234"/>
                </a:moveTo>
                <a:lnTo>
                  <a:pt x="53883" y="231661"/>
                </a:lnTo>
                <a:lnTo>
                  <a:pt x="51671" y="231447"/>
                </a:lnTo>
                <a:close/>
                <a:moveTo>
                  <a:pt x="104245" y="371828"/>
                </a:moveTo>
                <a:lnTo>
                  <a:pt x="105864" y="372626"/>
                </a:lnTo>
                <a:lnTo>
                  <a:pt x="103435" y="372227"/>
                </a:lnTo>
                <a:close/>
                <a:moveTo>
                  <a:pt x="142824" y="225604"/>
                </a:moveTo>
                <a:lnTo>
                  <a:pt x="143451" y="227400"/>
                </a:lnTo>
                <a:lnTo>
                  <a:pt x="142510" y="226502"/>
                </a:lnTo>
                <a:close/>
                <a:moveTo>
                  <a:pt x="122760" y="77659"/>
                </a:moveTo>
                <a:lnTo>
                  <a:pt x="123219" y="78642"/>
                </a:lnTo>
                <a:lnTo>
                  <a:pt x="122530" y="78151"/>
                </a:lnTo>
                <a:close/>
                <a:moveTo>
                  <a:pt x="10505" y="105361"/>
                </a:moveTo>
                <a:lnTo>
                  <a:pt x="12511" y="106585"/>
                </a:lnTo>
                <a:lnTo>
                  <a:pt x="9501" y="105973"/>
                </a:lnTo>
                <a:close/>
                <a:moveTo>
                  <a:pt x="8825" y="141497"/>
                </a:moveTo>
                <a:lnTo>
                  <a:pt x="9437" y="142713"/>
                </a:lnTo>
                <a:lnTo>
                  <a:pt x="8519" y="142105"/>
                </a:lnTo>
                <a:close/>
                <a:moveTo>
                  <a:pt x="29802" y="356159"/>
                </a:moveTo>
                <a:lnTo>
                  <a:pt x="30683" y="357776"/>
                </a:lnTo>
                <a:lnTo>
                  <a:pt x="29361" y="356967"/>
                </a:lnTo>
                <a:close/>
                <a:moveTo>
                  <a:pt x="1841" y="24693"/>
                </a:moveTo>
                <a:lnTo>
                  <a:pt x="2679" y="25021"/>
                </a:lnTo>
                <a:lnTo>
                  <a:pt x="1423" y="24857"/>
                </a:lnTo>
                <a:close/>
                <a:moveTo>
                  <a:pt x="141075" y="200803"/>
                </a:moveTo>
                <a:lnTo>
                  <a:pt x="141430" y="202203"/>
                </a:lnTo>
                <a:lnTo>
                  <a:pt x="140897" y="201503"/>
                </a:lnTo>
                <a:close/>
                <a:moveTo>
                  <a:pt x="36030" y="197851"/>
                </a:moveTo>
                <a:lnTo>
                  <a:pt x="37473" y="199238"/>
                </a:lnTo>
                <a:lnTo>
                  <a:pt x="35308" y="198544"/>
                </a:lnTo>
                <a:close/>
                <a:moveTo>
                  <a:pt x="9996" y="56841"/>
                </a:moveTo>
                <a:lnTo>
                  <a:pt x="12021" y="57371"/>
                </a:lnTo>
                <a:lnTo>
                  <a:pt x="8983" y="57106"/>
                </a:lnTo>
                <a:close/>
                <a:moveTo>
                  <a:pt x="19385" y="247618"/>
                </a:moveTo>
                <a:lnTo>
                  <a:pt x="20515" y="249248"/>
                </a:lnTo>
                <a:lnTo>
                  <a:pt x="18821" y="248433"/>
                </a:lnTo>
                <a:close/>
                <a:moveTo>
                  <a:pt x="66236" y="7033"/>
                </a:moveTo>
                <a:lnTo>
                  <a:pt x="66834" y="7468"/>
                </a:lnTo>
                <a:lnTo>
                  <a:pt x="65937" y="7251"/>
                </a:lnTo>
                <a:close/>
                <a:moveTo>
                  <a:pt x="117395" y="300613"/>
                </a:moveTo>
                <a:lnTo>
                  <a:pt x="117956" y="301808"/>
                </a:lnTo>
                <a:lnTo>
                  <a:pt x="117115" y="301211"/>
                </a:lnTo>
                <a:close/>
                <a:moveTo>
                  <a:pt x="118316" y="241544"/>
                </a:moveTo>
                <a:lnTo>
                  <a:pt x="119893" y="242292"/>
                </a:lnTo>
                <a:lnTo>
                  <a:pt x="117527" y="241918"/>
                </a:lnTo>
                <a:close/>
                <a:moveTo>
                  <a:pt x="52805" y="22423"/>
                </a:moveTo>
                <a:lnTo>
                  <a:pt x="53516" y="23948"/>
                </a:lnTo>
                <a:lnTo>
                  <a:pt x="52450" y="23186"/>
                </a:lnTo>
                <a:close/>
                <a:moveTo>
                  <a:pt x="32293" y="306146"/>
                </a:moveTo>
                <a:lnTo>
                  <a:pt x="32728" y="307639"/>
                </a:lnTo>
                <a:lnTo>
                  <a:pt x="32075" y="306893"/>
                </a:lnTo>
                <a:close/>
                <a:moveTo>
                  <a:pt x="56162" y="307424"/>
                </a:moveTo>
                <a:lnTo>
                  <a:pt x="58090" y="308391"/>
                </a:lnTo>
                <a:lnTo>
                  <a:pt x="55198" y="307907"/>
                </a:lnTo>
                <a:close/>
                <a:moveTo>
                  <a:pt x="100799" y="26765"/>
                </a:moveTo>
                <a:lnTo>
                  <a:pt x="102733" y="28322"/>
                </a:lnTo>
                <a:lnTo>
                  <a:pt x="99832" y="27544"/>
                </a:lnTo>
                <a:close/>
                <a:moveTo>
                  <a:pt x="8249" y="244809"/>
                </a:moveTo>
                <a:lnTo>
                  <a:pt x="9624" y="245627"/>
                </a:lnTo>
                <a:lnTo>
                  <a:pt x="7562" y="245218"/>
                </a:lnTo>
                <a:close/>
                <a:moveTo>
                  <a:pt x="38187" y="111268"/>
                </a:moveTo>
                <a:lnTo>
                  <a:pt x="39942" y="112282"/>
                </a:lnTo>
                <a:lnTo>
                  <a:pt x="37310" y="111775"/>
                </a:lnTo>
                <a:close/>
                <a:moveTo>
                  <a:pt x="117904" y="261650"/>
                </a:moveTo>
                <a:lnTo>
                  <a:pt x="119963" y="262540"/>
                </a:lnTo>
                <a:lnTo>
                  <a:pt x="116875" y="262095"/>
                </a:lnTo>
                <a:close/>
                <a:moveTo>
                  <a:pt x="31984" y="105567"/>
                </a:moveTo>
                <a:lnTo>
                  <a:pt x="33610" y="105929"/>
                </a:lnTo>
                <a:lnTo>
                  <a:pt x="31171" y="105748"/>
                </a:lnTo>
                <a:close/>
                <a:moveTo>
                  <a:pt x="131965" y="356275"/>
                </a:moveTo>
                <a:lnTo>
                  <a:pt x="133920" y="357144"/>
                </a:lnTo>
                <a:lnTo>
                  <a:pt x="130988" y="356709"/>
                </a:lnTo>
                <a:close/>
                <a:moveTo>
                  <a:pt x="120272" y="43093"/>
                </a:moveTo>
                <a:lnTo>
                  <a:pt x="120850" y="44396"/>
                </a:lnTo>
                <a:lnTo>
                  <a:pt x="119982" y="43745"/>
                </a:lnTo>
                <a:close/>
                <a:moveTo>
                  <a:pt x="87483" y="351981"/>
                </a:moveTo>
                <a:lnTo>
                  <a:pt x="89442" y="353387"/>
                </a:lnTo>
                <a:lnTo>
                  <a:pt x="86504" y="352684"/>
                </a:lnTo>
                <a:close/>
                <a:moveTo>
                  <a:pt x="11542" y="293512"/>
                </a:moveTo>
                <a:lnTo>
                  <a:pt x="13175" y="295093"/>
                </a:lnTo>
                <a:lnTo>
                  <a:pt x="10726" y="294302"/>
                </a:lnTo>
                <a:close/>
                <a:moveTo>
                  <a:pt x="40371" y="110622"/>
                </a:moveTo>
                <a:lnTo>
                  <a:pt x="41132" y="111786"/>
                </a:lnTo>
                <a:lnTo>
                  <a:pt x="39990" y="111204"/>
                </a:lnTo>
                <a:close/>
                <a:moveTo>
                  <a:pt x="5666" y="142575"/>
                </a:moveTo>
                <a:lnTo>
                  <a:pt x="6761" y="143348"/>
                </a:lnTo>
                <a:lnTo>
                  <a:pt x="5118" y="142961"/>
                </a:lnTo>
                <a:close/>
                <a:moveTo>
                  <a:pt x="37859" y="184534"/>
                </a:moveTo>
                <a:lnTo>
                  <a:pt x="38806" y="186160"/>
                </a:lnTo>
                <a:lnTo>
                  <a:pt x="37385" y="185347"/>
                </a:lnTo>
                <a:close/>
                <a:moveTo>
                  <a:pt x="137404" y="300394"/>
                </a:moveTo>
                <a:lnTo>
                  <a:pt x="138982" y="301946"/>
                </a:lnTo>
                <a:lnTo>
                  <a:pt x="136614" y="301170"/>
                </a:lnTo>
                <a:close/>
                <a:moveTo>
                  <a:pt x="46782" y="343460"/>
                </a:moveTo>
                <a:lnTo>
                  <a:pt x="47459" y="345178"/>
                </a:lnTo>
                <a:lnTo>
                  <a:pt x="46444" y="344319"/>
                </a:lnTo>
                <a:close/>
                <a:moveTo>
                  <a:pt x="28997" y="237951"/>
                </a:moveTo>
                <a:lnTo>
                  <a:pt x="30639" y="238328"/>
                </a:lnTo>
                <a:lnTo>
                  <a:pt x="28176" y="238140"/>
                </a:lnTo>
                <a:close/>
                <a:moveTo>
                  <a:pt x="33963" y="218471"/>
                </a:moveTo>
                <a:lnTo>
                  <a:pt x="35450" y="219254"/>
                </a:lnTo>
                <a:lnTo>
                  <a:pt x="33220" y="218862"/>
                </a:lnTo>
                <a:close/>
                <a:moveTo>
                  <a:pt x="61162" y="17379"/>
                </a:moveTo>
                <a:lnTo>
                  <a:pt x="62177" y="19063"/>
                </a:lnTo>
                <a:lnTo>
                  <a:pt x="60654" y="18221"/>
                </a:lnTo>
                <a:close/>
                <a:moveTo>
                  <a:pt x="103621" y="159949"/>
                </a:moveTo>
                <a:lnTo>
                  <a:pt x="105064" y="161059"/>
                </a:lnTo>
                <a:lnTo>
                  <a:pt x="102900" y="160504"/>
                </a:lnTo>
                <a:close/>
                <a:moveTo>
                  <a:pt x="103646" y="217723"/>
                </a:moveTo>
                <a:lnTo>
                  <a:pt x="105806" y="219092"/>
                </a:lnTo>
                <a:lnTo>
                  <a:pt x="102566" y="218407"/>
                </a:lnTo>
                <a:close/>
                <a:moveTo>
                  <a:pt x="36837" y="25915"/>
                </a:moveTo>
                <a:lnTo>
                  <a:pt x="38961" y="26796"/>
                </a:lnTo>
                <a:lnTo>
                  <a:pt x="35775" y="26355"/>
                </a:lnTo>
                <a:close/>
                <a:moveTo>
                  <a:pt x="98186" y="190236"/>
                </a:moveTo>
                <a:lnTo>
                  <a:pt x="99731" y="191214"/>
                </a:lnTo>
                <a:lnTo>
                  <a:pt x="97414" y="190725"/>
                </a:lnTo>
                <a:close/>
                <a:moveTo>
                  <a:pt x="11417" y="295508"/>
                </a:moveTo>
                <a:lnTo>
                  <a:pt x="12058" y="297060"/>
                </a:lnTo>
                <a:lnTo>
                  <a:pt x="11097" y="296284"/>
                </a:lnTo>
                <a:close/>
                <a:moveTo>
                  <a:pt x="104077" y="297954"/>
                </a:moveTo>
                <a:lnTo>
                  <a:pt x="105010" y="298628"/>
                </a:lnTo>
                <a:lnTo>
                  <a:pt x="103611" y="298291"/>
                </a:lnTo>
                <a:close/>
                <a:moveTo>
                  <a:pt x="52289" y="386511"/>
                </a:moveTo>
                <a:lnTo>
                  <a:pt x="53470" y="386923"/>
                </a:lnTo>
                <a:lnTo>
                  <a:pt x="51699" y="386717"/>
                </a:lnTo>
                <a:close/>
                <a:moveTo>
                  <a:pt x="94071" y="127312"/>
                </a:moveTo>
                <a:lnTo>
                  <a:pt x="94769" y="128489"/>
                </a:lnTo>
                <a:lnTo>
                  <a:pt x="93723" y="127900"/>
                </a:lnTo>
                <a:close/>
                <a:moveTo>
                  <a:pt x="16482" y="10172"/>
                </a:moveTo>
                <a:lnTo>
                  <a:pt x="17767" y="11837"/>
                </a:lnTo>
                <a:lnTo>
                  <a:pt x="15839" y="11004"/>
                </a:lnTo>
                <a:close/>
                <a:moveTo>
                  <a:pt x="8130" y="55886"/>
                </a:moveTo>
                <a:lnTo>
                  <a:pt x="8588" y="56761"/>
                </a:lnTo>
                <a:lnTo>
                  <a:pt x="7901" y="56323"/>
                </a:lnTo>
                <a:close/>
                <a:moveTo>
                  <a:pt x="23149" y="92372"/>
                </a:moveTo>
                <a:lnTo>
                  <a:pt x="23726" y="93936"/>
                </a:lnTo>
                <a:lnTo>
                  <a:pt x="22860" y="93154"/>
                </a:lnTo>
                <a:close/>
                <a:moveTo>
                  <a:pt x="140397" y="364310"/>
                </a:moveTo>
                <a:lnTo>
                  <a:pt x="140988" y="365406"/>
                </a:lnTo>
                <a:lnTo>
                  <a:pt x="140101" y="364858"/>
                </a:lnTo>
                <a:close/>
                <a:moveTo>
                  <a:pt x="48257" y="14581"/>
                </a:moveTo>
                <a:lnTo>
                  <a:pt x="49658" y="15023"/>
                </a:lnTo>
                <a:lnTo>
                  <a:pt x="47556" y="14802"/>
                </a:lnTo>
                <a:close/>
                <a:moveTo>
                  <a:pt x="80178" y="108340"/>
                </a:moveTo>
                <a:lnTo>
                  <a:pt x="81431" y="109453"/>
                </a:lnTo>
                <a:lnTo>
                  <a:pt x="79552" y="108897"/>
                </a:lnTo>
                <a:close/>
                <a:moveTo>
                  <a:pt x="14946" y="136583"/>
                </a:moveTo>
                <a:lnTo>
                  <a:pt x="16840" y="137992"/>
                </a:lnTo>
                <a:lnTo>
                  <a:pt x="13999" y="137288"/>
                </a:lnTo>
                <a:close/>
                <a:moveTo>
                  <a:pt x="44095" y="29692"/>
                </a:moveTo>
                <a:lnTo>
                  <a:pt x="46049" y="30637"/>
                </a:lnTo>
                <a:lnTo>
                  <a:pt x="43119" y="30165"/>
                </a:lnTo>
                <a:close/>
                <a:moveTo>
                  <a:pt x="94683" y="150000"/>
                </a:moveTo>
                <a:lnTo>
                  <a:pt x="96564" y="150873"/>
                </a:lnTo>
                <a:lnTo>
                  <a:pt x="93742" y="150437"/>
                </a:lnTo>
                <a:close/>
                <a:moveTo>
                  <a:pt x="52546" y="376551"/>
                </a:moveTo>
                <a:lnTo>
                  <a:pt x="53166" y="377125"/>
                </a:lnTo>
                <a:lnTo>
                  <a:pt x="52235" y="376838"/>
                </a:lnTo>
                <a:close/>
                <a:moveTo>
                  <a:pt x="33940" y="376521"/>
                </a:moveTo>
                <a:lnTo>
                  <a:pt x="34622" y="377740"/>
                </a:lnTo>
                <a:lnTo>
                  <a:pt x="33598" y="377130"/>
                </a:lnTo>
                <a:close/>
                <a:moveTo>
                  <a:pt x="27918" y="87501"/>
                </a:moveTo>
                <a:lnTo>
                  <a:pt x="29987" y="88706"/>
                </a:lnTo>
                <a:lnTo>
                  <a:pt x="26883" y="88104"/>
                </a:lnTo>
                <a:close/>
                <a:moveTo>
                  <a:pt x="44291" y="197940"/>
                </a:moveTo>
                <a:lnTo>
                  <a:pt x="46149" y="198687"/>
                </a:lnTo>
                <a:lnTo>
                  <a:pt x="43363" y="198313"/>
                </a:lnTo>
                <a:close/>
                <a:moveTo>
                  <a:pt x="92493" y="162746"/>
                </a:moveTo>
                <a:lnTo>
                  <a:pt x="93619" y="163806"/>
                </a:lnTo>
                <a:lnTo>
                  <a:pt x="91930" y="163276"/>
                </a:lnTo>
                <a:close/>
                <a:moveTo>
                  <a:pt x="65042" y="287536"/>
                </a:moveTo>
                <a:lnTo>
                  <a:pt x="65686" y="288371"/>
                </a:lnTo>
                <a:lnTo>
                  <a:pt x="64721" y="287953"/>
                </a:lnTo>
                <a:close/>
                <a:moveTo>
                  <a:pt x="95505" y="294535"/>
                </a:moveTo>
                <a:lnTo>
                  <a:pt x="96721" y="295626"/>
                </a:lnTo>
                <a:lnTo>
                  <a:pt x="94897" y="295081"/>
                </a:lnTo>
                <a:close/>
                <a:moveTo>
                  <a:pt x="79812" y="331691"/>
                </a:moveTo>
                <a:lnTo>
                  <a:pt x="80962" y="332581"/>
                </a:lnTo>
                <a:lnTo>
                  <a:pt x="79237" y="332136"/>
                </a:lnTo>
                <a:close/>
                <a:moveTo>
                  <a:pt x="102977" y="23211"/>
                </a:moveTo>
                <a:lnTo>
                  <a:pt x="103686" y="23530"/>
                </a:lnTo>
                <a:lnTo>
                  <a:pt x="102623" y="23370"/>
                </a:lnTo>
                <a:close/>
                <a:moveTo>
                  <a:pt x="137033" y="231875"/>
                </a:moveTo>
                <a:lnTo>
                  <a:pt x="137917" y="232512"/>
                </a:lnTo>
                <a:lnTo>
                  <a:pt x="136592" y="232193"/>
                </a:lnTo>
                <a:close/>
                <a:moveTo>
                  <a:pt x="19311" y="37830"/>
                </a:moveTo>
                <a:lnTo>
                  <a:pt x="21018" y="38792"/>
                </a:lnTo>
                <a:lnTo>
                  <a:pt x="18458" y="38311"/>
                </a:lnTo>
                <a:close/>
                <a:moveTo>
                  <a:pt x="9382" y="264890"/>
                </a:moveTo>
                <a:lnTo>
                  <a:pt x="9788" y="265574"/>
                </a:lnTo>
                <a:lnTo>
                  <a:pt x="9180" y="265232"/>
                </a:lnTo>
                <a:close/>
                <a:moveTo>
                  <a:pt x="105814" y="253600"/>
                </a:moveTo>
                <a:lnTo>
                  <a:pt x="106190" y="254571"/>
                </a:lnTo>
                <a:lnTo>
                  <a:pt x="105626" y="254085"/>
                </a:lnTo>
                <a:close/>
                <a:moveTo>
                  <a:pt x="26050" y="150001"/>
                </a:moveTo>
                <a:lnTo>
                  <a:pt x="28117" y="151061"/>
                </a:lnTo>
                <a:lnTo>
                  <a:pt x="25016" y="150531"/>
                </a:lnTo>
                <a:close/>
                <a:moveTo>
                  <a:pt x="113994" y="358616"/>
                </a:moveTo>
                <a:lnTo>
                  <a:pt x="116004" y="359892"/>
                </a:lnTo>
                <a:lnTo>
                  <a:pt x="112989" y="359254"/>
                </a:lnTo>
                <a:close/>
                <a:moveTo>
                  <a:pt x="138144" y="274356"/>
                </a:moveTo>
                <a:lnTo>
                  <a:pt x="139241" y="275852"/>
                </a:lnTo>
                <a:lnTo>
                  <a:pt x="137596" y="275104"/>
                </a:lnTo>
                <a:close/>
                <a:moveTo>
                  <a:pt x="50491" y="9216"/>
                </a:moveTo>
                <a:lnTo>
                  <a:pt x="51859" y="10699"/>
                </a:lnTo>
                <a:lnTo>
                  <a:pt x="49807" y="9957"/>
                </a:lnTo>
                <a:close/>
                <a:moveTo>
                  <a:pt x="96001" y="258195"/>
                </a:moveTo>
                <a:lnTo>
                  <a:pt x="97283" y="258519"/>
                </a:lnTo>
                <a:lnTo>
                  <a:pt x="95360" y="258357"/>
                </a:lnTo>
                <a:close/>
                <a:moveTo>
                  <a:pt x="25612" y="191220"/>
                </a:moveTo>
                <a:lnTo>
                  <a:pt x="26432" y="191871"/>
                </a:lnTo>
                <a:lnTo>
                  <a:pt x="25202" y="191546"/>
                </a:lnTo>
                <a:close/>
                <a:moveTo>
                  <a:pt x="10547" y="239951"/>
                </a:moveTo>
                <a:lnTo>
                  <a:pt x="11806" y="240644"/>
                </a:lnTo>
                <a:lnTo>
                  <a:pt x="9917" y="240297"/>
                </a:lnTo>
                <a:close/>
                <a:moveTo>
                  <a:pt x="24961" y="108322"/>
                </a:moveTo>
                <a:lnTo>
                  <a:pt x="26206" y="109966"/>
                </a:lnTo>
                <a:lnTo>
                  <a:pt x="24338" y="109144"/>
                </a:lnTo>
                <a:close/>
                <a:moveTo>
                  <a:pt x="131340" y="387253"/>
                </a:moveTo>
                <a:lnTo>
                  <a:pt x="131776" y="388205"/>
                </a:lnTo>
                <a:lnTo>
                  <a:pt x="131122" y="387729"/>
                </a:lnTo>
                <a:close/>
                <a:moveTo>
                  <a:pt x="72974" y="139780"/>
                </a:moveTo>
                <a:lnTo>
                  <a:pt x="74892" y="140998"/>
                </a:lnTo>
                <a:lnTo>
                  <a:pt x="72015" y="140389"/>
                </a:lnTo>
                <a:close/>
                <a:moveTo>
                  <a:pt x="141645" y="319630"/>
                </a:moveTo>
                <a:lnTo>
                  <a:pt x="142614" y="321424"/>
                </a:lnTo>
                <a:lnTo>
                  <a:pt x="141160" y="320527"/>
                </a:lnTo>
                <a:close/>
                <a:moveTo>
                  <a:pt x="25438" y="160933"/>
                </a:moveTo>
                <a:lnTo>
                  <a:pt x="26195" y="161343"/>
                </a:lnTo>
                <a:lnTo>
                  <a:pt x="25059" y="161138"/>
                </a:lnTo>
                <a:close/>
                <a:moveTo>
                  <a:pt x="16535" y="363759"/>
                </a:moveTo>
                <a:lnTo>
                  <a:pt x="17894" y="364222"/>
                </a:lnTo>
                <a:lnTo>
                  <a:pt x="15856" y="363990"/>
                </a:lnTo>
                <a:close/>
                <a:moveTo>
                  <a:pt x="1360" y="19029"/>
                </a:moveTo>
                <a:lnTo>
                  <a:pt x="2077" y="20705"/>
                </a:lnTo>
                <a:lnTo>
                  <a:pt x="1002" y="19867"/>
                </a:lnTo>
                <a:close/>
                <a:moveTo>
                  <a:pt x="132303" y="62670"/>
                </a:moveTo>
                <a:lnTo>
                  <a:pt x="133320" y="63540"/>
                </a:lnTo>
                <a:lnTo>
                  <a:pt x="131794" y="63105"/>
                </a:lnTo>
                <a:close/>
                <a:moveTo>
                  <a:pt x="136498" y="389795"/>
                </a:moveTo>
                <a:lnTo>
                  <a:pt x="138274" y="391334"/>
                </a:lnTo>
                <a:lnTo>
                  <a:pt x="135610" y="390564"/>
                </a:lnTo>
                <a:close/>
                <a:moveTo>
                  <a:pt x="70897" y="217907"/>
                </a:moveTo>
                <a:lnTo>
                  <a:pt x="72872" y="218537"/>
                </a:lnTo>
                <a:lnTo>
                  <a:pt x="69910" y="218222"/>
                </a:lnTo>
                <a:close/>
                <a:moveTo>
                  <a:pt x="144205" y="238684"/>
                </a:moveTo>
                <a:lnTo>
                  <a:pt x="144584" y="240111"/>
                </a:lnTo>
                <a:lnTo>
                  <a:pt x="144015" y="239398"/>
                </a:lnTo>
                <a:close/>
                <a:moveTo>
                  <a:pt x="122183" y="155194"/>
                </a:moveTo>
                <a:lnTo>
                  <a:pt x="123233" y="156975"/>
                </a:lnTo>
                <a:lnTo>
                  <a:pt x="121658" y="156084"/>
                </a:lnTo>
                <a:close/>
                <a:moveTo>
                  <a:pt x="53955" y="366747"/>
                </a:moveTo>
                <a:lnTo>
                  <a:pt x="55983" y="367959"/>
                </a:lnTo>
                <a:lnTo>
                  <a:pt x="52941" y="367353"/>
                </a:lnTo>
                <a:close/>
                <a:moveTo>
                  <a:pt x="143353" y="113339"/>
                </a:moveTo>
                <a:lnTo>
                  <a:pt x="144327" y="114889"/>
                </a:lnTo>
                <a:lnTo>
                  <a:pt x="142866" y="114114"/>
                </a:lnTo>
                <a:close/>
                <a:moveTo>
                  <a:pt x="85064" y="369312"/>
                </a:moveTo>
                <a:lnTo>
                  <a:pt x="86462" y="370213"/>
                </a:lnTo>
                <a:lnTo>
                  <a:pt x="84366" y="369762"/>
                </a:lnTo>
                <a:close/>
                <a:moveTo>
                  <a:pt x="48083" y="100027"/>
                </a:moveTo>
                <a:lnTo>
                  <a:pt x="48465" y="100603"/>
                </a:lnTo>
                <a:lnTo>
                  <a:pt x="47892" y="100315"/>
                </a:lnTo>
                <a:close/>
                <a:moveTo>
                  <a:pt x="134246" y="300575"/>
                </a:moveTo>
                <a:lnTo>
                  <a:pt x="134717" y="302262"/>
                </a:lnTo>
                <a:lnTo>
                  <a:pt x="134011" y="301418"/>
                </a:lnTo>
                <a:close/>
                <a:moveTo>
                  <a:pt x="122722" y="118986"/>
                </a:moveTo>
                <a:lnTo>
                  <a:pt x="123986" y="120234"/>
                </a:lnTo>
                <a:lnTo>
                  <a:pt x="122089" y="119610"/>
                </a:lnTo>
                <a:close/>
                <a:moveTo>
                  <a:pt x="9759" y="148232"/>
                </a:moveTo>
                <a:lnTo>
                  <a:pt x="11238" y="149696"/>
                </a:lnTo>
                <a:lnTo>
                  <a:pt x="9020" y="148964"/>
                </a:lnTo>
                <a:close/>
                <a:moveTo>
                  <a:pt x="56596" y="13799"/>
                </a:moveTo>
                <a:lnTo>
                  <a:pt x="57269" y="14845"/>
                </a:lnTo>
                <a:lnTo>
                  <a:pt x="56260" y="14322"/>
                </a:lnTo>
                <a:close/>
                <a:moveTo>
                  <a:pt x="69681" y="41146"/>
                </a:moveTo>
                <a:lnTo>
                  <a:pt x="71711" y="41875"/>
                </a:lnTo>
                <a:lnTo>
                  <a:pt x="68667" y="41510"/>
                </a:lnTo>
                <a:close/>
                <a:moveTo>
                  <a:pt x="33601" y="102376"/>
                </a:moveTo>
                <a:lnTo>
                  <a:pt x="35064" y="102987"/>
                </a:lnTo>
                <a:lnTo>
                  <a:pt x="32870" y="102682"/>
                </a:lnTo>
                <a:close/>
                <a:moveTo>
                  <a:pt x="89922" y="297997"/>
                </a:moveTo>
                <a:lnTo>
                  <a:pt x="90846" y="298723"/>
                </a:lnTo>
                <a:lnTo>
                  <a:pt x="89460" y="298360"/>
                </a:lnTo>
                <a:close/>
                <a:moveTo>
                  <a:pt x="106459" y="373158"/>
                </a:moveTo>
                <a:lnTo>
                  <a:pt x="108167" y="374737"/>
                </a:lnTo>
                <a:lnTo>
                  <a:pt x="105606" y="373947"/>
                </a:lnTo>
                <a:close/>
                <a:moveTo>
                  <a:pt x="124697" y="256456"/>
                </a:moveTo>
                <a:lnTo>
                  <a:pt x="125718" y="256914"/>
                </a:lnTo>
                <a:lnTo>
                  <a:pt x="124187" y="256685"/>
                </a:lnTo>
                <a:close/>
                <a:moveTo>
                  <a:pt x="130362" y="246056"/>
                </a:moveTo>
                <a:lnTo>
                  <a:pt x="132288" y="246633"/>
                </a:lnTo>
                <a:lnTo>
                  <a:pt x="129399" y="246344"/>
                </a:lnTo>
                <a:close/>
                <a:moveTo>
                  <a:pt x="43656" y="82405"/>
                </a:moveTo>
                <a:lnTo>
                  <a:pt x="45077" y="83403"/>
                </a:lnTo>
                <a:lnTo>
                  <a:pt x="42945" y="82904"/>
                </a:lnTo>
                <a:close/>
                <a:moveTo>
                  <a:pt x="114951" y="148437"/>
                </a:moveTo>
                <a:lnTo>
                  <a:pt x="115672" y="149157"/>
                </a:lnTo>
                <a:lnTo>
                  <a:pt x="114590" y="148797"/>
                </a:lnTo>
                <a:close/>
                <a:moveTo>
                  <a:pt x="80419" y="302579"/>
                </a:moveTo>
                <a:lnTo>
                  <a:pt x="82409" y="303826"/>
                </a:lnTo>
                <a:lnTo>
                  <a:pt x="79424" y="303202"/>
                </a:lnTo>
                <a:close/>
                <a:moveTo>
                  <a:pt x="59183" y="68312"/>
                </a:moveTo>
                <a:lnTo>
                  <a:pt x="60716" y="69277"/>
                </a:lnTo>
                <a:lnTo>
                  <a:pt x="58416" y="68795"/>
                </a:lnTo>
                <a:close/>
                <a:moveTo>
                  <a:pt x="34166" y="102684"/>
                </a:moveTo>
                <a:lnTo>
                  <a:pt x="36309" y="103272"/>
                </a:lnTo>
                <a:lnTo>
                  <a:pt x="33095" y="102978"/>
                </a:lnTo>
                <a:close/>
                <a:moveTo>
                  <a:pt x="112672" y="108253"/>
                </a:moveTo>
                <a:lnTo>
                  <a:pt x="114391" y="108895"/>
                </a:lnTo>
                <a:lnTo>
                  <a:pt x="111813" y="108574"/>
                </a:lnTo>
                <a:close/>
                <a:moveTo>
                  <a:pt x="40899" y="103307"/>
                </a:moveTo>
                <a:lnTo>
                  <a:pt x="41746" y="104591"/>
                </a:lnTo>
                <a:lnTo>
                  <a:pt x="40475" y="103949"/>
                </a:lnTo>
                <a:close/>
                <a:moveTo>
                  <a:pt x="21534" y="227081"/>
                </a:moveTo>
                <a:lnTo>
                  <a:pt x="22704" y="227794"/>
                </a:lnTo>
                <a:lnTo>
                  <a:pt x="20950" y="227438"/>
                </a:lnTo>
                <a:close/>
                <a:moveTo>
                  <a:pt x="92773" y="374170"/>
                </a:moveTo>
                <a:lnTo>
                  <a:pt x="93355" y="375364"/>
                </a:lnTo>
                <a:lnTo>
                  <a:pt x="92482" y="374767"/>
                </a:lnTo>
                <a:close/>
                <a:moveTo>
                  <a:pt x="135663" y="202014"/>
                </a:moveTo>
                <a:lnTo>
                  <a:pt x="137411" y="202861"/>
                </a:lnTo>
                <a:lnTo>
                  <a:pt x="134789" y="202438"/>
                </a:lnTo>
                <a:close/>
                <a:moveTo>
                  <a:pt x="15345" y="219023"/>
                </a:moveTo>
                <a:lnTo>
                  <a:pt x="16355" y="219516"/>
                </a:lnTo>
                <a:lnTo>
                  <a:pt x="14840" y="219269"/>
                </a:lnTo>
                <a:close/>
                <a:moveTo>
                  <a:pt x="81864" y="40764"/>
                </a:moveTo>
                <a:lnTo>
                  <a:pt x="83590" y="41286"/>
                </a:lnTo>
                <a:lnTo>
                  <a:pt x="81002" y="41025"/>
                </a:lnTo>
                <a:close/>
                <a:moveTo>
                  <a:pt x="114004" y="95149"/>
                </a:moveTo>
                <a:lnTo>
                  <a:pt x="115707" y="96681"/>
                </a:lnTo>
                <a:lnTo>
                  <a:pt x="113152" y="95915"/>
                </a:lnTo>
                <a:close/>
                <a:moveTo>
                  <a:pt x="68139" y="27919"/>
                </a:moveTo>
                <a:lnTo>
                  <a:pt x="70322" y="29504"/>
                </a:lnTo>
                <a:lnTo>
                  <a:pt x="67047" y="28711"/>
                </a:lnTo>
                <a:close/>
                <a:moveTo>
                  <a:pt x="89160" y="233799"/>
                </a:moveTo>
                <a:lnTo>
                  <a:pt x="89988" y="234440"/>
                </a:lnTo>
                <a:lnTo>
                  <a:pt x="88746" y="234119"/>
                </a:lnTo>
                <a:close/>
                <a:moveTo>
                  <a:pt x="17475" y="9440"/>
                </a:moveTo>
                <a:lnTo>
                  <a:pt x="18903" y="10587"/>
                </a:lnTo>
                <a:lnTo>
                  <a:pt x="16760" y="10013"/>
                </a:lnTo>
                <a:close/>
                <a:moveTo>
                  <a:pt x="52048" y="266929"/>
                </a:moveTo>
                <a:lnTo>
                  <a:pt x="53332" y="267816"/>
                </a:lnTo>
                <a:lnTo>
                  <a:pt x="51406" y="267372"/>
                </a:lnTo>
                <a:close/>
                <a:moveTo>
                  <a:pt x="103681" y="306174"/>
                </a:moveTo>
                <a:lnTo>
                  <a:pt x="104304" y="307649"/>
                </a:lnTo>
                <a:lnTo>
                  <a:pt x="103369" y="306912"/>
                </a:lnTo>
                <a:close/>
                <a:moveTo>
                  <a:pt x="26259" y="251365"/>
                </a:moveTo>
                <a:lnTo>
                  <a:pt x="26761" y="252723"/>
                </a:lnTo>
                <a:lnTo>
                  <a:pt x="26008" y="252044"/>
                </a:lnTo>
                <a:close/>
                <a:moveTo>
                  <a:pt x="46942" y="323625"/>
                </a:moveTo>
                <a:lnTo>
                  <a:pt x="48610" y="324506"/>
                </a:lnTo>
                <a:lnTo>
                  <a:pt x="46108" y="324065"/>
                </a:lnTo>
                <a:close/>
                <a:moveTo>
                  <a:pt x="35095" y="350444"/>
                </a:moveTo>
                <a:lnTo>
                  <a:pt x="35918" y="351603"/>
                </a:lnTo>
                <a:lnTo>
                  <a:pt x="34683" y="351024"/>
                </a:lnTo>
                <a:close/>
                <a:moveTo>
                  <a:pt x="46664" y="105714"/>
                </a:moveTo>
                <a:lnTo>
                  <a:pt x="47635" y="106234"/>
                </a:lnTo>
                <a:lnTo>
                  <a:pt x="46179" y="105974"/>
                </a:lnTo>
                <a:close/>
                <a:moveTo>
                  <a:pt x="37913" y="330813"/>
                </a:moveTo>
                <a:lnTo>
                  <a:pt x="38716" y="331665"/>
                </a:lnTo>
                <a:lnTo>
                  <a:pt x="37512" y="331239"/>
                </a:lnTo>
                <a:close/>
                <a:moveTo>
                  <a:pt x="133656" y="147514"/>
                </a:moveTo>
                <a:lnTo>
                  <a:pt x="134085" y="148506"/>
                </a:lnTo>
                <a:lnTo>
                  <a:pt x="133441" y="148010"/>
                </a:lnTo>
                <a:close/>
                <a:moveTo>
                  <a:pt x="43975" y="382222"/>
                </a:moveTo>
                <a:lnTo>
                  <a:pt x="45291" y="383079"/>
                </a:lnTo>
                <a:lnTo>
                  <a:pt x="43317" y="382650"/>
                </a:lnTo>
                <a:close/>
                <a:moveTo>
                  <a:pt x="18697" y="221927"/>
                </a:moveTo>
                <a:lnTo>
                  <a:pt x="20689" y="223495"/>
                </a:lnTo>
                <a:lnTo>
                  <a:pt x="17701" y="222711"/>
                </a:lnTo>
                <a:close/>
                <a:moveTo>
                  <a:pt x="86234" y="194068"/>
                </a:moveTo>
                <a:lnTo>
                  <a:pt x="87698" y="194694"/>
                </a:lnTo>
                <a:lnTo>
                  <a:pt x="85503" y="194381"/>
                </a:lnTo>
                <a:close/>
                <a:moveTo>
                  <a:pt x="133504" y="132166"/>
                </a:moveTo>
                <a:lnTo>
                  <a:pt x="134434" y="133251"/>
                </a:lnTo>
                <a:lnTo>
                  <a:pt x="133039" y="132708"/>
                </a:lnTo>
                <a:close/>
                <a:moveTo>
                  <a:pt x="129617" y="106426"/>
                </a:moveTo>
                <a:lnTo>
                  <a:pt x="129986" y="107776"/>
                </a:lnTo>
                <a:lnTo>
                  <a:pt x="129433" y="107101"/>
                </a:lnTo>
                <a:close/>
                <a:moveTo>
                  <a:pt x="120050" y="45238"/>
                </a:moveTo>
                <a:lnTo>
                  <a:pt x="122016" y="45966"/>
                </a:lnTo>
                <a:lnTo>
                  <a:pt x="119066" y="45602"/>
                </a:lnTo>
                <a:close/>
                <a:moveTo>
                  <a:pt x="29577" y="15346"/>
                </a:moveTo>
                <a:lnTo>
                  <a:pt x="31138" y="15799"/>
                </a:lnTo>
                <a:lnTo>
                  <a:pt x="28796" y="15572"/>
                </a:lnTo>
                <a:close/>
                <a:moveTo>
                  <a:pt x="112692" y="121133"/>
                </a:moveTo>
                <a:lnTo>
                  <a:pt x="113716" y="122045"/>
                </a:lnTo>
                <a:lnTo>
                  <a:pt x="112181" y="121589"/>
                </a:lnTo>
                <a:close/>
                <a:moveTo>
                  <a:pt x="113647" y="154902"/>
                </a:moveTo>
                <a:lnTo>
                  <a:pt x="115265" y="155965"/>
                </a:lnTo>
                <a:lnTo>
                  <a:pt x="112838" y="155434"/>
                </a:lnTo>
                <a:close/>
                <a:moveTo>
                  <a:pt x="24850" y="31504"/>
                </a:moveTo>
                <a:lnTo>
                  <a:pt x="26490" y="32093"/>
                </a:lnTo>
                <a:lnTo>
                  <a:pt x="24031" y="31798"/>
                </a:lnTo>
                <a:close/>
                <a:moveTo>
                  <a:pt x="137365" y="60557"/>
                </a:moveTo>
                <a:lnTo>
                  <a:pt x="139506" y="62043"/>
                </a:lnTo>
                <a:lnTo>
                  <a:pt x="136295" y="61300"/>
                </a:lnTo>
                <a:close/>
                <a:moveTo>
                  <a:pt x="34352" y="197346"/>
                </a:moveTo>
                <a:lnTo>
                  <a:pt x="35861" y="198950"/>
                </a:lnTo>
                <a:lnTo>
                  <a:pt x="33597" y="198148"/>
                </a:lnTo>
                <a:close/>
                <a:moveTo>
                  <a:pt x="144589" y="93884"/>
                </a:moveTo>
                <a:lnTo>
                  <a:pt x="145275" y="95382"/>
                </a:lnTo>
                <a:lnTo>
                  <a:pt x="144246" y="94633"/>
                </a:lnTo>
                <a:close/>
                <a:moveTo>
                  <a:pt x="58021" y="150185"/>
                </a:moveTo>
                <a:lnTo>
                  <a:pt x="59777" y="151670"/>
                </a:lnTo>
                <a:lnTo>
                  <a:pt x="57142" y="150927"/>
                </a:lnTo>
                <a:close/>
                <a:moveTo>
                  <a:pt x="78634" y="55053"/>
                </a:moveTo>
                <a:lnTo>
                  <a:pt x="80661" y="56584"/>
                </a:lnTo>
                <a:lnTo>
                  <a:pt x="77621" y="55819"/>
                </a:lnTo>
                <a:close/>
                <a:moveTo>
                  <a:pt x="64591" y="165722"/>
                </a:moveTo>
                <a:lnTo>
                  <a:pt x="65418" y="166826"/>
                </a:lnTo>
                <a:lnTo>
                  <a:pt x="64177" y="166274"/>
                </a:lnTo>
                <a:close/>
                <a:moveTo>
                  <a:pt x="98861" y="53889"/>
                </a:moveTo>
                <a:lnTo>
                  <a:pt x="99406" y="54853"/>
                </a:lnTo>
                <a:lnTo>
                  <a:pt x="98589" y="54371"/>
                </a:lnTo>
                <a:close/>
                <a:moveTo>
                  <a:pt x="95773" y="144955"/>
                </a:moveTo>
                <a:lnTo>
                  <a:pt x="96643" y="146230"/>
                </a:lnTo>
                <a:lnTo>
                  <a:pt x="95338" y="145592"/>
                </a:lnTo>
                <a:close/>
                <a:moveTo>
                  <a:pt x="62932" y="363113"/>
                </a:moveTo>
                <a:lnTo>
                  <a:pt x="64580" y="363582"/>
                </a:lnTo>
                <a:lnTo>
                  <a:pt x="62108" y="363347"/>
                </a:lnTo>
                <a:close/>
                <a:moveTo>
                  <a:pt x="64068" y="231159"/>
                </a:moveTo>
                <a:lnTo>
                  <a:pt x="65069" y="232669"/>
                </a:lnTo>
                <a:lnTo>
                  <a:pt x="63567" y="231914"/>
                </a:lnTo>
                <a:close/>
                <a:moveTo>
                  <a:pt x="54336" y="33517"/>
                </a:moveTo>
                <a:lnTo>
                  <a:pt x="56497" y="34679"/>
                </a:lnTo>
                <a:lnTo>
                  <a:pt x="53255" y="34098"/>
                </a:lnTo>
                <a:close/>
                <a:moveTo>
                  <a:pt x="137166" y="353370"/>
                </a:moveTo>
                <a:lnTo>
                  <a:pt x="139072" y="354220"/>
                </a:lnTo>
                <a:lnTo>
                  <a:pt x="136213" y="353795"/>
                </a:lnTo>
                <a:close/>
                <a:moveTo>
                  <a:pt x="50424" y="137688"/>
                </a:moveTo>
                <a:lnTo>
                  <a:pt x="52215" y="138263"/>
                </a:lnTo>
                <a:lnTo>
                  <a:pt x="49528" y="137976"/>
                </a:lnTo>
                <a:close/>
                <a:moveTo>
                  <a:pt x="143016" y="315669"/>
                </a:moveTo>
                <a:lnTo>
                  <a:pt x="144104" y="316629"/>
                </a:lnTo>
                <a:lnTo>
                  <a:pt x="142472" y="316149"/>
                </a:lnTo>
                <a:close/>
                <a:moveTo>
                  <a:pt x="51958" y="33890"/>
                </a:moveTo>
                <a:lnTo>
                  <a:pt x="53017" y="35535"/>
                </a:lnTo>
                <a:lnTo>
                  <a:pt x="51428" y="34712"/>
                </a:lnTo>
                <a:close/>
                <a:moveTo>
                  <a:pt x="75067" y="91853"/>
                </a:moveTo>
                <a:lnTo>
                  <a:pt x="75488" y="93451"/>
                </a:lnTo>
                <a:lnTo>
                  <a:pt x="74856" y="92652"/>
                </a:lnTo>
                <a:close/>
                <a:moveTo>
                  <a:pt x="60194" y="198525"/>
                </a:moveTo>
                <a:lnTo>
                  <a:pt x="62056" y="199063"/>
                </a:lnTo>
                <a:lnTo>
                  <a:pt x="59264" y="198794"/>
                </a:lnTo>
                <a:close/>
                <a:moveTo>
                  <a:pt x="132545" y="325569"/>
                </a:moveTo>
                <a:lnTo>
                  <a:pt x="133220" y="326917"/>
                </a:lnTo>
                <a:lnTo>
                  <a:pt x="132208" y="326243"/>
                </a:lnTo>
                <a:close/>
                <a:moveTo>
                  <a:pt x="140677" y="244813"/>
                </a:moveTo>
                <a:lnTo>
                  <a:pt x="141863" y="246199"/>
                </a:lnTo>
                <a:lnTo>
                  <a:pt x="140084" y="245506"/>
                </a:lnTo>
                <a:close/>
                <a:moveTo>
                  <a:pt x="70191" y="87486"/>
                </a:moveTo>
                <a:lnTo>
                  <a:pt x="71761" y="88414"/>
                </a:lnTo>
                <a:lnTo>
                  <a:pt x="69405" y="87950"/>
                </a:lnTo>
                <a:close/>
                <a:moveTo>
                  <a:pt x="37717" y="78680"/>
                </a:moveTo>
                <a:lnTo>
                  <a:pt x="38608" y="80115"/>
                </a:lnTo>
                <a:lnTo>
                  <a:pt x="37271" y="79398"/>
                </a:lnTo>
                <a:close/>
                <a:moveTo>
                  <a:pt x="11304" y="22964"/>
                </a:moveTo>
                <a:lnTo>
                  <a:pt x="12721" y="23379"/>
                </a:lnTo>
                <a:lnTo>
                  <a:pt x="10596" y="23172"/>
                </a:lnTo>
                <a:close/>
                <a:moveTo>
                  <a:pt x="144772" y="337995"/>
                </a:moveTo>
                <a:lnTo>
                  <a:pt x="146502" y="338887"/>
                </a:lnTo>
                <a:lnTo>
                  <a:pt x="143907" y="338441"/>
                </a:lnTo>
                <a:close/>
                <a:moveTo>
                  <a:pt x="43894" y="232382"/>
                </a:moveTo>
                <a:lnTo>
                  <a:pt x="44617" y="232827"/>
                </a:lnTo>
                <a:lnTo>
                  <a:pt x="43533" y="232604"/>
                </a:lnTo>
                <a:close/>
                <a:moveTo>
                  <a:pt x="99167" y="256858"/>
                </a:moveTo>
                <a:lnTo>
                  <a:pt x="101343" y="257931"/>
                </a:lnTo>
                <a:lnTo>
                  <a:pt x="98079" y="257395"/>
                </a:lnTo>
                <a:close/>
                <a:moveTo>
                  <a:pt x="62913" y="37137"/>
                </a:moveTo>
                <a:lnTo>
                  <a:pt x="63311" y="38614"/>
                </a:lnTo>
                <a:lnTo>
                  <a:pt x="62714" y="37875"/>
                </a:lnTo>
                <a:close/>
                <a:moveTo>
                  <a:pt x="17412" y="97266"/>
                </a:moveTo>
                <a:lnTo>
                  <a:pt x="18128" y="98558"/>
                </a:lnTo>
                <a:lnTo>
                  <a:pt x="17054" y="97912"/>
                </a:lnTo>
                <a:close/>
                <a:moveTo>
                  <a:pt x="105803" y="286340"/>
                </a:moveTo>
                <a:lnTo>
                  <a:pt x="106862" y="287423"/>
                </a:lnTo>
                <a:lnTo>
                  <a:pt x="105274" y="286882"/>
                </a:lnTo>
                <a:close/>
                <a:moveTo>
                  <a:pt x="110838" y="325816"/>
                </a:moveTo>
                <a:lnTo>
                  <a:pt x="112656" y="327027"/>
                </a:lnTo>
                <a:lnTo>
                  <a:pt x="109929" y="326422"/>
                </a:lnTo>
                <a:close/>
                <a:moveTo>
                  <a:pt x="35660" y="389941"/>
                </a:moveTo>
                <a:lnTo>
                  <a:pt x="36854" y="390449"/>
                </a:lnTo>
                <a:lnTo>
                  <a:pt x="35063" y="390195"/>
                </a:lnTo>
                <a:close/>
                <a:moveTo>
                  <a:pt x="40253" y="305481"/>
                </a:moveTo>
                <a:lnTo>
                  <a:pt x="40644" y="305783"/>
                </a:lnTo>
                <a:lnTo>
                  <a:pt x="40057" y="305632"/>
                </a:lnTo>
                <a:close/>
                <a:moveTo>
                  <a:pt x="17222" y="391408"/>
                </a:moveTo>
                <a:lnTo>
                  <a:pt x="19007" y="393058"/>
                </a:lnTo>
                <a:lnTo>
                  <a:pt x="16329" y="392233"/>
                </a:lnTo>
                <a:close/>
                <a:moveTo>
                  <a:pt x="129494" y="195047"/>
                </a:moveTo>
                <a:lnTo>
                  <a:pt x="130770" y="196592"/>
                </a:lnTo>
                <a:lnTo>
                  <a:pt x="128857" y="195820"/>
                </a:lnTo>
                <a:close/>
                <a:moveTo>
                  <a:pt x="96697" y="357231"/>
                </a:moveTo>
                <a:lnTo>
                  <a:pt x="98271" y="359025"/>
                </a:lnTo>
                <a:lnTo>
                  <a:pt x="95911" y="358128"/>
                </a:lnTo>
                <a:close/>
                <a:moveTo>
                  <a:pt x="55240" y="102749"/>
                </a:moveTo>
                <a:lnTo>
                  <a:pt x="55860" y="104146"/>
                </a:lnTo>
                <a:lnTo>
                  <a:pt x="54930" y="103448"/>
                </a:lnTo>
                <a:close/>
                <a:moveTo>
                  <a:pt x="2612" y="29858"/>
                </a:moveTo>
                <a:lnTo>
                  <a:pt x="4299" y="31021"/>
                </a:lnTo>
                <a:lnTo>
                  <a:pt x="1769" y="30440"/>
                </a:lnTo>
                <a:close/>
                <a:moveTo>
                  <a:pt x="54412" y="77310"/>
                </a:moveTo>
                <a:lnTo>
                  <a:pt x="56163" y="78289"/>
                </a:lnTo>
                <a:lnTo>
                  <a:pt x="53537" y="77800"/>
                </a:lnTo>
                <a:close/>
                <a:moveTo>
                  <a:pt x="123864" y="297664"/>
                </a:moveTo>
                <a:lnTo>
                  <a:pt x="124763" y="298378"/>
                </a:lnTo>
                <a:lnTo>
                  <a:pt x="123414" y="298021"/>
                </a:lnTo>
                <a:close/>
                <a:moveTo>
                  <a:pt x="98109" y="346466"/>
                </a:moveTo>
                <a:lnTo>
                  <a:pt x="99004" y="348230"/>
                </a:lnTo>
                <a:lnTo>
                  <a:pt x="97662" y="347348"/>
                </a:lnTo>
                <a:close/>
                <a:moveTo>
                  <a:pt x="51966" y="259152"/>
                </a:moveTo>
                <a:lnTo>
                  <a:pt x="53734" y="260801"/>
                </a:lnTo>
                <a:lnTo>
                  <a:pt x="51082" y="259976"/>
                </a:lnTo>
                <a:close/>
                <a:moveTo>
                  <a:pt x="102937" y="218956"/>
                </a:moveTo>
                <a:lnTo>
                  <a:pt x="103928" y="219471"/>
                </a:lnTo>
                <a:lnTo>
                  <a:pt x="102442" y="219213"/>
                </a:lnTo>
                <a:close/>
                <a:moveTo>
                  <a:pt x="95869" y="20067"/>
                </a:moveTo>
                <a:lnTo>
                  <a:pt x="96534" y="21021"/>
                </a:lnTo>
                <a:lnTo>
                  <a:pt x="95537" y="20544"/>
                </a:lnTo>
                <a:close/>
                <a:moveTo>
                  <a:pt x="32611" y="284770"/>
                </a:moveTo>
                <a:lnTo>
                  <a:pt x="33231" y="285361"/>
                </a:lnTo>
                <a:lnTo>
                  <a:pt x="32301" y="285066"/>
                </a:lnTo>
                <a:close/>
                <a:moveTo>
                  <a:pt x="16995" y="162521"/>
                </a:moveTo>
                <a:lnTo>
                  <a:pt x="18639" y="164060"/>
                </a:lnTo>
                <a:lnTo>
                  <a:pt x="16173" y="163291"/>
                </a:lnTo>
                <a:close/>
                <a:moveTo>
                  <a:pt x="53347" y="185175"/>
                </a:moveTo>
                <a:lnTo>
                  <a:pt x="54430" y="186618"/>
                </a:lnTo>
                <a:lnTo>
                  <a:pt x="52806" y="185897"/>
                </a:lnTo>
                <a:close/>
                <a:moveTo>
                  <a:pt x="93566" y="355917"/>
                </a:moveTo>
                <a:lnTo>
                  <a:pt x="95633" y="356356"/>
                </a:lnTo>
                <a:lnTo>
                  <a:pt x="92532" y="356137"/>
                </a:lnTo>
                <a:close/>
                <a:moveTo>
                  <a:pt x="20540" y="192927"/>
                </a:moveTo>
                <a:lnTo>
                  <a:pt x="22283" y="194103"/>
                </a:lnTo>
                <a:lnTo>
                  <a:pt x="19669" y="193515"/>
                </a:lnTo>
                <a:close/>
                <a:moveTo>
                  <a:pt x="80377" y="335170"/>
                </a:moveTo>
                <a:lnTo>
                  <a:pt x="82437" y="336746"/>
                </a:lnTo>
                <a:lnTo>
                  <a:pt x="79347" y="335958"/>
                </a:lnTo>
                <a:close/>
                <a:moveTo>
                  <a:pt x="115280" y="43066"/>
                </a:moveTo>
                <a:lnTo>
                  <a:pt x="116046" y="44548"/>
                </a:lnTo>
                <a:lnTo>
                  <a:pt x="114896" y="43807"/>
                </a:lnTo>
                <a:close/>
                <a:moveTo>
                  <a:pt x="86325" y="218453"/>
                </a:moveTo>
                <a:lnTo>
                  <a:pt x="87971" y="219939"/>
                </a:lnTo>
                <a:lnTo>
                  <a:pt x="85502" y="219196"/>
                </a:lnTo>
                <a:close/>
                <a:moveTo>
                  <a:pt x="72456" y="194686"/>
                </a:moveTo>
                <a:lnTo>
                  <a:pt x="73493" y="195134"/>
                </a:lnTo>
                <a:lnTo>
                  <a:pt x="71938" y="194910"/>
                </a:lnTo>
                <a:close/>
                <a:moveTo>
                  <a:pt x="107750" y="385572"/>
                </a:moveTo>
                <a:lnTo>
                  <a:pt x="109696" y="386225"/>
                </a:lnTo>
                <a:lnTo>
                  <a:pt x="106776" y="385898"/>
                </a:lnTo>
                <a:close/>
                <a:moveTo>
                  <a:pt x="115270" y="119011"/>
                </a:moveTo>
                <a:lnTo>
                  <a:pt x="116266" y="119892"/>
                </a:lnTo>
                <a:lnTo>
                  <a:pt x="114772" y="119451"/>
                </a:lnTo>
                <a:close/>
                <a:moveTo>
                  <a:pt x="16444" y="204461"/>
                </a:moveTo>
                <a:lnTo>
                  <a:pt x="16953" y="205076"/>
                </a:lnTo>
                <a:lnTo>
                  <a:pt x="16189" y="204768"/>
                </a:lnTo>
                <a:close/>
                <a:moveTo>
                  <a:pt x="78110" y="168389"/>
                </a:moveTo>
                <a:lnTo>
                  <a:pt x="78819" y="169489"/>
                </a:lnTo>
                <a:lnTo>
                  <a:pt x="77756" y="168939"/>
                </a:lnTo>
                <a:close/>
                <a:moveTo>
                  <a:pt x="95046" y="333971"/>
                </a:moveTo>
                <a:lnTo>
                  <a:pt x="96951" y="335607"/>
                </a:lnTo>
                <a:lnTo>
                  <a:pt x="94093" y="334789"/>
                </a:lnTo>
                <a:close/>
                <a:moveTo>
                  <a:pt x="76478" y="107136"/>
                </a:moveTo>
                <a:lnTo>
                  <a:pt x="78303" y="107601"/>
                </a:lnTo>
                <a:lnTo>
                  <a:pt x="75565" y="107368"/>
                </a:lnTo>
                <a:close/>
                <a:moveTo>
                  <a:pt x="52882" y="283449"/>
                </a:moveTo>
                <a:lnTo>
                  <a:pt x="54334" y="284194"/>
                </a:lnTo>
                <a:lnTo>
                  <a:pt x="52156" y="283822"/>
                </a:lnTo>
                <a:close/>
                <a:moveTo>
                  <a:pt x="80870" y="156645"/>
                </a:moveTo>
                <a:lnTo>
                  <a:pt x="82100" y="157791"/>
                </a:lnTo>
                <a:lnTo>
                  <a:pt x="80255" y="157218"/>
                </a:lnTo>
                <a:close/>
                <a:moveTo>
                  <a:pt x="24470" y="5067"/>
                </a:moveTo>
                <a:lnTo>
                  <a:pt x="25281" y="6223"/>
                </a:lnTo>
                <a:lnTo>
                  <a:pt x="24065" y="5645"/>
                </a:lnTo>
                <a:close/>
                <a:moveTo>
                  <a:pt x="115274" y="22665"/>
                </a:moveTo>
                <a:lnTo>
                  <a:pt x="117392" y="23679"/>
                </a:lnTo>
                <a:lnTo>
                  <a:pt x="114215" y="23172"/>
                </a:lnTo>
                <a:close/>
                <a:moveTo>
                  <a:pt x="90781" y="339419"/>
                </a:moveTo>
                <a:lnTo>
                  <a:pt x="91747" y="340185"/>
                </a:lnTo>
                <a:lnTo>
                  <a:pt x="90298" y="339802"/>
                </a:lnTo>
                <a:close/>
                <a:moveTo>
                  <a:pt x="81323" y="364903"/>
                </a:moveTo>
                <a:lnTo>
                  <a:pt x="82409" y="366571"/>
                </a:lnTo>
                <a:lnTo>
                  <a:pt x="80780" y="365737"/>
                </a:lnTo>
                <a:close/>
                <a:moveTo>
                  <a:pt x="85475" y="39575"/>
                </a:moveTo>
                <a:lnTo>
                  <a:pt x="86136" y="40461"/>
                </a:lnTo>
                <a:lnTo>
                  <a:pt x="85145" y="40018"/>
                </a:lnTo>
                <a:close/>
                <a:moveTo>
                  <a:pt x="102685" y="261540"/>
                </a:moveTo>
                <a:lnTo>
                  <a:pt x="104686" y="263124"/>
                </a:lnTo>
                <a:lnTo>
                  <a:pt x="101685" y="262332"/>
                </a:lnTo>
                <a:close/>
                <a:moveTo>
                  <a:pt x="93516" y="246727"/>
                </a:moveTo>
                <a:lnTo>
                  <a:pt x="94469" y="247114"/>
                </a:lnTo>
                <a:lnTo>
                  <a:pt x="93039" y="246920"/>
                </a:lnTo>
                <a:close/>
                <a:moveTo>
                  <a:pt x="92198" y="288916"/>
                </a:moveTo>
                <a:lnTo>
                  <a:pt x="93094" y="289988"/>
                </a:lnTo>
                <a:lnTo>
                  <a:pt x="91750" y="289452"/>
                </a:lnTo>
                <a:close/>
                <a:moveTo>
                  <a:pt x="107207" y="253943"/>
                </a:moveTo>
                <a:lnTo>
                  <a:pt x="108145" y="255399"/>
                </a:lnTo>
                <a:lnTo>
                  <a:pt x="106737" y="254671"/>
                </a:lnTo>
                <a:close/>
                <a:moveTo>
                  <a:pt x="135055" y="287896"/>
                </a:moveTo>
                <a:lnTo>
                  <a:pt x="136436" y="288232"/>
                </a:lnTo>
                <a:lnTo>
                  <a:pt x="134364" y="288064"/>
                </a:lnTo>
                <a:close/>
                <a:moveTo>
                  <a:pt x="60600" y="297701"/>
                </a:moveTo>
                <a:lnTo>
                  <a:pt x="61131" y="298057"/>
                </a:lnTo>
                <a:lnTo>
                  <a:pt x="60335" y="297879"/>
                </a:lnTo>
                <a:close/>
                <a:moveTo>
                  <a:pt x="70744" y="10013"/>
                </a:moveTo>
                <a:lnTo>
                  <a:pt x="72698" y="10906"/>
                </a:lnTo>
                <a:lnTo>
                  <a:pt x="69768" y="10459"/>
                </a:lnTo>
                <a:close/>
                <a:moveTo>
                  <a:pt x="33179" y="355235"/>
                </a:moveTo>
                <a:lnTo>
                  <a:pt x="34933" y="356590"/>
                </a:lnTo>
                <a:lnTo>
                  <a:pt x="32303" y="355912"/>
                </a:lnTo>
                <a:close/>
                <a:moveTo>
                  <a:pt x="15957" y="139675"/>
                </a:moveTo>
                <a:lnTo>
                  <a:pt x="17330" y="141109"/>
                </a:lnTo>
                <a:lnTo>
                  <a:pt x="15271" y="140392"/>
                </a:lnTo>
                <a:close/>
                <a:moveTo>
                  <a:pt x="128853" y="229251"/>
                </a:moveTo>
                <a:lnTo>
                  <a:pt x="129861" y="229779"/>
                </a:lnTo>
                <a:lnTo>
                  <a:pt x="128348" y="229515"/>
                </a:lnTo>
                <a:close/>
                <a:moveTo>
                  <a:pt x="80981" y="282271"/>
                </a:moveTo>
                <a:lnTo>
                  <a:pt x="81842" y="283942"/>
                </a:lnTo>
                <a:lnTo>
                  <a:pt x="80551" y="283107"/>
                </a:lnTo>
                <a:close/>
                <a:moveTo>
                  <a:pt x="11680" y="310121"/>
                </a:moveTo>
                <a:lnTo>
                  <a:pt x="13711" y="311418"/>
                </a:lnTo>
                <a:lnTo>
                  <a:pt x="10665" y="310770"/>
                </a:lnTo>
                <a:close/>
                <a:moveTo>
                  <a:pt x="2000" y="40557"/>
                </a:moveTo>
                <a:lnTo>
                  <a:pt x="3670" y="41736"/>
                </a:lnTo>
                <a:lnTo>
                  <a:pt x="1166" y="41146"/>
                </a:lnTo>
                <a:close/>
                <a:moveTo>
                  <a:pt x="79981" y="353474"/>
                </a:moveTo>
                <a:lnTo>
                  <a:pt x="81922" y="355123"/>
                </a:lnTo>
                <a:lnTo>
                  <a:pt x="79010" y="354299"/>
                </a:lnTo>
                <a:close/>
                <a:moveTo>
                  <a:pt x="27668" y="172701"/>
                </a:moveTo>
                <a:lnTo>
                  <a:pt x="29407" y="173407"/>
                </a:lnTo>
                <a:lnTo>
                  <a:pt x="26799" y="173054"/>
                </a:lnTo>
                <a:close/>
                <a:moveTo>
                  <a:pt x="3950" y="337441"/>
                </a:moveTo>
                <a:lnTo>
                  <a:pt x="6129" y="339137"/>
                </a:lnTo>
                <a:lnTo>
                  <a:pt x="2861" y="338289"/>
                </a:lnTo>
                <a:close/>
                <a:moveTo>
                  <a:pt x="67631" y="87867"/>
                </a:moveTo>
                <a:lnTo>
                  <a:pt x="69315" y="88224"/>
                </a:lnTo>
                <a:lnTo>
                  <a:pt x="66789" y="88045"/>
                </a:lnTo>
                <a:close/>
                <a:moveTo>
                  <a:pt x="98419" y="194296"/>
                </a:moveTo>
                <a:lnTo>
                  <a:pt x="100565" y="194922"/>
                </a:lnTo>
                <a:lnTo>
                  <a:pt x="97346" y="194609"/>
                </a:lnTo>
                <a:close/>
                <a:moveTo>
                  <a:pt x="27070" y="338535"/>
                </a:moveTo>
                <a:lnTo>
                  <a:pt x="27671" y="340116"/>
                </a:lnTo>
                <a:lnTo>
                  <a:pt x="26770" y="339325"/>
                </a:lnTo>
                <a:close/>
                <a:moveTo>
                  <a:pt x="70614" y="144023"/>
                </a:moveTo>
                <a:lnTo>
                  <a:pt x="71235" y="144858"/>
                </a:lnTo>
                <a:lnTo>
                  <a:pt x="70303" y="144441"/>
                </a:lnTo>
                <a:close/>
                <a:moveTo>
                  <a:pt x="143169" y="273883"/>
                </a:moveTo>
                <a:lnTo>
                  <a:pt x="144453" y="275196"/>
                </a:lnTo>
                <a:lnTo>
                  <a:pt x="142526" y="274540"/>
                </a:lnTo>
                <a:close/>
                <a:moveTo>
                  <a:pt x="115229" y="175992"/>
                </a:moveTo>
                <a:lnTo>
                  <a:pt x="115589" y="177486"/>
                </a:lnTo>
                <a:lnTo>
                  <a:pt x="115049" y="176739"/>
                </a:lnTo>
                <a:close/>
                <a:moveTo>
                  <a:pt x="129511" y="75903"/>
                </a:moveTo>
                <a:lnTo>
                  <a:pt x="130004" y="76838"/>
                </a:lnTo>
                <a:lnTo>
                  <a:pt x="129264" y="76371"/>
                </a:lnTo>
                <a:close/>
                <a:moveTo>
                  <a:pt x="1490" y="106156"/>
                </a:moveTo>
                <a:lnTo>
                  <a:pt x="2449" y="107145"/>
                </a:lnTo>
                <a:lnTo>
                  <a:pt x="1011" y="106650"/>
                </a:lnTo>
                <a:close/>
                <a:moveTo>
                  <a:pt x="35694" y="316366"/>
                </a:moveTo>
                <a:lnTo>
                  <a:pt x="36621" y="317411"/>
                </a:lnTo>
                <a:lnTo>
                  <a:pt x="35230" y="316888"/>
                </a:lnTo>
                <a:close/>
                <a:moveTo>
                  <a:pt x="120474" y="331838"/>
                </a:moveTo>
                <a:lnTo>
                  <a:pt x="121151" y="333572"/>
                </a:lnTo>
                <a:lnTo>
                  <a:pt x="120136" y="332705"/>
                </a:lnTo>
                <a:close/>
                <a:moveTo>
                  <a:pt x="21852" y="48807"/>
                </a:moveTo>
                <a:lnTo>
                  <a:pt x="23090" y="50533"/>
                </a:lnTo>
                <a:lnTo>
                  <a:pt x="21233" y="49670"/>
                </a:lnTo>
                <a:close/>
                <a:moveTo>
                  <a:pt x="128897" y="368479"/>
                </a:moveTo>
                <a:lnTo>
                  <a:pt x="129461" y="369080"/>
                </a:lnTo>
                <a:lnTo>
                  <a:pt x="128614" y="368780"/>
                </a:lnTo>
                <a:close/>
                <a:moveTo>
                  <a:pt x="144042" y="288365"/>
                </a:moveTo>
                <a:lnTo>
                  <a:pt x="145545" y="290160"/>
                </a:lnTo>
                <a:lnTo>
                  <a:pt x="143291" y="289262"/>
                </a:lnTo>
                <a:close/>
                <a:moveTo>
                  <a:pt x="103993" y="140684"/>
                </a:moveTo>
                <a:lnTo>
                  <a:pt x="106188" y="141640"/>
                </a:lnTo>
                <a:lnTo>
                  <a:pt x="102896" y="141162"/>
                </a:lnTo>
                <a:close/>
                <a:moveTo>
                  <a:pt x="14758" y="347485"/>
                </a:moveTo>
                <a:lnTo>
                  <a:pt x="16654" y="349134"/>
                </a:lnTo>
                <a:lnTo>
                  <a:pt x="13810" y="348309"/>
                </a:lnTo>
                <a:close/>
                <a:moveTo>
                  <a:pt x="73670" y="358921"/>
                </a:moveTo>
                <a:lnTo>
                  <a:pt x="75353" y="359654"/>
                </a:lnTo>
                <a:lnTo>
                  <a:pt x="72829" y="359288"/>
                </a:lnTo>
                <a:close/>
                <a:moveTo>
                  <a:pt x="125000" y="289978"/>
                </a:moveTo>
                <a:lnTo>
                  <a:pt x="127034" y="291542"/>
                </a:lnTo>
                <a:lnTo>
                  <a:pt x="123984" y="290760"/>
                </a:lnTo>
                <a:close/>
                <a:moveTo>
                  <a:pt x="12490" y="274146"/>
                </a:moveTo>
                <a:lnTo>
                  <a:pt x="13628" y="275704"/>
                </a:lnTo>
                <a:lnTo>
                  <a:pt x="11921" y="274925"/>
                </a:lnTo>
                <a:close/>
                <a:moveTo>
                  <a:pt x="12548" y="284911"/>
                </a:moveTo>
                <a:lnTo>
                  <a:pt x="13117" y="285692"/>
                </a:lnTo>
                <a:lnTo>
                  <a:pt x="12263" y="285302"/>
                </a:lnTo>
                <a:close/>
                <a:moveTo>
                  <a:pt x="17083" y="185370"/>
                </a:moveTo>
                <a:lnTo>
                  <a:pt x="18326" y="186033"/>
                </a:lnTo>
                <a:lnTo>
                  <a:pt x="16461" y="185701"/>
                </a:lnTo>
                <a:close/>
                <a:moveTo>
                  <a:pt x="122086" y="346377"/>
                </a:moveTo>
                <a:lnTo>
                  <a:pt x="123942" y="347825"/>
                </a:lnTo>
                <a:lnTo>
                  <a:pt x="121158" y="347101"/>
                </a:lnTo>
                <a:close/>
                <a:moveTo>
                  <a:pt x="116329" y="63317"/>
                </a:moveTo>
                <a:lnTo>
                  <a:pt x="117483" y="64511"/>
                </a:lnTo>
                <a:lnTo>
                  <a:pt x="115753" y="63914"/>
                </a:lnTo>
                <a:close/>
                <a:moveTo>
                  <a:pt x="62017" y="9970"/>
                </a:moveTo>
                <a:lnTo>
                  <a:pt x="63669" y="10401"/>
                </a:lnTo>
                <a:lnTo>
                  <a:pt x="61191" y="10186"/>
                </a:lnTo>
                <a:close/>
                <a:moveTo>
                  <a:pt x="24537" y="304784"/>
                </a:moveTo>
                <a:lnTo>
                  <a:pt x="26435" y="305275"/>
                </a:lnTo>
                <a:lnTo>
                  <a:pt x="23587" y="305029"/>
                </a:lnTo>
                <a:close/>
                <a:moveTo>
                  <a:pt x="48023" y="17798"/>
                </a:moveTo>
                <a:lnTo>
                  <a:pt x="49646" y="18956"/>
                </a:lnTo>
                <a:lnTo>
                  <a:pt x="47211" y="18377"/>
                </a:lnTo>
                <a:close/>
                <a:moveTo>
                  <a:pt x="136273" y="257967"/>
                </a:moveTo>
                <a:lnTo>
                  <a:pt x="136895" y="259433"/>
                </a:lnTo>
                <a:lnTo>
                  <a:pt x="135963" y="258700"/>
                </a:lnTo>
                <a:close/>
                <a:moveTo>
                  <a:pt x="12479" y="151849"/>
                </a:moveTo>
                <a:lnTo>
                  <a:pt x="14402" y="153611"/>
                </a:lnTo>
                <a:lnTo>
                  <a:pt x="11518" y="152730"/>
                </a:lnTo>
                <a:close/>
                <a:moveTo>
                  <a:pt x="41687" y="66634"/>
                </a:moveTo>
                <a:lnTo>
                  <a:pt x="43061" y="67669"/>
                </a:lnTo>
                <a:lnTo>
                  <a:pt x="41000" y="67151"/>
                </a:lnTo>
                <a:close/>
                <a:moveTo>
                  <a:pt x="60375" y="332462"/>
                </a:moveTo>
                <a:lnTo>
                  <a:pt x="61828" y="333819"/>
                </a:lnTo>
                <a:lnTo>
                  <a:pt x="59649" y="333141"/>
                </a:lnTo>
                <a:close/>
                <a:moveTo>
                  <a:pt x="106252" y="182788"/>
                </a:moveTo>
                <a:lnTo>
                  <a:pt x="107076" y="183590"/>
                </a:lnTo>
                <a:lnTo>
                  <a:pt x="105840" y="183189"/>
                </a:lnTo>
                <a:close/>
                <a:moveTo>
                  <a:pt x="8966" y="84189"/>
                </a:moveTo>
                <a:lnTo>
                  <a:pt x="9927" y="84492"/>
                </a:lnTo>
                <a:lnTo>
                  <a:pt x="8486" y="84341"/>
                </a:lnTo>
                <a:close/>
                <a:moveTo>
                  <a:pt x="92145" y="1964"/>
                </a:moveTo>
                <a:lnTo>
                  <a:pt x="93818" y="2799"/>
                </a:lnTo>
                <a:lnTo>
                  <a:pt x="91309" y="2381"/>
                </a:lnTo>
                <a:close/>
                <a:moveTo>
                  <a:pt x="11545" y="83921"/>
                </a:moveTo>
                <a:lnTo>
                  <a:pt x="13646" y="85265"/>
                </a:lnTo>
                <a:lnTo>
                  <a:pt x="10495" y="84593"/>
                </a:lnTo>
                <a:close/>
                <a:moveTo>
                  <a:pt x="118872" y="366780"/>
                </a:moveTo>
                <a:lnTo>
                  <a:pt x="120903" y="367148"/>
                </a:lnTo>
                <a:lnTo>
                  <a:pt x="117856" y="366964"/>
                </a:lnTo>
                <a:close/>
                <a:moveTo>
                  <a:pt x="19061" y="293804"/>
                </a:moveTo>
                <a:lnTo>
                  <a:pt x="19948" y="294159"/>
                </a:lnTo>
                <a:lnTo>
                  <a:pt x="18617" y="293981"/>
                </a:lnTo>
                <a:close/>
                <a:moveTo>
                  <a:pt x="138950" y="148558"/>
                </a:moveTo>
                <a:lnTo>
                  <a:pt x="140490" y="150286"/>
                </a:lnTo>
                <a:lnTo>
                  <a:pt x="138180" y="149422"/>
                </a:lnTo>
                <a:close/>
                <a:moveTo>
                  <a:pt x="91473" y="120309"/>
                </a:moveTo>
                <a:lnTo>
                  <a:pt x="92452" y="121028"/>
                </a:lnTo>
                <a:lnTo>
                  <a:pt x="90983" y="120669"/>
                </a:lnTo>
                <a:close/>
                <a:moveTo>
                  <a:pt x="66599" y="382849"/>
                </a:moveTo>
                <a:lnTo>
                  <a:pt x="68630" y="383939"/>
                </a:lnTo>
                <a:lnTo>
                  <a:pt x="65583" y="383394"/>
                </a:lnTo>
                <a:close/>
                <a:moveTo>
                  <a:pt x="43609" y="94052"/>
                </a:moveTo>
                <a:lnTo>
                  <a:pt x="44494" y="95757"/>
                </a:lnTo>
                <a:lnTo>
                  <a:pt x="43167" y="94905"/>
                </a:lnTo>
                <a:close/>
                <a:moveTo>
                  <a:pt x="76837" y="69643"/>
                </a:moveTo>
                <a:lnTo>
                  <a:pt x="77732" y="70198"/>
                </a:lnTo>
                <a:lnTo>
                  <a:pt x="76390" y="69921"/>
                </a:lnTo>
                <a:close/>
                <a:moveTo>
                  <a:pt x="65940" y="74101"/>
                </a:moveTo>
                <a:lnTo>
                  <a:pt x="66733" y="74507"/>
                </a:lnTo>
                <a:lnTo>
                  <a:pt x="65544" y="74304"/>
                </a:lnTo>
                <a:close/>
                <a:moveTo>
                  <a:pt x="72355" y="352586"/>
                </a:moveTo>
                <a:lnTo>
                  <a:pt x="74538" y="353844"/>
                </a:lnTo>
                <a:lnTo>
                  <a:pt x="71263" y="353215"/>
                </a:lnTo>
                <a:close/>
                <a:moveTo>
                  <a:pt x="17235" y="165688"/>
                </a:moveTo>
                <a:lnTo>
                  <a:pt x="18199" y="167453"/>
                </a:lnTo>
                <a:lnTo>
                  <a:pt x="16753" y="166570"/>
                </a:lnTo>
                <a:close/>
                <a:moveTo>
                  <a:pt x="62447" y="239940"/>
                </a:moveTo>
                <a:lnTo>
                  <a:pt x="64297" y="240805"/>
                </a:lnTo>
                <a:lnTo>
                  <a:pt x="61522" y="240372"/>
                </a:lnTo>
                <a:close/>
                <a:moveTo>
                  <a:pt x="92224" y="365840"/>
                </a:moveTo>
                <a:lnTo>
                  <a:pt x="94144" y="367393"/>
                </a:lnTo>
                <a:lnTo>
                  <a:pt x="91264" y="366616"/>
                </a:lnTo>
                <a:close/>
                <a:moveTo>
                  <a:pt x="77590" y="229168"/>
                </a:moveTo>
                <a:lnTo>
                  <a:pt x="79014" y="230305"/>
                </a:lnTo>
                <a:lnTo>
                  <a:pt x="76878" y="229737"/>
                </a:lnTo>
                <a:close/>
                <a:moveTo>
                  <a:pt x="39301" y="140100"/>
                </a:moveTo>
                <a:lnTo>
                  <a:pt x="40669" y="141033"/>
                </a:lnTo>
                <a:lnTo>
                  <a:pt x="38617" y="140567"/>
                </a:lnTo>
                <a:close/>
                <a:moveTo>
                  <a:pt x="5561" y="41090"/>
                </a:moveTo>
                <a:lnTo>
                  <a:pt x="6421" y="42799"/>
                </a:lnTo>
                <a:lnTo>
                  <a:pt x="5131" y="41945"/>
                </a:lnTo>
                <a:close/>
                <a:moveTo>
                  <a:pt x="65328" y="217599"/>
                </a:moveTo>
                <a:lnTo>
                  <a:pt x="66819" y="219307"/>
                </a:lnTo>
                <a:lnTo>
                  <a:pt x="64582" y="218453"/>
                </a:lnTo>
                <a:close/>
                <a:moveTo>
                  <a:pt x="7295" y="259756"/>
                </a:moveTo>
                <a:lnTo>
                  <a:pt x="9116" y="260712"/>
                </a:lnTo>
                <a:lnTo>
                  <a:pt x="6384" y="260234"/>
                </a:lnTo>
                <a:close/>
                <a:moveTo>
                  <a:pt x="130735" y="124423"/>
                </a:moveTo>
                <a:lnTo>
                  <a:pt x="131494" y="125490"/>
                </a:lnTo>
                <a:lnTo>
                  <a:pt x="130355" y="124957"/>
                </a:lnTo>
                <a:close/>
                <a:moveTo>
                  <a:pt x="94013" y="105319"/>
                </a:moveTo>
                <a:lnTo>
                  <a:pt x="94589" y="105681"/>
                </a:lnTo>
                <a:lnTo>
                  <a:pt x="93725" y="105500"/>
                </a:lnTo>
                <a:close/>
                <a:moveTo>
                  <a:pt x="22303" y="357394"/>
                </a:moveTo>
                <a:lnTo>
                  <a:pt x="23714" y="357792"/>
                </a:lnTo>
                <a:lnTo>
                  <a:pt x="21597" y="357593"/>
                </a:lnTo>
                <a:close/>
                <a:moveTo>
                  <a:pt x="62396" y="112996"/>
                </a:moveTo>
                <a:lnTo>
                  <a:pt x="64327" y="113922"/>
                </a:lnTo>
                <a:lnTo>
                  <a:pt x="61431" y="113459"/>
                </a:lnTo>
                <a:close/>
                <a:moveTo>
                  <a:pt x="85890" y="349359"/>
                </a:moveTo>
                <a:lnTo>
                  <a:pt x="86427" y="349702"/>
                </a:lnTo>
                <a:lnTo>
                  <a:pt x="85621" y="349530"/>
                </a:lnTo>
                <a:close/>
                <a:moveTo>
                  <a:pt x="113244" y="373366"/>
                </a:moveTo>
                <a:lnTo>
                  <a:pt x="113818" y="374792"/>
                </a:lnTo>
                <a:lnTo>
                  <a:pt x="112957" y="374079"/>
                </a:lnTo>
                <a:close/>
                <a:moveTo>
                  <a:pt x="80635" y="26706"/>
                </a:moveTo>
                <a:lnTo>
                  <a:pt x="82650" y="28355"/>
                </a:lnTo>
                <a:lnTo>
                  <a:pt x="79628" y="27531"/>
                </a:lnTo>
                <a:close/>
                <a:moveTo>
                  <a:pt x="66164" y="303914"/>
                </a:moveTo>
                <a:lnTo>
                  <a:pt x="68221" y="304622"/>
                </a:lnTo>
                <a:lnTo>
                  <a:pt x="65136" y="304268"/>
                </a:lnTo>
                <a:close/>
                <a:moveTo>
                  <a:pt x="26809" y="290777"/>
                </a:moveTo>
                <a:lnTo>
                  <a:pt x="27537" y="291158"/>
                </a:lnTo>
                <a:lnTo>
                  <a:pt x="26445" y="290968"/>
                </a:lnTo>
                <a:close/>
                <a:moveTo>
                  <a:pt x="99686" y="9985"/>
                </a:moveTo>
                <a:lnTo>
                  <a:pt x="100822" y="11064"/>
                </a:lnTo>
                <a:lnTo>
                  <a:pt x="99119" y="10525"/>
                </a:lnTo>
                <a:close/>
                <a:moveTo>
                  <a:pt x="118342" y="17902"/>
                </a:moveTo>
                <a:lnTo>
                  <a:pt x="118788" y="19139"/>
                </a:lnTo>
                <a:lnTo>
                  <a:pt x="118119" y="18520"/>
                </a:lnTo>
                <a:close/>
                <a:moveTo>
                  <a:pt x="26822" y="224061"/>
                </a:moveTo>
                <a:lnTo>
                  <a:pt x="28602" y="225713"/>
                </a:lnTo>
                <a:lnTo>
                  <a:pt x="25932" y="224887"/>
                </a:lnTo>
                <a:close/>
                <a:moveTo>
                  <a:pt x="8835" y="202884"/>
                </a:moveTo>
                <a:lnTo>
                  <a:pt x="10185" y="203587"/>
                </a:lnTo>
                <a:lnTo>
                  <a:pt x="8160" y="203235"/>
                </a:lnTo>
                <a:close/>
                <a:moveTo>
                  <a:pt x="19276" y="5509"/>
                </a:moveTo>
                <a:lnTo>
                  <a:pt x="21464" y="5900"/>
                </a:lnTo>
                <a:lnTo>
                  <a:pt x="18182" y="5704"/>
                </a:lnTo>
                <a:close/>
                <a:moveTo>
                  <a:pt x="84351" y="70801"/>
                </a:moveTo>
                <a:lnTo>
                  <a:pt x="84711" y="71443"/>
                </a:lnTo>
                <a:lnTo>
                  <a:pt x="84171" y="71122"/>
                </a:lnTo>
                <a:close/>
                <a:moveTo>
                  <a:pt x="13613" y="281947"/>
                </a:moveTo>
                <a:lnTo>
                  <a:pt x="15195" y="282975"/>
                </a:lnTo>
                <a:lnTo>
                  <a:pt x="12822" y="282461"/>
                </a:lnTo>
                <a:close/>
                <a:moveTo>
                  <a:pt x="78300" y="170611"/>
                </a:moveTo>
                <a:lnTo>
                  <a:pt x="80486" y="171254"/>
                </a:lnTo>
                <a:lnTo>
                  <a:pt x="77207" y="170933"/>
                </a:lnTo>
                <a:close/>
                <a:moveTo>
                  <a:pt x="132808" y="141849"/>
                </a:moveTo>
                <a:lnTo>
                  <a:pt x="134341" y="142268"/>
                </a:lnTo>
                <a:lnTo>
                  <a:pt x="132041" y="142058"/>
                </a:lnTo>
                <a:close/>
                <a:moveTo>
                  <a:pt x="78987" y="312853"/>
                </a:moveTo>
                <a:lnTo>
                  <a:pt x="79703" y="314425"/>
                </a:lnTo>
                <a:lnTo>
                  <a:pt x="78629" y="313639"/>
                </a:lnTo>
                <a:close/>
                <a:moveTo>
                  <a:pt x="100609" y="89338"/>
                </a:moveTo>
                <a:lnTo>
                  <a:pt x="102320" y="90857"/>
                </a:lnTo>
                <a:lnTo>
                  <a:pt x="99754" y="90097"/>
                </a:lnTo>
                <a:close/>
                <a:moveTo>
                  <a:pt x="107585" y="271050"/>
                </a:moveTo>
                <a:lnTo>
                  <a:pt x="108563" y="272417"/>
                </a:lnTo>
                <a:lnTo>
                  <a:pt x="107095" y="271734"/>
                </a:lnTo>
                <a:close/>
                <a:moveTo>
                  <a:pt x="120460" y="50349"/>
                </a:moveTo>
                <a:lnTo>
                  <a:pt x="121561" y="50815"/>
                </a:lnTo>
                <a:lnTo>
                  <a:pt x="119910" y="50582"/>
                </a:lnTo>
                <a:close/>
                <a:moveTo>
                  <a:pt x="129330" y="326576"/>
                </a:moveTo>
                <a:lnTo>
                  <a:pt x="131007" y="328214"/>
                </a:lnTo>
                <a:lnTo>
                  <a:pt x="128492" y="327395"/>
                </a:lnTo>
                <a:close/>
                <a:moveTo>
                  <a:pt x="97877" y="81015"/>
                </a:moveTo>
                <a:lnTo>
                  <a:pt x="98769" y="82793"/>
                </a:lnTo>
                <a:lnTo>
                  <a:pt x="97432" y="81904"/>
                </a:lnTo>
                <a:close/>
                <a:moveTo>
                  <a:pt x="126259" y="33226"/>
                </a:moveTo>
                <a:lnTo>
                  <a:pt x="127156" y="34306"/>
                </a:lnTo>
                <a:lnTo>
                  <a:pt x="125811" y="33766"/>
                </a:lnTo>
                <a:close/>
                <a:moveTo>
                  <a:pt x="119310" y="257170"/>
                </a:moveTo>
                <a:lnTo>
                  <a:pt x="121477" y="257862"/>
                </a:lnTo>
                <a:lnTo>
                  <a:pt x="118226" y="257516"/>
                </a:lnTo>
                <a:close/>
                <a:moveTo>
                  <a:pt x="100261" y="236751"/>
                </a:moveTo>
                <a:lnTo>
                  <a:pt x="101804" y="237979"/>
                </a:lnTo>
                <a:lnTo>
                  <a:pt x="99489" y="237365"/>
                </a:lnTo>
                <a:close/>
                <a:moveTo>
                  <a:pt x="88018" y="202120"/>
                </a:moveTo>
                <a:lnTo>
                  <a:pt x="89124" y="203304"/>
                </a:lnTo>
                <a:lnTo>
                  <a:pt x="87464" y="202712"/>
                </a:lnTo>
                <a:close/>
                <a:moveTo>
                  <a:pt x="52874" y="370718"/>
                </a:moveTo>
                <a:lnTo>
                  <a:pt x="54882" y="371635"/>
                </a:lnTo>
                <a:lnTo>
                  <a:pt x="51869" y="371177"/>
                </a:lnTo>
                <a:close/>
                <a:moveTo>
                  <a:pt x="111587" y="372835"/>
                </a:moveTo>
                <a:lnTo>
                  <a:pt x="112868" y="373982"/>
                </a:lnTo>
                <a:lnTo>
                  <a:pt x="110946" y="373408"/>
                </a:lnTo>
                <a:close/>
                <a:moveTo>
                  <a:pt x="27444" y="309668"/>
                </a:moveTo>
                <a:lnTo>
                  <a:pt x="29132" y="310166"/>
                </a:lnTo>
                <a:lnTo>
                  <a:pt x="26600" y="309917"/>
                </a:lnTo>
                <a:close/>
                <a:moveTo>
                  <a:pt x="35054" y="387384"/>
                </a:moveTo>
                <a:lnTo>
                  <a:pt x="36297" y="388666"/>
                </a:lnTo>
                <a:lnTo>
                  <a:pt x="34432" y="388025"/>
                </a:lnTo>
                <a:close/>
                <a:moveTo>
                  <a:pt x="113148" y="267039"/>
                </a:moveTo>
                <a:lnTo>
                  <a:pt x="114560" y="268533"/>
                </a:lnTo>
                <a:lnTo>
                  <a:pt x="112442" y="267786"/>
                </a:lnTo>
                <a:close/>
                <a:moveTo>
                  <a:pt x="53484" y="214899"/>
                </a:moveTo>
                <a:lnTo>
                  <a:pt x="54263" y="215381"/>
                </a:lnTo>
                <a:lnTo>
                  <a:pt x="53095" y="215140"/>
                </a:lnTo>
                <a:close/>
                <a:moveTo>
                  <a:pt x="95356" y="252753"/>
                </a:moveTo>
                <a:lnTo>
                  <a:pt x="95944" y="254128"/>
                </a:lnTo>
                <a:lnTo>
                  <a:pt x="95062" y="253440"/>
                </a:lnTo>
                <a:close/>
                <a:moveTo>
                  <a:pt x="31021" y="130854"/>
                </a:moveTo>
                <a:lnTo>
                  <a:pt x="33213" y="132391"/>
                </a:lnTo>
                <a:lnTo>
                  <a:pt x="29925" y="131622"/>
                </a:lnTo>
                <a:close/>
                <a:moveTo>
                  <a:pt x="43520" y="302476"/>
                </a:moveTo>
                <a:lnTo>
                  <a:pt x="43976" y="302788"/>
                </a:lnTo>
                <a:lnTo>
                  <a:pt x="43292" y="302632"/>
                </a:lnTo>
                <a:close/>
                <a:moveTo>
                  <a:pt x="43894" y="269012"/>
                </a:moveTo>
                <a:lnTo>
                  <a:pt x="45897" y="270330"/>
                </a:lnTo>
                <a:lnTo>
                  <a:pt x="42892" y="269671"/>
                </a:lnTo>
                <a:close/>
                <a:moveTo>
                  <a:pt x="102024" y="243203"/>
                </a:moveTo>
                <a:lnTo>
                  <a:pt x="102915" y="244985"/>
                </a:lnTo>
                <a:lnTo>
                  <a:pt x="101579" y="244094"/>
                </a:lnTo>
                <a:close/>
                <a:moveTo>
                  <a:pt x="5078" y="312729"/>
                </a:moveTo>
                <a:lnTo>
                  <a:pt x="6459" y="314315"/>
                </a:lnTo>
                <a:lnTo>
                  <a:pt x="4387" y="313522"/>
                </a:lnTo>
                <a:close/>
                <a:moveTo>
                  <a:pt x="61593" y="282496"/>
                </a:moveTo>
                <a:lnTo>
                  <a:pt x="62721" y="283089"/>
                </a:lnTo>
                <a:lnTo>
                  <a:pt x="61029" y="282792"/>
                </a:lnTo>
                <a:close/>
                <a:moveTo>
                  <a:pt x="59328" y="374525"/>
                </a:moveTo>
                <a:lnTo>
                  <a:pt x="59986" y="375673"/>
                </a:lnTo>
                <a:lnTo>
                  <a:pt x="58998" y="375099"/>
                </a:lnTo>
                <a:close/>
                <a:moveTo>
                  <a:pt x="52278" y="245477"/>
                </a:moveTo>
                <a:lnTo>
                  <a:pt x="52857" y="246439"/>
                </a:lnTo>
                <a:lnTo>
                  <a:pt x="51989" y="245958"/>
                </a:lnTo>
                <a:close/>
                <a:moveTo>
                  <a:pt x="93499" y="57234"/>
                </a:moveTo>
                <a:lnTo>
                  <a:pt x="95388" y="58505"/>
                </a:lnTo>
                <a:lnTo>
                  <a:pt x="92554" y="57870"/>
                </a:lnTo>
                <a:close/>
                <a:moveTo>
                  <a:pt x="25217" y="129311"/>
                </a:moveTo>
                <a:lnTo>
                  <a:pt x="26095" y="130327"/>
                </a:lnTo>
                <a:lnTo>
                  <a:pt x="24778" y="129819"/>
                </a:lnTo>
                <a:close/>
                <a:moveTo>
                  <a:pt x="32380" y="341746"/>
                </a:moveTo>
                <a:lnTo>
                  <a:pt x="34286" y="343454"/>
                </a:lnTo>
                <a:lnTo>
                  <a:pt x="31427" y="342600"/>
                </a:lnTo>
                <a:close/>
                <a:moveTo>
                  <a:pt x="14995" y="132757"/>
                </a:moveTo>
                <a:lnTo>
                  <a:pt x="15438" y="134096"/>
                </a:lnTo>
                <a:lnTo>
                  <a:pt x="14774" y="133426"/>
                </a:lnTo>
                <a:close/>
                <a:moveTo>
                  <a:pt x="29277" y="63633"/>
                </a:moveTo>
                <a:lnTo>
                  <a:pt x="29830" y="64888"/>
                </a:lnTo>
                <a:lnTo>
                  <a:pt x="29001" y="64260"/>
                </a:lnTo>
                <a:close/>
                <a:moveTo>
                  <a:pt x="94056" y="295702"/>
                </a:moveTo>
                <a:lnTo>
                  <a:pt x="95238" y="297497"/>
                </a:lnTo>
                <a:lnTo>
                  <a:pt x="93465" y="296600"/>
                </a:lnTo>
                <a:close/>
                <a:moveTo>
                  <a:pt x="39549" y="157169"/>
                </a:moveTo>
                <a:lnTo>
                  <a:pt x="40265" y="158670"/>
                </a:lnTo>
                <a:lnTo>
                  <a:pt x="39191" y="157920"/>
                </a:lnTo>
                <a:close/>
                <a:moveTo>
                  <a:pt x="64053" y="219788"/>
                </a:moveTo>
                <a:lnTo>
                  <a:pt x="66084" y="220697"/>
                </a:lnTo>
                <a:lnTo>
                  <a:pt x="63037" y="220242"/>
                </a:lnTo>
                <a:close/>
                <a:moveTo>
                  <a:pt x="85602" y="56990"/>
                </a:moveTo>
                <a:lnTo>
                  <a:pt x="86948" y="57993"/>
                </a:lnTo>
                <a:lnTo>
                  <a:pt x="84929" y="57492"/>
                </a:lnTo>
                <a:close/>
                <a:moveTo>
                  <a:pt x="75640" y="20496"/>
                </a:moveTo>
                <a:lnTo>
                  <a:pt x="76045" y="22122"/>
                </a:lnTo>
                <a:lnTo>
                  <a:pt x="75437" y="21309"/>
                </a:lnTo>
                <a:close/>
                <a:moveTo>
                  <a:pt x="123990" y="237932"/>
                </a:moveTo>
                <a:lnTo>
                  <a:pt x="124787" y="239421"/>
                </a:lnTo>
                <a:lnTo>
                  <a:pt x="123592" y="238676"/>
                </a:lnTo>
                <a:close/>
                <a:moveTo>
                  <a:pt x="68438" y="157421"/>
                </a:moveTo>
                <a:lnTo>
                  <a:pt x="69486" y="158913"/>
                </a:lnTo>
                <a:lnTo>
                  <a:pt x="67914" y="158167"/>
                </a:lnTo>
                <a:close/>
                <a:moveTo>
                  <a:pt x="117427" y="177558"/>
                </a:moveTo>
                <a:lnTo>
                  <a:pt x="118221" y="178413"/>
                </a:lnTo>
                <a:lnTo>
                  <a:pt x="117031" y="177986"/>
                </a:lnTo>
                <a:close/>
                <a:moveTo>
                  <a:pt x="128911" y="161254"/>
                </a:moveTo>
                <a:lnTo>
                  <a:pt x="130933" y="162333"/>
                </a:lnTo>
                <a:lnTo>
                  <a:pt x="127900" y="161794"/>
                </a:lnTo>
                <a:close/>
                <a:moveTo>
                  <a:pt x="104134" y="355161"/>
                </a:moveTo>
                <a:lnTo>
                  <a:pt x="105328" y="356214"/>
                </a:lnTo>
                <a:lnTo>
                  <a:pt x="103537" y="355687"/>
                </a:lnTo>
                <a:close/>
                <a:moveTo>
                  <a:pt x="54205" y="256026"/>
                </a:moveTo>
                <a:lnTo>
                  <a:pt x="55397" y="257063"/>
                </a:lnTo>
                <a:lnTo>
                  <a:pt x="53609" y="256545"/>
                </a:lnTo>
                <a:close/>
                <a:moveTo>
                  <a:pt x="125654" y="246861"/>
                </a:moveTo>
                <a:lnTo>
                  <a:pt x="126974" y="248332"/>
                </a:lnTo>
                <a:lnTo>
                  <a:pt x="124995" y="247597"/>
                </a:lnTo>
                <a:close/>
                <a:moveTo>
                  <a:pt x="43025" y="146971"/>
                </a:moveTo>
                <a:lnTo>
                  <a:pt x="44457" y="148337"/>
                </a:lnTo>
                <a:lnTo>
                  <a:pt x="42309" y="147654"/>
                </a:lnTo>
                <a:close/>
                <a:moveTo>
                  <a:pt x="16256" y="59395"/>
                </a:moveTo>
                <a:lnTo>
                  <a:pt x="17171" y="60959"/>
                </a:lnTo>
                <a:lnTo>
                  <a:pt x="15799" y="60177"/>
                </a:lnTo>
                <a:close/>
                <a:moveTo>
                  <a:pt x="126742" y="185303"/>
                </a:moveTo>
                <a:lnTo>
                  <a:pt x="127133" y="186724"/>
                </a:lnTo>
                <a:lnTo>
                  <a:pt x="126546" y="186014"/>
                </a:lnTo>
                <a:close/>
                <a:moveTo>
                  <a:pt x="127226" y="319067"/>
                </a:moveTo>
                <a:lnTo>
                  <a:pt x="128549" y="319700"/>
                </a:lnTo>
                <a:lnTo>
                  <a:pt x="126564" y="319384"/>
                </a:lnTo>
                <a:close/>
                <a:moveTo>
                  <a:pt x="49913" y="301441"/>
                </a:moveTo>
                <a:lnTo>
                  <a:pt x="51977" y="302143"/>
                </a:lnTo>
                <a:lnTo>
                  <a:pt x="48881" y="301792"/>
                </a:lnTo>
                <a:close/>
                <a:moveTo>
                  <a:pt x="98488" y="124940"/>
                </a:moveTo>
                <a:lnTo>
                  <a:pt x="99008" y="126527"/>
                </a:lnTo>
                <a:lnTo>
                  <a:pt x="98228" y="125733"/>
                </a:lnTo>
                <a:close/>
                <a:moveTo>
                  <a:pt x="48765" y="363193"/>
                </a:moveTo>
                <a:lnTo>
                  <a:pt x="49682" y="363742"/>
                </a:lnTo>
                <a:lnTo>
                  <a:pt x="48306" y="363467"/>
                </a:lnTo>
                <a:close/>
                <a:moveTo>
                  <a:pt x="142630" y="327834"/>
                </a:moveTo>
                <a:lnTo>
                  <a:pt x="143553" y="329058"/>
                </a:lnTo>
                <a:lnTo>
                  <a:pt x="142169" y="328446"/>
                </a:lnTo>
                <a:close/>
                <a:moveTo>
                  <a:pt x="30425" y="381626"/>
                </a:moveTo>
                <a:lnTo>
                  <a:pt x="32393" y="383006"/>
                </a:lnTo>
                <a:lnTo>
                  <a:pt x="29442" y="382316"/>
                </a:lnTo>
                <a:close/>
                <a:moveTo>
                  <a:pt x="127795" y="40455"/>
                </a:moveTo>
                <a:lnTo>
                  <a:pt x="128199" y="41425"/>
                </a:lnTo>
                <a:lnTo>
                  <a:pt x="127593" y="40940"/>
                </a:lnTo>
                <a:close/>
                <a:moveTo>
                  <a:pt x="94970" y="44533"/>
                </a:moveTo>
                <a:lnTo>
                  <a:pt x="95914" y="45437"/>
                </a:lnTo>
                <a:lnTo>
                  <a:pt x="94498" y="44985"/>
                </a:lnTo>
                <a:close/>
                <a:moveTo>
                  <a:pt x="101425" y="73365"/>
                </a:moveTo>
                <a:lnTo>
                  <a:pt x="102415" y="74868"/>
                </a:lnTo>
                <a:lnTo>
                  <a:pt x="100930" y="74116"/>
                </a:lnTo>
                <a:close/>
                <a:moveTo>
                  <a:pt x="103251" y="355936"/>
                </a:moveTo>
                <a:lnTo>
                  <a:pt x="104829" y="357697"/>
                </a:lnTo>
                <a:lnTo>
                  <a:pt x="102462" y="356816"/>
                </a:lnTo>
                <a:close/>
                <a:moveTo>
                  <a:pt x="2049" y="300734"/>
                </a:moveTo>
                <a:lnTo>
                  <a:pt x="2628" y="302017"/>
                </a:lnTo>
                <a:lnTo>
                  <a:pt x="1759" y="301376"/>
                </a:lnTo>
                <a:close/>
                <a:moveTo>
                  <a:pt x="65486" y="210572"/>
                </a:moveTo>
                <a:lnTo>
                  <a:pt x="67092" y="211978"/>
                </a:lnTo>
                <a:lnTo>
                  <a:pt x="64684" y="211275"/>
                </a:lnTo>
                <a:close/>
                <a:moveTo>
                  <a:pt x="81493" y="204050"/>
                </a:moveTo>
                <a:lnTo>
                  <a:pt x="81990" y="205329"/>
                </a:lnTo>
                <a:lnTo>
                  <a:pt x="81244" y="204689"/>
                </a:lnTo>
                <a:close/>
                <a:moveTo>
                  <a:pt x="22367" y="346923"/>
                </a:moveTo>
                <a:lnTo>
                  <a:pt x="23406" y="347332"/>
                </a:lnTo>
                <a:lnTo>
                  <a:pt x="21847" y="347128"/>
                </a:lnTo>
                <a:close/>
                <a:moveTo>
                  <a:pt x="49365" y="203629"/>
                </a:moveTo>
                <a:lnTo>
                  <a:pt x="51523" y="204903"/>
                </a:lnTo>
                <a:lnTo>
                  <a:pt x="48286" y="204266"/>
                </a:lnTo>
                <a:close/>
                <a:moveTo>
                  <a:pt x="72281" y="243253"/>
                </a:moveTo>
                <a:lnTo>
                  <a:pt x="74314" y="244799"/>
                </a:lnTo>
                <a:lnTo>
                  <a:pt x="71265" y="244026"/>
                </a:lnTo>
                <a:close/>
                <a:moveTo>
                  <a:pt x="129575" y="47734"/>
                </a:moveTo>
                <a:lnTo>
                  <a:pt x="130395" y="48217"/>
                </a:lnTo>
                <a:lnTo>
                  <a:pt x="129164" y="47976"/>
                </a:lnTo>
                <a:close/>
                <a:moveTo>
                  <a:pt x="48856" y="22772"/>
                </a:moveTo>
                <a:lnTo>
                  <a:pt x="49528" y="23551"/>
                </a:lnTo>
                <a:lnTo>
                  <a:pt x="48520" y="23161"/>
                </a:lnTo>
                <a:close/>
                <a:moveTo>
                  <a:pt x="141673" y="268669"/>
                </a:moveTo>
                <a:lnTo>
                  <a:pt x="143203" y="269853"/>
                </a:lnTo>
                <a:lnTo>
                  <a:pt x="140907" y="269261"/>
                </a:lnTo>
                <a:close/>
                <a:moveTo>
                  <a:pt x="81711" y="131823"/>
                </a:moveTo>
                <a:lnTo>
                  <a:pt x="82326" y="132950"/>
                </a:lnTo>
                <a:lnTo>
                  <a:pt x="81403" y="132387"/>
                </a:lnTo>
                <a:close/>
                <a:moveTo>
                  <a:pt x="127780" y="213041"/>
                </a:moveTo>
                <a:lnTo>
                  <a:pt x="129648" y="214556"/>
                </a:lnTo>
                <a:lnTo>
                  <a:pt x="126846" y="213798"/>
                </a:lnTo>
                <a:close/>
                <a:moveTo>
                  <a:pt x="89730" y="65840"/>
                </a:moveTo>
                <a:lnTo>
                  <a:pt x="90608" y="66476"/>
                </a:lnTo>
                <a:lnTo>
                  <a:pt x="89292" y="66158"/>
                </a:lnTo>
                <a:close/>
                <a:moveTo>
                  <a:pt x="33742" y="104888"/>
                </a:moveTo>
                <a:lnTo>
                  <a:pt x="35053" y="105937"/>
                </a:lnTo>
                <a:lnTo>
                  <a:pt x="33087" y="105412"/>
                </a:lnTo>
                <a:close/>
                <a:moveTo>
                  <a:pt x="34586" y="8384"/>
                </a:moveTo>
                <a:lnTo>
                  <a:pt x="36204" y="9845"/>
                </a:lnTo>
                <a:lnTo>
                  <a:pt x="33777" y="9115"/>
                </a:lnTo>
                <a:close/>
                <a:moveTo>
                  <a:pt x="128775" y="370779"/>
                </a:moveTo>
                <a:lnTo>
                  <a:pt x="129798" y="371480"/>
                </a:lnTo>
                <a:lnTo>
                  <a:pt x="128263" y="371130"/>
                </a:lnTo>
                <a:close/>
                <a:moveTo>
                  <a:pt x="58353" y="102387"/>
                </a:moveTo>
                <a:lnTo>
                  <a:pt x="60216" y="103796"/>
                </a:lnTo>
                <a:lnTo>
                  <a:pt x="57422" y="103092"/>
                </a:lnTo>
                <a:close/>
                <a:moveTo>
                  <a:pt x="10258" y="240873"/>
                </a:moveTo>
                <a:lnTo>
                  <a:pt x="12195" y="242169"/>
                </a:lnTo>
                <a:lnTo>
                  <a:pt x="9289" y="241521"/>
                </a:lnTo>
                <a:close/>
                <a:moveTo>
                  <a:pt x="34966" y="204554"/>
                </a:moveTo>
                <a:lnTo>
                  <a:pt x="36254" y="205841"/>
                </a:lnTo>
                <a:lnTo>
                  <a:pt x="34322" y="205197"/>
                </a:lnTo>
                <a:close/>
                <a:moveTo>
                  <a:pt x="89841" y="260644"/>
                </a:moveTo>
                <a:lnTo>
                  <a:pt x="91548" y="261475"/>
                </a:lnTo>
                <a:lnTo>
                  <a:pt x="88988" y="261059"/>
                </a:lnTo>
                <a:close/>
                <a:moveTo>
                  <a:pt x="88836" y="262486"/>
                </a:moveTo>
                <a:lnTo>
                  <a:pt x="89372" y="264084"/>
                </a:lnTo>
                <a:lnTo>
                  <a:pt x="88568" y="263285"/>
                </a:lnTo>
                <a:close/>
                <a:moveTo>
                  <a:pt x="53853" y="54211"/>
                </a:moveTo>
                <a:lnTo>
                  <a:pt x="54343" y="54550"/>
                </a:lnTo>
                <a:lnTo>
                  <a:pt x="53609" y="54381"/>
                </a:lnTo>
                <a:close/>
                <a:moveTo>
                  <a:pt x="34777" y="387881"/>
                </a:moveTo>
                <a:lnTo>
                  <a:pt x="36397" y="388347"/>
                </a:lnTo>
                <a:lnTo>
                  <a:pt x="33967" y="388114"/>
                </a:lnTo>
                <a:close/>
                <a:moveTo>
                  <a:pt x="119832" y="184982"/>
                </a:moveTo>
                <a:lnTo>
                  <a:pt x="121673" y="186195"/>
                </a:lnTo>
                <a:lnTo>
                  <a:pt x="118912" y="185589"/>
                </a:lnTo>
                <a:close/>
                <a:moveTo>
                  <a:pt x="52446" y="273799"/>
                </a:moveTo>
                <a:lnTo>
                  <a:pt x="54571" y="275042"/>
                </a:lnTo>
                <a:lnTo>
                  <a:pt x="51384" y="274420"/>
                </a:lnTo>
                <a:close/>
                <a:moveTo>
                  <a:pt x="6185" y="351376"/>
                </a:moveTo>
                <a:lnTo>
                  <a:pt x="6759" y="352208"/>
                </a:lnTo>
                <a:lnTo>
                  <a:pt x="5898" y="351792"/>
                </a:lnTo>
                <a:close/>
                <a:moveTo>
                  <a:pt x="69599" y="228083"/>
                </a:moveTo>
                <a:lnTo>
                  <a:pt x="71267" y="229275"/>
                </a:lnTo>
                <a:lnTo>
                  <a:pt x="68765" y="228679"/>
                </a:lnTo>
                <a:close/>
                <a:moveTo>
                  <a:pt x="104587" y="336772"/>
                </a:moveTo>
                <a:lnTo>
                  <a:pt x="106080" y="337368"/>
                </a:lnTo>
                <a:lnTo>
                  <a:pt x="103840" y="337070"/>
                </a:lnTo>
                <a:close/>
                <a:moveTo>
                  <a:pt x="90784" y="4521"/>
                </a:moveTo>
                <a:lnTo>
                  <a:pt x="92217" y="5212"/>
                </a:lnTo>
                <a:lnTo>
                  <a:pt x="90067" y="4866"/>
                </a:lnTo>
                <a:close/>
                <a:moveTo>
                  <a:pt x="121907" y="63744"/>
                </a:moveTo>
                <a:lnTo>
                  <a:pt x="122319" y="65417"/>
                </a:lnTo>
                <a:lnTo>
                  <a:pt x="121701" y="64580"/>
                </a:lnTo>
                <a:close/>
                <a:moveTo>
                  <a:pt x="126287" y="331885"/>
                </a:moveTo>
                <a:lnTo>
                  <a:pt x="127450" y="333551"/>
                </a:lnTo>
                <a:lnTo>
                  <a:pt x="125706" y="332718"/>
                </a:lnTo>
                <a:close/>
                <a:moveTo>
                  <a:pt x="98352" y="239242"/>
                </a:moveTo>
                <a:lnTo>
                  <a:pt x="100204" y="240031"/>
                </a:lnTo>
                <a:lnTo>
                  <a:pt x="97426" y="239637"/>
                </a:lnTo>
                <a:close/>
                <a:moveTo>
                  <a:pt x="140257" y="318426"/>
                </a:moveTo>
                <a:lnTo>
                  <a:pt x="141800" y="319096"/>
                </a:lnTo>
                <a:lnTo>
                  <a:pt x="139485" y="318761"/>
                </a:lnTo>
                <a:close/>
                <a:moveTo>
                  <a:pt x="14987" y="299583"/>
                </a:moveTo>
                <a:lnTo>
                  <a:pt x="16080" y="300946"/>
                </a:lnTo>
                <a:lnTo>
                  <a:pt x="14441" y="300265"/>
                </a:lnTo>
                <a:close/>
                <a:moveTo>
                  <a:pt x="16702" y="187421"/>
                </a:moveTo>
                <a:lnTo>
                  <a:pt x="17345" y="188260"/>
                </a:lnTo>
                <a:lnTo>
                  <a:pt x="16380" y="187841"/>
                </a:lnTo>
                <a:close/>
                <a:moveTo>
                  <a:pt x="30584" y="11300"/>
                </a:moveTo>
                <a:lnTo>
                  <a:pt x="32176" y="13086"/>
                </a:lnTo>
                <a:lnTo>
                  <a:pt x="29788" y="12193"/>
                </a:lnTo>
                <a:close/>
                <a:moveTo>
                  <a:pt x="84944" y="35124"/>
                </a:moveTo>
                <a:lnTo>
                  <a:pt x="87086" y="35449"/>
                </a:lnTo>
                <a:lnTo>
                  <a:pt x="83873" y="35286"/>
                </a:lnTo>
                <a:close/>
                <a:moveTo>
                  <a:pt x="123068" y="199545"/>
                </a:moveTo>
                <a:lnTo>
                  <a:pt x="124138" y="200875"/>
                </a:lnTo>
                <a:lnTo>
                  <a:pt x="122533" y="200210"/>
                </a:lnTo>
                <a:close/>
                <a:moveTo>
                  <a:pt x="28238" y="140326"/>
                </a:moveTo>
                <a:lnTo>
                  <a:pt x="29403" y="141694"/>
                </a:lnTo>
                <a:lnTo>
                  <a:pt x="27655" y="141010"/>
                </a:lnTo>
                <a:close/>
                <a:moveTo>
                  <a:pt x="55791" y="253170"/>
                </a:moveTo>
                <a:lnTo>
                  <a:pt x="56677" y="254848"/>
                </a:lnTo>
                <a:lnTo>
                  <a:pt x="55347" y="254009"/>
                </a:lnTo>
                <a:close/>
                <a:moveTo>
                  <a:pt x="30530" y="331487"/>
                </a:moveTo>
                <a:lnTo>
                  <a:pt x="31739" y="331968"/>
                </a:lnTo>
                <a:lnTo>
                  <a:pt x="29925" y="331728"/>
                </a:lnTo>
                <a:close/>
                <a:moveTo>
                  <a:pt x="54515" y="299045"/>
                </a:moveTo>
                <a:lnTo>
                  <a:pt x="55876" y="299617"/>
                </a:lnTo>
                <a:lnTo>
                  <a:pt x="53835" y="299331"/>
                </a:lnTo>
                <a:close/>
                <a:moveTo>
                  <a:pt x="122044" y="181914"/>
                </a:moveTo>
                <a:lnTo>
                  <a:pt x="123214" y="183066"/>
                </a:lnTo>
                <a:lnTo>
                  <a:pt x="121458" y="182490"/>
                </a:lnTo>
                <a:close/>
                <a:moveTo>
                  <a:pt x="2012" y="275253"/>
                </a:moveTo>
                <a:lnTo>
                  <a:pt x="3164" y="276880"/>
                </a:lnTo>
                <a:lnTo>
                  <a:pt x="1437" y="276066"/>
                </a:lnTo>
                <a:close/>
                <a:moveTo>
                  <a:pt x="73015" y="35030"/>
                </a:moveTo>
                <a:lnTo>
                  <a:pt x="74805" y="35940"/>
                </a:lnTo>
                <a:lnTo>
                  <a:pt x="72120" y="35485"/>
                </a:lnTo>
                <a:close/>
                <a:moveTo>
                  <a:pt x="18080" y="33300"/>
                </a:moveTo>
                <a:lnTo>
                  <a:pt x="18784" y="33756"/>
                </a:lnTo>
                <a:lnTo>
                  <a:pt x="17728" y="33528"/>
                </a:lnTo>
                <a:close/>
                <a:moveTo>
                  <a:pt x="140650" y="48198"/>
                </a:moveTo>
                <a:lnTo>
                  <a:pt x="141674" y="48695"/>
                </a:lnTo>
                <a:lnTo>
                  <a:pt x="140138" y="48447"/>
                </a:lnTo>
                <a:close/>
                <a:moveTo>
                  <a:pt x="141905" y="266217"/>
                </a:moveTo>
                <a:lnTo>
                  <a:pt x="143181" y="266900"/>
                </a:lnTo>
                <a:lnTo>
                  <a:pt x="141267" y="266558"/>
                </a:lnTo>
                <a:close/>
                <a:moveTo>
                  <a:pt x="9757" y="263726"/>
                </a:moveTo>
                <a:lnTo>
                  <a:pt x="11451" y="265162"/>
                </a:lnTo>
                <a:lnTo>
                  <a:pt x="8910" y="264444"/>
                </a:lnTo>
                <a:close/>
                <a:moveTo>
                  <a:pt x="119879" y="43288"/>
                </a:moveTo>
                <a:lnTo>
                  <a:pt x="122024" y="44952"/>
                </a:lnTo>
                <a:lnTo>
                  <a:pt x="118807" y="44120"/>
                </a:lnTo>
                <a:close/>
                <a:moveTo>
                  <a:pt x="106881" y="207434"/>
                </a:moveTo>
                <a:lnTo>
                  <a:pt x="108090" y="208057"/>
                </a:lnTo>
                <a:lnTo>
                  <a:pt x="106277" y="207746"/>
                </a:lnTo>
                <a:close/>
                <a:moveTo>
                  <a:pt x="54429" y="147870"/>
                </a:moveTo>
                <a:lnTo>
                  <a:pt x="55961" y="148260"/>
                </a:lnTo>
                <a:lnTo>
                  <a:pt x="53663" y="148065"/>
                </a:lnTo>
                <a:close/>
                <a:moveTo>
                  <a:pt x="103155" y="320224"/>
                </a:moveTo>
                <a:lnTo>
                  <a:pt x="103825" y="321603"/>
                </a:lnTo>
                <a:lnTo>
                  <a:pt x="102819" y="320914"/>
                </a:lnTo>
                <a:close/>
                <a:moveTo>
                  <a:pt x="129907" y="275485"/>
                </a:moveTo>
                <a:lnTo>
                  <a:pt x="131711" y="275931"/>
                </a:lnTo>
                <a:lnTo>
                  <a:pt x="129006" y="275708"/>
                </a:lnTo>
                <a:close/>
                <a:moveTo>
                  <a:pt x="78157" y="48681"/>
                </a:moveTo>
                <a:lnTo>
                  <a:pt x="80300" y="49624"/>
                </a:lnTo>
                <a:lnTo>
                  <a:pt x="77085" y="49152"/>
                </a:lnTo>
                <a:close/>
                <a:moveTo>
                  <a:pt x="81889" y="42990"/>
                </a:moveTo>
                <a:lnTo>
                  <a:pt x="82466" y="44735"/>
                </a:lnTo>
                <a:lnTo>
                  <a:pt x="81601" y="43863"/>
                </a:lnTo>
                <a:close/>
                <a:moveTo>
                  <a:pt x="80512" y="360477"/>
                </a:moveTo>
                <a:lnTo>
                  <a:pt x="82027" y="362026"/>
                </a:lnTo>
                <a:lnTo>
                  <a:pt x="79754" y="361251"/>
                </a:lnTo>
                <a:close/>
                <a:moveTo>
                  <a:pt x="139760" y="88420"/>
                </a:moveTo>
                <a:lnTo>
                  <a:pt x="140225" y="90097"/>
                </a:lnTo>
                <a:lnTo>
                  <a:pt x="139528" y="89259"/>
                </a:lnTo>
                <a:close/>
                <a:moveTo>
                  <a:pt x="121658" y="335884"/>
                </a:moveTo>
                <a:lnTo>
                  <a:pt x="122012" y="336361"/>
                </a:lnTo>
                <a:lnTo>
                  <a:pt x="121481" y="336122"/>
                </a:lnTo>
                <a:close/>
                <a:moveTo>
                  <a:pt x="34009" y="353799"/>
                </a:moveTo>
                <a:lnTo>
                  <a:pt x="34884" y="354537"/>
                </a:lnTo>
                <a:lnTo>
                  <a:pt x="33571" y="354168"/>
                </a:lnTo>
                <a:close/>
                <a:moveTo>
                  <a:pt x="82038" y="87837"/>
                </a:moveTo>
                <a:lnTo>
                  <a:pt x="84205" y="88292"/>
                </a:lnTo>
                <a:lnTo>
                  <a:pt x="80954" y="88064"/>
                </a:lnTo>
                <a:close/>
                <a:moveTo>
                  <a:pt x="69266" y="214238"/>
                </a:moveTo>
                <a:lnTo>
                  <a:pt x="71389" y="214908"/>
                </a:lnTo>
                <a:lnTo>
                  <a:pt x="68205" y="214573"/>
                </a:lnTo>
                <a:close/>
                <a:moveTo>
                  <a:pt x="103593" y="341618"/>
                </a:moveTo>
                <a:lnTo>
                  <a:pt x="103992" y="343394"/>
                </a:lnTo>
                <a:lnTo>
                  <a:pt x="103393" y="342506"/>
                </a:lnTo>
                <a:close/>
                <a:moveTo>
                  <a:pt x="105575" y="331120"/>
                </a:moveTo>
                <a:lnTo>
                  <a:pt x="106059" y="332160"/>
                </a:lnTo>
                <a:lnTo>
                  <a:pt x="105333" y="331640"/>
                </a:lnTo>
                <a:close/>
                <a:moveTo>
                  <a:pt x="90705" y="169231"/>
                </a:moveTo>
                <a:lnTo>
                  <a:pt x="91600" y="170930"/>
                </a:lnTo>
                <a:lnTo>
                  <a:pt x="90257" y="170081"/>
                </a:lnTo>
                <a:close/>
                <a:moveTo>
                  <a:pt x="75259" y="35842"/>
                </a:moveTo>
                <a:lnTo>
                  <a:pt x="76571" y="37073"/>
                </a:lnTo>
                <a:lnTo>
                  <a:pt x="74604" y="36458"/>
                </a:lnTo>
                <a:close/>
                <a:moveTo>
                  <a:pt x="84244" y="132228"/>
                </a:moveTo>
                <a:lnTo>
                  <a:pt x="85075" y="133877"/>
                </a:lnTo>
                <a:lnTo>
                  <a:pt x="83828" y="133053"/>
                </a:lnTo>
                <a:close/>
                <a:moveTo>
                  <a:pt x="134373" y="357377"/>
                </a:moveTo>
                <a:lnTo>
                  <a:pt x="136389" y="359147"/>
                </a:lnTo>
                <a:lnTo>
                  <a:pt x="133365" y="358262"/>
                </a:lnTo>
                <a:close/>
                <a:moveTo>
                  <a:pt x="111675" y="307291"/>
                </a:moveTo>
                <a:lnTo>
                  <a:pt x="113174" y="308798"/>
                </a:lnTo>
                <a:lnTo>
                  <a:pt x="110925" y="308044"/>
                </a:lnTo>
                <a:close/>
                <a:moveTo>
                  <a:pt x="100256" y="268198"/>
                </a:moveTo>
                <a:lnTo>
                  <a:pt x="100667" y="269513"/>
                </a:lnTo>
                <a:lnTo>
                  <a:pt x="100050" y="268855"/>
                </a:lnTo>
                <a:close/>
                <a:moveTo>
                  <a:pt x="81257" y="169130"/>
                </a:moveTo>
                <a:lnTo>
                  <a:pt x="82199" y="170803"/>
                </a:lnTo>
                <a:lnTo>
                  <a:pt x="80786" y="169967"/>
                </a:lnTo>
                <a:close/>
                <a:moveTo>
                  <a:pt x="113622" y="236554"/>
                </a:moveTo>
                <a:lnTo>
                  <a:pt x="114984" y="238261"/>
                </a:lnTo>
                <a:lnTo>
                  <a:pt x="112941" y="237408"/>
                </a:lnTo>
                <a:close/>
                <a:moveTo>
                  <a:pt x="31551" y="41841"/>
                </a:moveTo>
                <a:lnTo>
                  <a:pt x="32485" y="43614"/>
                </a:lnTo>
                <a:lnTo>
                  <a:pt x="31084" y="42727"/>
                </a:lnTo>
                <a:close/>
                <a:moveTo>
                  <a:pt x="59467" y="148262"/>
                </a:moveTo>
                <a:lnTo>
                  <a:pt x="59957" y="149321"/>
                </a:lnTo>
                <a:lnTo>
                  <a:pt x="59222" y="148792"/>
                </a:lnTo>
                <a:close/>
                <a:moveTo>
                  <a:pt x="119779" y="269290"/>
                </a:moveTo>
                <a:lnTo>
                  <a:pt x="121283" y="269839"/>
                </a:lnTo>
                <a:lnTo>
                  <a:pt x="119027" y="269564"/>
                </a:lnTo>
                <a:close/>
                <a:moveTo>
                  <a:pt x="18148" y="15112"/>
                </a:moveTo>
                <a:lnTo>
                  <a:pt x="18536" y="16403"/>
                </a:lnTo>
                <a:lnTo>
                  <a:pt x="17955" y="15757"/>
                </a:lnTo>
                <a:close/>
                <a:moveTo>
                  <a:pt x="115736" y="131623"/>
                </a:moveTo>
                <a:lnTo>
                  <a:pt x="117166" y="133089"/>
                </a:lnTo>
                <a:lnTo>
                  <a:pt x="115022" y="132356"/>
                </a:lnTo>
                <a:close/>
                <a:moveTo>
                  <a:pt x="64860" y="318647"/>
                </a:moveTo>
                <a:lnTo>
                  <a:pt x="65584" y="319405"/>
                </a:lnTo>
                <a:lnTo>
                  <a:pt x="64498" y="319026"/>
                </a:lnTo>
                <a:close/>
                <a:moveTo>
                  <a:pt x="101666" y="375880"/>
                </a:moveTo>
                <a:lnTo>
                  <a:pt x="103851" y="377406"/>
                </a:lnTo>
                <a:lnTo>
                  <a:pt x="100574" y="376643"/>
                </a:lnTo>
                <a:close/>
                <a:moveTo>
                  <a:pt x="7814" y="240410"/>
                </a:moveTo>
                <a:lnTo>
                  <a:pt x="9427" y="242093"/>
                </a:lnTo>
                <a:lnTo>
                  <a:pt x="7008" y="241252"/>
                </a:lnTo>
                <a:close/>
                <a:moveTo>
                  <a:pt x="128563" y="117781"/>
                </a:moveTo>
                <a:lnTo>
                  <a:pt x="130582" y="118625"/>
                </a:lnTo>
                <a:lnTo>
                  <a:pt x="127553" y="118203"/>
                </a:lnTo>
                <a:close/>
                <a:moveTo>
                  <a:pt x="43906" y="165774"/>
                </a:moveTo>
                <a:lnTo>
                  <a:pt x="44726" y="166929"/>
                </a:lnTo>
                <a:lnTo>
                  <a:pt x="43496" y="166351"/>
                </a:lnTo>
                <a:close/>
                <a:moveTo>
                  <a:pt x="16565" y="140742"/>
                </a:moveTo>
                <a:lnTo>
                  <a:pt x="18657" y="142165"/>
                </a:lnTo>
                <a:lnTo>
                  <a:pt x="15519" y="141454"/>
                </a:lnTo>
                <a:close/>
                <a:moveTo>
                  <a:pt x="111418" y="38392"/>
                </a:moveTo>
                <a:lnTo>
                  <a:pt x="112847" y="39451"/>
                </a:lnTo>
                <a:lnTo>
                  <a:pt x="110704" y="38921"/>
                </a:lnTo>
                <a:close/>
                <a:moveTo>
                  <a:pt x="98930" y="102736"/>
                </a:moveTo>
                <a:lnTo>
                  <a:pt x="100957" y="103139"/>
                </a:lnTo>
                <a:lnTo>
                  <a:pt x="97917" y="102938"/>
                </a:lnTo>
                <a:close/>
                <a:moveTo>
                  <a:pt x="126106" y="884"/>
                </a:moveTo>
                <a:lnTo>
                  <a:pt x="126734" y="1343"/>
                </a:lnTo>
                <a:lnTo>
                  <a:pt x="125792" y="1114"/>
                </a:lnTo>
                <a:close/>
                <a:moveTo>
                  <a:pt x="106565" y="344890"/>
                </a:moveTo>
                <a:lnTo>
                  <a:pt x="108077" y="346665"/>
                </a:lnTo>
                <a:lnTo>
                  <a:pt x="105809" y="345777"/>
                </a:lnTo>
                <a:close/>
                <a:moveTo>
                  <a:pt x="132106" y="101955"/>
                </a:moveTo>
                <a:lnTo>
                  <a:pt x="133396" y="103722"/>
                </a:lnTo>
                <a:lnTo>
                  <a:pt x="131461" y="102839"/>
                </a:lnTo>
                <a:close/>
                <a:moveTo>
                  <a:pt x="57887" y="169837"/>
                </a:moveTo>
                <a:lnTo>
                  <a:pt x="59694" y="171466"/>
                </a:lnTo>
                <a:lnTo>
                  <a:pt x="56983" y="170651"/>
                </a:lnTo>
                <a:close/>
                <a:moveTo>
                  <a:pt x="4043" y="217233"/>
                </a:moveTo>
                <a:lnTo>
                  <a:pt x="5624" y="218762"/>
                </a:lnTo>
                <a:lnTo>
                  <a:pt x="3252" y="217997"/>
                </a:lnTo>
                <a:close/>
                <a:moveTo>
                  <a:pt x="88341" y="244647"/>
                </a:moveTo>
                <a:lnTo>
                  <a:pt x="90260" y="246161"/>
                </a:lnTo>
                <a:lnTo>
                  <a:pt x="87382" y="245404"/>
                </a:lnTo>
                <a:close/>
                <a:moveTo>
                  <a:pt x="113450" y="104840"/>
                </a:moveTo>
                <a:lnTo>
                  <a:pt x="115183" y="105325"/>
                </a:lnTo>
                <a:lnTo>
                  <a:pt x="112583" y="105083"/>
                </a:lnTo>
                <a:close/>
                <a:moveTo>
                  <a:pt x="57161" y="148981"/>
                </a:moveTo>
                <a:lnTo>
                  <a:pt x="58897" y="150360"/>
                </a:lnTo>
                <a:lnTo>
                  <a:pt x="56292" y="149671"/>
                </a:lnTo>
                <a:close/>
                <a:moveTo>
                  <a:pt x="72543" y="70848"/>
                </a:moveTo>
                <a:lnTo>
                  <a:pt x="74512" y="71229"/>
                </a:lnTo>
                <a:lnTo>
                  <a:pt x="71558" y="71038"/>
                </a:lnTo>
                <a:close/>
                <a:moveTo>
                  <a:pt x="132076" y="376298"/>
                </a:moveTo>
                <a:lnTo>
                  <a:pt x="134181" y="376980"/>
                </a:lnTo>
                <a:lnTo>
                  <a:pt x="131023" y="376639"/>
                </a:lnTo>
                <a:close/>
                <a:moveTo>
                  <a:pt x="127505" y="152865"/>
                </a:moveTo>
                <a:lnTo>
                  <a:pt x="128634" y="154538"/>
                </a:lnTo>
                <a:lnTo>
                  <a:pt x="126940" y="153701"/>
                </a:lnTo>
                <a:close/>
                <a:moveTo>
                  <a:pt x="32031" y="370311"/>
                </a:moveTo>
                <a:lnTo>
                  <a:pt x="33143" y="371344"/>
                </a:lnTo>
                <a:lnTo>
                  <a:pt x="31475" y="370827"/>
                </a:lnTo>
                <a:close/>
                <a:moveTo>
                  <a:pt x="39758" y="15578"/>
                </a:moveTo>
                <a:lnTo>
                  <a:pt x="40562" y="16534"/>
                </a:lnTo>
                <a:lnTo>
                  <a:pt x="39356" y="16056"/>
                </a:lnTo>
                <a:close/>
                <a:moveTo>
                  <a:pt x="37714" y="387080"/>
                </a:moveTo>
                <a:lnTo>
                  <a:pt x="38813" y="387959"/>
                </a:lnTo>
                <a:lnTo>
                  <a:pt x="37165" y="387520"/>
                </a:lnTo>
                <a:close/>
                <a:moveTo>
                  <a:pt x="27853" y="202576"/>
                </a:moveTo>
                <a:lnTo>
                  <a:pt x="28870" y="202943"/>
                </a:lnTo>
                <a:lnTo>
                  <a:pt x="27345" y="202760"/>
                </a:lnTo>
                <a:close/>
                <a:moveTo>
                  <a:pt x="17912" y="250665"/>
                </a:moveTo>
                <a:lnTo>
                  <a:pt x="20067" y="252068"/>
                </a:lnTo>
                <a:lnTo>
                  <a:pt x="16835" y="251366"/>
                </a:lnTo>
                <a:close/>
                <a:moveTo>
                  <a:pt x="95036" y="313071"/>
                </a:moveTo>
                <a:lnTo>
                  <a:pt x="96757" y="313517"/>
                </a:lnTo>
                <a:lnTo>
                  <a:pt x="94176" y="313294"/>
                </a:lnTo>
                <a:close/>
                <a:moveTo>
                  <a:pt x="9232" y="166918"/>
                </a:moveTo>
                <a:lnTo>
                  <a:pt x="10215" y="167368"/>
                </a:lnTo>
                <a:lnTo>
                  <a:pt x="8741" y="167143"/>
                </a:lnTo>
                <a:close/>
                <a:moveTo>
                  <a:pt x="115287" y="239759"/>
                </a:moveTo>
                <a:lnTo>
                  <a:pt x="115732" y="240439"/>
                </a:lnTo>
                <a:lnTo>
                  <a:pt x="115064" y="240099"/>
                </a:lnTo>
                <a:close/>
                <a:moveTo>
                  <a:pt x="139891" y="127311"/>
                </a:moveTo>
                <a:lnTo>
                  <a:pt x="140853" y="128992"/>
                </a:lnTo>
                <a:lnTo>
                  <a:pt x="139410" y="128152"/>
                </a:lnTo>
                <a:close/>
                <a:moveTo>
                  <a:pt x="139193" y="55056"/>
                </a:moveTo>
                <a:lnTo>
                  <a:pt x="141182" y="56463"/>
                </a:lnTo>
                <a:lnTo>
                  <a:pt x="138198" y="55760"/>
                </a:lnTo>
                <a:close/>
                <a:moveTo>
                  <a:pt x="51315" y="380586"/>
                </a:moveTo>
                <a:lnTo>
                  <a:pt x="51838" y="381359"/>
                </a:lnTo>
                <a:lnTo>
                  <a:pt x="51053" y="380972"/>
                </a:lnTo>
                <a:close/>
                <a:moveTo>
                  <a:pt x="10871" y="126335"/>
                </a:moveTo>
                <a:lnTo>
                  <a:pt x="12339" y="126828"/>
                </a:lnTo>
                <a:lnTo>
                  <a:pt x="10138" y="126581"/>
                </a:lnTo>
                <a:close/>
                <a:moveTo>
                  <a:pt x="104069" y="244629"/>
                </a:moveTo>
                <a:lnTo>
                  <a:pt x="104672" y="245371"/>
                </a:lnTo>
                <a:lnTo>
                  <a:pt x="103767" y="245000"/>
                </a:lnTo>
                <a:close/>
                <a:moveTo>
                  <a:pt x="107710" y="173219"/>
                </a:moveTo>
                <a:lnTo>
                  <a:pt x="108976" y="173622"/>
                </a:lnTo>
                <a:lnTo>
                  <a:pt x="107077" y="173420"/>
                </a:lnTo>
                <a:close/>
                <a:moveTo>
                  <a:pt x="43328" y="237038"/>
                </a:moveTo>
                <a:lnTo>
                  <a:pt x="44019" y="237339"/>
                </a:lnTo>
                <a:lnTo>
                  <a:pt x="42982" y="237189"/>
                </a:lnTo>
                <a:close/>
                <a:moveTo>
                  <a:pt x="58777" y="126196"/>
                </a:moveTo>
                <a:lnTo>
                  <a:pt x="60611" y="127960"/>
                </a:lnTo>
                <a:lnTo>
                  <a:pt x="57860" y="127078"/>
                </a:lnTo>
                <a:close/>
                <a:moveTo>
                  <a:pt x="94788" y="368708"/>
                </a:moveTo>
                <a:lnTo>
                  <a:pt x="96451" y="370183"/>
                </a:lnTo>
                <a:lnTo>
                  <a:pt x="93957" y="369446"/>
                </a:lnTo>
                <a:close/>
                <a:moveTo>
                  <a:pt x="36358" y="175578"/>
                </a:moveTo>
                <a:lnTo>
                  <a:pt x="38481" y="176502"/>
                </a:lnTo>
                <a:lnTo>
                  <a:pt x="35297" y="176040"/>
                </a:lnTo>
                <a:close/>
                <a:moveTo>
                  <a:pt x="109234" y="104341"/>
                </a:moveTo>
                <a:lnTo>
                  <a:pt x="110242" y="105819"/>
                </a:lnTo>
                <a:lnTo>
                  <a:pt x="108731" y="105080"/>
                </a:lnTo>
                <a:close/>
                <a:moveTo>
                  <a:pt x="39892" y="201455"/>
                </a:moveTo>
                <a:lnTo>
                  <a:pt x="40812" y="203007"/>
                </a:lnTo>
                <a:lnTo>
                  <a:pt x="39432" y="202231"/>
                </a:lnTo>
                <a:close/>
                <a:moveTo>
                  <a:pt x="110668" y="10251"/>
                </a:moveTo>
                <a:lnTo>
                  <a:pt x="112024" y="11459"/>
                </a:lnTo>
                <a:lnTo>
                  <a:pt x="109991" y="10855"/>
                </a:lnTo>
                <a:close/>
                <a:moveTo>
                  <a:pt x="28013" y="59978"/>
                </a:moveTo>
                <a:lnTo>
                  <a:pt x="29304" y="61052"/>
                </a:lnTo>
                <a:lnTo>
                  <a:pt x="27367" y="60515"/>
                </a:lnTo>
                <a:close/>
                <a:moveTo>
                  <a:pt x="130289" y="12889"/>
                </a:moveTo>
                <a:lnTo>
                  <a:pt x="132022" y="13477"/>
                </a:lnTo>
                <a:lnTo>
                  <a:pt x="129422" y="13183"/>
                </a:lnTo>
                <a:close/>
                <a:moveTo>
                  <a:pt x="10546" y="86033"/>
                </a:moveTo>
                <a:lnTo>
                  <a:pt x="11119" y="86336"/>
                </a:lnTo>
                <a:lnTo>
                  <a:pt x="10259" y="86185"/>
                </a:lnTo>
                <a:close/>
                <a:moveTo>
                  <a:pt x="51247" y="140134"/>
                </a:moveTo>
                <a:lnTo>
                  <a:pt x="52688" y="140812"/>
                </a:lnTo>
                <a:lnTo>
                  <a:pt x="50526" y="140473"/>
                </a:lnTo>
                <a:close/>
                <a:moveTo>
                  <a:pt x="51856" y="90405"/>
                </a:moveTo>
                <a:lnTo>
                  <a:pt x="52845" y="91939"/>
                </a:lnTo>
                <a:lnTo>
                  <a:pt x="51361" y="91172"/>
                </a:lnTo>
                <a:close/>
                <a:moveTo>
                  <a:pt x="138574" y="7259"/>
                </a:moveTo>
                <a:lnTo>
                  <a:pt x="139380" y="7684"/>
                </a:lnTo>
                <a:lnTo>
                  <a:pt x="138172" y="7472"/>
                </a:lnTo>
                <a:close/>
                <a:moveTo>
                  <a:pt x="92752" y="183695"/>
                </a:moveTo>
                <a:lnTo>
                  <a:pt x="93181" y="184398"/>
                </a:lnTo>
                <a:lnTo>
                  <a:pt x="92538" y="184047"/>
                </a:lnTo>
                <a:close/>
                <a:moveTo>
                  <a:pt x="79226" y="288473"/>
                </a:moveTo>
                <a:lnTo>
                  <a:pt x="80505" y="289909"/>
                </a:lnTo>
                <a:lnTo>
                  <a:pt x="78586" y="289191"/>
                </a:lnTo>
                <a:close/>
                <a:moveTo>
                  <a:pt x="64672" y="189391"/>
                </a:moveTo>
                <a:lnTo>
                  <a:pt x="66808" y="190176"/>
                </a:lnTo>
                <a:lnTo>
                  <a:pt x="63604" y="189783"/>
                </a:lnTo>
                <a:close/>
                <a:moveTo>
                  <a:pt x="84674" y="97669"/>
                </a:moveTo>
                <a:lnTo>
                  <a:pt x="85968" y="99250"/>
                </a:lnTo>
                <a:lnTo>
                  <a:pt x="84027" y="98460"/>
                </a:lnTo>
                <a:close/>
                <a:moveTo>
                  <a:pt x="105621" y="136533"/>
                </a:moveTo>
                <a:lnTo>
                  <a:pt x="106959" y="137171"/>
                </a:lnTo>
                <a:lnTo>
                  <a:pt x="104951" y="136852"/>
                </a:lnTo>
                <a:close/>
                <a:moveTo>
                  <a:pt x="107922" y="21971"/>
                </a:moveTo>
                <a:lnTo>
                  <a:pt x="108392" y="23204"/>
                </a:lnTo>
                <a:lnTo>
                  <a:pt x="107687" y="22587"/>
                </a:lnTo>
                <a:close/>
                <a:moveTo>
                  <a:pt x="64951" y="227994"/>
                </a:moveTo>
                <a:lnTo>
                  <a:pt x="65374" y="228380"/>
                </a:lnTo>
                <a:lnTo>
                  <a:pt x="64739" y="228187"/>
                </a:lnTo>
                <a:close/>
                <a:moveTo>
                  <a:pt x="44198" y="279307"/>
                </a:moveTo>
                <a:lnTo>
                  <a:pt x="45029" y="280012"/>
                </a:lnTo>
                <a:lnTo>
                  <a:pt x="43782" y="279660"/>
                </a:lnTo>
                <a:close/>
                <a:moveTo>
                  <a:pt x="46227" y="193620"/>
                </a:moveTo>
                <a:lnTo>
                  <a:pt x="48004" y="194341"/>
                </a:lnTo>
                <a:lnTo>
                  <a:pt x="45338" y="193981"/>
                </a:lnTo>
                <a:close/>
                <a:moveTo>
                  <a:pt x="123617" y="222407"/>
                </a:moveTo>
                <a:lnTo>
                  <a:pt x="125597" y="223721"/>
                </a:lnTo>
                <a:lnTo>
                  <a:pt x="122627" y="223064"/>
                </a:lnTo>
                <a:close/>
                <a:moveTo>
                  <a:pt x="51735" y="53277"/>
                </a:moveTo>
                <a:lnTo>
                  <a:pt x="53318" y="54975"/>
                </a:lnTo>
                <a:lnTo>
                  <a:pt x="50943" y="54126"/>
                </a:lnTo>
                <a:close/>
                <a:moveTo>
                  <a:pt x="70231" y="155736"/>
                </a:moveTo>
                <a:lnTo>
                  <a:pt x="71740" y="156758"/>
                </a:lnTo>
                <a:lnTo>
                  <a:pt x="69476" y="156247"/>
                </a:lnTo>
                <a:close/>
                <a:moveTo>
                  <a:pt x="4452" y="32792"/>
                </a:moveTo>
                <a:lnTo>
                  <a:pt x="4952" y="33942"/>
                </a:lnTo>
                <a:lnTo>
                  <a:pt x="4202" y="33367"/>
                </a:lnTo>
                <a:close/>
                <a:moveTo>
                  <a:pt x="21420" y="369248"/>
                </a:moveTo>
                <a:lnTo>
                  <a:pt x="22819" y="370524"/>
                </a:lnTo>
                <a:lnTo>
                  <a:pt x="20720" y="369886"/>
                </a:lnTo>
                <a:close/>
                <a:moveTo>
                  <a:pt x="1040" y="258142"/>
                </a:moveTo>
                <a:lnTo>
                  <a:pt x="1435" y="259063"/>
                </a:lnTo>
                <a:lnTo>
                  <a:pt x="843" y="258603"/>
                </a:lnTo>
                <a:close/>
                <a:moveTo>
                  <a:pt x="97961" y="194317"/>
                </a:moveTo>
                <a:lnTo>
                  <a:pt x="99009" y="195784"/>
                </a:lnTo>
                <a:lnTo>
                  <a:pt x="97437" y="195050"/>
                </a:lnTo>
                <a:close/>
                <a:moveTo>
                  <a:pt x="115649" y="311317"/>
                </a:moveTo>
                <a:lnTo>
                  <a:pt x="117460" y="311831"/>
                </a:lnTo>
                <a:lnTo>
                  <a:pt x="114744" y="311574"/>
                </a:lnTo>
                <a:close/>
                <a:moveTo>
                  <a:pt x="143355" y="273979"/>
                </a:moveTo>
                <a:lnTo>
                  <a:pt x="145467" y="274392"/>
                </a:lnTo>
                <a:lnTo>
                  <a:pt x="142298" y="274185"/>
                </a:lnTo>
                <a:close/>
                <a:moveTo>
                  <a:pt x="78022" y="218185"/>
                </a:moveTo>
                <a:lnTo>
                  <a:pt x="80210" y="218644"/>
                </a:lnTo>
                <a:lnTo>
                  <a:pt x="76929" y="218415"/>
                </a:lnTo>
                <a:close/>
                <a:moveTo>
                  <a:pt x="35650" y="370481"/>
                </a:moveTo>
                <a:lnTo>
                  <a:pt x="37776" y="370974"/>
                </a:lnTo>
                <a:lnTo>
                  <a:pt x="34588" y="370728"/>
                </a:lnTo>
                <a:close/>
                <a:moveTo>
                  <a:pt x="101189" y="132713"/>
                </a:moveTo>
                <a:lnTo>
                  <a:pt x="101772" y="133949"/>
                </a:lnTo>
                <a:lnTo>
                  <a:pt x="100898" y="133331"/>
                </a:lnTo>
                <a:close/>
                <a:moveTo>
                  <a:pt x="88047" y="199420"/>
                </a:moveTo>
                <a:lnTo>
                  <a:pt x="89556" y="199834"/>
                </a:lnTo>
                <a:lnTo>
                  <a:pt x="87292" y="199627"/>
                </a:lnTo>
                <a:close/>
                <a:moveTo>
                  <a:pt x="64589" y="18686"/>
                </a:moveTo>
                <a:lnTo>
                  <a:pt x="65247" y="19786"/>
                </a:lnTo>
                <a:lnTo>
                  <a:pt x="64260" y="19236"/>
                </a:lnTo>
                <a:close/>
                <a:moveTo>
                  <a:pt x="41767" y="75053"/>
                </a:moveTo>
                <a:lnTo>
                  <a:pt x="43139" y="75796"/>
                </a:lnTo>
                <a:lnTo>
                  <a:pt x="41081" y="75424"/>
                </a:lnTo>
                <a:close/>
                <a:moveTo>
                  <a:pt x="141129" y="258210"/>
                </a:moveTo>
                <a:lnTo>
                  <a:pt x="142307" y="258671"/>
                </a:lnTo>
                <a:lnTo>
                  <a:pt x="140540" y="258440"/>
                </a:lnTo>
                <a:close/>
                <a:moveTo>
                  <a:pt x="67958" y="110311"/>
                </a:moveTo>
                <a:lnTo>
                  <a:pt x="68922" y="111537"/>
                </a:lnTo>
                <a:lnTo>
                  <a:pt x="67476" y="110924"/>
                </a:lnTo>
                <a:close/>
                <a:moveTo>
                  <a:pt x="72469" y="259530"/>
                </a:moveTo>
                <a:lnTo>
                  <a:pt x="72944" y="260120"/>
                </a:lnTo>
                <a:lnTo>
                  <a:pt x="72232" y="259825"/>
                </a:lnTo>
                <a:close/>
                <a:moveTo>
                  <a:pt x="83551" y="240695"/>
                </a:moveTo>
                <a:lnTo>
                  <a:pt x="83926" y="241364"/>
                </a:lnTo>
                <a:lnTo>
                  <a:pt x="83363" y="241029"/>
                </a:lnTo>
                <a:close/>
                <a:moveTo>
                  <a:pt x="1874" y="172165"/>
                </a:moveTo>
                <a:lnTo>
                  <a:pt x="2230" y="172521"/>
                </a:lnTo>
                <a:lnTo>
                  <a:pt x="1696" y="172343"/>
                </a:lnTo>
                <a:close/>
                <a:moveTo>
                  <a:pt x="60550" y="289561"/>
                </a:moveTo>
                <a:lnTo>
                  <a:pt x="61582" y="290680"/>
                </a:lnTo>
                <a:lnTo>
                  <a:pt x="60034" y="290121"/>
                </a:lnTo>
                <a:close/>
                <a:moveTo>
                  <a:pt x="105528" y="45429"/>
                </a:moveTo>
                <a:lnTo>
                  <a:pt x="106563" y="46190"/>
                </a:lnTo>
                <a:lnTo>
                  <a:pt x="105010" y="45810"/>
                </a:lnTo>
                <a:close/>
                <a:moveTo>
                  <a:pt x="6567" y="19742"/>
                </a:moveTo>
                <a:lnTo>
                  <a:pt x="8733" y="21511"/>
                </a:lnTo>
                <a:lnTo>
                  <a:pt x="5484" y="20626"/>
                </a:lnTo>
                <a:close/>
                <a:moveTo>
                  <a:pt x="128515" y="319524"/>
                </a:moveTo>
                <a:lnTo>
                  <a:pt x="129301" y="321312"/>
                </a:lnTo>
                <a:lnTo>
                  <a:pt x="128122" y="320418"/>
                </a:lnTo>
                <a:close/>
                <a:moveTo>
                  <a:pt x="44562" y="122250"/>
                </a:moveTo>
                <a:lnTo>
                  <a:pt x="46217" y="123759"/>
                </a:lnTo>
                <a:lnTo>
                  <a:pt x="43735" y="123004"/>
                </a:lnTo>
                <a:close/>
                <a:moveTo>
                  <a:pt x="115685" y="7828"/>
                </a:moveTo>
                <a:lnTo>
                  <a:pt x="117684" y="8568"/>
                </a:lnTo>
                <a:lnTo>
                  <a:pt x="114685" y="8198"/>
                </a:lnTo>
                <a:close/>
                <a:moveTo>
                  <a:pt x="54303" y="40708"/>
                </a:moveTo>
                <a:lnTo>
                  <a:pt x="55733" y="41442"/>
                </a:lnTo>
                <a:lnTo>
                  <a:pt x="53588" y="41075"/>
                </a:lnTo>
                <a:close/>
                <a:moveTo>
                  <a:pt x="73646" y="161823"/>
                </a:moveTo>
                <a:lnTo>
                  <a:pt x="74676" y="163224"/>
                </a:lnTo>
                <a:lnTo>
                  <a:pt x="73132" y="162524"/>
                </a:lnTo>
                <a:close/>
                <a:moveTo>
                  <a:pt x="42582" y="105236"/>
                </a:moveTo>
                <a:lnTo>
                  <a:pt x="44289" y="106961"/>
                </a:lnTo>
                <a:lnTo>
                  <a:pt x="41729" y="106098"/>
                </a:lnTo>
                <a:close/>
                <a:moveTo>
                  <a:pt x="117087" y="98906"/>
                </a:moveTo>
                <a:lnTo>
                  <a:pt x="118463" y="99245"/>
                </a:lnTo>
                <a:lnTo>
                  <a:pt x="116399" y="99076"/>
                </a:lnTo>
                <a:close/>
                <a:moveTo>
                  <a:pt x="60469" y="57515"/>
                </a:moveTo>
                <a:lnTo>
                  <a:pt x="61774" y="58442"/>
                </a:lnTo>
                <a:lnTo>
                  <a:pt x="59817" y="57978"/>
                </a:lnTo>
                <a:close/>
                <a:moveTo>
                  <a:pt x="107632" y="386022"/>
                </a:moveTo>
                <a:lnTo>
                  <a:pt x="109384" y="386881"/>
                </a:lnTo>
                <a:lnTo>
                  <a:pt x="106755" y="386451"/>
                </a:lnTo>
                <a:close/>
                <a:moveTo>
                  <a:pt x="27985" y="296639"/>
                </a:moveTo>
                <a:lnTo>
                  <a:pt x="29528" y="297157"/>
                </a:lnTo>
                <a:lnTo>
                  <a:pt x="27214" y="296898"/>
                </a:lnTo>
                <a:close/>
                <a:moveTo>
                  <a:pt x="70066" y="242506"/>
                </a:moveTo>
                <a:lnTo>
                  <a:pt x="70822" y="243809"/>
                </a:lnTo>
                <a:lnTo>
                  <a:pt x="69688" y="243158"/>
                </a:lnTo>
                <a:close/>
                <a:moveTo>
                  <a:pt x="43359" y="97493"/>
                </a:moveTo>
                <a:lnTo>
                  <a:pt x="44362" y="99208"/>
                </a:lnTo>
                <a:lnTo>
                  <a:pt x="42857" y="98350"/>
                </a:lnTo>
                <a:close/>
                <a:moveTo>
                  <a:pt x="83896" y="133736"/>
                </a:moveTo>
                <a:lnTo>
                  <a:pt x="85909" y="134057"/>
                </a:lnTo>
                <a:lnTo>
                  <a:pt x="82889" y="133896"/>
                </a:lnTo>
                <a:close/>
                <a:moveTo>
                  <a:pt x="29732" y="102487"/>
                </a:moveTo>
                <a:lnTo>
                  <a:pt x="31873" y="103376"/>
                </a:lnTo>
                <a:lnTo>
                  <a:pt x="28662" y="102932"/>
                </a:lnTo>
                <a:close/>
                <a:moveTo>
                  <a:pt x="140836" y="43777"/>
                </a:moveTo>
                <a:lnTo>
                  <a:pt x="141238" y="45239"/>
                </a:lnTo>
                <a:lnTo>
                  <a:pt x="140635" y="44508"/>
                </a:lnTo>
                <a:close/>
                <a:moveTo>
                  <a:pt x="105239" y="96893"/>
                </a:moveTo>
                <a:lnTo>
                  <a:pt x="105880" y="97736"/>
                </a:lnTo>
                <a:lnTo>
                  <a:pt x="104919" y="97314"/>
                </a:lnTo>
                <a:close/>
                <a:moveTo>
                  <a:pt x="16745" y="22412"/>
                </a:moveTo>
                <a:lnTo>
                  <a:pt x="18765" y="23414"/>
                </a:lnTo>
                <a:lnTo>
                  <a:pt x="15735" y="22913"/>
                </a:lnTo>
                <a:close/>
                <a:moveTo>
                  <a:pt x="123602" y="237718"/>
                </a:moveTo>
                <a:lnTo>
                  <a:pt x="125618" y="239469"/>
                </a:lnTo>
                <a:lnTo>
                  <a:pt x="122594" y="238594"/>
                </a:lnTo>
                <a:close/>
                <a:moveTo>
                  <a:pt x="138944" y="301220"/>
                </a:moveTo>
                <a:lnTo>
                  <a:pt x="139525" y="301814"/>
                </a:lnTo>
                <a:lnTo>
                  <a:pt x="138654" y="301517"/>
                </a:lnTo>
                <a:close/>
                <a:moveTo>
                  <a:pt x="22835" y="198058"/>
                </a:moveTo>
                <a:lnTo>
                  <a:pt x="24611" y="199245"/>
                </a:lnTo>
                <a:lnTo>
                  <a:pt x="21948" y="198651"/>
                </a:lnTo>
                <a:close/>
                <a:moveTo>
                  <a:pt x="144914" y="271409"/>
                </a:moveTo>
                <a:lnTo>
                  <a:pt x="146193" y="272817"/>
                </a:lnTo>
                <a:lnTo>
                  <a:pt x="144274" y="272113"/>
                </a:lnTo>
                <a:close/>
                <a:moveTo>
                  <a:pt x="21988" y="323326"/>
                </a:moveTo>
                <a:lnTo>
                  <a:pt x="22438" y="323789"/>
                </a:lnTo>
                <a:lnTo>
                  <a:pt x="21764" y="323558"/>
                </a:lnTo>
                <a:close/>
                <a:moveTo>
                  <a:pt x="32722" y="219852"/>
                </a:moveTo>
                <a:lnTo>
                  <a:pt x="34001" y="220538"/>
                </a:lnTo>
                <a:lnTo>
                  <a:pt x="32083" y="220195"/>
                </a:lnTo>
                <a:close/>
                <a:moveTo>
                  <a:pt x="33109" y="346900"/>
                </a:moveTo>
                <a:lnTo>
                  <a:pt x="33955" y="347423"/>
                </a:lnTo>
                <a:lnTo>
                  <a:pt x="32686" y="347162"/>
                </a:lnTo>
                <a:close/>
                <a:moveTo>
                  <a:pt x="108881" y="84196"/>
                </a:moveTo>
                <a:lnTo>
                  <a:pt x="109381" y="85203"/>
                </a:lnTo>
                <a:lnTo>
                  <a:pt x="108631" y="84700"/>
                </a:lnTo>
                <a:close/>
                <a:moveTo>
                  <a:pt x="22509" y="173468"/>
                </a:moveTo>
                <a:lnTo>
                  <a:pt x="24136" y="174891"/>
                </a:lnTo>
                <a:lnTo>
                  <a:pt x="21696" y="174179"/>
                </a:lnTo>
                <a:close/>
                <a:moveTo>
                  <a:pt x="53536" y="176728"/>
                </a:moveTo>
                <a:lnTo>
                  <a:pt x="55185" y="177986"/>
                </a:lnTo>
                <a:lnTo>
                  <a:pt x="52712" y="177357"/>
                </a:lnTo>
                <a:close/>
                <a:moveTo>
                  <a:pt x="30149" y="146911"/>
                </a:moveTo>
                <a:lnTo>
                  <a:pt x="31026" y="147356"/>
                </a:lnTo>
                <a:lnTo>
                  <a:pt x="29711" y="147133"/>
                </a:lnTo>
                <a:close/>
                <a:moveTo>
                  <a:pt x="35857" y="37564"/>
                </a:moveTo>
                <a:lnTo>
                  <a:pt x="36716" y="39299"/>
                </a:lnTo>
                <a:lnTo>
                  <a:pt x="35428" y="38432"/>
                </a:lnTo>
                <a:close/>
                <a:moveTo>
                  <a:pt x="122535" y="266941"/>
                </a:moveTo>
                <a:lnTo>
                  <a:pt x="123470" y="268244"/>
                </a:lnTo>
                <a:lnTo>
                  <a:pt x="122068" y="267593"/>
                </a:lnTo>
                <a:close/>
                <a:moveTo>
                  <a:pt x="122273" y="109740"/>
                </a:moveTo>
                <a:lnTo>
                  <a:pt x="122894" y="110119"/>
                </a:lnTo>
                <a:lnTo>
                  <a:pt x="121962" y="109930"/>
                </a:lnTo>
                <a:close/>
                <a:moveTo>
                  <a:pt x="75640" y="285296"/>
                </a:moveTo>
                <a:lnTo>
                  <a:pt x="76197" y="286001"/>
                </a:lnTo>
                <a:lnTo>
                  <a:pt x="75362" y="285649"/>
                </a:lnTo>
                <a:close/>
                <a:moveTo>
                  <a:pt x="29791" y="296397"/>
                </a:moveTo>
                <a:lnTo>
                  <a:pt x="30622" y="298008"/>
                </a:lnTo>
                <a:lnTo>
                  <a:pt x="29376" y="297202"/>
                </a:lnTo>
                <a:close/>
                <a:moveTo>
                  <a:pt x="121386" y="236624"/>
                </a:moveTo>
                <a:lnTo>
                  <a:pt x="121846" y="237632"/>
                </a:lnTo>
                <a:lnTo>
                  <a:pt x="121156" y="237128"/>
                </a:lnTo>
                <a:close/>
                <a:moveTo>
                  <a:pt x="129500" y="191766"/>
                </a:moveTo>
                <a:lnTo>
                  <a:pt x="130731" y="193324"/>
                </a:lnTo>
                <a:lnTo>
                  <a:pt x="128884" y="192545"/>
                </a:lnTo>
                <a:close/>
                <a:moveTo>
                  <a:pt x="134899" y="368443"/>
                </a:moveTo>
                <a:lnTo>
                  <a:pt x="135656" y="370000"/>
                </a:lnTo>
                <a:lnTo>
                  <a:pt x="134520" y="369222"/>
                </a:lnTo>
                <a:close/>
                <a:moveTo>
                  <a:pt x="13632" y="198452"/>
                </a:moveTo>
                <a:lnTo>
                  <a:pt x="14960" y="199737"/>
                </a:lnTo>
                <a:lnTo>
                  <a:pt x="12967" y="199095"/>
                </a:lnTo>
                <a:close/>
                <a:moveTo>
                  <a:pt x="71772" y="157032"/>
                </a:moveTo>
                <a:lnTo>
                  <a:pt x="73817" y="158496"/>
                </a:lnTo>
                <a:lnTo>
                  <a:pt x="70749" y="157764"/>
                </a:lnTo>
                <a:close/>
                <a:moveTo>
                  <a:pt x="118446" y="100515"/>
                </a:moveTo>
                <a:lnTo>
                  <a:pt x="119464" y="102165"/>
                </a:lnTo>
                <a:lnTo>
                  <a:pt x="117938" y="101340"/>
                </a:lnTo>
                <a:close/>
                <a:moveTo>
                  <a:pt x="144835" y="76997"/>
                </a:moveTo>
                <a:lnTo>
                  <a:pt x="146814" y="77840"/>
                </a:lnTo>
                <a:lnTo>
                  <a:pt x="143846" y="77418"/>
                </a:lnTo>
                <a:close/>
                <a:moveTo>
                  <a:pt x="21193" y="362392"/>
                </a:moveTo>
                <a:lnTo>
                  <a:pt x="22702" y="363237"/>
                </a:lnTo>
                <a:lnTo>
                  <a:pt x="20439" y="362815"/>
                </a:lnTo>
                <a:close/>
                <a:moveTo>
                  <a:pt x="21846" y="57984"/>
                </a:moveTo>
                <a:lnTo>
                  <a:pt x="22795" y="59685"/>
                </a:lnTo>
                <a:lnTo>
                  <a:pt x="21372" y="58835"/>
                </a:lnTo>
                <a:close/>
                <a:moveTo>
                  <a:pt x="3571" y="355705"/>
                </a:moveTo>
                <a:lnTo>
                  <a:pt x="3935" y="357386"/>
                </a:lnTo>
                <a:lnTo>
                  <a:pt x="3388" y="356545"/>
                </a:lnTo>
                <a:close/>
                <a:moveTo>
                  <a:pt x="116008" y="258605"/>
                </a:moveTo>
                <a:lnTo>
                  <a:pt x="116606" y="259919"/>
                </a:lnTo>
                <a:lnTo>
                  <a:pt x="115710" y="259262"/>
                </a:lnTo>
                <a:close/>
                <a:moveTo>
                  <a:pt x="38317" y="283798"/>
                </a:moveTo>
                <a:lnTo>
                  <a:pt x="39917" y="284643"/>
                </a:lnTo>
                <a:lnTo>
                  <a:pt x="37517" y="284221"/>
                </a:lnTo>
                <a:close/>
                <a:moveTo>
                  <a:pt x="37016" y="313225"/>
                </a:moveTo>
                <a:lnTo>
                  <a:pt x="38055" y="315016"/>
                </a:lnTo>
                <a:lnTo>
                  <a:pt x="36496" y="314121"/>
                </a:lnTo>
                <a:close/>
                <a:moveTo>
                  <a:pt x="42146" y="293978"/>
                </a:moveTo>
                <a:lnTo>
                  <a:pt x="44340" y="295029"/>
                </a:lnTo>
                <a:lnTo>
                  <a:pt x="41049" y="294503"/>
                </a:lnTo>
                <a:close/>
                <a:moveTo>
                  <a:pt x="32875" y="168236"/>
                </a:moveTo>
                <a:lnTo>
                  <a:pt x="35071" y="168950"/>
                </a:lnTo>
                <a:lnTo>
                  <a:pt x="31776" y="168593"/>
                </a:lnTo>
                <a:close/>
                <a:moveTo>
                  <a:pt x="59820" y="238359"/>
                </a:moveTo>
                <a:lnTo>
                  <a:pt x="61447" y="239169"/>
                </a:lnTo>
                <a:lnTo>
                  <a:pt x="59006" y="238764"/>
                </a:lnTo>
                <a:close/>
                <a:moveTo>
                  <a:pt x="117681" y="89351"/>
                </a:moveTo>
                <a:lnTo>
                  <a:pt x="119142" y="91135"/>
                </a:lnTo>
                <a:lnTo>
                  <a:pt x="116950" y="90243"/>
                </a:lnTo>
                <a:close/>
                <a:moveTo>
                  <a:pt x="38041" y="307660"/>
                </a:moveTo>
                <a:lnTo>
                  <a:pt x="39281" y="308156"/>
                </a:lnTo>
                <a:lnTo>
                  <a:pt x="37421" y="307908"/>
                </a:lnTo>
                <a:close/>
                <a:moveTo>
                  <a:pt x="96434" y="120835"/>
                </a:moveTo>
                <a:lnTo>
                  <a:pt x="96861" y="122399"/>
                </a:lnTo>
                <a:lnTo>
                  <a:pt x="96221" y="121617"/>
                </a:lnTo>
                <a:close/>
                <a:moveTo>
                  <a:pt x="5686" y="145506"/>
                </a:moveTo>
                <a:lnTo>
                  <a:pt x="6475" y="147228"/>
                </a:lnTo>
                <a:lnTo>
                  <a:pt x="5291" y="146367"/>
                </a:lnTo>
                <a:close/>
                <a:moveTo>
                  <a:pt x="3930" y="369940"/>
                </a:moveTo>
                <a:lnTo>
                  <a:pt x="4729" y="370697"/>
                </a:lnTo>
                <a:lnTo>
                  <a:pt x="3531" y="370318"/>
                </a:lnTo>
                <a:close/>
                <a:moveTo>
                  <a:pt x="143860" y="7545"/>
                </a:moveTo>
                <a:lnTo>
                  <a:pt x="146007" y="8221"/>
                </a:lnTo>
                <a:lnTo>
                  <a:pt x="142786" y="7883"/>
                </a:lnTo>
                <a:close/>
                <a:moveTo>
                  <a:pt x="86520" y="7698"/>
                </a:moveTo>
                <a:lnTo>
                  <a:pt x="86980" y="9392"/>
                </a:lnTo>
                <a:lnTo>
                  <a:pt x="86290" y="8545"/>
                </a:lnTo>
                <a:close/>
                <a:moveTo>
                  <a:pt x="2291" y="77435"/>
                </a:moveTo>
                <a:lnTo>
                  <a:pt x="3941" y="78664"/>
                </a:lnTo>
                <a:lnTo>
                  <a:pt x="1465" y="78049"/>
                </a:lnTo>
                <a:close/>
                <a:moveTo>
                  <a:pt x="82506" y="209834"/>
                </a:moveTo>
                <a:lnTo>
                  <a:pt x="83772" y="211469"/>
                </a:lnTo>
                <a:lnTo>
                  <a:pt x="81873" y="210652"/>
                </a:lnTo>
                <a:close/>
                <a:moveTo>
                  <a:pt x="8905" y="354424"/>
                </a:moveTo>
                <a:lnTo>
                  <a:pt x="10750" y="355122"/>
                </a:lnTo>
                <a:lnTo>
                  <a:pt x="7982" y="354773"/>
                </a:lnTo>
                <a:close/>
                <a:moveTo>
                  <a:pt x="43731" y="239769"/>
                </a:moveTo>
                <a:lnTo>
                  <a:pt x="45076" y="241201"/>
                </a:lnTo>
                <a:lnTo>
                  <a:pt x="43058" y="240485"/>
                </a:lnTo>
                <a:close/>
                <a:moveTo>
                  <a:pt x="141734" y="194917"/>
                </a:moveTo>
                <a:lnTo>
                  <a:pt x="142760" y="195579"/>
                </a:lnTo>
                <a:lnTo>
                  <a:pt x="141221" y="195248"/>
                </a:lnTo>
                <a:close/>
                <a:moveTo>
                  <a:pt x="32118" y="265969"/>
                </a:moveTo>
                <a:lnTo>
                  <a:pt x="32879" y="267246"/>
                </a:lnTo>
                <a:lnTo>
                  <a:pt x="31738" y="266608"/>
                </a:lnTo>
                <a:close/>
                <a:moveTo>
                  <a:pt x="77175" y="198105"/>
                </a:moveTo>
                <a:lnTo>
                  <a:pt x="78863" y="198436"/>
                </a:lnTo>
                <a:lnTo>
                  <a:pt x="76330" y="198270"/>
                </a:lnTo>
                <a:close/>
                <a:moveTo>
                  <a:pt x="130553" y="61388"/>
                </a:moveTo>
                <a:lnTo>
                  <a:pt x="131231" y="62862"/>
                </a:lnTo>
                <a:lnTo>
                  <a:pt x="130215" y="62125"/>
                </a:lnTo>
                <a:close/>
                <a:moveTo>
                  <a:pt x="10869" y="283826"/>
                </a:moveTo>
                <a:lnTo>
                  <a:pt x="12517" y="284221"/>
                </a:lnTo>
                <a:lnTo>
                  <a:pt x="10045" y="284023"/>
                </a:lnTo>
                <a:close/>
                <a:moveTo>
                  <a:pt x="69713" y="105086"/>
                </a:moveTo>
                <a:lnTo>
                  <a:pt x="70665" y="106734"/>
                </a:lnTo>
                <a:lnTo>
                  <a:pt x="69237" y="105910"/>
                </a:lnTo>
                <a:close/>
                <a:moveTo>
                  <a:pt x="13698" y="284997"/>
                </a:moveTo>
                <a:lnTo>
                  <a:pt x="15697" y="286011"/>
                </a:lnTo>
                <a:lnTo>
                  <a:pt x="12699" y="285504"/>
                </a:lnTo>
                <a:close/>
                <a:moveTo>
                  <a:pt x="93274" y="336264"/>
                </a:moveTo>
                <a:lnTo>
                  <a:pt x="94619" y="337558"/>
                </a:lnTo>
                <a:lnTo>
                  <a:pt x="92602" y="336911"/>
                </a:lnTo>
                <a:close/>
                <a:moveTo>
                  <a:pt x="44083" y="330906"/>
                </a:moveTo>
                <a:lnTo>
                  <a:pt x="44711" y="331795"/>
                </a:lnTo>
                <a:lnTo>
                  <a:pt x="43769" y="331350"/>
                </a:lnTo>
                <a:close/>
                <a:moveTo>
                  <a:pt x="126987" y="257478"/>
                </a:moveTo>
                <a:lnTo>
                  <a:pt x="127338" y="259222"/>
                </a:lnTo>
                <a:lnTo>
                  <a:pt x="126811" y="258350"/>
                </a:lnTo>
                <a:close/>
                <a:moveTo>
                  <a:pt x="39111" y="43154"/>
                </a:moveTo>
                <a:lnTo>
                  <a:pt x="40810" y="43765"/>
                </a:lnTo>
                <a:lnTo>
                  <a:pt x="38261" y="43459"/>
                </a:lnTo>
                <a:close/>
                <a:moveTo>
                  <a:pt x="54471" y="178053"/>
                </a:moveTo>
                <a:lnTo>
                  <a:pt x="55709" y="179004"/>
                </a:lnTo>
                <a:lnTo>
                  <a:pt x="53851" y="178528"/>
                </a:lnTo>
                <a:close/>
                <a:moveTo>
                  <a:pt x="17007" y="198199"/>
                </a:moveTo>
                <a:lnTo>
                  <a:pt x="19078" y="199851"/>
                </a:lnTo>
                <a:lnTo>
                  <a:pt x="15972" y="199025"/>
                </a:lnTo>
                <a:close/>
                <a:moveTo>
                  <a:pt x="28574" y="129992"/>
                </a:moveTo>
                <a:lnTo>
                  <a:pt x="30513" y="131622"/>
                </a:lnTo>
                <a:lnTo>
                  <a:pt x="27604" y="130807"/>
                </a:lnTo>
                <a:close/>
                <a:moveTo>
                  <a:pt x="93589" y="228492"/>
                </a:moveTo>
                <a:lnTo>
                  <a:pt x="95284" y="230152"/>
                </a:lnTo>
                <a:lnTo>
                  <a:pt x="92741" y="229322"/>
                </a:lnTo>
                <a:close/>
                <a:moveTo>
                  <a:pt x="131076" y="123192"/>
                </a:moveTo>
                <a:lnTo>
                  <a:pt x="132322" y="124736"/>
                </a:lnTo>
                <a:lnTo>
                  <a:pt x="130452" y="123964"/>
                </a:lnTo>
                <a:close/>
                <a:moveTo>
                  <a:pt x="57172" y="112063"/>
                </a:moveTo>
                <a:lnTo>
                  <a:pt x="59062" y="113167"/>
                </a:lnTo>
                <a:lnTo>
                  <a:pt x="56227" y="112615"/>
                </a:lnTo>
                <a:close/>
                <a:moveTo>
                  <a:pt x="1581" y="154853"/>
                </a:moveTo>
                <a:lnTo>
                  <a:pt x="2436" y="156222"/>
                </a:lnTo>
                <a:lnTo>
                  <a:pt x="1154" y="155538"/>
                </a:lnTo>
                <a:close/>
                <a:moveTo>
                  <a:pt x="64706" y="112401"/>
                </a:moveTo>
                <a:lnTo>
                  <a:pt x="65821" y="113583"/>
                </a:lnTo>
                <a:lnTo>
                  <a:pt x="64148" y="112992"/>
                </a:lnTo>
                <a:close/>
                <a:moveTo>
                  <a:pt x="118384" y="292615"/>
                </a:moveTo>
                <a:lnTo>
                  <a:pt x="120187" y="294121"/>
                </a:lnTo>
                <a:lnTo>
                  <a:pt x="117482" y="293368"/>
                </a:lnTo>
                <a:close/>
                <a:moveTo>
                  <a:pt x="78474" y="351103"/>
                </a:moveTo>
                <a:lnTo>
                  <a:pt x="79224" y="352608"/>
                </a:lnTo>
                <a:lnTo>
                  <a:pt x="78098" y="351856"/>
                </a:lnTo>
                <a:close/>
                <a:moveTo>
                  <a:pt x="62348" y="305293"/>
                </a:moveTo>
                <a:lnTo>
                  <a:pt x="62967" y="306490"/>
                </a:lnTo>
                <a:lnTo>
                  <a:pt x="62038" y="305891"/>
                </a:lnTo>
                <a:close/>
                <a:moveTo>
                  <a:pt x="97167" y="335177"/>
                </a:moveTo>
                <a:lnTo>
                  <a:pt x="99075" y="336822"/>
                </a:lnTo>
                <a:lnTo>
                  <a:pt x="96212" y="335999"/>
                </a:lnTo>
                <a:close/>
                <a:moveTo>
                  <a:pt x="59726" y="334163"/>
                </a:moveTo>
                <a:lnTo>
                  <a:pt x="61913" y="334767"/>
                </a:lnTo>
                <a:lnTo>
                  <a:pt x="58632" y="334465"/>
                </a:lnTo>
                <a:close/>
                <a:moveTo>
                  <a:pt x="84354" y="137497"/>
                </a:moveTo>
                <a:lnTo>
                  <a:pt x="84872" y="138089"/>
                </a:lnTo>
                <a:lnTo>
                  <a:pt x="84096" y="137793"/>
                </a:lnTo>
                <a:close/>
                <a:moveTo>
                  <a:pt x="103830" y="229893"/>
                </a:moveTo>
                <a:lnTo>
                  <a:pt x="105344" y="230201"/>
                </a:lnTo>
                <a:lnTo>
                  <a:pt x="103073" y="230047"/>
                </a:lnTo>
                <a:close/>
                <a:moveTo>
                  <a:pt x="35921" y="136677"/>
                </a:moveTo>
                <a:lnTo>
                  <a:pt x="36741" y="137281"/>
                </a:lnTo>
                <a:lnTo>
                  <a:pt x="35510" y="136979"/>
                </a:lnTo>
                <a:close/>
                <a:moveTo>
                  <a:pt x="110494" y="384222"/>
                </a:moveTo>
                <a:lnTo>
                  <a:pt x="111472" y="384562"/>
                </a:lnTo>
                <a:lnTo>
                  <a:pt x="110004" y="384392"/>
                </a:lnTo>
                <a:close/>
                <a:moveTo>
                  <a:pt x="17775" y="40763"/>
                </a:moveTo>
                <a:lnTo>
                  <a:pt x="19100" y="42507"/>
                </a:lnTo>
                <a:lnTo>
                  <a:pt x="17112" y="41635"/>
                </a:lnTo>
                <a:close/>
                <a:moveTo>
                  <a:pt x="132332" y="316061"/>
                </a:moveTo>
                <a:lnTo>
                  <a:pt x="134512" y="317610"/>
                </a:lnTo>
                <a:lnTo>
                  <a:pt x="131242" y="316836"/>
                </a:lnTo>
                <a:close/>
                <a:moveTo>
                  <a:pt x="97850" y="47651"/>
                </a:moveTo>
                <a:lnTo>
                  <a:pt x="98303" y="48806"/>
                </a:lnTo>
                <a:lnTo>
                  <a:pt x="97624" y="48228"/>
                </a:lnTo>
                <a:close/>
                <a:moveTo>
                  <a:pt x="2317" y="350003"/>
                </a:moveTo>
                <a:lnTo>
                  <a:pt x="3912" y="351591"/>
                </a:lnTo>
                <a:lnTo>
                  <a:pt x="1519" y="350797"/>
                </a:lnTo>
                <a:close/>
                <a:moveTo>
                  <a:pt x="126548" y="136521"/>
                </a:moveTo>
                <a:lnTo>
                  <a:pt x="128056" y="137440"/>
                </a:lnTo>
                <a:lnTo>
                  <a:pt x="125795" y="136980"/>
                </a:lnTo>
                <a:close/>
                <a:moveTo>
                  <a:pt x="122036" y="281395"/>
                </a:moveTo>
                <a:lnTo>
                  <a:pt x="122769" y="283003"/>
                </a:lnTo>
                <a:lnTo>
                  <a:pt x="121670" y="282199"/>
                </a:lnTo>
                <a:close/>
                <a:moveTo>
                  <a:pt x="118157" y="377749"/>
                </a:moveTo>
                <a:lnTo>
                  <a:pt x="118939" y="379194"/>
                </a:lnTo>
                <a:lnTo>
                  <a:pt x="117767" y="378472"/>
                </a:lnTo>
                <a:close/>
                <a:moveTo>
                  <a:pt x="68171" y="386363"/>
                </a:moveTo>
                <a:lnTo>
                  <a:pt x="68876" y="387322"/>
                </a:lnTo>
                <a:lnTo>
                  <a:pt x="67819" y="386842"/>
                </a:lnTo>
                <a:close/>
                <a:moveTo>
                  <a:pt x="58693" y="167799"/>
                </a:moveTo>
                <a:lnTo>
                  <a:pt x="60070" y="168853"/>
                </a:lnTo>
                <a:lnTo>
                  <a:pt x="58004" y="168326"/>
                </a:lnTo>
                <a:close/>
                <a:moveTo>
                  <a:pt x="30839" y="91981"/>
                </a:moveTo>
                <a:lnTo>
                  <a:pt x="31945" y="92594"/>
                </a:lnTo>
                <a:lnTo>
                  <a:pt x="30286" y="92288"/>
                </a:lnTo>
                <a:close/>
                <a:moveTo>
                  <a:pt x="62136" y="199687"/>
                </a:moveTo>
                <a:lnTo>
                  <a:pt x="63714" y="200924"/>
                </a:lnTo>
                <a:lnTo>
                  <a:pt x="61348" y="200306"/>
                </a:lnTo>
                <a:close/>
                <a:moveTo>
                  <a:pt x="52016" y="260318"/>
                </a:moveTo>
                <a:lnTo>
                  <a:pt x="53778" y="261065"/>
                </a:lnTo>
                <a:lnTo>
                  <a:pt x="51136" y="260691"/>
                </a:lnTo>
                <a:close/>
                <a:moveTo>
                  <a:pt x="114605" y="363573"/>
                </a:moveTo>
                <a:lnTo>
                  <a:pt x="115476" y="365202"/>
                </a:lnTo>
                <a:lnTo>
                  <a:pt x="114170" y="364388"/>
                </a:lnTo>
                <a:close/>
                <a:moveTo>
                  <a:pt x="113706" y="240615"/>
                </a:moveTo>
                <a:lnTo>
                  <a:pt x="114751" y="241787"/>
                </a:lnTo>
                <a:lnTo>
                  <a:pt x="113183" y="241201"/>
                </a:lnTo>
                <a:close/>
                <a:moveTo>
                  <a:pt x="83108" y="325338"/>
                </a:moveTo>
                <a:lnTo>
                  <a:pt x="85176" y="325911"/>
                </a:lnTo>
                <a:lnTo>
                  <a:pt x="82074" y="325624"/>
                </a:lnTo>
                <a:close/>
                <a:moveTo>
                  <a:pt x="76455" y="23889"/>
                </a:moveTo>
                <a:lnTo>
                  <a:pt x="77490" y="24987"/>
                </a:lnTo>
                <a:lnTo>
                  <a:pt x="75937" y="24438"/>
                </a:lnTo>
                <a:close/>
                <a:moveTo>
                  <a:pt x="104253" y="320376"/>
                </a:moveTo>
                <a:lnTo>
                  <a:pt x="105685" y="321669"/>
                </a:lnTo>
                <a:lnTo>
                  <a:pt x="103537" y="321022"/>
                </a:lnTo>
                <a:close/>
                <a:moveTo>
                  <a:pt x="35133" y="165686"/>
                </a:moveTo>
                <a:lnTo>
                  <a:pt x="36138" y="166672"/>
                </a:lnTo>
                <a:lnTo>
                  <a:pt x="34630" y="166179"/>
                </a:lnTo>
                <a:close/>
                <a:moveTo>
                  <a:pt x="106980" y="14262"/>
                </a:moveTo>
                <a:lnTo>
                  <a:pt x="108348" y="15445"/>
                </a:lnTo>
                <a:lnTo>
                  <a:pt x="106295" y="14854"/>
                </a:lnTo>
                <a:close/>
                <a:moveTo>
                  <a:pt x="79825" y="324858"/>
                </a:moveTo>
                <a:lnTo>
                  <a:pt x="80432" y="326359"/>
                </a:lnTo>
                <a:lnTo>
                  <a:pt x="79521" y="325609"/>
                </a:lnTo>
                <a:close/>
                <a:moveTo>
                  <a:pt x="90261" y="315357"/>
                </a:moveTo>
                <a:lnTo>
                  <a:pt x="91381" y="316917"/>
                </a:lnTo>
                <a:lnTo>
                  <a:pt x="89701" y="316137"/>
                </a:lnTo>
                <a:close/>
                <a:moveTo>
                  <a:pt x="125315" y="308995"/>
                </a:moveTo>
                <a:lnTo>
                  <a:pt x="125714" y="310342"/>
                </a:lnTo>
                <a:lnTo>
                  <a:pt x="125115" y="309668"/>
                </a:lnTo>
                <a:close/>
                <a:moveTo>
                  <a:pt x="74759" y="284536"/>
                </a:moveTo>
                <a:lnTo>
                  <a:pt x="76570" y="286024"/>
                </a:lnTo>
                <a:lnTo>
                  <a:pt x="73853" y="285280"/>
                </a:lnTo>
                <a:close/>
                <a:moveTo>
                  <a:pt x="48245" y="334850"/>
                </a:moveTo>
                <a:lnTo>
                  <a:pt x="50207" y="335821"/>
                </a:lnTo>
                <a:lnTo>
                  <a:pt x="47264" y="335335"/>
                </a:lnTo>
                <a:close/>
                <a:moveTo>
                  <a:pt x="96251" y="34035"/>
                </a:moveTo>
                <a:lnTo>
                  <a:pt x="97295" y="34872"/>
                </a:lnTo>
                <a:lnTo>
                  <a:pt x="95729" y="34454"/>
                </a:lnTo>
                <a:close/>
                <a:moveTo>
                  <a:pt x="39293" y="86063"/>
                </a:moveTo>
                <a:lnTo>
                  <a:pt x="40488" y="87840"/>
                </a:lnTo>
                <a:lnTo>
                  <a:pt x="38696" y="86952"/>
                </a:lnTo>
                <a:close/>
                <a:moveTo>
                  <a:pt x="119870" y="138594"/>
                </a:moveTo>
                <a:lnTo>
                  <a:pt x="120446" y="139008"/>
                </a:lnTo>
                <a:lnTo>
                  <a:pt x="119582" y="138801"/>
                </a:lnTo>
                <a:close/>
                <a:moveTo>
                  <a:pt x="90462" y="388074"/>
                </a:moveTo>
                <a:lnTo>
                  <a:pt x="92208" y="389576"/>
                </a:lnTo>
                <a:lnTo>
                  <a:pt x="89589" y="388825"/>
                </a:lnTo>
                <a:close/>
                <a:moveTo>
                  <a:pt x="28159" y="256147"/>
                </a:moveTo>
                <a:lnTo>
                  <a:pt x="29886" y="256883"/>
                </a:lnTo>
                <a:lnTo>
                  <a:pt x="27296" y="256515"/>
                </a:lnTo>
                <a:close/>
                <a:moveTo>
                  <a:pt x="53480" y="163770"/>
                </a:moveTo>
                <a:lnTo>
                  <a:pt x="54389" y="165284"/>
                </a:lnTo>
                <a:lnTo>
                  <a:pt x="53025" y="164527"/>
                </a:lnTo>
                <a:close/>
                <a:moveTo>
                  <a:pt x="133010" y="297257"/>
                </a:moveTo>
                <a:lnTo>
                  <a:pt x="134235" y="298918"/>
                </a:lnTo>
                <a:lnTo>
                  <a:pt x="132397" y="298087"/>
                </a:lnTo>
                <a:close/>
                <a:moveTo>
                  <a:pt x="13828" y="334281"/>
                </a:moveTo>
                <a:lnTo>
                  <a:pt x="16019" y="335430"/>
                </a:lnTo>
                <a:lnTo>
                  <a:pt x="12733" y="334855"/>
                </a:lnTo>
                <a:close/>
                <a:moveTo>
                  <a:pt x="139227" y="174248"/>
                </a:moveTo>
                <a:lnTo>
                  <a:pt x="140613" y="175249"/>
                </a:lnTo>
                <a:lnTo>
                  <a:pt x="138535" y="174748"/>
                </a:lnTo>
                <a:close/>
                <a:moveTo>
                  <a:pt x="50575" y="228039"/>
                </a:moveTo>
                <a:lnTo>
                  <a:pt x="52692" y="228819"/>
                </a:lnTo>
                <a:lnTo>
                  <a:pt x="49516" y="228429"/>
                </a:lnTo>
                <a:close/>
                <a:moveTo>
                  <a:pt x="45575" y="129511"/>
                </a:moveTo>
                <a:lnTo>
                  <a:pt x="47565" y="130554"/>
                </a:lnTo>
                <a:lnTo>
                  <a:pt x="44580" y="130032"/>
                </a:lnTo>
                <a:close/>
                <a:moveTo>
                  <a:pt x="104089" y="66378"/>
                </a:moveTo>
                <a:lnTo>
                  <a:pt x="105231" y="67339"/>
                </a:lnTo>
                <a:lnTo>
                  <a:pt x="103518" y="66858"/>
                </a:lnTo>
                <a:close/>
                <a:moveTo>
                  <a:pt x="19452" y="137531"/>
                </a:moveTo>
                <a:lnTo>
                  <a:pt x="20487" y="138206"/>
                </a:lnTo>
                <a:lnTo>
                  <a:pt x="18935" y="137868"/>
                </a:lnTo>
                <a:close/>
                <a:moveTo>
                  <a:pt x="104947" y="246627"/>
                </a:moveTo>
                <a:lnTo>
                  <a:pt x="105991" y="248341"/>
                </a:lnTo>
                <a:lnTo>
                  <a:pt x="104425" y="247484"/>
                </a:lnTo>
                <a:close/>
                <a:moveTo>
                  <a:pt x="89092" y="260947"/>
                </a:moveTo>
                <a:lnTo>
                  <a:pt x="91107" y="262691"/>
                </a:lnTo>
                <a:lnTo>
                  <a:pt x="88085" y="261819"/>
                </a:lnTo>
                <a:close/>
                <a:moveTo>
                  <a:pt x="104477" y="30242"/>
                </a:moveTo>
                <a:lnTo>
                  <a:pt x="106003" y="30841"/>
                </a:lnTo>
                <a:lnTo>
                  <a:pt x="103714" y="30542"/>
                </a:lnTo>
                <a:close/>
                <a:moveTo>
                  <a:pt x="94375" y="148550"/>
                </a:moveTo>
                <a:lnTo>
                  <a:pt x="96436" y="149850"/>
                </a:lnTo>
                <a:lnTo>
                  <a:pt x="93345" y="149200"/>
                </a:lnTo>
                <a:close/>
                <a:moveTo>
                  <a:pt x="134611" y="385989"/>
                </a:moveTo>
                <a:lnTo>
                  <a:pt x="136203" y="387683"/>
                </a:lnTo>
                <a:lnTo>
                  <a:pt x="133815" y="386836"/>
                </a:lnTo>
                <a:close/>
                <a:moveTo>
                  <a:pt x="44460" y="115284"/>
                </a:moveTo>
                <a:lnTo>
                  <a:pt x="46253" y="115609"/>
                </a:lnTo>
                <a:lnTo>
                  <a:pt x="43563" y="115446"/>
                </a:lnTo>
                <a:close/>
                <a:moveTo>
                  <a:pt x="68595" y="303238"/>
                </a:moveTo>
                <a:lnTo>
                  <a:pt x="69688" y="303577"/>
                </a:lnTo>
                <a:lnTo>
                  <a:pt x="68049" y="303407"/>
                </a:lnTo>
                <a:close/>
                <a:moveTo>
                  <a:pt x="12004" y="52935"/>
                </a:moveTo>
                <a:lnTo>
                  <a:pt x="13881" y="53999"/>
                </a:lnTo>
                <a:lnTo>
                  <a:pt x="11066" y="53467"/>
                </a:lnTo>
                <a:close/>
                <a:moveTo>
                  <a:pt x="30689" y="116927"/>
                </a:moveTo>
                <a:lnTo>
                  <a:pt x="31137" y="118209"/>
                </a:lnTo>
                <a:lnTo>
                  <a:pt x="30465" y="117568"/>
                </a:lnTo>
                <a:close/>
                <a:moveTo>
                  <a:pt x="100773" y="141705"/>
                </a:moveTo>
                <a:lnTo>
                  <a:pt x="101337" y="143202"/>
                </a:lnTo>
                <a:lnTo>
                  <a:pt x="100491" y="142454"/>
                </a:lnTo>
                <a:close/>
                <a:moveTo>
                  <a:pt x="21737" y="160215"/>
                </a:moveTo>
                <a:lnTo>
                  <a:pt x="22861" y="160940"/>
                </a:lnTo>
                <a:lnTo>
                  <a:pt x="21174" y="160578"/>
                </a:lnTo>
                <a:close/>
                <a:moveTo>
                  <a:pt x="60165" y="150226"/>
                </a:moveTo>
                <a:lnTo>
                  <a:pt x="61902" y="151321"/>
                </a:lnTo>
                <a:lnTo>
                  <a:pt x="59296" y="150774"/>
                </a:lnTo>
                <a:close/>
                <a:moveTo>
                  <a:pt x="46822" y="253542"/>
                </a:moveTo>
                <a:lnTo>
                  <a:pt x="47691" y="254808"/>
                </a:lnTo>
                <a:lnTo>
                  <a:pt x="46388" y="254175"/>
                </a:lnTo>
                <a:close/>
                <a:moveTo>
                  <a:pt x="65695" y="33400"/>
                </a:moveTo>
                <a:lnTo>
                  <a:pt x="67296" y="34768"/>
                </a:lnTo>
                <a:lnTo>
                  <a:pt x="64895" y="34084"/>
                </a:lnTo>
                <a:close/>
                <a:moveTo>
                  <a:pt x="1067" y="9015"/>
                </a:moveTo>
                <a:lnTo>
                  <a:pt x="3201" y="10357"/>
                </a:lnTo>
                <a:lnTo>
                  <a:pt x="0" y="9686"/>
                </a:lnTo>
                <a:close/>
                <a:moveTo>
                  <a:pt x="8489" y="188987"/>
                </a:moveTo>
                <a:lnTo>
                  <a:pt x="9795" y="190500"/>
                </a:lnTo>
                <a:lnTo>
                  <a:pt x="7836" y="189743"/>
                </a:lnTo>
                <a:close/>
                <a:moveTo>
                  <a:pt x="13268" y="101703"/>
                </a:moveTo>
                <a:lnTo>
                  <a:pt x="15183" y="102818"/>
                </a:lnTo>
                <a:lnTo>
                  <a:pt x="12311" y="102261"/>
                </a:lnTo>
                <a:close/>
                <a:moveTo>
                  <a:pt x="30202" y="233658"/>
                </a:moveTo>
                <a:lnTo>
                  <a:pt x="30982" y="235400"/>
                </a:lnTo>
                <a:lnTo>
                  <a:pt x="29813" y="234529"/>
                </a:lnTo>
                <a:close/>
                <a:moveTo>
                  <a:pt x="94287" y="221720"/>
                </a:moveTo>
                <a:lnTo>
                  <a:pt x="94703" y="222988"/>
                </a:lnTo>
                <a:lnTo>
                  <a:pt x="94079" y="222354"/>
                </a:lnTo>
                <a:close/>
                <a:moveTo>
                  <a:pt x="20048" y="270221"/>
                </a:moveTo>
                <a:lnTo>
                  <a:pt x="22038" y="271294"/>
                </a:lnTo>
                <a:lnTo>
                  <a:pt x="19053" y="270758"/>
                </a:lnTo>
                <a:close/>
                <a:moveTo>
                  <a:pt x="44845" y="184138"/>
                </a:moveTo>
                <a:lnTo>
                  <a:pt x="46816" y="185006"/>
                </a:lnTo>
                <a:lnTo>
                  <a:pt x="43859" y="184572"/>
                </a:lnTo>
                <a:close/>
                <a:moveTo>
                  <a:pt x="5283" y="43309"/>
                </a:moveTo>
                <a:lnTo>
                  <a:pt x="5863" y="44172"/>
                </a:lnTo>
                <a:lnTo>
                  <a:pt x="4993" y="43740"/>
                </a:lnTo>
                <a:close/>
                <a:moveTo>
                  <a:pt x="66198" y="188203"/>
                </a:moveTo>
                <a:lnTo>
                  <a:pt x="67794" y="189357"/>
                </a:lnTo>
                <a:lnTo>
                  <a:pt x="65399" y="188780"/>
                </a:lnTo>
                <a:close/>
                <a:moveTo>
                  <a:pt x="22175" y="243663"/>
                </a:moveTo>
                <a:lnTo>
                  <a:pt x="23756" y="244433"/>
                </a:lnTo>
                <a:lnTo>
                  <a:pt x="21384" y="244048"/>
                </a:lnTo>
                <a:close/>
                <a:moveTo>
                  <a:pt x="121477" y="7242"/>
                </a:moveTo>
                <a:lnTo>
                  <a:pt x="123464" y="8809"/>
                </a:lnTo>
                <a:lnTo>
                  <a:pt x="120483" y="8026"/>
                </a:lnTo>
                <a:close/>
                <a:moveTo>
                  <a:pt x="5190" y="128676"/>
                </a:moveTo>
                <a:lnTo>
                  <a:pt x="5983" y="130318"/>
                </a:lnTo>
                <a:lnTo>
                  <a:pt x="4794" y="129497"/>
                </a:lnTo>
                <a:close/>
                <a:moveTo>
                  <a:pt x="27967" y="45086"/>
                </a:moveTo>
                <a:lnTo>
                  <a:pt x="29782" y="45838"/>
                </a:lnTo>
                <a:lnTo>
                  <a:pt x="27059" y="45462"/>
                </a:lnTo>
                <a:close/>
                <a:moveTo>
                  <a:pt x="12318" y="4711"/>
                </a:moveTo>
                <a:lnTo>
                  <a:pt x="13862" y="5212"/>
                </a:lnTo>
                <a:lnTo>
                  <a:pt x="11546" y="4961"/>
                </a:lnTo>
                <a:close/>
                <a:moveTo>
                  <a:pt x="54549" y="160707"/>
                </a:moveTo>
                <a:lnTo>
                  <a:pt x="56685" y="162365"/>
                </a:lnTo>
                <a:lnTo>
                  <a:pt x="53482" y="161536"/>
                </a:lnTo>
                <a:close/>
                <a:moveTo>
                  <a:pt x="112644" y="375607"/>
                </a:moveTo>
                <a:lnTo>
                  <a:pt x="113405" y="376282"/>
                </a:lnTo>
                <a:lnTo>
                  <a:pt x="112263" y="375944"/>
                </a:lnTo>
                <a:close/>
                <a:moveTo>
                  <a:pt x="20021" y="159385"/>
                </a:moveTo>
                <a:lnTo>
                  <a:pt x="21767" y="160398"/>
                </a:lnTo>
                <a:lnTo>
                  <a:pt x="19149" y="159891"/>
                </a:lnTo>
                <a:close/>
                <a:moveTo>
                  <a:pt x="83484" y="204948"/>
                </a:moveTo>
                <a:lnTo>
                  <a:pt x="84082" y="206634"/>
                </a:lnTo>
                <a:lnTo>
                  <a:pt x="83184" y="205791"/>
                </a:lnTo>
                <a:close/>
                <a:moveTo>
                  <a:pt x="105367" y="72277"/>
                </a:moveTo>
                <a:lnTo>
                  <a:pt x="107254" y="73802"/>
                </a:lnTo>
                <a:lnTo>
                  <a:pt x="104424" y="73039"/>
                </a:lnTo>
                <a:close/>
                <a:moveTo>
                  <a:pt x="37767" y="5241"/>
                </a:moveTo>
                <a:lnTo>
                  <a:pt x="38336" y="6076"/>
                </a:lnTo>
                <a:lnTo>
                  <a:pt x="37482" y="5658"/>
                </a:lnTo>
                <a:close/>
                <a:moveTo>
                  <a:pt x="61385" y="187454"/>
                </a:moveTo>
                <a:lnTo>
                  <a:pt x="62273" y="188554"/>
                </a:lnTo>
                <a:lnTo>
                  <a:pt x="60941" y="188004"/>
                </a:lnTo>
                <a:close/>
                <a:moveTo>
                  <a:pt x="137559" y="164709"/>
                </a:moveTo>
                <a:lnTo>
                  <a:pt x="138142" y="166397"/>
                </a:lnTo>
                <a:lnTo>
                  <a:pt x="137268" y="165553"/>
                </a:lnTo>
                <a:close/>
                <a:moveTo>
                  <a:pt x="60574" y="345550"/>
                </a:moveTo>
                <a:lnTo>
                  <a:pt x="61141" y="346733"/>
                </a:lnTo>
                <a:lnTo>
                  <a:pt x="60290" y="346142"/>
                </a:lnTo>
                <a:close/>
                <a:moveTo>
                  <a:pt x="18633" y="42341"/>
                </a:moveTo>
                <a:lnTo>
                  <a:pt x="19211" y="43756"/>
                </a:lnTo>
                <a:lnTo>
                  <a:pt x="18344" y="43048"/>
                </a:lnTo>
                <a:close/>
                <a:moveTo>
                  <a:pt x="86379" y="189112"/>
                </a:moveTo>
                <a:lnTo>
                  <a:pt x="87439" y="189757"/>
                </a:lnTo>
                <a:lnTo>
                  <a:pt x="85849" y="189435"/>
                </a:lnTo>
                <a:close/>
                <a:moveTo>
                  <a:pt x="61537" y="191276"/>
                </a:moveTo>
                <a:lnTo>
                  <a:pt x="63136" y="192104"/>
                </a:lnTo>
                <a:lnTo>
                  <a:pt x="60737" y="191690"/>
                </a:lnTo>
                <a:close/>
                <a:moveTo>
                  <a:pt x="137935" y="27773"/>
                </a:moveTo>
                <a:lnTo>
                  <a:pt x="139768" y="29500"/>
                </a:lnTo>
                <a:lnTo>
                  <a:pt x="137018" y="28637"/>
                </a:lnTo>
                <a:close/>
                <a:moveTo>
                  <a:pt x="49777" y="285001"/>
                </a:moveTo>
                <a:lnTo>
                  <a:pt x="50144" y="285744"/>
                </a:lnTo>
                <a:lnTo>
                  <a:pt x="49593" y="285373"/>
                </a:lnTo>
                <a:close/>
                <a:moveTo>
                  <a:pt x="137910" y="305577"/>
                </a:moveTo>
                <a:lnTo>
                  <a:pt x="139227" y="306667"/>
                </a:lnTo>
                <a:lnTo>
                  <a:pt x="137251" y="306122"/>
                </a:lnTo>
                <a:close/>
                <a:moveTo>
                  <a:pt x="58885" y="28793"/>
                </a:moveTo>
                <a:lnTo>
                  <a:pt x="59686" y="29913"/>
                </a:lnTo>
                <a:lnTo>
                  <a:pt x="58484" y="29353"/>
                </a:lnTo>
                <a:close/>
                <a:moveTo>
                  <a:pt x="108287" y="314702"/>
                </a:moveTo>
                <a:lnTo>
                  <a:pt x="110375" y="315318"/>
                </a:lnTo>
                <a:lnTo>
                  <a:pt x="107244" y="315010"/>
                </a:lnTo>
                <a:close/>
                <a:moveTo>
                  <a:pt x="105228" y="94781"/>
                </a:moveTo>
                <a:lnTo>
                  <a:pt x="106157" y="95934"/>
                </a:lnTo>
                <a:lnTo>
                  <a:pt x="104764" y="95358"/>
                </a:lnTo>
                <a:close/>
                <a:moveTo>
                  <a:pt x="127774" y="35925"/>
                </a:moveTo>
                <a:lnTo>
                  <a:pt x="129054" y="36954"/>
                </a:lnTo>
                <a:lnTo>
                  <a:pt x="127134" y="36439"/>
                </a:lnTo>
                <a:close/>
                <a:moveTo>
                  <a:pt x="21564" y="28406"/>
                </a:moveTo>
                <a:lnTo>
                  <a:pt x="22107" y="29357"/>
                </a:lnTo>
                <a:lnTo>
                  <a:pt x="21293" y="28881"/>
                </a:lnTo>
                <a:close/>
                <a:moveTo>
                  <a:pt x="115644" y="340361"/>
                </a:moveTo>
                <a:lnTo>
                  <a:pt x="117603" y="341779"/>
                </a:lnTo>
                <a:lnTo>
                  <a:pt x="114665" y="341070"/>
                </a:lnTo>
                <a:close/>
                <a:moveTo>
                  <a:pt x="119582" y="75986"/>
                </a:moveTo>
                <a:lnTo>
                  <a:pt x="119945" y="77379"/>
                </a:lnTo>
                <a:lnTo>
                  <a:pt x="119401" y="76683"/>
                </a:lnTo>
                <a:close/>
                <a:moveTo>
                  <a:pt x="73363" y="92431"/>
                </a:moveTo>
                <a:lnTo>
                  <a:pt x="73935" y="94043"/>
                </a:lnTo>
                <a:lnTo>
                  <a:pt x="73078" y="93237"/>
                </a:lnTo>
                <a:close/>
                <a:moveTo>
                  <a:pt x="36326" y="46088"/>
                </a:moveTo>
                <a:lnTo>
                  <a:pt x="36714" y="47652"/>
                </a:lnTo>
                <a:lnTo>
                  <a:pt x="36132" y="46870"/>
                </a:lnTo>
                <a:close/>
                <a:moveTo>
                  <a:pt x="28230" y="120044"/>
                </a:moveTo>
                <a:lnTo>
                  <a:pt x="30398" y="121250"/>
                </a:lnTo>
                <a:lnTo>
                  <a:pt x="27147" y="120647"/>
                </a:lnTo>
                <a:close/>
                <a:moveTo>
                  <a:pt x="20553" y="380845"/>
                </a:moveTo>
                <a:lnTo>
                  <a:pt x="20929" y="381735"/>
                </a:lnTo>
                <a:lnTo>
                  <a:pt x="20365" y="381290"/>
                </a:lnTo>
                <a:close/>
                <a:moveTo>
                  <a:pt x="24125" y="173710"/>
                </a:moveTo>
                <a:lnTo>
                  <a:pt x="26195" y="174885"/>
                </a:lnTo>
                <a:lnTo>
                  <a:pt x="23089" y="174298"/>
                </a:lnTo>
                <a:close/>
                <a:moveTo>
                  <a:pt x="51831" y="78411"/>
                </a:moveTo>
                <a:lnTo>
                  <a:pt x="53225" y="79475"/>
                </a:lnTo>
                <a:lnTo>
                  <a:pt x="51135" y="78943"/>
                </a:lnTo>
                <a:close/>
                <a:moveTo>
                  <a:pt x="38933" y="291875"/>
                </a:moveTo>
                <a:lnTo>
                  <a:pt x="41050" y="293296"/>
                </a:lnTo>
                <a:lnTo>
                  <a:pt x="37875" y="292586"/>
                </a:lnTo>
                <a:close/>
                <a:moveTo>
                  <a:pt x="34856" y="120313"/>
                </a:moveTo>
                <a:lnTo>
                  <a:pt x="36523" y="121489"/>
                </a:lnTo>
                <a:lnTo>
                  <a:pt x="34023" y="120901"/>
                </a:lnTo>
                <a:close/>
                <a:moveTo>
                  <a:pt x="44655" y="129841"/>
                </a:moveTo>
                <a:lnTo>
                  <a:pt x="46459" y="131541"/>
                </a:lnTo>
                <a:lnTo>
                  <a:pt x="43752" y="130691"/>
                </a:lnTo>
                <a:close/>
                <a:moveTo>
                  <a:pt x="69448" y="373042"/>
                </a:moveTo>
                <a:lnTo>
                  <a:pt x="71323" y="374705"/>
                </a:lnTo>
                <a:lnTo>
                  <a:pt x="68511" y="373874"/>
                </a:lnTo>
                <a:close/>
                <a:moveTo>
                  <a:pt x="66801" y="241163"/>
                </a:moveTo>
                <a:lnTo>
                  <a:pt x="67858" y="242319"/>
                </a:lnTo>
                <a:lnTo>
                  <a:pt x="66273" y="241741"/>
                </a:lnTo>
                <a:close/>
                <a:moveTo>
                  <a:pt x="58879" y="376050"/>
                </a:moveTo>
                <a:lnTo>
                  <a:pt x="59785" y="377476"/>
                </a:lnTo>
                <a:lnTo>
                  <a:pt x="58425" y="376763"/>
                </a:lnTo>
                <a:close/>
                <a:moveTo>
                  <a:pt x="139940" y="95250"/>
                </a:moveTo>
                <a:lnTo>
                  <a:pt x="140889" y="96051"/>
                </a:lnTo>
                <a:lnTo>
                  <a:pt x="139466" y="95650"/>
                </a:lnTo>
                <a:close/>
                <a:moveTo>
                  <a:pt x="34068" y="177091"/>
                </a:moveTo>
                <a:lnTo>
                  <a:pt x="35400" y="178710"/>
                </a:lnTo>
                <a:lnTo>
                  <a:pt x="33401" y="177900"/>
                </a:lnTo>
                <a:close/>
                <a:moveTo>
                  <a:pt x="68984" y="12972"/>
                </a:moveTo>
                <a:lnTo>
                  <a:pt x="71057" y="13311"/>
                </a:lnTo>
                <a:lnTo>
                  <a:pt x="67947" y="13141"/>
                </a:lnTo>
                <a:close/>
                <a:moveTo>
                  <a:pt x="48416" y="134126"/>
                </a:moveTo>
                <a:lnTo>
                  <a:pt x="50440" y="134727"/>
                </a:lnTo>
                <a:lnTo>
                  <a:pt x="47405" y="134426"/>
                </a:lnTo>
                <a:close/>
                <a:moveTo>
                  <a:pt x="4497" y="190302"/>
                </a:moveTo>
                <a:lnTo>
                  <a:pt x="6081" y="192025"/>
                </a:lnTo>
                <a:lnTo>
                  <a:pt x="3705" y="191163"/>
                </a:lnTo>
                <a:close/>
                <a:moveTo>
                  <a:pt x="36245" y="220295"/>
                </a:moveTo>
                <a:lnTo>
                  <a:pt x="38167" y="222040"/>
                </a:lnTo>
                <a:lnTo>
                  <a:pt x="35284" y="221168"/>
                </a:lnTo>
                <a:close/>
                <a:moveTo>
                  <a:pt x="127427" y="117310"/>
                </a:moveTo>
                <a:lnTo>
                  <a:pt x="127995" y="118899"/>
                </a:lnTo>
                <a:lnTo>
                  <a:pt x="127143" y="118105"/>
                </a:lnTo>
                <a:close/>
                <a:moveTo>
                  <a:pt x="111768" y="51275"/>
                </a:moveTo>
                <a:lnTo>
                  <a:pt x="113246" y="52622"/>
                </a:lnTo>
                <a:lnTo>
                  <a:pt x="111029" y="51949"/>
                </a:lnTo>
                <a:close/>
                <a:moveTo>
                  <a:pt x="60951" y="144690"/>
                </a:moveTo>
                <a:lnTo>
                  <a:pt x="62252" y="145679"/>
                </a:lnTo>
                <a:lnTo>
                  <a:pt x="60301" y="145184"/>
                </a:lnTo>
                <a:close/>
                <a:moveTo>
                  <a:pt x="139507" y="272967"/>
                </a:moveTo>
                <a:lnTo>
                  <a:pt x="140219" y="273555"/>
                </a:lnTo>
                <a:lnTo>
                  <a:pt x="139151" y="273261"/>
                </a:lnTo>
                <a:close/>
                <a:moveTo>
                  <a:pt x="104128" y="79689"/>
                </a:moveTo>
                <a:lnTo>
                  <a:pt x="105048" y="80764"/>
                </a:lnTo>
                <a:lnTo>
                  <a:pt x="103668" y="80227"/>
                </a:lnTo>
                <a:close/>
                <a:moveTo>
                  <a:pt x="6320" y="272502"/>
                </a:moveTo>
                <a:lnTo>
                  <a:pt x="8152" y="273134"/>
                </a:lnTo>
                <a:lnTo>
                  <a:pt x="5404" y="272818"/>
                </a:lnTo>
                <a:close/>
                <a:moveTo>
                  <a:pt x="140374" y="33417"/>
                </a:moveTo>
                <a:lnTo>
                  <a:pt x="141587" y="34893"/>
                </a:lnTo>
                <a:lnTo>
                  <a:pt x="139767" y="34155"/>
                </a:lnTo>
                <a:close/>
                <a:moveTo>
                  <a:pt x="32577" y="335180"/>
                </a:moveTo>
                <a:lnTo>
                  <a:pt x="33408" y="336253"/>
                </a:lnTo>
                <a:lnTo>
                  <a:pt x="32161" y="335716"/>
                </a:lnTo>
                <a:close/>
                <a:moveTo>
                  <a:pt x="28369" y="328442"/>
                </a:moveTo>
                <a:lnTo>
                  <a:pt x="28882" y="329234"/>
                </a:lnTo>
                <a:lnTo>
                  <a:pt x="28113" y="328838"/>
                </a:lnTo>
                <a:close/>
                <a:moveTo>
                  <a:pt x="67795" y="93404"/>
                </a:moveTo>
                <a:lnTo>
                  <a:pt x="69034" y="94120"/>
                </a:lnTo>
                <a:lnTo>
                  <a:pt x="67176" y="93762"/>
                </a:lnTo>
                <a:close/>
                <a:moveTo>
                  <a:pt x="36858" y="349672"/>
                </a:moveTo>
                <a:lnTo>
                  <a:pt x="38104" y="351406"/>
                </a:lnTo>
                <a:lnTo>
                  <a:pt x="36234" y="350539"/>
                </a:lnTo>
                <a:close/>
                <a:moveTo>
                  <a:pt x="14641" y="140435"/>
                </a:moveTo>
                <a:lnTo>
                  <a:pt x="15749" y="141602"/>
                </a:lnTo>
                <a:lnTo>
                  <a:pt x="14086" y="141018"/>
                </a:lnTo>
                <a:close/>
                <a:moveTo>
                  <a:pt x="102886" y="333787"/>
                </a:moveTo>
                <a:lnTo>
                  <a:pt x="103461" y="334167"/>
                </a:lnTo>
                <a:lnTo>
                  <a:pt x="102599" y="333977"/>
                </a:lnTo>
                <a:close/>
                <a:moveTo>
                  <a:pt x="76017" y="295981"/>
                </a:moveTo>
                <a:lnTo>
                  <a:pt x="77377" y="296294"/>
                </a:lnTo>
                <a:lnTo>
                  <a:pt x="75337" y="296137"/>
                </a:lnTo>
                <a:close/>
                <a:moveTo>
                  <a:pt x="63693" y="121593"/>
                </a:moveTo>
                <a:lnTo>
                  <a:pt x="64822" y="121994"/>
                </a:lnTo>
                <a:lnTo>
                  <a:pt x="63128" y="121794"/>
                </a:lnTo>
                <a:close/>
                <a:moveTo>
                  <a:pt x="54222" y="201504"/>
                </a:moveTo>
                <a:lnTo>
                  <a:pt x="56115" y="203003"/>
                </a:lnTo>
                <a:lnTo>
                  <a:pt x="53276" y="202253"/>
                </a:lnTo>
                <a:close/>
                <a:moveTo>
                  <a:pt x="65012" y="342127"/>
                </a:moveTo>
                <a:lnTo>
                  <a:pt x="66964" y="343784"/>
                </a:lnTo>
                <a:lnTo>
                  <a:pt x="64036" y="342955"/>
                </a:lnTo>
                <a:close/>
                <a:moveTo>
                  <a:pt x="143779" y="222992"/>
                </a:moveTo>
                <a:lnTo>
                  <a:pt x="144456" y="223768"/>
                </a:lnTo>
                <a:lnTo>
                  <a:pt x="143441" y="223380"/>
                </a:lnTo>
                <a:close/>
                <a:moveTo>
                  <a:pt x="142428" y="207737"/>
                </a:moveTo>
                <a:lnTo>
                  <a:pt x="143777" y="208677"/>
                </a:lnTo>
                <a:lnTo>
                  <a:pt x="141754" y="208207"/>
                </a:lnTo>
                <a:close/>
                <a:moveTo>
                  <a:pt x="118436" y="315588"/>
                </a:moveTo>
                <a:lnTo>
                  <a:pt x="120329" y="316329"/>
                </a:lnTo>
                <a:lnTo>
                  <a:pt x="117489" y="315958"/>
                </a:lnTo>
                <a:close/>
                <a:moveTo>
                  <a:pt x="6515" y="112349"/>
                </a:moveTo>
                <a:lnTo>
                  <a:pt x="7298" y="113570"/>
                </a:lnTo>
                <a:lnTo>
                  <a:pt x="6124" y="112959"/>
                </a:lnTo>
                <a:close/>
                <a:moveTo>
                  <a:pt x="122456" y="366830"/>
                </a:moveTo>
                <a:lnTo>
                  <a:pt x="123034" y="367993"/>
                </a:lnTo>
                <a:lnTo>
                  <a:pt x="122168" y="367412"/>
                </a:lnTo>
                <a:close/>
                <a:moveTo>
                  <a:pt x="126035" y="4080"/>
                </a:moveTo>
                <a:lnTo>
                  <a:pt x="127834" y="5597"/>
                </a:lnTo>
                <a:lnTo>
                  <a:pt x="125135" y="4839"/>
                </a:lnTo>
                <a:close/>
                <a:moveTo>
                  <a:pt x="128035" y="255160"/>
                </a:moveTo>
                <a:lnTo>
                  <a:pt x="129273" y="256905"/>
                </a:lnTo>
                <a:lnTo>
                  <a:pt x="127416" y="256033"/>
                </a:lnTo>
                <a:close/>
                <a:moveTo>
                  <a:pt x="46859" y="45606"/>
                </a:moveTo>
                <a:lnTo>
                  <a:pt x="47808" y="46235"/>
                </a:lnTo>
                <a:lnTo>
                  <a:pt x="46384" y="45921"/>
                </a:lnTo>
                <a:close/>
                <a:moveTo>
                  <a:pt x="35644" y="0"/>
                </a:moveTo>
                <a:lnTo>
                  <a:pt x="37697" y="1587"/>
                </a:lnTo>
                <a:lnTo>
                  <a:pt x="34618" y="793"/>
                </a:lnTo>
                <a:close/>
                <a:moveTo>
                  <a:pt x="14094" y="27620"/>
                </a:moveTo>
                <a:lnTo>
                  <a:pt x="16254" y="28943"/>
                </a:lnTo>
                <a:lnTo>
                  <a:pt x="13014" y="28282"/>
                </a:lnTo>
                <a:close/>
                <a:moveTo>
                  <a:pt x="123108" y="151337"/>
                </a:moveTo>
                <a:lnTo>
                  <a:pt x="124445" y="152041"/>
                </a:lnTo>
                <a:lnTo>
                  <a:pt x="122440" y="151689"/>
                </a:lnTo>
                <a:close/>
                <a:moveTo>
                  <a:pt x="39500" y="246090"/>
                </a:moveTo>
                <a:lnTo>
                  <a:pt x="40982" y="246794"/>
                </a:lnTo>
                <a:lnTo>
                  <a:pt x="38759" y="246442"/>
                </a:lnTo>
                <a:close/>
                <a:moveTo>
                  <a:pt x="28944" y="273272"/>
                </a:moveTo>
                <a:lnTo>
                  <a:pt x="30360" y="274065"/>
                </a:lnTo>
                <a:lnTo>
                  <a:pt x="28236" y="273669"/>
                </a:lnTo>
                <a:close/>
                <a:moveTo>
                  <a:pt x="100883" y="42888"/>
                </a:moveTo>
                <a:lnTo>
                  <a:pt x="102663" y="43688"/>
                </a:lnTo>
                <a:lnTo>
                  <a:pt x="99994" y="43288"/>
                </a:lnTo>
                <a:close/>
                <a:moveTo>
                  <a:pt x="141658" y="371302"/>
                </a:moveTo>
                <a:lnTo>
                  <a:pt x="142506" y="372602"/>
                </a:lnTo>
                <a:lnTo>
                  <a:pt x="141235" y="371952"/>
                </a:lnTo>
                <a:close/>
                <a:moveTo>
                  <a:pt x="2793" y="113993"/>
                </a:moveTo>
                <a:lnTo>
                  <a:pt x="3551" y="114705"/>
                </a:lnTo>
                <a:lnTo>
                  <a:pt x="2413" y="114349"/>
                </a:lnTo>
                <a:close/>
                <a:moveTo>
                  <a:pt x="133225" y="286876"/>
                </a:moveTo>
                <a:lnTo>
                  <a:pt x="134792" y="288162"/>
                </a:lnTo>
                <a:lnTo>
                  <a:pt x="132442" y="287519"/>
                </a:lnTo>
                <a:close/>
                <a:moveTo>
                  <a:pt x="79832" y="39369"/>
                </a:moveTo>
                <a:lnTo>
                  <a:pt x="81706" y="41027"/>
                </a:lnTo>
                <a:lnTo>
                  <a:pt x="78895" y="40198"/>
                </a:lnTo>
                <a:close/>
                <a:moveTo>
                  <a:pt x="131087" y="139545"/>
                </a:moveTo>
                <a:lnTo>
                  <a:pt x="132609" y="141060"/>
                </a:lnTo>
                <a:lnTo>
                  <a:pt x="130325" y="140302"/>
                </a:lnTo>
                <a:close/>
                <a:moveTo>
                  <a:pt x="109962" y="389550"/>
                </a:moveTo>
                <a:lnTo>
                  <a:pt x="110619" y="390365"/>
                </a:lnTo>
                <a:lnTo>
                  <a:pt x="109634" y="389957"/>
                </a:lnTo>
                <a:close/>
                <a:moveTo>
                  <a:pt x="140440" y="190625"/>
                </a:moveTo>
                <a:lnTo>
                  <a:pt x="141133" y="192184"/>
                </a:lnTo>
                <a:lnTo>
                  <a:pt x="140093" y="191404"/>
                </a:lnTo>
                <a:close/>
                <a:moveTo>
                  <a:pt x="50993" y="273233"/>
                </a:moveTo>
                <a:lnTo>
                  <a:pt x="51352" y="274974"/>
                </a:lnTo>
                <a:lnTo>
                  <a:pt x="50814" y="274104"/>
                </a:lnTo>
                <a:close/>
                <a:moveTo>
                  <a:pt x="31120" y="377750"/>
                </a:moveTo>
                <a:lnTo>
                  <a:pt x="32999" y="378215"/>
                </a:lnTo>
                <a:lnTo>
                  <a:pt x="30181" y="377982"/>
                </a:lnTo>
                <a:close/>
                <a:moveTo>
                  <a:pt x="61772" y="58333"/>
                </a:moveTo>
                <a:lnTo>
                  <a:pt x="62498" y="59547"/>
                </a:lnTo>
                <a:lnTo>
                  <a:pt x="61410" y="58940"/>
                </a:lnTo>
                <a:close/>
                <a:moveTo>
                  <a:pt x="65328" y="314374"/>
                </a:moveTo>
                <a:lnTo>
                  <a:pt x="67266" y="315822"/>
                </a:lnTo>
                <a:lnTo>
                  <a:pt x="64359" y="315098"/>
                </a:lnTo>
                <a:close/>
                <a:moveTo>
                  <a:pt x="66696" y="228988"/>
                </a:moveTo>
                <a:lnTo>
                  <a:pt x="67691" y="229574"/>
                </a:lnTo>
                <a:lnTo>
                  <a:pt x="66198" y="229281"/>
                </a:lnTo>
                <a:close/>
                <a:moveTo>
                  <a:pt x="138392" y="255803"/>
                </a:moveTo>
                <a:lnTo>
                  <a:pt x="139278" y="256566"/>
                </a:lnTo>
                <a:lnTo>
                  <a:pt x="137948" y="256184"/>
                </a:lnTo>
                <a:close/>
                <a:moveTo>
                  <a:pt x="104413" y="350766"/>
                </a:moveTo>
                <a:lnTo>
                  <a:pt x="105157" y="352460"/>
                </a:lnTo>
                <a:lnTo>
                  <a:pt x="104040" y="351613"/>
                </a:lnTo>
                <a:close/>
                <a:moveTo>
                  <a:pt x="64193" y="113861"/>
                </a:moveTo>
                <a:lnTo>
                  <a:pt x="65591" y="115657"/>
                </a:lnTo>
                <a:lnTo>
                  <a:pt x="63494" y="114759"/>
                </a:lnTo>
                <a:close/>
                <a:moveTo>
                  <a:pt x="96208" y="259481"/>
                </a:moveTo>
                <a:lnTo>
                  <a:pt x="98171" y="260513"/>
                </a:lnTo>
                <a:lnTo>
                  <a:pt x="95226" y="259997"/>
                </a:lnTo>
                <a:close/>
                <a:moveTo>
                  <a:pt x="141062" y="336094"/>
                </a:moveTo>
                <a:lnTo>
                  <a:pt x="141857" y="337186"/>
                </a:lnTo>
                <a:lnTo>
                  <a:pt x="140665" y="336640"/>
                </a:lnTo>
                <a:close/>
                <a:moveTo>
                  <a:pt x="22809" y="285379"/>
                </a:moveTo>
                <a:lnTo>
                  <a:pt x="23953" y="286835"/>
                </a:lnTo>
                <a:lnTo>
                  <a:pt x="22237" y="286107"/>
                </a:lnTo>
                <a:close/>
                <a:moveTo>
                  <a:pt x="111554" y="274732"/>
                </a:moveTo>
                <a:lnTo>
                  <a:pt x="111988" y="276077"/>
                </a:lnTo>
                <a:lnTo>
                  <a:pt x="111337" y="275405"/>
                </a:lnTo>
                <a:close/>
                <a:moveTo>
                  <a:pt x="68793" y="208476"/>
                </a:moveTo>
                <a:lnTo>
                  <a:pt x="69273" y="209112"/>
                </a:lnTo>
                <a:lnTo>
                  <a:pt x="68553" y="208794"/>
                </a:lnTo>
                <a:close/>
                <a:moveTo>
                  <a:pt x="81526" y="173081"/>
                </a:moveTo>
                <a:lnTo>
                  <a:pt x="83689" y="173658"/>
                </a:lnTo>
                <a:lnTo>
                  <a:pt x="80444" y="173370"/>
                </a:lnTo>
                <a:close/>
                <a:moveTo>
                  <a:pt x="88337" y="148331"/>
                </a:moveTo>
                <a:lnTo>
                  <a:pt x="88728" y="149979"/>
                </a:lnTo>
                <a:lnTo>
                  <a:pt x="88142" y="149155"/>
                </a:lnTo>
                <a:close/>
                <a:moveTo>
                  <a:pt x="24320" y="257959"/>
                </a:moveTo>
                <a:lnTo>
                  <a:pt x="24841" y="259482"/>
                </a:lnTo>
                <a:lnTo>
                  <a:pt x="24059" y="258720"/>
                </a:lnTo>
                <a:close/>
                <a:moveTo>
                  <a:pt x="136764" y="281916"/>
                </a:moveTo>
                <a:lnTo>
                  <a:pt x="138958" y="282821"/>
                </a:lnTo>
                <a:lnTo>
                  <a:pt x="135666" y="282369"/>
                </a:lnTo>
                <a:close/>
                <a:moveTo>
                  <a:pt x="135743" y="166960"/>
                </a:moveTo>
                <a:lnTo>
                  <a:pt x="137304" y="168603"/>
                </a:lnTo>
                <a:lnTo>
                  <a:pt x="134963" y="167781"/>
                </a:lnTo>
                <a:close/>
                <a:moveTo>
                  <a:pt x="72569" y="373790"/>
                </a:moveTo>
                <a:lnTo>
                  <a:pt x="73559" y="374189"/>
                </a:lnTo>
                <a:lnTo>
                  <a:pt x="72074" y="373990"/>
                </a:lnTo>
                <a:close/>
                <a:moveTo>
                  <a:pt x="119097" y="211537"/>
                </a:moveTo>
                <a:lnTo>
                  <a:pt x="119852" y="212856"/>
                </a:lnTo>
                <a:lnTo>
                  <a:pt x="118719" y="212196"/>
                </a:lnTo>
                <a:close/>
                <a:moveTo>
                  <a:pt x="125079" y="390295"/>
                </a:moveTo>
                <a:lnTo>
                  <a:pt x="126463" y="391123"/>
                </a:lnTo>
                <a:lnTo>
                  <a:pt x="124386" y="390709"/>
                </a:lnTo>
                <a:close/>
                <a:moveTo>
                  <a:pt x="75898" y="202469"/>
                </a:moveTo>
                <a:lnTo>
                  <a:pt x="77714" y="203452"/>
                </a:lnTo>
                <a:lnTo>
                  <a:pt x="74990" y="202961"/>
                </a:lnTo>
                <a:close/>
                <a:moveTo>
                  <a:pt x="140799" y="133930"/>
                </a:moveTo>
                <a:lnTo>
                  <a:pt x="142514" y="135618"/>
                </a:lnTo>
                <a:lnTo>
                  <a:pt x="139942" y="134774"/>
                </a:lnTo>
                <a:close/>
                <a:moveTo>
                  <a:pt x="39308" y="351773"/>
                </a:moveTo>
                <a:lnTo>
                  <a:pt x="40104" y="352837"/>
                </a:lnTo>
                <a:lnTo>
                  <a:pt x="38910" y="352305"/>
                </a:lnTo>
                <a:close/>
                <a:moveTo>
                  <a:pt x="49399" y="343398"/>
                </a:moveTo>
                <a:lnTo>
                  <a:pt x="50324" y="343826"/>
                </a:lnTo>
                <a:lnTo>
                  <a:pt x="48936" y="343612"/>
                </a:lnTo>
                <a:close/>
                <a:moveTo>
                  <a:pt x="122726" y="278897"/>
                </a:moveTo>
                <a:lnTo>
                  <a:pt x="124686" y="280346"/>
                </a:lnTo>
                <a:lnTo>
                  <a:pt x="121747" y="279621"/>
                </a:lnTo>
                <a:close/>
                <a:moveTo>
                  <a:pt x="65937" y="145305"/>
                </a:moveTo>
                <a:lnTo>
                  <a:pt x="67815" y="145647"/>
                </a:lnTo>
                <a:lnTo>
                  <a:pt x="64998" y="145476"/>
                </a:lnTo>
                <a:close/>
                <a:moveTo>
                  <a:pt x="135806" y="125103"/>
                </a:moveTo>
                <a:lnTo>
                  <a:pt x="137546" y="125793"/>
                </a:lnTo>
                <a:lnTo>
                  <a:pt x="134936" y="125448"/>
                </a:lnTo>
                <a:close/>
                <a:moveTo>
                  <a:pt x="134593" y="196567"/>
                </a:moveTo>
                <a:lnTo>
                  <a:pt x="135787" y="197532"/>
                </a:lnTo>
                <a:lnTo>
                  <a:pt x="133995" y="197049"/>
                </a:lnTo>
                <a:close/>
                <a:moveTo>
                  <a:pt x="38272" y="214133"/>
                </a:moveTo>
                <a:lnTo>
                  <a:pt x="40126" y="215418"/>
                </a:lnTo>
                <a:lnTo>
                  <a:pt x="37345" y="214775"/>
                </a:lnTo>
                <a:close/>
                <a:moveTo>
                  <a:pt x="75899" y="14510"/>
                </a:moveTo>
                <a:lnTo>
                  <a:pt x="76645" y="15992"/>
                </a:lnTo>
                <a:lnTo>
                  <a:pt x="75526" y="15251"/>
                </a:lnTo>
                <a:close/>
                <a:moveTo>
                  <a:pt x="88902" y="155915"/>
                </a:moveTo>
                <a:lnTo>
                  <a:pt x="90888" y="156986"/>
                </a:lnTo>
                <a:lnTo>
                  <a:pt x="87909" y="156451"/>
                </a:lnTo>
                <a:close/>
                <a:moveTo>
                  <a:pt x="89754" y="180715"/>
                </a:moveTo>
                <a:lnTo>
                  <a:pt x="91539" y="182150"/>
                </a:lnTo>
                <a:lnTo>
                  <a:pt x="88861" y="181433"/>
                </a:lnTo>
                <a:close/>
                <a:moveTo>
                  <a:pt x="23073" y="136364"/>
                </a:moveTo>
                <a:lnTo>
                  <a:pt x="25033" y="137523"/>
                </a:lnTo>
                <a:lnTo>
                  <a:pt x="22093" y="136943"/>
                </a:lnTo>
                <a:close/>
                <a:moveTo>
                  <a:pt x="131948" y="60845"/>
                </a:moveTo>
                <a:lnTo>
                  <a:pt x="133042" y="62571"/>
                </a:lnTo>
                <a:lnTo>
                  <a:pt x="131402" y="61708"/>
                </a:lnTo>
                <a:close/>
                <a:moveTo>
                  <a:pt x="22000" y="628"/>
                </a:moveTo>
                <a:lnTo>
                  <a:pt x="22488" y="1198"/>
                </a:lnTo>
                <a:lnTo>
                  <a:pt x="21756" y="913"/>
                </a:lnTo>
                <a:close/>
                <a:moveTo>
                  <a:pt x="96615" y="177879"/>
                </a:moveTo>
                <a:lnTo>
                  <a:pt x="98615" y="178856"/>
                </a:lnTo>
                <a:lnTo>
                  <a:pt x="95615" y="178368"/>
                </a:lnTo>
                <a:close/>
                <a:moveTo>
                  <a:pt x="31118" y="241038"/>
                </a:moveTo>
                <a:lnTo>
                  <a:pt x="32785" y="241617"/>
                </a:lnTo>
                <a:lnTo>
                  <a:pt x="30285" y="241327"/>
                </a:lnTo>
                <a:close/>
                <a:moveTo>
                  <a:pt x="18183" y="333798"/>
                </a:moveTo>
                <a:lnTo>
                  <a:pt x="19422" y="334831"/>
                </a:lnTo>
                <a:lnTo>
                  <a:pt x="17564" y="334314"/>
                </a:lnTo>
                <a:close/>
                <a:moveTo>
                  <a:pt x="139868" y="316841"/>
                </a:moveTo>
                <a:lnTo>
                  <a:pt x="141666" y="318423"/>
                </a:lnTo>
                <a:lnTo>
                  <a:pt x="138969" y="317632"/>
                </a:lnTo>
                <a:close/>
                <a:moveTo>
                  <a:pt x="119647" y="14107"/>
                </a:moveTo>
                <a:lnTo>
                  <a:pt x="121797" y="15689"/>
                </a:lnTo>
                <a:lnTo>
                  <a:pt x="118572" y="14898"/>
                </a:lnTo>
                <a:close/>
                <a:moveTo>
                  <a:pt x="113826" y="164776"/>
                </a:moveTo>
                <a:lnTo>
                  <a:pt x="115801" y="165770"/>
                </a:lnTo>
                <a:lnTo>
                  <a:pt x="112839" y="165273"/>
                </a:lnTo>
                <a:close/>
                <a:moveTo>
                  <a:pt x="25867" y="42547"/>
                </a:moveTo>
                <a:lnTo>
                  <a:pt x="27847" y="43305"/>
                </a:lnTo>
                <a:lnTo>
                  <a:pt x="24877" y="42926"/>
                </a:lnTo>
                <a:close/>
                <a:moveTo>
                  <a:pt x="46680" y="344087"/>
                </a:moveTo>
                <a:lnTo>
                  <a:pt x="48824" y="345513"/>
                </a:lnTo>
                <a:lnTo>
                  <a:pt x="45608" y="344800"/>
                </a:lnTo>
                <a:close/>
                <a:moveTo>
                  <a:pt x="39835" y="231428"/>
                </a:moveTo>
                <a:lnTo>
                  <a:pt x="41661" y="231977"/>
                </a:lnTo>
                <a:lnTo>
                  <a:pt x="38923" y="231702"/>
                </a:lnTo>
                <a:close/>
                <a:moveTo>
                  <a:pt x="98455" y="319394"/>
                </a:moveTo>
                <a:lnTo>
                  <a:pt x="99404" y="319695"/>
                </a:lnTo>
                <a:lnTo>
                  <a:pt x="97981" y="319545"/>
                </a:lnTo>
                <a:close/>
                <a:moveTo>
                  <a:pt x="5478" y="206952"/>
                </a:moveTo>
                <a:lnTo>
                  <a:pt x="7295" y="207692"/>
                </a:lnTo>
                <a:lnTo>
                  <a:pt x="4569" y="207322"/>
                </a:lnTo>
                <a:close/>
                <a:moveTo>
                  <a:pt x="4164" y="384087"/>
                </a:moveTo>
                <a:lnTo>
                  <a:pt x="5889" y="385884"/>
                </a:lnTo>
                <a:lnTo>
                  <a:pt x="3302" y="384985"/>
                </a:lnTo>
                <a:close/>
                <a:moveTo>
                  <a:pt x="48215" y="336879"/>
                </a:moveTo>
                <a:lnTo>
                  <a:pt x="48743" y="338485"/>
                </a:lnTo>
                <a:lnTo>
                  <a:pt x="47952" y="337682"/>
                </a:lnTo>
                <a:close/>
                <a:moveTo>
                  <a:pt x="88432" y="391024"/>
                </a:moveTo>
                <a:lnTo>
                  <a:pt x="88963" y="391487"/>
                </a:lnTo>
                <a:lnTo>
                  <a:pt x="88167" y="391256"/>
                </a:lnTo>
                <a:close/>
                <a:moveTo>
                  <a:pt x="48586" y="184042"/>
                </a:moveTo>
                <a:lnTo>
                  <a:pt x="50573" y="185220"/>
                </a:lnTo>
                <a:lnTo>
                  <a:pt x="47592" y="184631"/>
                </a:lnTo>
                <a:close/>
                <a:moveTo>
                  <a:pt x="88347" y="105500"/>
                </a:moveTo>
                <a:lnTo>
                  <a:pt x="89300" y="106675"/>
                </a:lnTo>
                <a:lnTo>
                  <a:pt x="87871" y="106088"/>
                </a:lnTo>
                <a:close/>
                <a:moveTo>
                  <a:pt x="10122" y="337379"/>
                </a:moveTo>
                <a:lnTo>
                  <a:pt x="11036" y="338902"/>
                </a:lnTo>
                <a:lnTo>
                  <a:pt x="9665" y="338140"/>
                </a:lnTo>
                <a:close/>
                <a:moveTo>
                  <a:pt x="39810" y="111022"/>
                </a:moveTo>
                <a:lnTo>
                  <a:pt x="40825" y="112761"/>
                </a:lnTo>
                <a:lnTo>
                  <a:pt x="39302" y="111892"/>
                </a:lnTo>
                <a:close/>
                <a:moveTo>
                  <a:pt x="2830" y="162364"/>
                </a:moveTo>
                <a:lnTo>
                  <a:pt x="4650" y="163534"/>
                </a:lnTo>
                <a:lnTo>
                  <a:pt x="1919" y="162949"/>
                </a:lnTo>
                <a:close/>
                <a:moveTo>
                  <a:pt x="90465" y="99738"/>
                </a:moveTo>
                <a:lnTo>
                  <a:pt x="90973" y="100804"/>
                </a:lnTo>
                <a:lnTo>
                  <a:pt x="90212" y="100271"/>
                </a:lnTo>
                <a:close/>
                <a:moveTo>
                  <a:pt x="84253" y="323041"/>
                </a:moveTo>
                <a:lnTo>
                  <a:pt x="86382" y="323564"/>
                </a:lnTo>
                <a:lnTo>
                  <a:pt x="83189" y="323302"/>
                </a:lnTo>
                <a:close/>
                <a:moveTo>
                  <a:pt x="76670" y="218662"/>
                </a:moveTo>
                <a:lnTo>
                  <a:pt x="77710" y="219386"/>
                </a:lnTo>
                <a:lnTo>
                  <a:pt x="76150" y="219024"/>
                </a:lnTo>
                <a:close/>
                <a:moveTo>
                  <a:pt x="97688" y="343945"/>
                </a:moveTo>
                <a:lnTo>
                  <a:pt x="98149" y="344504"/>
                </a:lnTo>
                <a:lnTo>
                  <a:pt x="97458" y="344225"/>
                </a:lnTo>
                <a:close/>
                <a:moveTo>
                  <a:pt x="55962" y="204547"/>
                </a:moveTo>
                <a:lnTo>
                  <a:pt x="57914" y="205271"/>
                </a:lnTo>
                <a:lnTo>
                  <a:pt x="54985" y="204909"/>
                </a:lnTo>
                <a:close/>
                <a:moveTo>
                  <a:pt x="140095" y="393358"/>
                </a:moveTo>
                <a:lnTo>
                  <a:pt x="141467" y="393847"/>
                </a:lnTo>
                <a:lnTo>
                  <a:pt x="139408" y="393603"/>
                </a:lnTo>
                <a:close/>
                <a:moveTo>
                  <a:pt x="79827" y="243752"/>
                </a:moveTo>
                <a:lnTo>
                  <a:pt x="80693" y="245495"/>
                </a:lnTo>
                <a:lnTo>
                  <a:pt x="79394" y="244623"/>
                </a:lnTo>
                <a:close/>
                <a:moveTo>
                  <a:pt x="112739" y="160973"/>
                </a:moveTo>
                <a:lnTo>
                  <a:pt x="113902" y="162550"/>
                </a:lnTo>
                <a:lnTo>
                  <a:pt x="112158" y="161762"/>
                </a:lnTo>
                <a:close/>
                <a:moveTo>
                  <a:pt x="68808" y="182171"/>
                </a:moveTo>
                <a:lnTo>
                  <a:pt x="69518" y="183614"/>
                </a:lnTo>
                <a:lnTo>
                  <a:pt x="68453" y="182892"/>
                </a:lnTo>
                <a:close/>
                <a:moveTo>
                  <a:pt x="3107" y="77037"/>
                </a:moveTo>
                <a:lnTo>
                  <a:pt x="3906" y="78169"/>
                </a:lnTo>
                <a:lnTo>
                  <a:pt x="2708" y="77603"/>
                </a:lnTo>
                <a:close/>
                <a:moveTo>
                  <a:pt x="22768" y="186924"/>
                </a:moveTo>
                <a:lnTo>
                  <a:pt x="23379" y="187871"/>
                </a:lnTo>
                <a:lnTo>
                  <a:pt x="22463" y="187398"/>
                </a:lnTo>
                <a:close/>
                <a:moveTo>
                  <a:pt x="56193" y="193880"/>
                </a:moveTo>
                <a:lnTo>
                  <a:pt x="57536" y="195134"/>
                </a:lnTo>
                <a:lnTo>
                  <a:pt x="55522" y="194507"/>
                </a:lnTo>
                <a:close/>
                <a:moveTo>
                  <a:pt x="57504" y="68198"/>
                </a:moveTo>
                <a:lnTo>
                  <a:pt x="58325" y="69961"/>
                </a:lnTo>
                <a:lnTo>
                  <a:pt x="57093" y="69080"/>
                </a:lnTo>
                <a:close/>
                <a:moveTo>
                  <a:pt x="135065" y="311579"/>
                </a:moveTo>
                <a:lnTo>
                  <a:pt x="135998" y="312699"/>
                </a:lnTo>
                <a:lnTo>
                  <a:pt x="134598" y="312139"/>
                </a:lnTo>
                <a:close/>
                <a:moveTo>
                  <a:pt x="113398" y="348897"/>
                </a:moveTo>
                <a:lnTo>
                  <a:pt x="114297" y="349578"/>
                </a:lnTo>
                <a:lnTo>
                  <a:pt x="112948" y="349237"/>
                </a:lnTo>
                <a:close/>
                <a:moveTo>
                  <a:pt x="122444" y="138250"/>
                </a:moveTo>
                <a:lnTo>
                  <a:pt x="123211" y="139798"/>
                </a:lnTo>
                <a:lnTo>
                  <a:pt x="122060" y="139024"/>
                </a:lnTo>
                <a:close/>
                <a:moveTo>
                  <a:pt x="107290" y="56318"/>
                </a:moveTo>
                <a:lnTo>
                  <a:pt x="108789" y="57489"/>
                </a:lnTo>
                <a:lnTo>
                  <a:pt x="106541" y="56904"/>
                </a:lnTo>
                <a:close/>
                <a:moveTo>
                  <a:pt x="128883" y="278771"/>
                </a:moveTo>
                <a:lnTo>
                  <a:pt x="131022" y="279723"/>
                </a:lnTo>
                <a:lnTo>
                  <a:pt x="127813" y="279247"/>
                </a:lnTo>
                <a:close/>
                <a:moveTo>
                  <a:pt x="119874" y="220875"/>
                </a:moveTo>
                <a:lnTo>
                  <a:pt x="121053" y="221316"/>
                </a:lnTo>
                <a:lnTo>
                  <a:pt x="119284" y="221095"/>
                </a:lnTo>
                <a:close/>
                <a:moveTo>
                  <a:pt x="121720" y="220847"/>
                </a:moveTo>
                <a:lnTo>
                  <a:pt x="122469" y="221393"/>
                </a:lnTo>
                <a:lnTo>
                  <a:pt x="121346" y="221120"/>
                </a:lnTo>
                <a:close/>
                <a:moveTo>
                  <a:pt x="24690" y="27235"/>
                </a:moveTo>
                <a:lnTo>
                  <a:pt x="26725" y="28011"/>
                </a:lnTo>
                <a:lnTo>
                  <a:pt x="23672" y="27623"/>
                </a:lnTo>
                <a:close/>
                <a:moveTo>
                  <a:pt x="101427" y="121371"/>
                </a:moveTo>
                <a:lnTo>
                  <a:pt x="102322" y="123082"/>
                </a:lnTo>
                <a:lnTo>
                  <a:pt x="100979" y="122227"/>
                </a:lnTo>
                <a:close/>
                <a:moveTo>
                  <a:pt x="23145" y="4237"/>
                </a:moveTo>
                <a:lnTo>
                  <a:pt x="24000" y="5949"/>
                </a:lnTo>
                <a:lnTo>
                  <a:pt x="22718" y="5093"/>
                </a:lnTo>
                <a:close/>
                <a:moveTo>
                  <a:pt x="70462" y="86765"/>
                </a:moveTo>
                <a:lnTo>
                  <a:pt x="72074" y="88326"/>
                </a:lnTo>
                <a:lnTo>
                  <a:pt x="69656" y="87546"/>
                </a:lnTo>
                <a:close/>
                <a:moveTo>
                  <a:pt x="27827" y="65703"/>
                </a:moveTo>
                <a:lnTo>
                  <a:pt x="29701" y="66489"/>
                </a:lnTo>
                <a:lnTo>
                  <a:pt x="26890" y="66096"/>
                </a:lnTo>
                <a:close/>
                <a:moveTo>
                  <a:pt x="21612" y="384874"/>
                </a:moveTo>
                <a:lnTo>
                  <a:pt x="23716" y="385974"/>
                </a:lnTo>
                <a:lnTo>
                  <a:pt x="20560" y="385424"/>
                </a:lnTo>
                <a:close/>
                <a:moveTo>
                  <a:pt x="30648" y="22690"/>
                </a:moveTo>
                <a:lnTo>
                  <a:pt x="31017" y="23966"/>
                </a:lnTo>
                <a:lnTo>
                  <a:pt x="30464" y="23328"/>
                </a:lnTo>
                <a:close/>
                <a:moveTo>
                  <a:pt x="92408" y="34662"/>
                </a:moveTo>
                <a:lnTo>
                  <a:pt x="93075" y="35501"/>
                </a:lnTo>
                <a:lnTo>
                  <a:pt x="92074" y="35082"/>
                </a:lnTo>
                <a:close/>
                <a:moveTo>
                  <a:pt x="73651" y="96360"/>
                </a:moveTo>
                <a:lnTo>
                  <a:pt x="74712" y="96981"/>
                </a:lnTo>
                <a:lnTo>
                  <a:pt x="73121" y="96671"/>
                </a:lnTo>
                <a:close/>
                <a:moveTo>
                  <a:pt x="138624" y="321646"/>
                </a:moveTo>
                <a:lnTo>
                  <a:pt x="139803" y="322302"/>
                </a:lnTo>
                <a:lnTo>
                  <a:pt x="138034" y="321974"/>
                </a:lnTo>
                <a:close/>
                <a:moveTo>
                  <a:pt x="2859" y="156923"/>
                </a:moveTo>
                <a:lnTo>
                  <a:pt x="3401" y="157686"/>
                </a:lnTo>
                <a:lnTo>
                  <a:pt x="2587" y="157305"/>
                </a:lnTo>
                <a:close/>
                <a:moveTo>
                  <a:pt x="63079" y="295212"/>
                </a:moveTo>
                <a:lnTo>
                  <a:pt x="64130" y="296940"/>
                </a:lnTo>
                <a:lnTo>
                  <a:pt x="62553" y="296076"/>
                </a:lnTo>
                <a:close/>
                <a:moveTo>
                  <a:pt x="46521" y="238945"/>
                </a:moveTo>
                <a:lnTo>
                  <a:pt x="47067" y="239947"/>
                </a:lnTo>
                <a:lnTo>
                  <a:pt x="46248" y="239446"/>
                </a:lnTo>
                <a:close/>
                <a:moveTo>
                  <a:pt x="24605" y="40178"/>
                </a:moveTo>
                <a:lnTo>
                  <a:pt x="26398" y="41199"/>
                </a:lnTo>
                <a:lnTo>
                  <a:pt x="23709" y="40689"/>
                </a:lnTo>
                <a:close/>
                <a:moveTo>
                  <a:pt x="71224" y="210586"/>
                </a:moveTo>
                <a:lnTo>
                  <a:pt x="73128" y="211585"/>
                </a:lnTo>
                <a:lnTo>
                  <a:pt x="70272" y="211086"/>
                </a:lnTo>
                <a:close/>
                <a:moveTo>
                  <a:pt x="17281" y="292994"/>
                </a:moveTo>
                <a:lnTo>
                  <a:pt x="19450" y="293732"/>
                </a:lnTo>
                <a:lnTo>
                  <a:pt x="16197" y="293363"/>
                </a:lnTo>
                <a:close/>
                <a:moveTo>
                  <a:pt x="95563" y="33299"/>
                </a:moveTo>
                <a:lnTo>
                  <a:pt x="96639" y="35092"/>
                </a:lnTo>
                <a:lnTo>
                  <a:pt x="95024" y="34196"/>
                </a:lnTo>
                <a:close/>
                <a:moveTo>
                  <a:pt x="32806" y="100190"/>
                </a:moveTo>
                <a:lnTo>
                  <a:pt x="33169" y="101612"/>
                </a:lnTo>
                <a:lnTo>
                  <a:pt x="32625" y="100901"/>
                </a:lnTo>
                <a:close/>
                <a:moveTo>
                  <a:pt x="42245" y="198011"/>
                </a:moveTo>
                <a:lnTo>
                  <a:pt x="43982" y="198315"/>
                </a:lnTo>
                <a:lnTo>
                  <a:pt x="41376" y="198163"/>
                </a:lnTo>
                <a:close/>
                <a:moveTo>
                  <a:pt x="7211" y="223246"/>
                </a:moveTo>
                <a:lnTo>
                  <a:pt x="7893" y="223679"/>
                </a:lnTo>
                <a:lnTo>
                  <a:pt x="6870" y="223462"/>
                </a:lnTo>
                <a:close/>
                <a:moveTo>
                  <a:pt x="55794" y="280857"/>
                </a:moveTo>
                <a:lnTo>
                  <a:pt x="56244" y="281408"/>
                </a:lnTo>
                <a:lnTo>
                  <a:pt x="55569" y="281132"/>
                </a:lnTo>
                <a:close/>
                <a:moveTo>
                  <a:pt x="69506" y="180136"/>
                </a:moveTo>
                <a:lnTo>
                  <a:pt x="69875" y="180549"/>
                </a:lnTo>
                <a:lnTo>
                  <a:pt x="69321" y="180343"/>
                </a:lnTo>
                <a:close/>
                <a:moveTo>
                  <a:pt x="32784" y="7227"/>
                </a:moveTo>
                <a:lnTo>
                  <a:pt x="34695" y="7894"/>
                </a:lnTo>
                <a:lnTo>
                  <a:pt x="31829" y="7560"/>
                </a:lnTo>
                <a:close/>
                <a:moveTo>
                  <a:pt x="73037" y="22142"/>
                </a:moveTo>
                <a:lnTo>
                  <a:pt x="73919" y="23076"/>
                </a:lnTo>
                <a:lnTo>
                  <a:pt x="72596" y="22609"/>
                </a:lnTo>
                <a:close/>
                <a:moveTo>
                  <a:pt x="103336" y="61952"/>
                </a:moveTo>
                <a:lnTo>
                  <a:pt x="104918" y="62361"/>
                </a:lnTo>
                <a:lnTo>
                  <a:pt x="102545" y="62157"/>
                </a:lnTo>
                <a:close/>
                <a:moveTo>
                  <a:pt x="83340" y="350679"/>
                </a:moveTo>
                <a:lnTo>
                  <a:pt x="85359" y="352206"/>
                </a:lnTo>
                <a:lnTo>
                  <a:pt x="82330" y="351443"/>
                </a:lnTo>
                <a:close/>
                <a:moveTo>
                  <a:pt x="23760" y="206691"/>
                </a:moveTo>
                <a:lnTo>
                  <a:pt x="25637" y="207749"/>
                </a:lnTo>
                <a:lnTo>
                  <a:pt x="22821" y="207220"/>
                </a:lnTo>
                <a:close/>
                <a:moveTo>
                  <a:pt x="125881" y="84626"/>
                </a:moveTo>
                <a:lnTo>
                  <a:pt x="126722" y="85177"/>
                </a:lnTo>
                <a:lnTo>
                  <a:pt x="125460" y="84902"/>
                </a:lnTo>
                <a:close/>
                <a:moveTo>
                  <a:pt x="92483" y="226855"/>
                </a:moveTo>
                <a:lnTo>
                  <a:pt x="93093" y="227877"/>
                </a:lnTo>
                <a:lnTo>
                  <a:pt x="92178" y="227366"/>
                </a:lnTo>
                <a:close/>
                <a:moveTo>
                  <a:pt x="106855" y="273596"/>
                </a:moveTo>
                <a:lnTo>
                  <a:pt x="108581" y="275257"/>
                </a:lnTo>
                <a:lnTo>
                  <a:pt x="105992" y="274427"/>
                </a:lnTo>
                <a:close/>
                <a:moveTo>
                  <a:pt x="125219" y="214525"/>
                </a:moveTo>
                <a:lnTo>
                  <a:pt x="127376" y="215771"/>
                </a:lnTo>
                <a:lnTo>
                  <a:pt x="124140" y="215148"/>
                </a:lnTo>
                <a:close/>
                <a:moveTo>
                  <a:pt x="69998" y="92375"/>
                </a:moveTo>
                <a:lnTo>
                  <a:pt x="71911" y="93190"/>
                </a:lnTo>
                <a:lnTo>
                  <a:pt x="69042" y="92783"/>
                </a:lnTo>
                <a:close/>
                <a:moveTo>
                  <a:pt x="67290" y="242829"/>
                </a:moveTo>
                <a:lnTo>
                  <a:pt x="68292" y="243494"/>
                </a:lnTo>
                <a:lnTo>
                  <a:pt x="66789" y="243161"/>
                </a:lnTo>
                <a:close/>
                <a:moveTo>
                  <a:pt x="8971" y="118146"/>
                </a:moveTo>
                <a:lnTo>
                  <a:pt x="10896" y="118705"/>
                </a:lnTo>
                <a:lnTo>
                  <a:pt x="8008" y="118425"/>
                </a:lnTo>
                <a:close/>
                <a:moveTo>
                  <a:pt x="114951" y="378747"/>
                </a:moveTo>
                <a:lnTo>
                  <a:pt x="116649" y="380520"/>
                </a:lnTo>
                <a:lnTo>
                  <a:pt x="114102" y="379634"/>
                </a:lnTo>
                <a:close/>
                <a:moveTo>
                  <a:pt x="64202" y="151101"/>
                </a:moveTo>
                <a:lnTo>
                  <a:pt x="66269" y="151870"/>
                </a:lnTo>
                <a:lnTo>
                  <a:pt x="63168" y="151485"/>
                </a:lnTo>
                <a:close/>
                <a:moveTo>
                  <a:pt x="15953" y="316535"/>
                </a:moveTo>
                <a:lnTo>
                  <a:pt x="17352" y="317681"/>
                </a:lnTo>
                <a:lnTo>
                  <a:pt x="15254" y="317108"/>
                </a:lnTo>
                <a:close/>
                <a:moveTo>
                  <a:pt x="103457" y="158925"/>
                </a:moveTo>
                <a:lnTo>
                  <a:pt x="105625" y="159761"/>
                </a:lnTo>
                <a:lnTo>
                  <a:pt x="102373" y="159343"/>
                </a:lnTo>
                <a:close/>
                <a:moveTo>
                  <a:pt x="127764" y="353446"/>
                </a:moveTo>
                <a:lnTo>
                  <a:pt x="128600" y="353842"/>
                </a:lnTo>
                <a:lnTo>
                  <a:pt x="127346" y="353644"/>
                </a:lnTo>
                <a:close/>
                <a:moveTo>
                  <a:pt x="90560" y="209620"/>
                </a:moveTo>
                <a:lnTo>
                  <a:pt x="92648" y="211028"/>
                </a:lnTo>
                <a:lnTo>
                  <a:pt x="89516" y="210324"/>
                </a:lnTo>
                <a:close/>
                <a:moveTo>
                  <a:pt x="26602" y="341634"/>
                </a:moveTo>
                <a:lnTo>
                  <a:pt x="28335" y="342089"/>
                </a:lnTo>
                <a:lnTo>
                  <a:pt x="25735" y="341861"/>
                </a:lnTo>
                <a:close/>
                <a:moveTo>
                  <a:pt x="76414" y="261309"/>
                </a:moveTo>
                <a:lnTo>
                  <a:pt x="77354" y="262832"/>
                </a:lnTo>
                <a:lnTo>
                  <a:pt x="75944" y="262071"/>
                </a:lnTo>
                <a:close/>
                <a:moveTo>
                  <a:pt x="130837" y="69220"/>
                </a:moveTo>
                <a:lnTo>
                  <a:pt x="131985" y="70312"/>
                </a:lnTo>
                <a:lnTo>
                  <a:pt x="130263" y="69766"/>
                </a:lnTo>
                <a:close/>
                <a:moveTo>
                  <a:pt x="80688" y="184462"/>
                </a:moveTo>
                <a:lnTo>
                  <a:pt x="81370" y="185994"/>
                </a:lnTo>
                <a:lnTo>
                  <a:pt x="80347" y="185228"/>
                </a:lnTo>
                <a:close/>
                <a:moveTo>
                  <a:pt x="31559" y="64168"/>
                </a:moveTo>
                <a:lnTo>
                  <a:pt x="33161" y="65274"/>
                </a:lnTo>
                <a:lnTo>
                  <a:pt x="30757" y="64721"/>
                </a:lnTo>
                <a:close/>
                <a:moveTo>
                  <a:pt x="111210" y="361000"/>
                </a:moveTo>
                <a:lnTo>
                  <a:pt x="112687" y="362285"/>
                </a:lnTo>
                <a:lnTo>
                  <a:pt x="110471" y="361642"/>
                </a:lnTo>
                <a:close/>
                <a:moveTo>
                  <a:pt x="84197" y="250432"/>
                </a:moveTo>
                <a:lnTo>
                  <a:pt x="86071" y="250832"/>
                </a:lnTo>
                <a:lnTo>
                  <a:pt x="83260" y="250632"/>
                </a:lnTo>
                <a:close/>
                <a:moveTo>
                  <a:pt x="84251" y="160891"/>
                </a:moveTo>
                <a:lnTo>
                  <a:pt x="84811" y="161701"/>
                </a:lnTo>
                <a:lnTo>
                  <a:pt x="83971" y="161296"/>
                </a:lnTo>
                <a:close/>
                <a:moveTo>
                  <a:pt x="90013" y="371297"/>
                </a:moveTo>
                <a:lnTo>
                  <a:pt x="92202" y="372081"/>
                </a:lnTo>
                <a:lnTo>
                  <a:pt x="88919" y="371689"/>
                </a:lnTo>
                <a:close/>
                <a:moveTo>
                  <a:pt x="68996" y="62619"/>
                </a:moveTo>
                <a:lnTo>
                  <a:pt x="70389" y="63659"/>
                </a:lnTo>
                <a:lnTo>
                  <a:pt x="68300" y="63139"/>
                </a:lnTo>
                <a:close/>
                <a:moveTo>
                  <a:pt x="33531" y="312372"/>
                </a:moveTo>
                <a:lnTo>
                  <a:pt x="35119" y="313915"/>
                </a:lnTo>
                <a:lnTo>
                  <a:pt x="32738" y="313143"/>
                </a:lnTo>
                <a:close/>
                <a:moveTo>
                  <a:pt x="46260" y="388803"/>
                </a:moveTo>
                <a:lnTo>
                  <a:pt x="48338" y="390494"/>
                </a:lnTo>
                <a:lnTo>
                  <a:pt x="45222" y="389648"/>
                </a:lnTo>
                <a:close/>
                <a:moveTo>
                  <a:pt x="137336" y="58089"/>
                </a:moveTo>
                <a:lnTo>
                  <a:pt x="139156" y="59790"/>
                </a:lnTo>
                <a:lnTo>
                  <a:pt x="136426" y="58940"/>
                </a:lnTo>
                <a:close/>
                <a:moveTo>
                  <a:pt x="114357" y="358575"/>
                </a:moveTo>
                <a:lnTo>
                  <a:pt x="116384" y="359327"/>
                </a:lnTo>
                <a:lnTo>
                  <a:pt x="113344" y="358951"/>
                </a:lnTo>
                <a:close/>
                <a:moveTo>
                  <a:pt x="28439" y="211447"/>
                </a:moveTo>
                <a:lnTo>
                  <a:pt x="29910" y="211909"/>
                </a:lnTo>
                <a:lnTo>
                  <a:pt x="27704" y="211678"/>
                </a:lnTo>
                <a:close/>
                <a:moveTo>
                  <a:pt x="89484" y="350754"/>
                </a:moveTo>
                <a:lnTo>
                  <a:pt x="90549" y="351317"/>
                </a:lnTo>
                <a:lnTo>
                  <a:pt x="88952" y="351036"/>
                </a:lnTo>
                <a:close/>
                <a:moveTo>
                  <a:pt x="46286" y="35078"/>
                </a:moveTo>
                <a:lnTo>
                  <a:pt x="48315" y="36507"/>
                </a:lnTo>
                <a:lnTo>
                  <a:pt x="45271" y="35792"/>
                </a:lnTo>
                <a:close/>
                <a:moveTo>
                  <a:pt x="67634" y="8738"/>
                </a:moveTo>
                <a:lnTo>
                  <a:pt x="68061" y="9043"/>
                </a:lnTo>
                <a:lnTo>
                  <a:pt x="67421" y="8890"/>
                </a:lnTo>
                <a:close/>
                <a:moveTo>
                  <a:pt x="11461" y="359780"/>
                </a:moveTo>
                <a:lnTo>
                  <a:pt x="12874" y="360809"/>
                </a:lnTo>
                <a:lnTo>
                  <a:pt x="10755" y="360294"/>
                </a:lnTo>
                <a:close/>
                <a:moveTo>
                  <a:pt x="122373" y="117837"/>
                </a:moveTo>
                <a:lnTo>
                  <a:pt x="123711" y="119027"/>
                </a:lnTo>
                <a:lnTo>
                  <a:pt x="121704" y="118432"/>
                </a:lnTo>
                <a:close/>
                <a:moveTo>
                  <a:pt x="23892" y="261726"/>
                </a:moveTo>
                <a:lnTo>
                  <a:pt x="24255" y="262116"/>
                </a:lnTo>
                <a:lnTo>
                  <a:pt x="23711" y="261921"/>
                </a:lnTo>
                <a:close/>
                <a:moveTo>
                  <a:pt x="19156" y="157563"/>
                </a:moveTo>
                <a:lnTo>
                  <a:pt x="21129" y="158389"/>
                </a:lnTo>
                <a:lnTo>
                  <a:pt x="18169" y="157976"/>
                </a:lnTo>
                <a:close/>
                <a:moveTo>
                  <a:pt x="12991" y="105338"/>
                </a:moveTo>
                <a:lnTo>
                  <a:pt x="13555" y="106671"/>
                </a:lnTo>
                <a:lnTo>
                  <a:pt x="12709" y="106005"/>
                </a:lnTo>
                <a:close/>
                <a:moveTo>
                  <a:pt x="132032" y="388347"/>
                </a:moveTo>
                <a:lnTo>
                  <a:pt x="134032" y="390106"/>
                </a:lnTo>
                <a:lnTo>
                  <a:pt x="131032" y="389227"/>
                </a:lnTo>
                <a:close/>
                <a:moveTo>
                  <a:pt x="1555" y="91698"/>
                </a:moveTo>
                <a:lnTo>
                  <a:pt x="3712" y="93317"/>
                </a:lnTo>
                <a:lnTo>
                  <a:pt x="477" y="92507"/>
                </a:lnTo>
                <a:close/>
                <a:moveTo>
                  <a:pt x="82471" y="182934"/>
                </a:moveTo>
                <a:lnTo>
                  <a:pt x="83780" y="183939"/>
                </a:lnTo>
                <a:lnTo>
                  <a:pt x="81816" y="183436"/>
                </a:lnTo>
                <a:close/>
                <a:moveTo>
                  <a:pt x="62688" y="348797"/>
                </a:moveTo>
                <a:lnTo>
                  <a:pt x="64110" y="349421"/>
                </a:lnTo>
                <a:lnTo>
                  <a:pt x="61977" y="349109"/>
                </a:lnTo>
                <a:close/>
                <a:moveTo>
                  <a:pt x="138517" y="382763"/>
                </a:moveTo>
                <a:lnTo>
                  <a:pt x="139975" y="384448"/>
                </a:lnTo>
                <a:lnTo>
                  <a:pt x="137788" y="383605"/>
                </a:lnTo>
                <a:close/>
                <a:moveTo>
                  <a:pt x="2931" y="365804"/>
                </a:moveTo>
                <a:lnTo>
                  <a:pt x="4936" y="367401"/>
                </a:lnTo>
                <a:lnTo>
                  <a:pt x="1928" y="366603"/>
                </a:lnTo>
                <a:close/>
                <a:moveTo>
                  <a:pt x="42174" y="328412"/>
                </a:moveTo>
                <a:lnTo>
                  <a:pt x="42761" y="328713"/>
                </a:lnTo>
                <a:lnTo>
                  <a:pt x="41881" y="328562"/>
                </a:lnTo>
                <a:close/>
                <a:moveTo>
                  <a:pt x="140300" y="112195"/>
                </a:moveTo>
                <a:lnTo>
                  <a:pt x="140810" y="113562"/>
                </a:lnTo>
                <a:lnTo>
                  <a:pt x="140046" y="112879"/>
                </a:lnTo>
                <a:close/>
                <a:moveTo>
                  <a:pt x="10101" y="271869"/>
                </a:moveTo>
                <a:lnTo>
                  <a:pt x="11786" y="272657"/>
                </a:lnTo>
                <a:lnTo>
                  <a:pt x="9259" y="272263"/>
                </a:lnTo>
                <a:close/>
                <a:moveTo>
                  <a:pt x="20647" y="93053"/>
                </a:moveTo>
                <a:lnTo>
                  <a:pt x="21376" y="94141"/>
                </a:lnTo>
                <a:lnTo>
                  <a:pt x="20283" y="93597"/>
                </a:lnTo>
                <a:close/>
                <a:moveTo>
                  <a:pt x="122232" y="366919"/>
                </a:moveTo>
                <a:lnTo>
                  <a:pt x="123652" y="368401"/>
                </a:lnTo>
                <a:lnTo>
                  <a:pt x="121521" y="367660"/>
                </a:lnTo>
                <a:close/>
                <a:moveTo>
                  <a:pt x="139650" y="351256"/>
                </a:moveTo>
                <a:lnTo>
                  <a:pt x="141781" y="352335"/>
                </a:lnTo>
                <a:lnTo>
                  <a:pt x="138585" y="351796"/>
                </a:lnTo>
                <a:close/>
                <a:moveTo>
                  <a:pt x="133488" y="253489"/>
                </a:moveTo>
                <a:lnTo>
                  <a:pt x="135177" y="253832"/>
                </a:lnTo>
                <a:lnTo>
                  <a:pt x="132643" y="253661"/>
                </a:lnTo>
                <a:close/>
                <a:moveTo>
                  <a:pt x="51745" y="119333"/>
                </a:moveTo>
                <a:lnTo>
                  <a:pt x="53175" y="121102"/>
                </a:lnTo>
                <a:lnTo>
                  <a:pt x="51030" y="120217"/>
                </a:lnTo>
                <a:close/>
                <a:moveTo>
                  <a:pt x="116574" y="236450"/>
                </a:moveTo>
                <a:lnTo>
                  <a:pt x="118464" y="237963"/>
                </a:lnTo>
                <a:lnTo>
                  <a:pt x="115629" y="237206"/>
                </a:lnTo>
                <a:close/>
                <a:moveTo>
                  <a:pt x="133436" y="206569"/>
                </a:moveTo>
                <a:lnTo>
                  <a:pt x="135116" y="208255"/>
                </a:lnTo>
                <a:lnTo>
                  <a:pt x="132595" y="207412"/>
                </a:lnTo>
                <a:close/>
                <a:moveTo>
                  <a:pt x="38981" y="303752"/>
                </a:moveTo>
                <a:lnTo>
                  <a:pt x="39375" y="304170"/>
                </a:lnTo>
                <a:lnTo>
                  <a:pt x="38784" y="303961"/>
                </a:lnTo>
                <a:close/>
                <a:moveTo>
                  <a:pt x="77041" y="351934"/>
                </a:moveTo>
                <a:lnTo>
                  <a:pt x="77570" y="353491"/>
                </a:lnTo>
                <a:lnTo>
                  <a:pt x="76776" y="352713"/>
                </a:lnTo>
                <a:close/>
                <a:moveTo>
                  <a:pt x="77039" y="100600"/>
                </a:moveTo>
                <a:lnTo>
                  <a:pt x="77891" y="101484"/>
                </a:lnTo>
                <a:lnTo>
                  <a:pt x="76613" y="101042"/>
                </a:lnTo>
                <a:close/>
                <a:moveTo>
                  <a:pt x="128256" y="218393"/>
                </a:moveTo>
                <a:lnTo>
                  <a:pt x="130104" y="218716"/>
                </a:lnTo>
                <a:lnTo>
                  <a:pt x="127331" y="218555"/>
                </a:lnTo>
                <a:close/>
                <a:moveTo>
                  <a:pt x="95913" y="199685"/>
                </a:moveTo>
                <a:lnTo>
                  <a:pt x="97570" y="200777"/>
                </a:lnTo>
                <a:lnTo>
                  <a:pt x="95084" y="200231"/>
                </a:lnTo>
                <a:close/>
                <a:moveTo>
                  <a:pt x="107523" y="179903"/>
                </a:moveTo>
                <a:lnTo>
                  <a:pt x="108017" y="181494"/>
                </a:lnTo>
                <a:lnTo>
                  <a:pt x="107275" y="180699"/>
                </a:lnTo>
                <a:close/>
                <a:moveTo>
                  <a:pt x="53762" y="41900"/>
                </a:moveTo>
                <a:lnTo>
                  <a:pt x="55735" y="43423"/>
                </a:lnTo>
                <a:lnTo>
                  <a:pt x="52776" y="42662"/>
                </a:lnTo>
                <a:close/>
                <a:moveTo>
                  <a:pt x="100332" y="252730"/>
                </a:moveTo>
                <a:lnTo>
                  <a:pt x="101942" y="253206"/>
                </a:lnTo>
                <a:lnTo>
                  <a:pt x="99527" y="252968"/>
                </a:lnTo>
                <a:close/>
                <a:moveTo>
                  <a:pt x="126925" y="197604"/>
                </a:moveTo>
                <a:lnTo>
                  <a:pt x="127989" y="197972"/>
                </a:lnTo>
                <a:lnTo>
                  <a:pt x="126393" y="197788"/>
                </a:lnTo>
                <a:close/>
                <a:moveTo>
                  <a:pt x="124862" y="186948"/>
                </a:moveTo>
                <a:lnTo>
                  <a:pt x="126781" y="188675"/>
                </a:lnTo>
                <a:lnTo>
                  <a:pt x="123903" y="187811"/>
                </a:lnTo>
                <a:close/>
                <a:moveTo>
                  <a:pt x="27325" y="98231"/>
                </a:moveTo>
                <a:lnTo>
                  <a:pt x="29047" y="99235"/>
                </a:lnTo>
                <a:lnTo>
                  <a:pt x="26464" y="98733"/>
                </a:lnTo>
                <a:close/>
                <a:moveTo>
                  <a:pt x="61837" y="83469"/>
                </a:moveTo>
                <a:lnTo>
                  <a:pt x="63595" y="84159"/>
                </a:lnTo>
                <a:lnTo>
                  <a:pt x="60958" y="83814"/>
                </a:lnTo>
                <a:close/>
                <a:moveTo>
                  <a:pt x="84660" y="120547"/>
                </a:moveTo>
                <a:lnTo>
                  <a:pt x="86215" y="121907"/>
                </a:lnTo>
                <a:lnTo>
                  <a:pt x="83883" y="121227"/>
                </a:lnTo>
                <a:close/>
                <a:moveTo>
                  <a:pt x="119585" y="138092"/>
                </a:moveTo>
                <a:lnTo>
                  <a:pt x="120413" y="139242"/>
                </a:lnTo>
                <a:lnTo>
                  <a:pt x="119171" y="138667"/>
                </a:lnTo>
                <a:close/>
                <a:moveTo>
                  <a:pt x="44996" y="282886"/>
                </a:moveTo>
                <a:lnTo>
                  <a:pt x="46154" y="284109"/>
                </a:lnTo>
                <a:lnTo>
                  <a:pt x="44416" y="283497"/>
                </a:lnTo>
                <a:close/>
                <a:moveTo>
                  <a:pt x="90868" y="246391"/>
                </a:moveTo>
                <a:lnTo>
                  <a:pt x="92479" y="246745"/>
                </a:lnTo>
                <a:lnTo>
                  <a:pt x="90063" y="246568"/>
                </a:lnTo>
                <a:close/>
                <a:moveTo>
                  <a:pt x="71733" y="243757"/>
                </a:moveTo>
                <a:lnTo>
                  <a:pt x="73914" y="244783"/>
                </a:lnTo>
                <a:lnTo>
                  <a:pt x="70642" y="244270"/>
                </a:lnTo>
                <a:close/>
                <a:moveTo>
                  <a:pt x="89899" y="370623"/>
                </a:moveTo>
                <a:lnTo>
                  <a:pt x="91780" y="371130"/>
                </a:lnTo>
                <a:lnTo>
                  <a:pt x="88958" y="370877"/>
                </a:lnTo>
                <a:close/>
                <a:moveTo>
                  <a:pt x="16023" y="36330"/>
                </a:moveTo>
                <a:lnTo>
                  <a:pt x="18204" y="37851"/>
                </a:lnTo>
                <a:lnTo>
                  <a:pt x="14932" y="37090"/>
                </a:lnTo>
                <a:close/>
                <a:moveTo>
                  <a:pt x="66312" y="194225"/>
                </a:moveTo>
                <a:lnTo>
                  <a:pt x="68512" y="195843"/>
                </a:lnTo>
                <a:lnTo>
                  <a:pt x="65212" y="195034"/>
                </a:lnTo>
                <a:close/>
                <a:moveTo>
                  <a:pt x="93152" y="343725"/>
                </a:moveTo>
                <a:lnTo>
                  <a:pt x="95339" y="344801"/>
                </a:lnTo>
                <a:lnTo>
                  <a:pt x="92059" y="344263"/>
                </a:lnTo>
                <a:close/>
                <a:moveTo>
                  <a:pt x="129982" y="362177"/>
                </a:moveTo>
                <a:lnTo>
                  <a:pt x="130949" y="363051"/>
                </a:lnTo>
                <a:lnTo>
                  <a:pt x="129499" y="362614"/>
                </a:lnTo>
                <a:close/>
                <a:moveTo>
                  <a:pt x="128965" y="87095"/>
                </a:moveTo>
                <a:lnTo>
                  <a:pt x="129968" y="88066"/>
                </a:lnTo>
                <a:lnTo>
                  <a:pt x="128463" y="87580"/>
                </a:lnTo>
                <a:close/>
                <a:moveTo>
                  <a:pt x="19664" y="327992"/>
                </a:moveTo>
                <a:lnTo>
                  <a:pt x="20993" y="328904"/>
                </a:lnTo>
                <a:lnTo>
                  <a:pt x="19000" y="328448"/>
                </a:lnTo>
                <a:close/>
                <a:moveTo>
                  <a:pt x="43656" y="152725"/>
                </a:moveTo>
                <a:lnTo>
                  <a:pt x="45365" y="153109"/>
                </a:lnTo>
                <a:lnTo>
                  <a:pt x="42801" y="152917"/>
                </a:lnTo>
                <a:close/>
                <a:moveTo>
                  <a:pt x="51923" y="373893"/>
                </a:moveTo>
                <a:lnTo>
                  <a:pt x="53611" y="374892"/>
                </a:lnTo>
                <a:lnTo>
                  <a:pt x="51079" y="374393"/>
                </a:lnTo>
                <a:close/>
                <a:moveTo>
                  <a:pt x="128937" y="105382"/>
                </a:moveTo>
                <a:lnTo>
                  <a:pt x="129880" y="106578"/>
                </a:lnTo>
                <a:lnTo>
                  <a:pt x="128466" y="105980"/>
                </a:lnTo>
                <a:close/>
                <a:moveTo>
                  <a:pt x="97761" y="89088"/>
                </a:moveTo>
                <a:lnTo>
                  <a:pt x="99158" y="89473"/>
                </a:lnTo>
                <a:lnTo>
                  <a:pt x="97062" y="89280"/>
                </a:lnTo>
                <a:close/>
                <a:moveTo>
                  <a:pt x="110957" y="188042"/>
                </a:moveTo>
                <a:lnTo>
                  <a:pt x="111811" y="189704"/>
                </a:lnTo>
                <a:lnTo>
                  <a:pt x="110530" y="188873"/>
                </a:lnTo>
                <a:close/>
                <a:moveTo>
                  <a:pt x="103852" y="280602"/>
                </a:moveTo>
                <a:lnTo>
                  <a:pt x="104904" y="281145"/>
                </a:lnTo>
                <a:lnTo>
                  <a:pt x="103327" y="280874"/>
                </a:lnTo>
                <a:close/>
                <a:moveTo>
                  <a:pt x="85085" y="230637"/>
                </a:moveTo>
                <a:lnTo>
                  <a:pt x="86797" y="232184"/>
                </a:lnTo>
                <a:lnTo>
                  <a:pt x="84229" y="231411"/>
                </a:lnTo>
                <a:close/>
                <a:moveTo>
                  <a:pt x="102457" y="11571"/>
                </a:moveTo>
                <a:lnTo>
                  <a:pt x="104450" y="12725"/>
                </a:lnTo>
                <a:lnTo>
                  <a:pt x="101460" y="12148"/>
                </a:lnTo>
                <a:close/>
                <a:moveTo>
                  <a:pt x="134814" y="140190"/>
                </a:moveTo>
                <a:lnTo>
                  <a:pt x="136697" y="141313"/>
                </a:lnTo>
                <a:lnTo>
                  <a:pt x="133873" y="140751"/>
                </a:lnTo>
                <a:close/>
                <a:moveTo>
                  <a:pt x="103666" y="392344"/>
                </a:moveTo>
                <a:lnTo>
                  <a:pt x="105770" y="392656"/>
                </a:lnTo>
                <a:lnTo>
                  <a:pt x="102614" y="392500"/>
                </a:lnTo>
                <a:close/>
                <a:moveTo>
                  <a:pt x="70660" y="168846"/>
                </a:moveTo>
                <a:lnTo>
                  <a:pt x="71848" y="169879"/>
                </a:lnTo>
                <a:lnTo>
                  <a:pt x="70066" y="169362"/>
                </a:lnTo>
                <a:close/>
                <a:moveTo>
                  <a:pt x="83049" y="45537"/>
                </a:moveTo>
                <a:lnTo>
                  <a:pt x="83446" y="46671"/>
                </a:lnTo>
                <a:lnTo>
                  <a:pt x="82850" y="46104"/>
                </a:lnTo>
                <a:close/>
                <a:moveTo>
                  <a:pt x="105534" y="363350"/>
                </a:moveTo>
                <a:lnTo>
                  <a:pt x="107600" y="364667"/>
                </a:lnTo>
                <a:lnTo>
                  <a:pt x="104501" y="364009"/>
                </a:lnTo>
                <a:close/>
                <a:moveTo>
                  <a:pt x="108916" y="104529"/>
                </a:moveTo>
                <a:lnTo>
                  <a:pt x="110837" y="106214"/>
                </a:lnTo>
                <a:lnTo>
                  <a:pt x="107955" y="105372"/>
                </a:lnTo>
                <a:close/>
                <a:moveTo>
                  <a:pt x="80054" y="93766"/>
                </a:moveTo>
                <a:lnTo>
                  <a:pt x="81354" y="94638"/>
                </a:lnTo>
                <a:lnTo>
                  <a:pt x="79404" y="94202"/>
                </a:lnTo>
                <a:close/>
                <a:moveTo>
                  <a:pt x="77551" y="43902"/>
                </a:moveTo>
                <a:lnTo>
                  <a:pt x="78331" y="44796"/>
                </a:lnTo>
                <a:lnTo>
                  <a:pt x="77161" y="44349"/>
                </a:lnTo>
                <a:close/>
                <a:moveTo>
                  <a:pt x="124702" y="260235"/>
                </a:moveTo>
                <a:lnTo>
                  <a:pt x="125440" y="261322"/>
                </a:lnTo>
                <a:lnTo>
                  <a:pt x="124334" y="260778"/>
                </a:lnTo>
                <a:close/>
                <a:moveTo>
                  <a:pt x="9585" y="141492"/>
                </a:moveTo>
                <a:lnTo>
                  <a:pt x="10760" y="143050"/>
                </a:lnTo>
                <a:lnTo>
                  <a:pt x="8998" y="142271"/>
                </a:lnTo>
                <a:close/>
                <a:moveTo>
                  <a:pt x="22412" y="320615"/>
                </a:moveTo>
                <a:lnTo>
                  <a:pt x="24125" y="321798"/>
                </a:lnTo>
                <a:lnTo>
                  <a:pt x="21555" y="321206"/>
                </a:lnTo>
                <a:close/>
                <a:moveTo>
                  <a:pt x="120666" y="125534"/>
                </a:moveTo>
                <a:lnTo>
                  <a:pt x="121068" y="126197"/>
                </a:lnTo>
                <a:lnTo>
                  <a:pt x="120464" y="125865"/>
                </a:lnTo>
                <a:close/>
                <a:moveTo>
                  <a:pt x="113756" y="381834"/>
                </a:moveTo>
                <a:lnTo>
                  <a:pt x="115309" y="382245"/>
                </a:lnTo>
                <a:lnTo>
                  <a:pt x="112980" y="382040"/>
                </a:lnTo>
                <a:close/>
                <a:moveTo>
                  <a:pt x="140545" y="94499"/>
                </a:moveTo>
                <a:lnTo>
                  <a:pt x="141041" y="95839"/>
                </a:lnTo>
                <a:lnTo>
                  <a:pt x="140296" y="95169"/>
                </a:lnTo>
                <a:close/>
                <a:moveTo>
                  <a:pt x="85742" y="242658"/>
                </a:moveTo>
                <a:lnTo>
                  <a:pt x="86397" y="243707"/>
                </a:lnTo>
                <a:lnTo>
                  <a:pt x="85415" y="243182"/>
                </a:lnTo>
                <a:close/>
                <a:moveTo>
                  <a:pt x="116098" y="366564"/>
                </a:moveTo>
                <a:lnTo>
                  <a:pt x="117912" y="368214"/>
                </a:lnTo>
                <a:lnTo>
                  <a:pt x="115191" y="367389"/>
                </a:lnTo>
                <a:close/>
                <a:moveTo>
                  <a:pt x="28020" y="92389"/>
                </a:moveTo>
                <a:lnTo>
                  <a:pt x="28436" y="94107"/>
                </a:lnTo>
                <a:lnTo>
                  <a:pt x="27813" y="93248"/>
                </a:lnTo>
                <a:close/>
                <a:moveTo>
                  <a:pt x="52000" y="74350"/>
                </a:moveTo>
                <a:lnTo>
                  <a:pt x="53990" y="75681"/>
                </a:lnTo>
                <a:lnTo>
                  <a:pt x="51005" y="75015"/>
                </a:lnTo>
                <a:close/>
                <a:moveTo>
                  <a:pt x="137974" y="236447"/>
                </a:moveTo>
                <a:lnTo>
                  <a:pt x="138653" y="237758"/>
                </a:lnTo>
                <a:lnTo>
                  <a:pt x="137635" y="237103"/>
                </a:lnTo>
                <a:close/>
                <a:moveTo>
                  <a:pt x="138533" y="44718"/>
                </a:moveTo>
                <a:lnTo>
                  <a:pt x="140535" y="46076"/>
                </a:lnTo>
                <a:lnTo>
                  <a:pt x="137533" y="45397"/>
                </a:lnTo>
                <a:close/>
                <a:moveTo>
                  <a:pt x="104289" y="104353"/>
                </a:moveTo>
                <a:lnTo>
                  <a:pt x="105160" y="105387"/>
                </a:lnTo>
                <a:lnTo>
                  <a:pt x="103854" y="104870"/>
                </a:lnTo>
                <a:close/>
                <a:moveTo>
                  <a:pt x="9818" y="161387"/>
                </a:moveTo>
                <a:lnTo>
                  <a:pt x="11747" y="162011"/>
                </a:lnTo>
                <a:lnTo>
                  <a:pt x="8853" y="161699"/>
                </a:lnTo>
                <a:close/>
                <a:moveTo>
                  <a:pt x="142322" y="377122"/>
                </a:moveTo>
                <a:lnTo>
                  <a:pt x="143198" y="377489"/>
                </a:lnTo>
                <a:lnTo>
                  <a:pt x="141884" y="377306"/>
                </a:lnTo>
                <a:close/>
                <a:moveTo>
                  <a:pt x="27171" y="41580"/>
                </a:moveTo>
                <a:lnTo>
                  <a:pt x="28471" y="43023"/>
                </a:lnTo>
                <a:lnTo>
                  <a:pt x="26521" y="42301"/>
                </a:lnTo>
                <a:close/>
                <a:moveTo>
                  <a:pt x="113606" y="314931"/>
                </a:moveTo>
                <a:lnTo>
                  <a:pt x="114385" y="315951"/>
                </a:lnTo>
                <a:lnTo>
                  <a:pt x="113217" y="315441"/>
                </a:lnTo>
                <a:close/>
                <a:moveTo>
                  <a:pt x="34948" y="174718"/>
                </a:moveTo>
                <a:lnTo>
                  <a:pt x="37016" y="176313"/>
                </a:lnTo>
                <a:lnTo>
                  <a:pt x="33914" y="175516"/>
                </a:lnTo>
                <a:close/>
                <a:moveTo>
                  <a:pt x="104530" y="261580"/>
                </a:moveTo>
                <a:lnTo>
                  <a:pt x="105179" y="262306"/>
                </a:lnTo>
                <a:lnTo>
                  <a:pt x="104205" y="261943"/>
                </a:lnTo>
                <a:close/>
                <a:moveTo>
                  <a:pt x="141741" y="131920"/>
                </a:moveTo>
                <a:lnTo>
                  <a:pt x="142772" y="133653"/>
                </a:lnTo>
                <a:lnTo>
                  <a:pt x="141225" y="132786"/>
                </a:lnTo>
                <a:close/>
                <a:moveTo>
                  <a:pt x="131170" y="165597"/>
                </a:moveTo>
                <a:lnTo>
                  <a:pt x="131744" y="166054"/>
                </a:lnTo>
                <a:lnTo>
                  <a:pt x="130882" y="165826"/>
                </a:lnTo>
                <a:close/>
                <a:moveTo>
                  <a:pt x="12124" y="153443"/>
                </a:moveTo>
                <a:lnTo>
                  <a:pt x="13609" y="154806"/>
                </a:lnTo>
                <a:lnTo>
                  <a:pt x="11381" y="154124"/>
                </a:lnTo>
                <a:close/>
                <a:moveTo>
                  <a:pt x="93530" y="212044"/>
                </a:moveTo>
                <a:lnTo>
                  <a:pt x="94720" y="212476"/>
                </a:lnTo>
                <a:lnTo>
                  <a:pt x="92935" y="212260"/>
                </a:lnTo>
                <a:close/>
                <a:moveTo>
                  <a:pt x="135456" y="128201"/>
                </a:moveTo>
                <a:lnTo>
                  <a:pt x="137116" y="128816"/>
                </a:lnTo>
                <a:lnTo>
                  <a:pt x="134625" y="128508"/>
                </a:lnTo>
                <a:close/>
                <a:moveTo>
                  <a:pt x="10597" y="101229"/>
                </a:moveTo>
                <a:lnTo>
                  <a:pt x="11136" y="102454"/>
                </a:lnTo>
                <a:lnTo>
                  <a:pt x="10328" y="101842"/>
                </a:lnTo>
                <a:close/>
                <a:moveTo>
                  <a:pt x="16197" y="321580"/>
                </a:moveTo>
                <a:lnTo>
                  <a:pt x="17369" y="323086"/>
                </a:lnTo>
                <a:lnTo>
                  <a:pt x="15612" y="322333"/>
                </a:lnTo>
                <a:close/>
                <a:moveTo>
                  <a:pt x="106605" y="337676"/>
                </a:moveTo>
                <a:lnTo>
                  <a:pt x="107415" y="338477"/>
                </a:lnTo>
                <a:lnTo>
                  <a:pt x="106200" y="338077"/>
                </a:lnTo>
                <a:close/>
                <a:moveTo>
                  <a:pt x="53398" y="313193"/>
                </a:moveTo>
                <a:lnTo>
                  <a:pt x="54611" y="313844"/>
                </a:lnTo>
                <a:lnTo>
                  <a:pt x="52792" y="313518"/>
                </a:lnTo>
                <a:close/>
                <a:moveTo>
                  <a:pt x="15878" y="44321"/>
                </a:moveTo>
                <a:lnTo>
                  <a:pt x="16691" y="45374"/>
                </a:lnTo>
                <a:lnTo>
                  <a:pt x="15472" y="44848"/>
                </a:lnTo>
                <a:close/>
                <a:moveTo>
                  <a:pt x="124154" y="280116"/>
                </a:moveTo>
                <a:lnTo>
                  <a:pt x="124778" y="281365"/>
                </a:lnTo>
                <a:lnTo>
                  <a:pt x="123842" y="280741"/>
                </a:lnTo>
                <a:close/>
                <a:moveTo>
                  <a:pt x="34281" y="75838"/>
                </a:moveTo>
                <a:lnTo>
                  <a:pt x="35730" y="76344"/>
                </a:lnTo>
                <a:lnTo>
                  <a:pt x="33556" y="76091"/>
                </a:lnTo>
                <a:close/>
                <a:moveTo>
                  <a:pt x="47774" y="1838"/>
                </a:moveTo>
                <a:lnTo>
                  <a:pt x="48642" y="3150"/>
                </a:lnTo>
                <a:lnTo>
                  <a:pt x="47340" y="2494"/>
                </a:lnTo>
                <a:close/>
                <a:moveTo>
                  <a:pt x="17935" y="311521"/>
                </a:moveTo>
                <a:lnTo>
                  <a:pt x="18551" y="313272"/>
                </a:lnTo>
                <a:lnTo>
                  <a:pt x="17627" y="312396"/>
                </a:lnTo>
                <a:close/>
                <a:moveTo>
                  <a:pt x="33983" y="29041"/>
                </a:moveTo>
                <a:lnTo>
                  <a:pt x="35675" y="30174"/>
                </a:lnTo>
                <a:lnTo>
                  <a:pt x="33137" y="29608"/>
                </a:lnTo>
                <a:close/>
                <a:moveTo>
                  <a:pt x="23241" y="335569"/>
                </a:moveTo>
                <a:lnTo>
                  <a:pt x="24329" y="336030"/>
                </a:lnTo>
                <a:lnTo>
                  <a:pt x="22697" y="335799"/>
                </a:lnTo>
                <a:close/>
                <a:moveTo>
                  <a:pt x="30479" y="107048"/>
                </a:moveTo>
                <a:lnTo>
                  <a:pt x="32160" y="107575"/>
                </a:lnTo>
                <a:lnTo>
                  <a:pt x="29638" y="107312"/>
                </a:lnTo>
                <a:close/>
                <a:moveTo>
                  <a:pt x="88820" y="204232"/>
                </a:moveTo>
                <a:lnTo>
                  <a:pt x="90385" y="204788"/>
                </a:lnTo>
                <a:lnTo>
                  <a:pt x="88038" y="204510"/>
                </a:lnTo>
                <a:close/>
                <a:moveTo>
                  <a:pt x="100957" y="33037"/>
                </a:moveTo>
                <a:lnTo>
                  <a:pt x="103076" y="33422"/>
                </a:lnTo>
                <a:lnTo>
                  <a:pt x="99897" y="33229"/>
                </a:lnTo>
                <a:close/>
                <a:moveTo>
                  <a:pt x="33977" y="341468"/>
                </a:moveTo>
                <a:lnTo>
                  <a:pt x="34980" y="343025"/>
                </a:lnTo>
                <a:lnTo>
                  <a:pt x="33476" y="342247"/>
                </a:lnTo>
                <a:close/>
                <a:moveTo>
                  <a:pt x="80489" y="96633"/>
                </a:moveTo>
                <a:lnTo>
                  <a:pt x="81088" y="98362"/>
                </a:lnTo>
                <a:lnTo>
                  <a:pt x="80189" y="97497"/>
                </a:lnTo>
                <a:close/>
                <a:moveTo>
                  <a:pt x="52579" y="260780"/>
                </a:moveTo>
                <a:lnTo>
                  <a:pt x="53750" y="261627"/>
                </a:lnTo>
                <a:lnTo>
                  <a:pt x="51994" y="261203"/>
                </a:lnTo>
                <a:close/>
                <a:moveTo>
                  <a:pt x="41065" y="362685"/>
                </a:moveTo>
                <a:lnTo>
                  <a:pt x="41811" y="363040"/>
                </a:lnTo>
                <a:lnTo>
                  <a:pt x="40692" y="362863"/>
                </a:lnTo>
                <a:close/>
                <a:moveTo>
                  <a:pt x="127313" y="156440"/>
                </a:moveTo>
                <a:lnTo>
                  <a:pt x="127775" y="157126"/>
                </a:lnTo>
                <a:lnTo>
                  <a:pt x="127081" y="156783"/>
                </a:lnTo>
                <a:close/>
                <a:moveTo>
                  <a:pt x="82579" y="47094"/>
                </a:moveTo>
                <a:lnTo>
                  <a:pt x="83198" y="47717"/>
                </a:lnTo>
                <a:lnTo>
                  <a:pt x="82270" y="47405"/>
                </a:lnTo>
                <a:close/>
                <a:moveTo>
                  <a:pt x="69927" y="324741"/>
                </a:moveTo>
                <a:lnTo>
                  <a:pt x="71988" y="326126"/>
                </a:lnTo>
                <a:lnTo>
                  <a:pt x="68897" y="325434"/>
                </a:lnTo>
                <a:close/>
                <a:moveTo>
                  <a:pt x="83336" y="347844"/>
                </a:moveTo>
                <a:lnTo>
                  <a:pt x="84962" y="349610"/>
                </a:lnTo>
                <a:lnTo>
                  <a:pt x="82523" y="348727"/>
                </a:lnTo>
                <a:close/>
                <a:moveTo>
                  <a:pt x="34016" y="166864"/>
                </a:moveTo>
                <a:lnTo>
                  <a:pt x="36056" y="167798"/>
                </a:lnTo>
                <a:lnTo>
                  <a:pt x="32995" y="167331"/>
                </a:lnTo>
                <a:close/>
                <a:moveTo>
                  <a:pt x="58231" y="234566"/>
                </a:moveTo>
                <a:lnTo>
                  <a:pt x="60116" y="235439"/>
                </a:lnTo>
                <a:lnTo>
                  <a:pt x="57288" y="235003"/>
                </a:lnTo>
                <a:close/>
                <a:moveTo>
                  <a:pt x="113795" y="144240"/>
                </a:moveTo>
                <a:lnTo>
                  <a:pt x="114371" y="145155"/>
                </a:lnTo>
                <a:lnTo>
                  <a:pt x="113507" y="144697"/>
                </a:lnTo>
                <a:close/>
                <a:moveTo>
                  <a:pt x="135240" y="28049"/>
                </a:moveTo>
                <a:lnTo>
                  <a:pt x="136637" y="28988"/>
                </a:lnTo>
                <a:lnTo>
                  <a:pt x="134542" y="28518"/>
                </a:lnTo>
                <a:close/>
                <a:moveTo>
                  <a:pt x="64458" y="333396"/>
                </a:moveTo>
                <a:lnTo>
                  <a:pt x="66102" y="333877"/>
                </a:lnTo>
                <a:lnTo>
                  <a:pt x="63636" y="333636"/>
                </a:lnTo>
                <a:close/>
                <a:moveTo>
                  <a:pt x="38075" y="376921"/>
                </a:moveTo>
                <a:lnTo>
                  <a:pt x="38735" y="378094"/>
                </a:lnTo>
                <a:lnTo>
                  <a:pt x="37745" y="377508"/>
                </a:lnTo>
                <a:close/>
                <a:moveTo>
                  <a:pt x="133951" y="239071"/>
                </a:moveTo>
                <a:lnTo>
                  <a:pt x="134343" y="240016"/>
                </a:lnTo>
                <a:lnTo>
                  <a:pt x="133754" y="239544"/>
                </a:lnTo>
                <a:close/>
                <a:moveTo>
                  <a:pt x="80069" y="263494"/>
                </a:moveTo>
                <a:lnTo>
                  <a:pt x="82204" y="263836"/>
                </a:lnTo>
                <a:lnTo>
                  <a:pt x="79001" y="263665"/>
                </a:lnTo>
                <a:close/>
                <a:moveTo>
                  <a:pt x="10990" y="244380"/>
                </a:moveTo>
                <a:lnTo>
                  <a:pt x="12415" y="245770"/>
                </a:lnTo>
                <a:lnTo>
                  <a:pt x="10277" y="245075"/>
                </a:lnTo>
                <a:close/>
                <a:moveTo>
                  <a:pt x="76324" y="48796"/>
                </a:moveTo>
                <a:lnTo>
                  <a:pt x="77580" y="50046"/>
                </a:lnTo>
                <a:lnTo>
                  <a:pt x="75695" y="49421"/>
                </a:lnTo>
                <a:close/>
                <a:moveTo>
                  <a:pt x="130824" y="310607"/>
                </a:moveTo>
                <a:lnTo>
                  <a:pt x="131483" y="310947"/>
                </a:lnTo>
                <a:lnTo>
                  <a:pt x="130494" y="310777"/>
                </a:lnTo>
                <a:close/>
                <a:moveTo>
                  <a:pt x="57287" y="178565"/>
                </a:moveTo>
                <a:lnTo>
                  <a:pt x="58766" y="179951"/>
                </a:lnTo>
                <a:lnTo>
                  <a:pt x="56548" y="179258"/>
                </a:lnTo>
                <a:close/>
                <a:moveTo>
                  <a:pt x="111256" y="108009"/>
                </a:moveTo>
                <a:lnTo>
                  <a:pt x="111927" y="109774"/>
                </a:lnTo>
                <a:lnTo>
                  <a:pt x="110920" y="108892"/>
                </a:lnTo>
                <a:close/>
                <a:moveTo>
                  <a:pt x="59580" y="350493"/>
                </a:moveTo>
                <a:lnTo>
                  <a:pt x="60436" y="352194"/>
                </a:lnTo>
                <a:lnTo>
                  <a:pt x="59152" y="351344"/>
                </a:lnTo>
                <a:close/>
                <a:moveTo>
                  <a:pt x="115914" y="237896"/>
                </a:moveTo>
                <a:lnTo>
                  <a:pt x="117562" y="238976"/>
                </a:lnTo>
                <a:lnTo>
                  <a:pt x="115089" y="238436"/>
                </a:lnTo>
                <a:close/>
                <a:moveTo>
                  <a:pt x="135771" y="354616"/>
                </a:moveTo>
                <a:lnTo>
                  <a:pt x="136756" y="355126"/>
                </a:lnTo>
                <a:lnTo>
                  <a:pt x="135278" y="354871"/>
                </a:lnTo>
                <a:close/>
                <a:moveTo>
                  <a:pt x="86883" y="372030"/>
                </a:moveTo>
                <a:lnTo>
                  <a:pt x="87785" y="372905"/>
                </a:lnTo>
                <a:lnTo>
                  <a:pt x="86432" y="372467"/>
                </a:lnTo>
                <a:close/>
                <a:moveTo>
                  <a:pt x="14115" y="374848"/>
                </a:moveTo>
                <a:lnTo>
                  <a:pt x="15275" y="376509"/>
                </a:lnTo>
                <a:lnTo>
                  <a:pt x="13536" y="375679"/>
                </a:lnTo>
                <a:close/>
                <a:moveTo>
                  <a:pt x="56256" y="298985"/>
                </a:moveTo>
                <a:lnTo>
                  <a:pt x="57077" y="299837"/>
                </a:lnTo>
                <a:lnTo>
                  <a:pt x="55846" y="299411"/>
                </a:lnTo>
                <a:close/>
                <a:moveTo>
                  <a:pt x="115388" y="126491"/>
                </a:moveTo>
                <a:lnTo>
                  <a:pt x="116914" y="127529"/>
                </a:lnTo>
                <a:lnTo>
                  <a:pt x="114626" y="127010"/>
                </a:lnTo>
                <a:close/>
                <a:moveTo>
                  <a:pt x="103246" y="36550"/>
                </a:moveTo>
                <a:lnTo>
                  <a:pt x="105210" y="36860"/>
                </a:lnTo>
                <a:lnTo>
                  <a:pt x="102264" y="36705"/>
                </a:lnTo>
                <a:close/>
                <a:moveTo>
                  <a:pt x="99598" y="102102"/>
                </a:moveTo>
                <a:lnTo>
                  <a:pt x="101657" y="103823"/>
                </a:lnTo>
                <a:lnTo>
                  <a:pt x="98569" y="102962"/>
                </a:lnTo>
                <a:close/>
                <a:moveTo>
                  <a:pt x="123094" y="289405"/>
                </a:moveTo>
                <a:lnTo>
                  <a:pt x="124136" y="290741"/>
                </a:lnTo>
                <a:lnTo>
                  <a:pt x="122573" y="290073"/>
                </a:lnTo>
                <a:close/>
                <a:moveTo>
                  <a:pt x="62265" y="254062"/>
                </a:moveTo>
                <a:lnTo>
                  <a:pt x="63583" y="255528"/>
                </a:lnTo>
                <a:lnTo>
                  <a:pt x="61606" y="254795"/>
                </a:lnTo>
                <a:close/>
                <a:moveTo>
                  <a:pt x="92683" y="44728"/>
                </a:moveTo>
                <a:lnTo>
                  <a:pt x="93611" y="46288"/>
                </a:lnTo>
                <a:lnTo>
                  <a:pt x="92219" y="45508"/>
                </a:lnTo>
                <a:close/>
                <a:moveTo>
                  <a:pt x="80802" y="6260"/>
                </a:moveTo>
                <a:lnTo>
                  <a:pt x="82007" y="7224"/>
                </a:lnTo>
                <a:lnTo>
                  <a:pt x="80199" y="6742"/>
                </a:lnTo>
                <a:close/>
                <a:moveTo>
                  <a:pt x="125783" y="256414"/>
                </a:moveTo>
                <a:lnTo>
                  <a:pt x="127683" y="256883"/>
                </a:lnTo>
                <a:lnTo>
                  <a:pt x="124833" y="256649"/>
                </a:lnTo>
                <a:close/>
                <a:moveTo>
                  <a:pt x="55359" y="260738"/>
                </a:moveTo>
                <a:lnTo>
                  <a:pt x="57239" y="261323"/>
                </a:lnTo>
                <a:lnTo>
                  <a:pt x="54420" y="261031"/>
                </a:lnTo>
                <a:close/>
                <a:moveTo>
                  <a:pt x="82471" y="102514"/>
                </a:moveTo>
                <a:lnTo>
                  <a:pt x="82913" y="103705"/>
                </a:lnTo>
                <a:lnTo>
                  <a:pt x="82249" y="103109"/>
                </a:lnTo>
                <a:close/>
                <a:moveTo>
                  <a:pt x="134388" y="297887"/>
                </a:moveTo>
                <a:lnTo>
                  <a:pt x="135692" y="299174"/>
                </a:lnTo>
                <a:lnTo>
                  <a:pt x="133737" y="298531"/>
                </a:lnTo>
                <a:close/>
                <a:moveTo>
                  <a:pt x="28110" y="391108"/>
                </a:moveTo>
                <a:lnTo>
                  <a:pt x="30269" y="392022"/>
                </a:lnTo>
                <a:lnTo>
                  <a:pt x="27031" y="391565"/>
                </a:lnTo>
                <a:close/>
                <a:moveTo>
                  <a:pt x="61216" y="130544"/>
                </a:moveTo>
                <a:lnTo>
                  <a:pt x="63098" y="131138"/>
                </a:lnTo>
                <a:lnTo>
                  <a:pt x="60275" y="130841"/>
                </a:lnTo>
                <a:close/>
                <a:moveTo>
                  <a:pt x="57486" y="63818"/>
                </a:moveTo>
                <a:lnTo>
                  <a:pt x="59311" y="65016"/>
                </a:lnTo>
                <a:lnTo>
                  <a:pt x="56573" y="64417"/>
                </a:lnTo>
                <a:close/>
                <a:moveTo>
                  <a:pt x="9743" y="166477"/>
                </a:moveTo>
                <a:lnTo>
                  <a:pt x="11765" y="166996"/>
                </a:lnTo>
                <a:lnTo>
                  <a:pt x="8732" y="166736"/>
                </a:lnTo>
                <a:close/>
                <a:moveTo>
                  <a:pt x="91993" y="174452"/>
                </a:moveTo>
                <a:lnTo>
                  <a:pt x="93697" y="174858"/>
                </a:lnTo>
                <a:lnTo>
                  <a:pt x="91142" y="174655"/>
                </a:lnTo>
                <a:close/>
                <a:moveTo>
                  <a:pt x="23323" y="321831"/>
                </a:moveTo>
                <a:lnTo>
                  <a:pt x="24007" y="323521"/>
                </a:lnTo>
                <a:lnTo>
                  <a:pt x="22981" y="322676"/>
                </a:lnTo>
                <a:close/>
                <a:moveTo>
                  <a:pt x="82786" y="298409"/>
                </a:moveTo>
                <a:lnTo>
                  <a:pt x="84611" y="299403"/>
                </a:lnTo>
                <a:lnTo>
                  <a:pt x="81874" y="298906"/>
                </a:lnTo>
                <a:close/>
                <a:moveTo>
                  <a:pt x="128554" y="71102"/>
                </a:moveTo>
                <a:lnTo>
                  <a:pt x="130440" y="71885"/>
                </a:lnTo>
                <a:lnTo>
                  <a:pt x="127610" y="71494"/>
                </a:lnTo>
                <a:close/>
                <a:moveTo>
                  <a:pt x="141969" y="86717"/>
                </a:moveTo>
                <a:lnTo>
                  <a:pt x="143401" y="87924"/>
                </a:lnTo>
                <a:lnTo>
                  <a:pt x="141254" y="87320"/>
                </a:lnTo>
                <a:close/>
                <a:moveTo>
                  <a:pt x="141920" y="210492"/>
                </a:moveTo>
                <a:lnTo>
                  <a:pt x="142611" y="211955"/>
                </a:lnTo>
                <a:lnTo>
                  <a:pt x="141574" y="211224"/>
                </a:lnTo>
                <a:close/>
                <a:moveTo>
                  <a:pt x="83452" y="312507"/>
                </a:moveTo>
                <a:lnTo>
                  <a:pt x="84890" y="313181"/>
                </a:lnTo>
                <a:lnTo>
                  <a:pt x="82732" y="312844"/>
                </a:lnTo>
                <a:close/>
                <a:moveTo>
                  <a:pt x="85157" y="194610"/>
                </a:moveTo>
                <a:lnTo>
                  <a:pt x="85821" y="195750"/>
                </a:lnTo>
                <a:lnTo>
                  <a:pt x="84825" y="195180"/>
                </a:lnTo>
                <a:close/>
                <a:moveTo>
                  <a:pt x="97812" y="120218"/>
                </a:moveTo>
                <a:lnTo>
                  <a:pt x="99050" y="120797"/>
                </a:lnTo>
                <a:lnTo>
                  <a:pt x="97192" y="120508"/>
                </a:lnTo>
                <a:close/>
                <a:moveTo>
                  <a:pt x="4568" y="221414"/>
                </a:moveTo>
                <a:lnTo>
                  <a:pt x="5492" y="221823"/>
                </a:lnTo>
                <a:lnTo>
                  <a:pt x="4106" y="221619"/>
                </a:lnTo>
                <a:close/>
                <a:moveTo>
                  <a:pt x="6572" y="37616"/>
                </a:moveTo>
                <a:lnTo>
                  <a:pt x="7518" y="38114"/>
                </a:lnTo>
                <a:lnTo>
                  <a:pt x="6098" y="37865"/>
                </a:lnTo>
                <a:close/>
                <a:moveTo>
                  <a:pt x="5965" y="193111"/>
                </a:moveTo>
                <a:lnTo>
                  <a:pt x="6761" y="194404"/>
                </a:lnTo>
                <a:lnTo>
                  <a:pt x="5567" y="193757"/>
                </a:lnTo>
                <a:close/>
                <a:moveTo>
                  <a:pt x="67488" y="392522"/>
                </a:moveTo>
                <a:lnTo>
                  <a:pt x="68589" y="393105"/>
                </a:lnTo>
                <a:lnTo>
                  <a:pt x="66938" y="392813"/>
                </a:lnTo>
                <a:close/>
                <a:moveTo>
                  <a:pt x="15074" y="252881"/>
                </a:moveTo>
                <a:lnTo>
                  <a:pt x="16732" y="253780"/>
                </a:lnTo>
                <a:lnTo>
                  <a:pt x="14245" y="253330"/>
                </a:lnTo>
                <a:close/>
                <a:moveTo>
                  <a:pt x="25946" y="44384"/>
                </a:moveTo>
                <a:lnTo>
                  <a:pt x="26810" y="45290"/>
                </a:lnTo>
                <a:lnTo>
                  <a:pt x="25514" y="44837"/>
                </a:lnTo>
                <a:close/>
                <a:moveTo>
                  <a:pt x="115454" y="150945"/>
                </a:moveTo>
                <a:lnTo>
                  <a:pt x="116693" y="152225"/>
                </a:lnTo>
                <a:lnTo>
                  <a:pt x="114834" y="151585"/>
                </a:lnTo>
                <a:close/>
                <a:moveTo>
                  <a:pt x="129635" y="119437"/>
                </a:moveTo>
                <a:lnTo>
                  <a:pt x="131797" y="120977"/>
                </a:lnTo>
                <a:lnTo>
                  <a:pt x="128555" y="120207"/>
                </a:lnTo>
                <a:close/>
                <a:moveTo>
                  <a:pt x="61276" y="251903"/>
                </a:moveTo>
                <a:lnTo>
                  <a:pt x="63332" y="253219"/>
                </a:lnTo>
                <a:lnTo>
                  <a:pt x="60247" y="252561"/>
                </a:lnTo>
                <a:close/>
                <a:moveTo>
                  <a:pt x="79153" y="71437"/>
                </a:moveTo>
                <a:lnTo>
                  <a:pt x="79996" y="72041"/>
                </a:lnTo>
                <a:lnTo>
                  <a:pt x="78732" y="71739"/>
                </a:lnTo>
                <a:close/>
                <a:moveTo>
                  <a:pt x="40389" y="247372"/>
                </a:moveTo>
                <a:lnTo>
                  <a:pt x="42580" y="248042"/>
                </a:lnTo>
                <a:lnTo>
                  <a:pt x="39294" y="247707"/>
                </a:lnTo>
                <a:close/>
                <a:moveTo>
                  <a:pt x="112118" y="75596"/>
                </a:moveTo>
                <a:lnTo>
                  <a:pt x="112578" y="77321"/>
                </a:lnTo>
                <a:lnTo>
                  <a:pt x="111889" y="76458"/>
                </a:lnTo>
                <a:close/>
                <a:moveTo>
                  <a:pt x="85305" y="222403"/>
                </a:moveTo>
                <a:lnTo>
                  <a:pt x="87000" y="222743"/>
                </a:lnTo>
                <a:lnTo>
                  <a:pt x="84457" y="222573"/>
                </a:lnTo>
                <a:close/>
                <a:moveTo>
                  <a:pt x="15035" y="385539"/>
                </a:moveTo>
                <a:lnTo>
                  <a:pt x="15623" y="385909"/>
                </a:lnTo>
                <a:lnTo>
                  <a:pt x="14740" y="385724"/>
                </a:lnTo>
                <a:close/>
                <a:moveTo>
                  <a:pt x="79206" y="24068"/>
                </a:moveTo>
                <a:lnTo>
                  <a:pt x="81102" y="24805"/>
                </a:lnTo>
                <a:lnTo>
                  <a:pt x="78258" y="24437"/>
                </a:lnTo>
                <a:close/>
                <a:moveTo>
                  <a:pt x="76521" y="222874"/>
                </a:moveTo>
                <a:lnTo>
                  <a:pt x="78235" y="224509"/>
                </a:lnTo>
                <a:lnTo>
                  <a:pt x="75664" y="223691"/>
                </a:lnTo>
                <a:close/>
                <a:moveTo>
                  <a:pt x="43396" y="192105"/>
                </a:moveTo>
                <a:lnTo>
                  <a:pt x="44195" y="193766"/>
                </a:lnTo>
                <a:lnTo>
                  <a:pt x="42996" y="192935"/>
                </a:lnTo>
                <a:close/>
                <a:moveTo>
                  <a:pt x="121958" y="215418"/>
                </a:moveTo>
                <a:lnTo>
                  <a:pt x="122528" y="216186"/>
                </a:lnTo>
                <a:lnTo>
                  <a:pt x="121674" y="215802"/>
                </a:lnTo>
                <a:close/>
                <a:moveTo>
                  <a:pt x="127287" y="355873"/>
                </a:moveTo>
                <a:lnTo>
                  <a:pt x="127903" y="356494"/>
                </a:lnTo>
                <a:lnTo>
                  <a:pt x="126979" y="356184"/>
                </a:lnTo>
                <a:close/>
                <a:moveTo>
                  <a:pt x="54629" y="240158"/>
                </a:moveTo>
                <a:lnTo>
                  <a:pt x="56629" y="241907"/>
                </a:lnTo>
                <a:lnTo>
                  <a:pt x="53629" y="241033"/>
                </a:lnTo>
                <a:close/>
                <a:moveTo>
                  <a:pt x="26006" y="338366"/>
                </a:moveTo>
                <a:lnTo>
                  <a:pt x="28028" y="338712"/>
                </a:lnTo>
                <a:lnTo>
                  <a:pt x="24996" y="338539"/>
                </a:lnTo>
                <a:close/>
                <a:moveTo>
                  <a:pt x="61504" y="335583"/>
                </a:moveTo>
                <a:lnTo>
                  <a:pt x="62768" y="337195"/>
                </a:lnTo>
                <a:lnTo>
                  <a:pt x="60872" y="336389"/>
                </a:lnTo>
                <a:close/>
                <a:moveTo>
                  <a:pt x="53193" y="122624"/>
                </a:moveTo>
                <a:lnTo>
                  <a:pt x="54947" y="124326"/>
                </a:lnTo>
                <a:lnTo>
                  <a:pt x="52315" y="123475"/>
                </a:lnTo>
                <a:close/>
                <a:moveTo>
                  <a:pt x="1210" y="219818"/>
                </a:moveTo>
                <a:lnTo>
                  <a:pt x="2607" y="221352"/>
                </a:lnTo>
                <a:lnTo>
                  <a:pt x="512" y="220585"/>
                </a:lnTo>
                <a:close/>
                <a:moveTo>
                  <a:pt x="5776" y="244965"/>
                </a:moveTo>
                <a:lnTo>
                  <a:pt x="6878" y="245837"/>
                </a:lnTo>
                <a:lnTo>
                  <a:pt x="5225" y="245401"/>
                </a:lnTo>
                <a:close/>
                <a:moveTo>
                  <a:pt x="5770" y="373518"/>
                </a:moveTo>
                <a:lnTo>
                  <a:pt x="6694" y="373929"/>
                </a:lnTo>
                <a:lnTo>
                  <a:pt x="5308" y="373723"/>
                </a:lnTo>
                <a:close/>
                <a:moveTo>
                  <a:pt x="22223" y="191680"/>
                </a:moveTo>
                <a:lnTo>
                  <a:pt x="22581" y="192927"/>
                </a:lnTo>
                <a:lnTo>
                  <a:pt x="22044" y="192303"/>
                </a:lnTo>
                <a:close/>
                <a:moveTo>
                  <a:pt x="70447" y="268649"/>
                </a:moveTo>
                <a:lnTo>
                  <a:pt x="70865" y="269313"/>
                </a:lnTo>
                <a:lnTo>
                  <a:pt x="70238" y="268981"/>
                </a:lnTo>
                <a:close/>
                <a:moveTo>
                  <a:pt x="78934" y="88522"/>
                </a:moveTo>
                <a:lnTo>
                  <a:pt x="80536" y="90030"/>
                </a:lnTo>
                <a:lnTo>
                  <a:pt x="78133" y="89276"/>
                </a:lnTo>
                <a:close/>
                <a:moveTo>
                  <a:pt x="82345" y="243150"/>
                </a:moveTo>
                <a:lnTo>
                  <a:pt x="83843" y="243823"/>
                </a:lnTo>
                <a:lnTo>
                  <a:pt x="81597" y="243486"/>
                </a:lnTo>
                <a:close/>
                <a:moveTo>
                  <a:pt x="103267" y="391951"/>
                </a:moveTo>
                <a:lnTo>
                  <a:pt x="104395" y="393687"/>
                </a:lnTo>
                <a:lnTo>
                  <a:pt x="102703" y="392819"/>
                </a:lnTo>
                <a:close/>
                <a:moveTo>
                  <a:pt x="96515" y="157252"/>
                </a:moveTo>
                <a:lnTo>
                  <a:pt x="98281" y="157716"/>
                </a:lnTo>
                <a:lnTo>
                  <a:pt x="95631" y="157484"/>
                </a:lnTo>
                <a:close/>
                <a:moveTo>
                  <a:pt x="59406" y="108793"/>
                </a:moveTo>
                <a:lnTo>
                  <a:pt x="61119" y="109560"/>
                </a:lnTo>
                <a:lnTo>
                  <a:pt x="58549" y="109176"/>
                </a:lnTo>
                <a:close/>
                <a:moveTo>
                  <a:pt x="44836" y="305127"/>
                </a:moveTo>
                <a:lnTo>
                  <a:pt x="45399" y="306907"/>
                </a:lnTo>
                <a:lnTo>
                  <a:pt x="44554" y="306017"/>
                </a:lnTo>
                <a:close/>
                <a:moveTo>
                  <a:pt x="38051" y="275857"/>
                </a:moveTo>
                <a:lnTo>
                  <a:pt x="38812" y="277147"/>
                </a:lnTo>
                <a:lnTo>
                  <a:pt x="37670" y="276502"/>
                </a:lnTo>
                <a:close/>
                <a:moveTo>
                  <a:pt x="56486" y="233180"/>
                </a:moveTo>
                <a:lnTo>
                  <a:pt x="57641" y="234959"/>
                </a:lnTo>
                <a:lnTo>
                  <a:pt x="55909" y="234069"/>
                </a:lnTo>
                <a:close/>
                <a:moveTo>
                  <a:pt x="122500" y="261273"/>
                </a:moveTo>
                <a:lnTo>
                  <a:pt x="123293" y="261997"/>
                </a:lnTo>
                <a:lnTo>
                  <a:pt x="122103" y="261635"/>
                </a:lnTo>
                <a:close/>
                <a:moveTo>
                  <a:pt x="97447" y="110518"/>
                </a:moveTo>
                <a:lnTo>
                  <a:pt x="99213" y="111486"/>
                </a:lnTo>
                <a:lnTo>
                  <a:pt x="96563" y="111002"/>
                </a:lnTo>
                <a:close/>
                <a:moveTo>
                  <a:pt x="26470" y="346132"/>
                </a:moveTo>
                <a:lnTo>
                  <a:pt x="28656" y="347145"/>
                </a:lnTo>
                <a:lnTo>
                  <a:pt x="25377" y="346639"/>
                </a:lnTo>
                <a:close/>
                <a:moveTo>
                  <a:pt x="83404" y="9223"/>
                </a:moveTo>
                <a:lnTo>
                  <a:pt x="85095" y="10607"/>
                </a:lnTo>
                <a:lnTo>
                  <a:pt x="82559" y="9915"/>
                </a:lnTo>
                <a:close/>
                <a:moveTo>
                  <a:pt x="47907" y="103394"/>
                </a:moveTo>
                <a:lnTo>
                  <a:pt x="49552" y="104535"/>
                </a:lnTo>
                <a:lnTo>
                  <a:pt x="47084" y="103965"/>
                </a:lnTo>
                <a:close/>
                <a:moveTo>
                  <a:pt x="141726" y="46779"/>
                </a:moveTo>
                <a:lnTo>
                  <a:pt x="142844" y="47526"/>
                </a:lnTo>
                <a:lnTo>
                  <a:pt x="141167" y="47153"/>
                </a:lnTo>
                <a:close/>
                <a:moveTo>
                  <a:pt x="130519" y="203628"/>
                </a:moveTo>
                <a:lnTo>
                  <a:pt x="131189" y="204994"/>
                </a:lnTo>
                <a:lnTo>
                  <a:pt x="130184" y="204311"/>
                </a:lnTo>
                <a:close/>
                <a:moveTo>
                  <a:pt x="3178" y="66213"/>
                </a:moveTo>
                <a:lnTo>
                  <a:pt x="3655" y="66755"/>
                </a:lnTo>
                <a:lnTo>
                  <a:pt x="2940" y="66484"/>
                </a:lnTo>
                <a:close/>
                <a:moveTo>
                  <a:pt x="42134" y="309365"/>
                </a:moveTo>
                <a:lnTo>
                  <a:pt x="43334" y="310373"/>
                </a:lnTo>
                <a:lnTo>
                  <a:pt x="41535" y="309869"/>
                </a:lnTo>
                <a:close/>
                <a:moveTo>
                  <a:pt x="72827" y="346634"/>
                </a:moveTo>
                <a:lnTo>
                  <a:pt x="73343" y="347327"/>
                </a:lnTo>
                <a:lnTo>
                  <a:pt x="72568" y="346981"/>
                </a:lnTo>
                <a:close/>
                <a:moveTo>
                  <a:pt x="91785" y="65453"/>
                </a:moveTo>
                <a:lnTo>
                  <a:pt x="92711" y="66986"/>
                </a:lnTo>
                <a:lnTo>
                  <a:pt x="91322" y="66219"/>
                </a:lnTo>
                <a:close/>
                <a:moveTo>
                  <a:pt x="114603" y="308292"/>
                </a:moveTo>
                <a:lnTo>
                  <a:pt x="115810" y="309533"/>
                </a:lnTo>
                <a:lnTo>
                  <a:pt x="114000" y="308912"/>
                </a:lnTo>
                <a:close/>
                <a:moveTo>
                  <a:pt x="21445" y="237423"/>
                </a:moveTo>
                <a:lnTo>
                  <a:pt x="21941" y="238646"/>
                </a:lnTo>
                <a:lnTo>
                  <a:pt x="21196" y="238034"/>
                </a:lnTo>
                <a:close/>
                <a:moveTo>
                  <a:pt x="1920" y="182036"/>
                </a:moveTo>
                <a:lnTo>
                  <a:pt x="3371" y="183405"/>
                </a:lnTo>
                <a:lnTo>
                  <a:pt x="1195" y="182720"/>
                </a:lnTo>
                <a:close/>
                <a:moveTo>
                  <a:pt x="118457" y="241708"/>
                </a:moveTo>
                <a:lnTo>
                  <a:pt x="119369" y="242542"/>
                </a:lnTo>
                <a:lnTo>
                  <a:pt x="118001" y="242125"/>
                </a:lnTo>
                <a:close/>
                <a:moveTo>
                  <a:pt x="26758" y="43846"/>
                </a:moveTo>
                <a:lnTo>
                  <a:pt x="27336" y="45320"/>
                </a:lnTo>
                <a:lnTo>
                  <a:pt x="26469" y="44583"/>
                </a:lnTo>
                <a:close/>
                <a:moveTo>
                  <a:pt x="20989" y="383799"/>
                </a:moveTo>
                <a:lnTo>
                  <a:pt x="23179" y="384595"/>
                </a:lnTo>
                <a:lnTo>
                  <a:pt x="19894" y="384197"/>
                </a:lnTo>
                <a:close/>
                <a:moveTo>
                  <a:pt x="25924" y="186722"/>
                </a:moveTo>
                <a:lnTo>
                  <a:pt x="27794" y="187684"/>
                </a:lnTo>
                <a:lnTo>
                  <a:pt x="24989" y="187203"/>
                </a:lnTo>
                <a:close/>
                <a:moveTo>
                  <a:pt x="107626" y="360267"/>
                </a:moveTo>
                <a:lnTo>
                  <a:pt x="109222" y="360651"/>
                </a:lnTo>
                <a:lnTo>
                  <a:pt x="106828" y="360459"/>
                </a:lnTo>
                <a:close/>
                <a:moveTo>
                  <a:pt x="80532" y="63382"/>
                </a:moveTo>
                <a:lnTo>
                  <a:pt x="81179" y="64638"/>
                </a:lnTo>
                <a:lnTo>
                  <a:pt x="80209" y="64010"/>
                </a:lnTo>
                <a:close/>
                <a:moveTo>
                  <a:pt x="68254" y="390354"/>
                </a:moveTo>
                <a:lnTo>
                  <a:pt x="68804" y="392107"/>
                </a:lnTo>
                <a:lnTo>
                  <a:pt x="67979" y="391231"/>
                </a:lnTo>
                <a:close/>
                <a:moveTo>
                  <a:pt x="44623" y="129218"/>
                </a:moveTo>
                <a:lnTo>
                  <a:pt x="45753" y="129811"/>
                </a:lnTo>
                <a:lnTo>
                  <a:pt x="44059" y="129514"/>
                </a:lnTo>
                <a:close/>
                <a:moveTo>
                  <a:pt x="127249" y="277731"/>
                </a:moveTo>
                <a:lnTo>
                  <a:pt x="128561" y="278676"/>
                </a:lnTo>
                <a:lnTo>
                  <a:pt x="126593" y="278203"/>
                </a:lnTo>
                <a:close/>
                <a:moveTo>
                  <a:pt x="136550" y="275698"/>
                </a:moveTo>
                <a:lnTo>
                  <a:pt x="137827" y="276721"/>
                </a:lnTo>
                <a:lnTo>
                  <a:pt x="135911" y="276210"/>
                </a:lnTo>
                <a:close/>
                <a:moveTo>
                  <a:pt x="11524" y="275975"/>
                </a:moveTo>
                <a:lnTo>
                  <a:pt x="13197" y="276428"/>
                </a:lnTo>
                <a:lnTo>
                  <a:pt x="10688" y="276202"/>
                </a:lnTo>
                <a:close/>
                <a:moveTo>
                  <a:pt x="56983" y="9818"/>
                </a:moveTo>
                <a:lnTo>
                  <a:pt x="58762" y="11260"/>
                </a:lnTo>
                <a:lnTo>
                  <a:pt x="56094" y="10539"/>
                </a:lnTo>
                <a:close/>
                <a:moveTo>
                  <a:pt x="73127" y="296589"/>
                </a:moveTo>
                <a:lnTo>
                  <a:pt x="74387" y="297680"/>
                </a:lnTo>
                <a:lnTo>
                  <a:pt x="72497" y="297135"/>
                </a:lnTo>
                <a:close/>
                <a:moveTo>
                  <a:pt x="39205" y="26329"/>
                </a:moveTo>
                <a:lnTo>
                  <a:pt x="39909" y="27002"/>
                </a:lnTo>
                <a:lnTo>
                  <a:pt x="38853" y="26666"/>
                </a:lnTo>
                <a:close/>
                <a:moveTo>
                  <a:pt x="3938" y="256369"/>
                </a:moveTo>
                <a:lnTo>
                  <a:pt x="4624" y="257388"/>
                </a:lnTo>
                <a:lnTo>
                  <a:pt x="3596" y="256879"/>
                </a:lnTo>
                <a:close/>
                <a:moveTo>
                  <a:pt x="14088" y="288927"/>
                </a:moveTo>
                <a:lnTo>
                  <a:pt x="15180" y="290511"/>
                </a:lnTo>
                <a:lnTo>
                  <a:pt x="13542" y="289719"/>
                </a:lnTo>
                <a:close/>
                <a:moveTo>
                  <a:pt x="29851" y="365727"/>
                </a:moveTo>
                <a:lnTo>
                  <a:pt x="30779" y="367425"/>
                </a:lnTo>
                <a:lnTo>
                  <a:pt x="29387" y="366576"/>
                </a:lnTo>
                <a:close/>
                <a:moveTo>
                  <a:pt x="61203" y="294336"/>
                </a:moveTo>
                <a:lnTo>
                  <a:pt x="61791" y="296081"/>
                </a:lnTo>
                <a:lnTo>
                  <a:pt x="60910" y="295208"/>
                </a:lnTo>
                <a:close/>
                <a:moveTo>
                  <a:pt x="114395" y="334026"/>
                </a:moveTo>
                <a:lnTo>
                  <a:pt x="116243" y="334541"/>
                </a:lnTo>
                <a:lnTo>
                  <a:pt x="113471" y="334283"/>
                </a:lnTo>
                <a:close/>
                <a:moveTo>
                  <a:pt x="44005" y="152037"/>
                </a:moveTo>
                <a:lnTo>
                  <a:pt x="44900" y="152980"/>
                </a:lnTo>
                <a:lnTo>
                  <a:pt x="43558" y="152508"/>
                </a:lnTo>
                <a:close/>
                <a:moveTo>
                  <a:pt x="88435" y="150291"/>
                </a:moveTo>
                <a:lnTo>
                  <a:pt x="89477" y="151119"/>
                </a:lnTo>
                <a:lnTo>
                  <a:pt x="87914" y="150705"/>
                </a:lnTo>
                <a:close/>
                <a:moveTo>
                  <a:pt x="103178" y="134951"/>
                </a:moveTo>
                <a:lnTo>
                  <a:pt x="103796" y="135785"/>
                </a:lnTo>
                <a:lnTo>
                  <a:pt x="102869" y="135368"/>
                </a:lnTo>
                <a:close/>
                <a:moveTo>
                  <a:pt x="43463" y="295785"/>
                </a:moveTo>
                <a:lnTo>
                  <a:pt x="43908" y="296222"/>
                </a:lnTo>
                <a:lnTo>
                  <a:pt x="43241" y="296004"/>
                </a:lnTo>
                <a:close/>
                <a:moveTo>
                  <a:pt x="137166" y="352470"/>
                </a:moveTo>
                <a:lnTo>
                  <a:pt x="138815" y="353478"/>
                </a:lnTo>
                <a:lnTo>
                  <a:pt x="136341" y="352974"/>
                </a:lnTo>
                <a:close/>
                <a:moveTo>
                  <a:pt x="59558" y="70363"/>
                </a:moveTo>
                <a:lnTo>
                  <a:pt x="61110" y="72092"/>
                </a:lnTo>
                <a:lnTo>
                  <a:pt x="58781" y="71227"/>
                </a:lnTo>
                <a:close/>
                <a:moveTo>
                  <a:pt x="121022" y="151824"/>
                </a:moveTo>
                <a:lnTo>
                  <a:pt x="123196" y="152787"/>
                </a:lnTo>
                <a:lnTo>
                  <a:pt x="119935" y="152305"/>
                </a:lnTo>
                <a:close/>
                <a:moveTo>
                  <a:pt x="108172" y="354958"/>
                </a:moveTo>
                <a:lnTo>
                  <a:pt x="109511" y="356273"/>
                </a:lnTo>
                <a:lnTo>
                  <a:pt x="107502" y="355616"/>
                </a:lnTo>
                <a:close/>
                <a:moveTo>
                  <a:pt x="61551" y="115517"/>
                </a:moveTo>
                <a:lnTo>
                  <a:pt x="62857" y="116612"/>
                </a:lnTo>
                <a:lnTo>
                  <a:pt x="60897" y="116064"/>
                </a:lnTo>
                <a:close/>
                <a:moveTo>
                  <a:pt x="49814" y="181174"/>
                </a:moveTo>
                <a:lnTo>
                  <a:pt x="50184" y="182171"/>
                </a:lnTo>
                <a:lnTo>
                  <a:pt x="49629" y="181673"/>
                </a:lnTo>
                <a:close/>
                <a:moveTo>
                  <a:pt x="128148" y="221005"/>
                </a:moveTo>
                <a:lnTo>
                  <a:pt x="129254" y="221322"/>
                </a:lnTo>
                <a:lnTo>
                  <a:pt x="127594" y="221164"/>
                </a:lnTo>
                <a:close/>
                <a:moveTo>
                  <a:pt x="126029" y="223345"/>
                </a:moveTo>
                <a:lnTo>
                  <a:pt x="127764" y="224607"/>
                </a:lnTo>
                <a:lnTo>
                  <a:pt x="125161" y="223976"/>
                </a:lnTo>
                <a:close/>
                <a:moveTo>
                  <a:pt x="142421" y="170416"/>
                </a:moveTo>
                <a:lnTo>
                  <a:pt x="142790" y="171071"/>
                </a:lnTo>
                <a:lnTo>
                  <a:pt x="142237" y="170744"/>
                </a:lnTo>
                <a:close/>
                <a:moveTo>
                  <a:pt x="8886" y="175923"/>
                </a:moveTo>
                <a:lnTo>
                  <a:pt x="10906" y="176469"/>
                </a:lnTo>
                <a:lnTo>
                  <a:pt x="7876" y="176196"/>
                </a:lnTo>
                <a:close/>
                <a:moveTo>
                  <a:pt x="127448" y="193345"/>
                </a:moveTo>
                <a:lnTo>
                  <a:pt x="129060" y="194339"/>
                </a:lnTo>
                <a:lnTo>
                  <a:pt x="126642" y="193842"/>
                </a:lnTo>
                <a:close/>
                <a:moveTo>
                  <a:pt x="100274" y="267328"/>
                </a:moveTo>
                <a:lnTo>
                  <a:pt x="101774" y="268909"/>
                </a:lnTo>
                <a:lnTo>
                  <a:pt x="99525" y="268118"/>
                </a:lnTo>
                <a:close/>
                <a:moveTo>
                  <a:pt x="49840" y="70064"/>
                </a:moveTo>
                <a:lnTo>
                  <a:pt x="50996" y="71067"/>
                </a:lnTo>
                <a:lnTo>
                  <a:pt x="49261" y="70565"/>
                </a:lnTo>
                <a:close/>
                <a:moveTo>
                  <a:pt x="41817" y="155909"/>
                </a:moveTo>
                <a:lnTo>
                  <a:pt x="43506" y="157147"/>
                </a:lnTo>
                <a:lnTo>
                  <a:pt x="40972" y="156528"/>
                </a:lnTo>
                <a:close/>
                <a:moveTo>
                  <a:pt x="109778" y="18059"/>
                </a:moveTo>
                <a:lnTo>
                  <a:pt x="110161" y="19740"/>
                </a:lnTo>
                <a:lnTo>
                  <a:pt x="109586" y="18899"/>
                </a:lnTo>
                <a:close/>
                <a:moveTo>
                  <a:pt x="42394" y="316761"/>
                </a:moveTo>
                <a:lnTo>
                  <a:pt x="44506" y="317821"/>
                </a:lnTo>
                <a:lnTo>
                  <a:pt x="41338" y="317291"/>
                </a:lnTo>
                <a:close/>
                <a:moveTo>
                  <a:pt x="105858" y="51368"/>
                </a:moveTo>
                <a:lnTo>
                  <a:pt x="106977" y="53164"/>
                </a:lnTo>
                <a:lnTo>
                  <a:pt x="105298" y="52266"/>
                </a:lnTo>
                <a:close/>
                <a:moveTo>
                  <a:pt x="40459" y="143155"/>
                </a:moveTo>
                <a:lnTo>
                  <a:pt x="41572" y="143709"/>
                </a:lnTo>
                <a:lnTo>
                  <a:pt x="39903" y="143432"/>
                </a:lnTo>
                <a:close/>
                <a:moveTo>
                  <a:pt x="57912" y="245510"/>
                </a:moveTo>
                <a:lnTo>
                  <a:pt x="58891" y="246737"/>
                </a:lnTo>
                <a:lnTo>
                  <a:pt x="57423" y="246124"/>
                </a:lnTo>
                <a:close/>
                <a:moveTo>
                  <a:pt x="16320" y="237782"/>
                </a:moveTo>
                <a:lnTo>
                  <a:pt x="17868" y="239379"/>
                </a:lnTo>
                <a:lnTo>
                  <a:pt x="15545" y="238580"/>
                </a:lnTo>
                <a:close/>
                <a:moveTo>
                  <a:pt x="62132" y="159711"/>
                </a:moveTo>
                <a:lnTo>
                  <a:pt x="62753" y="161349"/>
                </a:lnTo>
                <a:lnTo>
                  <a:pt x="61822" y="160530"/>
                </a:lnTo>
                <a:close/>
                <a:moveTo>
                  <a:pt x="64635" y="132447"/>
                </a:moveTo>
                <a:lnTo>
                  <a:pt x="65153" y="133126"/>
                </a:lnTo>
                <a:lnTo>
                  <a:pt x="64376" y="132787"/>
                </a:lnTo>
                <a:close/>
                <a:moveTo>
                  <a:pt x="130870" y="104380"/>
                </a:moveTo>
                <a:lnTo>
                  <a:pt x="132945" y="106027"/>
                </a:lnTo>
                <a:lnTo>
                  <a:pt x="129832" y="105204"/>
                </a:lnTo>
                <a:close/>
                <a:moveTo>
                  <a:pt x="132865" y="319061"/>
                </a:moveTo>
                <a:lnTo>
                  <a:pt x="134677" y="320572"/>
                </a:lnTo>
                <a:lnTo>
                  <a:pt x="131959" y="319816"/>
                </a:lnTo>
                <a:close/>
                <a:moveTo>
                  <a:pt x="112963" y="83574"/>
                </a:moveTo>
                <a:lnTo>
                  <a:pt x="114968" y="84214"/>
                </a:lnTo>
                <a:lnTo>
                  <a:pt x="111961" y="83894"/>
                </a:lnTo>
                <a:close/>
                <a:moveTo>
                  <a:pt x="116962" y="191199"/>
                </a:moveTo>
                <a:lnTo>
                  <a:pt x="118986" y="192980"/>
                </a:lnTo>
                <a:lnTo>
                  <a:pt x="115950" y="192090"/>
                </a:lnTo>
                <a:close/>
                <a:moveTo>
                  <a:pt x="38049" y="280609"/>
                </a:moveTo>
                <a:lnTo>
                  <a:pt x="38449" y="282398"/>
                </a:lnTo>
                <a:lnTo>
                  <a:pt x="37849" y="281504"/>
                </a:lnTo>
                <a:close/>
                <a:moveTo>
                  <a:pt x="7197" y="260232"/>
                </a:moveTo>
                <a:lnTo>
                  <a:pt x="8076" y="260559"/>
                </a:lnTo>
                <a:lnTo>
                  <a:pt x="6757" y="260395"/>
                </a:lnTo>
                <a:close/>
                <a:moveTo>
                  <a:pt x="116188" y="135306"/>
                </a:moveTo>
                <a:lnTo>
                  <a:pt x="116595" y="136269"/>
                </a:lnTo>
                <a:lnTo>
                  <a:pt x="115985" y="135787"/>
                </a:lnTo>
                <a:close/>
                <a:moveTo>
                  <a:pt x="45719" y="377935"/>
                </a:moveTo>
                <a:lnTo>
                  <a:pt x="46981" y="378415"/>
                </a:lnTo>
                <a:lnTo>
                  <a:pt x="45088" y="378175"/>
                </a:lnTo>
                <a:close/>
                <a:moveTo>
                  <a:pt x="132760" y="316927"/>
                </a:moveTo>
                <a:lnTo>
                  <a:pt x="134145" y="318097"/>
                </a:lnTo>
                <a:lnTo>
                  <a:pt x="132067" y="317512"/>
                </a:lnTo>
                <a:close/>
                <a:moveTo>
                  <a:pt x="120141" y="312880"/>
                </a:moveTo>
                <a:lnTo>
                  <a:pt x="121932" y="313289"/>
                </a:lnTo>
                <a:lnTo>
                  <a:pt x="119246" y="313085"/>
                </a:lnTo>
                <a:close/>
                <a:moveTo>
                  <a:pt x="123227" y="8288"/>
                </a:moveTo>
                <a:lnTo>
                  <a:pt x="124684" y="8694"/>
                </a:lnTo>
                <a:lnTo>
                  <a:pt x="122498" y="8491"/>
                </a:lnTo>
                <a:close/>
                <a:moveTo>
                  <a:pt x="32463" y="139623"/>
                </a:moveTo>
                <a:lnTo>
                  <a:pt x="33327" y="141300"/>
                </a:lnTo>
                <a:lnTo>
                  <a:pt x="32031" y="140461"/>
                </a:lnTo>
                <a:close/>
                <a:moveTo>
                  <a:pt x="122349" y="100032"/>
                </a:moveTo>
                <a:lnTo>
                  <a:pt x="124421" y="100862"/>
                </a:lnTo>
                <a:lnTo>
                  <a:pt x="121313" y="100447"/>
                </a:lnTo>
                <a:close/>
                <a:moveTo>
                  <a:pt x="141912" y="49617"/>
                </a:moveTo>
                <a:lnTo>
                  <a:pt x="143354" y="50150"/>
                </a:lnTo>
                <a:lnTo>
                  <a:pt x="141191" y="49884"/>
                </a:lnTo>
                <a:close/>
                <a:moveTo>
                  <a:pt x="94555" y="247731"/>
                </a:moveTo>
                <a:lnTo>
                  <a:pt x="94912" y="248951"/>
                </a:lnTo>
                <a:lnTo>
                  <a:pt x="94376" y="248341"/>
                </a:lnTo>
                <a:close/>
                <a:moveTo>
                  <a:pt x="116435" y="250585"/>
                </a:moveTo>
                <a:lnTo>
                  <a:pt x="118037" y="251177"/>
                </a:lnTo>
                <a:lnTo>
                  <a:pt x="115633" y="250881"/>
                </a:lnTo>
                <a:close/>
                <a:moveTo>
                  <a:pt x="100519" y="97338"/>
                </a:moveTo>
                <a:lnTo>
                  <a:pt x="102442" y="98405"/>
                </a:lnTo>
                <a:lnTo>
                  <a:pt x="99558" y="97872"/>
                </a:lnTo>
                <a:close/>
                <a:moveTo>
                  <a:pt x="144587" y="611"/>
                </a:moveTo>
                <a:lnTo>
                  <a:pt x="146066" y="1622"/>
                </a:lnTo>
                <a:lnTo>
                  <a:pt x="143848" y="1117"/>
                </a:lnTo>
                <a:close/>
                <a:moveTo>
                  <a:pt x="28887" y="217975"/>
                </a:moveTo>
                <a:lnTo>
                  <a:pt x="29809" y="218541"/>
                </a:lnTo>
                <a:lnTo>
                  <a:pt x="28425" y="218258"/>
                </a:lnTo>
                <a:close/>
                <a:moveTo>
                  <a:pt x="42737" y="278561"/>
                </a:moveTo>
                <a:lnTo>
                  <a:pt x="43762" y="279138"/>
                </a:lnTo>
                <a:lnTo>
                  <a:pt x="42225" y="278849"/>
                </a:lnTo>
                <a:close/>
                <a:moveTo>
                  <a:pt x="86419" y="75905"/>
                </a:moveTo>
                <a:lnTo>
                  <a:pt x="88246" y="77232"/>
                </a:lnTo>
                <a:lnTo>
                  <a:pt x="85505" y="76568"/>
                </a:lnTo>
                <a:close/>
                <a:moveTo>
                  <a:pt x="5545" y="332899"/>
                </a:moveTo>
                <a:lnTo>
                  <a:pt x="7687" y="334093"/>
                </a:lnTo>
                <a:lnTo>
                  <a:pt x="4473" y="333496"/>
                </a:lnTo>
                <a:close/>
                <a:moveTo>
                  <a:pt x="68281" y="24716"/>
                </a:moveTo>
                <a:lnTo>
                  <a:pt x="69133" y="26151"/>
                </a:lnTo>
                <a:lnTo>
                  <a:pt x="67856" y="25433"/>
                </a:lnTo>
                <a:close/>
                <a:moveTo>
                  <a:pt x="6989" y="76449"/>
                </a:moveTo>
                <a:lnTo>
                  <a:pt x="7855" y="76802"/>
                </a:lnTo>
                <a:lnTo>
                  <a:pt x="6556" y="76625"/>
                </a:lnTo>
                <a:close/>
                <a:moveTo>
                  <a:pt x="97491" y="257613"/>
                </a:moveTo>
                <a:lnTo>
                  <a:pt x="98451" y="258678"/>
                </a:lnTo>
                <a:lnTo>
                  <a:pt x="97012" y="258146"/>
                </a:lnTo>
                <a:close/>
                <a:moveTo>
                  <a:pt x="73284" y="324013"/>
                </a:moveTo>
                <a:lnTo>
                  <a:pt x="74975" y="324657"/>
                </a:lnTo>
                <a:lnTo>
                  <a:pt x="72439" y="324335"/>
                </a:lnTo>
                <a:close/>
                <a:moveTo>
                  <a:pt x="92474" y="79736"/>
                </a:moveTo>
                <a:lnTo>
                  <a:pt x="93951" y="80815"/>
                </a:lnTo>
                <a:lnTo>
                  <a:pt x="91735" y="80276"/>
                </a:lnTo>
                <a:close/>
                <a:moveTo>
                  <a:pt x="118136" y="14471"/>
                </a:moveTo>
                <a:lnTo>
                  <a:pt x="120175" y="14861"/>
                </a:lnTo>
                <a:lnTo>
                  <a:pt x="117116" y="14666"/>
                </a:lnTo>
                <a:close/>
                <a:moveTo>
                  <a:pt x="133072" y="165732"/>
                </a:moveTo>
                <a:lnTo>
                  <a:pt x="134226" y="166093"/>
                </a:lnTo>
                <a:lnTo>
                  <a:pt x="132495" y="165912"/>
                </a:lnTo>
                <a:close/>
                <a:moveTo>
                  <a:pt x="125936" y="382070"/>
                </a:moveTo>
                <a:lnTo>
                  <a:pt x="127297" y="383620"/>
                </a:lnTo>
                <a:lnTo>
                  <a:pt x="125256" y="382845"/>
                </a:lnTo>
                <a:close/>
                <a:moveTo>
                  <a:pt x="57125" y="158306"/>
                </a:moveTo>
                <a:lnTo>
                  <a:pt x="57980" y="159538"/>
                </a:lnTo>
                <a:lnTo>
                  <a:pt x="56698" y="158922"/>
                </a:lnTo>
                <a:close/>
                <a:moveTo>
                  <a:pt x="115301" y="41159"/>
                </a:moveTo>
                <a:lnTo>
                  <a:pt x="116871" y="42892"/>
                </a:lnTo>
                <a:lnTo>
                  <a:pt x="114516" y="42026"/>
                </a:lnTo>
                <a:close/>
                <a:moveTo>
                  <a:pt x="88151" y="381985"/>
                </a:moveTo>
                <a:lnTo>
                  <a:pt x="88977" y="383149"/>
                </a:lnTo>
                <a:lnTo>
                  <a:pt x="87737" y="382567"/>
                </a:lnTo>
                <a:close/>
                <a:moveTo>
                  <a:pt x="143646" y="337879"/>
                </a:moveTo>
                <a:lnTo>
                  <a:pt x="144517" y="339531"/>
                </a:lnTo>
                <a:lnTo>
                  <a:pt x="143211" y="338705"/>
                </a:lnTo>
                <a:close/>
                <a:moveTo>
                  <a:pt x="59249" y="344947"/>
                </a:moveTo>
                <a:lnTo>
                  <a:pt x="60689" y="345697"/>
                </a:lnTo>
                <a:lnTo>
                  <a:pt x="58528" y="345322"/>
                </a:lnTo>
                <a:close/>
                <a:moveTo>
                  <a:pt x="62182" y="141602"/>
                </a:moveTo>
                <a:lnTo>
                  <a:pt x="62809" y="143054"/>
                </a:lnTo>
                <a:lnTo>
                  <a:pt x="61868" y="142328"/>
                </a:lnTo>
                <a:close/>
                <a:moveTo>
                  <a:pt x="45314" y="252014"/>
                </a:moveTo>
                <a:lnTo>
                  <a:pt x="46159" y="253005"/>
                </a:lnTo>
                <a:lnTo>
                  <a:pt x="44891" y="252510"/>
                </a:lnTo>
                <a:close/>
                <a:moveTo>
                  <a:pt x="139064" y="356519"/>
                </a:moveTo>
                <a:lnTo>
                  <a:pt x="140830" y="356826"/>
                </a:lnTo>
                <a:lnTo>
                  <a:pt x="138181" y="356673"/>
                </a:lnTo>
                <a:close/>
                <a:moveTo>
                  <a:pt x="79446" y="282588"/>
                </a:moveTo>
                <a:lnTo>
                  <a:pt x="81516" y="284056"/>
                </a:lnTo>
                <a:lnTo>
                  <a:pt x="78411" y="283322"/>
                </a:lnTo>
                <a:close/>
                <a:moveTo>
                  <a:pt x="64433" y="72682"/>
                </a:moveTo>
                <a:lnTo>
                  <a:pt x="65286" y="73403"/>
                </a:lnTo>
                <a:lnTo>
                  <a:pt x="64007" y="73043"/>
                </a:lnTo>
                <a:close/>
                <a:moveTo>
                  <a:pt x="47894" y="272883"/>
                </a:moveTo>
                <a:lnTo>
                  <a:pt x="48469" y="274098"/>
                </a:lnTo>
                <a:lnTo>
                  <a:pt x="47606" y="273491"/>
                </a:lnTo>
                <a:close/>
                <a:moveTo>
                  <a:pt x="113626" y="168232"/>
                </a:moveTo>
                <a:lnTo>
                  <a:pt x="115497" y="169505"/>
                </a:lnTo>
                <a:lnTo>
                  <a:pt x="112690" y="168869"/>
                </a:lnTo>
                <a:close/>
                <a:moveTo>
                  <a:pt x="125793" y="329104"/>
                </a:moveTo>
                <a:lnTo>
                  <a:pt x="127519" y="330033"/>
                </a:lnTo>
                <a:lnTo>
                  <a:pt x="124930" y="329568"/>
                </a:lnTo>
                <a:close/>
                <a:moveTo>
                  <a:pt x="25494" y="291054"/>
                </a:moveTo>
                <a:lnTo>
                  <a:pt x="26314" y="291876"/>
                </a:lnTo>
                <a:lnTo>
                  <a:pt x="25084" y="291465"/>
                </a:lnTo>
                <a:close/>
                <a:moveTo>
                  <a:pt x="28234" y="144133"/>
                </a:moveTo>
                <a:lnTo>
                  <a:pt x="29444" y="145266"/>
                </a:lnTo>
                <a:lnTo>
                  <a:pt x="27629" y="144700"/>
                </a:lnTo>
                <a:close/>
                <a:moveTo>
                  <a:pt x="112952" y="185588"/>
                </a:moveTo>
                <a:lnTo>
                  <a:pt x="113394" y="186324"/>
                </a:lnTo>
                <a:lnTo>
                  <a:pt x="112732" y="185956"/>
                </a:lnTo>
                <a:close/>
                <a:moveTo>
                  <a:pt x="103695" y="6459"/>
                </a:moveTo>
                <a:lnTo>
                  <a:pt x="105778" y="7500"/>
                </a:lnTo>
                <a:lnTo>
                  <a:pt x="102653" y="6979"/>
                </a:lnTo>
                <a:close/>
                <a:moveTo>
                  <a:pt x="51683" y="309831"/>
                </a:moveTo>
                <a:lnTo>
                  <a:pt x="53758" y="310472"/>
                </a:lnTo>
                <a:lnTo>
                  <a:pt x="50645" y="310151"/>
                </a:lnTo>
                <a:close/>
                <a:moveTo>
                  <a:pt x="137772" y="83286"/>
                </a:moveTo>
                <a:lnTo>
                  <a:pt x="139617" y="85076"/>
                </a:lnTo>
                <a:lnTo>
                  <a:pt x="136850" y="84181"/>
                </a:lnTo>
                <a:close/>
                <a:moveTo>
                  <a:pt x="17252" y="45735"/>
                </a:moveTo>
                <a:lnTo>
                  <a:pt x="18183" y="47030"/>
                </a:lnTo>
                <a:lnTo>
                  <a:pt x="16786" y="46382"/>
                </a:lnTo>
                <a:close/>
                <a:moveTo>
                  <a:pt x="72816" y="79700"/>
                </a:moveTo>
                <a:lnTo>
                  <a:pt x="73928" y="80506"/>
                </a:lnTo>
                <a:lnTo>
                  <a:pt x="72260" y="80103"/>
                </a:lnTo>
                <a:close/>
                <a:moveTo>
                  <a:pt x="127693" y="44585"/>
                </a:moveTo>
                <a:lnTo>
                  <a:pt x="128170" y="45715"/>
                </a:lnTo>
                <a:lnTo>
                  <a:pt x="127455" y="45150"/>
                </a:lnTo>
                <a:close/>
                <a:moveTo>
                  <a:pt x="81502" y="31425"/>
                </a:moveTo>
                <a:lnTo>
                  <a:pt x="81936" y="32491"/>
                </a:lnTo>
                <a:lnTo>
                  <a:pt x="81285" y="31958"/>
                </a:lnTo>
                <a:close/>
                <a:moveTo>
                  <a:pt x="14081" y="200665"/>
                </a:moveTo>
                <a:lnTo>
                  <a:pt x="14847" y="201354"/>
                </a:lnTo>
                <a:lnTo>
                  <a:pt x="13697" y="201010"/>
                </a:lnTo>
                <a:close/>
                <a:moveTo>
                  <a:pt x="89608" y="224598"/>
                </a:moveTo>
                <a:lnTo>
                  <a:pt x="90627" y="225200"/>
                </a:lnTo>
                <a:lnTo>
                  <a:pt x="89099" y="224899"/>
                </a:lnTo>
                <a:close/>
                <a:moveTo>
                  <a:pt x="141231" y="213858"/>
                </a:moveTo>
                <a:lnTo>
                  <a:pt x="143014" y="215054"/>
                </a:lnTo>
                <a:lnTo>
                  <a:pt x="140340" y="214456"/>
                </a:lnTo>
                <a:close/>
                <a:moveTo>
                  <a:pt x="114812" y="254565"/>
                </a:moveTo>
                <a:lnTo>
                  <a:pt x="115473" y="255331"/>
                </a:lnTo>
                <a:lnTo>
                  <a:pt x="114481" y="254948"/>
                </a:lnTo>
                <a:close/>
                <a:moveTo>
                  <a:pt x="56053" y="388011"/>
                </a:moveTo>
                <a:lnTo>
                  <a:pt x="56902" y="389033"/>
                </a:lnTo>
                <a:lnTo>
                  <a:pt x="55628" y="388522"/>
                </a:lnTo>
                <a:close/>
                <a:moveTo>
                  <a:pt x="67471" y="46200"/>
                </a:moveTo>
                <a:lnTo>
                  <a:pt x="68072" y="46750"/>
                </a:lnTo>
                <a:lnTo>
                  <a:pt x="67171" y="46475"/>
                </a:lnTo>
                <a:close/>
                <a:moveTo>
                  <a:pt x="114115" y="8345"/>
                </a:moveTo>
                <a:lnTo>
                  <a:pt x="114679" y="8645"/>
                </a:lnTo>
                <a:lnTo>
                  <a:pt x="113834" y="8495"/>
                </a:lnTo>
                <a:close/>
                <a:moveTo>
                  <a:pt x="104579" y="153069"/>
                </a:moveTo>
                <a:lnTo>
                  <a:pt x="105690" y="154114"/>
                </a:lnTo>
                <a:lnTo>
                  <a:pt x="104023" y="153592"/>
                </a:lnTo>
                <a:close/>
                <a:moveTo>
                  <a:pt x="119960" y="153524"/>
                </a:moveTo>
                <a:lnTo>
                  <a:pt x="120960" y="154892"/>
                </a:lnTo>
                <a:lnTo>
                  <a:pt x="119460" y="154208"/>
                </a:lnTo>
                <a:close/>
                <a:moveTo>
                  <a:pt x="90022" y="273208"/>
                </a:moveTo>
                <a:lnTo>
                  <a:pt x="90616" y="273808"/>
                </a:lnTo>
                <a:lnTo>
                  <a:pt x="89725" y="273508"/>
                </a:lnTo>
                <a:close/>
                <a:moveTo>
                  <a:pt x="26221" y="336395"/>
                </a:moveTo>
                <a:lnTo>
                  <a:pt x="27460" y="338076"/>
                </a:lnTo>
                <a:lnTo>
                  <a:pt x="25601" y="337235"/>
                </a:lnTo>
                <a:close/>
                <a:moveTo>
                  <a:pt x="60462" y="31424"/>
                </a:moveTo>
                <a:lnTo>
                  <a:pt x="61425" y="31738"/>
                </a:lnTo>
                <a:lnTo>
                  <a:pt x="59981" y="31581"/>
                </a:lnTo>
                <a:close/>
                <a:moveTo>
                  <a:pt x="26544" y="223567"/>
                </a:moveTo>
                <a:lnTo>
                  <a:pt x="28016" y="224605"/>
                </a:lnTo>
                <a:lnTo>
                  <a:pt x="25808" y="224086"/>
                </a:lnTo>
                <a:close/>
                <a:moveTo>
                  <a:pt x="60397" y="185618"/>
                </a:moveTo>
                <a:lnTo>
                  <a:pt x="62119" y="187073"/>
                </a:lnTo>
                <a:lnTo>
                  <a:pt x="59537" y="186345"/>
                </a:lnTo>
                <a:close/>
                <a:moveTo>
                  <a:pt x="89532" y="166919"/>
                </a:moveTo>
                <a:lnTo>
                  <a:pt x="90930" y="168541"/>
                </a:lnTo>
                <a:lnTo>
                  <a:pt x="88834" y="167730"/>
                </a:lnTo>
                <a:close/>
                <a:moveTo>
                  <a:pt x="49422" y="288708"/>
                </a:moveTo>
                <a:lnTo>
                  <a:pt x="51390" y="289297"/>
                </a:lnTo>
                <a:lnTo>
                  <a:pt x="48438" y="289003"/>
                </a:lnTo>
                <a:close/>
                <a:moveTo>
                  <a:pt x="38873" y="294985"/>
                </a:moveTo>
                <a:lnTo>
                  <a:pt x="39781" y="295509"/>
                </a:lnTo>
                <a:lnTo>
                  <a:pt x="38419" y="295247"/>
                </a:lnTo>
                <a:close/>
                <a:moveTo>
                  <a:pt x="94522" y="353968"/>
                </a:moveTo>
                <a:lnTo>
                  <a:pt x="95744" y="355130"/>
                </a:lnTo>
                <a:lnTo>
                  <a:pt x="93912" y="354549"/>
                </a:lnTo>
                <a:close/>
                <a:moveTo>
                  <a:pt x="115970" y="353828"/>
                </a:moveTo>
                <a:lnTo>
                  <a:pt x="116982" y="355110"/>
                </a:lnTo>
                <a:lnTo>
                  <a:pt x="115464" y="354469"/>
                </a:lnTo>
                <a:close/>
                <a:moveTo>
                  <a:pt x="67065" y="32236"/>
                </a:moveTo>
                <a:lnTo>
                  <a:pt x="67515" y="32727"/>
                </a:lnTo>
                <a:lnTo>
                  <a:pt x="66840" y="32481"/>
                </a:lnTo>
                <a:close/>
                <a:moveTo>
                  <a:pt x="18900" y="375957"/>
                </a:moveTo>
                <a:lnTo>
                  <a:pt x="19922" y="377013"/>
                </a:lnTo>
                <a:lnTo>
                  <a:pt x="18389" y="376485"/>
                </a:lnTo>
                <a:close/>
                <a:moveTo>
                  <a:pt x="30181" y="308365"/>
                </a:moveTo>
                <a:lnTo>
                  <a:pt x="32347" y="309093"/>
                </a:lnTo>
                <a:lnTo>
                  <a:pt x="29097" y="308729"/>
                </a:lnTo>
                <a:close/>
                <a:moveTo>
                  <a:pt x="49705" y="7483"/>
                </a:moveTo>
                <a:lnTo>
                  <a:pt x="50441" y="8239"/>
                </a:lnTo>
                <a:lnTo>
                  <a:pt x="49338" y="7861"/>
                </a:lnTo>
                <a:close/>
                <a:moveTo>
                  <a:pt x="80433" y="166479"/>
                </a:moveTo>
                <a:lnTo>
                  <a:pt x="81377" y="167388"/>
                </a:lnTo>
                <a:lnTo>
                  <a:pt x="79961" y="166934"/>
                </a:lnTo>
                <a:close/>
                <a:moveTo>
                  <a:pt x="133112" y="277306"/>
                </a:moveTo>
                <a:lnTo>
                  <a:pt x="135291" y="279061"/>
                </a:lnTo>
                <a:lnTo>
                  <a:pt x="132023" y="278183"/>
                </a:lnTo>
                <a:close/>
                <a:moveTo>
                  <a:pt x="92415" y="295002"/>
                </a:moveTo>
                <a:lnTo>
                  <a:pt x="93655" y="296704"/>
                </a:lnTo>
                <a:lnTo>
                  <a:pt x="91795" y="295853"/>
                </a:lnTo>
                <a:close/>
                <a:moveTo>
                  <a:pt x="47368" y="58738"/>
                </a:moveTo>
                <a:lnTo>
                  <a:pt x="47847" y="59521"/>
                </a:lnTo>
                <a:lnTo>
                  <a:pt x="47128" y="59130"/>
                </a:lnTo>
                <a:close/>
                <a:moveTo>
                  <a:pt x="100128" y="307553"/>
                </a:moveTo>
                <a:lnTo>
                  <a:pt x="100602" y="308136"/>
                </a:lnTo>
                <a:lnTo>
                  <a:pt x="99890" y="307845"/>
                </a:lnTo>
                <a:close/>
                <a:moveTo>
                  <a:pt x="118316" y="85891"/>
                </a:moveTo>
                <a:lnTo>
                  <a:pt x="119294" y="86557"/>
                </a:lnTo>
                <a:lnTo>
                  <a:pt x="117827" y="86224"/>
                </a:lnTo>
                <a:close/>
                <a:moveTo>
                  <a:pt x="36261" y="357677"/>
                </a:moveTo>
                <a:lnTo>
                  <a:pt x="38423" y="358905"/>
                </a:lnTo>
                <a:lnTo>
                  <a:pt x="35180" y="358291"/>
                </a:lnTo>
                <a:close/>
                <a:moveTo>
                  <a:pt x="94280" y="352065"/>
                </a:moveTo>
                <a:lnTo>
                  <a:pt x="95177" y="352747"/>
                </a:lnTo>
                <a:lnTo>
                  <a:pt x="93832" y="352406"/>
                </a:lnTo>
                <a:close/>
                <a:moveTo>
                  <a:pt x="71716" y="20125"/>
                </a:moveTo>
                <a:lnTo>
                  <a:pt x="72825" y="21885"/>
                </a:lnTo>
                <a:lnTo>
                  <a:pt x="71161" y="21005"/>
                </a:lnTo>
                <a:close/>
                <a:moveTo>
                  <a:pt x="129427" y="126077"/>
                </a:moveTo>
                <a:lnTo>
                  <a:pt x="131440" y="127253"/>
                </a:lnTo>
                <a:lnTo>
                  <a:pt x="128421" y="126665"/>
                </a:lnTo>
                <a:close/>
                <a:moveTo>
                  <a:pt x="64731" y="110952"/>
                </a:moveTo>
                <a:lnTo>
                  <a:pt x="65613" y="111407"/>
                </a:lnTo>
                <a:lnTo>
                  <a:pt x="64290" y="111179"/>
                </a:lnTo>
                <a:close/>
                <a:moveTo>
                  <a:pt x="88711" y="234313"/>
                </a:moveTo>
                <a:lnTo>
                  <a:pt x="90034" y="235542"/>
                </a:lnTo>
                <a:lnTo>
                  <a:pt x="88049" y="234928"/>
                </a:lnTo>
                <a:close/>
                <a:moveTo>
                  <a:pt x="38504" y="290594"/>
                </a:moveTo>
                <a:lnTo>
                  <a:pt x="40415" y="291138"/>
                </a:lnTo>
                <a:lnTo>
                  <a:pt x="37548" y="290866"/>
                </a:lnTo>
                <a:close/>
                <a:moveTo>
                  <a:pt x="89198" y="223683"/>
                </a:moveTo>
                <a:lnTo>
                  <a:pt x="90131" y="224855"/>
                </a:lnTo>
                <a:lnTo>
                  <a:pt x="88732" y="224269"/>
                </a:lnTo>
                <a:close/>
                <a:moveTo>
                  <a:pt x="116874" y="358216"/>
                </a:moveTo>
                <a:lnTo>
                  <a:pt x="118656" y="359578"/>
                </a:lnTo>
                <a:lnTo>
                  <a:pt x="115983" y="358897"/>
                </a:lnTo>
                <a:close/>
                <a:moveTo>
                  <a:pt x="65830" y="165905"/>
                </a:moveTo>
                <a:lnTo>
                  <a:pt x="67508" y="166295"/>
                </a:lnTo>
                <a:lnTo>
                  <a:pt x="64991" y="166100"/>
                </a:lnTo>
                <a:close/>
                <a:moveTo>
                  <a:pt x="21713" y="145010"/>
                </a:moveTo>
                <a:lnTo>
                  <a:pt x="23012" y="146507"/>
                </a:lnTo>
                <a:lnTo>
                  <a:pt x="21063" y="145759"/>
                </a:lnTo>
                <a:close/>
                <a:moveTo>
                  <a:pt x="71718" y="341507"/>
                </a:moveTo>
                <a:lnTo>
                  <a:pt x="73449" y="343257"/>
                </a:lnTo>
                <a:lnTo>
                  <a:pt x="70853" y="342382"/>
                </a:lnTo>
                <a:close/>
                <a:moveTo>
                  <a:pt x="139179" y="167389"/>
                </a:moveTo>
                <a:lnTo>
                  <a:pt x="140176" y="168002"/>
                </a:lnTo>
                <a:lnTo>
                  <a:pt x="138681" y="167695"/>
                </a:lnTo>
                <a:close/>
                <a:moveTo>
                  <a:pt x="127482" y="162110"/>
                </a:moveTo>
                <a:lnTo>
                  <a:pt x="128636" y="162550"/>
                </a:lnTo>
                <a:lnTo>
                  <a:pt x="126905" y="162330"/>
                </a:lnTo>
                <a:close/>
                <a:moveTo>
                  <a:pt x="7549" y="23552"/>
                </a:moveTo>
                <a:lnTo>
                  <a:pt x="8028" y="25181"/>
                </a:lnTo>
                <a:lnTo>
                  <a:pt x="7310" y="24366"/>
                </a:lnTo>
                <a:close/>
                <a:moveTo>
                  <a:pt x="137419" y="294472"/>
                </a:moveTo>
                <a:lnTo>
                  <a:pt x="138700" y="295536"/>
                </a:lnTo>
                <a:lnTo>
                  <a:pt x="136778" y="295004"/>
                </a:lnTo>
                <a:close/>
                <a:moveTo>
                  <a:pt x="11858" y="35332"/>
                </a:moveTo>
                <a:lnTo>
                  <a:pt x="13268" y="36546"/>
                </a:lnTo>
                <a:lnTo>
                  <a:pt x="11154" y="35939"/>
                </a:lnTo>
                <a:close/>
                <a:moveTo>
                  <a:pt x="101146" y="349562"/>
                </a:moveTo>
                <a:lnTo>
                  <a:pt x="101813" y="350772"/>
                </a:lnTo>
                <a:lnTo>
                  <a:pt x="100813" y="350167"/>
                </a:lnTo>
                <a:close/>
                <a:moveTo>
                  <a:pt x="85517" y="214541"/>
                </a:moveTo>
                <a:lnTo>
                  <a:pt x="86541" y="215441"/>
                </a:lnTo>
                <a:lnTo>
                  <a:pt x="85005" y="214991"/>
                </a:lnTo>
                <a:close/>
                <a:moveTo>
                  <a:pt x="106541" y="259423"/>
                </a:moveTo>
                <a:lnTo>
                  <a:pt x="106982" y="260995"/>
                </a:lnTo>
                <a:lnTo>
                  <a:pt x="106320" y="260209"/>
                </a:lnTo>
                <a:close/>
                <a:moveTo>
                  <a:pt x="136223" y="226107"/>
                </a:moveTo>
                <a:lnTo>
                  <a:pt x="137065" y="227803"/>
                </a:lnTo>
                <a:lnTo>
                  <a:pt x="135801" y="226955"/>
                </a:lnTo>
                <a:close/>
                <a:moveTo>
                  <a:pt x="67651" y="294530"/>
                </a:moveTo>
                <a:lnTo>
                  <a:pt x="69081" y="295637"/>
                </a:lnTo>
                <a:lnTo>
                  <a:pt x="66935" y="295084"/>
                </a:lnTo>
                <a:close/>
                <a:moveTo>
                  <a:pt x="135473" y="164632"/>
                </a:moveTo>
                <a:lnTo>
                  <a:pt x="136311" y="165695"/>
                </a:lnTo>
                <a:lnTo>
                  <a:pt x="135054" y="165163"/>
                </a:lnTo>
                <a:close/>
                <a:moveTo>
                  <a:pt x="109936" y="181930"/>
                </a:moveTo>
                <a:lnTo>
                  <a:pt x="111705" y="182779"/>
                </a:lnTo>
                <a:lnTo>
                  <a:pt x="109052" y="182355"/>
                </a:lnTo>
                <a:close/>
                <a:moveTo>
                  <a:pt x="9986" y="376486"/>
                </a:moveTo>
                <a:lnTo>
                  <a:pt x="10851" y="378262"/>
                </a:lnTo>
                <a:lnTo>
                  <a:pt x="9554" y="377374"/>
                </a:lnTo>
                <a:close/>
                <a:moveTo>
                  <a:pt x="141251" y="82295"/>
                </a:moveTo>
                <a:lnTo>
                  <a:pt x="143376" y="83176"/>
                </a:lnTo>
                <a:lnTo>
                  <a:pt x="140188" y="82736"/>
                </a:lnTo>
                <a:close/>
                <a:moveTo>
                  <a:pt x="62537" y="332200"/>
                </a:moveTo>
                <a:lnTo>
                  <a:pt x="63834" y="332630"/>
                </a:lnTo>
                <a:lnTo>
                  <a:pt x="61889" y="332415"/>
                </a:lnTo>
                <a:close/>
                <a:moveTo>
                  <a:pt x="131607" y="89680"/>
                </a:moveTo>
                <a:lnTo>
                  <a:pt x="133150" y="91329"/>
                </a:lnTo>
                <a:lnTo>
                  <a:pt x="130836" y="90505"/>
                </a:lnTo>
                <a:close/>
                <a:moveTo>
                  <a:pt x="51862" y="184382"/>
                </a:moveTo>
                <a:lnTo>
                  <a:pt x="53918" y="185329"/>
                </a:lnTo>
                <a:lnTo>
                  <a:pt x="50834" y="184856"/>
                </a:lnTo>
                <a:close/>
                <a:moveTo>
                  <a:pt x="33008" y="228825"/>
                </a:moveTo>
                <a:lnTo>
                  <a:pt x="34447" y="229973"/>
                </a:lnTo>
                <a:lnTo>
                  <a:pt x="32288" y="229399"/>
                </a:lnTo>
                <a:close/>
                <a:moveTo>
                  <a:pt x="139137" y="32897"/>
                </a:moveTo>
                <a:lnTo>
                  <a:pt x="140038" y="33676"/>
                </a:lnTo>
                <a:lnTo>
                  <a:pt x="138686" y="33286"/>
                </a:lnTo>
                <a:close/>
                <a:moveTo>
                  <a:pt x="87060" y="309973"/>
                </a:moveTo>
                <a:lnTo>
                  <a:pt x="88769" y="311169"/>
                </a:lnTo>
                <a:lnTo>
                  <a:pt x="86206" y="310571"/>
                </a:lnTo>
                <a:close/>
                <a:moveTo>
                  <a:pt x="92152" y="229427"/>
                </a:moveTo>
                <a:lnTo>
                  <a:pt x="94338" y="229754"/>
                </a:lnTo>
                <a:lnTo>
                  <a:pt x="91059" y="229590"/>
                </a:lnTo>
                <a:close/>
                <a:moveTo>
                  <a:pt x="55948" y="181694"/>
                </a:moveTo>
                <a:lnTo>
                  <a:pt x="57565" y="183158"/>
                </a:lnTo>
                <a:lnTo>
                  <a:pt x="55140" y="182426"/>
                </a:lnTo>
                <a:close/>
                <a:moveTo>
                  <a:pt x="90205" y="271993"/>
                </a:moveTo>
                <a:lnTo>
                  <a:pt x="91998" y="273491"/>
                </a:lnTo>
                <a:lnTo>
                  <a:pt x="89309" y="272742"/>
                </a:lnTo>
                <a:close/>
                <a:moveTo>
                  <a:pt x="29494" y="228149"/>
                </a:moveTo>
                <a:lnTo>
                  <a:pt x="30039" y="229048"/>
                </a:lnTo>
                <a:lnTo>
                  <a:pt x="29221" y="228598"/>
                </a:lnTo>
                <a:close/>
                <a:moveTo>
                  <a:pt x="105675" y="168856"/>
                </a:moveTo>
                <a:lnTo>
                  <a:pt x="106840" y="170577"/>
                </a:lnTo>
                <a:lnTo>
                  <a:pt x="105092" y="169716"/>
                </a:lnTo>
                <a:close/>
                <a:moveTo>
                  <a:pt x="18614" y="58880"/>
                </a:moveTo>
                <a:lnTo>
                  <a:pt x="19963" y="59438"/>
                </a:lnTo>
                <a:lnTo>
                  <a:pt x="17940" y="59159"/>
                </a:lnTo>
                <a:close/>
                <a:moveTo>
                  <a:pt x="124501" y="89484"/>
                </a:moveTo>
                <a:lnTo>
                  <a:pt x="126442" y="90878"/>
                </a:lnTo>
                <a:lnTo>
                  <a:pt x="123530" y="90181"/>
                </a:lnTo>
                <a:close/>
                <a:moveTo>
                  <a:pt x="38716" y="87063"/>
                </a:moveTo>
                <a:lnTo>
                  <a:pt x="40004" y="88808"/>
                </a:lnTo>
                <a:lnTo>
                  <a:pt x="38072" y="87935"/>
                </a:lnTo>
                <a:close/>
                <a:moveTo>
                  <a:pt x="120702" y="157544"/>
                </a:moveTo>
                <a:lnTo>
                  <a:pt x="121569" y="159189"/>
                </a:lnTo>
                <a:lnTo>
                  <a:pt x="120269" y="158367"/>
                </a:lnTo>
                <a:close/>
                <a:moveTo>
                  <a:pt x="22431" y="336516"/>
                </a:moveTo>
                <a:lnTo>
                  <a:pt x="24486" y="337933"/>
                </a:lnTo>
                <a:lnTo>
                  <a:pt x="21403" y="337224"/>
                </a:lnTo>
                <a:close/>
                <a:moveTo>
                  <a:pt x="20210" y="343218"/>
                </a:moveTo>
                <a:lnTo>
                  <a:pt x="22182" y="344477"/>
                </a:lnTo>
                <a:lnTo>
                  <a:pt x="19224" y="343848"/>
                </a:lnTo>
                <a:close/>
                <a:moveTo>
                  <a:pt x="130825" y="315832"/>
                </a:moveTo>
                <a:lnTo>
                  <a:pt x="131362" y="316893"/>
                </a:lnTo>
                <a:lnTo>
                  <a:pt x="130556" y="316363"/>
                </a:lnTo>
                <a:close/>
                <a:moveTo>
                  <a:pt x="130513" y="235032"/>
                </a:moveTo>
                <a:lnTo>
                  <a:pt x="131672" y="236059"/>
                </a:lnTo>
                <a:lnTo>
                  <a:pt x="129933" y="235545"/>
                </a:lnTo>
                <a:close/>
                <a:moveTo>
                  <a:pt x="17822" y="194605"/>
                </a:moveTo>
                <a:lnTo>
                  <a:pt x="19047" y="196086"/>
                </a:lnTo>
                <a:lnTo>
                  <a:pt x="17209" y="195346"/>
                </a:lnTo>
                <a:close/>
                <a:moveTo>
                  <a:pt x="142182" y="174413"/>
                </a:moveTo>
                <a:lnTo>
                  <a:pt x="143029" y="176139"/>
                </a:lnTo>
                <a:lnTo>
                  <a:pt x="141758" y="175276"/>
                </a:lnTo>
                <a:close/>
                <a:moveTo>
                  <a:pt x="102678" y="38487"/>
                </a:moveTo>
                <a:lnTo>
                  <a:pt x="103990" y="39991"/>
                </a:lnTo>
                <a:lnTo>
                  <a:pt x="102022" y="39239"/>
                </a:lnTo>
                <a:close/>
                <a:moveTo>
                  <a:pt x="36151" y="235280"/>
                </a:moveTo>
                <a:lnTo>
                  <a:pt x="37563" y="235806"/>
                </a:lnTo>
                <a:lnTo>
                  <a:pt x="35444" y="235543"/>
                </a:lnTo>
                <a:close/>
                <a:moveTo>
                  <a:pt x="1232" y="259527"/>
                </a:moveTo>
                <a:lnTo>
                  <a:pt x="3215" y="259943"/>
                </a:lnTo>
                <a:lnTo>
                  <a:pt x="241" y="259735"/>
                </a:lnTo>
                <a:close/>
                <a:moveTo>
                  <a:pt x="106327" y="364556"/>
                </a:moveTo>
                <a:lnTo>
                  <a:pt x="107345" y="365310"/>
                </a:lnTo>
                <a:lnTo>
                  <a:pt x="105818" y="364933"/>
                </a:lnTo>
                <a:close/>
                <a:moveTo>
                  <a:pt x="48620" y="97685"/>
                </a:moveTo>
                <a:lnTo>
                  <a:pt x="49724" y="98320"/>
                </a:lnTo>
                <a:lnTo>
                  <a:pt x="48067" y="98003"/>
                </a:lnTo>
                <a:close/>
                <a:moveTo>
                  <a:pt x="6740" y="337938"/>
                </a:moveTo>
                <a:lnTo>
                  <a:pt x="8586" y="339245"/>
                </a:lnTo>
                <a:lnTo>
                  <a:pt x="5817" y="338592"/>
                </a:lnTo>
                <a:close/>
                <a:moveTo>
                  <a:pt x="34651" y="174158"/>
                </a:moveTo>
                <a:lnTo>
                  <a:pt x="36557" y="175826"/>
                </a:lnTo>
                <a:lnTo>
                  <a:pt x="33698" y="174992"/>
                </a:lnTo>
                <a:close/>
                <a:moveTo>
                  <a:pt x="10521" y="189978"/>
                </a:moveTo>
                <a:lnTo>
                  <a:pt x="12381" y="191615"/>
                </a:lnTo>
                <a:lnTo>
                  <a:pt x="9590" y="190796"/>
                </a:lnTo>
                <a:close/>
                <a:moveTo>
                  <a:pt x="139608" y="92092"/>
                </a:moveTo>
                <a:lnTo>
                  <a:pt x="140292" y="92464"/>
                </a:lnTo>
                <a:lnTo>
                  <a:pt x="139265" y="92278"/>
                </a:lnTo>
                <a:close/>
                <a:moveTo>
                  <a:pt x="32124" y="61847"/>
                </a:moveTo>
                <a:lnTo>
                  <a:pt x="32593" y="63412"/>
                </a:lnTo>
                <a:lnTo>
                  <a:pt x="31890" y="62630"/>
                </a:lnTo>
                <a:close/>
                <a:moveTo>
                  <a:pt x="25905" y="290339"/>
                </a:moveTo>
                <a:lnTo>
                  <a:pt x="26270" y="291480"/>
                </a:lnTo>
                <a:lnTo>
                  <a:pt x="25722" y="290909"/>
                </a:lnTo>
                <a:close/>
                <a:moveTo>
                  <a:pt x="129967" y="174526"/>
                </a:moveTo>
                <a:lnTo>
                  <a:pt x="131720" y="175588"/>
                </a:lnTo>
                <a:lnTo>
                  <a:pt x="129090" y="175057"/>
                </a:lnTo>
                <a:close/>
                <a:moveTo>
                  <a:pt x="106590" y="22211"/>
                </a:moveTo>
                <a:lnTo>
                  <a:pt x="107815" y="23595"/>
                </a:lnTo>
                <a:lnTo>
                  <a:pt x="105977" y="22903"/>
                </a:lnTo>
                <a:close/>
                <a:moveTo>
                  <a:pt x="3486" y="280804"/>
                </a:moveTo>
                <a:lnTo>
                  <a:pt x="4922" y="282283"/>
                </a:lnTo>
                <a:lnTo>
                  <a:pt x="2768" y="281544"/>
                </a:lnTo>
                <a:close/>
                <a:moveTo>
                  <a:pt x="124315" y="250401"/>
                </a:moveTo>
                <a:lnTo>
                  <a:pt x="126270" y="251262"/>
                </a:lnTo>
                <a:lnTo>
                  <a:pt x="123337" y="250831"/>
                </a:lnTo>
                <a:close/>
                <a:moveTo>
                  <a:pt x="11645" y="211648"/>
                </a:moveTo>
                <a:lnTo>
                  <a:pt x="13256" y="212769"/>
                </a:lnTo>
                <a:lnTo>
                  <a:pt x="10840" y="212209"/>
                </a:lnTo>
                <a:close/>
                <a:moveTo>
                  <a:pt x="40506" y="222575"/>
                </a:moveTo>
                <a:lnTo>
                  <a:pt x="42644" y="223638"/>
                </a:lnTo>
                <a:lnTo>
                  <a:pt x="39437" y="223106"/>
                </a:lnTo>
                <a:close/>
                <a:moveTo>
                  <a:pt x="49359" y="257013"/>
                </a:moveTo>
                <a:lnTo>
                  <a:pt x="51526" y="257573"/>
                </a:lnTo>
                <a:lnTo>
                  <a:pt x="48276" y="257293"/>
                </a:lnTo>
                <a:close/>
                <a:moveTo>
                  <a:pt x="104240" y="168245"/>
                </a:moveTo>
                <a:lnTo>
                  <a:pt x="105052" y="169265"/>
                </a:lnTo>
                <a:lnTo>
                  <a:pt x="103833" y="168755"/>
                </a:lnTo>
                <a:close/>
                <a:moveTo>
                  <a:pt x="5848" y="46347"/>
                </a:moveTo>
                <a:lnTo>
                  <a:pt x="6629" y="46858"/>
                </a:lnTo>
                <a:lnTo>
                  <a:pt x="5457" y="46603"/>
                </a:lnTo>
                <a:close/>
              </a:path>
            </a:pathLst>
          </a:custGeom>
          <a:solidFill>
            <a:srgbClr val="FFFFFF">
              <a:alpha val="20000"/>
            </a:srgbClr>
          </a:solidFill>
          <a:ln w="0" cap="rnd" cmpd="sng" algn="ctr">
            <a:solidFill>
              <a:srgbClr val="FFFFFF">
                <a:alpha val="0"/>
              </a:srgbClr>
            </a:solidFill>
            <a:round/>
            <a:headEnd type="none"/>
            <a:tailEnd type="none"/>
          </a:ln>
        </p:spPr>
      </p:sp>
      <p:sp>
        <p:nvSpPr>
          <p:cNvPr id="492" name="neuron-level models / 0482 stack cell boundary"/>
          <p:cNvSpPr/>
          <p:nvPr/>
        </p:nvSpPr>
        <p:spPr>
          <a:xfrm>
            <a:off x="7479792" y="2048256"/>
            <a:ext cx="1344168" cy="914"/>
          </a:xfrm>
          <a:custGeom>
            <a:avLst/>
            <a:gdLst/>
            <a:ahLst/>
            <a:cxnLst/>
            <a:rect l="0" t="0" r="r" b="b"/>
            <a:pathLst>
              <a:path w="147000" h="100" fill="none" stroke="1" extrusionOk="0">
                <a:moveTo>
                  <a:pt x="0" y="0"/>
                </a:moveTo>
                <a:lnTo>
                  <a:pt x="147000" y="0"/>
                </a:lnTo>
              </a:path>
            </a:pathLst>
          </a:custGeom>
          <a:noFill/>
          <a:ln w="36576" cap="rnd" cmpd="sng" algn="ctr">
            <a:solidFill>
              <a:srgbClr val="000000"/>
            </a:solidFill>
            <a:round/>
            <a:headEnd type="none"/>
            <a:tailEnd type="none"/>
          </a:ln>
        </p:spPr>
      </p:sp>
      <p:sp>
        <p:nvSpPr>
          <p:cNvPr id="493" name="neuron-level models / 0483 stack cell boundary"/>
          <p:cNvSpPr/>
          <p:nvPr/>
        </p:nvSpPr>
        <p:spPr>
          <a:xfrm>
            <a:off x="7479792" y="2734056"/>
            <a:ext cx="1344168" cy="914"/>
          </a:xfrm>
          <a:custGeom>
            <a:avLst/>
            <a:gdLst/>
            <a:ahLst/>
            <a:cxnLst/>
            <a:rect l="0" t="0" r="r" b="b"/>
            <a:pathLst>
              <a:path w="147000" h="100" fill="none" stroke="1" extrusionOk="0">
                <a:moveTo>
                  <a:pt x="0" y="0"/>
                </a:moveTo>
                <a:lnTo>
                  <a:pt x="147000" y="0"/>
                </a:lnTo>
              </a:path>
            </a:pathLst>
          </a:custGeom>
          <a:noFill/>
          <a:ln w="36576" cap="rnd" cmpd="sng" algn="ctr">
            <a:solidFill>
              <a:srgbClr val="000000"/>
            </a:solidFill>
            <a:round/>
            <a:headEnd type="none"/>
            <a:tailEnd type="none"/>
          </a:ln>
        </p:spPr>
      </p:sp>
      <p:sp>
        <p:nvSpPr>
          <p:cNvPr id="494" name="neuron-level models / 0484 stack cell boundary"/>
          <p:cNvSpPr/>
          <p:nvPr/>
        </p:nvSpPr>
        <p:spPr>
          <a:xfrm>
            <a:off x="7479792" y="3410712"/>
            <a:ext cx="1344168" cy="914"/>
          </a:xfrm>
          <a:custGeom>
            <a:avLst/>
            <a:gdLst/>
            <a:ahLst/>
            <a:cxnLst/>
            <a:rect l="0" t="0" r="r" b="b"/>
            <a:pathLst>
              <a:path w="147000" h="100" fill="none" stroke="1" extrusionOk="0">
                <a:moveTo>
                  <a:pt x="0" y="0"/>
                </a:moveTo>
                <a:lnTo>
                  <a:pt x="147000" y="0"/>
                </a:lnTo>
              </a:path>
            </a:pathLst>
          </a:custGeom>
          <a:noFill/>
          <a:ln w="36576" cap="rnd" cmpd="sng" algn="ctr">
            <a:solidFill>
              <a:srgbClr val="000000"/>
            </a:solidFill>
            <a:round/>
            <a:headEnd type="none"/>
            <a:tailEnd type="none"/>
          </a:ln>
        </p:spPr>
      </p:sp>
      <p:sp>
        <p:nvSpPr>
          <p:cNvPr id="495" name="neuron-level models / 0485 stack cell boundary"/>
          <p:cNvSpPr/>
          <p:nvPr/>
        </p:nvSpPr>
        <p:spPr>
          <a:xfrm>
            <a:off x="7479792" y="4069080"/>
            <a:ext cx="1344168" cy="914"/>
          </a:xfrm>
          <a:custGeom>
            <a:avLst/>
            <a:gdLst/>
            <a:ahLst/>
            <a:cxnLst/>
            <a:rect l="0" t="0" r="r" b="b"/>
            <a:pathLst>
              <a:path w="147000" h="100" fill="none" stroke="1" extrusionOk="0">
                <a:moveTo>
                  <a:pt x="0" y="0"/>
                </a:moveTo>
                <a:lnTo>
                  <a:pt x="147000" y="0"/>
                </a:lnTo>
              </a:path>
            </a:pathLst>
          </a:custGeom>
          <a:noFill/>
          <a:ln w="36576" cap="rnd" cmpd="sng" algn="ctr">
            <a:solidFill>
              <a:srgbClr val="000000"/>
            </a:solidFill>
            <a:round/>
            <a:headEnd type="none"/>
            <a:tailEnd type="none"/>
          </a:ln>
        </p:spPr>
      </p:sp>
      <p:sp>
        <p:nvSpPr>
          <p:cNvPr id="496" name="neuron-level models / 0486 stack cell boundary"/>
          <p:cNvSpPr/>
          <p:nvPr/>
        </p:nvSpPr>
        <p:spPr>
          <a:xfrm>
            <a:off x="7479792" y="4736592"/>
            <a:ext cx="1344168" cy="914"/>
          </a:xfrm>
          <a:custGeom>
            <a:avLst/>
            <a:gdLst/>
            <a:ahLst/>
            <a:cxnLst/>
            <a:rect l="0" t="0" r="r" b="b"/>
            <a:pathLst>
              <a:path w="147000" h="100" fill="none" stroke="1" extrusionOk="0">
                <a:moveTo>
                  <a:pt x="0" y="0"/>
                </a:moveTo>
                <a:lnTo>
                  <a:pt x="147000" y="0"/>
                </a:lnTo>
              </a:path>
            </a:pathLst>
          </a:custGeom>
          <a:noFill/>
          <a:ln w="36576" cap="rnd" cmpd="sng" algn="ctr">
            <a:solidFill>
              <a:srgbClr val="000000"/>
            </a:solidFill>
            <a:round/>
            <a:headEnd type="none"/>
            <a:tailEnd type="none"/>
          </a:ln>
        </p:spPr>
      </p:sp>
      <p:sp>
        <p:nvSpPr>
          <p:cNvPr id="497" name="neuron-level models / 0487 pre-activation history 2"/>
          <p:cNvSpPr/>
          <p:nvPr/>
        </p:nvSpPr>
        <p:spPr>
          <a:xfrm>
            <a:off x="4800600" y="2276856"/>
            <a:ext cx="173736" cy="100584"/>
          </a:xfrm>
          <a:custGeom>
            <a:avLst/>
            <a:gdLst/>
            <a:ahLst/>
            <a:cxnLst/>
            <a:rect l="0" t="0" r="r" b="b"/>
            <a:pathLst>
              <a:path w="19000" h="11000" fill="none" stroke="1" extrusionOk="0">
                <a:moveTo>
                  <a:pt x="0" y="11000"/>
                </a:moveTo>
                <a:cubicBezTo>
                  <a:pt x="3167" y="9167"/>
                  <a:pt x="12000" y="0"/>
                  <a:pt x="19000" y="0"/>
                </a:cubicBezTo>
              </a:path>
            </a:pathLst>
          </a:custGeom>
          <a:noFill/>
          <a:ln w="12802" cap="rnd" cmpd="sng" algn="ctr">
            <a:solidFill>
              <a:srgbClr val="000000"/>
            </a:solidFill>
            <a:round/>
            <a:headEnd type="none"/>
            <a:tailEnd type="none"/>
          </a:ln>
        </p:spPr>
      </p:sp>
      <p:sp>
        <p:nvSpPr>
          <p:cNvPr id="498" name="neuron-level models / 0488 pre-activation history 2"/>
          <p:cNvSpPr/>
          <p:nvPr/>
        </p:nvSpPr>
        <p:spPr>
          <a:xfrm>
            <a:off x="4974336" y="2276856"/>
            <a:ext cx="210312" cy="106680"/>
          </a:xfrm>
          <a:custGeom>
            <a:avLst/>
            <a:gdLst/>
            <a:ahLst/>
            <a:cxnLst/>
            <a:rect l="0" t="0" r="r" b="b"/>
            <a:pathLst>
              <a:path w="23000" h="11667" fill="none" stroke="1" extrusionOk="0">
                <a:moveTo>
                  <a:pt x="0" y="0"/>
                </a:moveTo>
                <a:cubicBezTo>
                  <a:pt x="7000" y="0"/>
                  <a:pt x="15500" y="11667"/>
                  <a:pt x="23000" y="11000"/>
                </a:cubicBezTo>
              </a:path>
            </a:pathLst>
          </a:custGeom>
          <a:noFill/>
          <a:ln w="19355" cap="rnd" cmpd="sng" algn="ctr">
            <a:solidFill>
              <a:srgbClr val="000000"/>
            </a:solidFill>
            <a:round/>
            <a:headEnd type="none"/>
            <a:tailEnd type="none"/>
          </a:ln>
        </p:spPr>
      </p:sp>
      <p:sp>
        <p:nvSpPr>
          <p:cNvPr id="499" name="neuron-level models / 0489 pre-activation history 2"/>
          <p:cNvSpPr/>
          <p:nvPr/>
        </p:nvSpPr>
        <p:spPr>
          <a:xfrm>
            <a:off x="5184648" y="2228088"/>
            <a:ext cx="201168" cy="149352"/>
          </a:xfrm>
          <a:custGeom>
            <a:avLst/>
            <a:gdLst/>
            <a:ahLst/>
            <a:cxnLst/>
            <a:rect l="0" t="0" r="r" b="b"/>
            <a:pathLst>
              <a:path w="22000" h="16333" fill="none" stroke="1" extrusionOk="0">
                <a:moveTo>
                  <a:pt x="0" y="16333"/>
                </a:moveTo>
                <a:cubicBezTo>
                  <a:pt x="7500" y="15667"/>
                  <a:pt x="14667" y="0"/>
                  <a:pt x="22000" y="1333"/>
                </a:cubicBezTo>
              </a:path>
            </a:pathLst>
          </a:custGeom>
          <a:noFill/>
          <a:ln w="25908" cap="rnd" cmpd="sng" algn="ctr">
            <a:solidFill>
              <a:srgbClr val="000000"/>
            </a:solidFill>
            <a:round/>
            <a:headEnd type="none"/>
            <a:tailEnd type="none"/>
          </a:ln>
        </p:spPr>
      </p:sp>
      <p:sp>
        <p:nvSpPr>
          <p:cNvPr id="500" name="neuron-level models / 0490 pre-activation history 2"/>
          <p:cNvSpPr/>
          <p:nvPr/>
        </p:nvSpPr>
        <p:spPr>
          <a:xfrm>
            <a:off x="5385816" y="2240280"/>
            <a:ext cx="201168" cy="210312"/>
          </a:xfrm>
          <a:custGeom>
            <a:avLst/>
            <a:gdLst/>
            <a:ahLst/>
            <a:cxnLst/>
            <a:rect l="0" t="0" r="r" b="b"/>
            <a:pathLst>
              <a:path w="22000" h="23000" fill="none" stroke="1" extrusionOk="0">
                <a:moveTo>
                  <a:pt x="0" y="0"/>
                </a:moveTo>
                <a:cubicBezTo>
                  <a:pt x="7333" y="1333"/>
                  <a:pt x="13667" y="22333"/>
                  <a:pt x="22000" y="23000"/>
                </a:cubicBezTo>
              </a:path>
            </a:pathLst>
          </a:custGeom>
          <a:noFill/>
          <a:ln w="32461" cap="rnd" cmpd="sng" algn="ctr">
            <a:solidFill>
              <a:srgbClr val="000000"/>
            </a:solidFill>
            <a:round/>
            <a:headEnd type="none"/>
            <a:tailEnd type="none"/>
          </a:ln>
        </p:spPr>
      </p:sp>
      <p:sp>
        <p:nvSpPr>
          <p:cNvPr id="501" name="neuron-level models / 0491 pre-activation history 2"/>
          <p:cNvSpPr/>
          <p:nvPr/>
        </p:nvSpPr>
        <p:spPr>
          <a:xfrm>
            <a:off x="5586984" y="2276856"/>
            <a:ext cx="256032" cy="179832"/>
          </a:xfrm>
          <a:custGeom>
            <a:avLst/>
            <a:gdLst/>
            <a:ahLst/>
            <a:cxnLst/>
            <a:rect l="0" t="0" r="r" b="b"/>
            <a:pathLst>
              <a:path w="28000" h="19667" fill="none" stroke="1" extrusionOk="0">
                <a:moveTo>
                  <a:pt x="0" y="19000"/>
                </a:moveTo>
                <a:cubicBezTo>
                  <a:pt x="8333" y="19667"/>
                  <a:pt x="18833" y="1333"/>
                  <a:pt x="28000" y="0"/>
                </a:cubicBezTo>
              </a:path>
            </a:pathLst>
          </a:custGeom>
          <a:noFill/>
          <a:ln w="39014" cap="rnd" cmpd="sng" algn="ctr">
            <a:solidFill>
              <a:srgbClr val="000000"/>
            </a:solidFill>
            <a:round/>
            <a:headEnd type="none"/>
            <a:tailEnd type="none"/>
          </a:ln>
        </p:spPr>
      </p:sp>
      <p:sp>
        <p:nvSpPr>
          <p:cNvPr id="502" name="neuron-level models / 0492 pre-activation history 2"/>
          <p:cNvSpPr/>
          <p:nvPr/>
        </p:nvSpPr>
        <p:spPr>
          <a:xfrm>
            <a:off x="5843016" y="2264664"/>
            <a:ext cx="246888" cy="112776"/>
          </a:xfrm>
          <a:custGeom>
            <a:avLst/>
            <a:gdLst/>
            <a:ahLst/>
            <a:cxnLst/>
            <a:rect l="0" t="0" r="r" b="b"/>
            <a:pathLst>
              <a:path w="27000" h="12333" fill="none" stroke="1" extrusionOk="0">
                <a:moveTo>
                  <a:pt x="0" y="1333"/>
                </a:moveTo>
                <a:cubicBezTo>
                  <a:pt x="9167" y="0"/>
                  <a:pt x="18167" y="8667"/>
                  <a:pt x="27000" y="12333"/>
                </a:cubicBezTo>
              </a:path>
            </a:pathLst>
          </a:custGeom>
          <a:noFill/>
          <a:ln w="45568" cap="rnd" cmpd="sng" algn="ctr">
            <a:solidFill>
              <a:srgbClr val="000000"/>
            </a:solidFill>
            <a:round/>
            <a:headEnd type="none"/>
            <a:tailEnd type="none"/>
          </a:ln>
        </p:spPr>
      </p:sp>
      <p:sp>
        <p:nvSpPr>
          <p:cNvPr id="503" name="neuron-level models / 0493 pre-activation history 2"/>
          <p:cNvSpPr/>
          <p:nvPr/>
        </p:nvSpPr>
        <p:spPr>
          <a:xfrm>
            <a:off x="6089904" y="2377440"/>
            <a:ext cx="237744" cy="123444"/>
          </a:xfrm>
          <a:custGeom>
            <a:avLst/>
            <a:gdLst/>
            <a:ahLst/>
            <a:cxnLst/>
            <a:rect l="0" t="0" r="r" b="b"/>
            <a:pathLst>
              <a:path w="26000" h="13500" fill="none" stroke="1" extrusionOk="0">
                <a:moveTo>
                  <a:pt x="0" y="0"/>
                </a:moveTo>
                <a:cubicBezTo>
                  <a:pt x="8833" y="3667"/>
                  <a:pt x="16667" y="13500"/>
                  <a:pt x="26000" y="11000"/>
                </a:cubicBezTo>
              </a:path>
            </a:pathLst>
          </a:custGeom>
          <a:noFill/>
          <a:ln w="52121" cap="rnd" cmpd="sng" algn="ctr">
            <a:solidFill>
              <a:srgbClr val="000000"/>
            </a:solidFill>
            <a:round/>
            <a:headEnd type="none"/>
            <a:tailEnd type="none"/>
          </a:ln>
        </p:spPr>
      </p:sp>
      <p:sp>
        <p:nvSpPr>
          <p:cNvPr id="504" name="neuron-level models / 0494 pre-activation history 2"/>
          <p:cNvSpPr/>
          <p:nvPr/>
        </p:nvSpPr>
        <p:spPr>
          <a:xfrm>
            <a:off x="6327648" y="2240280"/>
            <a:ext cx="274320" cy="237744"/>
          </a:xfrm>
          <a:custGeom>
            <a:avLst/>
            <a:gdLst/>
            <a:ahLst/>
            <a:cxnLst/>
            <a:rect l="0" t="0" r="r" b="b"/>
            <a:pathLst>
              <a:path w="30000" h="26000" fill="none" stroke="1" extrusionOk="0">
                <a:moveTo>
                  <a:pt x="0" y="26000"/>
                </a:moveTo>
                <a:cubicBezTo>
                  <a:pt x="9333" y="23500"/>
                  <a:pt x="21167" y="3167"/>
                  <a:pt x="30000" y="0"/>
                </a:cubicBezTo>
              </a:path>
            </a:pathLst>
          </a:custGeom>
          <a:noFill/>
          <a:ln w="58674" cap="rnd" cmpd="sng" algn="ctr">
            <a:solidFill>
              <a:srgbClr val="000000"/>
            </a:solidFill>
            <a:round/>
            <a:headEnd type="none"/>
            <a:tailEnd type="none"/>
          </a:ln>
        </p:spPr>
      </p:sp>
      <p:sp>
        <p:nvSpPr>
          <p:cNvPr id="505" name="neuron-level models / 0495 pre-activation history 2"/>
          <p:cNvSpPr/>
          <p:nvPr/>
        </p:nvSpPr>
        <p:spPr>
          <a:xfrm>
            <a:off x="6601968" y="2211324"/>
            <a:ext cx="210312" cy="92964"/>
          </a:xfrm>
          <a:custGeom>
            <a:avLst/>
            <a:gdLst/>
            <a:ahLst/>
            <a:cxnLst/>
            <a:rect l="0" t="0" r="r" b="b"/>
            <a:pathLst>
              <a:path w="23000" h="10167" fill="none" stroke="1" extrusionOk="0">
                <a:moveTo>
                  <a:pt x="0" y="3167"/>
                </a:moveTo>
                <a:cubicBezTo>
                  <a:pt x="8833" y="0"/>
                  <a:pt x="13833" y="6333"/>
                  <a:pt x="23000" y="10167"/>
                </a:cubicBezTo>
              </a:path>
            </a:pathLst>
          </a:custGeom>
          <a:noFill/>
          <a:ln w="65227" cap="rnd" cmpd="sng" algn="ctr">
            <a:solidFill>
              <a:srgbClr val="000000"/>
            </a:solidFill>
            <a:round/>
            <a:headEnd type="none"/>
            <a:tailEnd type="none"/>
          </a:ln>
        </p:spPr>
      </p:sp>
      <p:sp>
        <p:nvSpPr>
          <p:cNvPr id="506" name="neuron-level models / 0496 pre-activation history 2"/>
          <p:cNvSpPr/>
          <p:nvPr/>
        </p:nvSpPr>
        <p:spPr>
          <a:xfrm>
            <a:off x="6812280" y="2304288"/>
            <a:ext cx="292608" cy="147828"/>
          </a:xfrm>
          <a:custGeom>
            <a:avLst/>
            <a:gdLst/>
            <a:ahLst/>
            <a:cxnLst/>
            <a:rect l="0" t="0" r="r" b="b"/>
            <a:pathLst>
              <a:path w="32000" h="16167" fill="none" stroke="1" extrusionOk="0">
                <a:moveTo>
                  <a:pt x="0" y="0"/>
                </a:moveTo>
                <a:cubicBezTo>
                  <a:pt x="9167" y="3833"/>
                  <a:pt x="21000" y="16167"/>
                  <a:pt x="32000" y="16000"/>
                </a:cubicBezTo>
              </a:path>
            </a:pathLst>
          </a:custGeom>
          <a:noFill/>
          <a:ln w="71780" cap="rnd" cmpd="sng" algn="ctr">
            <a:solidFill>
              <a:srgbClr val="000000"/>
            </a:solidFill>
            <a:round/>
            <a:headEnd type="none"/>
            <a:tailEnd type="none"/>
          </a:ln>
        </p:spPr>
      </p:sp>
      <p:sp>
        <p:nvSpPr>
          <p:cNvPr id="507" name="neuron-level models / 0497 pre-activation history 2"/>
          <p:cNvSpPr/>
          <p:nvPr/>
        </p:nvSpPr>
        <p:spPr>
          <a:xfrm>
            <a:off x="7104888" y="2295144"/>
            <a:ext cx="310896" cy="155448"/>
          </a:xfrm>
          <a:custGeom>
            <a:avLst/>
            <a:gdLst/>
            <a:ahLst/>
            <a:cxnLst/>
            <a:rect l="0" t="0" r="r" b="b"/>
            <a:pathLst>
              <a:path w="34000" h="17000" fill="none" stroke="1" extrusionOk="0">
                <a:moveTo>
                  <a:pt x="0" y="17000"/>
                </a:moveTo>
                <a:cubicBezTo>
                  <a:pt x="11000" y="16833"/>
                  <a:pt x="22333" y="1167"/>
                  <a:pt x="34000" y="0"/>
                </a:cubicBezTo>
              </a:path>
            </a:pathLst>
          </a:custGeom>
          <a:noFill/>
          <a:ln w="78334" cap="rnd" cmpd="sng" algn="ctr">
            <a:solidFill>
              <a:srgbClr val="000000"/>
            </a:solidFill>
            <a:round/>
            <a:headEnd type="none"/>
            <a:tailEnd type="none"/>
          </a:ln>
        </p:spPr>
      </p:sp>
      <p:sp>
        <p:nvSpPr>
          <p:cNvPr id="508" name="neuron-level models / 0498 pre-activation history 2"/>
          <p:cNvSpPr/>
          <p:nvPr/>
        </p:nvSpPr>
        <p:spPr>
          <a:xfrm>
            <a:off x="7415784" y="2284476"/>
            <a:ext cx="329184" cy="102108"/>
          </a:xfrm>
          <a:custGeom>
            <a:avLst/>
            <a:gdLst/>
            <a:ahLst/>
            <a:cxnLst/>
            <a:rect l="0" t="0" r="r" b="b"/>
            <a:pathLst>
              <a:path w="36000" h="11167" fill="none" stroke="1" extrusionOk="0">
                <a:moveTo>
                  <a:pt x="0" y="1167"/>
                </a:moveTo>
                <a:cubicBezTo>
                  <a:pt x="11667" y="0"/>
                  <a:pt x="24167" y="9333"/>
                  <a:pt x="36000" y="11167"/>
                </a:cubicBezTo>
              </a:path>
            </a:pathLst>
          </a:custGeom>
          <a:noFill/>
          <a:ln w="84887" cap="rnd" cmpd="sng" algn="ctr">
            <a:solidFill>
              <a:srgbClr val="000000"/>
            </a:solidFill>
            <a:round/>
            <a:headEnd type="none"/>
            <a:tailEnd type="none"/>
          </a:ln>
        </p:spPr>
      </p:sp>
      <p:sp>
        <p:nvSpPr>
          <p:cNvPr id="509" name="neuron-level models / 0499 pre-activation history 2"/>
          <p:cNvSpPr/>
          <p:nvPr/>
        </p:nvSpPr>
        <p:spPr>
          <a:xfrm>
            <a:off x="7744968" y="2386584"/>
            <a:ext cx="320040" cy="16764"/>
          </a:xfrm>
          <a:custGeom>
            <a:avLst/>
            <a:gdLst/>
            <a:ahLst/>
            <a:cxnLst/>
            <a:rect l="0" t="0" r="r" b="b"/>
            <a:pathLst>
              <a:path w="35000" h="1833" fill="none" stroke="1" extrusionOk="0">
                <a:moveTo>
                  <a:pt x="0" y="0"/>
                </a:moveTo>
                <a:cubicBezTo>
                  <a:pt x="11833" y="1833"/>
                  <a:pt x="29167" y="833"/>
                  <a:pt x="35000" y="1000"/>
                </a:cubicBezTo>
              </a:path>
            </a:pathLst>
          </a:custGeom>
          <a:noFill/>
          <a:ln w="91440" cap="rnd" cmpd="sng" algn="ctr">
            <a:solidFill>
              <a:srgbClr val="000000"/>
            </a:solidFill>
            <a:round/>
            <a:headEnd type="none"/>
            <a:tailEnd type="none"/>
          </a:ln>
        </p:spPr>
      </p:sp>
      <p:sp>
        <p:nvSpPr>
          <p:cNvPr id="510" name="neuron-level models / 0500 pre-activation history 3"/>
          <p:cNvSpPr/>
          <p:nvPr/>
        </p:nvSpPr>
        <p:spPr>
          <a:xfrm>
            <a:off x="4818888" y="3067812"/>
            <a:ext cx="192024" cy="32004"/>
          </a:xfrm>
          <a:custGeom>
            <a:avLst/>
            <a:gdLst/>
            <a:ahLst/>
            <a:cxnLst/>
            <a:rect l="0" t="0" r="r" b="b"/>
            <a:pathLst>
              <a:path w="21000" h="3500" fill="none" stroke="1" extrusionOk="0">
                <a:moveTo>
                  <a:pt x="0" y="2500"/>
                </a:moveTo>
                <a:cubicBezTo>
                  <a:pt x="3500" y="2667"/>
                  <a:pt x="13333" y="0"/>
                  <a:pt x="21000" y="3500"/>
                </a:cubicBezTo>
              </a:path>
            </a:pathLst>
          </a:custGeom>
          <a:noFill/>
          <a:ln w="12802" cap="rnd" cmpd="sng" algn="ctr">
            <a:solidFill>
              <a:srgbClr val="000000"/>
            </a:solidFill>
            <a:round/>
            <a:headEnd type="none"/>
            <a:tailEnd type="none"/>
          </a:ln>
        </p:spPr>
      </p:sp>
      <p:sp>
        <p:nvSpPr>
          <p:cNvPr id="511" name="neuron-level models / 0501 pre-activation history 3"/>
          <p:cNvSpPr/>
          <p:nvPr/>
        </p:nvSpPr>
        <p:spPr>
          <a:xfrm>
            <a:off x="5010912" y="3099816"/>
            <a:ext cx="228600" cy="202692"/>
          </a:xfrm>
          <a:custGeom>
            <a:avLst/>
            <a:gdLst/>
            <a:ahLst/>
            <a:cxnLst/>
            <a:rect l="0" t="0" r="r" b="b"/>
            <a:pathLst>
              <a:path w="25000" h="22167" fill="none" stroke="1" extrusionOk="0">
                <a:moveTo>
                  <a:pt x="0" y="0"/>
                </a:moveTo>
                <a:cubicBezTo>
                  <a:pt x="7667" y="3500"/>
                  <a:pt x="17167" y="22167"/>
                  <a:pt x="25000" y="20000"/>
                </a:cubicBezTo>
              </a:path>
            </a:pathLst>
          </a:custGeom>
          <a:noFill/>
          <a:ln w="18419" cap="rnd" cmpd="sng" algn="ctr">
            <a:solidFill>
              <a:srgbClr val="000000"/>
            </a:solidFill>
            <a:round/>
            <a:headEnd type="none"/>
            <a:tailEnd type="none"/>
          </a:ln>
        </p:spPr>
      </p:sp>
      <p:sp>
        <p:nvSpPr>
          <p:cNvPr id="512" name="neuron-level models / 0502 pre-activation history 3"/>
          <p:cNvSpPr/>
          <p:nvPr/>
        </p:nvSpPr>
        <p:spPr>
          <a:xfrm>
            <a:off x="5239512" y="2980944"/>
            <a:ext cx="201168" cy="301752"/>
          </a:xfrm>
          <a:custGeom>
            <a:avLst/>
            <a:gdLst/>
            <a:ahLst/>
            <a:cxnLst/>
            <a:rect l="0" t="0" r="r" b="b"/>
            <a:pathLst>
              <a:path w="22000" h="33000" fill="none" stroke="1" extrusionOk="0">
                <a:moveTo>
                  <a:pt x="0" y="33000"/>
                </a:moveTo>
                <a:cubicBezTo>
                  <a:pt x="7833" y="30833"/>
                  <a:pt x="14667" y="500"/>
                  <a:pt x="22000" y="0"/>
                </a:cubicBezTo>
              </a:path>
            </a:pathLst>
          </a:custGeom>
          <a:noFill/>
          <a:ln w="24036" cap="rnd" cmpd="sng" algn="ctr">
            <a:solidFill>
              <a:srgbClr val="000000"/>
            </a:solidFill>
            <a:round/>
            <a:headEnd type="none"/>
            <a:tailEnd type="none"/>
          </a:ln>
        </p:spPr>
      </p:sp>
      <p:sp>
        <p:nvSpPr>
          <p:cNvPr id="513" name="neuron-level models / 0503 pre-activation history 3"/>
          <p:cNvSpPr/>
          <p:nvPr/>
        </p:nvSpPr>
        <p:spPr>
          <a:xfrm>
            <a:off x="5440680" y="2976372"/>
            <a:ext cx="201168" cy="316992"/>
          </a:xfrm>
          <a:custGeom>
            <a:avLst/>
            <a:gdLst/>
            <a:ahLst/>
            <a:cxnLst/>
            <a:rect l="0" t="0" r="r" b="b"/>
            <a:pathLst>
              <a:path w="22000" h="34667" fill="none" stroke="1" extrusionOk="0">
                <a:moveTo>
                  <a:pt x="0" y="500"/>
                </a:moveTo>
                <a:cubicBezTo>
                  <a:pt x="7333" y="0"/>
                  <a:pt x="13667" y="34667"/>
                  <a:pt x="22000" y="30500"/>
                </a:cubicBezTo>
              </a:path>
            </a:pathLst>
          </a:custGeom>
          <a:noFill/>
          <a:ln w="29653" cap="rnd" cmpd="sng" algn="ctr">
            <a:solidFill>
              <a:srgbClr val="000000"/>
            </a:solidFill>
            <a:round/>
            <a:headEnd type="none"/>
            <a:tailEnd type="none"/>
          </a:ln>
        </p:spPr>
      </p:sp>
      <p:sp>
        <p:nvSpPr>
          <p:cNvPr id="514" name="neuron-level models / 0504 pre-activation history 3"/>
          <p:cNvSpPr/>
          <p:nvPr/>
        </p:nvSpPr>
        <p:spPr>
          <a:xfrm>
            <a:off x="5641848" y="2750820"/>
            <a:ext cx="256032" cy="504444"/>
          </a:xfrm>
          <a:custGeom>
            <a:avLst/>
            <a:gdLst/>
            <a:ahLst/>
            <a:cxnLst/>
            <a:rect l="0" t="0" r="r" b="b"/>
            <a:pathLst>
              <a:path w="28000" h="55167" fill="none" stroke="1" extrusionOk="0">
                <a:moveTo>
                  <a:pt x="0" y="55167"/>
                </a:moveTo>
                <a:cubicBezTo>
                  <a:pt x="8333" y="51000"/>
                  <a:pt x="19333" y="0"/>
                  <a:pt x="28000" y="167"/>
                </a:cubicBezTo>
              </a:path>
            </a:pathLst>
          </a:custGeom>
          <a:noFill/>
          <a:ln w="35270" cap="rnd" cmpd="sng" algn="ctr">
            <a:solidFill>
              <a:srgbClr val="000000"/>
            </a:solidFill>
            <a:round/>
            <a:headEnd type="none"/>
            <a:tailEnd type="none"/>
          </a:ln>
        </p:spPr>
      </p:sp>
      <p:sp>
        <p:nvSpPr>
          <p:cNvPr id="515" name="neuron-level models / 0505 pre-activation history 3"/>
          <p:cNvSpPr/>
          <p:nvPr/>
        </p:nvSpPr>
        <p:spPr>
          <a:xfrm>
            <a:off x="5897880" y="2752344"/>
            <a:ext cx="219456" cy="512064"/>
          </a:xfrm>
          <a:custGeom>
            <a:avLst/>
            <a:gdLst/>
            <a:ahLst/>
            <a:cxnLst/>
            <a:rect l="0" t="0" r="r" b="b"/>
            <a:pathLst>
              <a:path w="24000" h="56000" fill="none" stroke="1" extrusionOk="0">
                <a:moveTo>
                  <a:pt x="0" y="0"/>
                </a:moveTo>
                <a:cubicBezTo>
                  <a:pt x="8667" y="167"/>
                  <a:pt x="14667" y="54833"/>
                  <a:pt x="24000" y="56000"/>
                </a:cubicBezTo>
              </a:path>
            </a:pathLst>
          </a:custGeom>
          <a:noFill/>
          <a:ln w="40887" cap="rnd" cmpd="sng" algn="ctr">
            <a:solidFill>
              <a:srgbClr val="000000"/>
            </a:solidFill>
            <a:round/>
            <a:headEnd type="none"/>
            <a:tailEnd type="none"/>
          </a:ln>
        </p:spPr>
      </p:sp>
      <p:sp>
        <p:nvSpPr>
          <p:cNvPr id="516" name="neuron-level models / 0506 pre-activation history 3"/>
          <p:cNvSpPr/>
          <p:nvPr/>
        </p:nvSpPr>
        <p:spPr>
          <a:xfrm>
            <a:off x="6117336" y="2816352"/>
            <a:ext cx="292608" cy="458724"/>
          </a:xfrm>
          <a:custGeom>
            <a:avLst/>
            <a:gdLst/>
            <a:ahLst/>
            <a:cxnLst/>
            <a:rect l="0" t="0" r="r" b="b"/>
            <a:pathLst>
              <a:path w="32000" h="50167" fill="none" stroke="1" extrusionOk="0">
                <a:moveTo>
                  <a:pt x="0" y="49000"/>
                </a:moveTo>
                <a:cubicBezTo>
                  <a:pt x="9333" y="50167"/>
                  <a:pt x="23000" y="3167"/>
                  <a:pt x="32000" y="0"/>
                </a:cubicBezTo>
              </a:path>
            </a:pathLst>
          </a:custGeom>
          <a:noFill/>
          <a:ln w="46504" cap="rnd" cmpd="sng" algn="ctr">
            <a:solidFill>
              <a:srgbClr val="000000"/>
            </a:solidFill>
            <a:round/>
            <a:headEnd type="none"/>
            <a:tailEnd type="none"/>
          </a:ln>
        </p:spPr>
      </p:sp>
      <p:sp>
        <p:nvSpPr>
          <p:cNvPr id="517" name="neuron-level models / 0507 pre-activation history 3"/>
          <p:cNvSpPr/>
          <p:nvPr/>
        </p:nvSpPr>
        <p:spPr>
          <a:xfrm>
            <a:off x="6409944" y="2787396"/>
            <a:ext cx="201168" cy="303276"/>
          </a:xfrm>
          <a:custGeom>
            <a:avLst/>
            <a:gdLst/>
            <a:ahLst/>
            <a:cxnLst/>
            <a:rect l="0" t="0" r="r" b="b"/>
            <a:pathLst>
              <a:path w="22000" h="33167" fill="none" stroke="1" extrusionOk="0">
                <a:moveTo>
                  <a:pt x="0" y="3167"/>
                </a:moveTo>
                <a:cubicBezTo>
                  <a:pt x="9000" y="0"/>
                  <a:pt x="13833" y="30000"/>
                  <a:pt x="22000" y="33167"/>
                </a:cubicBezTo>
              </a:path>
            </a:pathLst>
          </a:custGeom>
          <a:noFill/>
          <a:ln w="52121" cap="rnd" cmpd="sng" algn="ctr">
            <a:solidFill>
              <a:srgbClr val="000000"/>
            </a:solidFill>
            <a:round/>
            <a:headEnd type="none"/>
            <a:tailEnd type="none"/>
          </a:ln>
        </p:spPr>
      </p:sp>
      <p:sp>
        <p:nvSpPr>
          <p:cNvPr id="518" name="neuron-level models / 0508 pre-activation history 3"/>
          <p:cNvSpPr/>
          <p:nvPr/>
        </p:nvSpPr>
        <p:spPr>
          <a:xfrm>
            <a:off x="6611112" y="2990088"/>
            <a:ext cx="246888" cy="129540"/>
          </a:xfrm>
          <a:custGeom>
            <a:avLst/>
            <a:gdLst/>
            <a:ahLst/>
            <a:cxnLst/>
            <a:rect l="0" t="0" r="r" b="b"/>
            <a:pathLst>
              <a:path w="27000" h="14167" fill="none" stroke="1" extrusionOk="0">
                <a:moveTo>
                  <a:pt x="0" y="11000"/>
                </a:moveTo>
                <a:cubicBezTo>
                  <a:pt x="8167" y="14167"/>
                  <a:pt x="18333" y="667"/>
                  <a:pt x="27000" y="0"/>
                </a:cubicBezTo>
              </a:path>
            </a:pathLst>
          </a:custGeom>
          <a:noFill/>
          <a:ln w="57738" cap="rnd" cmpd="sng" algn="ctr">
            <a:solidFill>
              <a:srgbClr val="000000"/>
            </a:solidFill>
            <a:round/>
            <a:headEnd type="none"/>
            <a:tailEnd type="none"/>
          </a:ln>
        </p:spPr>
      </p:sp>
      <p:sp>
        <p:nvSpPr>
          <p:cNvPr id="519" name="neuron-level models / 0509 pre-activation history 3"/>
          <p:cNvSpPr/>
          <p:nvPr/>
        </p:nvSpPr>
        <p:spPr>
          <a:xfrm>
            <a:off x="6858000" y="2983992"/>
            <a:ext cx="228600" cy="76200"/>
          </a:xfrm>
          <a:custGeom>
            <a:avLst/>
            <a:gdLst/>
            <a:ahLst/>
            <a:cxnLst/>
            <a:rect l="0" t="0" r="r" b="b"/>
            <a:pathLst>
              <a:path w="25000" h="8333" fill="none" stroke="1" extrusionOk="0">
                <a:moveTo>
                  <a:pt x="0" y="667"/>
                </a:moveTo>
                <a:cubicBezTo>
                  <a:pt x="8667" y="0"/>
                  <a:pt x="18000" y="8333"/>
                  <a:pt x="25000" y="7667"/>
                </a:cubicBezTo>
              </a:path>
            </a:pathLst>
          </a:custGeom>
          <a:noFill/>
          <a:ln w="63355" cap="rnd" cmpd="sng" algn="ctr">
            <a:solidFill>
              <a:srgbClr val="000000"/>
            </a:solidFill>
            <a:round/>
            <a:headEnd type="none"/>
            <a:tailEnd type="none"/>
          </a:ln>
        </p:spPr>
      </p:sp>
      <p:sp>
        <p:nvSpPr>
          <p:cNvPr id="520" name="neuron-level models / 0510 pre-activation history 3"/>
          <p:cNvSpPr/>
          <p:nvPr/>
        </p:nvSpPr>
        <p:spPr>
          <a:xfrm>
            <a:off x="7086600" y="2950464"/>
            <a:ext cx="155448" cy="103632"/>
          </a:xfrm>
          <a:custGeom>
            <a:avLst/>
            <a:gdLst/>
            <a:ahLst/>
            <a:cxnLst/>
            <a:rect l="0" t="0" r="r" b="b"/>
            <a:pathLst>
              <a:path w="17000" h="11333" fill="none" stroke="1" extrusionOk="0">
                <a:moveTo>
                  <a:pt x="0" y="11333"/>
                </a:moveTo>
                <a:cubicBezTo>
                  <a:pt x="7000" y="10667"/>
                  <a:pt x="11500" y="0"/>
                  <a:pt x="17000" y="333"/>
                </a:cubicBezTo>
              </a:path>
            </a:pathLst>
          </a:custGeom>
          <a:noFill/>
          <a:ln w="68972" cap="rnd" cmpd="sng" algn="ctr">
            <a:solidFill>
              <a:srgbClr val="000000"/>
            </a:solidFill>
            <a:round/>
            <a:headEnd type="none"/>
            <a:tailEnd type="none"/>
          </a:ln>
        </p:spPr>
      </p:sp>
      <p:sp>
        <p:nvSpPr>
          <p:cNvPr id="521" name="neuron-level models / 0511 pre-activation history 3"/>
          <p:cNvSpPr/>
          <p:nvPr/>
        </p:nvSpPr>
        <p:spPr>
          <a:xfrm>
            <a:off x="7242048" y="2953512"/>
            <a:ext cx="146304" cy="118872"/>
          </a:xfrm>
          <a:custGeom>
            <a:avLst/>
            <a:gdLst/>
            <a:ahLst/>
            <a:cxnLst/>
            <a:rect l="0" t="0" r="r" b="b"/>
            <a:pathLst>
              <a:path w="16000" h="13000" fill="none" stroke="1" extrusionOk="0">
                <a:moveTo>
                  <a:pt x="0" y="0"/>
                </a:moveTo>
                <a:cubicBezTo>
                  <a:pt x="5500" y="333"/>
                  <a:pt x="10167" y="12833"/>
                  <a:pt x="16000" y="13000"/>
                </a:cubicBezTo>
              </a:path>
            </a:pathLst>
          </a:custGeom>
          <a:noFill/>
          <a:ln w="74589" cap="rnd" cmpd="sng" algn="ctr">
            <a:solidFill>
              <a:srgbClr val="000000"/>
            </a:solidFill>
            <a:round/>
            <a:headEnd type="none"/>
            <a:tailEnd type="none"/>
          </a:ln>
        </p:spPr>
      </p:sp>
      <p:sp>
        <p:nvSpPr>
          <p:cNvPr id="522" name="neuron-level models / 0512 pre-activation history 3"/>
          <p:cNvSpPr/>
          <p:nvPr/>
        </p:nvSpPr>
        <p:spPr>
          <a:xfrm>
            <a:off x="7388352" y="2948940"/>
            <a:ext cx="173736" cy="124968"/>
          </a:xfrm>
          <a:custGeom>
            <a:avLst/>
            <a:gdLst/>
            <a:ahLst/>
            <a:cxnLst/>
            <a:rect l="0" t="0" r="r" b="b"/>
            <a:pathLst>
              <a:path w="19000" h="13667" fill="none" stroke="1" extrusionOk="0">
                <a:moveTo>
                  <a:pt x="0" y="13500"/>
                </a:moveTo>
                <a:cubicBezTo>
                  <a:pt x="5833" y="13667"/>
                  <a:pt x="12167" y="0"/>
                  <a:pt x="19000" y="1500"/>
                </a:cubicBezTo>
              </a:path>
            </a:pathLst>
          </a:custGeom>
          <a:noFill/>
          <a:ln w="80206" cap="rnd" cmpd="sng" algn="ctr">
            <a:solidFill>
              <a:srgbClr val="000000"/>
            </a:solidFill>
            <a:round/>
            <a:headEnd type="none"/>
            <a:tailEnd type="none"/>
          </a:ln>
        </p:spPr>
      </p:sp>
      <p:sp>
        <p:nvSpPr>
          <p:cNvPr id="523" name="neuron-level models / 0513 pre-activation history 3"/>
          <p:cNvSpPr/>
          <p:nvPr/>
        </p:nvSpPr>
        <p:spPr>
          <a:xfrm>
            <a:off x="7562088" y="2962656"/>
            <a:ext cx="201168" cy="192024"/>
          </a:xfrm>
          <a:custGeom>
            <a:avLst/>
            <a:gdLst/>
            <a:ahLst/>
            <a:cxnLst/>
            <a:rect l="0" t="0" r="r" b="b"/>
            <a:pathLst>
              <a:path w="22000" h="21000" fill="none" stroke="1" extrusionOk="0">
                <a:moveTo>
                  <a:pt x="0" y="0"/>
                </a:moveTo>
                <a:cubicBezTo>
                  <a:pt x="6833" y="1500"/>
                  <a:pt x="12333" y="19000"/>
                  <a:pt x="22000" y="21000"/>
                </a:cubicBezTo>
              </a:path>
            </a:pathLst>
          </a:custGeom>
          <a:noFill/>
          <a:ln w="85823" cap="rnd" cmpd="sng" algn="ctr">
            <a:solidFill>
              <a:srgbClr val="000000"/>
            </a:solidFill>
            <a:round/>
            <a:headEnd type="none"/>
            <a:tailEnd type="none"/>
          </a:ln>
        </p:spPr>
      </p:sp>
      <p:sp>
        <p:nvSpPr>
          <p:cNvPr id="524" name="neuron-level models / 0514 pre-activation history 3"/>
          <p:cNvSpPr/>
          <p:nvPr/>
        </p:nvSpPr>
        <p:spPr>
          <a:xfrm>
            <a:off x="7763256" y="3072384"/>
            <a:ext cx="329184" cy="100584"/>
          </a:xfrm>
          <a:custGeom>
            <a:avLst/>
            <a:gdLst/>
            <a:ahLst/>
            <a:cxnLst/>
            <a:rect l="0" t="0" r="r" b="b"/>
            <a:pathLst>
              <a:path w="36000" h="11000" fill="none" stroke="1" extrusionOk="0">
                <a:moveTo>
                  <a:pt x="0" y="9000"/>
                </a:moveTo>
                <a:cubicBezTo>
                  <a:pt x="9667" y="11000"/>
                  <a:pt x="30000" y="1500"/>
                  <a:pt x="36000" y="0"/>
                </a:cubicBezTo>
              </a:path>
            </a:pathLst>
          </a:custGeom>
          <a:noFill/>
          <a:ln w="91440" cap="rnd" cmpd="sng" algn="ctr">
            <a:solidFill>
              <a:srgbClr val="000000"/>
            </a:solidFill>
            <a:round/>
            <a:headEnd type="none"/>
            <a:tailEnd type="none"/>
          </a:ln>
        </p:spPr>
      </p:sp>
      <p:sp>
        <p:nvSpPr>
          <p:cNvPr id="525" name="neuron-level models / 0515 pre-activation history 4"/>
          <p:cNvSpPr/>
          <p:nvPr/>
        </p:nvSpPr>
        <p:spPr>
          <a:xfrm>
            <a:off x="5266944" y="3648456"/>
            <a:ext cx="201168" cy="140208"/>
          </a:xfrm>
          <a:custGeom>
            <a:avLst/>
            <a:gdLst/>
            <a:ahLst/>
            <a:cxnLst/>
            <a:rect l="0" t="0" r="r" b="b"/>
            <a:pathLst>
              <a:path w="22000" h="15333" fill="none" stroke="1" extrusionOk="0">
                <a:moveTo>
                  <a:pt x="0" y="0"/>
                </a:moveTo>
                <a:cubicBezTo>
                  <a:pt x="3667" y="2167"/>
                  <a:pt x="14667" y="15333"/>
                  <a:pt x="22000" y="13000"/>
                </a:cubicBezTo>
              </a:path>
            </a:pathLst>
          </a:custGeom>
          <a:noFill/>
          <a:ln w="18288" cap="rnd" cmpd="sng" algn="ctr">
            <a:solidFill>
              <a:srgbClr val="000000"/>
            </a:solidFill>
            <a:round/>
            <a:headEnd type="none"/>
            <a:tailEnd type="none"/>
          </a:ln>
        </p:spPr>
      </p:sp>
      <p:sp>
        <p:nvSpPr>
          <p:cNvPr id="526" name="neuron-level models / 0516 pre-activation history 4"/>
          <p:cNvSpPr/>
          <p:nvPr/>
        </p:nvSpPr>
        <p:spPr>
          <a:xfrm>
            <a:off x="5468112" y="3508248"/>
            <a:ext cx="201168" cy="259080"/>
          </a:xfrm>
          <a:custGeom>
            <a:avLst/>
            <a:gdLst/>
            <a:ahLst/>
            <a:cxnLst/>
            <a:rect l="0" t="0" r="r" b="b"/>
            <a:pathLst>
              <a:path w="22000" h="28333" fill="none" stroke="1" extrusionOk="0">
                <a:moveTo>
                  <a:pt x="0" y="28333"/>
                </a:moveTo>
                <a:cubicBezTo>
                  <a:pt x="7333" y="26000"/>
                  <a:pt x="14500" y="0"/>
                  <a:pt x="22000" y="1333"/>
                </a:cubicBezTo>
              </a:path>
            </a:pathLst>
          </a:custGeom>
          <a:noFill/>
          <a:ln w="24938" cap="rnd" cmpd="sng" algn="ctr">
            <a:solidFill>
              <a:srgbClr val="000000"/>
            </a:solidFill>
            <a:round/>
            <a:headEnd type="none"/>
            <a:tailEnd type="none"/>
          </a:ln>
        </p:spPr>
      </p:sp>
      <p:sp>
        <p:nvSpPr>
          <p:cNvPr id="527" name="neuron-level models / 0517 pre-activation history 4"/>
          <p:cNvSpPr/>
          <p:nvPr/>
        </p:nvSpPr>
        <p:spPr>
          <a:xfrm>
            <a:off x="5669280" y="3520440"/>
            <a:ext cx="210312" cy="320040"/>
          </a:xfrm>
          <a:custGeom>
            <a:avLst/>
            <a:gdLst/>
            <a:ahLst/>
            <a:cxnLst/>
            <a:rect l="0" t="0" r="r" b="b"/>
            <a:pathLst>
              <a:path w="23000" h="35000" fill="none" stroke="1" extrusionOk="0">
                <a:moveTo>
                  <a:pt x="0" y="0"/>
                </a:moveTo>
                <a:cubicBezTo>
                  <a:pt x="7500" y="1333"/>
                  <a:pt x="15000" y="34000"/>
                  <a:pt x="23000" y="35000"/>
                </a:cubicBezTo>
              </a:path>
            </a:pathLst>
          </a:custGeom>
          <a:noFill/>
          <a:ln w="31588" cap="rnd" cmpd="sng" algn="ctr">
            <a:solidFill>
              <a:srgbClr val="000000"/>
            </a:solidFill>
            <a:round/>
            <a:headEnd type="none"/>
            <a:tailEnd type="none"/>
          </a:ln>
        </p:spPr>
      </p:sp>
      <p:sp>
        <p:nvSpPr>
          <p:cNvPr id="528" name="neuron-level models / 0518 pre-activation history 4"/>
          <p:cNvSpPr/>
          <p:nvPr/>
        </p:nvSpPr>
        <p:spPr>
          <a:xfrm>
            <a:off x="5879592" y="3575304"/>
            <a:ext cx="228600" cy="274320"/>
          </a:xfrm>
          <a:custGeom>
            <a:avLst/>
            <a:gdLst/>
            <a:ahLst/>
            <a:cxnLst/>
            <a:rect l="0" t="0" r="r" b="b"/>
            <a:pathLst>
              <a:path w="25000" h="30000" fill="none" stroke="1" extrusionOk="0">
                <a:moveTo>
                  <a:pt x="0" y="29000"/>
                </a:moveTo>
                <a:cubicBezTo>
                  <a:pt x="8000" y="30000"/>
                  <a:pt x="16500" y="3667"/>
                  <a:pt x="25000" y="0"/>
                </a:cubicBezTo>
              </a:path>
            </a:pathLst>
          </a:custGeom>
          <a:noFill/>
          <a:ln w="38239" cap="rnd" cmpd="sng" algn="ctr">
            <a:solidFill>
              <a:srgbClr val="000000"/>
            </a:solidFill>
            <a:round/>
            <a:headEnd type="none"/>
            <a:tailEnd type="none"/>
          </a:ln>
        </p:spPr>
      </p:sp>
      <p:sp>
        <p:nvSpPr>
          <p:cNvPr id="529" name="neuron-level models / 0519 pre-activation history 4"/>
          <p:cNvSpPr/>
          <p:nvPr/>
        </p:nvSpPr>
        <p:spPr>
          <a:xfrm>
            <a:off x="6108192" y="3541776"/>
            <a:ext cx="237744" cy="97536"/>
          </a:xfrm>
          <a:custGeom>
            <a:avLst/>
            <a:gdLst/>
            <a:ahLst/>
            <a:cxnLst/>
            <a:rect l="0" t="0" r="r" b="b"/>
            <a:pathLst>
              <a:path w="26000" h="10667" fill="none" stroke="1" extrusionOk="0">
                <a:moveTo>
                  <a:pt x="0" y="3667"/>
                </a:moveTo>
                <a:cubicBezTo>
                  <a:pt x="8500" y="0"/>
                  <a:pt x="15000" y="8333"/>
                  <a:pt x="26000" y="10667"/>
                </a:cubicBezTo>
              </a:path>
            </a:pathLst>
          </a:custGeom>
          <a:noFill/>
          <a:ln w="44889" cap="rnd" cmpd="sng" algn="ctr">
            <a:solidFill>
              <a:srgbClr val="000000"/>
            </a:solidFill>
            <a:round/>
            <a:headEnd type="none"/>
            <a:tailEnd type="none"/>
          </a:ln>
        </p:spPr>
      </p:sp>
      <p:sp>
        <p:nvSpPr>
          <p:cNvPr id="530" name="neuron-level models / 0520 pre-activation history 4"/>
          <p:cNvSpPr/>
          <p:nvPr/>
        </p:nvSpPr>
        <p:spPr>
          <a:xfrm>
            <a:off x="6345936" y="3639312"/>
            <a:ext cx="365760" cy="92964"/>
          </a:xfrm>
          <a:custGeom>
            <a:avLst/>
            <a:gdLst/>
            <a:ahLst/>
            <a:cxnLst/>
            <a:rect l="0" t="0" r="r" b="b"/>
            <a:pathLst>
              <a:path w="40000" h="10167" fill="none" stroke="1" extrusionOk="0">
                <a:moveTo>
                  <a:pt x="0" y="0"/>
                </a:moveTo>
                <a:cubicBezTo>
                  <a:pt x="11000" y="2333"/>
                  <a:pt x="29167" y="10167"/>
                  <a:pt x="40000" y="7000"/>
                </a:cubicBezTo>
              </a:path>
            </a:pathLst>
          </a:custGeom>
          <a:noFill/>
          <a:ln w="51539" cap="rnd" cmpd="sng" algn="ctr">
            <a:solidFill>
              <a:srgbClr val="000000"/>
            </a:solidFill>
            <a:round/>
            <a:headEnd type="none"/>
            <a:tailEnd type="none"/>
          </a:ln>
        </p:spPr>
      </p:sp>
      <p:sp>
        <p:nvSpPr>
          <p:cNvPr id="531" name="neuron-level models / 0521 pre-activation history 4"/>
          <p:cNvSpPr/>
          <p:nvPr/>
        </p:nvSpPr>
        <p:spPr>
          <a:xfrm>
            <a:off x="6711696" y="3465576"/>
            <a:ext cx="228600" cy="237744"/>
          </a:xfrm>
          <a:custGeom>
            <a:avLst/>
            <a:gdLst/>
            <a:ahLst/>
            <a:cxnLst/>
            <a:rect l="0" t="0" r="r" b="b"/>
            <a:pathLst>
              <a:path w="25000" h="26000" fill="none" stroke="1" extrusionOk="0">
                <a:moveTo>
                  <a:pt x="0" y="26000"/>
                </a:moveTo>
                <a:cubicBezTo>
                  <a:pt x="10833" y="22833"/>
                  <a:pt x="16167" y="2500"/>
                  <a:pt x="25000" y="0"/>
                </a:cubicBezTo>
              </a:path>
            </a:pathLst>
          </a:custGeom>
          <a:noFill/>
          <a:ln w="58189" cap="rnd" cmpd="sng" algn="ctr">
            <a:solidFill>
              <a:srgbClr val="000000"/>
            </a:solidFill>
            <a:round/>
            <a:headEnd type="none"/>
            <a:tailEnd type="none"/>
          </a:ln>
        </p:spPr>
      </p:sp>
      <p:sp>
        <p:nvSpPr>
          <p:cNvPr id="532" name="neuron-level models / 0522 pre-activation history 4"/>
          <p:cNvSpPr/>
          <p:nvPr/>
        </p:nvSpPr>
        <p:spPr>
          <a:xfrm>
            <a:off x="6940296" y="3442716"/>
            <a:ext cx="256032" cy="123444"/>
          </a:xfrm>
          <a:custGeom>
            <a:avLst/>
            <a:gdLst/>
            <a:ahLst/>
            <a:cxnLst/>
            <a:rect l="0" t="0" r="r" b="b"/>
            <a:pathLst>
              <a:path w="28000" h="13500" fill="none" stroke="1" extrusionOk="0">
                <a:moveTo>
                  <a:pt x="0" y="2500"/>
                </a:moveTo>
                <a:cubicBezTo>
                  <a:pt x="8833" y="0"/>
                  <a:pt x="19333" y="6500"/>
                  <a:pt x="28000" y="13500"/>
                </a:cubicBezTo>
              </a:path>
            </a:pathLst>
          </a:custGeom>
          <a:noFill/>
          <a:ln w="64839" cap="rnd" cmpd="sng" algn="ctr">
            <a:solidFill>
              <a:srgbClr val="000000"/>
            </a:solidFill>
            <a:round/>
            <a:headEnd type="none"/>
            <a:tailEnd type="none"/>
          </a:ln>
        </p:spPr>
      </p:sp>
      <p:sp>
        <p:nvSpPr>
          <p:cNvPr id="533" name="neuron-level models / 0523 pre-activation history 4"/>
          <p:cNvSpPr/>
          <p:nvPr/>
        </p:nvSpPr>
        <p:spPr>
          <a:xfrm>
            <a:off x="7196328" y="3566160"/>
            <a:ext cx="219456" cy="283464"/>
          </a:xfrm>
          <a:custGeom>
            <a:avLst/>
            <a:gdLst/>
            <a:ahLst/>
            <a:cxnLst/>
            <a:rect l="0" t="0" r="r" b="b"/>
            <a:pathLst>
              <a:path w="24000" h="31000" fill="none" stroke="1" extrusionOk="0">
                <a:moveTo>
                  <a:pt x="0" y="0"/>
                </a:moveTo>
                <a:cubicBezTo>
                  <a:pt x="8667" y="7000"/>
                  <a:pt x="15500" y="28333"/>
                  <a:pt x="24000" y="31000"/>
                </a:cubicBezTo>
              </a:path>
            </a:pathLst>
          </a:custGeom>
          <a:noFill/>
          <a:ln w="71489" cap="rnd" cmpd="sng" algn="ctr">
            <a:solidFill>
              <a:srgbClr val="000000"/>
            </a:solidFill>
            <a:round/>
            <a:headEnd type="none"/>
            <a:tailEnd type="none"/>
          </a:ln>
        </p:spPr>
      </p:sp>
      <p:sp>
        <p:nvSpPr>
          <p:cNvPr id="534" name="neuron-level models / 0524 pre-activation history 4"/>
          <p:cNvSpPr/>
          <p:nvPr/>
        </p:nvSpPr>
        <p:spPr>
          <a:xfrm>
            <a:off x="7415784" y="3712464"/>
            <a:ext cx="246888" cy="161544"/>
          </a:xfrm>
          <a:custGeom>
            <a:avLst/>
            <a:gdLst/>
            <a:ahLst/>
            <a:cxnLst/>
            <a:rect l="0" t="0" r="r" b="b"/>
            <a:pathLst>
              <a:path w="27000" h="17667" fill="none" stroke="1" extrusionOk="0">
                <a:moveTo>
                  <a:pt x="0" y="15000"/>
                </a:moveTo>
                <a:cubicBezTo>
                  <a:pt x="8500" y="17667"/>
                  <a:pt x="18500" y="833"/>
                  <a:pt x="27000" y="0"/>
                </a:cubicBezTo>
              </a:path>
            </a:pathLst>
          </a:custGeom>
          <a:noFill/>
          <a:ln w="78140" cap="rnd" cmpd="sng" algn="ctr">
            <a:solidFill>
              <a:srgbClr val="000000"/>
            </a:solidFill>
            <a:round/>
            <a:headEnd type="none"/>
            <a:tailEnd type="none"/>
          </a:ln>
        </p:spPr>
      </p:sp>
      <p:sp>
        <p:nvSpPr>
          <p:cNvPr id="535" name="neuron-level models / 0525 pre-activation history 4"/>
          <p:cNvSpPr/>
          <p:nvPr/>
        </p:nvSpPr>
        <p:spPr>
          <a:xfrm>
            <a:off x="7662672" y="3704844"/>
            <a:ext cx="219456" cy="100584"/>
          </a:xfrm>
          <a:custGeom>
            <a:avLst/>
            <a:gdLst/>
            <a:ahLst/>
            <a:cxnLst/>
            <a:rect l="0" t="0" r="r" b="b"/>
            <a:pathLst>
              <a:path w="24000" h="11000" fill="none" stroke="1" extrusionOk="0">
                <a:moveTo>
                  <a:pt x="0" y="833"/>
                </a:moveTo>
                <a:cubicBezTo>
                  <a:pt x="8500" y="0"/>
                  <a:pt x="16500" y="11000"/>
                  <a:pt x="24000" y="10833"/>
                </a:cubicBezTo>
              </a:path>
            </a:pathLst>
          </a:custGeom>
          <a:noFill/>
          <a:ln w="84790" cap="rnd" cmpd="sng" algn="ctr">
            <a:solidFill>
              <a:srgbClr val="000000"/>
            </a:solidFill>
            <a:round/>
            <a:headEnd type="none"/>
            <a:tailEnd type="none"/>
          </a:ln>
        </p:spPr>
      </p:sp>
      <p:sp>
        <p:nvSpPr>
          <p:cNvPr id="536" name="neuron-level models / 0526 pre-activation history 4"/>
          <p:cNvSpPr/>
          <p:nvPr/>
        </p:nvSpPr>
        <p:spPr>
          <a:xfrm>
            <a:off x="7882128" y="3703320"/>
            <a:ext cx="192024" cy="100584"/>
          </a:xfrm>
          <a:custGeom>
            <a:avLst/>
            <a:gdLst/>
            <a:ahLst/>
            <a:cxnLst/>
            <a:rect l="0" t="0" r="r" b="b"/>
            <a:pathLst>
              <a:path w="21000" h="11000" fill="none" stroke="1" extrusionOk="0">
                <a:moveTo>
                  <a:pt x="0" y="11000"/>
                </a:moveTo>
                <a:cubicBezTo>
                  <a:pt x="7500" y="10833"/>
                  <a:pt x="17500" y="1833"/>
                  <a:pt x="21000" y="0"/>
                </a:cubicBezTo>
              </a:path>
            </a:pathLst>
          </a:custGeom>
          <a:noFill/>
          <a:ln w="91440" cap="rnd" cmpd="sng" algn="ctr">
            <a:solidFill>
              <a:srgbClr val="000000"/>
            </a:solidFill>
            <a:round/>
            <a:headEnd type="none"/>
            <a:tailEnd type="none"/>
          </a:ln>
        </p:spPr>
      </p:sp>
      <p:sp>
        <p:nvSpPr>
          <p:cNvPr id="537" name="neuron-level models / 0527 selected pre-activation waveform"/>
          <p:cNvSpPr/>
          <p:nvPr/>
        </p:nvSpPr>
        <p:spPr>
          <a:xfrm>
            <a:off x="4818888" y="1539240"/>
            <a:ext cx="100584" cy="60960"/>
          </a:xfrm>
          <a:custGeom>
            <a:avLst/>
            <a:gdLst/>
            <a:ahLst/>
            <a:cxnLst/>
            <a:rect l="0" t="0" r="r" b="b"/>
            <a:pathLst>
              <a:path w="11000" h="6667" fill="none" stroke="1" extrusionOk="0">
                <a:moveTo>
                  <a:pt x="0" y="6667"/>
                </a:moveTo>
                <a:cubicBezTo>
                  <a:pt x="1833" y="6500"/>
                  <a:pt x="7500" y="0"/>
                  <a:pt x="11000" y="5667"/>
                </a:cubicBezTo>
              </a:path>
            </a:pathLst>
          </a:custGeom>
          <a:noFill/>
          <a:ln w="12802" cap="rnd" cmpd="sng" algn="ctr">
            <a:solidFill>
              <a:srgbClr val="000000"/>
            </a:solidFill>
            <a:round/>
            <a:headEnd type="none"/>
            <a:tailEnd type="none"/>
          </a:ln>
        </p:spPr>
      </p:sp>
      <p:sp>
        <p:nvSpPr>
          <p:cNvPr id="538" name="neuron-level models / 0528 selected pre-activation waveform"/>
          <p:cNvSpPr/>
          <p:nvPr/>
        </p:nvSpPr>
        <p:spPr>
          <a:xfrm>
            <a:off x="4919472" y="1591056"/>
            <a:ext cx="91440" cy="320040"/>
          </a:xfrm>
          <a:custGeom>
            <a:avLst/>
            <a:gdLst/>
            <a:ahLst/>
            <a:cxnLst/>
            <a:rect l="0" t="0" r="r" b="b"/>
            <a:pathLst>
              <a:path w="10000" h="35000" fill="none" stroke="1" extrusionOk="0">
                <a:moveTo>
                  <a:pt x="0" y="0"/>
                </a:moveTo>
                <a:cubicBezTo>
                  <a:pt x="3500" y="5667"/>
                  <a:pt x="6500" y="34167"/>
                  <a:pt x="10000" y="35000"/>
                </a:cubicBezTo>
              </a:path>
            </a:pathLst>
          </a:custGeom>
          <a:noFill/>
          <a:ln w="16546" cap="rnd" cmpd="sng" algn="ctr">
            <a:solidFill>
              <a:srgbClr val="000000"/>
            </a:solidFill>
            <a:round/>
            <a:headEnd type="none"/>
            <a:tailEnd type="none"/>
          </a:ln>
        </p:spPr>
      </p:sp>
      <p:sp>
        <p:nvSpPr>
          <p:cNvPr id="539" name="neuron-level models / 0529 selected pre-activation waveform"/>
          <p:cNvSpPr/>
          <p:nvPr/>
        </p:nvSpPr>
        <p:spPr>
          <a:xfrm>
            <a:off x="5010912" y="1636776"/>
            <a:ext cx="100584" cy="281940"/>
          </a:xfrm>
          <a:custGeom>
            <a:avLst/>
            <a:gdLst/>
            <a:ahLst/>
            <a:cxnLst/>
            <a:rect l="0" t="0" r="r" b="b"/>
            <a:pathLst>
              <a:path w="11000" h="30833" fill="none" stroke="1" extrusionOk="0">
                <a:moveTo>
                  <a:pt x="0" y="30000"/>
                </a:moveTo>
                <a:cubicBezTo>
                  <a:pt x="3500" y="30833"/>
                  <a:pt x="7167" y="7000"/>
                  <a:pt x="11000" y="0"/>
                </a:cubicBezTo>
              </a:path>
            </a:pathLst>
          </a:custGeom>
          <a:noFill/>
          <a:ln w="20291" cap="rnd" cmpd="sng" algn="ctr">
            <a:solidFill>
              <a:srgbClr val="000000"/>
            </a:solidFill>
            <a:round/>
            <a:headEnd type="none"/>
            <a:tailEnd type="none"/>
          </a:ln>
        </p:spPr>
      </p:sp>
      <p:sp>
        <p:nvSpPr>
          <p:cNvPr id="540" name="neuron-level models / 0530 selected pre-activation waveform"/>
          <p:cNvSpPr/>
          <p:nvPr/>
        </p:nvSpPr>
        <p:spPr>
          <a:xfrm>
            <a:off x="5111496" y="1508760"/>
            <a:ext cx="109728" cy="128016"/>
          </a:xfrm>
          <a:custGeom>
            <a:avLst/>
            <a:gdLst/>
            <a:ahLst/>
            <a:cxnLst/>
            <a:rect l="0" t="0" r="r" b="b"/>
            <a:pathLst>
              <a:path w="12000" h="14000" fill="none" stroke="1" extrusionOk="0">
                <a:moveTo>
                  <a:pt x="0" y="14000"/>
                </a:moveTo>
                <a:cubicBezTo>
                  <a:pt x="3833" y="7000"/>
                  <a:pt x="8667" y="0"/>
                  <a:pt x="12000" y="2000"/>
                </a:cubicBezTo>
              </a:path>
            </a:pathLst>
          </a:custGeom>
          <a:noFill/>
          <a:ln w="24036" cap="rnd" cmpd="sng" algn="ctr">
            <a:solidFill>
              <a:srgbClr val="000000"/>
            </a:solidFill>
            <a:round/>
            <a:headEnd type="none"/>
            <a:tailEnd type="none"/>
          </a:ln>
        </p:spPr>
      </p:sp>
      <p:sp>
        <p:nvSpPr>
          <p:cNvPr id="541" name="neuron-level models / 0531 selected pre-activation waveform"/>
          <p:cNvSpPr/>
          <p:nvPr/>
        </p:nvSpPr>
        <p:spPr>
          <a:xfrm>
            <a:off x="5221224" y="1527048"/>
            <a:ext cx="73152" cy="219456"/>
          </a:xfrm>
          <a:custGeom>
            <a:avLst/>
            <a:gdLst/>
            <a:ahLst/>
            <a:cxnLst/>
            <a:rect l="0" t="0" r="r" b="b"/>
            <a:pathLst>
              <a:path w="8000" h="24000" fill="none" stroke="1" extrusionOk="0">
                <a:moveTo>
                  <a:pt x="0" y="0"/>
                </a:moveTo>
                <a:cubicBezTo>
                  <a:pt x="3333" y="2000"/>
                  <a:pt x="4333" y="21833"/>
                  <a:pt x="8000" y="24000"/>
                </a:cubicBezTo>
              </a:path>
            </a:pathLst>
          </a:custGeom>
          <a:noFill/>
          <a:ln w="27780" cap="rnd" cmpd="sng" algn="ctr">
            <a:solidFill>
              <a:srgbClr val="000000"/>
            </a:solidFill>
            <a:round/>
            <a:headEnd type="none"/>
            <a:tailEnd type="none"/>
          </a:ln>
        </p:spPr>
      </p:sp>
      <p:sp>
        <p:nvSpPr>
          <p:cNvPr id="542" name="neuron-level models / 0532 selected pre-activation waveform"/>
          <p:cNvSpPr/>
          <p:nvPr/>
        </p:nvSpPr>
        <p:spPr>
          <a:xfrm>
            <a:off x="5294376" y="1644396"/>
            <a:ext cx="128016" cy="121920"/>
          </a:xfrm>
          <a:custGeom>
            <a:avLst/>
            <a:gdLst/>
            <a:ahLst/>
            <a:cxnLst/>
            <a:rect l="0" t="0" r="r" b="b"/>
            <a:pathLst>
              <a:path w="14000" h="13333" fill="none" stroke="1" extrusionOk="0">
                <a:moveTo>
                  <a:pt x="0" y="11167"/>
                </a:moveTo>
                <a:cubicBezTo>
                  <a:pt x="3667" y="13333"/>
                  <a:pt x="9667" y="0"/>
                  <a:pt x="14000" y="167"/>
                </a:cubicBezTo>
              </a:path>
            </a:pathLst>
          </a:custGeom>
          <a:noFill/>
          <a:ln w="31525" cap="rnd" cmpd="sng" algn="ctr">
            <a:solidFill>
              <a:srgbClr val="000000"/>
            </a:solidFill>
            <a:round/>
            <a:headEnd type="none"/>
            <a:tailEnd type="none"/>
          </a:ln>
        </p:spPr>
      </p:sp>
      <p:sp>
        <p:nvSpPr>
          <p:cNvPr id="543" name="neuron-level models / 0533 selected pre-activation waveform"/>
          <p:cNvSpPr/>
          <p:nvPr/>
        </p:nvSpPr>
        <p:spPr>
          <a:xfrm>
            <a:off x="5422392" y="1645920"/>
            <a:ext cx="109728" cy="109728"/>
          </a:xfrm>
          <a:custGeom>
            <a:avLst/>
            <a:gdLst/>
            <a:ahLst/>
            <a:cxnLst/>
            <a:rect l="0" t="0" r="r" b="b"/>
            <a:pathLst>
              <a:path w="12000" h="12000" fill="none" stroke="1" extrusionOk="0">
                <a:moveTo>
                  <a:pt x="0" y="0"/>
                </a:moveTo>
                <a:cubicBezTo>
                  <a:pt x="4333" y="167"/>
                  <a:pt x="8333" y="12000"/>
                  <a:pt x="12000" y="12000"/>
                </a:cubicBezTo>
              </a:path>
            </a:pathLst>
          </a:custGeom>
          <a:noFill/>
          <a:ln w="35270" cap="rnd" cmpd="sng" algn="ctr">
            <a:solidFill>
              <a:srgbClr val="000000"/>
            </a:solidFill>
            <a:round/>
            <a:headEnd type="none"/>
            <a:tailEnd type="none"/>
          </a:ln>
        </p:spPr>
      </p:sp>
      <p:sp>
        <p:nvSpPr>
          <p:cNvPr id="544" name="neuron-level models / 0534 selected pre-activation waveform"/>
          <p:cNvSpPr/>
          <p:nvPr/>
        </p:nvSpPr>
        <p:spPr>
          <a:xfrm>
            <a:off x="5532120" y="1644396"/>
            <a:ext cx="91440" cy="111252"/>
          </a:xfrm>
          <a:custGeom>
            <a:avLst/>
            <a:gdLst/>
            <a:ahLst/>
            <a:cxnLst/>
            <a:rect l="0" t="0" r="r" b="b"/>
            <a:pathLst>
              <a:path w="10000" h="12167" fill="none" stroke="1" extrusionOk="0">
                <a:moveTo>
                  <a:pt x="0" y="12167"/>
                </a:moveTo>
                <a:cubicBezTo>
                  <a:pt x="3667" y="12167"/>
                  <a:pt x="6333" y="0"/>
                  <a:pt x="10000" y="167"/>
                </a:cubicBezTo>
              </a:path>
            </a:pathLst>
          </a:custGeom>
          <a:noFill/>
          <a:ln w="39014" cap="rnd" cmpd="sng" algn="ctr">
            <a:solidFill>
              <a:srgbClr val="000000"/>
            </a:solidFill>
            <a:round/>
            <a:headEnd type="none"/>
            <a:tailEnd type="none"/>
          </a:ln>
        </p:spPr>
      </p:sp>
      <p:sp>
        <p:nvSpPr>
          <p:cNvPr id="545" name="neuron-level models / 0535 selected pre-activation waveform"/>
          <p:cNvSpPr/>
          <p:nvPr/>
        </p:nvSpPr>
        <p:spPr>
          <a:xfrm>
            <a:off x="5623560" y="1645920"/>
            <a:ext cx="109728" cy="132588"/>
          </a:xfrm>
          <a:custGeom>
            <a:avLst/>
            <a:gdLst/>
            <a:ahLst/>
            <a:cxnLst/>
            <a:rect l="0" t="0" r="r" b="b"/>
            <a:pathLst>
              <a:path w="12000" h="14500" fill="none" stroke="1" extrusionOk="0">
                <a:moveTo>
                  <a:pt x="0" y="0"/>
                </a:moveTo>
                <a:cubicBezTo>
                  <a:pt x="3667" y="167"/>
                  <a:pt x="7667" y="14500"/>
                  <a:pt x="12000" y="13000"/>
                </a:cubicBezTo>
              </a:path>
            </a:pathLst>
          </a:custGeom>
          <a:noFill/>
          <a:ln w="42759" cap="rnd" cmpd="sng" algn="ctr">
            <a:solidFill>
              <a:srgbClr val="000000"/>
            </a:solidFill>
            <a:round/>
            <a:headEnd type="none"/>
            <a:tailEnd type="none"/>
          </a:ln>
        </p:spPr>
      </p:sp>
      <p:sp>
        <p:nvSpPr>
          <p:cNvPr id="546" name="neuron-level models / 0536 selected pre-activation waveform"/>
          <p:cNvSpPr/>
          <p:nvPr/>
        </p:nvSpPr>
        <p:spPr>
          <a:xfrm>
            <a:off x="5733288" y="1516380"/>
            <a:ext cx="128016" cy="248412"/>
          </a:xfrm>
          <a:custGeom>
            <a:avLst/>
            <a:gdLst/>
            <a:ahLst/>
            <a:cxnLst/>
            <a:rect l="0" t="0" r="r" b="b"/>
            <a:pathLst>
              <a:path w="14000" h="27167" fill="none" stroke="1" extrusionOk="0">
                <a:moveTo>
                  <a:pt x="0" y="27167"/>
                </a:moveTo>
                <a:cubicBezTo>
                  <a:pt x="4333" y="25667"/>
                  <a:pt x="8000" y="0"/>
                  <a:pt x="14000" y="5167"/>
                </a:cubicBezTo>
              </a:path>
            </a:pathLst>
          </a:custGeom>
          <a:noFill/>
          <a:ln w="46504" cap="rnd" cmpd="sng" algn="ctr">
            <a:solidFill>
              <a:srgbClr val="000000"/>
            </a:solidFill>
            <a:round/>
            <a:headEnd type="none"/>
            <a:tailEnd type="none"/>
          </a:ln>
        </p:spPr>
      </p:sp>
      <p:sp>
        <p:nvSpPr>
          <p:cNvPr id="547" name="neuron-level models / 0537 selected pre-activation waveform"/>
          <p:cNvSpPr/>
          <p:nvPr/>
        </p:nvSpPr>
        <p:spPr>
          <a:xfrm>
            <a:off x="5861304" y="1563624"/>
            <a:ext cx="201168" cy="484632"/>
          </a:xfrm>
          <a:custGeom>
            <a:avLst/>
            <a:gdLst/>
            <a:ahLst/>
            <a:cxnLst/>
            <a:rect l="0" t="0" r="r" b="b"/>
            <a:pathLst>
              <a:path w="22000" h="53000" fill="none" stroke="1" extrusionOk="0">
                <a:moveTo>
                  <a:pt x="0" y="0"/>
                </a:moveTo>
                <a:cubicBezTo>
                  <a:pt x="6000" y="5167"/>
                  <a:pt x="14833" y="52333"/>
                  <a:pt x="22000" y="53000"/>
                </a:cubicBezTo>
              </a:path>
            </a:pathLst>
          </a:custGeom>
          <a:noFill/>
          <a:ln w="50248" cap="rnd" cmpd="sng" algn="ctr">
            <a:solidFill>
              <a:srgbClr val="000000"/>
            </a:solidFill>
            <a:round/>
            <a:headEnd type="none"/>
            <a:tailEnd type="none"/>
          </a:ln>
        </p:spPr>
      </p:sp>
      <p:sp>
        <p:nvSpPr>
          <p:cNvPr id="548" name="neuron-level models / 0538 selected pre-activation waveform"/>
          <p:cNvSpPr/>
          <p:nvPr/>
        </p:nvSpPr>
        <p:spPr>
          <a:xfrm>
            <a:off x="6062472" y="1600200"/>
            <a:ext cx="192024" cy="454152"/>
          </a:xfrm>
          <a:custGeom>
            <a:avLst/>
            <a:gdLst/>
            <a:ahLst/>
            <a:cxnLst/>
            <a:rect l="0" t="0" r="r" b="b"/>
            <a:pathLst>
              <a:path w="21000" h="49667" fill="none" stroke="1" extrusionOk="0">
                <a:moveTo>
                  <a:pt x="0" y="49000"/>
                </a:moveTo>
                <a:cubicBezTo>
                  <a:pt x="7167" y="49667"/>
                  <a:pt x="15667" y="11000"/>
                  <a:pt x="21000" y="0"/>
                </a:cubicBezTo>
              </a:path>
            </a:pathLst>
          </a:custGeom>
          <a:noFill/>
          <a:ln w="53993" cap="rnd" cmpd="sng" algn="ctr">
            <a:solidFill>
              <a:srgbClr val="000000"/>
            </a:solidFill>
            <a:round/>
            <a:headEnd type="none"/>
            <a:tailEnd type="none"/>
          </a:ln>
        </p:spPr>
      </p:sp>
      <p:sp>
        <p:nvSpPr>
          <p:cNvPr id="549" name="neuron-level models / 0539 selected pre-activation waveform"/>
          <p:cNvSpPr/>
          <p:nvPr/>
        </p:nvSpPr>
        <p:spPr>
          <a:xfrm>
            <a:off x="6254496" y="1373124"/>
            <a:ext cx="100584" cy="227076"/>
          </a:xfrm>
          <a:custGeom>
            <a:avLst/>
            <a:gdLst/>
            <a:ahLst/>
            <a:cxnLst/>
            <a:rect l="0" t="0" r="r" b="b"/>
            <a:pathLst>
              <a:path w="11000" h="24833" fill="none" stroke="1" extrusionOk="0">
                <a:moveTo>
                  <a:pt x="0" y="24833"/>
                </a:moveTo>
                <a:cubicBezTo>
                  <a:pt x="5333" y="13833"/>
                  <a:pt x="5167" y="0"/>
                  <a:pt x="11000" y="7833"/>
                </a:cubicBezTo>
              </a:path>
            </a:pathLst>
          </a:custGeom>
          <a:noFill/>
          <a:ln w="57738" cap="rnd" cmpd="sng" algn="ctr">
            <a:solidFill>
              <a:srgbClr val="000000"/>
            </a:solidFill>
            <a:round/>
            <a:headEnd type="none"/>
            <a:tailEnd type="none"/>
          </a:ln>
        </p:spPr>
      </p:sp>
      <p:sp>
        <p:nvSpPr>
          <p:cNvPr id="550" name="neuron-level models / 0540 selected pre-activation waveform"/>
          <p:cNvSpPr/>
          <p:nvPr/>
        </p:nvSpPr>
        <p:spPr>
          <a:xfrm>
            <a:off x="6355080" y="1444752"/>
            <a:ext cx="219456" cy="605028"/>
          </a:xfrm>
          <a:custGeom>
            <a:avLst/>
            <a:gdLst/>
            <a:ahLst/>
            <a:cxnLst/>
            <a:rect l="0" t="0" r="r" b="b"/>
            <a:pathLst>
              <a:path w="24000" h="66167" fill="none" stroke="1" extrusionOk="0">
                <a:moveTo>
                  <a:pt x="0" y="0"/>
                </a:moveTo>
                <a:cubicBezTo>
                  <a:pt x="5833" y="7833"/>
                  <a:pt x="16167" y="66167"/>
                  <a:pt x="24000" y="64000"/>
                </a:cubicBezTo>
              </a:path>
            </a:pathLst>
          </a:custGeom>
          <a:noFill/>
          <a:ln w="61483" cap="rnd" cmpd="sng" algn="ctr">
            <a:solidFill>
              <a:srgbClr val="000000"/>
            </a:solidFill>
            <a:round/>
            <a:headEnd type="none"/>
            <a:tailEnd type="none"/>
          </a:ln>
        </p:spPr>
      </p:sp>
      <p:sp>
        <p:nvSpPr>
          <p:cNvPr id="551" name="neuron-level models / 0541 selected pre-activation waveform"/>
          <p:cNvSpPr/>
          <p:nvPr/>
        </p:nvSpPr>
        <p:spPr>
          <a:xfrm>
            <a:off x="6574536" y="1325880"/>
            <a:ext cx="210312" cy="704088"/>
          </a:xfrm>
          <a:custGeom>
            <a:avLst/>
            <a:gdLst/>
            <a:ahLst/>
            <a:cxnLst/>
            <a:rect l="0" t="0" r="r" b="b"/>
            <a:pathLst>
              <a:path w="23000" h="77000" fill="none" stroke="1" extrusionOk="0">
                <a:moveTo>
                  <a:pt x="0" y="77000"/>
                </a:moveTo>
                <a:cubicBezTo>
                  <a:pt x="7833" y="74833"/>
                  <a:pt x="16500" y="3333"/>
                  <a:pt x="23000" y="0"/>
                </a:cubicBezTo>
              </a:path>
            </a:pathLst>
          </a:custGeom>
          <a:noFill/>
          <a:ln w="65227" cap="rnd" cmpd="sng" algn="ctr">
            <a:solidFill>
              <a:srgbClr val="000000"/>
            </a:solidFill>
            <a:round/>
            <a:headEnd type="none"/>
            <a:tailEnd type="none"/>
          </a:ln>
        </p:spPr>
      </p:sp>
      <p:sp>
        <p:nvSpPr>
          <p:cNvPr id="552" name="neuron-level models / 0542 selected pre-activation waveform"/>
          <p:cNvSpPr/>
          <p:nvPr/>
        </p:nvSpPr>
        <p:spPr>
          <a:xfrm>
            <a:off x="6784848" y="1295400"/>
            <a:ext cx="146304" cy="551688"/>
          </a:xfrm>
          <a:custGeom>
            <a:avLst/>
            <a:gdLst/>
            <a:ahLst/>
            <a:cxnLst/>
            <a:rect l="0" t="0" r="r" b="b"/>
            <a:pathLst>
              <a:path w="16000" h="60333" fill="none" stroke="1" extrusionOk="0">
                <a:moveTo>
                  <a:pt x="0" y="3333"/>
                </a:moveTo>
                <a:cubicBezTo>
                  <a:pt x="6500" y="0"/>
                  <a:pt x="8667" y="55333"/>
                  <a:pt x="16000" y="60333"/>
                </a:cubicBezTo>
              </a:path>
            </a:pathLst>
          </a:custGeom>
          <a:noFill/>
          <a:ln w="68972" cap="rnd" cmpd="sng" algn="ctr">
            <a:solidFill>
              <a:srgbClr val="000000"/>
            </a:solidFill>
            <a:round/>
            <a:headEnd type="none"/>
            <a:tailEnd type="none"/>
          </a:ln>
        </p:spPr>
      </p:sp>
      <p:sp>
        <p:nvSpPr>
          <p:cNvPr id="553" name="neuron-level models / 0543 selected pre-activation waveform"/>
          <p:cNvSpPr/>
          <p:nvPr/>
        </p:nvSpPr>
        <p:spPr>
          <a:xfrm>
            <a:off x="6931152" y="1600200"/>
            <a:ext cx="256032" cy="292608"/>
          </a:xfrm>
          <a:custGeom>
            <a:avLst/>
            <a:gdLst/>
            <a:ahLst/>
            <a:cxnLst/>
            <a:rect l="0" t="0" r="r" b="b"/>
            <a:pathLst>
              <a:path w="28000" h="32000" fill="none" stroke="1" extrusionOk="0">
                <a:moveTo>
                  <a:pt x="0" y="27000"/>
                </a:moveTo>
                <a:cubicBezTo>
                  <a:pt x="7333" y="32000"/>
                  <a:pt x="20833" y="2000"/>
                  <a:pt x="28000" y="0"/>
                </a:cubicBezTo>
              </a:path>
            </a:pathLst>
          </a:custGeom>
          <a:noFill/>
          <a:ln w="72717" cap="rnd" cmpd="sng" algn="ctr">
            <a:solidFill>
              <a:srgbClr val="000000"/>
            </a:solidFill>
            <a:round/>
            <a:headEnd type="none"/>
            <a:tailEnd type="none"/>
          </a:ln>
        </p:spPr>
      </p:sp>
      <p:sp>
        <p:nvSpPr>
          <p:cNvPr id="554" name="neuron-level models / 0544 selected pre-activation waveform"/>
          <p:cNvSpPr/>
          <p:nvPr/>
        </p:nvSpPr>
        <p:spPr>
          <a:xfrm>
            <a:off x="7187184" y="1581912"/>
            <a:ext cx="137160" cy="156972"/>
          </a:xfrm>
          <a:custGeom>
            <a:avLst/>
            <a:gdLst/>
            <a:ahLst/>
            <a:cxnLst/>
            <a:rect l="0" t="0" r="r" b="b"/>
            <a:pathLst>
              <a:path w="15000" h="17167" fill="none" stroke="1" extrusionOk="0">
                <a:moveTo>
                  <a:pt x="0" y="2000"/>
                </a:moveTo>
                <a:cubicBezTo>
                  <a:pt x="7167" y="0"/>
                  <a:pt x="9667" y="17167"/>
                  <a:pt x="15000" y="17000"/>
                </a:cubicBezTo>
              </a:path>
            </a:pathLst>
          </a:custGeom>
          <a:noFill/>
          <a:ln w="76461" cap="rnd" cmpd="sng" algn="ctr">
            <a:solidFill>
              <a:srgbClr val="000000"/>
            </a:solidFill>
            <a:round/>
            <a:headEnd type="none"/>
            <a:tailEnd type="none"/>
          </a:ln>
        </p:spPr>
      </p:sp>
      <p:sp>
        <p:nvSpPr>
          <p:cNvPr id="555" name="neuron-level models / 0545 selected pre-activation waveform"/>
          <p:cNvSpPr/>
          <p:nvPr/>
        </p:nvSpPr>
        <p:spPr>
          <a:xfrm>
            <a:off x="7324344" y="1574292"/>
            <a:ext cx="155448" cy="163068"/>
          </a:xfrm>
          <a:custGeom>
            <a:avLst/>
            <a:gdLst/>
            <a:ahLst/>
            <a:cxnLst/>
            <a:rect l="0" t="0" r="r" b="b"/>
            <a:pathLst>
              <a:path w="17000" h="17833" fill="none" stroke="1" extrusionOk="0">
                <a:moveTo>
                  <a:pt x="0" y="17833"/>
                </a:moveTo>
                <a:cubicBezTo>
                  <a:pt x="5333" y="17667"/>
                  <a:pt x="11000" y="0"/>
                  <a:pt x="17000" y="1833"/>
                </a:cubicBezTo>
              </a:path>
            </a:pathLst>
          </a:custGeom>
          <a:noFill/>
          <a:ln w="80206" cap="rnd" cmpd="sng" algn="ctr">
            <a:solidFill>
              <a:srgbClr val="000000"/>
            </a:solidFill>
            <a:round/>
            <a:headEnd type="none"/>
            <a:tailEnd type="none"/>
          </a:ln>
        </p:spPr>
      </p:sp>
      <p:sp>
        <p:nvSpPr>
          <p:cNvPr id="556" name="neuron-level models / 0546 selected pre-activation waveform"/>
          <p:cNvSpPr/>
          <p:nvPr/>
        </p:nvSpPr>
        <p:spPr>
          <a:xfrm>
            <a:off x="7479792" y="1591056"/>
            <a:ext cx="173736" cy="246888"/>
          </a:xfrm>
          <a:custGeom>
            <a:avLst/>
            <a:gdLst/>
            <a:ahLst/>
            <a:cxnLst/>
            <a:rect l="0" t="0" r="r" b="b"/>
            <a:pathLst>
              <a:path w="19000" h="27000" fill="none" stroke="1" extrusionOk="0">
                <a:moveTo>
                  <a:pt x="0" y="0"/>
                </a:moveTo>
                <a:cubicBezTo>
                  <a:pt x="6000" y="1833"/>
                  <a:pt x="11833" y="26667"/>
                  <a:pt x="19000" y="27000"/>
                </a:cubicBezTo>
              </a:path>
            </a:pathLst>
          </a:custGeom>
          <a:noFill/>
          <a:ln w="83951" cap="rnd" cmpd="sng" algn="ctr">
            <a:solidFill>
              <a:srgbClr val="000000"/>
            </a:solidFill>
            <a:round/>
            <a:headEnd type="none"/>
            <a:tailEnd type="none"/>
          </a:ln>
        </p:spPr>
      </p:sp>
      <p:sp>
        <p:nvSpPr>
          <p:cNvPr id="557" name="neuron-level models / 0547 selected pre-activation waveform"/>
          <p:cNvSpPr/>
          <p:nvPr/>
        </p:nvSpPr>
        <p:spPr>
          <a:xfrm>
            <a:off x="7653528" y="1609344"/>
            <a:ext cx="219456" cy="231648"/>
          </a:xfrm>
          <a:custGeom>
            <a:avLst/>
            <a:gdLst/>
            <a:ahLst/>
            <a:cxnLst/>
            <a:rect l="0" t="0" r="r" b="b"/>
            <a:pathLst>
              <a:path w="24000" h="25333" fill="none" stroke="1" extrusionOk="0">
                <a:moveTo>
                  <a:pt x="0" y="25000"/>
                </a:moveTo>
                <a:cubicBezTo>
                  <a:pt x="7167" y="25333"/>
                  <a:pt x="15667" y="2333"/>
                  <a:pt x="24000" y="0"/>
                </a:cubicBezTo>
              </a:path>
            </a:pathLst>
          </a:custGeom>
          <a:noFill/>
          <a:ln w="87695" cap="rnd" cmpd="sng" algn="ctr">
            <a:solidFill>
              <a:srgbClr val="000000"/>
            </a:solidFill>
            <a:round/>
            <a:headEnd type="none"/>
            <a:tailEnd type="none"/>
          </a:ln>
        </p:spPr>
      </p:sp>
      <p:sp>
        <p:nvSpPr>
          <p:cNvPr id="558" name="neuron-level models / 0548 selected pre-activation waveform"/>
          <p:cNvSpPr/>
          <p:nvPr/>
        </p:nvSpPr>
        <p:spPr>
          <a:xfrm>
            <a:off x="7872984" y="1588008"/>
            <a:ext cx="237744" cy="121920"/>
          </a:xfrm>
          <a:custGeom>
            <a:avLst/>
            <a:gdLst/>
            <a:ahLst/>
            <a:cxnLst/>
            <a:rect l="0" t="0" r="r" b="b"/>
            <a:pathLst>
              <a:path w="26000" h="13333" fill="none" stroke="1" extrusionOk="0">
                <a:moveTo>
                  <a:pt x="0" y="2333"/>
                </a:moveTo>
                <a:cubicBezTo>
                  <a:pt x="8333" y="0"/>
                  <a:pt x="21667" y="11500"/>
                  <a:pt x="26000" y="13333"/>
                </a:cubicBezTo>
              </a:path>
            </a:pathLst>
          </a:custGeom>
          <a:noFill/>
          <a:ln w="91440" cap="rnd" cmpd="sng" algn="ctr">
            <a:solidFill>
              <a:srgbClr val="000000"/>
            </a:solidFill>
            <a:round/>
            <a:headEnd type="none"/>
            <a:tailEnd type="none"/>
          </a:ln>
        </p:spPr>
      </p:sp>
      <p:sp>
        <p:nvSpPr>
          <p:cNvPr id="559" name="neuron-level models / 0549 selected neuron ellipse"/>
          <p:cNvSpPr/>
          <p:nvPr/>
        </p:nvSpPr>
        <p:spPr>
          <a:xfrm>
            <a:off x="4590288" y="1197864"/>
            <a:ext cx="3675888" cy="987552"/>
          </a:xfrm>
          <a:custGeom>
            <a:avLst/>
            <a:gdLst/>
            <a:ahLst/>
            <a:cxnLst/>
            <a:rect l="0" t="0" r="r" b="b"/>
            <a:pathLst>
              <a:path w="402000" h="108000" fill="none" stroke="1" extrusionOk="0">
                <a:moveTo>
                  <a:pt x="402000" y="54000"/>
                </a:moveTo>
                <a:cubicBezTo>
                  <a:pt x="402000" y="83823"/>
                  <a:pt x="312009" y="108000"/>
                  <a:pt x="201000" y="108000"/>
                </a:cubicBezTo>
                <a:cubicBezTo>
                  <a:pt x="89991" y="108000"/>
                  <a:pt x="0" y="83823"/>
                  <a:pt x="0" y="54000"/>
                </a:cubicBezTo>
                <a:cubicBezTo>
                  <a:pt x="0" y="24177"/>
                  <a:pt x="89991" y="0"/>
                  <a:pt x="201000" y="0"/>
                </a:cubicBezTo>
                <a:cubicBezTo>
                  <a:pt x="312009" y="0"/>
                  <a:pt x="402000" y="24177"/>
                  <a:pt x="402000" y="54000"/>
                </a:cubicBezTo>
                <a:close/>
              </a:path>
            </a:pathLst>
          </a:custGeom>
          <a:noFill/>
          <a:ln w="41148" cap="rnd" cmpd="sng" algn="ctr">
            <a:solidFill>
              <a:srgbClr val="000000"/>
            </a:solidFill>
            <a:round/>
            <a:headEnd type="none"/>
            <a:tailEnd type="none"/>
          </a:ln>
        </p:spPr>
      </p:sp>
      <p:sp>
        <p:nvSpPr>
          <p:cNvPr id="560" name="neuron-level models / 0550 variable A — white text backing"/>
          <p:cNvSpPr/>
          <p:nvPr/>
        </p:nvSpPr>
        <p:spPr>
          <a:xfrm>
            <a:off x="4954584" y="2598968"/>
            <a:ext cx="554462" cy="519136"/>
          </a:xfrm>
          <a:custGeom>
            <a:avLst/>
            <a:gdLst/>
            <a:ahLst/>
            <a:cxnLst/>
            <a:rect l="0" t="0" r="r" b="b"/>
            <a:pathLst>
              <a:path w="60637" h="56773" fill="norm" stroke="1" extrusionOk="0">
                <a:moveTo>
                  <a:pt x="17133" y="53708"/>
                </a:moveTo>
                <a:lnTo>
                  <a:pt x="17133" y="56773"/>
                </a:lnTo>
                <a:lnTo>
                  <a:pt x="0" y="56773"/>
                </a:lnTo>
                <a:lnTo>
                  <a:pt x="0" y="53708"/>
                </a:lnTo>
                <a:lnTo>
                  <a:pt x="4199" y="52574"/>
                </a:lnTo>
                <a:lnTo>
                  <a:pt x="24229" y="0"/>
                </a:lnTo>
                <a:lnTo>
                  <a:pt x="36407" y="0"/>
                </a:lnTo>
                <a:lnTo>
                  <a:pt x="56354" y="52574"/>
                </a:lnTo>
                <a:lnTo>
                  <a:pt x="60637" y="53708"/>
                </a:lnTo>
                <a:lnTo>
                  <a:pt x="60637" y="56773"/>
                </a:lnTo>
                <a:lnTo>
                  <a:pt x="35567" y="56773"/>
                </a:lnTo>
                <a:lnTo>
                  <a:pt x="35567" y="53708"/>
                </a:lnTo>
                <a:lnTo>
                  <a:pt x="42076" y="52574"/>
                </a:lnTo>
                <a:lnTo>
                  <a:pt x="36701" y="38003"/>
                </a:lnTo>
                <a:lnTo>
                  <a:pt x="15075" y="38003"/>
                </a:lnTo>
                <a:lnTo>
                  <a:pt x="9910" y="52574"/>
                </a:lnTo>
                <a:close/>
                <a:moveTo>
                  <a:pt x="26077" y="8482"/>
                </a:moveTo>
                <a:lnTo>
                  <a:pt x="16797" y="33384"/>
                </a:lnTo>
                <a:lnTo>
                  <a:pt x="35105" y="33384"/>
                </a:lnTo>
                <a:close/>
              </a:path>
            </a:pathLst>
          </a:custGeom>
          <a:solidFill>
            <a:srgbClr val="FFFFFF"/>
          </a:solidFill>
          <a:ln w="54864" cap="rnd" cmpd="sng" algn="ctr">
            <a:solidFill>
              <a:srgbClr val="FFFFFF"/>
            </a:solidFill>
            <a:round/>
            <a:headEnd type="none"/>
            <a:tailEnd type="none"/>
          </a:ln>
        </p:spPr>
      </p:sp>
      <p:sp>
        <p:nvSpPr>
          <p:cNvPr id="561" name="neuron-level models / 0550 variable A"/>
          <p:cNvSpPr txBox="1"/>
          <p:nvPr/>
        </p:nvSpPr>
        <p:spPr>
          <a:xfrm>
            <a:off x="4946904" y="2331720"/>
            <a:ext cx="705060" cy="1061618"/>
          </a:xfrm>
          <a:prstGeom prst="rect">
            <a:avLst/>
          </a:prstGeom>
          <a:noFill/>
        </p:spPr>
        <p:txBody>
          <a:bodyPr wrap="none" lIns="0" rIns="0" tIns="0" bIns="0" anchor="t">
            <a:noAutofit/>
          </a:bodyPr>
          <a:lstStyle/>
          <a:p>
            <a:pPr>
              <a:spcBef>
                <a:spcPts val="0"/>
              </a:spcBef>
              <a:spcAft>
                <a:spcPts val="0"/>
              </a:spcAft>
            </a:pPr>
            <a:r>
              <a:rPr sz="6191" b="1" i="0" dirty="0" spc="0">
                <a:solidFill>
                  <a:srgbClr val="000000"/>
                </a:solidFill>
                <a:latin typeface="Liberation Serif"/>
                <a:ea typeface="Liberation Serif"/>
                <a:cs typeface="Liberation Serif"/>
              </a:rPr>
              <a:t>A</a:t>
            </a:r>
          </a:p>
        </p:txBody>
      </p:sp>
      <p:sp>
        <p:nvSpPr>
          <p:cNvPr id="562" name="neuron-level models / 0551 A superscript — white text backing"/>
          <p:cNvSpPr/>
          <p:nvPr/>
        </p:nvSpPr>
        <p:spPr>
          <a:xfrm>
            <a:off x="5386757" y="2506521"/>
            <a:ext cx="87854" cy="198178"/>
          </a:xfrm>
          <a:custGeom>
            <a:avLst/>
            <a:gdLst/>
            <a:ahLst/>
            <a:cxnLst/>
            <a:rect l="0" t="0" r="r" b="b"/>
            <a:pathLst>
              <a:path w="9608" h="21673" fill="norm" stroke="1" extrusionOk="0">
                <a:moveTo>
                  <a:pt x="3215" y="18089"/>
                </a:moveTo>
                <a:quadBezTo>
                  <a:pt x="3215" y="18920"/>
                  <a:pt x="3631" y="19336"/>
                </a:quadBezTo>
                <a:quadBezTo>
                  <a:pt x="4046" y="19751"/>
                  <a:pt x="4693" y="19751"/>
                </a:quadBezTo>
                <a:quadBezTo>
                  <a:pt x="6042" y="19751"/>
                  <a:pt x="7501" y="19197"/>
                </a:quadBezTo>
                <a:lnTo>
                  <a:pt x="7889" y="20066"/>
                </a:lnTo>
                <a:quadBezTo>
                  <a:pt x="5617" y="21673"/>
                  <a:pt x="3289" y="21673"/>
                </a:quadBezTo>
                <a:quadBezTo>
                  <a:pt x="1829" y="21673"/>
                  <a:pt x="988" y="20786"/>
                </a:quadBezTo>
                <a:quadBezTo>
                  <a:pt x="148" y="19899"/>
                  <a:pt x="148" y="18310"/>
                </a:quadBezTo>
                <a:quadBezTo>
                  <a:pt x="148" y="17774"/>
                  <a:pt x="249" y="17045"/>
                </a:quadBezTo>
                <a:quadBezTo>
                  <a:pt x="351" y="16315"/>
                  <a:pt x="2273" y="5488"/>
                </a:quadBezTo>
                <a:lnTo>
                  <a:pt x="0" y="5488"/>
                </a:lnTo>
                <a:lnTo>
                  <a:pt x="148" y="4656"/>
                </a:lnTo>
                <a:lnTo>
                  <a:pt x="2605" y="3936"/>
                </a:lnTo>
                <a:lnTo>
                  <a:pt x="5136" y="0"/>
                </a:lnTo>
                <a:lnTo>
                  <a:pt x="6319" y="0"/>
                </a:lnTo>
                <a:lnTo>
                  <a:pt x="5635" y="3936"/>
                </a:lnTo>
                <a:lnTo>
                  <a:pt x="9608" y="3936"/>
                </a:lnTo>
                <a:lnTo>
                  <a:pt x="9312" y="5488"/>
                </a:lnTo>
                <a:lnTo>
                  <a:pt x="5340" y="5488"/>
                </a:lnTo>
                <a:lnTo>
                  <a:pt x="3547" y="15631"/>
                </a:lnTo>
                <a:quadBezTo>
                  <a:pt x="3215" y="17331"/>
                  <a:pt x="3215" y="18089"/>
                </a:quadBezTo>
                <a:close/>
              </a:path>
            </a:pathLst>
          </a:custGeom>
          <a:solidFill>
            <a:srgbClr val="FFFFFF"/>
          </a:solidFill>
          <a:ln w="27432" cap="rnd" cmpd="sng" algn="ctr">
            <a:solidFill>
              <a:srgbClr val="FFFFFF"/>
            </a:solidFill>
            <a:round/>
            <a:headEnd type="none"/>
            <a:tailEnd type="none"/>
          </a:ln>
        </p:spPr>
      </p:sp>
      <p:sp>
        <p:nvSpPr>
          <p:cNvPr id="563" name="neuron-level models / 0551 A superscript"/>
          <p:cNvSpPr txBox="1"/>
          <p:nvPr/>
        </p:nvSpPr>
        <p:spPr>
          <a:xfrm>
            <a:off x="5371551" y="2355312"/>
            <a:ext cx="233186" cy="467112"/>
          </a:xfrm>
          <a:prstGeom prst="rect">
            <a:avLst/>
          </a:prstGeom>
          <a:noFill/>
        </p:spPr>
        <p:txBody>
          <a:bodyPr wrap="none" lIns="0" rIns="0" tIns="0" bIns="0" anchor="t">
            <a:noAutofit/>
          </a:bodyPr>
          <a:lstStyle/>
          <a:p>
            <a:pPr>
              <a:spcBef>
                <a:spcPts val="0"/>
              </a:spcBef>
              <a:spcAft>
                <a:spcPts val="0"/>
              </a:spcAft>
            </a:pPr>
            <a:r>
              <a:rPr sz="2724" b="0" i="1" dirty="0" spc="0">
                <a:solidFill>
                  <a:srgbClr val="000000"/>
                </a:solidFill>
                <a:latin typeface="Liberation Serif"/>
                <a:ea typeface="Liberation Serif"/>
                <a:cs typeface="Liberation Serif"/>
              </a:rPr>
              <a:t>t</a:t>
            </a:r>
          </a:p>
        </p:txBody>
      </p:sp>
      <p:sp>
        <p:nvSpPr>
          <p:cNvPr id="564" name="neuron-level models / 0552 HISTORY"/>
          <p:cNvSpPr txBox="1"/>
          <p:nvPr/>
        </p:nvSpPr>
        <p:spPr>
          <a:xfrm>
            <a:off x="5029200" y="3922776"/>
            <a:ext cx="2402586" cy="753008"/>
          </a:xfrm>
          <a:prstGeom prst="rect">
            <a:avLst/>
          </a:prstGeom>
          <a:noFill/>
        </p:spPr>
        <p:txBody>
          <a:bodyPr wrap="none" lIns="0" rIns="0" tIns="0" bIns="0" anchor="t">
            <a:noAutofit/>
          </a:bodyPr>
          <a:lstStyle/>
          <a:p>
            <a:pPr>
              <a:spcBef>
                <a:spcPts val="0"/>
              </a:spcBef>
              <a:spcAft>
                <a:spcPts val="0"/>
              </a:spcAft>
            </a:pPr>
            <a:r>
              <a:rPr sz="4392" b="0" i="0" dirty="0" spc="0">
                <a:solidFill>
                  <a:srgbClr val="000000"/>
                </a:solidFill>
                <a:latin typeface="Lato Light"/>
                <a:ea typeface="Lato Light"/>
                <a:cs typeface="Lato Light"/>
              </a:rPr>
              <a:t>HISTORY</a:t>
            </a:r>
          </a:p>
        </p:txBody>
      </p:sp>
      <p:sp>
        <p:nvSpPr>
          <p:cNvPr id="565" name="neuron-level models / 0553 (pre-activations)"/>
          <p:cNvSpPr txBox="1"/>
          <p:nvPr/>
        </p:nvSpPr>
        <p:spPr>
          <a:xfrm>
            <a:off x="4937760" y="4453128"/>
            <a:ext cx="2461822" cy="456743"/>
          </a:xfrm>
          <a:prstGeom prst="rect">
            <a:avLst/>
          </a:prstGeom>
          <a:noFill/>
        </p:spPr>
        <p:txBody>
          <a:bodyPr wrap="none" lIns="0" rIns="0" tIns="0" bIns="0" anchor="t">
            <a:noAutofit/>
          </a:bodyPr>
          <a:lstStyle/>
          <a:p>
            <a:pPr>
              <a:spcBef>
                <a:spcPts val="0"/>
              </a:spcBef>
              <a:spcAft>
                <a:spcPts val="0"/>
              </a:spcAft>
            </a:pPr>
            <a:r>
              <a:rPr sz="2664" b="0" i="0" dirty="0" spc="0">
                <a:solidFill>
                  <a:srgbClr val="000000"/>
                </a:solidFill>
                <a:latin typeface="Lato Light"/>
                <a:ea typeface="Lato Light"/>
                <a:cs typeface="Lato Light"/>
              </a:rPr>
              <a:t>(pre-activations)</a:t>
            </a:r>
          </a:p>
        </p:txBody>
      </p:sp>
      <p:sp>
        <p:nvSpPr>
          <p:cNvPr id="566" name="neuron-level models / 0554 step 2 badge"/>
          <p:cNvSpPr/>
          <p:nvPr/>
        </p:nvSpPr>
        <p:spPr>
          <a:xfrm>
            <a:off x="4928616" y="3209544"/>
            <a:ext cx="713232" cy="713232"/>
          </a:xfrm>
          <a:custGeom>
            <a:avLst/>
            <a:gdLst/>
            <a:ahLst/>
            <a:cxnLst/>
            <a:rect l="0" t="0" r="r" b="b"/>
            <a:pathLst>
              <a:path w="78000" h="78000" fill="norm" stroke="1" extrusionOk="0">
                <a:moveTo>
                  <a:pt x="78000" y="39000"/>
                </a:moveTo>
                <a:cubicBezTo>
                  <a:pt x="78000" y="60539"/>
                  <a:pt x="60539" y="78000"/>
                  <a:pt x="39000" y="78000"/>
                </a:cubicBezTo>
                <a:cubicBezTo>
                  <a:pt x="17461" y="78000"/>
                  <a:pt x="0" y="60539"/>
                  <a:pt x="0" y="39000"/>
                </a:cubicBezTo>
                <a:cubicBezTo>
                  <a:pt x="0" y="17461"/>
                  <a:pt x="17461" y="0"/>
                  <a:pt x="39000" y="0"/>
                </a:cubicBezTo>
                <a:cubicBezTo>
                  <a:pt x="60539" y="0"/>
                  <a:pt x="78000" y="17461"/>
                  <a:pt x="78000" y="39000"/>
                </a:cubicBezTo>
                <a:close/>
              </a:path>
            </a:pathLst>
          </a:custGeom>
          <a:solidFill>
            <a:srgbClr val="FFF42B"/>
          </a:solidFill>
          <a:ln w="64008" cap="rnd" cmpd="sng" algn="ctr">
            <a:solidFill>
              <a:srgbClr val="000000"/>
            </a:solidFill>
            <a:round/>
            <a:headEnd type="none"/>
            <a:tailEnd type="none"/>
          </a:ln>
        </p:spPr>
      </p:sp>
      <p:sp>
        <p:nvSpPr>
          <p:cNvPr id="567" name="neuron-level models / 0555 step 2 number"/>
          <p:cNvSpPr txBox="1"/>
          <p:nvPr/>
        </p:nvSpPr>
        <p:spPr>
          <a:xfrm>
            <a:off x="5104695" y="3145536"/>
            <a:ext cx="498234" cy="876452"/>
          </a:xfrm>
          <a:prstGeom prst="rect">
            <a:avLst/>
          </a:prstGeom>
          <a:noFill/>
        </p:spPr>
        <p:txBody>
          <a:bodyPr wrap="none" lIns="0" rIns="0" tIns="0" bIns="0" anchor="t">
            <a:noAutofit/>
          </a:bodyPr>
          <a:lstStyle/>
          <a:p>
            <a:pPr>
              <a:spcBef>
                <a:spcPts val="0"/>
              </a:spcBef>
              <a:spcAft>
                <a:spcPts val="0"/>
              </a:spcAft>
            </a:pPr>
            <a:r>
              <a:rPr sz="5112" b="0" i="0" dirty="0" spc="0">
                <a:solidFill>
                  <a:srgbClr val="000000"/>
                </a:solidFill>
                <a:latin typeface="Liberation Sans"/>
                <a:ea typeface="Liberation Sans"/>
                <a:cs typeface="Liberation Sans"/>
              </a:rPr>
              <a:t>2</a:t>
            </a:r>
          </a:p>
        </p:txBody>
      </p:sp>
      <p:sp>
        <p:nvSpPr>
          <p:cNvPr id="568" name="neuron-level models / 0556 history into neuron model"/>
          <p:cNvSpPr/>
          <p:nvPr/>
        </p:nvSpPr>
        <p:spPr>
          <a:xfrm>
            <a:off x="8174736" y="1399032"/>
            <a:ext cx="1627632" cy="521208"/>
          </a:xfrm>
          <a:custGeom>
            <a:avLst/>
            <a:gdLst/>
            <a:ahLst/>
            <a:cxnLst/>
            <a:rect l="0" t="0" r="r" b="b"/>
            <a:pathLst>
              <a:path w="178000" h="57000" fill="none" stroke="1" extrusionOk="0">
                <a:moveTo>
                  <a:pt x="0" y="29000"/>
                </a:moveTo>
                <a:cubicBezTo>
                  <a:pt x="59000" y="0"/>
                  <a:pt x="126000" y="3000"/>
                  <a:pt x="178000" y="57000"/>
                </a:cubicBezTo>
              </a:path>
            </a:pathLst>
          </a:custGeom>
          <a:noFill/>
          <a:ln w="41148" cap="rnd" cmpd="sng" algn="ctr">
            <a:solidFill>
              <a:srgbClr val="000000"/>
            </a:solidFill>
            <a:round/>
            <a:headEnd type="none"/>
            <a:tailEnd type="none"/>
          </a:ln>
        </p:spPr>
      </p:sp>
      <p:sp>
        <p:nvSpPr>
          <p:cNvPr id="569" name="neuron-level models / 0557 history into neuron model arrowhead"/>
          <p:cNvSpPr/>
          <p:nvPr/>
        </p:nvSpPr>
        <p:spPr>
          <a:xfrm>
            <a:off x="9594724" y="1709752"/>
            <a:ext cx="207644" cy="210488"/>
          </a:xfrm>
          <a:custGeom>
            <a:avLst/>
            <a:gdLst/>
            <a:ahLst/>
            <a:cxnLst/>
            <a:rect l="0" t="0" r="r" b="b"/>
            <a:pathLst>
              <a:path w="22708" h="23019" fill="norm" stroke="1" extrusionOk="0">
                <a:moveTo>
                  <a:pt x="22708" y="23019"/>
                </a:moveTo>
                <a:lnTo>
                  <a:pt x="14896" y="0"/>
                </a:lnTo>
                <a:lnTo>
                  <a:pt x="0" y="14345"/>
                </a:lnTo>
                <a:close/>
              </a:path>
            </a:pathLst>
          </a:custGeom>
          <a:solidFill>
            <a:srgbClr val="000000"/>
          </a:solidFill>
          <a:ln w="9144" cap="rnd" cmpd="sng" algn="ctr">
            <a:solidFill>
              <a:srgbClr val="000000"/>
            </a:solidFill>
            <a:round/>
            <a:headEnd type="none"/>
            <a:tailEnd type="none"/>
          </a:ln>
        </p:spPr>
      </p:sp>
      <p:sp>
        <p:nvSpPr>
          <p:cNvPr id="570" name="neuron-level models / 0558 time / thought"/>
          <p:cNvSpPr txBox="1"/>
          <p:nvPr/>
        </p:nvSpPr>
        <p:spPr>
          <a:xfrm>
            <a:off x="9262872" y="960120"/>
            <a:ext cx="3037494" cy="444398"/>
          </a:xfrm>
          <a:prstGeom prst="rect">
            <a:avLst/>
          </a:prstGeom>
          <a:noFill/>
        </p:spPr>
        <p:txBody>
          <a:bodyPr wrap="none" lIns="0" rIns="0" tIns="0" bIns="0" anchor="t">
            <a:noAutofit/>
          </a:bodyPr>
          <a:lstStyle/>
          <a:p>
            <a:pPr>
              <a:spcBef>
                <a:spcPts val="0"/>
              </a:spcBef>
              <a:spcAft>
                <a:spcPts val="0"/>
              </a:spcAft>
            </a:pPr>
            <a:r>
              <a:rPr sz="2592" b="0" i="0" dirty="0" spc="504">
                <a:solidFill>
                  <a:srgbClr val="000000"/>
                </a:solidFill>
                <a:latin typeface="Lato Light"/>
                <a:ea typeface="Lato Light"/>
                <a:cs typeface="Lato Light"/>
              </a:rPr>
              <a:t>time / thought</a:t>
            </a:r>
          </a:p>
        </p:txBody>
      </p:sp>
      <p:sp>
        <p:nvSpPr>
          <p:cNvPr id="571" name="neuron-level models / 0559 time thought direction"/>
          <p:cNvSpPr/>
          <p:nvPr/>
        </p:nvSpPr>
        <p:spPr>
          <a:xfrm>
            <a:off x="9162288" y="1399032"/>
            <a:ext cx="3035808" cy="914"/>
          </a:xfrm>
          <a:custGeom>
            <a:avLst/>
            <a:gdLst/>
            <a:ahLst/>
            <a:cxnLst/>
            <a:rect l="0" t="0" r="r" b="b"/>
            <a:pathLst>
              <a:path w="332000" h="100" fill="none" stroke="1" extrusionOk="0">
                <a:moveTo>
                  <a:pt x="0" y="0"/>
                </a:moveTo>
                <a:lnTo>
                  <a:pt x="332000" y="0"/>
                </a:lnTo>
              </a:path>
            </a:pathLst>
          </a:custGeom>
          <a:noFill/>
          <a:ln w="91440" cap="rnd" cmpd="sng" algn="ctr">
            <a:solidFill>
              <a:srgbClr val="000000"/>
            </a:solidFill>
            <a:round/>
            <a:headEnd type="none"/>
            <a:tailEnd type="none"/>
          </a:ln>
        </p:spPr>
      </p:sp>
      <p:sp>
        <p:nvSpPr>
          <p:cNvPr id="572" name="neuron-level models / 0560 time thought direction arrowhead"/>
          <p:cNvSpPr/>
          <p:nvPr/>
        </p:nvSpPr>
        <p:spPr>
          <a:xfrm>
            <a:off x="11686032" y="1158362"/>
            <a:ext cx="512064" cy="481340"/>
          </a:xfrm>
          <a:custGeom>
            <a:avLst/>
            <a:gdLst/>
            <a:ahLst/>
            <a:cxnLst/>
            <a:rect l="0" t="0" r="r" b="b"/>
            <a:pathLst>
              <a:path w="56000" h="52640" fill="norm" stroke="1" extrusionOk="0">
                <a:moveTo>
                  <a:pt x="56000" y="26320"/>
                </a:moveTo>
                <a:lnTo>
                  <a:pt x="0" y="0"/>
                </a:lnTo>
                <a:lnTo>
                  <a:pt x="0" y="52640"/>
                </a:lnTo>
                <a:close/>
              </a:path>
            </a:pathLst>
          </a:custGeom>
          <a:solidFill>
            <a:srgbClr val="000000"/>
          </a:solidFill>
          <a:ln w="9144" cap="rnd" cmpd="sng" algn="ctr">
            <a:solidFill>
              <a:srgbClr val="000000"/>
            </a:solidFill>
            <a:round/>
            <a:headEnd type="none"/>
            <a:tailEnd type="none"/>
          </a:ln>
        </p:spPr>
      </p:sp>
      <p:sp>
        <p:nvSpPr>
          <p:cNvPr id="573" name="neuron-level models / 0561 neuron model weights"/>
          <p:cNvSpPr/>
          <p:nvPr/>
        </p:nvSpPr>
        <p:spPr>
          <a:xfrm>
            <a:off x="9079992" y="1938528"/>
            <a:ext cx="484632" cy="1143000"/>
          </a:xfrm>
          <a:custGeom>
            <a:avLst/>
            <a:gdLst/>
            <a:ahLst/>
            <a:cxnLst/>
            <a:rect l="0" t="0" r="r" b="b"/>
            <a:pathLst>
              <a:path w="53000" h="125000" fill="none" stroke="1" extrusionOk="0">
                <a:moveTo>
                  <a:pt x="0" y="0"/>
                </a:moveTo>
                <a:lnTo>
                  <a:pt x="53000" y="125000"/>
                </a:lnTo>
              </a:path>
            </a:pathLst>
          </a:custGeom>
          <a:noFill/>
          <a:ln w="12802" cap="rnd" cmpd="sng" algn="ctr">
            <a:solidFill>
              <a:srgbClr val="FF342C">
                <a:alpha val="31000"/>
              </a:srgbClr>
            </a:solidFill>
            <a:round/>
            <a:headEnd type="none"/>
            <a:tailEnd type="none"/>
          </a:ln>
        </p:spPr>
      </p:sp>
      <p:sp>
        <p:nvSpPr>
          <p:cNvPr id="574" name="neuron-level models / 0562 neuron model weights"/>
          <p:cNvSpPr/>
          <p:nvPr/>
        </p:nvSpPr>
        <p:spPr>
          <a:xfrm>
            <a:off x="9079992" y="1938528"/>
            <a:ext cx="672084" cy="1143000"/>
          </a:xfrm>
          <a:custGeom>
            <a:avLst/>
            <a:gdLst/>
            <a:ahLst/>
            <a:cxnLst/>
            <a:rect l="0" t="0" r="r" b="b"/>
            <a:pathLst>
              <a:path w="73500" h="125000" fill="none" stroke="1" extrusionOk="0">
                <a:moveTo>
                  <a:pt x="0" y="0"/>
                </a:moveTo>
                <a:lnTo>
                  <a:pt x="73500" y="125000"/>
                </a:lnTo>
              </a:path>
            </a:pathLst>
          </a:custGeom>
          <a:noFill/>
          <a:ln w="12802" cap="rnd" cmpd="sng" algn="ctr">
            <a:solidFill>
              <a:srgbClr val="FF342C">
                <a:alpha val="31000"/>
              </a:srgbClr>
            </a:solidFill>
            <a:round/>
            <a:headEnd type="none"/>
            <a:tailEnd type="none"/>
          </a:ln>
        </p:spPr>
      </p:sp>
      <p:sp>
        <p:nvSpPr>
          <p:cNvPr id="575" name="neuron-level models / 0563 neuron model weights"/>
          <p:cNvSpPr/>
          <p:nvPr/>
        </p:nvSpPr>
        <p:spPr>
          <a:xfrm>
            <a:off x="9079992" y="1938528"/>
            <a:ext cx="859536" cy="1143000"/>
          </a:xfrm>
          <a:custGeom>
            <a:avLst/>
            <a:gdLst/>
            <a:ahLst/>
            <a:cxnLst/>
            <a:rect l="0" t="0" r="r" b="b"/>
            <a:pathLst>
              <a:path w="94000" h="125000" fill="none" stroke="1" extrusionOk="0">
                <a:moveTo>
                  <a:pt x="0" y="0"/>
                </a:moveTo>
                <a:lnTo>
                  <a:pt x="94000" y="125000"/>
                </a:lnTo>
              </a:path>
            </a:pathLst>
          </a:custGeom>
          <a:noFill/>
          <a:ln w="12802" cap="rnd" cmpd="sng" algn="ctr">
            <a:solidFill>
              <a:srgbClr val="FF342C">
                <a:alpha val="31000"/>
              </a:srgbClr>
            </a:solidFill>
            <a:round/>
            <a:headEnd type="none"/>
            <a:tailEnd type="none"/>
          </a:ln>
        </p:spPr>
      </p:sp>
      <p:sp>
        <p:nvSpPr>
          <p:cNvPr id="576" name="neuron-level models / 0564 neuron model weights"/>
          <p:cNvSpPr/>
          <p:nvPr/>
        </p:nvSpPr>
        <p:spPr>
          <a:xfrm>
            <a:off x="9079992" y="1938528"/>
            <a:ext cx="1046988" cy="1143000"/>
          </a:xfrm>
          <a:custGeom>
            <a:avLst/>
            <a:gdLst/>
            <a:ahLst/>
            <a:cxnLst/>
            <a:rect l="0" t="0" r="r" b="b"/>
            <a:pathLst>
              <a:path w="114500" h="125000" fill="none" stroke="1" extrusionOk="0">
                <a:moveTo>
                  <a:pt x="0" y="0"/>
                </a:moveTo>
                <a:lnTo>
                  <a:pt x="114500" y="125000"/>
                </a:lnTo>
              </a:path>
            </a:pathLst>
          </a:custGeom>
          <a:noFill/>
          <a:ln w="12802" cap="rnd" cmpd="sng" algn="ctr">
            <a:solidFill>
              <a:srgbClr val="FF342C">
                <a:alpha val="31000"/>
              </a:srgbClr>
            </a:solidFill>
            <a:round/>
            <a:headEnd type="none"/>
            <a:tailEnd type="none"/>
          </a:ln>
        </p:spPr>
      </p:sp>
      <p:sp>
        <p:nvSpPr>
          <p:cNvPr id="577" name="neuron-level models / 0565 neuron model weights"/>
          <p:cNvSpPr/>
          <p:nvPr/>
        </p:nvSpPr>
        <p:spPr>
          <a:xfrm>
            <a:off x="9079992" y="1938528"/>
            <a:ext cx="1234440" cy="1143000"/>
          </a:xfrm>
          <a:custGeom>
            <a:avLst/>
            <a:gdLst/>
            <a:ahLst/>
            <a:cxnLst/>
            <a:rect l="0" t="0" r="r" b="b"/>
            <a:pathLst>
              <a:path w="135000" h="125000" fill="none" stroke="1" extrusionOk="0">
                <a:moveTo>
                  <a:pt x="0" y="0"/>
                </a:moveTo>
                <a:lnTo>
                  <a:pt x="135000" y="125000"/>
                </a:lnTo>
              </a:path>
            </a:pathLst>
          </a:custGeom>
          <a:noFill/>
          <a:ln w="12802" cap="rnd" cmpd="sng" algn="ctr">
            <a:solidFill>
              <a:srgbClr val="FF342C">
                <a:alpha val="31000"/>
              </a:srgbClr>
            </a:solidFill>
            <a:round/>
            <a:headEnd type="none"/>
            <a:tailEnd type="none"/>
          </a:ln>
        </p:spPr>
      </p:sp>
      <p:sp>
        <p:nvSpPr>
          <p:cNvPr id="578" name="neuron-level models / 0566 neuron model weights"/>
          <p:cNvSpPr/>
          <p:nvPr/>
        </p:nvSpPr>
        <p:spPr>
          <a:xfrm>
            <a:off x="9079992" y="1938528"/>
            <a:ext cx="1421892" cy="1143000"/>
          </a:xfrm>
          <a:custGeom>
            <a:avLst/>
            <a:gdLst/>
            <a:ahLst/>
            <a:cxnLst/>
            <a:rect l="0" t="0" r="r" b="b"/>
            <a:pathLst>
              <a:path w="155500" h="125000" fill="none" stroke="1" extrusionOk="0">
                <a:moveTo>
                  <a:pt x="0" y="0"/>
                </a:moveTo>
                <a:lnTo>
                  <a:pt x="155500" y="125000"/>
                </a:lnTo>
              </a:path>
            </a:pathLst>
          </a:custGeom>
          <a:noFill/>
          <a:ln w="12802" cap="rnd" cmpd="sng" algn="ctr">
            <a:solidFill>
              <a:srgbClr val="FF342C">
                <a:alpha val="31000"/>
              </a:srgbClr>
            </a:solidFill>
            <a:round/>
            <a:headEnd type="none"/>
            <a:tailEnd type="none"/>
          </a:ln>
        </p:spPr>
      </p:sp>
      <p:sp>
        <p:nvSpPr>
          <p:cNvPr id="579" name="neuron-level models / 0567 neuron model weights"/>
          <p:cNvSpPr/>
          <p:nvPr/>
        </p:nvSpPr>
        <p:spPr>
          <a:xfrm>
            <a:off x="9079992" y="1938528"/>
            <a:ext cx="1609344" cy="1143000"/>
          </a:xfrm>
          <a:custGeom>
            <a:avLst/>
            <a:gdLst/>
            <a:ahLst/>
            <a:cxnLst/>
            <a:rect l="0" t="0" r="r" b="b"/>
            <a:pathLst>
              <a:path w="176000" h="125000" fill="none" stroke="1" extrusionOk="0">
                <a:moveTo>
                  <a:pt x="0" y="0"/>
                </a:moveTo>
                <a:lnTo>
                  <a:pt x="176000" y="125000"/>
                </a:lnTo>
              </a:path>
            </a:pathLst>
          </a:custGeom>
          <a:noFill/>
          <a:ln w="12802" cap="rnd" cmpd="sng" algn="ctr">
            <a:solidFill>
              <a:srgbClr val="FF342C">
                <a:alpha val="31000"/>
              </a:srgbClr>
            </a:solidFill>
            <a:round/>
            <a:headEnd type="none"/>
            <a:tailEnd type="none"/>
          </a:ln>
        </p:spPr>
      </p:sp>
      <p:sp>
        <p:nvSpPr>
          <p:cNvPr id="580" name="neuron-level models / 0568 neuron model weights"/>
          <p:cNvSpPr/>
          <p:nvPr/>
        </p:nvSpPr>
        <p:spPr>
          <a:xfrm>
            <a:off x="9079992" y="1938528"/>
            <a:ext cx="1796796" cy="1143000"/>
          </a:xfrm>
          <a:custGeom>
            <a:avLst/>
            <a:gdLst/>
            <a:ahLst/>
            <a:cxnLst/>
            <a:rect l="0" t="0" r="r" b="b"/>
            <a:pathLst>
              <a:path w="196500" h="125000" fill="none" stroke="1" extrusionOk="0">
                <a:moveTo>
                  <a:pt x="0" y="0"/>
                </a:moveTo>
                <a:lnTo>
                  <a:pt x="196500" y="125000"/>
                </a:lnTo>
              </a:path>
            </a:pathLst>
          </a:custGeom>
          <a:noFill/>
          <a:ln w="12802" cap="rnd" cmpd="sng" algn="ctr">
            <a:solidFill>
              <a:srgbClr val="FF342C">
                <a:alpha val="31000"/>
              </a:srgbClr>
            </a:solidFill>
            <a:round/>
            <a:headEnd type="none"/>
            <a:tailEnd type="none"/>
          </a:ln>
        </p:spPr>
      </p:sp>
      <p:sp>
        <p:nvSpPr>
          <p:cNvPr id="581" name="neuron-level models / 0569 neuron model weights"/>
          <p:cNvSpPr/>
          <p:nvPr/>
        </p:nvSpPr>
        <p:spPr>
          <a:xfrm>
            <a:off x="9079992" y="1938528"/>
            <a:ext cx="1984248" cy="1143000"/>
          </a:xfrm>
          <a:custGeom>
            <a:avLst/>
            <a:gdLst/>
            <a:ahLst/>
            <a:cxnLst/>
            <a:rect l="0" t="0" r="r" b="b"/>
            <a:pathLst>
              <a:path w="217000" h="125000" fill="none" stroke="1" extrusionOk="0">
                <a:moveTo>
                  <a:pt x="0" y="0"/>
                </a:moveTo>
                <a:lnTo>
                  <a:pt x="217000" y="125000"/>
                </a:lnTo>
              </a:path>
            </a:pathLst>
          </a:custGeom>
          <a:noFill/>
          <a:ln w="12802" cap="rnd" cmpd="sng" algn="ctr">
            <a:solidFill>
              <a:srgbClr val="FF342C">
                <a:alpha val="31000"/>
              </a:srgbClr>
            </a:solidFill>
            <a:round/>
            <a:headEnd type="none"/>
            <a:tailEnd type="none"/>
          </a:ln>
        </p:spPr>
      </p:sp>
      <p:sp>
        <p:nvSpPr>
          <p:cNvPr id="582" name="neuron-level models / 0570 neuron model weights"/>
          <p:cNvSpPr/>
          <p:nvPr/>
        </p:nvSpPr>
        <p:spPr>
          <a:xfrm>
            <a:off x="9079992" y="1938528"/>
            <a:ext cx="2171700" cy="1143000"/>
          </a:xfrm>
          <a:custGeom>
            <a:avLst/>
            <a:gdLst/>
            <a:ahLst/>
            <a:cxnLst/>
            <a:rect l="0" t="0" r="r" b="b"/>
            <a:pathLst>
              <a:path w="237500" h="125000" fill="none" stroke="1" extrusionOk="0">
                <a:moveTo>
                  <a:pt x="0" y="0"/>
                </a:moveTo>
                <a:lnTo>
                  <a:pt x="237500" y="125000"/>
                </a:lnTo>
              </a:path>
            </a:pathLst>
          </a:custGeom>
          <a:noFill/>
          <a:ln w="12802" cap="rnd" cmpd="sng" algn="ctr">
            <a:solidFill>
              <a:srgbClr val="FF342C">
                <a:alpha val="31000"/>
              </a:srgbClr>
            </a:solidFill>
            <a:round/>
            <a:headEnd type="none"/>
            <a:tailEnd type="none"/>
          </a:ln>
        </p:spPr>
      </p:sp>
      <p:sp>
        <p:nvSpPr>
          <p:cNvPr id="583" name="neuron-level models / 0571 neuron model weights"/>
          <p:cNvSpPr/>
          <p:nvPr/>
        </p:nvSpPr>
        <p:spPr>
          <a:xfrm>
            <a:off x="9079992" y="1938528"/>
            <a:ext cx="2359152" cy="1143000"/>
          </a:xfrm>
          <a:custGeom>
            <a:avLst/>
            <a:gdLst/>
            <a:ahLst/>
            <a:cxnLst/>
            <a:rect l="0" t="0" r="r" b="b"/>
            <a:pathLst>
              <a:path w="258000" h="125000" fill="none" stroke="1" extrusionOk="0">
                <a:moveTo>
                  <a:pt x="0" y="0"/>
                </a:moveTo>
                <a:lnTo>
                  <a:pt x="258000" y="125000"/>
                </a:lnTo>
              </a:path>
            </a:pathLst>
          </a:custGeom>
          <a:noFill/>
          <a:ln w="12802" cap="rnd" cmpd="sng" algn="ctr">
            <a:solidFill>
              <a:srgbClr val="FF342C">
                <a:alpha val="31000"/>
              </a:srgbClr>
            </a:solidFill>
            <a:round/>
            <a:headEnd type="none"/>
            <a:tailEnd type="none"/>
          </a:ln>
        </p:spPr>
      </p:sp>
      <p:sp>
        <p:nvSpPr>
          <p:cNvPr id="584" name="neuron-level models / 0572 neuron model weights"/>
          <p:cNvSpPr/>
          <p:nvPr/>
        </p:nvSpPr>
        <p:spPr>
          <a:xfrm>
            <a:off x="9079992" y="1938528"/>
            <a:ext cx="2546604" cy="1143000"/>
          </a:xfrm>
          <a:custGeom>
            <a:avLst/>
            <a:gdLst/>
            <a:ahLst/>
            <a:cxnLst/>
            <a:rect l="0" t="0" r="r" b="b"/>
            <a:pathLst>
              <a:path w="278500" h="125000" fill="none" stroke="1" extrusionOk="0">
                <a:moveTo>
                  <a:pt x="0" y="0"/>
                </a:moveTo>
                <a:lnTo>
                  <a:pt x="278500" y="125000"/>
                </a:lnTo>
              </a:path>
            </a:pathLst>
          </a:custGeom>
          <a:noFill/>
          <a:ln w="12802" cap="rnd" cmpd="sng" algn="ctr">
            <a:solidFill>
              <a:srgbClr val="FF342C">
                <a:alpha val="31000"/>
              </a:srgbClr>
            </a:solidFill>
            <a:round/>
            <a:headEnd type="none"/>
            <a:tailEnd type="none"/>
          </a:ln>
        </p:spPr>
      </p:sp>
      <p:sp>
        <p:nvSpPr>
          <p:cNvPr id="585" name="neuron-level models / 0573 neuron model weights"/>
          <p:cNvSpPr/>
          <p:nvPr/>
        </p:nvSpPr>
        <p:spPr>
          <a:xfrm>
            <a:off x="9079992" y="1938528"/>
            <a:ext cx="2734056" cy="1143000"/>
          </a:xfrm>
          <a:custGeom>
            <a:avLst/>
            <a:gdLst/>
            <a:ahLst/>
            <a:cxnLst/>
            <a:rect l="0" t="0" r="r" b="b"/>
            <a:pathLst>
              <a:path w="299000" h="125000" fill="none" stroke="1" extrusionOk="0">
                <a:moveTo>
                  <a:pt x="0" y="0"/>
                </a:moveTo>
                <a:lnTo>
                  <a:pt x="299000" y="125000"/>
                </a:lnTo>
              </a:path>
            </a:pathLst>
          </a:custGeom>
          <a:noFill/>
          <a:ln w="12802" cap="rnd" cmpd="sng" algn="ctr">
            <a:solidFill>
              <a:srgbClr val="FF342C">
                <a:alpha val="31000"/>
              </a:srgbClr>
            </a:solidFill>
            <a:round/>
            <a:headEnd type="none"/>
            <a:tailEnd type="none"/>
          </a:ln>
        </p:spPr>
      </p:sp>
      <p:sp>
        <p:nvSpPr>
          <p:cNvPr id="586" name="neuron-level models / 0574 neuron model weights"/>
          <p:cNvSpPr/>
          <p:nvPr/>
        </p:nvSpPr>
        <p:spPr>
          <a:xfrm>
            <a:off x="9290304" y="2258568"/>
            <a:ext cx="274320" cy="822960"/>
          </a:xfrm>
          <a:custGeom>
            <a:avLst/>
            <a:gdLst/>
            <a:ahLst/>
            <a:cxnLst/>
            <a:rect l="0" t="0" r="r" b="b"/>
            <a:pathLst>
              <a:path w="30000" h="90000" fill="none" stroke="1" extrusionOk="0">
                <a:moveTo>
                  <a:pt x="0" y="0"/>
                </a:moveTo>
                <a:lnTo>
                  <a:pt x="30000" y="90000"/>
                </a:lnTo>
              </a:path>
            </a:pathLst>
          </a:custGeom>
          <a:noFill/>
          <a:ln w="12802" cap="rnd" cmpd="sng" algn="ctr">
            <a:solidFill>
              <a:srgbClr val="FF342C">
                <a:alpha val="31000"/>
              </a:srgbClr>
            </a:solidFill>
            <a:round/>
            <a:headEnd type="none"/>
            <a:tailEnd type="none"/>
          </a:ln>
        </p:spPr>
      </p:sp>
      <p:sp>
        <p:nvSpPr>
          <p:cNvPr id="587" name="neuron-level models / 0575 neuron model weights"/>
          <p:cNvSpPr/>
          <p:nvPr/>
        </p:nvSpPr>
        <p:spPr>
          <a:xfrm>
            <a:off x="9290304" y="2258568"/>
            <a:ext cx="461772" cy="822960"/>
          </a:xfrm>
          <a:custGeom>
            <a:avLst/>
            <a:gdLst/>
            <a:ahLst/>
            <a:cxnLst/>
            <a:rect l="0" t="0" r="r" b="b"/>
            <a:pathLst>
              <a:path w="50500" h="90000" fill="none" stroke="1" extrusionOk="0">
                <a:moveTo>
                  <a:pt x="0" y="0"/>
                </a:moveTo>
                <a:lnTo>
                  <a:pt x="50500" y="90000"/>
                </a:lnTo>
              </a:path>
            </a:pathLst>
          </a:custGeom>
          <a:noFill/>
          <a:ln w="12802" cap="rnd" cmpd="sng" algn="ctr">
            <a:solidFill>
              <a:srgbClr val="FF342C">
                <a:alpha val="31000"/>
              </a:srgbClr>
            </a:solidFill>
            <a:round/>
            <a:headEnd type="none"/>
            <a:tailEnd type="none"/>
          </a:ln>
        </p:spPr>
      </p:sp>
      <p:sp>
        <p:nvSpPr>
          <p:cNvPr id="588" name="neuron-level models / 0576 neuron model weights"/>
          <p:cNvSpPr/>
          <p:nvPr/>
        </p:nvSpPr>
        <p:spPr>
          <a:xfrm>
            <a:off x="9290304" y="2258568"/>
            <a:ext cx="649224" cy="822960"/>
          </a:xfrm>
          <a:custGeom>
            <a:avLst/>
            <a:gdLst/>
            <a:ahLst/>
            <a:cxnLst/>
            <a:rect l="0" t="0" r="r" b="b"/>
            <a:pathLst>
              <a:path w="71000" h="90000" fill="none" stroke="1" extrusionOk="0">
                <a:moveTo>
                  <a:pt x="0" y="0"/>
                </a:moveTo>
                <a:lnTo>
                  <a:pt x="71000" y="90000"/>
                </a:lnTo>
              </a:path>
            </a:pathLst>
          </a:custGeom>
          <a:noFill/>
          <a:ln w="12802" cap="rnd" cmpd="sng" algn="ctr">
            <a:solidFill>
              <a:srgbClr val="FF342C">
                <a:alpha val="31000"/>
              </a:srgbClr>
            </a:solidFill>
            <a:round/>
            <a:headEnd type="none"/>
            <a:tailEnd type="none"/>
          </a:ln>
        </p:spPr>
      </p:sp>
      <p:sp>
        <p:nvSpPr>
          <p:cNvPr id="589" name="neuron-level models / 0577 neuron model weights"/>
          <p:cNvSpPr/>
          <p:nvPr/>
        </p:nvSpPr>
        <p:spPr>
          <a:xfrm>
            <a:off x="9290304" y="2258568"/>
            <a:ext cx="836676" cy="822960"/>
          </a:xfrm>
          <a:custGeom>
            <a:avLst/>
            <a:gdLst/>
            <a:ahLst/>
            <a:cxnLst/>
            <a:rect l="0" t="0" r="r" b="b"/>
            <a:pathLst>
              <a:path w="91500" h="90000" fill="none" stroke="1" extrusionOk="0">
                <a:moveTo>
                  <a:pt x="0" y="0"/>
                </a:moveTo>
                <a:lnTo>
                  <a:pt x="91500" y="90000"/>
                </a:lnTo>
              </a:path>
            </a:pathLst>
          </a:custGeom>
          <a:noFill/>
          <a:ln w="12802" cap="rnd" cmpd="sng" algn="ctr">
            <a:solidFill>
              <a:srgbClr val="FF342C">
                <a:alpha val="31000"/>
              </a:srgbClr>
            </a:solidFill>
            <a:round/>
            <a:headEnd type="none"/>
            <a:tailEnd type="none"/>
          </a:ln>
        </p:spPr>
      </p:sp>
      <p:sp>
        <p:nvSpPr>
          <p:cNvPr id="590" name="neuron-level models / 0578 neuron model weights"/>
          <p:cNvSpPr/>
          <p:nvPr/>
        </p:nvSpPr>
        <p:spPr>
          <a:xfrm>
            <a:off x="9290304" y="2258568"/>
            <a:ext cx="1024128" cy="822960"/>
          </a:xfrm>
          <a:custGeom>
            <a:avLst/>
            <a:gdLst/>
            <a:ahLst/>
            <a:cxnLst/>
            <a:rect l="0" t="0" r="r" b="b"/>
            <a:pathLst>
              <a:path w="112000" h="90000" fill="none" stroke="1" extrusionOk="0">
                <a:moveTo>
                  <a:pt x="0" y="0"/>
                </a:moveTo>
                <a:lnTo>
                  <a:pt x="112000" y="90000"/>
                </a:lnTo>
              </a:path>
            </a:pathLst>
          </a:custGeom>
          <a:noFill/>
          <a:ln w="12802" cap="rnd" cmpd="sng" algn="ctr">
            <a:solidFill>
              <a:srgbClr val="FF342C">
                <a:alpha val="31000"/>
              </a:srgbClr>
            </a:solidFill>
            <a:round/>
            <a:headEnd type="none"/>
            <a:tailEnd type="none"/>
          </a:ln>
        </p:spPr>
      </p:sp>
      <p:sp>
        <p:nvSpPr>
          <p:cNvPr id="591" name="neuron-level models / 0579 neuron model weights"/>
          <p:cNvSpPr/>
          <p:nvPr/>
        </p:nvSpPr>
        <p:spPr>
          <a:xfrm>
            <a:off x="9290304" y="2258568"/>
            <a:ext cx="1211580" cy="822960"/>
          </a:xfrm>
          <a:custGeom>
            <a:avLst/>
            <a:gdLst/>
            <a:ahLst/>
            <a:cxnLst/>
            <a:rect l="0" t="0" r="r" b="b"/>
            <a:pathLst>
              <a:path w="132500" h="90000" fill="none" stroke="1" extrusionOk="0">
                <a:moveTo>
                  <a:pt x="0" y="0"/>
                </a:moveTo>
                <a:lnTo>
                  <a:pt x="132500" y="90000"/>
                </a:lnTo>
              </a:path>
            </a:pathLst>
          </a:custGeom>
          <a:noFill/>
          <a:ln w="12802" cap="rnd" cmpd="sng" algn="ctr">
            <a:solidFill>
              <a:srgbClr val="FF342C">
                <a:alpha val="31000"/>
              </a:srgbClr>
            </a:solidFill>
            <a:round/>
            <a:headEnd type="none"/>
            <a:tailEnd type="none"/>
          </a:ln>
        </p:spPr>
      </p:sp>
      <p:sp>
        <p:nvSpPr>
          <p:cNvPr id="592" name="neuron-level models / 0580 neuron model weights"/>
          <p:cNvSpPr/>
          <p:nvPr/>
        </p:nvSpPr>
        <p:spPr>
          <a:xfrm>
            <a:off x="9290304" y="2258568"/>
            <a:ext cx="1399032" cy="822960"/>
          </a:xfrm>
          <a:custGeom>
            <a:avLst/>
            <a:gdLst/>
            <a:ahLst/>
            <a:cxnLst/>
            <a:rect l="0" t="0" r="r" b="b"/>
            <a:pathLst>
              <a:path w="153000" h="90000" fill="none" stroke="1" extrusionOk="0">
                <a:moveTo>
                  <a:pt x="0" y="0"/>
                </a:moveTo>
                <a:lnTo>
                  <a:pt x="153000" y="90000"/>
                </a:lnTo>
              </a:path>
            </a:pathLst>
          </a:custGeom>
          <a:noFill/>
          <a:ln w="12802" cap="rnd" cmpd="sng" algn="ctr">
            <a:solidFill>
              <a:srgbClr val="FF342C">
                <a:alpha val="31000"/>
              </a:srgbClr>
            </a:solidFill>
            <a:round/>
            <a:headEnd type="none"/>
            <a:tailEnd type="none"/>
          </a:ln>
        </p:spPr>
      </p:sp>
      <p:sp>
        <p:nvSpPr>
          <p:cNvPr id="593" name="neuron-level models / 0581 neuron model weights"/>
          <p:cNvSpPr/>
          <p:nvPr/>
        </p:nvSpPr>
        <p:spPr>
          <a:xfrm>
            <a:off x="9290304" y="2258568"/>
            <a:ext cx="1586484" cy="822960"/>
          </a:xfrm>
          <a:custGeom>
            <a:avLst/>
            <a:gdLst/>
            <a:ahLst/>
            <a:cxnLst/>
            <a:rect l="0" t="0" r="r" b="b"/>
            <a:pathLst>
              <a:path w="173500" h="90000" fill="none" stroke="1" extrusionOk="0">
                <a:moveTo>
                  <a:pt x="0" y="0"/>
                </a:moveTo>
                <a:lnTo>
                  <a:pt x="173500" y="90000"/>
                </a:lnTo>
              </a:path>
            </a:pathLst>
          </a:custGeom>
          <a:noFill/>
          <a:ln w="12802" cap="rnd" cmpd="sng" algn="ctr">
            <a:solidFill>
              <a:srgbClr val="FF342C">
                <a:alpha val="31000"/>
              </a:srgbClr>
            </a:solidFill>
            <a:round/>
            <a:headEnd type="none"/>
            <a:tailEnd type="none"/>
          </a:ln>
        </p:spPr>
      </p:sp>
      <p:sp>
        <p:nvSpPr>
          <p:cNvPr id="594" name="neuron-level models / 0582 neuron model weights"/>
          <p:cNvSpPr/>
          <p:nvPr/>
        </p:nvSpPr>
        <p:spPr>
          <a:xfrm>
            <a:off x="9290304" y="2258568"/>
            <a:ext cx="1773936" cy="822960"/>
          </a:xfrm>
          <a:custGeom>
            <a:avLst/>
            <a:gdLst/>
            <a:ahLst/>
            <a:cxnLst/>
            <a:rect l="0" t="0" r="r" b="b"/>
            <a:pathLst>
              <a:path w="194000" h="90000" fill="none" stroke="1" extrusionOk="0">
                <a:moveTo>
                  <a:pt x="0" y="0"/>
                </a:moveTo>
                <a:lnTo>
                  <a:pt x="194000" y="90000"/>
                </a:lnTo>
              </a:path>
            </a:pathLst>
          </a:custGeom>
          <a:noFill/>
          <a:ln w="12802" cap="rnd" cmpd="sng" algn="ctr">
            <a:solidFill>
              <a:srgbClr val="FF342C">
                <a:alpha val="31000"/>
              </a:srgbClr>
            </a:solidFill>
            <a:round/>
            <a:headEnd type="none"/>
            <a:tailEnd type="none"/>
          </a:ln>
        </p:spPr>
      </p:sp>
      <p:sp>
        <p:nvSpPr>
          <p:cNvPr id="595" name="neuron-level models / 0583 neuron model weights"/>
          <p:cNvSpPr/>
          <p:nvPr/>
        </p:nvSpPr>
        <p:spPr>
          <a:xfrm>
            <a:off x="9290304" y="2258568"/>
            <a:ext cx="1961388" cy="822960"/>
          </a:xfrm>
          <a:custGeom>
            <a:avLst/>
            <a:gdLst/>
            <a:ahLst/>
            <a:cxnLst/>
            <a:rect l="0" t="0" r="r" b="b"/>
            <a:pathLst>
              <a:path w="214500" h="90000" fill="none" stroke="1" extrusionOk="0">
                <a:moveTo>
                  <a:pt x="0" y="0"/>
                </a:moveTo>
                <a:lnTo>
                  <a:pt x="214500" y="90000"/>
                </a:lnTo>
              </a:path>
            </a:pathLst>
          </a:custGeom>
          <a:noFill/>
          <a:ln w="12802" cap="rnd" cmpd="sng" algn="ctr">
            <a:solidFill>
              <a:srgbClr val="FF342C">
                <a:alpha val="31000"/>
              </a:srgbClr>
            </a:solidFill>
            <a:round/>
            <a:headEnd type="none"/>
            <a:tailEnd type="none"/>
          </a:ln>
        </p:spPr>
      </p:sp>
      <p:sp>
        <p:nvSpPr>
          <p:cNvPr id="596" name="neuron-level models / 0584 neuron model weights"/>
          <p:cNvSpPr/>
          <p:nvPr/>
        </p:nvSpPr>
        <p:spPr>
          <a:xfrm>
            <a:off x="9290304" y="2258568"/>
            <a:ext cx="2148840" cy="822960"/>
          </a:xfrm>
          <a:custGeom>
            <a:avLst/>
            <a:gdLst/>
            <a:ahLst/>
            <a:cxnLst/>
            <a:rect l="0" t="0" r="r" b="b"/>
            <a:pathLst>
              <a:path w="235000" h="90000" fill="none" stroke="1" extrusionOk="0">
                <a:moveTo>
                  <a:pt x="0" y="0"/>
                </a:moveTo>
                <a:lnTo>
                  <a:pt x="235000" y="90000"/>
                </a:lnTo>
              </a:path>
            </a:pathLst>
          </a:custGeom>
          <a:noFill/>
          <a:ln w="12802" cap="rnd" cmpd="sng" algn="ctr">
            <a:solidFill>
              <a:srgbClr val="FF342C">
                <a:alpha val="31000"/>
              </a:srgbClr>
            </a:solidFill>
            <a:round/>
            <a:headEnd type="none"/>
            <a:tailEnd type="none"/>
          </a:ln>
        </p:spPr>
      </p:sp>
      <p:sp>
        <p:nvSpPr>
          <p:cNvPr id="597" name="neuron-level models / 0585 neuron model weights"/>
          <p:cNvSpPr/>
          <p:nvPr/>
        </p:nvSpPr>
        <p:spPr>
          <a:xfrm>
            <a:off x="9290304" y="2258568"/>
            <a:ext cx="2336292" cy="822960"/>
          </a:xfrm>
          <a:custGeom>
            <a:avLst/>
            <a:gdLst/>
            <a:ahLst/>
            <a:cxnLst/>
            <a:rect l="0" t="0" r="r" b="b"/>
            <a:pathLst>
              <a:path w="255500" h="90000" fill="none" stroke="1" extrusionOk="0">
                <a:moveTo>
                  <a:pt x="0" y="0"/>
                </a:moveTo>
                <a:lnTo>
                  <a:pt x="255500" y="90000"/>
                </a:lnTo>
              </a:path>
            </a:pathLst>
          </a:custGeom>
          <a:noFill/>
          <a:ln w="12802" cap="rnd" cmpd="sng" algn="ctr">
            <a:solidFill>
              <a:srgbClr val="FF342C">
                <a:alpha val="31000"/>
              </a:srgbClr>
            </a:solidFill>
            <a:round/>
            <a:headEnd type="none"/>
            <a:tailEnd type="none"/>
          </a:ln>
        </p:spPr>
      </p:sp>
      <p:sp>
        <p:nvSpPr>
          <p:cNvPr id="598" name="neuron-level models / 0586 neuron model weights"/>
          <p:cNvSpPr/>
          <p:nvPr/>
        </p:nvSpPr>
        <p:spPr>
          <a:xfrm>
            <a:off x="9290304" y="2258568"/>
            <a:ext cx="2523744" cy="822960"/>
          </a:xfrm>
          <a:custGeom>
            <a:avLst/>
            <a:gdLst/>
            <a:ahLst/>
            <a:cxnLst/>
            <a:rect l="0" t="0" r="r" b="b"/>
            <a:pathLst>
              <a:path w="276000" h="90000" fill="none" stroke="1" extrusionOk="0">
                <a:moveTo>
                  <a:pt x="0" y="0"/>
                </a:moveTo>
                <a:lnTo>
                  <a:pt x="276000" y="90000"/>
                </a:lnTo>
              </a:path>
            </a:pathLst>
          </a:custGeom>
          <a:noFill/>
          <a:ln w="12802" cap="rnd" cmpd="sng" algn="ctr">
            <a:solidFill>
              <a:srgbClr val="FF342C">
                <a:alpha val="31000"/>
              </a:srgbClr>
            </a:solidFill>
            <a:round/>
            <a:headEnd type="none"/>
            <a:tailEnd type="none"/>
          </a:ln>
        </p:spPr>
      </p:sp>
      <p:sp>
        <p:nvSpPr>
          <p:cNvPr id="599" name="neuron-level models / 0587 neuron model weights"/>
          <p:cNvSpPr/>
          <p:nvPr/>
        </p:nvSpPr>
        <p:spPr>
          <a:xfrm>
            <a:off x="9445752" y="1901952"/>
            <a:ext cx="118872" cy="1179576"/>
          </a:xfrm>
          <a:custGeom>
            <a:avLst/>
            <a:gdLst/>
            <a:ahLst/>
            <a:cxnLst/>
            <a:rect l="0" t="0" r="r" b="b"/>
            <a:pathLst>
              <a:path w="13000" h="129000" fill="none" stroke="1" extrusionOk="0">
                <a:moveTo>
                  <a:pt x="0" y="0"/>
                </a:moveTo>
                <a:lnTo>
                  <a:pt x="13000" y="129000"/>
                </a:lnTo>
              </a:path>
            </a:pathLst>
          </a:custGeom>
          <a:noFill/>
          <a:ln w="12802" cap="rnd" cmpd="sng" algn="ctr">
            <a:solidFill>
              <a:srgbClr val="FF342C">
                <a:alpha val="31000"/>
              </a:srgbClr>
            </a:solidFill>
            <a:round/>
            <a:headEnd type="none"/>
            <a:tailEnd type="none"/>
          </a:ln>
        </p:spPr>
      </p:sp>
      <p:sp>
        <p:nvSpPr>
          <p:cNvPr id="600" name="neuron-level models / 0588 neuron model weights"/>
          <p:cNvSpPr/>
          <p:nvPr/>
        </p:nvSpPr>
        <p:spPr>
          <a:xfrm>
            <a:off x="9445752" y="1901952"/>
            <a:ext cx="306324" cy="1179576"/>
          </a:xfrm>
          <a:custGeom>
            <a:avLst/>
            <a:gdLst/>
            <a:ahLst/>
            <a:cxnLst/>
            <a:rect l="0" t="0" r="r" b="b"/>
            <a:pathLst>
              <a:path w="33500" h="129000" fill="none" stroke="1" extrusionOk="0">
                <a:moveTo>
                  <a:pt x="0" y="0"/>
                </a:moveTo>
                <a:lnTo>
                  <a:pt x="33500" y="129000"/>
                </a:lnTo>
              </a:path>
            </a:pathLst>
          </a:custGeom>
          <a:noFill/>
          <a:ln w="12802" cap="rnd" cmpd="sng" algn="ctr">
            <a:solidFill>
              <a:srgbClr val="FF342C">
                <a:alpha val="31000"/>
              </a:srgbClr>
            </a:solidFill>
            <a:round/>
            <a:headEnd type="none"/>
            <a:tailEnd type="none"/>
          </a:ln>
        </p:spPr>
      </p:sp>
      <p:sp>
        <p:nvSpPr>
          <p:cNvPr id="601" name="neuron-level models / 0589 neuron model weights"/>
          <p:cNvSpPr/>
          <p:nvPr/>
        </p:nvSpPr>
        <p:spPr>
          <a:xfrm>
            <a:off x="9445752" y="1901952"/>
            <a:ext cx="493776" cy="1179576"/>
          </a:xfrm>
          <a:custGeom>
            <a:avLst/>
            <a:gdLst/>
            <a:ahLst/>
            <a:cxnLst/>
            <a:rect l="0" t="0" r="r" b="b"/>
            <a:pathLst>
              <a:path w="54000" h="129000" fill="none" stroke="1" extrusionOk="0">
                <a:moveTo>
                  <a:pt x="0" y="0"/>
                </a:moveTo>
                <a:lnTo>
                  <a:pt x="54000" y="129000"/>
                </a:lnTo>
              </a:path>
            </a:pathLst>
          </a:custGeom>
          <a:noFill/>
          <a:ln w="12802" cap="rnd" cmpd="sng" algn="ctr">
            <a:solidFill>
              <a:srgbClr val="FF342C">
                <a:alpha val="31000"/>
              </a:srgbClr>
            </a:solidFill>
            <a:round/>
            <a:headEnd type="none"/>
            <a:tailEnd type="none"/>
          </a:ln>
        </p:spPr>
      </p:sp>
      <p:sp>
        <p:nvSpPr>
          <p:cNvPr id="602" name="neuron-level models / 0590 neuron model weights"/>
          <p:cNvSpPr/>
          <p:nvPr/>
        </p:nvSpPr>
        <p:spPr>
          <a:xfrm>
            <a:off x="9445752" y="1901952"/>
            <a:ext cx="681228" cy="1179576"/>
          </a:xfrm>
          <a:custGeom>
            <a:avLst/>
            <a:gdLst/>
            <a:ahLst/>
            <a:cxnLst/>
            <a:rect l="0" t="0" r="r" b="b"/>
            <a:pathLst>
              <a:path w="74500" h="129000" fill="none" stroke="1" extrusionOk="0">
                <a:moveTo>
                  <a:pt x="0" y="0"/>
                </a:moveTo>
                <a:lnTo>
                  <a:pt x="74500" y="129000"/>
                </a:lnTo>
              </a:path>
            </a:pathLst>
          </a:custGeom>
          <a:noFill/>
          <a:ln w="12802" cap="rnd" cmpd="sng" algn="ctr">
            <a:solidFill>
              <a:srgbClr val="FF342C">
                <a:alpha val="31000"/>
              </a:srgbClr>
            </a:solidFill>
            <a:round/>
            <a:headEnd type="none"/>
            <a:tailEnd type="none"/>
          </a:ln>
        </p:spPr>
      </p:sp>
      <p:sp>
        <p:nvSpPr>
          <p:cNvPr id="603" name="neuron-level models / 0591 neuron model weights"/>
          <p:cNvSpPr/>
          <p:nvPr/>
        </p:nvSpPr>
        <p:spPr>
          <a:xfrm>
            <a:off x="9445752" y="1901952"/>
            <a:ext cx="868680" cy="1179576"/>
          </a:xfrm>
          <a:custGeom>
            <a:avLst/>
            <a:gdLst/>
            <a:ahLst/>
            <a:cxnLst/>
            <a:rect l="0" t="0" r="r" b="b"/>
            <a:pathLst>
              <a:path w="95000" h="129000" fill="none" stroke="1" extrusionOk="0">
                <a:moveTo>
                  <a:pt x="0" y="0"/>
                </a:moveTo>
                <a:lnTo>
                  <a:pt x="95000" y="129000"/>
                </a:lnTo>
              </a:path>
            </a:pathLst>
          </a:custGeom>
          <a:noFill/>
          <a:ln w="12802" cap="rnd" cmpd="sng" algn="ctr">
            <a:solidFill>
              <a:srgbClr val="FF342C">
                <a:alpha val="31000"/>
              </a:srgbClr>
            </a:solidFill>
            <a:round/>
            <a:headEnd type="none"/>
            <a:tailEnd type="none"/>
          </a:ln>
        </p:spPr>
      </p:sp>
      <p:sp>
        <p:nvSpPr>
          <p:cNvPr id="604" name="neuron-level models / 0592 neuron model weights"/>
          <p:cNvSpPr/>
          <p:nvPr/>
        </p:nvSpPr>
        <p:spPr>
          <a:xfrm>
            <a:off x="9445752" y="1901952"/>
            <a:ext cx="1056132" cy="1179576"/>
          </a:xfrm>
          <a:custGeom>
            <a:avLst/>
            <a:gdLst/>
            <a:ahLst/>
            <a:cxnLst/>
            <a:rect l="0" t="0" r="r" b="b"/>
            <a:pathLst>
              <a:path w="115500" h="129000" fill="none" stroke="1" extrusionOk="0">
                <a:moveTo>
                  <a:pt x="0" y="0"/>
                </a:moveTo>
                <a:lnTo>
                  <a:pt x="115500" y="129000"/>
                </a:lnTo>
              </a:path>
            </a:pathLst>
          </a:custGeom>
          <a:noFill/>
          <a:ln w="12802" cap="rnd" cmpd="sng" algn="ctr">
            <a:solidFill>
              <a:srgbClr val="FF342C">
                <a:alpha val="31000"/>
              </a:srgbClr>
            </a:solidFill>
            <a:round/>
            <a:headEnd type="none"/>
            <a:tailEnd type="none"/>
          </a:ln>
        </p:spPr>
      </p:sp>
      <p:sp>
        <p:nvSpPr>
          <p:cNvPr id="605" name="neuron-level models / 0593 neuron model weights"/>
          <p:cNvSpPr/>
          <p:nvPr/>
        </p:nvSpPr>
        <p:spPr>
          <a:xfrm>
            <a:off x="9445752" y="1901952"/>
            <a:ext cx="1243584" cy="1179576"/>
          </a:xfrm>
          <a:custGeom>
            <a:avLst/>
            <a:gdLst/>
            <a:ahLst/>
            <a:cxnLst/>
            <a:rect l="0" t="0" r="r" b="b"/>
            <a:pathLst>
              <a:path w="136000" h="129000" fill="none" stroke="1" extrusionOk="0">
                <a:moveTo>
                  <a:pt x="0" y="0"/>
                </a:moveTo>
                <a:lnTo>
                  <a:pt x="136000" y="129000"/>
                </a:lnTo>
              </a:path>
            </a:pathLst>
          </a:custGeom>
          <a:noFill/>
          <a:ln w="12802" cap="rnd" cmpd="sng" algn="ctr">
            <a:solidFill>
              <a:srgbClr val="FF342C">
                <a:alpha val="31000"/>
              </a:srgbClr>
            </a:solidFill>
            <a:round/>
            <a:headEnd type="none"/>
            <a:tailEnd type="none"/>
          </a:ln>
        </p:spPr>
      </p:sp>
      <p:sp>
        <p:nvSpPr>
          <p:cNvPr id="606" name="neuron-level models / 0594 neuron model weights"/>
          <p:cNvSpPr/>
          <p:nvPr/>
        </p:nvSpPr>
        <p:spPr>
          <a:xfrm>
            <a:off x="9445752" y="1901952"/>
            <a:ext cx="1431036" cy="1179576"/>
          </a:xfrm>
          <a:custGeom>
            <a:avLst/>
            <a:gdLst/>
            <a:ahLst/>
            <a:cxnLst/>
            <a:rect l="0" t="0" r="r" b="b"/>
            <a:pathLst>
              <a:path w="156500" h="129000" fill="none" stroke="1" extrusionOk="0">
                <a:moveTo>
                  <a:pt x="0" y="0"/>
                </a:moveTo>
                <a:lnTo>
                  <a:pt x="156500" y="129000"/>
                </a:lnTo>
              </a:path>
            </a:pathLst>
          </a:custGeom>
          <a:noFill/>
          <a:ln w="12802" cap="rnd" cmpd="sng" algn="ctr">
            <a:solidFill>
              <a:srgbClr val="FF342C">
                <a:alpha val="31000"/>
              </a:srgbClr>
            </a:solidFill>
            <a:round/>
            <a:headEnd type="none"/>
            <a:tailEnd type="none"/>
          </a:ln>
        </p:spPr>
      </p:sp>
      <p:sp>
        <p:nvSpPr>
          <p:cNvPr id="607" name="neuron-level models / 0595 neuron model weights"/>
          <p:cNvSpPr/>
          <p:nvPr/>
        </p:nvSpPr>
        <p:spPr>
          <a:xfrm>
            <a:off x="9445752" y="1901952"/>
            <a:ext cx="1618488" cy="1179576"/>
          </a:xfrm>
          <a:custGeom>
            <a:avLst/>
            <a:gdLst/>
            <a:ahLst/>
            <a:cxnLst/>
            <a:rect l="0" t="0" r="r" b="b"/>
            <a:pathLst>
              <a:path w="177000" h="129000" fill="none" stroke="1" extrusionOk="0">
                <a:moveTo>
                  <a:pt x="0" y="0"/>
                </a:moveTo>
                <a:lnTo>
                  <a:pt x="177000" y="129000"/>
                </a:lnTo>
              </a:path>
            </a:pathLst>
          </a:custGeom>
          <a:noFill/>
          <a:ln w="12802" cap="rnd" cmpd="sng" algn="ctr">
            <a:solidFill>
              <a:srgbClr val="FF342C">
                <a:alpha val="31000"/>
              </a:srgbClr>
            </a:solidFill>
            <a:round/>
            <a:headEnd type="none"/>
            <a:tailEnd type="none"/>
          </a:ln>
        </p:spPr>
      </p:sp>
      <p:sp>
        <p:nvSpPr>
          <p:cNvPr id="608" name="neuron-level models / 0596 neuron model weights"/>
          <p:cNvSpPr/>
          <p:nvPr/>
        </p:nvSpPr>
        <p:spPr>
          <a:xfrm>
            <a:off x="9445752" y="1901952"/>
            <a:ext cx="1805940" cy="1179576"/>
          </a:xfrm>
          <a:custGeom>
            <a:avLst/>
            <a:gdLst/>
            <a:ahLst/>
            <a:cxnLst/>
            <a:rect l="0" t="0" r="r" b="b"/>
            <a:pathLst>
              <a:path w="197500" h="129000" fill="none" stroke="1" extrusionOk="0">
                <a:moveTo>
                  <a:pt x="0" y="0"/>
                </a:moveTo>
                <a:lnTo>
                  <a:pt x="197500" y="129000"/>
                </a:lnTo>
              </a:path>
            </a:pathLst>
          </a:custGeom>
          <a:noFill/>
          <a:ln w="12802" cap="rnd" cmpd="sng" algn="ctr">
            <a:solidFill>
              <a:srgbClr val="FF342C">
                <a:alpha val="31000"/>
              </a:srgbClr>
            </a:solidFill>
            <a:round/>
            <a:headEnd type="none"/>
            <a:tailEnd type="none"/>
          </a:ln>
        </p:spPr>
      </p:sp>
      <p:sp>
        <p:nvSpPr>
          <p:cNvPr id="609" name="neuron-level models / 0597 neuron model weights"/>
          <p:cNvSpPr/>
          <p:nvPr/>
        </p:nvSpPr>
        <p:spPr>
          <a:xfrm>
            <a:off x="9445752" y="1901952"/>
            <a:ext cx="1993392" cy="1179576"/>
          </a:xfrm>
          <a:custGeom>
            <a:avLst/>
            <a:gdLst/>
            <a:ahLst/>
            <a:cxnLst/>
            <a:rect l="0" t="0" r="r" b="b"/>
            <a:pathLst>
              <a:path w="218000" h="129000" fill="none" stroke="1" extrusionOk="0">
                <a:moveTo>
                  <a:pt x="0" y="0"/>
                </a:moveTo>
                <a:lnTo>
                  <a:pt x="218000" y="129000"/>
                </a:lnTo>
              </a:path>
            </a:pathLst>
          </a:custGeom>
          <a:noFill/>
          <a:ln w="12802" cap="rnd" cmpd="sng" algn="ctr">
            <a:solidFill>
              <a:srgbClr val="FF342C">
                <a:alpha val="31000"/>
              </a:srgbClr>
            </a:solidFill>
            <a:round/>
            <a:headEnd type="none"/>
            <a:tailEnd type="none"/>
          </a:ln>
        </p:spPr>
      </p:sp>
      <p:sp>
        <p:nvSpPr>
          <p:cNvPr id="610" name="neuron-level models / 0598 neuron model weights"/>
          <p:cNvSpPr/>
          <p:nvPr/>
        </p:nvSpPr>
        <p:spPr>
          <a:xfrm>
            <a:off x="9445752" y="1901952"/>
            <a:ext cx="2180844" cy="1179576"/>
          </a:xfrm>
          <a:custGeom>
            <a:avLst/>
            <a:gdLst/>
            <a:ahLst/>
            <a:cxnLst/>
            <a:rect l="0" t="0" r="r" b="b"/>
            <a:pathLst>
              <a:path w="238500" h="129000" fill="none" stroke="1" extrusionOk="0">
                <a:moveTo>
                  <a:pt x="0" y="0"/>
                </a:moveTo>
                <a:lnTo>
                  <a:pt x="238500" y="129000"/>
                </a:lnTo>
              </a:path>
            </a:pathLst>
          </a:custGeom>
          <a:noFill/>
          <a:ln w="12802" cap="rnd" cmpd="sng" algn="ctr">
            <a:solidFill>
              <a:srgbClr val="FF342C">
                <a:alpha val="31000"/>
              </a:srgbClr>
            </a:solidFill>
            <a:round/>
            <a:headEnd type="none"/>
            <a:tailEnd type="none"/>
          </a:ln>
        </p:spPr>
      </p:sp>
      <p:sp>
        <p:nvSpPr>
          <p:cNvPr id="611" name="neuron-level models / 0599 neuron model weights"/>
          <p:cNvSpPr/>
          <p:nvPr/>
        </p:nvSpPr>
        <p:spPr>
          <a:xfrm>
            <a:off x="9445752" y="1901952"/>
            <a:ext cx="2368296" cy="1179576"/>
          </a:xfrm>
          <a:custGeom>
            <a:avLst/>
            <a:gdLst/>
            <a:ahLst/>
            <a:cxnLst/>
            <a:rect l="0" t="0" r="r" b="b"/>
            <a:pathLst>
              <a:path w="259000" h="129000" fill="none" stroke="1" extrusionOk="0">
                <a:moveTo>
                  <a:pt x="0" y="0"/>
                </a:moveTo>
                <a:lnTo>
                  <a:pt x="259000" y="129000"/>
                </a:lnTo>
              </a:path>
            </a:pathLst>
          </a:custGeom>
          <a:noFill/>
          <a:ln w="12802" cap="rnd" cmpd="sng" algn="ctr">
            <a:solidFill>
              <a:srgbClr val="FF342C">
                <a:alpha val="31000"/>
              </a:srgbClr>
            </a:solidFill>
            <a:round/>
            <a:headEnd type="none"/>
            <a:tailEnd type="none"/>
          </a:ln>
        </p:spPr>
      </p:sp>
      <p:sp>
        <p:nvSpPr>
          <p:cNvPr id="612" name="neuron-level models / 0600 neuron model weights"/>
          <p:cNvSpPr/>
          <p:nvPr/>
        </p:nvSpPr>
        <p:spPr>
          <a:xfrm>
            <a:off x="9564624" y="2130552"/>
            <a:ext cx="36576" cy="950976"/>
          </a:xfrm>
          <a:custGeom>
            <a:avLst/>
            <a:gdLst/>
            <a:ahLst/>
            <a:cxnLst/>
            <a:rect l="0" t="0" r="r" b="b"/>
            <a:pathLst>
              <a:path w="4000" h="104000" fill="none" stroke="1" extrusionOk="0">
                <a:moveTo>
                  <a:pt x="4000" y="0"/>
                </a:moveTo>
                <a:lnTo>
                  <a:pt x="0" y="104000"/>
                </a:lnTo>
              </a:path>
            </a:pathLst>
          </a:custGeom>
          <a:noFill/>
          <a:ln w="12802" cap="rnd" cmpd="sng" algn="ctr">
            <a:solidFill>
              <a:srgbClr val="FF342C">
                <a:alpha val="31000"/>
              </a:srgbClr>
            </a:solidFill>
            <a:round/>
            <a:headEnd type="none"/>
            <a:tailEnd type="none"/>
          </a:ln>
        </p:spPr>
      </p:sp>
      <p:sp>
        <p:nvSpPr>
          <p:cNvPr id="613" name="neuron-level models / 0601 neuron model weights"/>
          <p:cNvSpPr/>
          <p:nvPr/>
        </p:nvSpPr>
        <p:spPr>
          <a:xfrm>
            <a:off x="9601200" y="2130552"/>
            <a:ext cx="150876" cy="950976"/>
          </a:xfrm>
          <a:custGeom>
            <a:avLst/>
            <a:gdLst/>
            <a:ahLst/>
            <a:cxnLst/>
            <a:rect l="0" t="0" r="r" b="b"/>
            <a:pathLst>
              <a:path w="16500" h="104000" fill="none" stroke="1" extrusionOk="0">
                <a:moveTo>
                  <a:pt x="0" y="0"/>
                </a:moveTo>
                <a:lnTo>
                  <a:pt x="16500" y="104000"/>
                </a:lnTo>
              </a:path>
            </a:pathLst>
          </a:custGeom>
          <a:noFill/>
          <a:ln w="12802" cap="rnd" cmpd="sng" algn="ctr">
            <a:solidFill>
              <a:srgbClr val="FF342C">
                <a:alpha val="31000"/>
              </a:srgbClr>
            </a:solidFill>
            <a:round/>
            <a:headEnd type="none"/>
            <a:tailEnd type="none"/>
          </a:ln>
        </p:spPr>
      </p:sp>
      <p:sp>
        <p:nvSpPr>
          <p:cNvPr id="614" name="neuron-level models / 0602 neuron model weights"/>
          <p:cNvSpPr/>
          <p:nvPr/>
        </p:nvSpPr>
        <p:spPr>
          <a:xfrm>
            <a:off x="9601200" y="2130552"/>
            <a:ext cx="338328" cy="950976"/>
          </a:xfrm>
          <a:custGeom>
            <a:avLst/>
            <a:gdLst/>
            <a:ahLst/>
            <a:cxnLst/>
            <a:rect l="0" t="0" r="r" b="b"/>
            <a:pathLst>
              <a:path w="37000" h="104000" fill="none" stroke="1" extrusionOk="0">
                <a:moveTo>
                  <a:pt x="0" y="0"/>
                </a:moveTo>
                <a:lnTo>
                  <a:pt x="37000" y="104000"/>
                </a:lnTo>
              </a:path>
            </a:pathLst>
          </a:custGeom>
          <a:noFill/>
          <a:ln w="12802" cap="rnd" cmpd="sng" algn="ctr">
            <a:solidFill>
              <a:srgbClr val="FF342C">
                <a:alpha val="31000"/>
              </a:srgbClr>
            </a:solidFill>
            <a:round/>
            <a:headEnd type="none"/>
            <a:tailEnd type="none"/>
          </a:ln>
        </p:spPr>
      </p:sp>
      <p:sp>
        <p:nvSpPr>
          <p:cNvPr id="615" name="neuron-level models / 0603 neuron model weights"/>
          <p:cNvSpPr/>
          <p:nvPr/>
        </p:nvSpPr>
        <p:spPr>
          <a:xfrm>
            <a:off x="9601200" y="2130552"/>
            <a:ext cx="525780" cy="950976"/>
          </a:xfrm>
          <a:custGeom>
            <a:avLst/>
            <a:gdLst/>
            <a:ahLst/>
            <a:cxnLst/>
            <a:rect l="0" t="0" r="r" b="b"/>
            <a:pathLst>
              <a:path w="57500" h="104000" fill="none" stroke="1" extrusionOk="0">
                <a:moveTo>
                  <a:pt x="0" y="0"/>
                </a:moveTo>
                <a:lnTo>
                  <a:pt x="57500" y="104000"/>
                </a:lnTo>
              </a:path>
            </a:pathLst>
          </a:custGeom>
          <a:noFill/>
          <a:ln w="12802" cap="rnd" cmpd="sng" algn="ctr">
            <a:solidFill>
              <a:srgbClr val="FF342C">
                <a:alpha val="31000"/>
              </a:srgbClr>
            </a:solidFill>
            <a:round/>
            <a:headEnd type="none"/>
            <a:tailEnd type="none"/>
          </a:ln>
        </p:spPr>
      </p:sp>
      <p:sp>
        <p:nvSpPr>
          <p:cNvPr id="616" name="neuron-level models / 0604 neuron model weights"/>
          <p:cNvSpPr/>
          <p:nvPr/>
        </p:nvSpPr>
        <p:spPr>
          <a:xfrm>
            <a:off x="9601200" y="2130552"/>
            <a:ext cx="713232" cy="950976"/>
          </a:xfrm>
          <a:custGeom>
            <a:avLst/>
            <a:gdLst/>
            <a:ahLst/>
            <a:cxnLst/>
            <a:rect l="0" t="0" r="r" b="b"/>
            <a:pathLst>
              <a:path w="78000" h="104000" fill="none" stroke="1" extrusionOk="0">
                <a:moveTo>
                  <a:pt x="0" y="0"/>
                </a:moveTo>
                <a:lnTo>
                  <a:pt x="78000" y="104000"/>
                </a:lnTo>
              </a:path>
            </a:pathLst>
          </a:custGeom>
          <a:noFill/>
          <a:ln w="12802" cap="rnd" cmpd="sng" algn="ctr">
            <a:solidFill>
              <a:srgbClr val="FF342C">
                <a:alpha val="31000"/>
              </a:srgbClr>
            </a:solidFill>
            <a:round/>
            <a:headEnd type="none"/>
            <a:tailEnd type="none"/>
          </a:ln>
        </p:spPr>
      </p:sp>
      <p:sp>
        <p:nvSpPr>
          <p:cNvPr id="617" name="neuron-level models / 0605 neuron model weights"/>
          <p:cNvSpPr/>
          <p:nvPr/>
        </p:nvSpPr>
        <p:spPr>
          <a:xfrm>
            <a:off x="9601200" y="2130552"/>
            <a:ext cx="900684" cy="950976"/>
          </a:xfrm>
          <a:custGeom>
            <a:avLst/>
            <a:gdLst/>
            <a:ahLst/>
            <a:cxnLst/>
            <a:rect l="0" t="0" r="r" b="b"/>
            <a:pathLst>
              <a:path w="98500" h="104000" fill="none" stroke="1" extrusionOk="0">
                <a:moveTo>
                  <a:pt x="0" y="0"/>
                </a:moveTo>
                <a:lnTo>
                  <a:pt x="98500" y="104000"/>
                </a:lnTo>
              </a:path>
            </a:pathLst>
          </a:custGeom>
          <a:noFill/>
          <a:ln w="12802" cap="rnd" cmpd="sng" algn="ctr">
            <a:solidFill>
              <a:srgbClr val="FF342C">
                <a:alpha val="31000"/>
              </a:srgbClr>
            </a:solidFill>
            <a:round/>
            <a:headEnd type="none"/>
            <a:tailEnd type="none"/>
          </a:ln>
        </p:spPr>
      </p:sp>
      <p:sp>
        <p:nvSpPr>
          <p:cNvPr id="618" name="neuron-level models / 0606 neuron model weights"/>
          <p:cNvSpPr/>
          <p:nvPr/>
        </p:nvSpPr>
        <p:spPr>
          <a:xfrm>
            <a:off x="9601200" y="2130552"/>
            <a:ext cx="1088136" cy="950976"/>
          </a:xfrm>
          <a:custGeom>
            <a:avLst/>
            <a:gdLst/>
            <a:ahLst/>
            <a:cxnLst/>
            <a:rect l="0" t="0" r="r" b="b"/>
            <a:pathLst>
              <a:path w="119000" h="104000" fill="none" stroke="1" extrusionOk="0">
                <a:moveTo>
                  <a:pt x="0" y="0"/>
                </a:moveTo>
                <a:lnTo>
                  <a:pt x="119000" y="104000"/>
                </a:lnTo>
              </a:path>
            </a:pathLst>
          </a:custGeom>
          <a:noFill/>
          <a:ln w="12802" cap="rnd" cmpd="sng" algn="ctr">
            <a:solidFill>
              <a:srgbClr val="FF342C">
                <a:alpha val="31000"/>
              </a:srgbClr>
            </a:solidFill>
            <a:round/>
            <a:headEnd type="none"/>
            <a:tailEnd type="none"/>
          </a:ln>
        </p:spPr>
      </p:sp>
      <p:sp>
        <p:nvSpPr>
          <p:cNvPr id="619" name="neuron-level models / 0607 neuron model weights"/>
          <p:cNvSpPr/>
          <p:nvPr/>
        </p:nvSpPr>
        <p:spPr>
          <a:xfrm>
            <a:off x="9601200" y="2130552"/>
            <a:ext cx="1275588" cy="950976"/>
          </a:xfrm>
          <a:custGeom>
            <a:avLst/>
            <a:gdLst/>
            <a:ahLst/>
            <a:cxnLst/>
            <a:rect l="0" t="0" r="r" b="b"/>
            <a:pathLst>
              <a:path w="139500" h="104000" fill="none" stroke="1" extrusionOk="0">
                <a:moveTo>
                  <a:pt x="0" y="0"/>
                </a:moveTo>
                <a:lnTo>
                  <a:pt x="139500" y="104000"/>
                </a:lnTo>
              </a:path>
            </a:pathLst>
          </a:custGeom>
          <a:noFill/>
          <a:ln w="12802" cap="rnd" cmpd="sng" algn="ctr">
            <a:solidFill>
              <a:srgbClr val="FF342C">
                <a:alpha val="31000"/>
              </a:srgbClr>
            </a:solidFill>
            <a:round/>
            <a:headEnd type="none"/>
            <a:tailEnd type="none"/>
          </a:ln>
        </p:spPr>
      </p:sp>
      <p:sp>
        <p:nvSpPr>
          <p:cNvPr id="620" name="neuron-level models / 0608 neuron model weights"/>
          <p:cNvSpPr/>
          <p:nvPr/>
        </p:nvSpPr>
        <p:spPr>
          <a:xfrm>
            <a:off x="9601200" y="2130552"/>
            <a:ext cx="1463040" cy="950976"/>
          </a:xfrm>
          <a:custGeom>
            <a:avLst/>
            <a:gdLst/>
            <a:ahLst/>
            <a:cxnLst/>
            <a:rect l="0" t="0" r="r" b="b"/>
            <a:pathLst>
              <a:path w="160000" h="104000" fill="none" stroke="1" extrusionOk="0">
                <a:moveTo>
                  <a:pt x="0" y="0"/>
                </a:moveTo>
                <a:lnTo>
                  <a:pt x="160000" y="104000"/>
                </a:lnTo>
              </a:path>
            </a:pathLst>
          </a:custGeom>
          <a:noFill/>
          <a:ln w="12802" cap="rnd" cmpd="sng" algn="ctr">
            <a:solidFill>
              <a:srgbClr val="FF342C">
                <a:alpha val="31000"/>
              </a:srgbClr>
            </a:solidFill>
            <a:round/>
            <a:headEnd type="none"/>
            <a:tailEnd type="none"/>
          </a:ln>
        </p:spPr>
      </p:sp>
      <p:sp>
        <p:nvSpPr>
          <p:cNvPr id="621" name="neuron-level models / 0609 neuron model weights"/>
          <p:cNvSpPr/>
          <p:nvPr/>
        </p:nvSpPr>
        <p:spPr>
          <a:xfrm>
            <a:off x="9601200" y="2130552"/>
            <a:ext cx="1650492" cy="950976"/>
          </a:xfrm>
          <a:custGeom>
            <a:avLst/>
            <a:gdLst/>
            <a:ahLst/>
            <a:cxnLst/>
            <a:rect l="0" t="0" r="r" b="b"/>
            <a:pathLst>
              <a:path w="180500" h="104000" fill="none" stroke="1" extrusionOk="0">
                <a:moveTo>
                  <a:pt x="0" y="0"/>
                </a:moveTo>
                <a:lnTo>
                  <a:pt x="180500" y="104000"/>
                </a:lnTo>
              </a:path>
            </a:pathLst>
          </a:custGeom>
          <a:noFill/>
          <a:ln w="12802" cap="rnd" cmpd="sng" algn="ctr">
            <a:solidFill>
              <a:srgbClr val="FF342C">
                <a:alpha val="31000"/>
              </a:srgbClr>
            </a:solidFill>
            <a:round/>
            <a:headEnd type="none"/>
            <a:tailEnd type="none"/>
          </a:ln>
        </p:spPr>
      </p:sp>
      <p:sp>
        <p:nvSpPr>
          <p:cNvPr id="622" name="neuron-level models / 0610 neuron model weights"/>
          <p:cNvSpPr/>
          <p:nvPr/>
        </p:nvSpPr>
        <p:spPr>
          <a:xfrm>
            <a:off x="9601200" y="2130552"/>
            <a:ext cx="1837944" cy="950976"/>
          </a:xfrm>
          <a:custGeom>
            <a:avLst/>
            <a:gdLst/>
            <a:ahLst/>
            <a:cxnLst/>
            <a:rect l="0" t="0" r="r" b="b"/>
            <a:pathLst>
              <a:path w="201000" h="104000" fill="none" stroke="1" extrusionOk="0">
                <a:moveTo>
                  <a:pt x="0" y="0"/>
                </a:moveTo>
                <a:lnTo>
                  <a:pt x="201000" y="104000"/>
                </a:lnTo>
              </a:path>
            </a:pathLst>
          </a:custGeom>
          <a:noFill/>
          <a:ln w="12802" cap="rnd" cmpd="sng" algn="ctr">
            <a:solidFill>
              <a:srgbClr val="FF342C">
                <a:alpha val="31000"/>
              </a:srgbClr>
            </a:solidFill>
            <a:round/>
            <a:headEnd type="none"/>
            <a:tailEnd type="none"/>
          </a:ln>
        </p:spPr>
      </p:sp>
      <p:sp>
        <p:nvSpPr>
          <p:cNvPr id="623" name="neuron-level models / 0611 neuron model weights"/>
          <p:cNvSpPr/>
          <p:nvPr/>
        </p:nvSpPr>
        <p:spPr>
          <a:xfrm>
            <a:off x="9601200" y="2130552"/>
            <a:ext cx="2025396" cy="950976"/>
          </a:xfrm>
          <a:custGeom>
            <a:avLst/>
            <a:gdLst/>
            <a:ahLst/>
            <a:cxnLst/>
            <a:rect l="0" t="0" r="r" b="b"/>
            <a:pathLst>
              <a:path w="221500" h="104000" fill="none" stroke="1" extrusionOk="0">
                <a:moveTo>
                  <a:pt x="0" y="0"/>
                </a:moveTo>
                <a:lnTo>
                  <a:pt x="221500" y="104000"/>
                </a:lnTo>
              </a:path>
            </a:pathLst>
          </a:custGeom>
          <a:noFill/>
          <a:ln w="12802" cap="rnd" cmpd="sng" algn="ctr">
            <a:solidFill>
              <a:srgbClr val="FF342C">
                <a:alpha val="31000"/>
              </a:srgbClr>
            </a:solidFill>
            <a:round/>
            <a:headEnd type="none"/>
            <a:tailEnd type="none"/>
          </a:ln>
        </p:spPr>
      </p:sp>
      <p:sp>
        <p:nvSpPr>
          <p:cNvPr id="624" name="neuron-level models / 0612 neuron model weights"/>
          <p:cNvSpPr/>
          <p:nvPr/>
        </p:nvSpPr>
        <p:spPr>
          <a:xfrm>
            <a:off x="9601200" y="2130552"/>
            <a:ext cx="2212848" cy="950976"/>
          </a:xfrm>
          <a:custGeom>
            <a:avLst/>
            <a:gdLst/>
            <a:ahLst/>
            <a:cxnLst/>
            <a:rect l="0" t="0" r="r" b="b"/>
            <a:pathLst>
              <a:path w="242000" h="104000" fill="none" stroke="1" extrusionOk="0">
                <a:moveTo>
                  <a:pt x="0" y="0"/>
                </a:moveTo>
                <a:lnTo>
                  <a:pt x="242000" y="104000"/>
                </a:lnTo>
              </a:path>
            </a:pathLst>
          </a:custGeom>
          <a:noFill/>
          <a:ln w="12802" cap="rnd" cmpd="sng" algn="ctr">
            <a:solidFill>
              <a:srgbClr val="FF342C">
                <a:alpha val="31000"/>
              </a:srgbClr>
            </a:solidFill>
            <a:round/>
            <a:headEnd type="none"/>
            <a:tailEnd type="none"/>
          </a:ln>
        </p:spPr>
      </p:sp>
      <p:sp>
        <p:nvSpPr>
          <p:cNvPr id="625" name="neuron-level models / 0613 neuron model weights"/>
          <p:cNvSpPr/>
          <p:nvPr/>
        </p:nvSpPr>
        <p:spPr>
          <a:xfrm>
            <a:off x="9564624" y="2011680"/>
            <a:ext cx="155448" cy="1069848"/>
          </a:xfrm>
          <a:custGeom>
            <a:avLst/>
            <a:gdLst/>
            <a:ahLst/>
            <a:cxnLst/>
            <a:rect l="0" t="0" r="r" b="b"/>
            <a:pathLst>
              <a:path w="17000" h="117000" fill="none" stroke="1" extrusionOk="0">
                <a:moveTo>
                  <a:pt x="17000" y="0"/>
                </a:moveTo>
                <a:lnTo>
                  <a:pt x="0" y="117000"/>
                </a:lnTo>
              </a:path>
            </a:pathLst>
          </a:custGeom>
          <a:noFill/>
          <a:ln w="12802" cap="rnd" cmpd="sng" algn="ctr">
            <a:solidFill>
              <a:srgbClr val="FF342C">
                <a:alpha val="31000"/>
              </a:srgbClr>
            </a:solidFill>
            <a:round/>
            <a:headEnd type="none"/>
            <a:tailEnd type="none"/>
          </a:ln>
        </p:spPr>
      </p:sp>
      <p:sp>
        <p:nvSpPr>
          <p:cNvPr id="626" name="neuron-level models / 0614 neuron model weights"/>
          <p:cNvSpPr/>
          <p:nvPr/>
        </p:nvSpPr>
        <p:spPr>
          <a:xfrm>
            <a:off x="9720072" y="2011680"/>
            <a:ext cx="32004" cy="1069848"/>
          </a:xfrm>
          <a:custGeom>
            <a:avLst/>
            <a:gdLst/>
            <a:ahLst/>
            <a:cxnLst/>
            <a:rect l="0" t="0" r="r" b="b"/>
            <a:pathLst>
              <a:path w="3500" h="117000" fill="none" stroke="1" extrusionOk="0">
                <a:moveTo>
                  <a:pt x="0" y="0"/>
                </a:moveTo>
                <a:lnTo>
                  <a:pt x="3500" y="117000"/>
                </a:lnTo>
              </a:path>
            </a:pathLst>
          </a:custGeom>
          <a:noFill/>
          <a:ln w="12802" cap="rnd" cmpd="sng" algn="ctr">
            <a:solidFill>
              <a:srgbClr val="FF342C">
                <a:alpha val="31000"/>
              </a:srgbClr>
            </a:solidFill>
            <a:round/>
            <a:headEnd type="none"/>
            <a:tailEnd type="none"/>
          </a:ln>
        </p:spPr>
      </p:sp>
      <p:sp>
        <p:nvSpPr>
          <p:cNvPr id="627" name="neuron-level models / 0615 neuron model weights"/>
          <p:cNvSpPr/>
          <p:nvPr/>
        </p:nvSpPr>
        <p:spPr>
          <a:xfrm>
            <a:off x="9720072" y="2011680"/>
            <a:ext cx="219456" cy="1069848"/>
          </a:xfrm>
          <a:custGeom>
            <a:avLst/>
            <a:gdLst/>
            <a:ahLst/>
            <a:cxnLst/>
            <a:rect l="0" t="0" r="r" b="b"/>
            <a:pathLst>
              <a:path w="24000" h="117000" fill="none" stroke="1" extrusionOk="0">
                <a:moveTo>
                  <a:pt x="0" y="0"/>
                </a:moveTo>
                <a:lnTo>
                  <a:pt x="24000" y="117000"/>
                </a:lnTo>
              </a:path>
            </a:pathLst>
          </a:custGeom>
          <a:noFill/>
          <a:ln w="12802" cap="rnd" cmpd="sng" algn="ctr">
            <a:solidFill>
              <a:srgbClr val="FF342C">
                <a:alpha val="31000"/>
              </a:srgbClr>
            </a:solidFill>
            <a:round/>
            <a:headEnd type="none"/>
            <a:tailEnd type="none"/>
          </a:ln>
        </p:spPr>
      </p:sp>
      <p:sp>
        <p:nvSpPr>
          <p:cNvPr id="628" name="neuron-level models / 0616 neuron model weights"/>
          <p:cNvSpPr/>
          <p:nvPr/>
        </p:nvSpPr>
        <p:spPr>
          <a:xfrm>
            <a:off x="9720072" y="2011680"/>
            <a:ext cx="406908" cy="1069848"/>
          </a:xfrm>
          <a:custGeom>
            <a:avLst/>
            <a:gdLst/>
            <a:ahLst/>
            <a:cxnLst/>
            <a:rect l="0" t="0" r="r" b="b"/>
            <a:pathLst>
              <a:path w="44500" h="117000" fill="none" stroke="1" extrusionOk="0">
                <a:moveTo>
                  <a:pt x="0" y="0"/>
                </a:moveTo>
                <a:lnTo>
                  <a:pt x="44500" y="117000"/>
                </a:lnTo>
              </a:path>
            </a:pathLst>
          </a:custGeom>
          <a:noFill/>
          <a:ln w="12802" cap="rnd" cmpd="sng" algn="ctr">
            <a:solidFill>
              <a:srgbClr val="FF342C">
                <a:alpha val="31000"/>
              </a:srgbClr>
            </a:solidFill>
            <a:round/>
            <a:headEnd type="none"/>
            <a:tailEnd type="none"/>
          </a:ln>
        </p:spPr>
      </p:sp>
      <p:sp>
        <p:nvSpPr>
          <p:cNvPr id="629" name="neuron-level models / 0617 neuron model weights"/>
          <p:cNvSpPr/>
          <p:nvPr/>
        </p:nvSpPr>
        <p:spPr>
          <a:xfrm>
            <a:off x="9720072" y="2011680"/>
            <a:ext cx="594360" cy="1069848"/>
          </a:xfrm>
          <a:custGeom>
            <a:avLst/>
            <a:gdLst/>
            <a:ahLst/>
            <a:cxnLst/>
            <a:rect l="0" t="0" r="r" b="b"/>
            <a:pathLst>
              <a:path w="65000" h="117000" fill="none" stroke="1" extrusionOk="0">
                <a:moveTo>
                  <a:pt x="0" y="0"/>
                </a:moveTo>
                <a:lnTo>
                  <a:pt x="65000" y="117000"/>
                </a:lnTo>
              </a:path>
            </a:pathLst>
          </a:custGeom>
          <a:noFill/>
          <a:ln w="12802" cap="rnd" cmpd="sng" algn="ctr">
            <a:solidFill>
              <a:srgbClr val="FF342C">
                <a:alpha val="31000"/>
              </a:srgbClr>
            </a:solidFill>
            <a:round/>
            <a:headEnd type="none"/>
            <a:tailEnd type="none"/>
          </a:ln>
        </p:spPr>
      </p:sp>
      <p:sp>
        <p:nvSpPr>
          <p:cNvPr id="630" name="neuron-level models / 0618 neuron model weights"/>
          <p:cNvSpPr/>
          <p:nvPr/>
        </p:nvSpPr>
        <p:spPr>
          <a:xfrm>
            <a:off x="9720072" y="2011680"/>
            <a:ext cx="781812" cy="1069848"/>
          </a:xfrm>
          <a:custGeom>
            <a:avLst/>
            <a:gdLst/>
            <a:ahLst/>
            <a:cxnLst/>
            <a:rect l="0" t="0" r="r" b="b"/>
            <a:pathLst>
              <a:path w="85500" h="117000" fill="none" stroke="1" extrusionOk="0">
                <a:moveTo>
                  <a:pt x="0" y="0"/>
                </a:moveTo>
                <a:lnTo>
                  <a:pt x="85500" y="117000"/>
                </a:lnTo>
              </a:path>
            </a:pathLst>
          </a:custGeom>
          <a:noFill/>
          <a:ln w="12802" cap="rnd" cmpd="sng" algn="ctr">
            <a:solidFill>
              <a:srgbClr val="FF342C">
                <a:alpha val="31000"/>
              </a:srgbClr>
            </a:solidFill>
            <a:round/>
            <a:headEnd type="none"/>
            <a:tailEnd type="none"/>
          </a:ln>
        </p:spPr>
      </p:sp>
      <p:sp>
        <p:nvSpPr>
          <p:cNvPr id="631" name="neuron-level models / 0619 neuron model weights"/>
          <p:cNvSpPr/>
          <p:nvPr/>
        </p:nvSpPr>
        <p:spPr>
          <a:xfrm>
            <a:off x="9720072" y="2011680"/>
            <a:ext cx="969264" cy="1069848"/>
          </a:xfrm>
          <a:custGeom>
            <a:avLst/>
            <a:gdLst/>
            <a:ahLst/>
            <a:cxnLst/>
            <a:rect l="0" t="0" r="r" b="b"/>
            <a:pathLst>
              <a:path w="106000" h="117000" fill="none" stroke="1" extrusionOk="0">
                <a:moveTo>
                  <a:pt x="0" y="0"/>
                </a:moveTo>
                <a:lnTo>
                  <a:pt x="106000" y="117000"/>
                </a:lnTo>
              </a:path>
            </a:pathLst>
          </a:custGeom>
          <a:noFill/>
          <a:ln w="12802" cap="rnd" cmpd="sng" algn="ctr">
            <a:solidFill>
              <a:srgbClr val="FF342C">
                <a:alpha val="31000"/>
              </a:srgbClr>
            </a:solidFill>
            <a:round/>
            <a:headEnd type="none"/>
            <a:tailEnd type="none"/>
          </a:ln>
        </p:spPr>
      </p:sp>
      <p:sp>
        <p:nvSpPr>
          <p:cNvPr id="632" name="neuron-level models / 0620 neuron model weights"/>
          <p:cNvSpPr/>
          <p:nvPr/>
        </p:nvSpPr>
        <p:spPr>
          <a:xfrm>
            <a:off x="9720072" y="2011680"/>
            <a:ext cx="1156716" cy="1069848"/>
          </a:xfrm>
          <a:custGeom>
            <a:avLst/>
            <a:gdLst/>
            <a:ahLst/>
            <a:cxnLst/>
            <a:rect l="0" t="0" r="r" b="b"/>
            <a:pathLst>
              <a:path w="126500" h="117000" fill="none" stroke="1" extrusionOk="0">
                <a:moveTo>
                  <a:pt x="0" y="0"/>
                </a:moveTo>
                <a:lnTo>
                  <a:pt x="126500" y="117000"/>
                </a:lnTo>
              </a:path>
            </a:pathLst>
          </a:custGeom>
          <a:noFill/>
          <a:ln w="12802" cap="rnd" cmpd="sng" algn="ctr">
            <a:solidFill>
              <a:srgbClr val="FF342C">
                <a:alpha val="31000"/>
              </a:srgbClr>
            </a:solidFill>
            <a:round/>
            <a:headEnd type="none"/>
            <a:tailEnd type="none"/>
          </a:ln>
        </p:spPr>
      </p:sp>
      <p:sp>
        <p:nvSpPr>
          <p:cNvPr id="633" name="neuron-level models / 0621 neuron model weights"/>
          <p:cNvSpPr/>
          <p:nvPr/>
        </p:nvSpPr>
        <p:spPr>
          <a:xfrm>
            <a:off x="9720072" y="2011680"/>
            <a:ext cx="1344168" cy="1069848"/>
          </a:xfrm>
          <a:custGeom>
            <a:avLst/>
            <a:gdLst/>
            <a:ahLst/>
            <a:cxnLst/>
            <a:rect l="0" t="0" r="r" b="b"/>
            <a:pathLst>
              <a:path w="147000" h="117000" fill="none" stroke="1" extrusionOk="0">
                <a:moveTo>
                  <a:pt x="0" y="0"/>
                </a:moveTo>
                <a:lnTo>
                  <a:pt x="147000" y="117000"/>
                </a:lnTo>
              </a:path>
            </a:pathLst>
          </a:custGeom>
          <a:noFill/>
          <a:ln w="12802" cap="rnd" cmpd="sng" algn="ctr">
            <a:solidFill>
              <a:srgbClr val="FF342C">
                <a:alpha val="31000"/>
              </a:srgbClr>
            </a:solidFill>
            <a:round/>
            <a:headEnd type="none"/>
            <a:tailEnd type="none"/>
          </a:ln>
        </p:spPr>
      </p:sp>
      <p:sp>
        <p:nvSpPr>
          <p:cNvPr id="634" name="neuron-level models / 0622 neuron model weights"/>
          <p:cNvSpPr/>
          <p:nvPr/>
        </p:nvSpPr>
        <p:spPr>
          <a:xfrm>
            <a:off x="9720072" y="2011680"/>
            <a:ext cx="1531620" cy="1069848"/>
          </a:xfrm>
          <a:custGeom>
            <a:avLst/>
            <a:gdLst/>
            <a:ahLst/>
            <a:cxnLst/>
            <a:rect l="0" t="0" r="r" b="b"/>
            <a:pathLst>
              <a:path w="167500" h="117000" fill="none" stroke="1" extrusionOk="0">
                <a:moveTo>
                  <a:pt x="0" y="0"/>
                </a:moveTo>
                <a:lnTo>
                  <a:pt x="167500" y="117000"/>
                </a:lnTo>
              </a:path>
            </a:pathLst>
          </a:custGeom>
          <a:noFill/>
          <a:ln w="12802" cap="rnd" cmpd="sng" algn="ctr">
            <a:solidFill>
              <a:srgbClr val="FF342C">
                <a:alpha val="31000"/>
              </a:srgbClr>
            </a:solidFill>
            <a:round/>
            <a:headEnd type="none"/>
            <a:tailEnd type="none"/>
          </a:ln>
        </p:spPr>
      </p:sp>
      <p:sp>
        <p:nvSpPr>
          <p:cNvPr id="635" name="neuron-level models / 0623 neuron model weights"/>
          <p:cNvSpPr/>
          <p:nvPr/>
        </p:nvSpPr>
        <p:spPr>
          <a:xfrm>
            <a:off x="9720072" y="2011680"/>
            <a:ext cx="1719072" cy="1069848"/>
          </a:xfrm>
          <a:custGeom>
            <a:avLst/>
            <a:gdLst/>
            <a:ahLst/>
            <a:cxnLst/>
            <a:rect l="0" t="0" r="r" b="b"/>
            <a:pathLst>
              <a:path w="188000" h="117000" fill="none" stroke="1" extrusionOk="0">
                <a:moveTo>
                  <a:pt x="0" y="0"/>
                </a:moveTo>
                <a:lnTo>
                  <a:pt x="188000" y="117000"/>
                </a:lnTo>
              </a:path>
            </a:pathLst>
          </a:custGeom>
          <a:noFill/>
          <a:ln w="12802" cap="rnd" cmpd="sng" algn="ctr">
            <a:solidFill>
              <a:srgbClr val="FF342C">
                <a:alpha val="31000"/>
              </a:srgbClr>
            </a:solidFill>
            <a:round/>
            <a:headEnd type="none"/>
            <a:tailEnd type="none"/>
          </a:ln>
        </p:spPr>
      </p:sp>
      <p:sp>
        <p:nvSpPr>
          <p:cNvPr id="636" name="neuron-level models / 0624 neuron model weights"/>
          <p:cNvSpPr/>
          <p:nvPr/>
        </p:nvSpPr>
        <p:spPr>
          <a:xfrm>
            <a:off x="9720072" y="2011680"/>
            <a:ext cx="1906524" cy="1069848"/>
          </a:xfrm>
          <a:custGeom>
            <a:avLst/>
            <a:gdLst/>
            <a:ahLst/>
            <a:cxnLst/>
            <a:rect l="0" t="0" r="r" b="b"/>
            <a:pathLst>
              <a:path w="208500" h="117000" fill="none" stroke="1" extrusionOk="0">
                <a:moveTo>
                  <a:pt x="0" y="0"/>
                </a:moveTo>
                <a:lnTo>
                  <a:pt x="208500" y="117000"/>
                </a:lnTo>
              </a:path>
            </a:pathLst>
          </a:custGeom>
          <a:noFill/>
          <a:ln w="12802" cap="rnd" cmpd="sng" algn="ctr">
            <a:solidFill>
              <a:srgbClr val="FF342C">
                <a:alpha val="31000"/>
              </a:srgbClr>
            </a:solidFill>
            <a:round/>
            <a:headEnd type="none"/>
            <a:tailEnd type="none"/>
          </a:ln>
        </p:spPr>
      </p:sp>
      <p:sp>
        <p:nvSpPr>
          <p:cNvPr id="637" name="neuron-level models / 0625 neuron model weights"/>
          <p:cNvSpPr/>
          <p:nvPr/>
        </p:nvSpPr>
        <p:spPr>
          <a:xfrm>
            <a:off x="9720072" y="2011680"/>
            <a:ext cx="2093976" cy="1069848"/>
          </a:xfrm>
          <a:custGeom>
            <a:avLst/>
            <a:gdLst/>
            <a:ahLst/>
            <a:cxnLst/>
            <a:rect l="0" t="0" r="r" b="b"/>
            <a:pathLst>
              <a:path w="229000" h="117000" fill="none" stroke="1" extrusionOk="0">
                <a:moveTo>
                  <a:pt x="0" y="0"/>
                </a:moveTo>
                <a:lnTo>
                  <a:pt x="229000" y="117000"/>
                </a:lnTo>
              </a:path>
            </a:pathLst>
          </a:custGeom>
          <a:noFill/>
          <a:ln w="12802" cap="rnd" cmpd="sng" algn="ctr">
            <a:solidFill>
              <a:srgbClr val="FF342C">
                <a:alpha val="31000"/>
              </a:srgbClr>
            </a:solidFill>
            <a:round/>
            <a:headEnd type="none"/>
            <a:tailEnd type="none"/>
          </a:ln>
        </p:spPr>
      </p:sp>
      <p:sp>
        <p:nvSpPr>
          <p:cNvPr id="638" name="neuron-level models / 0626 neuron model weights"/>
          <p:cNvSpPr/>
          <p:nvPr/>
        </p:nvSpPr>
        <p:spPr>
          <a:xfrm>
            <a:off x="9564624" y="2121408"/>
            <a:ext cx="246888" cy="960120"/>
          </a:xfrm>
          <a:custGeom>
            <a:avLst/>
            <a:gdLst/>
            <a:ahLst/>
            <a:cxnLst/>
            <a:rect l="0" t="0" r="r" b="b"/>
            <a:pathLst>
              <a:path w="27000" h="105000" fill="none" stroke="1" extrusionOk="0">
                <a:moveTo>
                  <a:pt x="27000" y="0"/>
                </a:moveTo>
                <a:lnTo>
                  <a:pt x="0" y="105000"/>
                </a:lnTo>
              </a:path>
            </a:pathLst>
          </a:custGeom>
          <a:noFill/>
          <a:ln w="12802" cap="rnd" cmpd="sng" algn="ctr">
            <a:solidFill>
              <a:srgbClr val="FF342C">
                <a:alpha val="31000"/>
              </a:srgbClr>
            </a:solidFill>
            <a:round/>
            <a:headEnd type="none"/>
            <a:tailEnd type="none"/>
          </a:ln>
        </p:spPr>
      </p:sp>
      <p:sp>
        <p:nvSpPr>
          <p:cNvPr id="639" name="neuron-level models / 0627 neuron model weights"/>
          <p:cNvSpPr/>
          <p:nvPr/>
        </p:nvSpPr>
        <p:spPr>
          <a:xfrm>
            <a:off x="9752076" y="2121408"/>
            <a:ext cx="59436" cy="960120"/>
          </a:xfrm>
          <a:custGeom>
            <a:avLst/>
            <a:gdLst/>
            <a:ahLst/>
            <a:cxnLst/>
            <a:rect l="0" t="0" r="r" b="b"/>
            <a:pathLst>
              <a:path w="6500" h="105000" fill="none" stroke="1" extrusionOk="0">
                <a:moveTo>
                  <a:pt x="6500" y="0"/>
                </a:moveTo>
                <a:lnTo>
                  <a:pt x="0" y="105000"/>
                </a:lnTo>
              </a:path>
            </a:pathLst>
          </a:custGeom>
          <a:noFill/>
          <a:ln w="12802" cap="rnd" cmpd="sng" algn="ctr">
            <a:solidFill>
              <a:srgbClr val="FF342C">
                <a:alpha val="31000"/>
              </a:srgbClr>
            </a:solidFill>
            <a:round/>
            <a:headEnd type="none"/>
            <a:tailEnd type="none"/>
          </a:ln>
        </p:spPr>
      </p:sp>
      <p:sp>
        <p:nvSpPr>
          <p:cNvPr id="640" name="neuron-level models / 0628 neuron model weights"/>
          <p:cNvSpPr/>
          <p:nvPr/>
        </p:nvSpPr>
        <p:spPr>
          <a:xfrm>
            <a:off x="9811512" y="2121408"/>
            <a:ext cx="128016" cy="960120"/>
          </a:xfrm>
          <a:custGeom>
            <a:avLst/>
            <a:gdLst/>
            <a:ahLst/>
            <a:cxnLst/>
            <a:rect l="0" t="0" r="r" b="b"/>
            <a:pathLst>
              <a:path w="14000" h="105000" fill="none" stroke="1" extrusionOk="0">
                <a:moveTo>
                  <a:pt x="0" y="0"/>
                </a:moveTo>
                <a:lnTo>
                  <a:pt x="14000" y="105000"/>
                </a:lnTo>
              </a:path>
            </a:pathLst>
          </a:custGeom>
          <a:noFill/>
          <a:ln w="12802" cap="rnd" cmpd="sng" algn="ctr">
            <a:solidFill>
              <a:srgbClr val="FF342C">
                <a:alpha val="31000"/>
              </a:srgbClr>
            </a:solidFill>
            <a:round/>
            <a:headEnd type="none"/>
            <a:tailEnd type="none"/>
          </a:ln>
        </p:spPr>
      </p:sp>
      <p:sp>
        <p:nvSpPr>
          <p:cNvPr id="641" name="neuron-level models / 0629 neuron model weights"/>
          <p:cNvSpPr/>
          <p:nvPr/>
        </p:nvSpPr>
        <p:spPr>
          <a:xfrm>
            <a:off x="9811512" y="2121408"/>
            <a:ext cx="315468" cy="960120"/>
          </a:xfrm>
          <a:custGeom>
            <a:avLst/>
            <a:gdLst/>
            <a:ahLst/>
            <a:cxnLst/>
            <a:rect l="0" t="0" r="r" b="b"/>
            <a:pathLst>
              <a:path w="34500" h="105000" fill="none" stroke="1" extrusionOk="0">
                <a:moveTo>
                  <a:pt x="0" y="0"/>
                </a:moveTo>
                <a:lnTo>
                  <a:pt x="34500" y="105000"/>
                </a:lnTo>
              </a:path>
            </a:pathLst>
          </a:custGeom>
          <a:noFill/>
          <a:ln w="12802" cap="rnd" cmpd="sng" algn="ctr">
            <a:solidFill>
              <a:srgbClr val="FF342C">
                <a:alpha val="31000"/>
              </a:srgbClr>
            </a:solidFill>
            <a:round/>
            <a:headEnd type="none"/>
            <a:tailEnd type="none"/>
          </a:ln>
        </p:spPr>
      </p:sp>
      <p:sp>
        <p:nvSpPr>
          <p:cNvPr id="642" name="neuron-level models / 0630 neuron model weights"/>
          <p:cNvSpPr/>
          <p:nvPr/>
        </p:nvSpPr>
        <p:spPr>
          <a:xfrm>
            <a:off x="9811512" y="2121408"/>
            <a:ext cx="502920" cy="960120"/>
          </a:xfrm>
          <a:custGeom>
            <a:avLst/>
            <a:gdLst/>
            <a:ahLst/>
            <a:cxnLst/>
            <a:rect l="0" t="0" r="r" b="b"/>
            <a:pathLst>
              <a:path w="55000" h="105000" fill="none" stroke="1" extrusionOk="0">
                <a:moveTo>
                  <a:pt x="0" y="0"/>
                </a:moveTo>
                <a:lnTo>
                  <a:pt x="55000" y="105000"/>
                </a:lnTo>
              </a:path>
            </a:pathLst>
          </a:custGeom>
          <a:noFill/>
          <a:ln w="12802" cap="rnd" cmpd="sng" algn="ctr">
            <a:solidFill>
              <a:srgbClr val="FF342C">
                <a:alpha val="31000"/>
              </a:srgbClr>
            </a:solidFill>
            <a:round/>
            <a:headEnd type="none"/>
            <a:tailEnd type="none"/>
          </a:ln>
        </p:spPr>
      </p:sp>
      <p:sp>
        <p:nvSpPr>
          <p:cNvPr id="643" name="neuron-level models / 0631 neuron model weights"/>
          <p:cNvSpPr/>
          <p:nvPr/>
        </p:nvSpPr>
        <p:spPr>
          <a:xfrm>
            <a:off x="9811512" y="2121408"/>
            <a:ext cx="690372" cy="960120"/>
          </a:xfrm>
          <a:custGeom>
            <a:avLst/>
            <a:gdLst/>
            <a:ahLst/>
            <a:cxnLst/>
            <a:rect l="0" t="0" r="r" b="b"/>
            <a:pathLst>
              <a:path w="75500" h="105000" fill="none" stroke="1" extrusionOk="0">
                <a:moveTo>
                  <a:pt x="0" y="0"/>
                </a:moveTo>
                <a:lnTo>
                  <a:pt x="75500" y="105000"/>
                </a:lnTo>
              </a:path>
            </a:pathLst>
          </a:custGeom>
          <a:noFill/>
          <a:ln w="12802" cap="rnd" cmpd="sng" algn="ctr">
            <a:solidFill>
              <a:srgbClr val="FF342C">
                <a:alpha val="31000"/>
              </a:srgbClr>
            </a:solidFill>
            <a:round/>
            <a:headEnd type="none"/>
            <a:tailEnd type="none"/>
          </a:ln>
        </p:spPr>
      </p:sp>
      <p:sp>
        <p:nvSpPr>
          <p:cNvPr id="644" name="neuron-level models / 0632 neuron model weights"/>
          <p:cNvSpPr/>
          <p:nvPr/>
        </p:nvSpPr>
        <p:spPr>
          <a:xfrm>
            <a:off x="9811512" y="2121408"/>
            <a:ext cx="877824" cy="960120"/>
          </a:xfrm>
          <a:custGeom>
            <a:avLst/>
            <a:gdLst/>
            <a:ahLst/>
            <a:cxnLst/>
            <a:rect l="0" t="0" r="r" b="b"/>
            <a:pathLst>
              <a:path w="96000" h="105000" fill="none" stroke="1" extrusionOk="0">
                <a:moveTo>
                  <a:pt x="0" y="0"/>
                </a:moveTo>
                <a:lnTo>
                  <a:pt x="96000" y="105000"/>
                </a:lnTo>
              </a:path>
            </a:pathLst>
          </a:custGeom>
          <a:noFill/>
          <a:ln w="12802" cap="rnd" cmpd="sng" algn="ctr">
            <a:solidFill>
              <a:srgbClr val="FF342C">
                <a:alpha val="31000"/>
              </a:srgbClr>
            </a:solidFill>
            <a:round/>
            <a:headEnd type="none"/>
            <a:tailEnd type="none"/>
          </a:ln>
        </p:spPr>
      </p:sp>
      <p:sp>
        <p:nvSpPr>
          <p:cNvPr id="645" name="neuron-level models / 0633 neuron model weights"/>
          <p:cNvSpPr/>
          <p:nvPr/>
        </p:nvSpPr>
        <p:spPr>
          <a:xfrm>
            <a:off x="9811512" y="2121408"/>
            <a:ext cx="1065276" cy="960120"/>
          </a:xfrm>
          <a:custGeom>
            <a:avLst/>
            <a:gdLst/>
            <a:ahLst/>
            <a:cxnLst/>
            <a:rect l="0" t="0" r="r" b="b"/>
            <a:pathLst>
              <a:path w="116500" h="105000" fill="none" stroke="1" extrusionOk="0">
                <a:moveTo>
                  <a:pt x="0" y="0"/>
                </a:moveTo>
                <a:lnTo>
                  <a:pt x="116500" y="105000"/>
                </a:lnTo>
              </a:path>
            </a:pathLst>
          </a:custGeom>
          <a:noFill/>
          <a:ln w="12802" cap="rnd" cmpd="sng" algn="ctr">
            <a:solidFill>
              <a:srgbClr val="FF342C">
                <a:alpha val="31000"/>
              </a:srgbClr>
            </a:solidFill>
            <a:round/>
            <a:headEnd type="none"/>
            <a:tailEnd type="none"/>
          </a:ln>
        </p:spPr>
      </p:sp>
      <p:sp>
        <p:nvSpPr>
          <p:cNvPr id="646" name="neuron-level models / 0634 neuron model weights"/>
          <p:cNvSpPr/>
          <p:nvPr/>
        </p:nvSpPr>
        <p:spPr>
          <a:xfrm>
            <a:off x="9811512" y="2121408"/>
            <a:ext cx="1252728" cy="960120"/>
          </a:xfrm>
          <a:custGeom>
            <a:avLst/>
            <a:gdLst/>
            <a:ahLst/>
            <a:cxnLst/>
            <a:rect l="0" t="0" r="r" b="b"/>
            <a:pathLst>
              <a:path w="137000" h="105000" fill="none" stroke="1" extrusionOk="0">
                <a:moveTo>
                  <a:pt x="0" y="0"/>
                </a:moveTo>
                <a:lnTo>
                  <a:pt x="137000" y="105000"/>
                </a:lnTo>
              </a:path>
            </a:pathLst>
          </a:custGeom>
          <a:noFill/>
          <a:ln w="12802" cap="rnd" cmpd="sng" algn="ctr">
            <a:solidFill>
              <a:srgbClr val="FF342C">
                <a:alpha val="31000"/>
              </a:srgbClr>
            </a:solidFill>
            <a:round/>
            <a:headEnd type="none"/>
            <a:tailEnd type="none"/>
          </a:ln>
        </p:spPr>
      </p:sp>
      <p:sp>
        <p:nvSpPr>
          <p:cNvPr id="647" name="neuron-level models / 0635 neuron model weights"/>
          <p:cNvSpPr/>
          <p:nvPr/>
        </p:nvSpPr>
        <p:spPr>
          <a:xfrm>
            <a:off x="9811512" y="2121408"/>
            <a:ext cx="1440180" cy="960120"/>
          </a:xfrm>
          <a:custGeom>
            <a:avLst/>
            <a:gdLst/>
            <a:ahLst/>
            <a:cxnLst/>
            <a:rect l="0" t="0" r="r" b="b"/>
            <a:pathLst>
              <a:path w="157500" h="105000" fill="none" stroke="1" extrusionOk="0">
                <a:moveTo>
                  <a:pt x="0" y="0"/>
                </a:moveTo>
                <a:lnTo>
                  <a:pt x="157500" y="105000"/>
                </a:lnTo>
              </a:path>
            </a:pathLst>
          </a:custGeom>
          <a:noFill/>
          <a:ln w="12802" cap="rnd" cmpd="sng" algn="ctr">
            <a:solidFill>
              <a:srgbClr val="FF342C">
                <a:alpha val="31000"/>
              </a:srgbClr>
            </a:solidFill>
            <a:round/>
            <a:headEnd type="none"/>
            <a:tailEnd type="none"/>
          </a:ln>
        </p:spPr>
      </p:sp>
      <p:sp>
        <p:nvSpPr>
          <p:cNvPr id="648" name="neuron-level models / 0636 neuron model weights"/>
          <p:cNvSpPr/>
          <p:nvPr/>
        </p:nvSpPr>
        <p:spPr>
          <a:xfrm>
            <a:off x="9811512" y="2121408"/>
            <a:ext cx="1627632" cy="960120"/>
          </a:xfrm>
          <a:custGeom>
            <a:avLst/>
            <a:gdLst/>
            <a:ahLst/>
            <a:cxnLst/>
            <a:rect l="0" t="0" r="r" b="b"/>
            <a:pathLst>
              <a:path w="178000" h="105000" fill="none" stroke="1" extrusionOk="0">
                <a:moveTo>
                  <a:pt x="0" y="0"/>
                </a:moveTo>
                <a:lnTo>
                  <a:pt x="178000" y="105000"/>
                </a:lnTo>
              </a:path>
            </a:pathLst>
          </a:custGeom>
          <a:noFill/>
          <a:ln w="12802" cap="rnd" cmpd="sng" algn="ctr">
            <a:solidFill>
              <a:srgbClr val="FF342C">
                <a:alpha val="31000"/>
              </a:srgbClr>
            </a:solidFill>
            <a:round/>
            <a:headEnd type="none"/>
            <a:tailEnd type="none"/>
          </a:ln>
        </p:spPr>
      </p:sp>
      <p:sp>
        <p:nvSpPr>
          <p:cNvPr id="649" name="neuron-level models / 0637 neuron model weights"/>
          <p:cNvSpPr/>
          <p:nvPr/>
        </p:nvSpPr>
        <p:spPr>
          <a:xfrm>
            <a:off x="9811512" y="2121408"/>
            <a:ext cx="1815084" cy="960120"/>
          </a:xfrm>
          <a:custGeom>
            <a:avLst/>
            <a:gdLst/>
            <a:ahLst/>
            <a:cxnLst/>
            <a:rect l="0" t="0" r="r" b="b"/>
            <a:pathLst>
              <a:path w="198500" h="105000" fill="none" stroke="1" extrusionOk="0">
                <a:moveTo>
                  <a:pt x="0" y="0"/>
                </a:moveTo>
                <a:lnTo>
                  <a:pt x="198500" y="105000"/>
                </a:lnTo>
              </a:path>
            </a:pathLst>
          </a:custGeom>
          <a:noFill/>
          <a:ln w="12802" cap="rnd" cmpd="sng" algn="ctr">
            <a:solidFill>
              <a:srgbClr val="FF342C">
                <a:alpha val="31000"/>
              </a:srgbClr>
            </a:solidFill>
            <a:round/>
            <a:headEnd type="none"/>
            <a:tailEnd type="none"/>
          </a:ln>
        </p:spPr>
      </p:sp>
      <p:sp>
        <p:nvSpPr>
          <p:cNvPr id="650" name="neuron-level models / 0638 neuron model weights"/>
          <p:cNvSpPr/>
          <p:nvPr/>
        </p:nvSpPr>
        <p:spPr>
          <a:xfrm>
            <a:off x="9811512" y="2121408"/>
            <a:ext cx="2002536" cy="960120"/>
          </a:xfrm>
          <a:custGeom>
            <a:avLst/>
            <a:gdLst/>
            <a:ahLst/>
            <a:cxnLst/>
            <a:rect l="0" t="0" r="r" b="b"/>
            <a:pathLst>
              <a:path w="219000" h="105000" fill="none" stroke="1" extrusionOk="0">
                <a:moveTo>
                  <a:pt x="0" y="0"/>
                </a:moveTo>
                <a:lnTo>
                  <a:pt x="219000" y="105000"/>
                </a:lnTo>
              </a:path>
            </a:pathLst>
          </a:custGeom>
          <a:noFill/>
          <a:ln w="12802" cap="rnd" cmpd="sng" algn="ctr">
            <a:solidFill>
              <a:srgbClr val="FF342C">
                <a:alpha val="31000"/>
              </a:srgbClr>
            </a:solidFill>
            <a:round/>
            <a:headEnd type="none"/>
            <a:tailEnd type="none"/>
          </a:ln>
        </p:spPr>
      </p:sp>
      <p:sp>
        <p:nvSpPr>
          <p:cNvPr id="651" name="neuron-level models / 0639 neuron model weights"/>
          <p:cNvSpPr/>
          <p:nvPr/>
        </p:nvSpPr>
        <p:spPr>
          <a:xfrm>
            <a:off x="9564624" y="1938528"/>
            <a:ext cx="402336" cy="1143000"/>
          </a:xfrm>
          <a:custGeom>
            <a:avLst/>
            <a:gdLst/>
            <a:ahLst/>
            <a:cxnLst/>
            <a:rect l="0" t="0" r="r" b="b"/>
            <a:pathLst>
              <a:path w="44000" h="125000" fill="none" stroke="1" extrusionOk="0">
                <a:moveTo>
                  <a:pt x="44000" y="0"/>
                </a:moveTo>
                <a:lnTo>
                  <a:pt x="0" y="125000"/>
                </a:lnTo>
              </a:path>
            </a:pathLst>
          </a:custGeom>
          <a:noFill/>
          <a:ln w="12802" cap="rnd" cmpd="sng" algn="ctr">
            <a:solidFill>
              <a:srgbClr val="FF342C">
                <a:alpha val="31000"/>
              </a:srgbClr>
            </a:solidFill>
            <a:round/>
            <a:headEnd type="none"/>
            <a:tailEnd type="none"/>
          </a:ln>
        </p:spPr>
      </p:sp>
      <p:sp>
        <p:nvSpPr>
          <p:cNvPr id="652" name="neuron-level models / 0640 neuron model weights"/>
          <p:cNvSpPr/>
          <p:nvPr/>
        </p:nvSpPr>
        <p:spPr>
          <a:xfrm>
            <a:off x="9752076" y="1938528"/>
            <a:ext cx="214884" cy="1143000"/>
          </a:xfrm>
          <a:custGeom>
            <a:avLst/>
            <a:gdLst/>
            <a:ahLst/>
            <a:cxnLst/>
            <a:rect l="0" t="0" r="r" b="b"/>
            <a:pathLst>
              <a:path w="23500" h="125000" fill="none" stroke="1" extrusionOk="0">
                <a:moveTo>
                  <a:pt x="23500" y="0"/>
                </a:moveTo>
                <a:lnTo>
                  <a:pt x="0" y="125000"/>
                </a:lnTo>
              </a:path>
            </a:pathLst>
          </a:custGeom>
          <a:noFill/>
          <a:ln w="12802" cap="rnd" cmpd="sng" algn="ctr">
            <a:solidFill>
              <a:srgbClr val="FF342C">
                <a:alpha val="31000"/>
              </a:srgbClr>
            </a:solidFill>
            <a:round/>
            <a:headEnd type="none"/>
            <a:tailEnd type="none"/>
          </a:ln>
        </p:spPr>
      </p:sp>
      <p:sp>
        <p:nvSpPr>
          <p:cNvPr id="653" name="neuron-level models / 0641 neuron model weights"/>
          <p:cNvSpPr/>
          <p:nvPr/>
        </p:nvSpPr>
        <p:spPr>
          <a:xfrm>
            <a:off x="9939528" y="1938528"/>
            <a:ext cx="27432" cy="1143000"/>
          </a:xfrm>
          <a:custGeom>
            <a:avLst/>
            <a:gdLst/>
            <a:ahLst/>
            <a:cxnLst/>
            <a:rect l="0" t="0" r="r" b="b"/>
            <a:pathLst>
              <a:path w="3000" h="125000" fill="none" stroke="1" extrusionOk="0">
                <a:moveTo>
                  <a:pt x="3000" y="0"/>
                </a:moveTo>
                <a:lnTo>
                  <a:pt x="0" y="125000"/>
                </a:lnTo>
              </a:path>
            </a:pathLst>
          </a:custGeom>
          <a:noFill/>
          <a:ln w="12802" cap="rnd" cmpd="sng" algn="ctr">
            <a:solidFill>
              <a:srgbClr val="FF342C">
                <a:alpha val="31000"/>
              </a:srgbClr>
            </a:solidFill>
            <a:round/>
            <a:headEnd type="none"/>
            <a:tailEnd type="none"/>
          </a:ln>
        </p:spPr>
      </p:sp>
      <p:sp>
        <p:nvSpPr>
          <p:cNvPr id="654" name="neuron-level models / 0642 neuron model weights"/>
          <p:cNvSpPr/>
          <p:nvPr/>
        </p:nvSpPr>
        <p:spPr>
          <a:xfrm>
            <a:off x="9966960" y="1938528"/>
            <a:ext cx="160020" cy="1143000"/>
          </a:xfrm>
          <a:custGeom>
            <a:avLst/>
            <a:gdLst/>
            <a:ahLst/>
            <a:cxnLst/>
            <a:rect l="0" t="0" r="r" b="b"/>
            <a:pathLst>
              <a:path w="17500" h="125000" fill="none" stroke="1" extrusionOk="0">
                <a:moveTo>
                  <a:pt x="0" y="0"/>
                </a:moveTo>
                <a:lnTo>
                  <a:pt x="17500" y="125000"/>
                </a:lnTo>
              </a:path>
            </a:pathLst>
          </a:custGeom>
          <a:noFill/>
          <a:ln w="12802" cap="rnd" cmpd="sng" algn="ctr">
            <a:solidFill>
              <a:srgbClr val="FF342C">
                <a:alpha val="31000"/>
              </a:srgbClr>
            </a:solidFill>
            <a:round/>
            <a:headEnd type="none"/>
            <a:tailEnd type="none"/>
          </a:ln>
        </p:spPr>
      </p:sp>
      <p:sp>
        <p:nvSpPr>
          <p:cNvPr id="655" name="neuron-level models / 0643 neuron model weights"/>
          <p:cNvSpPr/>
          <p:nvPr/>
        </p:nvSpPr>
        <p:spPr>
          <a:xfrm>
            <a:off x="9966960" y="1938528"/>
            <a:ext cx="347472" cy="1143000"/>
          </a:xfrm>
          <a:custGeom>
            <a:avLst/>
            <a:gdLst/>
            <a:ahLst/>
            <a:cxnLst/>
            <a:rect l="0" t="0" r="r" b="b"/>
            <a:pathLst>
              <a:path w="38000" h="125000" fill="none" stroke="1" extrusionOk="0">
                <a:moveTo>
                  <a:pt x="0" y="0"/>
                </a:moveTo>
                <a:lnTo>
                  <a:pt x="38000" y="125000"/>
                </a:lnTo>
              </a:path>
            </a:pathLst>
          </a:custGeom>
          <a:noFill/>
          <a:ln w="12802" cap="rnd" cmpd="sng" algn="ctr">
            <a:solidFill>
              <a:srgbClr val="FF342C">
                <a:alpha val="31000"/>
              </a:srgbClr>
            </a:solidFill>
            <a:round/>
            <a:headEnd type="none"/>
            <a:tailEnd type="none"/>
          </a:ln>
        </p:spPr>
      </p:sp>
      <p:sp>
        <p:nvSpPr>
          <p:cNvPr id="656" name="neuron-level models / 0644 neuron model weights"/>
          <p:cNvSpPr/>
          <p:nvPr/>
        </p:nvSpPr>
        <p:spPr>
          <a:xfrm>
            <a:off x="9966960" y="1938528"/>
            <a:ext cx="534924" cy="1143000"/>
          </a:xfrm>
          <a:custGeom>
            <a:avLst/>
            <a:gdLst/>
            <a:ahLst/>
            <a:cxnLst/>
            <a:rect l="0" t="0" r="r" b="b"/>
            <a:pathLst>
              <a:path w="58500" h="125000" fill="none" stroke="1" extrusionOk="0">
                <a:moveTo>
                  <a:pt x="0" y="0"/>
                </a:moveTo>
                <a:lnTo>
                  <a:pt x="58500" y="125000"/>
                </a:lnTo>
              </a:path>
            </a:pathLst>
          </a:custGeom>
          <a:noFill/>
          <a:ln w="12802" cap="rnd" cmpd="sng" algn="ctr">
            <a:solidFill>
              <a:srgbClr val="FF342C">
                <a:alpha val="31000"/>
              </a:srgbClr>
            </a:solidFill>
            <a:round/>
            <a:headEnd type="none"/>
            <a:tailEnd type="none"/>
          </a:ln>
        </p:spPr>
      </p:sp>
      <p:sp>
        <p:nvSpPr>
          <p:cNvPr id="657" name="neuron-level models / 0645 neuron model weights"/>
          <p:cNvSpPr/>
          <p:nvPr/>
        </p:nvSpPr>
        <p:spPr>
          <a:xfrm>
            <a:off x="9966960" y="1938528"/>
            <a:ext cx="722376" cy="1143000"/>
          </a:xfrm>
          <a:custGeom>
            <a:avLst/>
            <a:gdLst/>
            <a:ahLst/>
            <a:cxnLst/>
            <a:rect l="0" t="0" r="r" b="b"/>
            <a:pathLst>
              <a:path w="79000" h="125000" fill="none" stroke="1" extrusionOk="0">
                <a:moveTo>
                  <a:pt x="0" y="0"/>
                </a:moveTo>
                <a:lnTo>
                  <a:pt x="79000" y="125000"/>
                </a:lnTo>
              </a:path>
            </a:pathLst>
          </a:custGeom>
          <a:noFill/>
          <a:ln w="12802" cap="rnd" cmpd="sng" algn="ctr">
            <a:solidFill>
              <a:srgbClr val="FF342C">
                <a:alpha val="31000"/>
              </a:srgbClr>
            </a:solidFill>
            <a:round/>
            <a:headEnd type="none"/>
            <a:tailEnd type="none"/>
          </a:ln>
        </p:spPr>
      </p:sp>
      <p:sp>
        <p:nvSpPr>
          <p:cNvPr id="658" name="neuron-level models / 0646 neuron model weights"/>
          <p:cNvSpPr/>
          <p:nvPr/>
        </p:nvSpPr>
        <p:spPr>
          <a:xfrm>
            <a:off x="9966960" y="1938528"/>
            <a:ext cx="909828" cy="1143000"/>
          </a:xfrm>
          <a:custGeom>
            <a:avLst/>
            <a:gdLst/>
            <a:ahLst/>
            <a:cxnLst/>
            <a:rect l="0" t="0" r="r" b="b"/>
            <a:pathLst>
              <a:path w="99500" h="125000" fill="none" stroke="1" extrusionOk="0">
                <a:moveTo>
                  <a:pt x="0" y="0"/>
                </a:moveTo>
                <a:lnTo>
                  <a:pt x="99500" y="125000"/>
                </a:lnTo>
              </a:path>
            </a:pathLst>
          </a:custGeom>
          <a:noFill/>
          <a:ln w="12802" cap="rnd" cmpd="sng" algn="ctr">
            <a:solidFill>
              <a:srgbClr val="FF342C">
                <a:alpha val="31000"/>
              </a:srgbClr>
            </a:solidFill>
            <a:round/>
            <a:headEnd type="none"/>
            <a:tailEnd type="none"/>
          </a:ln>
        </p:spPr>
      </p:sp>
      <p:sp>
        <p:nvSpPr>
          <p:cNvPr id="659" name="neuron-level models / 0647 neuron model weights"/>
          <p:cNvSpPr/>
          <p:nvPr/>
        </p:nvSpPr>
        <p:spPr>
          <a:xfrm>
            <a:off x="9966960" y="1938528"/>
            <a:ext cx="1097280" cy="1143000"/>
          </a:xfrm>
          <a:custGeom>
            <a:avLst/>
            <a:gdLst/>
            <a:ahLst/>
            <a:cxnLst/>
            <a:rect l="0" t="0" r="r" b="b"/>
            <a:pathLst>
              <a:path w="120000" h="125000" fill="none" stroke="1" extrusionOk="0">
                <a:moveTo>
                  <a:pt x="0" y="0"/>
                </a:moveTo>
                <a:lnTo>
                  <a:pt x="120000" y="125000"/>
                </a:lnTo>
              </a:path>
            </a:pathLst>
          </a:custGeom>
          <a:noFill/>
          <a:ln w="12802" cap="rnd" cmpd="sng" algn="ctr">
            <a:solidFill>
              <a:srgbClr val="FF342C">
                <a:alpha val="31000"/>
              </a:srgbClr>
            </a:solidFill>
            <a:round/>
            <a:headEnd type="none"/>
            <a:tailEnd type="none"/>
          </a:ln>
        </p:spPr>
      </p:sp>
      <p:sp>
        <p:nvSpPr>
          <p:cNvPr id="660" name="neuron-level models / 0648 neuron model weights"/>
          <p:cNvSpPr/>
          <p:nvPr/>
        </p:nvSpPr>
        <p:spPr>
          <a:xfrm>
            <a:off x="9966960" y="1938528"/>
            <a:ext cx="1284732" cy="1143000"/>
          </a:xfrm>
          <a:custGeom>
            <a:avLst/>
            <a:gdLst/>
            <a:ahLst/>
            <a:cxnLst/>
            <a:rect l="0" t="0" r="r" b="b"/>
            <a:pathLst>
              <a:path w="140500" h="125000" fill="none" stroke="1" extrusionOk="0">
                <a:moveTo>
                  <a:pt x="0" y="0"/>
                </a:moveTo>
                <a:lnTo>
                  <a:pt x="140500" y="125000"/>
                </a:lnTo>
              </a:path>
            </a:pathLst>
          </a:custGeom>
          <a:noFill/>
          <a:ln w="12802" cap="rnd" cmpd="sng" algn="ctr">
            <a:solidFill>
              <a:srgbClr val="FF342C">
                <a:alpha val="31000"/>
              </a:srgbClr>
            </a:solidFill>
            <a:round/>
            <a:headEnd type="none"/>
            <a:tailEnd type="none"/>
          </a:ln>
        </p:spPr>
      </p:sp>
      <p:sp>
        <p:nvSpPr>
          <p:cNvPr id="661" name="neuron-level models / 0649 neuron model weights"/>
          <p:cNvSpPr/>
          <p:nvPr/>
        </p:nvSpPr>
        <p:spPr>
          <a:xfrm>
            <a:off x="9966960" y="1938528"/>
            <a:ext cx="1472184" cy="1143000"/>
          </a:xfrm>
          <a:custGeom>
            <a:avLst/>
            <a:gdLst/>
            <a:ahLst/>
            <a:cxnLst/>
            <a:rect l="0" t="0" r="r" b="b"/>
            <a:pathLst>
              <a:path w="161000" h="125000" fill="none" stroke="1" extrusionOk="0">
                <a:moveTo>
                  <a:pt x="0" y="0"/>
                </a:moveTo>
                <a:lnTo>
                  <a:pt x="161000" y="125000"/>
                </a:lnTo>
              </a:path>
            </a:pathLst>
          </a:custGeom>
          <a:noFill/>
          <a:ln w="12802" cap="rnd" cmpd="sng" algn="ctr">
            <a:solidFill>
              <a:srgbClr val="FF342C">
                <a:alpha val="31000"/>
              </a:srgbClr>
            </a:solidFill>
            <a:round/>
            <a:headEnd type="none"/>
            <a:tailEnd type="none"/>
          </a:ln>
        </p:spPr>
      </p:sp>
      <p:sp>
        <p:nvSpPr>
          <p:cNvPr id="662" name="neuron-level models / 0650 neuron model weights"/>
          <p:cNvSpPr/>
          <p:nvPr/>
        </p:nvSpPr>
        <p:spPr>
          <a:xfrm>
            <a:off x="9966960" y="1938528"/>
            <a:ext cx="1659636" cy="1143000"/>
          </a:xfrm>
          <a:custGeom>
            <a:avLst/>
            <a:gdLst/>
            <a:ahLst/>
            <a:cxnLst/>
            <a:rect l="0" t="0" r="r" b="b"/>
            <a:pathLst>
              <a:path w="181500" h="125000" fill="none" stroke="1" extrusionOk="0">
                <a:moveTo>
                  <a:pt x="0" y="0"/>
                </a:moveTo>
                <a:lnTo>
                  <a:pt x="181500" y="125000"/>
                </a:lnTo>
              </a:path>
            </a:pathLst>
          </a:custGeom>
          <a:noFill/>
          <a:ln w="12802" cap="rnd" cmpd="sng" algn="ctr">
            <a:solidFill>
              <a:srgbClr val="FF342C">
                <a:alpha val="31000"/>
              </a:srgbClr>
            </a:solidFill>
            <a:round/>
            <a:headEnd type="none"/>
            <a:tailEnd type="none"/>
          </a:ln>
        </p:spPr>
      </p:sp>
      <p:sp>
        <p:nvSpPr>
          <p:cNvPr id="663" name="neuron-level models / 0651 neuron model weights"/>
          <p:cNvSpPr/>
          <p:nvPr/>
        </p:nvSpPr>
        <p:spPr>
          <a:xfrm>
            <a:off x="9966960" y="1938528"/>
            <a:ext cx="1847088" cy="1143000"/>
          </a:xfrm>
          <a:custGeom>
            <a:avLst/>
            <a:gdLst/>
            <a:ahLst/>
            <a:cxnLst/>
            <a:rect l="0" t="0" r="r" b="b"/>
            <a:pathLst>
              <a:path w="202000" h="125000" fill="none" stroke="1" extrusionOk="0">
                <a:moveTo>
                  <a:pt x="0" y="0"/>
                </a:moveTo>
                <a:lnTo>
                  <a:pt x="202000" y="125000"/>
                </a:lnTo>
              </a:path>
            </a:pathLst>
          </a:custGeom>
          <a:noFill/>
          <a:ln w="12802" cap="rnd" cmpd="sng" algn="ctr">
            <a:solidFill>
              <a:srgbClr val="FF342C">
                <a:alpha val="31000"/>
              </a:srgbClr>
            </a:solidFill>
            <a:round/>
            <a:headEnd type="none"/>
            <a:tailEnd type="none"/>
          </a:ln>
        </p:spPr>
      </p:sp>
      <p:sp>
        <p:nvSpPr>
          <p:cNvPr id="664" name="neuron-level models / 0652 neuron model weights"/>
          <p:cNvSpPr/>
          <p:nvPr/>
        </p:nvSpPr>
        <p:spPr>
          <a:xfrm>
            <a:off x="9564624" y="2112264"/>
            <a:ext cx="566928" cy="969264"/>
          </a:xfrm>
          <a:custGeom>
            <a:avLst/>
            <a:gdLst/>
            <a:ahLst/>
            <a:cxnLst/>
            <a:rect l="0" t="0" r="r" b="b"/>
            <a:pathLst>
              <a:path w="62000" h="106000" fill="none" stroke="1" extrusionOk="0">
                <a:moveTo>
                  <a:pt x="62000" y="0"/>
                </a:moveTo>
                <a:lnTo>
                  <a:pt x="0" y="106000"/>
                </a:lnTo>
              </a:path>
            </a:pathLst>
          </a:custGeom>
          <a:noFill/>
          <a:ln w="12802" cap="rnd" cmpd="sng" algn="ctr">
            <a:solidFill>
              <a:srgbClr val="FF342C">
                <a:alpha val="31000"/>
              </a:srgbClr>
            </a:solidFill>
            <a:round/>
            <a:headEnd type="none"/>
            <a:tailEnd type="none"/>
          </a:ln>
        </p:spPr>
      </p:sp>
      <p:sp>
        <p:nvSpPr>
          <p:cNvPr id="665" name="neuron-level models / 0653 neuron model weights"/>
          <p:cNvSpPr/>
          <p:nvPr/>
        </p:nvSpPr>
        <p:spPr>
          <a:xfrm>
            <a:off x="9752076" y="2112264"/>
            <a:ext cx="379476" cy="969264"/>
          </a:xfrm>
          <a:custGeom>
            <a:avLst/>
            <a:gdLst/>
            <a:ahLst/>
            <a:cxnLst/>
            <a:rect l="0" t="0" r="r" b="b"/>
            <a:pathLst>
              <a:path w="41500" h="106000" fill="none" stroke="1" extrusionOk="0">
                <a:moveTo>
                  <a:pt x="41500" y="0"/>
                </a:moveTo>
                <a:lnTo>
                  <a:pt x="0" y="106000"/>
                </a:lnTo>
              </a:path>
            </a:pathLst>
          </a:custGeom>
          <a:noFill/>
          <a:ln w="12802" cap="rnd" cmpd="sng" algn="ctr">
            <a:solidFill>
              <a:srgbClr val="FF342C">
                <a:alpha val="31000"/>
              </a:srgbClr>
            </a:solidFill>
            <a:round/>
            <a:headEnd type="none"/>
            <a:tailEnd type="none"/>
          </a:ln>
        </p:spPr>
      </p:sp>
      <p:sp>
        <p:nvSpPr>
          <p:cNvPr id="666" name="neuron-level models / 0654 neuron model weights"/>
          <p:cNvSpPr/>
          <p:nvPr/>
        </p:nvSpPr>
        <p:spPr>
          <a:xfrm>
            <a:off x="9939528" y="2112264"/>
            <a:ext cx="192024" cy="969264"/>
          </a:xfrm>
          <a:custGeom>
            <a:avLst/>
            <a:gdLst/>
            <a:ahLst/>
            <a:cxnLst/>
            <a:rect l="0" t="0" r="r" b="b"/>
            <a:pathLst>
              <a:path w="21000" h="106000" fill="none" stroke="1" extrusionOk="0">
                <a:moveTo>
                  <a:pt x="21000" y="0"/>
                </a:moveTo>
                <a:lnTo>
                  <a:pt x="0" y="106000"/>
                </a:lnTo>
              </a:path>
            </a:pathLst>
          </a:custGeom>
          <a:noFill/>
          <a:ln w="12802" cap="rnd" cmpd="sng" algn="ctr">
            <a:solidFill>
              <a:srgbClr val="FF342C">
                <a:alpha val="31000"/>
              </a:srgbClr>
            </a:solidFill>
            <a:round/>
            <a:headEnd type="none"/>
            <a:tailEnd type="none"/>
          </a:ln>
        </p:spPr>
      </p:sp>
      <p:sp>
        <p:nvSpPr>
          <p:cNvPr id="667" name="neuron-level models / 0655 neuron model weights"/>
          <p:cNvSpPr/>
          <p:nvPr/>
        </p:nvSpPr>
        <p:spPr>
          <a:xfrm>
            <a:off x="10126980" y="2112264"/>
            <a:ext cx="4572" cy="969264"/>
          </a:xfrm>
          <a:custGeom>
            <a:avLst/>
            <a:gdLst/>
            <a:ahLst/>
            <a:cxnLst/>
            <a:rect l="0" t="0" r="r" b="b"/>
            <a:pathLst>
              <a:path w="500" h="106000" fill="none" stroke="1" extrusionOk="0">
                <a:moveTo>
                  <a:pt x="500" y="0"/>
                </a:moveTo>
                <a:lnTo>
                  <a:pt x="0" y="106000"/>
                </a:lnTo>
              </a:path>
            </a:pathLst>
          </a:custGeom>
          <a:noFill/>
          <a:ln w="12802" cap="rnd" cmpd="sng" algn="ctr">
            <a:solidFill>
              <a:srgbClr val="FF342C">
                <a:alpha val="31000"/>
              </a:srgbClr>
            </a:solidFill>
            <a:round/>
            <a:headEnd type="none"/>
            <a:tailEnd type="none"/>
          </a:ln>
        </p:spPr>
      </p:sp>
      <p:sp>
        <p:nvSpPr>
          <p:cNvPr id="668" name="neuron-level models / 0656 neuron model weights"/>
          <p:cNvSpPr/>
          <p:nvPr/>
        </p:nvSpPr>
        <p:spPr>
          <a:xfrm>
            <a:off x="10131552" y="2112264"/>
            <a:ext cx="182880" cy="969264"/>
          </a:xfrm>
          <a:custGeom>
            <a:avLst/>
            <a:gdLst/>
            <a:ahLst/>
            <a:cxnLst/>
            <a:rect l="0" t="0" r="r" b="b"/>
            <a:pathLst>
              <a:path w="20000" h="106000" fill="none" stroke="1" extrusionOk="0">
                <a:moveTo>
                  <a:pt x="0" y="0"/>
                </a:moveTo>
                <a:lnTo>
                  <a:pt x="20000" y="106000"/>
                </a:lnTo>
              </a:path>
            </a:pathLst>
          </a:custGeom>
          <a:noFill/>
          <a:ln w="12802" cap="rnd" cmpd="sng" algn="ctr">
            <a:solidFill>
              <a:srgbClr val="FF342C">
                <a:alpha val="31000"/>
              </a:srgbClr>
            </a:solidFill>
            <a:round/>
            <a:headEnd type="none"/>
            <a:tailEnd type="none"/>
          </a:ln>
        </p:spPr>
      </p:sp>
      <p:sp>
        <p:nvSpPr>
          <p:cNvPr id="669" name="neuron-level models / 0657 neuron model weights"/>
          <p:cNvSpPr/>
          <p:nvPr/>
        </p:nvSpPr>
        <p:spPr>
          <a:xfrm>
            <a:off x="10131552" y="2112264"/>
            <a:ext cx="370332" cy="969264"/>
          </a:xfrm>
          <a:custGeom>
            <a:avLst/>
            <a:gdLst/>
            <a:ahLst/>
            <a:cxnLst/>
            <a:rect l="0" t="0" r="r" b="b"/>
            <a:pathLst>
              <a:path w="40500" h="106000" fill="none" stroke="1" extrusionOk="0">
                <a:moveTo>
                  <a:pt x="0" y="0"/>
                </a:moveTo>
                <a:lnTo>
                  <a:pt x="40500" y="106000"/>
                </a:lnTo>
              </a:path>
            </a:pathLst>
          </a:custGeom>
          <a:noFill/>
          <a:ln w="12802" cap="rnd" cmpd="sng" algn="ctr">
            <a:solidFill>
              <a:srgbClr val="FF342C">
                <a:alpha val="31000"/>
              </a:srgbClr>
            </a:solidFill>
            <a:round/>
            <a:headEnd type="none"/>
            <a:tailEnd type="none"/>
          </a:ln>
        </p:spPr>
      </p:sp>
      <p:sp>
        <p:nvSpPr>
          <p:cNvPr id="670" name="neuron-level models / 0658 neuron model weights"/>
          <p:cNvSpPr/>
          <p:nvPr/>
        </p:nvSpPr>
        <p:spPr>
          <a:xfrm>
            <a:off x="10131552" y="2112264"/>
            <a:ext cx="557784" cy="969264"/>
          </a:xfrm>
          <a:custGeom>
            <a:avLst/>
            <a:gdLst/>
            <a:ahLst/>
            <a:cxnLst/>
            <a:rect l="0" t="0" r="r" b="b"/>
            <a:pathLst>
              <a:path w="61000" h="106000" fill="none" stroke="1" extrusionOk="0">
                <a:moveTo>
                  <a:pt x="0" y="0"/>
                </a:moveTo>
                <a:lnTo>
                  <a:pt x="61000" y="106000"/>
                </a:lnTo>
              </a:path>
            </a:pathLst>
          </a:custGeom>
          <a:noFill/>
          <a:ln w="12802" cap="rnd" cmpd="sng" algn="ctr">
            <a:solidFill>
              <a:srgbClr val="FF342C">
                <a:alpha val="31000"/>
              </a:srgbClr>
            </a:solidFill>
            <a:round/>
            <a:headEnd type="none"/>
            <a:tailEnd type="none"/>
          </a:ln>
        </p:spPr>
      </p:sp>
      <p:sp>
        <p:nvSpPr>
          <p:cNvPr id="671" name="neuron-level models / 0659 neuron model weights"/>
          <p:cNvSpPr/>
          <p:nvPr/>
        </p:nvSpPr>
        <p:spPr>
          <a:xfrm>
            <a:off x="10131552" y="2112264"/>
            <a:ext cx="745236" cy="969264"/>
          </a:xfrm>
          <a:custGeom>
            <a:avLst/>
            <a:gdLst/>
            <a:ahLst/>
            <a:cxnLst/>
            <a:rect l="0" t="0" r="r" b="b"/>
            <a:pathLst>
              <a:path w="81500" h="106000" fill="none" stroke="1" extrusionOk="0">
                <a:moveTo>
                  <a:pt x="0" y="0"/>
                </a:moveTo>
                <a:lnTo>
                  <a:pt x="81500" y="106000"/>
                </a:lnTo>
              </a:path>
            </a:pathLst>
          </a:custGeom>
          <a:noFill/>
          <a:ln w="12802" cap="rnd" cmpd="sng" algn="ctr">
            <a:solidFill>
              <a:srgbClr val="FF342C">
                <a:alpha val="31000"/>
              </a:srgbClr>
            </a:solidFill>
            <a:round/>
            <a:headEnd type="none"/>
            <a:tailEnd type="none"/>
          </a:ln>
        </p:spPr>
      </p:sp>
      <p:sp>
        <p:nvSpPr>
          <p:cNvPr id="672" name="neuron-level models / 0660 neuron model weights"/>
          <p:cNvSpPr/>
          <p:nvPr/>
        </p:nvSpPr>
        <p:spPr>
          <a:xfrm>
            <a:off x="10131552" y="2112264"/>
            <a:ext cx="932688" cy="969264"/>
          </a:xfrm>
          <a:custGeom>
            <a:avLst/>
            <a:gdLst/>
            <a:ahLst/>
            <a:cxnLst/>
            <a:rect l="0" t="0" r="r" b="b"/>
            <a:pathLst>
              <a:path w="102000" h="106000" fill="none" stroke="1" extrusionOk="0">
                <a:moveTo>
                  <a:pt x="0" y="0"/>
                </a:moveTo>
                <a:lnTo>
                  <a:pt x="102000" y="106000"/>
                </a:lnTo>
              </a:path>
            </a:pathLst>
          </a:custGeom>
          <a:noFill/>
          <a:ln w="12802" cap="rnd" cmpd="sng" algn="ctr">
            <a:solidFill>
              <a:srgbClr val="FF342C">
                <a:alpha val="31000"/>
              </a:srgbClr>
            </a:solidFill>
            <a:round/>
            <a:headEnd type="none"/>
            <a:tailEnd type="none"/>
          </a:ln>
        </p:spPr>
      </p:sp>
      <p:sp>
        <p:nvSpPr>
          <p:cNvPr id="673" name="neuron-level models / 0661 neuron model weights"/>
          <p:cNvSpPr/>
          <p:nvPr/>
        </p:nvSpPr>
        <p:spPr>
          <a:xfrm>
            <a:off x="10131552" y="2112264"/>
            <a:ext cx="1120140" cy="969264"/>
          </a:xfrm>
          <a:custGeom>
            <a:avLst/>
            <a:gdLst/>
            <a:ahLst/>
            <a:cxnLst/>
            <a:rect l="0" t="0" r="r" b="b"/>
            <a:pathLst>
              <a:path w="122500" h="106000" fill="none" stroke="1" extrusionOk="0">
                <a:moveTo>
                  <a:pt x="0" y="0"/>
                </a:moveTo>
                <a:lnTo>
                  <a:pt x="122500" y="106000"/>
                </a:lnTo>
              </a:path>
            </a:pathLst>
          </a:custGeom>
          <a:noFill/>
          <a:ln w="12802" cap="rnd" cmpd="sng" algn="ctr">
            <a:solidFill>
              <a:srgbClr val="FF342C">
                <a:alpha val="31000"/>
              </a:srgbClr>
            </a:solidFill>
            <a:round/>
            <a:headEnd type="none"/>
            <a:tailEnd type="none"/>
          </a:ln>
        </p:spPr>
      </p:sp>
      <p:sp>
        <p:nvSpPr>
          <p:cNvPr id="674" name="neuron-level models / 0662 neuron model weights"/>
          <p:cNvSpPr/>
          <p:nvPr/>
        </p:nvSpPr>
        <p:spPr>
          <a:xfrm>
            <a:off x="10131552" y="2112264"/>
            <a:ext cx="1307592" cy="969264"/>
          </a:xfrm>
          <a:custGeom>
            <a:avLst/>
            <a:gdLst/>
            <a:ahLst/>
            <a:cxnLst/>
            <a:rect l="0" t="0" r="r" b="b"/>
            <a:pathLst>
              <a:path w="143000" h="106000" fill="none" stroke="1" extrusionOk="0">
                <a:moveTo>
                  <a:pt x="0" y="0"/>
                </a:moveTo>
                <a:lnTo>
                  <a:pt x="143000" y="106000"/>
                </a:lnTo>
              </a:path>
            </a:pathLst>
          </a:custGeom>
          <a:noFill/>
          <a:ln w="12802" cap="rnd" cmpd="sng" algn="ctr">
            <a:solidFill>
              <a:srgbClr val="FF342C">
                <a:alpha val="31000"/>
              </a:srgbClr>
            </a:solidFill>
            <a:round/>
            <a:headEnd type="none"/>
            <a:tailEnd type="none"/>
          </a:ln>
        </p:spPr>
      </p:sp>
      <p:sp>
        <p:nvSpPr>
          <p:cNvPr id="675" name="neuron-level models / 0663 neuron model weights"/>
          <p:cNvSpPr/>
          <p:nvPr/>
        </p:nvSpPr>
        <p:spPr>
          <a:xfrm>
            <a:off x="10131552" y="2112264"/>
            <a:ext cx="1495044" cy="969264"/>
          </a:xfrm>
          <a:custGeom>
            <a:avLst/>
            <a:gdLst/>
            <a:ahLst/>
            <a:cxnLst/>
            <a:rect l="0" t="0" r="r" b="b"/>
            <a:pathLst>
              <a:path w="163500" h="106000" fill="none" stroke="1" extrusionOk="0">
                <a:moveTo>
                  <a:pt x="0" y="0"/>
                </a:moveTo>
                <a:lnTo>
                  <a:pt x="163500" y="106000"/>
                </a:lnTo>
              </a:path>
            </a:pathLst>
          </a:custGeom>
          <a:noFill/>
          <a:ln w="12802" cap="rnd" cmpd="sng" algn="ctr">
            <a:solidFill>
              <a:srgbClr val="FF342C">
                <a:alpha val="31000"/>
              </a:srgbClr>
            </a:solidFill>
            <a:round/>
            <a:headEnd type="none"/>
            <a:tailEnd type="none"/>
          </a:ln>
        </p:spPr>
      </p:sp>
      <p:sp>
        <p:nvSpPr>
          <p:cNvPr id="676" name="neuron-level models / 0664 neuron model weights"/>
          <p:cNvSpPr/>
          <p:nvPr/>
        </p:nvSpPr>
        <p:spPr>
          <a:xfrm>
            <a:off x="10131552" y="2112264"/>
            <a:ext cx="1682496" cy="969264"/>
          </a:xfrm>
          <a:custGeom>
            <a:avLst/>
            <a:gdLst/>
            <a:ahLst/>
            <a:cxnLst/>
            <a:rect l="0" t="0" r="r" b="b"/>
            <a:pathLst>
              <a:path w="184000" h="106000" fill="none" stroke="1" extrusionOk="0">
                <a:moveTo>
                  <a:pt x="0" y="0"/>
                </a:moveTo>
                <a:lnTo>
                  <a:pt x="184000" y="106000"/>
                </a:lnTo>
              </a:path>
            </a:pathLst>
          </a:custGeom>
          <a:noFill/>
          <a:ln w="12802" cap="rnd" cmpd="sng" algn="ctr">
            <a:solidFill>
              <a:srgbClr val="FF342C">
                <a:alpha val="31000"/>
              </a:srgbClr>
            </a:solidFill>
            <a:round/>
            <a:headEnd type="none"/>
            <a:tailEnd type="none"/>
          </a:ln>
        </p:spPr>
      </p:sp>
      <p:sp>
        <p:nvSpPr>
          <p:cNvPr id="677" name="neuron-level models / 0665 neuron model weights"/>
          <p:cNvSpPr/>
          <p:nvPr/>
        </p:nvSpPr>
        <p:spPr>
          <a:xfrm>
            <a:off x="9564624" y="2441448"/>
            <a:ext cx="713232" cy="640080"/>
          </a:xfrm>
          <a:custGeom>
            <a:avLst/>
            <a:gdLst/>
            <a:ahLst/>
            <a:cxnLst/>
            <a:rect l="0" t="0" r="r" b="b"/>
            <a:pathLst>
              <a:path w="78000" h="70000" fill="none" stroke="1" extrusionOk="0">
                <a:moveTo>
                  <a:pt x="78000" y="0"/>
                </a:moveTo>
                <a:lnTo>
                  <a:pt x="0" y="70000"/>
                </a:lnTo>
              </a:path>
            </a:pathLst>
          </a:custGeom>
          <a:noFill/>
          <a:ln w="12802" cap="rnd" cmpd="sng" algn="ctr">
            <a:solidFill>
              <a:srgbClr val="FF342C">
                <a:alpha val="31000"/>
              </a:srgbClr>
            </a:solidFill>
            <a:round/>
            <a:headEnd type="none"/>
            <a:tailEnd type="none"/>
          </a:ln>
        </p:spPr>
      </p:sp>
      <p:sp>
        <p:nvSpPr>
          <p:cNvPr id="678" name="neuron-level models / 0666 neuron model weights"/>
          <p:cNvSpPr/>
          <p:nvPr/>
        </p:nvSpPr>
        <p:spPr>
          <a:xfrm>
            <a:off x="9752076" y="2441448"/>
            <a:ext cx="525780" cy="640080"/>
          </a:xfrm>
          <a:custGeom>
            <a:avLst/>
            <a:gdLst/>
            <a:ahLst/>
            <a:cxnLst/>
            <a:rect l="0" t="0" r="r" b="b"/>
            <a:pathLst>
              <a:path w="57500" h="70000" fill="none" stroke="1" extrusionOk="0">
                <a:moveTo>
                  <a:pt x="57500" y="0"/>
                </a:moveTo>
                <a:lnTo>
                  <a:pt x="0" y="70000"/>
                </a:lnTo>
              </a:path>
            </a:pathLst>
          </a:custGeom>
          <a:noFill/>
          <a:ln w="12802" cap="rnd" cmpd="sng" algn="ctr">
            <a:solidFill>
              <a:srgbClr val="FF342C">
                <a:alpha val="31000"/>
              </a:srgbClr>
            </a:solidFill>
            <a:round/>
            <a:headEnd type="none"/>
            <a:tailEnd type="none"/>
          </a:ln>
        </p:spPr>
      </p:sp>
      <p:sp>
        <p:nvSpPr>
          <p:cNvPr id="679" name="neuron-level models / 0667 neuron model weights"/>
          <p:cNvSpPr/>
          <p:nvPr/>
        </p:nvSpPr>
        <p:spPr>
          <a:xfrm>
            <a:off x="9939528" y="2441448"/>
            <a:ext cx="338328" cy="640080"/>
          </a:xfrm>
          <a:custGeom>
            <a:avLst/>
            <a:gdLst/>
            <a:ahLst/>
            <a:cxnLst/>
            <a:rect l="0" t="0" r="r" b="b"/>
            <a:pathLst>
              <a:path w="37000" h="70000" fill="none" stroke="1" extrusionOk="0">
                <a:moveTo>
                  <a:pt x="37000" y="0"/>
                </a:moveTo>
                <a:lnTo>
                  <a:pt x="0" y="70000"/>
                </a:lnTo>
              </a:path>
            </a:pathLst>
          </a:custGeom>
          <a:noFill/>
          <a:ln w="12802" cap="rnd" cmpd="sng" algn="ctr">
            <a:solidFill>
              <a:srgbClr val="FF342C">
                <a:alpha val="31000"/>
              </a:srgbClr>
            </a:solidFill>
            <a:round/>
            <a:headEnd type="none"/>
            <a:tailEnd type="none"/>
          </a:ln>
        </p:spPr>
      </p:sp>
      <p:sp>
        <p:nvSpPr>
          <p:cNvPr id="680" name="neuron-level models / 0668 neuron model weights"/>
          <p:cNvSpPr/>
          <p:nvPr/>
        </p:nvSpPr>
        <p:spPr>
          <a:xfrm>
            <a:off x="10126980" y="2441448"/>
            <a:ext cx="150876" cy="640080"/>
          </a:xfrm>
          <a:custGeom>
            <a:avLst/>
            <a:gdLst/>
            <a:ahLst/>
            <a:cxnLst/>
            <a:rect l="0" t="0" r="r" b="b"/>
            <a:pathLst>
              <a:path w="16500" h="70000" fill="none" stroke="1" extrusionOk="0">
                <a:moveTo>
                  <a:pt x="16500" y="0"/>
                </a:moveTo>
                <a:lnTo>
                  <a:pt x="0" y="70000"/>
                </a:lnTo>
              </a:path>
            </a:pathLst>
          </a:custGeom>
          <a:noFill/>
          <a:ln w="12802" cap="rnd" cmpd="sng" algn="ctr">
            <a:solidFill>
              <a:srgbClr val="FF342C">
                <a:alpha val="31000"/>
              </a:srgbClr>
            </a:solidFill>
            <a:round/>
            <a:headEnd type="none"/>
            <a:tailEnd type="none"/>
          </a:ln>
        </p:spPr>
      </p:sp>
      <p:sp>
        <p:nvSpPr>
          <p:cNvPr id="681" name="neuron-level models / 0669 neuron model weights"/>
          <p:cNvSpPr/>
          <p:nvPr/>
        </p:nvSpPr>
        <p:spPr>
          <a:xfrm>
            <a:off x="10277856" y="2441448"/>
            <a:ext cx="36576" cy="640080"/>
          </a:xfrm>
          <a:custGeom>
            <a:avLst/>
            <a:gdLst/>
            <a:ahLst/>
            <a:cxnLst/>
            <a:rect l="0" t="0" r="r" b="b"/>
            <a:pathLst>
              <a:path w="4000" h="70000" fill="none" stroke="1" extrusionOk="0">
                <a:moveTo>
                  <a:pt x="0" y="0"/>
                </a:moveTo>
                <a:lnTo>
                  <a:pt x="4000" y="70000"/>
                </a:lnTo>
              </a:path>
            </a:pathLst>
          </a:custGeom>
          <a:noFill/>
          <a:ln w="12802" cap="rnd" cmpd="sng" algn="ctr">
            <a:solidFill>
              <a:srgbClr val="FF342C">
                <a:alpha val="31000"/>
              </a:srgbClr>
            </a:solidFill>
            <a:round/>
            <a:headEnd type="none"/>
            <a:tailEnd type="none"/>
          </a:ln>
        </p:spPr>
      </p:sp>
      <p:sp>
        <p:nvSpPr>
          <p:cNvPr id="682" name="neuron-level models / 0670 neuron model weights"/>
          <p:cNvSpPr/>
          <p:nvPr/>
        </p:nvSpPr>
        <p:spPr>
          <a:xfrm>
            <a:off x="10277856" y="2441448"/>
            <a:ext cx="224028" cy="640080"/>
          </a:xfrm>
          <a:custGeom>
            <a:avLst/>
            <a:gdLst/>
            <a:ahLst/>
            <a:cxnLst/>
            <a:rect l="0" t="0" r="r" b="b"/>
            <a:pathLst>
              <a:path w="24500" h="70000" fill="none" stroke="1" extrusionOk="0">
                <a:moveTo>
                  <a:pt x="0" y="0"/>
                </a:moveTo>
                <a:lnTo>
                  <a:pt x="24500" y="70000"/>
                </a:lnTo>
              </a:path>
            </a:pathLst>
          </a:custGeom>
          <a:noFill/>
          <a:ln w="12802" cap="rnd" cmpd="sng" algn="ctr">
            <a:solidFill>
              <a:srgbClr val="FF342C">
                <a:alpha val="31000"/>
              </a:srgbClr>
            </a:solidFill>
            <a:round/>
            <a:headEnd type="none"/>
            <a:tailEnd type="none"/>
          </a:ln>
        </p:spPr>
      </p:sp>
      <p:sp>
        <p:nvSpPr>
          <p:cNvPr id="683" name="neuron-level models / 0671 neuron model weights"/>
          <p:cNvSpPr/>
          <p:nvPr/>
        </p:nvSpPr>
        <p:spPr>
          <a:xfrm>
            <a:off x="10277856" y="2441448"/>
            <a:ext cx="411480" cy="640080"/>
          </a:xfrm>
          <a:custGeom>
            <a:avLst/>
            <a:gdLst/>
            <a:ahLst/>
            <a:cxnLst/>
            <a:rect l="0" t="0" r="r" b="b"/>
            <a:pathLst>
              <a:path w="45000" h="70000" fill="none" stroke="1" extrusionOk="0">
                <a:moveTo>
                  <a:pt x="0" y="0"/>
                </a:moveTo>
                <a:lnTo>
                  <a:pt x="45000" y="70000"/>
                </a:lnTo>
              </a:path>
            </a:pathLst>
          </a:custGeom>
          <a:noFill/>
          <a:ln w="12802" cap="rnd" cmpd="sng" algn="ctr">
            <a:solidFill>
              <a:srgbClr val="FF342C">
                <a:alpha val="31000"/>
              </a:srgbClr>
            </a:solidFill>
            <a:round/>
            <a:headEnd type="none"/>
            <a:tailEnd type="none"/>
          </a:ln>
        </p:spPr>
      </p:sp>
      <p:sp>
        <p:nvSpPr>
          <p:cNvPr id="684" name="neuron-level models / 0672 neuron model weights"/>
          <p:cNvSpPr/>
          <p:nvPr/>
        </p:nvSpPr>
        <p:spPr>
          <a:xfrm>
            <a:off x="10277856" y="2441448"/>
            <a:ext cx="598932" cy="640080"/>
          </a:xfrm>
          <a:custGeom>
            <a:avLst/>
            <a:gdLst/>
            <a:ahLst/>
            <a:cxnLst/>
            <a:rect l="0" t="0" r="r" b="b"/>
            <a:pathLst>
              <a:path w="65500" h="70000" fill="none" stroke="1" extrusionOk="0">
                <a:moveTo>
                  <a:pt x="0" y="0"/>
                </a:moveTo>
                <a:lnTo>
                  <a:pt x="65500" y="70000"/>
                </a:lnTo>
              </a:path>
            </a:pathLst>
          </a:custGeom>
          <a:noFill/>
          <a:ln w="12802" cap="rnd" cmpd="sng" algn="ctr">
            <a:solidFill>
              <a:srgbClr val="FF342C">
                <a:alpha val="31000"/>
              </a:srgbClr>
            </a:solidFill>
            <a:round/>
            <a:headEnd type="none"/>
            <a:tailEnd type="none"/>
          </a:ln>
        </p:spPr>
      </p:sp>
      <p:sp>
        <p:nvSpPr>
          <p:cNvPr id="685" name="neuron-level models / 0673 neuron model weights"/>
          <p:cNvSpPr/>
          <p:nvPr/>
        </p:nvSpPr>
        <p:spPr>
          <a:xfrm>
            <a:off x="10277856" y="2441448"/>
            <a:ext cx="786384" cy="640080"/>
          </a:xfrm>
          <a:custGeom>
            <a:avLst/>
            <a:gdLst/>
            <a:ahLst/>
            <a:cxnLst/>
            <a:rect l="0" t="0" r="r" b="b"/>
            <a:pathLst>
              <a:path w="86000" h="70000" fill="none" stroke="1" extrusionOk="0">
                <a:moveTo>
                  <a:pt x="0" y="0"/>
                </a:moveTo>
                <a:lnTo>
                  <a:pt x="86000" y="70000"/>
                </a:lnTo>
              </a:path>
            </a:pathLst>
          </a:custGeom>
          <a:noFill/>
          <a:ln w="12802" cap="rnd" cmpd="sng" algn="ctr">
            <a:solidFill>
              <a:srgbClr val="FF342C">
                <a:alpha val="31000"/>
              </a:srgbClr>
            </a:solidFill>
            <a:round/>
            <a:headEnd type="none"/>
            <a:tailEnd type="none"/>
          </a:ln>
        </p:spPr>
      </p:sp>
      <p:sp>
        <p:nvSpPr>
          <p:cNvPr id="686" name="neuron-level models / 0674 neuron model weights"/>
          <p:cNvSpPr/>
          <p:nvPr/>
        </p:nvSpPr>
        <p:spPr>
          <a:xfrm>
            <a:off x="10277856" y="2441448"/>
            <a:ext cx="973836" cy="640080"/>
          </a:xfrm>
          <a:custGeom>
            <a:avLst/>
            <a:gdLst/>
            <a:ahLst/>
            <a:cxnLst/>
            <a:rect l="0" t="0" r="r" b="b"/>
            <a:pathLst>
              <a:path w="106500" h="70000" fill="none" stroke="1" extrusionOk="0">
                <a:moveTo>
                  <a:pt x="0" y="0"/>
                </a:moveTo>
                <a:lnTo>
                  <a:pt x="106500" y="70000"/>
                </a:lnTo>
              </a:path>
            </a:pathLst>
          </a:custGeom>
          <a:noFill/>
          <a:ln w="12802" cap="rnd" cmpd="sng" algn="ctr">
            <a:solidFill>
              <a:srgbClr val="FF342C">
                <a:alpha val="31000"/>
              </a:srgbClr>
            </a:solidFill>
            <a:round/>
            <a:headEnd type="none"/>
            <a:tailEnd type="none"/>
          </a:ln>
        </p:spPr>
      </p:sp>
      <p:sp>
        <p:nvSpPr>
          <p:cNvPr id="687" name="neuron-level models / 0675 neuron model weights"/>
          <p:cNvSpPr/>
          <p:nvPr/>
        </p:nvSpPr>
        <p:spPr>
          <a:xfrm>
            <a:off x="10277856" y="2441448"/>
            <a:ext cx="1161288" cy="640080"/>
          </a:xfrm>
          <a:custGeom>
            <a:avLst/>
            <a:gdLst/>
            <a:ahLst/>
            <a:cxnLst/>
            <a:rect l="0" t="0" r="r" b="b"/>
            <a:pathLst>
              <a:path w="127000" h="70000" fill="none" stroke="1" extrusionOk="0">
                <a:moveTo>
                  <a:pt x="0" y="0"/>
                </a:moveTo>
                <a:lnTo>
                  <a:pt x="127000" y="70000"/>
                </a:lnTo>
              </a:path>
            </a:pathLst>
          </a:custGeom>
          <a:noFill/>
          <a:ln w="12802" cap="rnd" cmpd="sng" algn="ctr">
            <a:solidFill>
              <a:srgbClr val="FF342C">
                <a:alpha val="31000"/>
              </a:srgbClr>
            </a:solidFill>
            <a:round/>
            <a:headEnd type="none"/>
            <a:tailEnd type="none"/>
          </a:ln>
        </p:spPr>
      </p:sp>
      <p:sp>
        <p:nvSpPr>
          <p:cNvPr id="688" name="neuron-level models / 0676 neuron model weights"/>
          <p:cNvSpPr/>
          <p:nvPr/>
        </p:nvSpPr>
        <p:spPr>
          <a:xfrm>
            <a:off x="10277856" y="2441448"/>
            <a:ext cx="1348740" cy="640080"/>
          </a:xfrm>
          <a:custGeom>
            <a:avLst/>
            <a:gdLst/>
            <a:ahLst/>
            <a:cxnLst/>
            <a:rect l="0" t="0" r="r" b="b"/>
            <a:pathLst>
              <a:path w="147500" h="70000" fill="none" stroke="1" extrusionOk="0">
                <a:moveTo>
                  <a:pt x="0" y="0"/>
                </a:moveTo>
                <a:lnTo>
                  <a:pt x="147500" y="70000"/>
                </a:lnTo>
              </a:path>
            </a:pathLst>
          </a:custGeom>
          <a:noFill/>
          <a:ln w="12802" cap="rnd" cmpd="sng" algn="ctr">
            <a:solidFill>
              <a:srgbClr val="FF342C">
                <a:alpha val="31000"/>
              </a:srgbClr>
            </a:solidFill>
            <a:round/>
            <a:headEnd type="none"/>
            <a:tailEnd type="none"/>
          </a:ln>
        </p:spPr>
      </p:sp>
      <p:sp>
        <p:nvSpPr>
          <p:cNvPr id="689" name="neuron-level models / 0677 neuron model weights"/>
          <p:cNvSpPr/>
          <p:nvPr/>
        </p:nvSpPr>
        <p:spPr>
          <a:xfrm>
            <a:off x="10277856" y="2441448"/>
            <a:ext cx="1536192" cy="640080"/>
          </a:xfrm>
          <a:custGeom>
            <a:avLst/>
            <a:gdLst/>
            <a:ahLst/>
            <a:cxnLst/>
            <a:rect l="0" t="0" r="r" b="b"/>
            <a:pathLst>
              <a:path w="168000" h="70000" fill="none" stroke="1" extrusionOk="0">
                <a:moveTo>
                  <a:pt x="0" y="0"/>
                </a:moveTo>
                <a:lnTo>
                  <a:pt x="168000" y="70000"/>
                </a:lnTo>
              </a:path>
            </a:pathLst>
          </a:custGeom>
          <a:noFill/>
          <a:ln w="12802" cap="rnd" cmpd="sng" algn="ctr">
            <a:solidFill>
              <a:srgbClr val="FF342C">
                <a:alpha val="31000"/>
              </a:srgbClr>
            </a:solidFill>
            <a:round/>
            <a:headEnd type="none"/>
            <a:tailEnd type="none"/>
          </a:ln>
        </p:spPr>
      </p:sp>
      <p:sp>
        <p:nvSpPr>
          <p:cNvPr id="690" name="neuron-level models / 0678 neuron model weights"/>
          <p:cNvSpPr/>
          <p:nvPr/>
        </p:nvSpPr>
        <p:spPr>
          <a:xfrm>
            <a:off x="9564624" y="1837944"/>
            <a:ext cx="960120" cy="1243584"/>
          </a:xfrm>
          <a:custGeom>
            <a:avLst/>
            <a:gdLst/>
            <a:ahLst/>
            <a:cxnLst/>
            <a:rect l="0" t="0" r="r" b="b"/>
            <a:pathLst>
              <a:path w="105000" h="136000" fill="none" stroke="1" extrusionOk="0">
                <a:moveTo>
                  <a:pt x="105000" y="0"/>
                </a:moveTo>
                <a:lnTo>
                  <a:pt x="0" y="136000"/>
                </a:lnTo>
              </a:path>
            </a:pathLst>
          </a:custGeom>
          <a:noFill/>
          <a:ln w="12802" cap="rnd" cmpd="sng" algn="ctr">
            <a:solidFill>
              <a:srgbClr val="FF342C">
                <a:alpha val="31000"/>
              </a:srgbClr>
            </a:solidFill>
            <a:round/>
            <a:headEnd type="none"/>
            <a:tailEnd type="none"/>
          </a:ln>
        </p:spPr>
      </p:sp>
      <p:sp>
        <p:nvSpPr>
          <p:cNvPr id="691" name="neuron-level models / 0679 neuron model weights"/>
          <p:cNvSpPr/>
          <p:nvPr/>
        </p:nvSpPr>
        <p:spPr>
          <a:xfrm>
            <a:off x="9752076" y="1837944"/>
            <a:ext cx="772668" cy="1243584"/>
          </a:xfrm>
          <a:custGeom>
            <a:avLst/>
            <a:gdLst/>
            <a:ahLst/>
            <a:cxnLst/>
            <a:rect l="0" t="0" r="r" b="b"/>
            <a:pathLst>
              <a:path w="84500" h="136000" fill="none" stroke="1" extrusionOk="0">
                <a:moveTo>
                  <a:pt x="84500" y="0"/>
                </a:moveTo>
                <a:lnTo>
                  <a:pt x="0" y="136000"/>
                </a:lnTo>
              </a:path>
            </a:pathLst>
          </a:custGeom>
          <a:noFill/>
          <a:ln w="12802" cap="rnd" cmpd="sng" algn="ctr">
            <a:solidFill>
              <a:srgbClr val="FF342C">
                <a:alpha val="31000"/>
              </a:srgbClr>
            </a:solidFill>
            <a:round/>
            <a:headEnd type="none"/>
            <a:tailEnd type="none"/>
          </a:ln>
        </p:spPr>
      </p:sp>
      <p:sp>
        <p:nvSpPr>
          <p:cNvPr id="692" name="neuron-level models / 0680 neuron model weights"/>
          <p:cNvSpPr/>
          <p:nvPr/>
        </p:nvSpPr>
        <p:spPr>
          <a:xfrm>
            <a:off x="9939528" y="1837944"/>
            <a:ext cx="585216" cy="1243584"/>
          </a:xfrm>
          <a:custGeom>
            <a:avLst/>
            <a:gdLst/>
            <a:ahLst/>
            <a:cxnLst/>
            <a:rect l="0" t="0" r="r" b="b"/>
            <a:pathLst>
              <a:path w="64000" h="136000" fill="none" stroke="1" extrusionOk="0">
                <a:moveTo>
                  <a:pt x="64000" y="0"/>
                </a:moveTo>
                <a:lnTo>
                  <a:pt x="0" y="136000"/>
                </a:lnTo>
              </a:path>
            </a:pathLst>
          </a:custGeom>
          <a:noFill/>
          <a:ln w="12802" cap="rnd" cmpd="sng" algn="ctr">
            <a:solidFill>
              <a:srgbClr val="FF342C">
                <a:alpha val="31000"/>
              </a:srgbClr>
            </a:solidFill>
            <a:round/>
            <a:headEnd type="none"/>
            <a:tailEnd type="none"/>
          </a:ln>
        </p:spPr>
      </p:sp>
      <p:sp>
        <p:nvSpPr>
          <p:cNvPr id="693" name="neuron-level models / 0681 neuron model weights"/>
          <p:cNvSpPr/>
          <p:nvPr/>
        </p:nvSpPr>
        <p:spPr>
          <a:xfrm>
            <a:off x="10126980" y="1837944"/>
            <a:ext cx="397764" cy="1243584"/>
          </a:xfrm>
          <a:custGeom>
            <a:avLst/>
            <a:gdLst/>
            <a:ahLst/>
            <a:cxnLst/>
            <a:rect l="0" t="0" r="r" b="b"/>
            <a:pathLst>
              <a:path w="43500" h="136000" fill="none" stroke="1" extrusionOk="0">
                <a:moveTo>
                  <a:pt x="43500" y="0"/>
                </a:moveTo>
                <a:lnTo>
                  <a:pt x="0" y="136000"/>
                </a:lnTo>
              </a:path>
            </a:pathLst>
          </a:custGeom>
          <a:noFill/>
          <a:ln w="12802" cap="rnd" cmpd="sng" algn="ctr">
            <a:solidFill>
              <a:srgbClr val="FF342C">
                <a:alpha val="31000"/>
              </a:srgbClr>
            </a:solidFill>
            <a:round/>
            <a:headEnd type="none"/>
            <a:tailEnd type="none"/>
          </a:ln>
        </p:spPr>
      </p:sp>
      <p:sp>
        <p:nvSpPr>
          <p:cNvPr id="694" name="neuron-level models / 0682 neuron model weights"/>
          <p:cNvSpPr/>
          <p:nvPr/>
        </p:nvSpPr>
        <p:spPr>
          <a:xfrm>
            <a:off x="10314432" y="1837944"/>
            <a:ext cx="210312" cy="1243584"/>
          </a:xfrm>
          <a:custGeom>
            <a:avLst/>
            <a:gdLst/>
            <a:ahLst/>
            <a:cxnLst/>
            <a:rect l="0" t="0" r="r" b="b"/>
            <a:pathLst>
              <a:path w="23000" h="136000" fill="none" stroke="1" extrusionOk="0">
                <a:moveTo>
                  <a:pt x="23000" y="0"/>
                </a:moveTo>
                <a:lnTo>
                  <a:pt x="0" y="136000"/>
                </a:lnTo>
              </a:path>
            </a:pathLst>
          </a:custGeom>
          <a:noFill/>
          <a:ln w="12802" cap="rnd" cmpd="sng" algn="ctr">
            <a:solidFill>
              <a:srgbClr val="FF342C">
                <a:alpha val="31000"/>
              </a:srgbClr>
            </a:solidFill>
            <a:round/>
            <a:headEnd type="none"/>
            <a:tailEnd type="none"/>
          </a:ln>
        </p:spPr>
      </p:sp>
      <p:sp>
        <p:nvSpPr>
          <p:cNvPr id="695" name="neuron-level models / 0683 neuron model weights"/>
          <p:cNvSpPr/>
          <p:nvPr/>
        </p:nvSpPr>
        <p:spPr>
          <a:xfrm>
            <a:off x="10501884" y="1837944"/>
            <a:ext cx="22860" cy="1243584"/>
          </a:xfrm>
          <a:custGeom>
            <a:avLst/>
            <a:gdLst/>
            <a:ahLst/>
            <a:cxnLst/>
            <a:rect l="0" t="0" r="r" b="b"/>
            <a:pathLst>
              <a:path w="2500" h="136000" fill="none" stroke="1" extrusionOk="0">
                <a:moveTo>
                  <a:pt x="2500" y="0"/>
                </a:moveTo>
                <a:lnTo>
                  <a:pt x="0" y="136000"/>
                </a:lnTo>
              </a:path>
            </a:pathLst>
          </a:custGeom>
          <a:noFill/>
          <a:ln w="12802" cap="rnd" cmpd="sng" algn="ctr">
            <a:solidFill>
              <a:srgbClr val="FF342C">
                <a:alpha val="31000"/>
              </a:srgbClr>
            </a:solidFill>
            <a:round/>
            <a:headEnd type="none"/>
            <a:tailEnd type="none"/>
          </a:ln>
        </p:spPr>
      </p:sp>
      <p:sp>
        <p:nvSpPr>
          <p:cNvPr id="696" name="neuron-level models / 0684 neuron model weights"/>
          <p:cNvSpPr/>
          <p:nvPr/>
        </p:nvSpPr>
        <p:spPr>
          <a:xfrm>
            <a:off x="10524744" y="1837944"/>
            <a:ext cx="164592" cy="1243584"/>
          </a:xfrm>
          <a:custGeom>
            <a:avLst/>
            <a:gdLst/>
            <a:ahLst/>
            <a:cxnLst/>
            <a:rect l="0" t="0" r="r" b="b"/>
            <a:pathLst>
              <a:path w="18000" h="136000" fill="none" stroke="1" extrusionOk="0">
                <a:moveTo>
                  <a:pt x="0" y="0"/>
                </a:moveTo>
                <a:lnTo>
                  <a:pt x="18000" y="136000"/>
                </a:lnTo>
              </a:path>
            </a:pathLst>
          </a:custGeom>
          <a:noFill/>
          <a:ln w="12802" cap="rnd" cmpd="sng" algn="ctr">
            <a:solidFill>
              <a:srgbClr val="FF342C">
                <a:alpha val="31000"/>
              </a:srgbClr>
            </a:solidFill>
            <a:round/>
            <a:headEnd type="none"/>
            <a:tailEnd type="none"/>
          </a:ln>
        </p:spPr>
      </p:sp>
      <p:sp>
        <p:nvSpPr>
          <p:cNvPr id="697" name="neuron-level models / 0685 neuron model weights"/>
          <p:cNvSpPr/>
          <p:nvPr/>
        </p:nvSpPr>
        <p:spPr>
          <a:xfrm>
            <a:off x="10524744" y="1837944"/>
            <a:ext cx="352044" cy="1243584"/>
          </a:xfrm>
          <a:custGeom>
            <a:avLst/>
            <a:gdLst/>
            <a:ahLst/>
            <a:cxnLst/>
            <a:rect l="0" t="0" r="r" b="b"/>
            <a:pathLst>
              <a:path w="38500" h="136000" fill="none" stroke="1" extrusionOk="0">
                <a:moveTo>
                  <a:pt x="0" y="0"/>
                </a:moveTo>
                <a:lnTo>
                  <a:pt x="38500" y="136000"/>
                </a:lnTo>
              </a:path>
            </a:pathLst>
          </a:custGeom>
          <a:noFill/>
          <a:ln w="12802" cap="rnd" cmpd="sng" algn="ctr">
            <a:solidFill>
              <a:srgbClr val="FF342C">
                <a:alpha val="31000"/>
              </a:srgbClr>
            </a:solidFill>
            <a:round/>
            <a:headEnd type="none"/>
            <a:tailEnd type="none"/>
          </a:ln>
        </p:spPr>
      </p:sp>
      <p:sp>
        <p:nvSpPr>
          <p:cNvPr id="698" name="neuron-level models / 0686 neuron model weights"/>
          <p:cNvSpPr/>
          <p:nvPr/>
        </p:nvSpPr>
        <p:spPr>
          <a:xfrm>
            <a:off x="10524744" y="1837944"/>
            <a:ext cx="539496" cy="1243584"/>
          </a:xfrm>
          <a:custGeom>
            <a:avLst/>
            <a:gdLst/>
            <a:ahLst/>
            <a:cxnLst/>
            <a:rect l="0" t="0" r="r" b="b"/>
            <a:pathLst>
              <a:path w="59000" h="136000" fill="none" stroke="1" extrusionOk="0">
                <a:moveTo>
                  <a:pt x="0" y="0"/>
                </a:moveTo>
                <a:lnTo>
                  <a:pt x="59000" y="136000"/>
                </a:lnTo>
              </a:path>
            </a:pathLst>
          </a:custGeom>
          <a:noFill/>
          <a:ln w="12802" cap="rnd" cmpd="sng" algn="ctr">
            <a:solidFill>
              <a:srgbClr val="FF342C">
                <a:alpha val="31000"/>
              </a:srgbClr>
            </a:solidFill>
            <a:round/>
            <a:headEnd type="none"/>
            <a:tailEnd type="none"/>
          </a:ln>
        </p:spPr>
      </p:sp>
      <p:sp>
        <p:nvSpPr>
          <p:cNvPr id="699" name="neuron-level models / 0687 neuron model weights"/>
          <p:cNvSpPr/>
          <p:nvPr/>
        </p:nvSpPr>
        <p:spPr>
          <a:xfrm>
            <a:off x="10524744" y="1837944"/>
            <a:ext cx="726948" cy="1243584"/>
          </a:xfrm>
          <a:custGeom>
            <a:avLst/>
            <a:gdLst/>
            <a:ahLst/>
            <a:cxnLst/>
            <a:rect l="0" t="0" r="r" b="b"/>
            <a:pathLst>
              <a:path w="79500" h="136000" fill="none" stroke="1" extrusionOk="0">
                <a:moveTo>
                  <a:pt x="0" y="0"/>
                </a:moveTo>
                <a:lnTo>
                  <a:pt x="79500" y="136000"/>
                </a:lnTo>
              </a:path>
            </a:pathLst>
          </a:custGeom>
          <a:noFill/>
          <a:ln w="12802" cap="rnd" cmpd="sng" algn="ctr">
            <a:solidFill>
              <a:srgbClr val="FF342C">
                <a:alpha val="31000"/>
              </a:srgbClr>
            </a:solidFill>
            <a:round/>
            <a:headEnd type="none"/>
            <a:tailEnd type="none"/>
          </a:ln>
        </p:spPr>
      </p:sp>
      <p:sp>
        <p:nvSpPr>
          <p:cNvPr id="700" name="neuron-level models / 0688 neuron model weights"/>
          <p:cNvSpPr/>
          <p:nvPr/>
        </p:nvSpPr>
        <p:spPr>
          <a:xfrm>
            <a:off x="10524744" y="1837944"/>
            <a:ext cx="914400" cy="1243584"/>
          </a:xfrm>
          <a:custGeom>
            <a:avLst/>
            <a:gdLst/>
            <a:ahLst/>
            <a:cxnLst/>
            <a:rect l="0" t="0" r="r" b="b"/>
            <a:pathLst>
              <a:path w="100000" h="136000" fill="none" stroke="1" extrusionOk="0">
                <a:moveTo>
                  <a:pt x="0" y="0"/>
                </a:moveTo>
                <a:lnTo>
                  <a:pt x="100000" y="136000"/>
                </a:lnTo>
              </a:path>
            </a:pathLst>
          </a:custGeom>
          <a:noFill/>
          <a:ln w="12802" cap="rnd" cmpd="sng" algn="ctr">
            <a:solidFill>
              <a:srgbClr val="FF342C">
                <a:alpha val="31000"/>
              </a:srgbClr>
            </a:solidFill>
            <a:round/>
            <a:headEnd type="none"/>
            <a:tailEnd type="none"/>
          </a:ln>
        </p:spPr>
      </p:sp>
      <p:sp>
        <p:nvSpPr>
          <p:cNvPr id="701" name="neuron-level models / 0689 neuron model weights"/>
          <p:cNvSpPr/>
          <p:nvPr/>
        </p:nvSpPr>
        <p:spPr>
          <a:xfrm>
            <a:off x="10524744" y="1837944"/>
            <a:ext cx="1101852" cy="1243584"/>
          </a:xfrm>
          <a:custGeom>
            <a:avLst/>
            <a:gdLst/>
            <a:ahLst/>
            <a:cxnLst/>
            <a:rect l="0" t="0" r="r" b="b"/>
            <a:pathLst>
              <a:path w="120500" h="136000" fill="none" stroke="1" extrusionOk="0">
                <a:moveTo>
                  <a:pt x="0" y="0"/>
                </a:moveTo>
                <a:lnTo>
                  <a:pt x="120500" y="136000"/>
                </a:lnTo>
              </a:path>
            </a:pathLst>
          </a:custGeom>
          <a:noFill/>
          <a:ln w="12802" cap="rnd" cmpd="sng" algn="ctr">
            <a:solidFill>
              <a:srgbClr val="FF342C">
                <a:alpha val="31000"/>
              </a:srgbClr>
            </a:solidFill>
            <a:round/>
            <a:headEnd type="none"/>
            <a:tailEnd type="none"/>
          </a:ln>
        </p:spPr>
      </p:sp>
      <p:sp>
        <p:nvSpPr>
          <p:cNvPr id="702" name="neuron-level models / 0690 neuron model weights"/>
          <p:cNvSpPr/>
          <p:nvPr/>
        </p:nvSpPr>
        <p:spPr>
          <a:xfrm>
            <a:off x="10524744" y="1837944"/>
            <a:ext cx="1289304" cy="1243584"/>
          </a:xfrm>
          <a:custGeom>
            <a:avLst/>
            <a:gdLst/>
            <a:ahLst/>
            <a:cxnLst/>
            <a:rect l="0" t="0" r="r" b="b"/>
            <a:pathLst>
              <a:path w="141000" h="136000" fill="none" stroke="1" extrusionOk="0">
                <a:moveTo>
                  <a:pt x="0" y="0"/>
                </a:moveTo>
                <a:lnTo>
                  <a:pt x="141000" y="136000"/>
                </a:lnTo>
              </a:path>
            </a:pathLst>
          </a:custGeom>
          <a:noFill/>
          <a:ln w="12802" cap="rnd" cmpd="sng" algn="ctr">
            <a:solidFill>
              <a:srgbClr val="FF342C">
                <a:alpha val="31000"/>
              </a:srgbClr>
            </a:solidFill>
            <a:round/>
            <a:headEnd type="none"/>
            <a:tailEnd type="none"/>
          </a:ln>
        </p:spPr>
      </p:sp>
      <p:sp>
        <p:nvSpPr>
          <p:cNvPr id="703" name="neuron-level models / 0691 neuron model weights"/>
          <p:cNvSpPr/>
          <p:nvPr/>
        </p:nvSpPr>
        <p:spPr>
          <a:xfrm>
            <a:off x="9564624" y="2404872"/>
            <a:ext cx="1197864" cy="676656"/>
          </a:xfrm>
          <a:custGeom>
            <a:avLst/>
            <a:gdLst/>
            <a:ahLst/>
            <a:cxnLst/>
            <a:rect l="0" t="0" r="r" b="b"/>
            <a:pathLst>
              <a:path w="131000" h="74000" fill="none" stroke="1" extrusionOk="0">
                <a:moveTo>
                  <a:pt x="131000" y="0"/>
                </a:moveTo>
                <a:lnTo>
                  <a:pt x="0" y="74000"/>
                </a:lnTo>
              </a:path>
            </a:pathLst>
          </a:custGeom>
          <a:noFill/>
          <a:ln w="12802" cap="rnd" cmpd="sng" algn="ctr">
            <a:solidFill>
              <a:srgbClr val="FF342C">
                <a:alpha val="31000"/>
              </a:srgbClr>
            </a:solidFill>
            <a:round/>
            <a:headEnd type="none"/>
            <a:tailEnd type="none"/>
          </a:ln>
        </p:spPr>
      </p:sp>
      <p:sp>
        <p:nvSpPr>
          <p:cNvPr id="704" name="neuron-level models / 0692 neuron model weights"/>
          <p:cNvSpPr/>
          <p:nvPr/>
        </p:nvSpPr>
        <p:spPr>
          <a:xfrm>
            <a:off x="9752076" y="2404872"/>
            <a:ext cx="1010412" cy="676656"/>
          </a:xfrm>
          <a:custGeom>
            <a:avLst/>
            <a:gdLst/>
            <a:ahLst/>
            <a:cxnLst/>
            <a:rect l="0" t="0" r="r" b="b"/>
            <a:pathLst>
              <a:path w="110500" h="74000" fill="none" stroke="1" extrusionOk="0">
                <a:moveTo>
                  <a:pt x="110500" y="0"/>
                </a:moveTo>
                <a:lnTo>
                  <a:pt x="0" y="74000"/>
                </a:lnTo>
              </a:path>
            </a:pathLst>
          </a:custGeom>
          <a:noFill/>
          <a:ln w="12802" cap="rnd" cmpd="sng" algn="ctr">
            <a:solidFill>
              <a:srgbClr val="FF342C">
                <a:alpha val="31000"/>
              </a:srgbClr>
            </a:solidFill>
            <a:round/>
            <a:headEnd type="none"/>
            <a:tailEnd type="none"/>
          </a:ln>
        </p:spPr>
      </p:sp>
      <p:sp>
        <p:nvSpPr>
          <p:cNvPr id="705" name="neuron-level models / 0693 neuron model weights"/>
          <p:cNvSpPr/>
          <p:nvPr/>
        </p:nvSpPr>
        <p:spPr>
          <a:xfrm>
            <a:off x="9939528" y="2404872"/>
            <a:ext cx="822960" cy="676656"/>
          </a:xfrm>
          <a:custGeom>
            <a:avLst/>
            <a:gdLst/>
            <a:ahLst/>
            <a:cxnLst/>
            <a:rect l="0" t="0" r="r" b="b"/>
            <a:pathLst>
              <a:path w="90000" h="74000" fill="none" stroke="1" extrusionOk="0">
                <a:moveTo>
                  <a:pt x="90000" y="0"/>
                </a:moveTo>
                <a:lnTo>
                  <a:pt x="0" y="74000"/>
                </a:lnTo>
              </a:path>
            </a:pathLst>
          </a:custGeom>
          <a:noFill/>
          <a:ln w="12802" cap="rnd" cmpd="sng" algn="ctr">
            <a:solidFill>
              <a:srgbClr val="FF342C">
                <a:alpha val="31000"/>
              </a:srgbClr>
            </a:solidFill>
            <a:round/>
            <a:headEnd type="none"/>
            <a:tailEnd type="none"/>
          </a:ln>
        </p:spPr>
      </p:sp>
      <p:sp>
        <p:nvSpPr>
          <p:cNvPr id="706" name="neuron-level models / 0694 neuron model weights"/>
          <p:cNvSpPr/>
          <p:nvPr/>
        </p:nvSpPr>
        <p:spPr>
          <a:xfrm>
            <a:off x="10126980" y="2404872"/>
            <a:ext cx="635508" cy="676656"/>
          </a:xfrm>
          <a:custGeom>
            <a:avLst/>
            <a:gdLst/>
            <a:ahLst/>
            <a:cxnLst/>
            <a:rect l="0" t="0" r="r" b="b"/>
            <a:pathLst>
              <a:path w="69500" h="74000" fill="none" stroke="1" extrusionOk="0">
                <a:moveTo>
                  <a:pt x="69500" y="0"/>
                </a:moveTo>
                <a:lnTo>
                  <a:pt x="0" y="74000"/>
                </a:lnTo>
              </a:path>
            </a:pathLst>
          </a:custGeom>
          <a:noFill/>
          <a:ln w="12802" cap="rnd" cmpd="sng" algn="ctr">
            <a:solidFill>
              <a:srgbClr val="FF342C">
                <a:alpha val="31000"/>
              </a:srgbClr>
            </a:solidFill>
            <a:round/>
            <a:headEnd type="none"/>
            <a:tailEnd type="none"/>
          </a:ln>
        </p:spPr>
      </p:sp>
      <p:sp>
        <p:nvSpPr>
          <p:cNvPr id="707" name="neuron-level models / 0695 neuron model weights"/>
          <p:cNvSpPr/>
          <p:nvPr/>
        </p:nvSpPr>
        <p:spPr>
          <a:xfrm>
            <a:off x="10314432" y="2404872"/>
            <a:ext cx="448056" cy="676656"/>
          </a:xfrm>
          <a:custGeom>
            <a:avLst/>
            <a:gdLst/>
            <a:ahLst/>
            <a:cxnLst/>
            <a:rect l="0" t="0" r="r" b="b"/>
            <a:pathLst>
              <a:path w="49000" h="74000" fill="none" stroke="1" extrusionOk="0">
                <a:moveTo>
                  <a:pt x="49000" y="0"/>
                </a:moveTo>
                <a:lnTo>
                  <a:pt x="0" y="74000"/>
                </a:lnTo>
              </a:path>
            </a:pathLst>
          </a:custGeom>
          <a:noFill/>
          <a:ln w="12802" cap="rnd" cmpd="sng" algn="ctr">
            <a:solidFill>
              <a:srgbClr val="FF342C">
                <a:alpha val="31000"/>
              </a:srgbClr>
            </a:solidFill>
            <a:round/>
            <a:headEnd type="none"/>
            <a:tailEnd type="none"/>
          </a:ln>
        </p:spPr>
      </p:sp>
      <p:sp>
        <p:nvSpPr>
          <p:cNvPr id="708" name="neuron-level models / 0696 neuron model weights"/>
          <p:cNvSpPr/>
          <p:nvPr/>
        </p:nvSpPr>
        <p:spPr>
          <a:xfrm>
            <a:off x="10501884" y="2404872"/>
            <a:ext cx="260604" cy="676656"/>
          </a:xfrm>
          <a:custGeom>
            <a:avLst/>
            <a:gdLst/>
            <a:ahLst/>
            <a:cxnLst/>
            <a:rect l="0" t="0" r="r" b="b"/>
            <a:pathLst>
              <a:path w="28500" h="74000" fill="none" stroke="1" extrusionOk="0">
                <a:moveTo>
                  <a:pt x="28500" y="0"/>
                </a:moveTo>
                <a:lnTo>
                  <a:pt x="0" y="74000"/>
                </a:lnTo>
              </a:path>
            </a:pathLst>
          </a:custGeom>
          <a:noFill/>
          <a:ln w="12802" cap="rnd" cmpd="sng" algn="ctr">
            <a:solidFill>
              <a:srgbClr val="FF342C">
                <a:alpha val="31000"/>
              </a:srgbClr>
            </a:solidFill>
            <a:round/>
            <a:headEnd type="none"/>
            <a:tailEnd type="none"/>
          </a:ln>
        </p:spPr>
      </p:sp>
      <p:sp>
        <p:nvSpPr>
          <p:cNvPr id="709" name="neuron-level models / 0697 neuron model weights"/>
          <p:cNvSpPr/>
          <p:nvPr/>
        </p:nvSpPr>
        <p:spPr>
          <a:xfrm>
            <a:off x="10689336" y="2404872"/>
            <a:ext cx="73152" cy="676656"/>
          </a:xfrm>
          <a:custGeom>
            <a:avLst/>
            <a:gdLst/>
            <a:ahLst/>
            <a:cxnLst/>
            <a:rect l="0" t="0" r="r" b="b"/>
            <a:pathLst>
              <a:path w="8000" h="74000" fill="none" stroke="1" extrusionOk="0">
                <a:moveTo>
                  <a:pt x="8000" y="0"/>
                </a:moveTo>
                <a:lnTo>
                  <a:pt x="0" y="74000"/>
                </a:lnTo>
              </a:path>
            </a:pathLst>
          </a:custGeom>
          <a:noFill/>
          <a:ln w="12802" cap="rnd" cmpd="sng" algn="ctr">
            <a:solidFill>
              <a:srgbClr val="FF342C">
                <a:alpha val="31000"/>
              </a:srgbClr>
            </a:solidFill>
            <a:round/>
            <a:headEnd type="none"/>
            <a:tailEnd type="none"/>
          </a:ln>
        </p:spPr>
      </p:sp>
      <p:sp>
        <p:nvSpPr>
          <p:cNvPr id="710" name="neuron-level models / 0698 neuron model weights"/>
          <p:cNvSpPr/>
          <p:nvPr/>
        </p:nvSpPr>
        <p:spPr>
          <a:xfrm>
            <a:off x="10762488" y="2404872"/>
            <a:ext cx="114300" cy="676656"/>
          </a:xfrm>
          <a:custGeom>
            <a:avLst/>
            <a:gdLst/>
            <a:ahLst/>
            <a:cxnLst/>
            <a:rect l="0" t="0" r="r" b="b"/>
            <a:pathLst>
              <a:path w="12500" h="74000" fill="none" stroke="1" extrusionOk="0">
                <a:moveTo>
                  <a:pt x="0" y="0"/>
                </a:moveTo>
                <a:lnTo>
                  <a:pt x="12500" y="74000"/>
                </a:lnTo>
              </a:path>
            </a:pathLst>
          </a:custGeom>
          <a:noFill/>
          <a:ln w="12802" cap="rnd" cmpd="sng" algn="ctr">
            <a:solidFill>
              <a:srgbClr val="FF342C">
                <a:alpha val="31000"/>
              </a:srgbClr>
            </a:solidFill>
            <a:round/>
            <a:headEnd type="none"/>
            <a:tailEnd type="none"/>
          </a:ln>
        </p:spPr>
      </p:sp>
      <p:sp>
        <p:nvSpPr>
          <p:cNvPr id="711" name="neuron-level models / 0699 neuron model weights"/>
          <p:cNvSpPr/>
          <p:nvPr/>
        </p:nvSpPr>
        <p:spPr>
          <a:xfrm>
            <a:off x="10762488" y="2404872"/>
            <a:ext cx="301752" cy="676656"/>
          </a:xfrm>
          <a:custGeom>
            <a:avLst/>
            <a:gdLst/>
            <a:ahLst/>
            <a:cxnLst/>
            <a:rect l="0" t="0" r="r" b="b"/>
            <a:pathLst>
              <a:path w="33000" h="74000" fill="none" stroke="1" extrusionOk="0">
                <a:moveTo>
                  <a:pt x="0" y="0"/>
                </a:moveTo>
                <a:lnTo>
                  <a:pt x="33000" y="74000"/>
                </a:lnTo>
              </a:path>
            </a:pathLst>
          </a:custGeom>
          <a:noFill/>
          <a:ln w="12802" cap="rnd" cmpd="sng" algn="ctr">
            <a:solidFill>
              <a:srgbClr val="FF342C">
                <a:alpha val="31000"/>
              </a:srgbClr>
            </a:solidFill>
            <a:round/>
            <a:headEnd type="none"/>
            <a:tailEnd type="none"/>
          </a:ln>
        </p:spPr>
      </p:sp>
      <p:sp>
        <p:nvSpPr>
          <p:cNvPr id="712" name="neuron-level models / 0700 neuron model weights"/>
          <p:cNvSpPr/>
          <p:nvPr/>
        </p:nvSpPr>
        <p:spPr>
          <a:xfrm>
            <a:off x="10762488" y="2404872"/>
            <a:ext cx="489204" cy="676656"/>
          </a:xfrm>
          <a:custGeom>
            <a:avLst/>
            <a:gdLst/>
            <a:ahLst/>
            <a:cxnLst/>
            <a:rect l="0" t="0" r="r" b="b"/>
            <a:pathLst>
              <a:path w="53500" h="74000" fill="none" stroke="1" extrusionOk="0">
                <a:moveTo>
                  <a:pt x="0" y="0"/>
                </a:moveTo>
                <a:lnTo>
                  <a:pt x="53500" y="74000"/>
                </a:lnTo>
              </a:path>
            </a:pathLst>
          </a:custGeom>
          <a:noFill/>
          <a:ln w="12802" cap="rnd" cmpd="sng" algn="ctr">
            <a:solidFill>
              <a:srgbClr val="FF342C">
                <a:alpha val="31000"/>
              </a:srgbClr>
            </a:solidFill>
            <a:round/>
            <a:headEnd type="none"/>
            <a:tailEnd type="none"/>
          </a:ln>
        </p:spPr>
      </p:sp>
      <p:sp>
        <p:nvSpPr>
          <p:cNvPr id="713" name="neuron-level models / 0701 neuron model weights"/>
          <p:cNvSpPr/>
          <p:nvPr/>
        </p:nvSpPr>
        <p:spPr>
          <a:xfrm>
            <a:off x="10762488" y="2404872"/>
            <a:ext cx="676656" cy="676656"/>
          </a:xfrm>
          <a:custGeom>
            <a:avLst/>
            <a:gdLst/>
            <a:ahLst/>
            <a:cxnLst/>
            <a:rect l="0" t="0" r="r" b="b"/>
            <a:pathLst>
              <a:path w="74000" h="74000" fill="none" stroke="1" extrusionOk="0">
                <a:moveTo>
                  <a:pt x="0" y="0"/>
                </a:moveTo>
                <a:lnTo>
                  <a:pt x="74000" y="74000"/>
                </a:lnTo>
              </a:path>
            </a:pathLst>
          </a:custGeom>
          <a:noFill/>
          <a:ln w="12802" cap="rnd" cmpd="sng" algn="ctr">
            <a:solidFill>
              <a:srgbClr val="FF342C">
                <a:alpha val="31000"/>
              </a:srgbClr>
            </a:solidFill>
            <a:round/>
            <a:headEnd type="none"/>
            <a:tailEnd type="none"/>
          </a:ln>
        </p:spPr>
      </p:sp>
      <p:sp>
        <p:nvSpPr>
          <p:cNvPr id="714" name="neuron-level models / 0702 neuron model weights"/>
          <p:cNvSpPr/>
          <p:nvPr/>
        </p:nvSpPr>
        <p:spPr>
          <a:xfrm>
            <a:off x="10762488" y="2404872"/>
            <a:ext cx="864108" cy="676656"/>
          </a:xfrm>
          <a:custGeom>
            <a:avLst/>
            <a:gdLst/>
            <a:ahLst/>
            <a:cxnLst/>
            <a:rect l="0" t="0" r="r" b="b"/>
            <a:pathLst>
              <a:path w="94500" h="74000" fill="none" stroke="1" extrusionOk="0">
                <a:moveTo>
                  <a:pt x="0" y="0"/>
                </a:moveTo>
                <a:lnTo>
                  <a:pt x="94500" y="74000"/>
                </a:lnTo>
              </a:path>
            </a:pathLst>
          </a:custGeom>
          <a:noFill/>
          <a:ln w="12802" cap="rnd" cmpd="sng" algn="ctr">
            <a:solidFill>
              <a:srgbClr val="FF342C">
                <a:alpha val="31000"/>
              </a:srgbClr>
            </a:solidFill>
            <a:round/>
            <a:headEnd type="none"/>
            <a:tailEnd type="none"/>
          </a:ln>
        </p:spPr>
      </p:sp>
      <p:sp>
        <p:nvSpPr>
          <p:cNvPr id="715" name="neuron-level models / 0703 neuron model weights"/>
          <p:cNvSpPr/>
          <p:nvPr/>
        </p:nvSpPr>
        <p:spPr>
          <a:xfrm>
            <a:off x="10762488" y="2404872"/>
            <a:ext cx="1051560" cy="676656"/>
          </a:xfrm>
          <a:custGeom>
            <a:avLst/>
            <a:gdLst/>
            <a:ahLst/>
            <a:cxnLst/>
            <a:rect l="0" t="0" r="r" b="b"/>
            <a:pathLst>
              <a:path w="115000" h="74000" fill="none" stroke="1" extrusionOk="0">
                <a:moveTo>
                  <a:pt x="0" y="0"/>
                </a:moveTo>
                <a:lnTo>
                  <a:pt x="115000" y="74000"/>
                </a:lnTo>
              </a:path>
            </a:pathLst>
          </a:custGeom>
          <a:noFill/>
          <a:ln w="12802" cap="rnd" cmpd="sng" algn="ctr">
            <a:solidFill>
              <a:srgbClr val="FF342C">
                <a:alpha val="31000"/>
              </a:srgbClr>
            </a:solidFill>
            <a:round/>
            <a:headEnd type="none"/>
            <a:tailEnd type="none"/>
          </a:ln>
        </p:spPr>
      </p:sp>
      <p:sp>
        <p:nvSpPr>
          <p:cNvPr id="716" name="neuron-level models / 0704 neuron model weights"/>
          <p:cNvSpPr/>
          <p:nvPr/>
        </p:nvSpPr>
        <p:spPr>
          <a:xfrm>
            <a:off x="9564624" y="1709928"/>
            <a:ext cx="1426464" cy="1371600"/>
          </a:xfrm>
          <a:custGeom>
            <a:avLst/>
            <a:gdLst/>
            <a:ahLst/>
            <a:cxnLst/>
            <a:rect l="0" t="0" r="r" b="b"/>
            <a:pathLst>
              <a:path w="156000" h="150000" fill="none" stroke="1" extrusionOk="0">
                <a:moveTo>
                  <a:pt x="156000" y="0"/>
                </a:moveTo>
                <a:lnTo>
                  <a:pt x="0" y="150000"/>
                </a:lnTo>
              </a:path>
            </a:pathLst>
          </a:custGeom>
          <a:noFill/>
          <a:ln w="12802" cap="rnd" cmpd="sng" algn="ctr">
            <a:solidFill>
              <a:srgbClr val="FF342C">
                <a:alpha val="31000"/>
              </a:srgbClr>
            </a:solidFill>
            <a:round/>
            <a:headEnd type="none"/>
            <a:tailEnd type="none"/>
          </a:ln>
        </p:spPr>
      </p:sp>
      <p:sp>
        <p:nvSpPr>
          <p:cNvPr id="717" name="neuron-level models / 0705 neuron model weights"/>
          <p:cNvSpPr/>
          <p:nvPr/>
        </p:nvSpPr>
        <p:spPr>
          <a:xfrm>
            <a:off x="9752076" y="1709928"/>
            <a:ext cx="1239012" cy="1371600"/>
          </a:xfrm>
          <a:custGeom>
            <a:avLst/>
            <a:gdLst/>
            <a:ahLst/>
            <a:cxnLst/>
            <a:rect l="0" t="0" r="r" b="b"/>
            <a:pathLst>
              <a:path w="135500" h="150000" fill="none" stroke="1" extrusionOk="0">
                <a:moveTo>
                  <a:pt x="135500" y="0"/>
                </a:moveTo>
                <a:lnTo>
                  <a:pt x="0" y="150000"/>
                </a:lnTo>
              </a:path>
            </a:pathLst>
          </a:custGeom>
          <a:noFill/>
          <a:ln w="12802" cap="rnd" cmpd="sng" algn="ctr">
            <a:solidFill>
              <a:srgbClr val="FF342C">
                <a:alpha val="31000"/>
              </a:srgbClr>
            </a:solidFill>
            <a:round/>
            <a:headEnd type="none"/>
            <a:tailEnd type="none"/>
          </a:ln>
        </p:spPr>
      </p:sp>
      <p:sp>
        <p:nvSpPr>
          <p:cNvPr id="718" name="neuron-level models / 0706 neuron model weights"/>
          <p:cNvSpPr/>
          <p:nvPr/>
        </p:nvSpPr>
        <p:spPr>
          <a:xfrm>
            <a:off x="9939528" y="1709928"/>
            <a:ext cx="1051560" cy="1371600"/>
          </a:xfrm>
          <a:custGeom>
            <a:avLst/>
            <a:gdLst/>
            <a:ahLst/>
            <a:cxnLst/>
            <a:rect l="0" t="0" r="r" b="b"/>
            <a:pathLst>
              <a:path w="115000" h="150000" fill="none" stroke="1" extrusionOk="0">
                <a:moveTo>
                  <a:pt x="115000" y="0"/>
                </a:moveTo>
                <a:lnTo>
                  <a:pt x="0" y="150000"/>
                </a:lnTo>
              </a:path>
            </a:pathLst>
          </a:custGeom>
          <a:noFill/>
          <a:ln w="12802" cap="rnd" cmpd="sng" algn="ctr">
            <a:solidFill>
              <a:srgbClr val="FF342C">
                <a:alpha val="31000"/>
              </a:srgbClr>
            </a:solidFill>
            <a:round/>
            <a:headEnd type="none"/>
            <a:tailEnd type="none"/>
          </a:ln>
        </p:spPr>
      </p:sp>
      <p:sp>
        <p:nvSpPr>
          <p:cNvPr id="719" name="neuron-level models / 0707 neuron model weights"/>
          <p:cNvSpPr/>
          <p:nvPr/>
        </p:nvSpPr>
        <p:spPr>
          <a:xfrm>
            <a:off x="10126980" y="1709928"/>
            <a:ext cx="864108" cy="1371600"/>
          </a:xfrm>
          <a:custGeom>
            <a:avLst/>
            <a:gdLst/>
            <a:ahLst/>
            <a:cxnLst/>
            <a:rect l="0" t="0" r="r" b="b"/>
            <a:pathLst>
              <a:path w="94500" h="150000" fill="none" stroke="1" extrusionOk="0">
                <a:moveTo>
                  <a:pt x="94500" y="0"/>
                </a:moveTo>
                <a:lnTo>
                  <a:pt x="0" y="150000"/>
                </a:lnTo>
              </a:path>
            </a:pathLst>
          </a:custGeom>
          <a:noFill/>
          <a:ln w="12802" cap="rnd" cmpd="sng" algn="ctr">
            <a:solidFill>
              <a:srgbClr val="FF342C">
                <a:alpha val="31000"/>
              </a:srgbClr>
            </a:solidFill>
            <a:round/>
            <a:headEnd type="none"/>
            <a:tailEnd type="none"/>
          </a:ln>
        </p:spPr>
      </p:sp>
      <p:sp>
        <p:nvSpPr>
          <p:cNvPr id="720" name="neuron-level models / 0708 neuron model weights"/>
          <p:cNvSpPr/>
          <p:nvPr/>
        </p:nvSpPr>
        <p:spPr>
          <a:xfrm>
            <a:off x="10314432" y="1709928"/>
            <a:ext cx="676656" cy="1371600"/>
          </a:xfrm>
          <a:custGeom>
            <a:avLst/>
            <a:gdLst/>
            <a:ahLst/>
            <a:cxnLst/>
            <a:rect l="0" t="0" r="r" b="b"/>
            <a:pathLst>
              <a:path w="74000" h="150000" fill="none" stroke="1" extrusionOk="0">
                <a:moveTo>
                  <a:pt x="74000" y="0"/>
                </a:moveTo>
                <a:lnTo>
                  <a:pt x="0" y="150000"/>
                </a:lnTo>
              </a:path>
            </a:pathLst>
          </a:custGeom>
          <a:noFill/>
          <a:ln w="12802" cap="rnd" cmpd="sng" algn="ctr">
            <a:solidFill>
              <a:srgbClr val="FF342C">
                <a:alpha val="31000"/>
              </a:srgbClr>
            </a:solidFill>
            <a:round/>
            <a:headEnd type="none"/>
            <a:tailEnd type="none"/>
          </a:ln>
        </p:spPr>
      </p:sp>
      <p:sp>
        <p:nvSpPr>
          <p:cNvPr id="721" name="neuron-level models / 0709 neuron model weights"/>
          <p:cNvSpPr/>
          <p:nvPr/>
        </p:nvSpPr>
        <p:spPr>
          <a:xfrm>
            <a:off x="10501884" y="1709928"/>
            <a:ext cx="489204" cy="1371600"/>
          </a:xfrm>
          <a:custGeom>
            <a:avLst/>
            <a:gdLst/>
            <a:ahLst/>
            <a:cxnLst/>
            <a:rect l="0" t="0" r="r" b="b"/>
            <a:pathLst>
              <a:path w="53500" h="150000" fill="none" stroke="1" extrusionOk="0">
                <a:moveTo>
                  <a:pt x="53500" y="0"/>
                </a:moveTo>
                <a:lnTo>
                  <a:pt x="0" y="150000"/>
                </a:lnTo>
              </a:path>
            </a:pathLst>
          </a:custGeom>
          <a:noFill/>
          <a:ln w="12802" cap="rnd" cmpd="sng" algn="ctr">
            <a:solidFill>
              <a:srgbClr val="FF342C">
                <a:alpha val="31000"/>
              </a:srgbClr>
            </a:solidFill>
            <a:round/>
            <a:headEnd type="none"/>
            <a:tailEnd type="none"/>
          </a:ln>
        </p:spPr>
      </p:sp>
      <p:sp>
        <p:nvSpPr>
          <p:cNvPr id="722" name="neuron-level models / 0710 neuron model weights"/>
          <p:cNvSpPr/>
          <p:nvPr/>
        </p:nvSpPr>
        <p:spPr>
          <a:xfrm>
            <a:off x="10689336" y="1709928"/>
            <a:ext cx="301752" cy="1371600"/>
          </a:xfrm>
          <a:custGeom>
            <a:avLst/>
            <a:gdLst/>
            <a:ahLst/>
            <a:cxnLst/>
            <a:rect l="0" t="0" r="r" b="b"/>
            <a:pathLst>
              <a:path w="33000" h="150000" fill="none" stroke="1" extrusionOk="0">
                <a:moveTo>
                  <a:pt x="33000" y="0"/>
                </a:moveTo>
                <a:lnTo>
                  <a:pt x="0" y="150000"/>
                </a:lnTo>
              </a:path>
            </a:pathLst>
          </a:custGeom>
          <a:noFill/>
          <a:ln w="12802" cap="rnd" cmpd="sng" algn="ctr">
            <a:solidFill>
              <a:srgbClr val="FF342C">
                <a:alpha val="31000"/>
              </a:srgbClr>
            </a:solidFill>
            <a:round/>
            <a:headEnd type="none"/>
            <a:tailEnd type="none"/>
          </a:ln>
        </p:spPr>
      </p:sp>
      <p:sp>
        <p:nvSpPr>
          <p:cNvPr id="723" name="neuron-level models / 0711 neuron model weights"/>
          <p:cNvSpPr/>
          <p:nvPr/>
        </p:nvSpPr>
        <p:spPr>
          <a:xfrm>
            <a:off x="10876788" y="1709928"/>
            <a:ext cx="114300" cy="1371600"/>
          </a:xfrm>
          <a:custGeom>
            <a:avLst/>
            <a:gdLst/>
            <a:ahLst/>
            <a:cxnLst/>
            <a:rect l="0" t="0" r="r" b="b"/>
            <a:pathLst>
              <a:path w="12500" h="150000" fill="none" stroke="1" extrusionOk="0">
                <a:moveTo>
                  <a:pt x="12500" y="0"/>
                </a:moveTo>
                <a:lnTo>
                  <a:pt x="0" y="150000"/>
                </a:lnTo>
              </a:path>
            </a:pathLst>
          </a:custGeom>
          <a:noFill/>
          <a:ln w="12802" cap="rnd" cmpd="sng" algn="ctr">
            <a:solidFill>
              <a:srgbClr val="FF342C">
                <a:alpha val="31000"/>
              </a:srgbClr>
            </a:solidFill>
            <a:round/>
            <a:headEnd type="none"/>
            <a:tailEnd type="none"/>
          </a:ln>
        </p:spPr>
      </p:sp>
      <p:sp>
        <p:nvSpPr>
          <p:cNvPr id="724" name="neuron-level models / 0712 neuron model weights"/>
          <p:cNvSpPr/>
          <p:nvPr/>
        </p:nvSpPr>
        <p:spPr>
          <a:xfrm>
            <a:off x="10991088" y="1709928"/>
            <a:ext cx="73152" cy="1371600"/>
          </a:xfrm>
          <a:custGeom>
            <a:avLst/>
            <a:gdLst/>
            <a:ahLst/>
            <a:cxnLst/>
            <a:rect l="0" t="0" r="r" b="b"/>
            <a:pathLst>
              <a:path w="8000" h="150000" fill="none" stroke="1" extrusionOk="0">
                <a:moveTo>
                  <a:pt x="0" y="0"/>
                </a:moveTo>
                <a:lnTo>
                  <a:pt x="8000" y="150000"/>
                </a:lnTo>
              </a:path>
            </a:pathLst>
          </a:custGeom>
          <a:noFill/>
          <a:ln w="12802" cap="rnd" cmpd="sng" algn="ctr">
            <a:solidFill>
              <a:srgbClr val="FF342C">
                <a:alpha val="31000"/>
              </a:srgbClr>
            </a:solidFill>
            <a:round/>
            <a:headEnd type="none"/>
            <a:tailEnd type="none"/>
          </a:ln>
        </p:spPr>
      </p:sp>
      <p:sp>
        <p:nvSpPr>
          <p:cNvPr id="725" name="neuron-level models / 0713 neuron model weights"/>
          <p:cNvSpPr/>
          <p:nvPr/>
        </p:nvSpPr>
        <p:spPr>
          <a:xfrm>
            <a:off x="10991088" y="1709928"/>
            <a:ext cx="260604" cy="1371600"/>
          </a:xfrm>
          <a:custGeom>
            <a:avLst/>
            <a:gdLst/>
            <a:ahLst/>
            <a:cxnLst/>
            <a:rect l="0" t="0" r="r" b="b"/>
            <a:pathLst>
              <a:path w="28500" h="150000" fill="none" stroke="1" extrusionOk="0">
                <a:moveTo>
                  <a:pt x="0" y="0"/>
                </a:moveTo>
                <a:lnTo>
                  <a:pt x="28500" y="150000"/>
                </a:lnTo>
              </a:path>
            </a:pathLst>
          </a:custGeom>
          <a:noFill/>
          <a:ln w="12802" cap="rnd" cmpd="sng" algn="ctr">
            <a:solidFill>
              <a:srgbClr val="FF342C">
                <a:alpha val="31000"/>
              </a:srgbClr>
            </a:solidFill>
            <a:round/>
            <a:headEnd type="none"/>
            <a:tailEnd type="none"/>
          </a:ln>
        </p:spPr>
      </p:sp>
      <p:sp>
        <p:nvSpPr>
          <p:cNvPr id="726" name="neuron-level models / 0714 neuron model weights"/>
          <p:cNvSpPr/>
          <p:nvPr/>
        </p:nvSpPr>
        <p:spPr>
          <a:xfrm>
            <a:off x="10991088" y="1709928"/>
            <a:ext cx="448056" cy="1371600"/>
          </a:xfrm>
          <a:custGeom>
            <a:avLst/>
            <a:gdLst/>
            <a:ahLst/>
            <a:cxnLst/>
            <a:rect l="0" t="0" r="r" b="b"/>
            <a:pathLst>
              <a:path w="49000" h="150000" fill="none" stroke="1" extrusionOk="0">
                <a:moveTo>
                  <a:pt x="0" y="0"/>
                </a:moveTo>
                <a:lnTo>
                  <a:pt x="49000" y="150000"/>
                </a:lnTo>
              </a:path>
            </a:pathLst>
          </a:custGeom>
          <a:noFill/>
          <a:ln w="12802" cap="rnd" cmpd="sng" algn="ctr">
            <a:solidFill>
              <a:srgbClr val="FF342C">
                <a:alpha val="31000"/>
              </a:srgbClr>
            </a:solidFill>
            <a:round/>
            <a:headEnd type="none"/>
            <a:tailEnd type="none"/>
          </a:ln>
        </p:spPr>
      </p:sp>
      <p:sp>
        <p:nvSpPr>
          <p:cNvPr id="727" name="neuron-level models / 0715 neuron model weights"/>
          <p:cNvSpPr/>
          <p:nvPr/>
        </p:nvSpPr>
        <p:spPr>
          <a:xfrm>
            <a:off x="10991088" y="1709928"/>
            <a:ext cx="635508" cy="1371600"/>
          </a:xfrm>
          <a:custGeom>
            <a:avLst/>
            <a:gdLst/>
            <a:ahLst/>
            <a:cxnLst/>
            <a:rect l="0" t="0" r="r" b="b"/>
            <a:pathLst>
              <a:path w="69500" h="150000" fill="none" stroke="1" extrusionOk="0">
                <a:moveTo>
                  <a:pt x="0" y="0"/>
                </a:moveTo>
                <a:lnTo>
                  <a:pt x="69500" y="150000"/>
                </a:lnTo>
              </a:path>
            </a:pathLst>
          </a:custGeom>
          <a:noFill/>
          <a:ln w="12802" cap="rnd" cmpd="sng" algn="ctr">
            <a:solidFill>
              <a:srgbClr val="FF342C">
                <a:alpha val="31000"/>
              </a:srgbClr>
            </a:solidFill>
            <a:round/>
            <a:headEnd type="none"/>
            <a:tailEnd type="none"/>
          </a:ln>
        </p:spPr>
      </p:sp>
      <p:sp>
        <p:nvSpPr>
          <p:cNvPr id="728" name="neuron-level models / 0716 neuron model weights"/>
          <p:cNvSpPr/>
          <p:nvPr/>
        </p:nvSpPr>
        <p:spPr>
          <a:xfrm>
            <a:off x="10991088" y="1709928"/>
            <a:ext cx="822960" cy="1371600"/>
          </a:xfrm>
          <a:custGeom>
            <a:avLst/>
            <a:gdLst/>
            <a:ahLst/>
            <a:cxnLst/>
            <a:rect l="0" t="0" r="r" b="b"/>
            <a:pathLst>
              <a:path w="90000" h="150000" fill="none" stroke="1" extrusionOk="0">
                <a:moveTo>
                  <a:pt x="0" y="0"/>
                </a:moveTo>
                <a:lnTo>
                  <a:pt x="90000" y="150000"/>
                </a:lnTo>
              </a:path>
            </a:pathLst>
          </a:custGeom>
          <a:noFill/>
          <a:ln w="12802" cap="rnd" cmpd="sng" algn="ctr">
            <a:solidFill>
              <a:srgbClr val="FF342C">
                <a:alpha val="31000"/>
              </a:srgbClr>
            </a:solidFill>
            <a:round/>
            <a:headEnd type="none"/>
            <a:tailEnd type="none"/>
          </a:ln>
        </p:spPr>
      </p:sp>
      <p:sp>
        <p:nvSpPr>
          <p:cNvPr id="729" name="neuron-level models / 0717 neuron model weights"/>
          <p:cNvSpPr/>
          <p:nvPr/>
        </p:nvSpPr>
        <p:spPr>
          <a:xfrm>
            <a:off x="9564624" y="2212848"/>
            <a:ext cx="1591056" cy="868680"/>
          </a:xfrm>
          <a:custGeom>
            <a:avLst/>
            <a:gdLst/>
            <a:ahLst/>
            <a:cxnLst/>
            <a:rect l="0" t="0" r="r" b="b"/>
            <a:pathLst>
              <a:path w="174000" h="95000" fill="none" stroke="1" extrusionOk="0">
                <a:moveTo>
                  <a:pt x="174000" y="0"/>
                </a:moveTo>
                <a:lnTo>
                  <a:pt x="0" y="95000"/>
                </a:lnTo>
              </a:path>
            </a:pathLst>
          </a:custGeom>
          <a:noFill/>
          <a:ln w="12802" cap="rnd" cmpd="sng" algn="ctr">
            <a:solidFill>
              <a:srgbClr val="FF342C">
                <a:alpha val="31000"/>
              </a:srgbClr>
            </a:solidFill>
            <a:round/>
            <a:headEnd type="none"/>
            <a:tailEnd type="none"/>
          </a:ln>
        </p:spPr>
      </p:sp>
      <p:sp>
        <p:nvSpPr>
          <p:cNvPr id="730" name="neuron-level models / 0718 neuron model weights"/>
          <p:cNvSpPr/>
          <p:nvPr/>
        </p:nvSpPr>
        <p:spPr>
          <a:xfrm>
            <a:off x="9752076" y="2212848"/>
            <a:ext cx="1403604" cy="868680"/>
          </a:xfrm>
          <a:custGeom>
            <a:avLst/>
            <a:gdLst/>
            <a:ahLst/>
            <a:cxnLst/>
            <a:rect l="0" t="0" r="r" b="b"/>
            <a:pathLst>
              <a:path w="153500" h="95000" fill="none" stroke="1" extrusionOk="0">
                <a:moveTo>
                  <a:pt x="153500" y="0"/>
                </a:moveTo>
                <a:lnTo>
                  <a:pt x="0" y="95000"/>
                </a:lnTo>
              </a:path>
            </a:pathLst>
          </a:custGeom>
          <a:noFill/>
          <a:ln w="12802" cap="rnd" cmpd="sng" algn="ctr">
            <a:solidFill>
              <a:srgbClr val="FF342C">
                <a:alpha val="31000"/>
              </a:srgbClr>
            </a:solidFill>
            <a:round/>
            <a:headEnd type="none"/>
            <a:tailEnd type="none"/>
          </a:ln>
        </p:spPr>
      </p:sp>
      <p:sp>
        <p:nvSpPr>
          <p:cNvPr id="731" name="neuron-level models / 0719 neuron model weights"/>
          <p:cNvSpPr/>
          <p:nvPr/>
        </p:nvSpPr>
        <p:spPr>
          <a:xfrm>
            <a:off x="9939528" y="2212848"/>
            <a:ext cx="1216152" cy="868680"/>
          </a:xfrm>
          <a:custGeom>
            <a:avLst/>
            <a:gdLst/>
            <a:ahLst/>
            <a:cxnLst/>
            <a:rect l="0" t="0" r="r" b="b"/>
            <a:pathLst>
              <a:path w="133000" h="95000" fill="none" stroke="1" extrusionOk="0">
                <a:moveTo>
                  <a:pt x="133000" y="0"/>
                </a:moveTo>
                <a:lnTo>
                  <a:pt x="0" y="95000"/>
                </a:lnTo>
              </a:path>
            </a:pathLst>
          </a:custGeom>
          <a:noFill/>
          <a:ln w="12802" cap="rnd" cmpd="sng" algn="ctr">
            <a:solidFill>
              <a:srgbClr val="FF342C">
                <a:alpha val="31000"/>
              </a:srgbClr>
            </a:solidFill>
            <a:round/>
            <a:headEnd type="none"/>
            <a:tailEnd type="none"/>
          </a:ln>
        </p:spPr>
      </p:sp>
      <p:sp>
        <p:nvSpPr>
          <p:cNvPr id="732" name="neuron-level models / 0720 neuron model weights"/>
          <p:cNvSpPr/>
          <p:nvPr/>
        </p:nvSpPr>
        <p:spPr>
          <a:xfrm>
            <a:off x="10126980" y="2212848"/>
            <a:ext cx="1028700" cy="868680"/>
          </a:xfrm>
          <a:custGeom>
            <a:avLst/>
            <a:gdLst/>
            <a:ahLst/>
            <a:cxnLst/>
            <a:rect l="0" t="0" r="r" b="b"/>
            <a:pathLst>
              <a:path w="112500" h="95000" fill="none" stroke="1" extrusionOk="0">
                <a:moveTo>
                  <a:pt x="112500" y="0"/>
                </a:moveTo>
                <a:lnTo>
                  <a:pt x="0" y="95000"/>
                </a:lnTo>
              </a:path>
            </a:pathLst>
          </a:custGeom>
          <a:noFill/>
          <a:ln w="12802" cap="rnd" cmpd="sng" algn="ctr">
            <a:solidFill>
              <a:srgbClr val="FF342C">
                <a:alpha val="31000"/>
              </a:srgbClr>
            </a:solidFill>
            <a:round/>
            <a:headEnd type="none"/>
            <a:tailEnd type="none"/>
          </a:ln>
        </p:spPr>
      </p:sp>
      <p:sp>
        <p:nvSpPr>
          <p:cNvPr id="733" name="neuron-level models / 0721 neuron model weights"/>
          <p:cNvSpPr/>
          <p:nvPr/>
        </p:nvSpPr>
        <p:spPr>
          <a:xfrm>
            <a:off x="10314432" y="2212848"/>
            <a:ext cx="841248" cy="868680"/>
          </a:xfrm>
          <a:custGeom>
            <a:avLst/>
            <a:gdLst/>
            <a:ahLst/>
            <a:cxnLst/>
            <a:rect l="0" t="0" r="r" b="b"/>
            <a:pathLst>
              <a:path w="92000" h="95000" fill="none" stroke="1" extrusionOk="0">
                <a:moveTo>
                  <a:pt x="92000" y="0"/>
                </a:moveTo>
                <a:lnTo>
                  <a:pt x="0" y="95000"/>
                </a:lnTo>
              </a:path>
            </a:pathLst>
          </a:custGeom>
          <a:noFill/>
          <a:ln w="12802" cap="rnd" cmpd="sng" algn="ctr">
            <a:solidFill>
              <a:srgbClr val="FF342C">
                <a:alpha val="31000"/>
              </a:srgbClr>
            </a:solidFill>
            <a:round/>
            <a:headEnd type="none"/>
            <a:tailEnd type="none"/>
          </a:ln>
        </p:spPr>
      </p:sp>
      <p:sp>
        <p:nvSpPr>
          <p:cNvPr id="734" name="neuron-level models / 0722 neuron model weights"/>
          <p:cNvSpPr/>
          <p:nvPr/>
        </p:nvSpPr>
        <p:spPr>
          <a:xfrm>
            <a:off x="10501884" y="2212848"/>
            <a:ext cx="653796" cy="868680"/>
          </a:xfrm>
          <a:custGeom>
            <a:avLst/>
            <a:gdLst/>
            <a:ahLst/>
            <a:cxnLst/>
            <a:rect l="0" t="0" r="r" b="b"/>
            <a:pathLst>
              <a:path w="71500" h="95000" fill="none" stroke="1" extrusionOk="0">
                <a:moveTo>
                  <a:pt x="71500" y="0"/>
                </a:moveTo>
                <a:lnTo>
                  <a:pt x="0" y="95000"/>
                </a:lnTo>
              </a:path>
            </a:pathLst>
          </a:custGeom>
          <a:noFill/>
          <a:ln w="12802" cap="rnd" cmpd="sng" algn="ctr">
            <a:solidFill>
              <a:srgbClr val="FF342C">
                <a:alpha val="31000"/>
              </a:srgbClr>
            </a:solidFill>
            <a:round/>
            <a:headEnd type="none"/>
            <a:tailEnd type="none"/>
          </a:ln>
        </p:spPr>
      </p:sp>
      <p:sp>
        <p:nvSpPr>
          <p:cNvPr id="735" name="neuron-level models / 0723 neuron model weights"/>
          <p:cNvSpPr/>
          <p:nvPr/>
        </p:nvSpPr>
        <p:spPr>
          <a:xfrm>
            <a:off x="10689336" y="2212848"/>
            <a:ext cx="466344" cy="868680"/>
          </a:xfrm>
          <a:custGeom>
            <a:avLst/>
            <a:gdLst/>
            <a:ahLst/>
            <a:cxnLst/>
            <a:rect l="0" t="0" r="r" b="b"/>
            <a:pathLst>
              <a:path w="51000" h="95000" fill="none" stroke="1" extrusionOk="0">
                <a:moveTo>
                  <a:pt x="51000" y="0"/>
                </a:moveTo>
                <a:lnTo>
                  <a:pt x="0" y="95000"/>
                </a:lnTo>
              </a:path>
            </a:pathLst>
          </a:custGeom>
          <a:noFill/>
          <a:ln w="12802" cap="rnd" cmpd="sng" algn="ctr">
            <a:solidFill>
              <a:srgbClr val="FF342C">
                <a:alpha val="31000"/>
              </a:srgbClr>
            </a:solidFill>
            <a:round/>
            <a:headEnd type="none"/>
            <a:tailEnd type="none"/>
          </a:ln>
        </p:spPr>
      </p:sp>
      <p:sp>
        <p:nvSpPr>
          <p:cNvPr id="736" name="neuron-level models / 0724 neuron model weights"/>
          <p:cNvSpPr/>
          <p:nvPr/>
        </p:nvSpPr>
        <p:spPr>
          <a:xfrm>
            <a:off x="10876788" y="2212848"/>
            <a:ext cx="278892" cy="868680"/>
          </a:xfrm>
          <a:custGeom>
            <a:avLst/>
            <a:gdLst/>
            <a:ahLst/>
            <a:cxnLst/>
            <a:rect l="0" t="0" r="r" b="b"/>
            <a:pathLst>
              <a:path w="30500" h="95000" fill="none" stroke="1" extrusionOk="0">
                <a:moveTo>
                  <a:pt x="30500" y="0"/>
                </a:moveTo>
                <a:lnTo>
                  <a:pt x="0" y="95000"/>
                </a:lnTo>
              </a:path>
            </a:pathLst>
          </a:custGeom>
          <a:noFill/>
          <a:ln w="12802" cap="rnd" cmpd="sng" algn="ctr">
            <a:solidFill>
              <a:srgbClr val="FF342C">
                <a:alpha val="31000"/>
              </a:srgbClr>
            </a:solidFill>
            <a:round/>
            <a:headEnd type="none"/>
            <a:tailEnd type="none"/>
          </a:ln>
        </p:spPr>
      </p:sp>
      <p:sp>
        <p:nvSpPr>
          <p:cNvPr id="737" name="neuron-level models / 0725 neuron model weights"/>
          <p:cNvSpPr/>
          <p:nvPr/>
        </p:nvSpPr>
        <p:spPr>
          <a:xfrm>
            <a:off x="11064240" y="2212848"/>
            <a:ext cx="91440" cy="868680"/>
          </a:xfrm>
          <a:custGeom>
            <a:avLst/>
            <a:gdLst/>
            <a:ahLst/>
            <a:cxnLst/>
            <a:rect l="0" t="0" r="r" b="b"/>
            <a:pathLst>
              <a:path w="10000" h="95000" fill="none" stroke="1" extrusionOk="0">
                <a:moveTo>
                  <a:pt x="10000" y="0"/>
                </a:moveTo>
                <a:lnTo>
                  <a:pt x="0" y="95000"/>
                </a:lnTo>
              </a:path>
            </a:pathLst>
          </a:custGeom>
          <a:noFill/>
          <a:ln w="12802" cap="rnd" cmpd="sng" algn="ctr">
            <a:solidFill>
              <a:srgbClr val="FF342C">
                <a:alpha val="31000"/>
              </a:srgbClr>
            </a:solidFill>
            <a:round/>
            <a:headEnd type="none"/>
            <a:tailEnd type="none"/>
          </a:ln>
        </p:spPr>
      </p:sp>
      <p:sp>
        <p:nvSpPr>
          <p:cNvPr id="738" name="neuron-level models / 0726 neuron model weights"/>
          <p:cNvSpPr/>
          <p:nvPr/>
        </p:nvSpPr>
        <p:spPr>
          <a:xfrm>
            <a:off x="11155680" y="2212848"/>
            <a:ext cx="96012" cy="868680"/>
          </a:xfrm>
          <a:custGeom>
            <a:avLst/>
            <a:gdLst/>
            <a:ahLst/>
            <a:cxnLst/>
            <a:rect l="0" t="0" r="r" b="b"/>
            <a:pathLst>
              <a:path w="10500" h="95000" fill="none" stroke="1" extrusionOk="0">
                <a:moveTo>
                  <a:pt x="0" y="0"/>
                </a:moveTo>
                <a:lnTo>
                  <a:pt x="10500" y="95000"/>
                </a:lnTo>
              </a:path>
            </a:pathLst>
          </a:custGeom>
          <a:noFill/>
          <a:ln w="12802" cap="rnd" cmpd="sng" algn="ctr">
            <a:solidFill>
              <a:srgbClr val="FF342C">
                <a:alpha val="31000"/>
              </a:srgbClr>
            </a:solidFill>
            <a:round/>
            <a:headEnd type="none"/>
            <a:tailEnd type="none"/>
          </a:ln>
        </p:spPr>
      </p:sp>
      <p:sp>
        <p:nvSpPr>
          <p:cNvPr id="739" name="neuron-level models / 0727 neuron model weights"/>
          <p:cNvSpPr/>
          <p:nvPr/>
        </p:nvSpPr>
        <p:spPr>
          <a:xfrm>
            <a:off x="11155680" y="2212848"/>
            <a:ext cx="283464" cy="868680"/>
          </a:xfrm>
          <a:custGeom>
            <a:avLst/>
            <a:gdLst/>
            <a:ahLst/>
            <a:cxnLst/>
            <a:rect l="0" t="0" r="r" b="b"/>
            <a:pathLst>
              <a:path w="31000" h="95000" fill="none" stroke="1" extrusionOk="0">
                <a:moveTo>
                  <a:pt x="0" y="0"/>
                </a:moveTo>
                <a:lnTo>
                  <a:pt x="31000" y="95000"/>
                </a:lnTo>
              </a:path>
            </a:pathLst>
          </a:custGeom>
          <a:noFill/>
          <a:ln w="12802" cap="rnd" cmpd="sng" algn="ctr">
            <a:solidFill>
              <a:srgbClr val="FF342C">
                <a:alpha val="31000"/>
              </a:srgbClr>
            </a:solidFill>
            <a:round/>
            <a:headEnd type="none"/>
            <a:tailEnd type="none"/>
          </a:ln>
        </p:spPr>
      </p:sp>
      <p:sp>
        <p:nvSpPr>
          <p:cNvPr id="740" name="neuron-level models / 0728 neuron model weights"/>
          <p:cNvSpPr/>
          <p:nvPr/>
        </p:nvSpPr>
        <p:spPr>
          <a:xfrm>
            <a:off x="11155680" y="2212848"/>
            <a:ext cx="470916" cy="868680"/>
          </a:xfrm>
          <a:custGeom>
            <a:avLst/>
            <a:gdLst/>
            <a:ahLst/>
            <a:cxnLst/>
            <a:rect l="0" t="0" r="r" b="b"/>
            <a:pathLst>
              <a:path w="51500" h="95000" fill="none" stroke="1" extrusionOk="0">
                <a:moveTo>
                  <a:pt x="0" y="0"/>
                </a:moveTo>
                <a:lnTo>
                  <a:pt x="51500" y="95000"/>
                </a:lnTo>
              </a:path>
            </a:pathLst>
          </a:custGeom>
          <a:noFill/>
          <a:ln w="12802" cap="rnd" cmpd="sng" algn="ctr">
            <a:solidFill>
              <a:srgbClr val="FF342C">
                <a:alpha val="31000"/>
              </a:srgbClr>
            </a:solidFill>
            <a:round/>
            <a:headEnd type="none"/>
            <a:tailEnd type="none"/>
          </a:ln>
        </p:spPr>
      </p:sp>
      <p:sp>
        <p:nvSpPr>
          <p:cNvPr id="741" name="neuron-level models / 0729 neuron model weights"/>
          <p:cNvSpPr/>
          <p:nvPr/>
        </p:nvSpPr>
        <p:spPr>
          <a:xfrm>
            <a:off x="11155680" y="2212848"/>
            <a:ext cx="658368" cy="868680"/>
          </a:xfrm>
          <a:custGeom>
            <a:avLst/>
            <a:gdLst/>
            <a:ahLst/>
            <a:cxnLst/>
            <a:rect l="0" t="0" r="r" b="b"/>
            <a:pathLst>
              <a:path w="72000" h="95000" fill="none" stroke="1" extrusionOk="0">
                <a:moveTo>
                  <a:pt x="0" y="0"/>
                </a:moveTo>
                <a:lnTo>
                  <a:pt x="72000" y="95000"/>
                </a:lnTo>
              </a:path>
            </a:pathLst>
          </a:custGeom>
          <a:noFill/>
          <a:ln w="12802" cap="rnd" cmpd="sng" algn="ctr">
            <a:solidFill>
              <a:srgbClr val="FF342C">
                <a:alpha val="31000"/>
              </a:srgbClr>
            </a:solidFill>
            <a:round/>
            <a:headEnd type="none"/>
            <a:tailEnd type="none"/>
          </a:ln>
        </p:spPr>
      </p:sp>
      <p:sp>
        <p:nvSpPr>
          <p:cNvPr id="742" name="neuron-level models / 0730 neuron model weights"/>
          <p:cNvSpPr/>
          <p:nvPr/>
        </p:nvSpPr>
        <p:spPr>
          <a:xfrm>
            <a:off x="9564624" y="1975104"/>
            <a:ext cx="1819656" cy="1106424"/>
          </a:xfrm>
          <a:custGeom>
            <a:avLst/>
            <a:gdLst/>
            <a:ahLst/>
            <a:cxnLst/>
            <a:rect l="0" t="0" r="r" b="b"/>
            <a:pathLst>
              <a:path w="199000" h="121000" fill="none" stroke="1" extrusionOk="0">
                <a:moveTo>
                  <a:pt x="199000" y="0"/>
                </a:moveTo>
                <a:lnTo>
                  <a:pt x="0" y="121000"/>
                </a:lnTo>
              </a:path>
            </a:pathLst>
          </a:custGeom>
          <a:noFill/>
          <a:ln w="12802" cap="rnd" cmpd="sng" algn="ctr">
            <a:solidFill>
              <a:srgbClr val="FF342C">
                <a:alpha val="31000"/>
              </a:srgbClr>
            </a:solidFill>
            <a:round/>
            <a:headEnd type="none"/>
            <a:tailEnd type="none"/>
          </a:ln>
        </p:spPr>
      </p:sp>
      <p:sp>
        <p:nvSpPr>
          <p:cNvPr id="743" name="neuron-level models / 0731 neuron model weights"/>
          <p:cNvSpPr/>
          <p:nvPr/>
        </p:nvSpPr>
        <p:spPr>
          <a:xfrm>
            <a:off x="9752076" y="1975104"/>
            <a:ext cx="1632204" cy="1106424"/>
          </a:xfrm>
          <a:custGeom>
            <a:avLst/>
            <a:gdLst/>
            <a:ahLst/>
            <a:cxnLst/>
            <a:rect l="0" t="0" r="r" b="b"/>
            <a:pathLst>
              <a:path w="178500" h="121000" fill="none" stroke="1" extrusionOk="0">
                <a:moveTo>
                  <a:pt x="178500" y="0"/>
                </a:moveTo>
                <a:lnTo>
                  <a:pt x="0" y="121000"/>
                </a:lnTo>
              </a:path>
            </a:pathLst>
          </a:custGeom>
          <a:noFill/>
          <a:ln w="12802" cap="rnd" cmpd="sng" algn="ctr">
            <a:solidFill>
              <a:srgbClr val="FF342C">
                <a:alpha val="31000"/>
              </a:srgbClr>
            </a:solidFill>
            <a:round/>
            <a:headEnd type="none"/>
            <a:tailEnd type="none"/>
          </a:ln>
        </p:spPr>
      </p:sp>
      <p:sp>
        <p:nvSpPr>
          <p:cNvPr id="744" name="neuron-level models / 0732 neuron model weights"/>
          <p:cNvSpPr/>
          <p:nvPr/>
        </p:nvSpPr>
        <p:spPr>
          <a:xfrm>
            <a:off x="9939528" y="1975104"/>
            <a:ext cx="1444752" cy="1106424"/>
          </a:xfrm>
          <a:custGeom>
            <a:avLst/>
            <a:gdLst/>
            <a:ahLst/>
            <a:cxnLst/>
            <a:rect l="0" t="0" r="r" b="b"/>
            <a:pathLst>
              <a:path w="158000" h="121000" fill="none" stroke="1" extrusionOk="0">
                <a:moveTo>
                  <a:pt x="158000" y="0"/>
                </a:moveTo>
                <a:lnTo>
                  <a:pt x="0" y="121000"/>
                </a:lnTo>
              </a:path>
            </a:pathLst>
          </a:custGeom>
          <a:noFill/>
          <a:ln w="12802" cap="rnd" cmpd="sng" algn="ctr">
            <a:solidFill>
              <a:srgbClr val="FF342C">
                <a:alpha val="31000"/>
              </a:srgbClr>
            </a:solidFill>
            <a:round/>
            <a:headEnd type="none"/>
            <a:tailEnd type="none"/>
          </a:ln>
        </p:spPr>
      </p:sp>
      <p:sp>
        <p:nvSpPr>
          <p:cNvPr id="745" name="neuron-level models / 0733 neuron model weights"/>
          <p:cNvSpPr/>
          <p:nvPr/>
        </p:nvSpPr>
        <p:spPr>
          <a:xfrm>
            <a:off x="10126980" y="1975104"/>
            <a:ext cx="1257300" cy="1106424"/>
          </a:xfrm>
          <a:custGeom>
            <a:avLst/>
            <a:gdLst/>
            <a:ahLst/>
            <a:cxnLst/>
            <a:rect l="0" t="0" r="r" b="b"/>
            <a:pathLst>
              <a:path w="137500" h="121000" fill="none" stroke="1" extrusionOk="0">
                <a:moveTo>
                  <a:pt x="137500" y="0"/>
                </a:moveTo>
                <a:lnTo>
                  <a:pt x="0" y="121000"/>
                </a:lnTo>
              </a:path>
            </a:pathLst>
          </a:custGeom>
          <a:noFill/>
          <a:ln w="12802" cap="rnd" cmpd="sng" algn="ctr">
            <a:solidFill>
              <a:srgbClr val="FF342C">
                <a:alpha val="31000"/>
              </a:srgbClr>
            </a:solidFill>
            <a:round/>
            <a:headEnd type="none"/>
            <a:tailEnd type="none"/>
          </a:ln>
        </p:spPr>
      </p:sp>
      <p:sp>
        <p:nvSpPr>
          <p:cNvPr id="746" name="neuron-level models / 0734 neuron model weights"/>
          <p:cNvSpPr/>
          <p:nvPr/>
        </p:nvSpPr>
        <p:spPr>
          <a:xfrm>
            <a:off x="10314432" y="1975104"/>
            <a:ext cx="1069848" cy="1106424"/>
          </a:xfrm>
          <a:custGeom>
            <a:avLst/>
            <a:gdLst/>
            <a:ahLst/>
            <a:cxnLst/>
            <a:rect l="0" t="0" r="r" b="b"/>
            <a:pathLst>
              <a:path w="117000" h="121000" fill="none" stroke="1" extrusionOk="0">
                <a:moveTo>
                  <a:pt x="117000" y="0"/>
                </a:moveTo>
                <a:lnTo>
                  <a:pt x="0" y="121000"/>
                </a:lnTo>
              </a:path>
            </a:pathLst>
          </a:custGeom>
          <a:noFill/>
          <a:ln w="12802" cap="rnd" cmpd="sng" algn="ctr">
            <a:solidFill>
              <a:srgbClr val="FF342C">
                <a:alpha val="31000"/>
              </a:srgbClr>
            </a:solidFill>
            <a:round/>
            <a:headEnd type="none"/>
            <a:tailEnd type="none"/>
          </a:ln>
        </p:spPr>
      </p:sp>
      <p:sp>
        <p:nvSpPr>
          <p:cNvPr id="747" name="neuron-level models / 0735 neuron model weights"/>
          <p:cNvSpPr/>
          <p:nvPr/>
        </p:nvSpPr>
        <p:spPr>
          <a:xfrm>
            <a:off x="10501884" y="1975104"/>
            <a:ext cx="882396" cy="1106424"/>
          </a:xfrm>
          <a:custGeom>
            <a:avLst/>
            <a:gdLst/>
            <a:ahLst/>
            <a:cxnLst/>
            <a:rect l="0" t="0" r="r" b="b"/>
            <a:pathLst>
              <a:path w="96500" h="121000" fill="none" stroke="1" extrusionOk="0">
                <a:moveTo>
                  <a:pt x="96500" y="0"/>
                </a:moveTo>
                <a:lnTo>
                  <a:pt x="0" y="121000"/>
                </a:lnTo>
              </a:path>
            </a:pathLst>
          </a:custGeom>
          <a:noFill/>
          <a:ln w="12802" cap="rnd" cmpd="sng" algn="ctr">
            <a:solidFill>
              <a:srgbClr val="FF342C">
                <a:alpha val="31000"/>
              </a:srgbClr>
            </a:solidFill>
            <a:round/>
            <a:headEnd type="none"/>
            <a:tailEnd type="none"/>
          </a:ln>
        </p:spPr>
      </p:sp>
      <p:sp>
        <p:nvSpPr>
          <p:cNvPr id="748" name="neuron-level models / 0736 neuron model weights"/>
          <p:cNvSpPr/>
          <p:nvPr/>
        </p:nvSpPr>
        <p:spPr>
          <a:xfrm>
            <a:off x="10689336" y="1975104"/>
            <a:ext cx="694944" cy="1106424"/>
          </a:xfrm>
          <a:custGeom>
            <a:avLst/>
            <a:gdLst/>
            <a:ahLst/>
            <a:cxnLst/>
            <a:rect l="0" t="0" r="r" b="b"/>
            <a:pathLst>
              <a:path w="76000" h="121000" fill="none" stroke="1" extrusionOk="0">
                <a:moveTo>
                  <a:pt x="76000" y="0"/>
                </a:moveTo>
                <a:lnTo>
                  <a:pt x="0" y="121000"/>
                </a:lnTo>
              </a:path>
            </a:pathLst>
          </a:custGeom>
          <a:noFill/>
          <a:ln w="12802" cap="rnd" cmpd="sng" algn="ctr">
            <a:solidFill>
              <a:srgbClr val="FF342C">
                <a:alpha val="31000"/>
              </a:srgbClr>
            </a:solidFill>
            <a:round/>
            <a:headEnd type="none"/>
            <a:tailEnd type="none"/>
          </a:ln>
        </p:spPr>
      </p:sp>
      <p:sp>
        <p:nvSpPr>
          <p:cNvPr id="749" name="neuron-level models / 0737 neuron model weights"/>
          <p:cNvSpPr/>
          <p:nvPr/>
        </p:nvSpPr>
        <p:spPr>
          <a:xfrm>
            <a:off x="10876788" y="1975104"/>
            <a:ext cx="507492" cy="1106424"/>
          </a:xfrm>
          <a:custGeom>
            <a:avLst/>
            <a:gdLst/>
            <a:ahLst/>
            <a:cxnLst/>
            <a:rect l="0" t="0" r="r" b="b"/>
            <a:pathLst>
              <a:path w="55500" h="121000" fill="none" stroke="1" extrusionOk="0">
                <a:moveTo>
                  <a:pt x="55500" y="0"/>
                </a:moveTo>
                <a:lnTo>
                  <a:pt x="0" y="121000"/>
                </a:lnTo>
              </a:path>
            </a:pathLst>
          </a:custGeom>
          <a:noFill/>
          <a:ln w="12802" cap="rnd" cmpd="sng" algn="ctr">
            <a:solidFill>
              <a:srgbClr val="FF342C">
                <a:alpha val="31000"/>
              </a:srgbClr>
            </a:solidFill>
            <a:round/>
            <a:headEnd type="none"/>
            <a:tailEnd type="none"/>
          </a:ln>
        </p:spPr>
      </p:sp>
      <p:sp>
        <p:nvSpPr>
          <p:cNvPr id="750" name="neuron-level models / 0738 neuron model weights"/>
          <p:cNvSpPr/>
          <p:nvPr/>
        </p:nvSpPr>
        <p:spPr>
          <a:xfrm>
            <a:off x="11064240" y="1975104"/>
            <a:ext cx="320040" cy="1106424"/>
          </a:xfrm>
          <a:custGeom>
            <a:avLst/>
            <a:gdLst/>
            <a:ahLst/>
            <a:cxnLst/>
            <a:rect l="0" t="0" r="r" b="b"/>
            <a:pathLst>
              <a:path w="35000" h="121000" fill="none" stroke="1" extrusionOk="0">
                <a:moveTo>
                  <a:pt x="35000" y="0"/>
                </a:moveTo>
                <a:lnTo>
                  <a:pt x="0" y="121000"/>
                </a:lnTo>
              </a:path>
            </a:pathLst>
          </a:custGeom>
          <a:noFill/>
          <a:ln w="12802" cap="rnd" cmpd="sng" algn="ctr">
            <a:solidFill>
              <a:srgbClr val="FF342C">
                <a:alpha val="31000"/>
              </a:srgbClr>
            </a:solidFill>
            <a:round/>
            <a:headEnd type="none"/>
            <a:tailEnd type="none"/>
          </a:ln>
        </p:spPr>
      </p:sp>
      <p:sp>
        <p:nvSpPr>
          <p:cNvPr id="751" name="neuron-level models / 0739 neuron model weights"/>
          <p:cNvSpPr/>
          <p:nvPr/>
        </p:nvSpPr>
        <p:spPr>
          <a:xfrm>
            <a:off x="11251692" y="1975104"/>
            <a:ext cx="132588" cy="1106424"/>
          </a:xfrm>
          <a:custGeom>
            <a:avLst/>
            <a:gdLst/>
            <a:ahLst/>
            <a:cxnLst/>
            <a:rect l="0" t="0" r="r" b="b"/>
            <a:pathLst>
              <a:path w="14500" h="121000" fill="none" stroke="1" extrusionOk="0">
                <a:moveTo>
                  <a:pt x="14500" y="0"/>
                </a:moveTo>
                <a:lnTo>
                  <a:pt x="0" y="121000"/>
                </a:lnTo>
              </a:path>
            </a:pathLst>
          </a:custGeom>
          <a:noFill/>
          <a:ln w="12802" cap="rnd" cmpd="sng" algn="ctr">
            <a:solidFill>
              <a:srgbClr val="FF342C">
                <a:alpha val="31000"/>
              </a:srgbClr>
            </a:solidFill>
            <a:round/>
            <a:headEnd type="none"/>
            <a:tailEnd type="none"/>
          </a:ln>
        </p:spPr>
      </p:sp>
      <p:sp>
        <p:nvSpPr>
          <p:cNvPr id="752" name="neuron-level models / 0740 neuron model weights"/>
          <p:cNvSpPr/>
          <p:nvPr/>
        </p:nvSpPr>
        <p:spPr>
          <a:xfrm>
            <a:off x="11384280" y="1975104"/>
            <a:ext cx="54864" cy="1106424"/>
          </a:xfrm>
          <a:custGeom>
            <a:avLst/>
            <a:gdLst/>
            <a:ahLst/>
            <a:cxnLst/>
            <a:rect l="0" t="0" r="r" b="b"/>
            <a:pathLst>
              <a:path w="6000" h="121000" fill="none" stroke="1" extrusionOk="0">
                <a:moveTo>
                  <a:pt x="0" y="0"/>
                </a:moveTo>
                <a:lnTo>
                  <a:pt x="6000" y="121000"/>
                </a:lnTo>
              </a:path>
            </a:pathLst>
          </a:custGeom>
          <a:noFill/>
          <a:ln w="12802" cap="rnd" cmpd="sng" algn="ctr">
            <a:solidFill>
              <a:srgbClr val="FF342C">
                <a:alpha val="31000"/>
              </a:srgbClr>
            </a:solidFill>
            <a:round/>
            <a:headEnd type="none"/>
            <a:tailEnd type="none"/>
          </a:ln>
        </p:spPr>
      </p:sp>
      <p:sp>
        <p:nvSpPr>
          <p:cNvPr id="753" name="neuron-level models / 0741 neuron model weights"/>
          <p:cNvSpPr/>
          <p:nvPr/>
        </p:nvSpPr>
        <p:spPr>
          <a:xfrm>
            <a:off x="11384280" y="1975104"/>
            <a:ext cx="242316" cy="1106424"/>
          </a:xfrm>
          <a:custGeom>
            <a:avLst/>
            <a:gdLst/>
            <a:ahLst/>
            <a:cxnLst/>
            <a:rect l="0" t="0" r="r" b="b"/>
            <a:pathLst>
              <a:path w="26500" h="121000" fill="none" stroke="1" extrusionOk="0">
                <a:moveTo>
                  <a:pt x="0" y="0"/>
                </a:moveTo>
                <a:lnTo>
                  <a:pt x="26500" y="121000"/>
                </a:lnTo>
              </a:path>
            </a:pathLst>
          </a:custGeom>
          <a:noFill/>
          <a:ln w="12802" cap="rnd" cmpd="sng" algn="ctr">
            <a:solidFill>
              <a:srgbClr val="FF342C">
                <a:alpha val="31000"/>
              </a:srgbClr>
            </a:solidFill>
            <a:round/>
            <a:headEnd type="none"/>
            <a:tailEnd type="none"/>
          </a:ln>
        </p:spPr>
      </p:sp>
      <p:sp>
        <p:nvSpPr>
          <p:cNvPr id="754" name="neuron-level models / 0742 neuron model weights"/>
          <p:cNvSpPr/>
          <p:nvPr/>
        </p:nvSpPr>
        <p:spPr>
          <a:xfrm>
            <a:off x="11384280" y="1975104"/>
            <a:ext cx="429768" cy="1106424"/>
          </a:xfrm>
          <a:custGeom>
            <a:avLst/>
            <a:gdLst/>
            <a:ahLst/>
            <a:cxnLst/>
            <a:rect l="0" t="0" r="r" b="b"/>
            <a:pathLst>
              <a:path w="47000" h="121000" fill="none" stroke="1" extrusionOk="0">
                <a:moveTo>
                  <a:pt x="0" y="0"/>
                </a:moveTo>
                <a:lnTo>
                  <a:pt x="47000" y="121000"/>
                </a:lnTo>
              </a:path>
            </a:pathLst>
          </a:custGeom>
          <a:noFill/>
          <a:ln w="12802" cap="rnd" cmpd="sng" algn="ctr">
            <a:solidFill>
              <a:srgbClr val="FF342C">
                <a:alpha val="31000"/>
              </a:srgbClr>
            </a:solidFill>
            <a:round/>
            <a:headEnd type="none"/>
            <a:tailEnd type="none"/>
          </a:ln>
        </p:spPr>
      </p:sp>
      <p:sp>
        <p:nvSpPr>
          <p:cNvPr id="755" name="neuron-level models / 0743 neuron model weights"/>
          <p:cNvSpPr/>
          <p:nvPr/>
        </p:nvSpPr>
        <p:spPr>
          <a:xfrm>
            <a:off x="9564624" y="2112264"/>
            <a:ext cx="1965960" cy="969264"/>
          </a:xfrm>
          <a:custGeom>
            <a:avLst/>
            <a:gdLst/>
            <a:ahLst/>
            <a:cxnLst/>
            <a:rect l="0" t="0" r="r" b="b"/>
            <a:pathLst>
              <a:path w="215000" h="106000" fill="none" stroke="1" extrusionOk="0">
                <a:moveTo>
                  <a:pt x="215000" y="0"/>
                </a:moveTo>
                <a:lnTo>
                  <a:pt x="0" y="106000"/>
                </a:lnTo>
              </a:path>
            </a:pathLst>
          </a:custGeom>
          <a:noFill/>
          <a:ln w="12802" cap="rnd" cmpd="sng" algn="ctr">
            <a:solidFill>
              <a:srgbClr val="FF342C">
                <a:alpha val="31000"/>
              </a:srgbClr>
            </a:solidFill>
            <a:round/>
            <a:headEnd type="none"/>
            <a:tailEnd type="none"/>
          </a:ln>
        </p:spPr>
      </p:sp>
      <p:sp>
        <p:nvSpPr>
          <p:cNvPr id="756" name="neuron-level models / 0744 neuron model weights"/>
          <p:cNvSpPr/>
          <p:nvPr/>
        </p:nvSpPr>
        <p:spPr>
          <a:xfrm>
            <a:off x="9752076" y="2112264"/>
            <a:ext cx="1778508" cy="969264"/>
          </a:xfrm>
          <a:custGeom>
            <a:avLst/>
            <a:gdLst/>
            <a:ahLst/>
            <a:cxnLst/>
            <a:rect l="0" t="0" r="r" b="b"/>
            <a:pathLst>
              <a:path w="194500" h="106000" fill="none" stroke="1" extrusionOk="0">
                <a:moveTo>
                  <a:pt x="194500" y="0"/>
                </a:moveTo>
                <a:lnTo>
                  <a:pt x="0" y="106000"/>
                </a:lnTo>
              </a:path>
            </a:pathLst>
          </a:custGeom>
          <a:noFill/>
          <a:ln w="12802" cap="rnd" cmpd="sng" algn="ctr">
            <a:solidFill>
              <a:srgbClr val="FF342C">
                <a:alpha val="31000"/>
              </a:srgbClr>
            </a:solidFill>
            <a:round/>
            <a:headEnd type="none"/>
            <a:tailEnd type="none"/>
          </a:ln>
        </p:spPr>
      </p:sp>
      <p:sp>
        <p:nvSpPr>
          <p:cNvPr id="757" name="neuron-level models / 0745 neuron model weights"/>
          <p:cNvSpPr/>
          <p:nvPr/>
        </p:nvSpPr>
        <p:spPr>
          <a:xfrm>
            <a:off x="9939528" y="2112264"/>
            <a:ext cx="1591056" cy="969264"/>
          </a:xfrm>
          <a:custGeom>
            <a:avLst/>
            <a:gdLst/>
            <a:ahLst/>
            <a:cxnLst/>
            <a:rect l="0" t="0" r="r" b="b"/>
            <a:pathLst>
              <a:path w="174000" h="106000" fill="none" stroke="1" extrusionOk="0">
                <a:moveTo>
                  <a:pt x="174000" y="0"/>
                </a:moveTo>
                <a:lnTo>
                  <a:pt x="0" y="106000"/>
                </a:lnTo>
              </a:path>
            </a:pathLst>
          </a:custGeom>
          <a:noFill/>
          <a:ln w="12802" cap="rnd" cmpd="sng" algn="ctr">
            <a:solidFill>
              <a:srgbClr val="FF342C">
                <a:alpha val="31000"/>
              </a:srgbClr>
            </a:solidFill>
            <a:round/>
            <a:headEnd type="none"/>
            <a:tailEnd type="none"/>
          </a:ln>
        </p:spPr>
      </p:sp>
      <p:sp>
        <p:nvSpPr>
          <p:cNvPr id="758" name="neuron-level models / 0746 neuron model weights"/>
          <p:cNvSpPr/>
          <p:nvPr/>
        </p:nvSpPr>
        <p:spPr>
          <a:xfrm>
            <a:off x="10126980" y="2112264"/>
            <a:ext cx="1403604" cy="969264"/>
          </a:xfrm>
          <a:custGeom>
            <a:avLst/>
            <a:gdLst/>
            <a:ahLst/>
            <a:cxnLst/>
            <a:rect l="0" t="0" r="r" b="b"/>
            <a:pathLst>
              <a:path w="153500" h="106000" fill="none" stroke="1" extrusionOk="0">
                <a:moveTo>
                  <a:pt x="153500" y="0"/>
                </a:moveTo>
                <a:lnTo>
                  <a:pt x="0" y="106000"/>
                </a:lnTo>
              </a:path>
            </a:pathLst>
          </a:custGeom>
          <a:noFill/>
          <a:ln w="12802" cap="rnd" cmpd="sng" algn="ctr">
            <a:solidFill>
              <a:srgbClr val="FF342C">
                <a:alpha val="31000"/>
              </a:srgbClr>
            </a:solidFill>
            <a:round/>
            <a:headEnd type="none"/>
            <a:tailEnd type="none"/>
          </a:ln>
        </p:spPr>
      </p:sp>
      <p:sp>
        <p:nvSpPr>
          <p:cNvPr id="759" name="neuron-level models / 0747 neuron model weights"/>
          <p:cNvSpPr/>
          <p:nvPr/>
        </p:nvSpPr>
        <p:spPr>
          <a:xfrm>
            <a:off x="10314432" y="2112264"/>
            <a:ext cx="1216152" cy="969264"/>
          </a:xfrm>
          <a:custGeom>
            <a:avLst/>
            <a:gdLst/>
            <a:ahLst/>
            <a:cxnLst/>
            <a:rect l="0" t="0" r="r" b="b"/>
            <a:pathLst>
              <a:path w="133000" h="106000" fill="none" stroke="1" extrusionOk="0">
                <a:moveTo>
                  <a:pt x="133000" y="0"/>
                </a:moveTo>
                <a:lnTo>
                  <a:pt x="0" y="106000"/>
                </a:lnTo>
              </a:path>
            </a:pathLst>
          </a:custGeom>
          <a:noFill/>
          <a:ln w="12802" cap="rnd" cmpd="sng" algn="ctr">
            <a:solidFill>
              <a:srgbClr val="FF342C">
                <a:alpha val="31000"/>
              </a:srgbClr>
            </a:solidFill>
            <a:round/>
            <a:headEnd type="none"/>
            <a:tailEnd type="none"/>
          </a:ln>
        </p:spPr>
      </p:sp>
      <p:sp>
        <p:nvSpPr>
          <p:cNvPr id="760" name="neuron-level models / 0748 neuron model weights"/>
          <p:cNvSpPr/>
          <p:nvPr/>
        </p:nvSpPr>
        <p:spPr>
          <a:xfrm>
            <a:off x="10501884" y="2112264"/>
            <a:ext cx="1028700" cy="969264"/>
          </a:xfrm>
          <a:custGeom>
            <a:avLst/>
            <a:gdLst/>
            <a:ahLst/>
            <a:cxnLst/>
            <a:rect l="0" t="0" r="r" b="b"/>
            <a:pathLst>
              <a:path w="112500" h="106000" fill="none" stroke="1" extrusionOk="0">
                <a:moveTo>
                  <a:pt x="112500" y="0"/>
                </a:moveTo>
                <a:lnTo>
                  <a:pt x="0" y="106000"/>
                </a:lnTo>
              </a:path>
            </a:pathLst>
          </a:custGeom>
          <a:noFill/>
          <a:ln w="12802" cap="rnd" cmpd="sng" algn="ctr">
            <a:solidFill>
              <a:srgbClr val="FF342C">
                <a:alpha val="31000"/>
              </a:srgbClr>
            </a:solidFill>
            <a:round/>
            <a:headEnd type="none"/>
            <a:tailEnd type="none"/>
          </a:ln>
        </p:spPr>
      </p:sp>
      <p:sp>
        <p:nvSpPr>
          <p:cNvPr id="761" name="neuron-level models / 0749 neuron model weights"/>
          <p:cNvSpPr/>
          <p:nvPr/>
        </p:nvSpPr>
        <p:spPr>
          <a:xfrm>
            <a:off x="10689336" y="2112264"/>
            <a:ext cx="841248" cy="969264"/>
          </a:xfrm>
          <a:custGeom>
            <a:avLst/>
            <a:gdLst/>
            <a:ahLst/>
            <a:cxnLst/>
            <a:rect l="0" t="0" r="r" b="b"/>
            <a:pathLst>
              <a:path w="92000" h="106000" fill="none" stroke="1" extrusionOk="0">
                <a:moveTo>
                  <a:pt x="92000" y="0"/>
                </a:moveTo>
                <a:lnTo>
                  <a:pt x="0" y="106000"/>
                </a:lnTo>
              </a:path>
            </a:pathLst>
          </a:custGeom>
          <a:noFill/>
          <a:ln w="12802" cap="rnd" cmpd="sng" algn="ctr">
            <a:solidFill>
              <a:srgbClr val="FF342C">
                <a:alpha val="31000"/>
              </a:srgbClr>
            </a:solidFill>
            <a:round/>
            <a:headEnd type="none"/>
            <a:tailEnd type="none"/>
          </a:ln>
        </p:spPr>
      </p:sp>
      <p:sp>
        <p:nvSpPr>
          <p:cNvPr id="762" name="neuron-level models / 0750 neuron model weights"/>
          <p:cNvSpPr/>
          <p:nvPr/>
        </p:nvSpPr>
        <p:spPr>
          <a:xfrm>
            <a:off x="10876788" y="2112264"/>
            <a:ext cx="653796" cy="969264"/>
          </a:xfrm>
          <a:custGeom>
            <a:avLst/>
            <a:gdLst/>
            <a:ahLst/>
            <a:cxnLst/>
            <a:rect l="0" t="0" r="r" b="b"/>
            <a:pathLst>
              <a:path w="71500" h="106000" fill="none" stroke="1" extrusionOk="0">
                <a:moveTo>
                  <a:pt x="71500" y="0"/>
                </a:moveTo>
                <a:lnTo>
                  <a:pt x="0" y="106000"/>
                </a:lnTo>
              </a:path>
            </a:pathLst>
          </a:custGeom>
          <a:noFill/>
          <a:ln w="12802" cap="rnd" cmpd="sng" algn="ctr">
            <a:solidFill>
              <a:srgbClr val="FF342C">
                <a:alpha val="31000"/>
              </a:srgbClr>
            </a:solidFill>
            <a:round/>
            <a:headEnd type="none"/>
            <a:tailEnd type="none"/>
          </a:ln>
        </p:spPr>
      </p:sp>
      <p:sp>
        <p:nvSpPr>
          <p:cNvPr id="763" name="neuron-level models / 0751 neuron model weights"/>
          <p:cNvSpPr/>
          <p:nvPr/>
        </p:nvSpPr>
        <p:spPr>
          <a:xfrm>
            <a:off x="11064240" y="2112264"/>
            <a:ext cx="466344" cy="969264"/>
          </a:xfrm>
          <a:custGeom>
            <a:avLst/>
            <a:gdLst/>
            <a:ahLst/>
            <a:cxnLst/>
            <a:rect l="0" t="0" r="r" b="b"/>
            <a:pathLst>
              <a:path w="51000" h="106000" fill="none" stroke="1" extrusionOk="0">
                <a:moveTo>
                  <a:pt x="51000" y="0"/>
                </a:moveTo>
                <a:lnTo>
                  <a:pt x="0" y="106000"/>
                </a:lnTo>
              </a:path>
            </a:pathLst>
          </a:custGeom>
          <a:noFill/>
          <a:ln w="12802" cap="rnd" cmpd="sng" algn="ctr">
            <a:solidFill>
              <a:srgbClr val="FF342C">
                <a:alpha val="31000"/>
              </a:srgbClr>
            </a:solidFill>
            <a:round/>
            <a:headEnd type="none"/>
            <a:tailEnd type="none"/>
          </a:ln>
        </p:spPr>
      </p:sp>
      <p:sp>
        <p:nvSpPr>
          <p:cNvPr id="764" name="neuron-level models / 0752 neuron model weights"/>
          <p:cNvSpPr/>
          <p:nvPr/>
        </p:nvSpPr>
        <p:spPr>
          <a:xfrm>
            <a:off x="11251692" y="2112264"/>
            <a:ext cx="278892" cy="969264"/>
          </a:xfrm>
          <a:custGeom>
            <a:avLst/>
            <a:gdLst/>
            <a:ahLst/>
            <a:cxnLst/>
            <a:rect l="0" t="0" r="r" b="b"/>
            <a:pathLst>
              <a:path w="30500" h="106000" fill="none" stroke="1" extrusionOk="0">
                <a:moveTo>
                  <a:pt x="30500" y="0"/>
                </a:moveTo>
                <a:lnTo>
                  <a:pt x="0" y="106000"/>
                </a:lnTo>
              </a:path>
            </a:pathLst>
          </a:custGeom>
          <a:noFill/>
          <a:ln w="12802" cap="rnd" cmpd="sng" algn="ctr">
            <a:solidFill>
              <a:srgbClr val="FF342C">
                <a:alpha val="31000"/>
              </a:srgbClr>
            </a:solidFill>
            <a:round/>
            <a:headEnd type="none"/>
            <a:tailEnd type="none"/>
          </a:ln>
        </p:spPr>
      </p:sp>
      <p:sp>
        <p:nvSpPr>
          <p:cNvPr id="765" name="neuron-level models / 0753 neuron model weights"/>
          <p:cNvSpPr/>
          <p:nvPr/>
        </p:nvSpPr>
        <p:spPr>
          <a:xfrm>
            <a:off x="11439144" y="2112264"/>
            <a:ext cx="91440" cy="969264"/>
          </a:xfrm>
          <a:custGeom>
            <a:avLst/>
            <a:gdLst/>
            <a:ahLst/>
            <a:cxnLst/>
            <a:rect l="0" t="0" r="r" b="b"/>
            <a:pathLst>
              <a:path w="10000" h="106000" fill="none" stroke="1" extrusionOk="0">
                <a:moveTo>
                  <a:pt x="10000" y="0"/>
                </a:moveTo>
                <a:lnTo>
                  <a:pt x="0" y="106000"/>
                </a:lnTo>
              </a:path>
            </a:pathLst>
          </a:custGeom>
          <a:noFill/>
          <a:ln w="12802" cap="rnd" cmpd="sng" algn="ctr">
            <a:solidFill>
              <a:srgbClr val="FF342C">
                <a:alpha val="31000"/>
              </a:srgbClr>
            </a:solidFill>
            <a:round/>
            <a:headEnd type="none"/>
            <a:tailEnd type="none"/>
          </a:ln>
        </p:spPr>
      </p:sp>
      <p:sp>
        <p:nvSpPr>
          <p:cNvPr id="766" name="neuron-level models / 0754 neuron model weights"/>
          <p:cNvSpPr/>
          <p:nvPr/>
        </p:nvSpPr>
        <p:spPr>
          <a:xfrm>
            <a:off x="11530584" y="2112264"/>
            <a:ext cx="96012" cy="969264"/>
          </a:xfrm>
          <a:custGeom>
            <a:avLst/>
            <a:gdLst/>
            <a:ahLst/>
            <a:cxnLst/>
            <a:rect l="0" t="0" r="r" b="b"/>
            <a:pathLst>
              <a:path w="10500" h="106000" fill="none" stroke="1" extrusionOk="0">
                <a:moveTo>
                  <a:pt x="0" y="0"/>
                </a:moveTo>
                <a:lnTo>
                  <a:pt x="10500" y="106000"/>
                </a:lnTo>
              </a:path>
            </a:pathLst>
          </a:custGeom>
          <a:noFill/>
          <a:ln w="12802" cap="rnd" cmpd="sng" algn="ctr">
            <a:solidFill>
              <a:srgbClr val="FF342C">
                <a:alpha val="31000"/>
              </a:srgbClr>
            </a:solidFill>
            <a:round/>
            <a:headEnd type="none"/>
            <a:tailEnd type="none"/>
          </a:ln>
        </p:spPr>
      </p:sp>
      <p:sp>
        <p:nvSpPr>
          <p:cNvPr id="767" name="neuron-level models / 0755 neuron model weights"/>
          <p:cNvSpPr/>
          <p:nvPr/>
        </p:nvSpPr>
        <p:spPr>
          <a:xfrm>
            <a:off x="11530584" y="2112264"/>
            <a:ext cx="283464" cy="969264"/>
          </a:xfrm>
          <a:custGeom>
            <a:avLst/>
            <a:gdLst/>
            <a:ahLst/>
            <a:cxnLst/>
            <a:rect l="0" t="0" r="r" b="b"/>
            <a:pathLst>
              <a:path w="31000" h="106000" fill="none" stroke="1" extrusionOk="0">
                <a:moveTo>
                  <a:pt x="0" y="0"/>
                </a:moveTo>
                <a:lnTo>
                  <a:pt x="31000" y="106000"/>
                </a:lnTo>
              </a:path>
            </a:pathLst>
          </a:custGeom>
          <a:noFill/>
          <a:ln w="12802" cap="rnd" cmpd="sng" algn="ctr">
            <a:solidFill>
              <a:srgbClr val="FF342C">
                <a:alpha val="31000"/>
              </a:srgbClr>
            </a:solidFill>
            <a:round/>
            <a:headEnd type="none"/>
            <a:tailEnd type="none"/>
          </a:ln>
        </p:spPr>
      </p:sp>
      <p:sp>
        <p:nvSpPr>
          <p:cNvPr id="768" name="neuron-level models / 0756 neuron model weights"/>
          <p:cNvSpPr/>
          <p:nvPr/>
        </p:nvSpPr>
        <p:spPr>
          <a:xfrm>
            <a:off x="9564624" y="1984248"/>
            <a:ext cx="2121408" cy="1097280"/>
          </a:xfrm>
          <a:custGeom>
            <a:avLst/>
            <a:gdLst/>
            <a:ahLst/>
            <a:cxnLst/>
            <a:rect l="0" t="0" r="r" b="b"/>
            <a:pathLst>
              <a:path w="232000" h="120000" fill="none" stroke="1" extrusionOk="0">
                <a:moveTo>
                  <a:pt x="232000" y="0"/>
                </a:moveTo>
                <a:lnTo>
                  <a:pt x="0" y="120000"/>
                </a:lnTo>
              </a:path>
            </a:pathLst>
          </a:custGeom>
          <a:noFill/>
          <a:ln w="12802" cap="rnd" cmpd="sng" algn="ctr">
            <a:solidFill>
              <a:srgbClr val="FF342C">
                <a:alpha val="31000"/>
              </a:srgbClr>
            </a:solidFill>
            <a:round/>
            <a:headEnd type="none"/>
            <a:tailEnd type="none"/>
          </a:ln>
        </p:spPr>
      </p:sp>
      <p:sp>
        <p:nvSpPr>
          <p:cNvPr id="769" name="neuron-level models / 0757 neuron model weights"/>
          <p:cNvSpPr/>
          <p:nvPr/>
        </p:nvSpPr>
        <p:spPr>
          <a:xfrm>
            <a:off x="9752076" y="1984248"/>
            <a:ext cx="1933956" cy="1097280"/>
          </a:xfrm>
          <a:custGeom>
            <a:avLst/>
            <a:gdLst/>
            <a:ahLst/>
            <a:cxnLst/>
            <a:rect l="0" t="0" r="r" b="b"/>
            <a:pathLst>
              <a:path w="211500" h="120000" fill="none" stroke="1" extrusionOk="0">
                <a:moveTo>
                  <a:pt x="211500" y="0"/>
                </a:moveTo>
                <a:lnTo>
                  <a:pt x="0" y="120000"/>
                </a:lnTo>
              </a:path>
            </a:pathLst>
          </a:custGeom>
          <a:noFill/>
          <a:ln w="12802" cap="rnd" cmpd="sng" algn="ctr">
            <a:solidFill>
              <a:srgbClr val="FF342C">
                <a:alpha val="31000"/>
              </a:srgbClr>
            </a:solidFill>
            <a:round/>
            <a:headEnd type="none"/>
            <a:tailEnd type="none"/>
          </a:ln>
        </p:spPr>
      </p:sp>
      <p:sp>
        <p:nvSpPr>
          <p:cNvPr id="770" name="neuron-level models / 0758 neuron model weights"/>
          <p:cNvSpPr/>
          <p:nvPr/>
        </p:nvSpPr>
        <p:spPr>
          <a:xfrm>
            <a:off x="9939528" y="1984248"/>
            <a:ext cx="1746504" cy="1097280"/>
          </a:xfrm>
          <a:custGeom>
            <a:avLst/>
            <a:gdLst/>
            <a:ahLst/>
            <a:cxnLst/>
            <a:rect l="0" t="0" r="r" b="b"/>
            <a:pathLst>
              <a:path w="191000" h="120000" fill="none" stroke="1" extrusionOk="0">
                <a:moveTo>
                  <a:pt x="191000" y="0"/>
                </a:moveTo>
                <a:lnTo>
                  <a:pt x="0" y="120000"/>
                </a:lnTo>
              </a:path>
            </a:pathLst>
          </a:custGeom>
          <a:noFill/>
          <a:ln w="12802" cap="rnd" cmpd="sng" algn="ctr">
            <a:solidFill>
              <a:srgbClr val="FF342C">
                <a:alpha val="31000"/>
              </a:srgbClr>
            </a:solidFill>
            <a:round/>
            <a:headEnd type="none"/>
            <a:tailEnd type="none"/>
          </a:ln>
        </p:spPr>
      </p:sp>
      <p:sp>
        <p:nvSpPr>
          <p:cNvPr id="771" name="neuron-level models / 0759 neuron model weights"/>
          <p:cNvSpPr/>
          <p:nvPr/>
        </p:nvSpPr>
        <p:spPr>
          <a:xfrm>
            <a:off x="10126980" y="1984248"/>
            <a:ext cx="1559052" cy="1097280"/>
          </a:xfrm>
          <a:custGeom>
            <a:avLst/>
            <a:gdLst/>
            <a:ahLst/>
            <a:cxnLst/>
            <a:rect l="0" t="0" r="r" b="b"/>
            <a:pathLst>
              <a:path w="170500" h="120000" fill="none" stroke="1" extrusionOk="0">
                <a:moveTo>
                  <a:pt x="170500" y="0"/>
                </a:moveTo>
                <a:lnTo>
                  <a:pt x="0" y="120000"/>
                </a:lnTo>
              </a:path>
            </a:pathLst>
          </a:custGeom>
          <a:noFill/>
          <a:ln w="12802" cap="rnd" cmpd="sng" algn="ctr">
            <a:solidFill>
              <a:srgbClr val="FF342C">
                <a:alpha val="31000"/>
              </a:srgbClr>
            </a:solidFill>
            <a:round/>
            <a:headEnd type="none"/>
            <a:tailEnd type="none"/>
          </a:ln>
        </p:spPr>
      </p:sp>
      <p:sp>
        <p:nvSpPr>
          <p:cNvPr id="772" name="neuron-level models / 0760 neuron model weights"/>
          <p:cNvSpPr/>
          <p:nvPr/>
        </p:nvSpPr>
        <p:spPr>
          <a:xfrm>
            <a:off x="10314432" y="1984248"/>
            <a:ext cx="1371600" cy="1097280"/>
          </a:xfrm>
          <a:custGeom>
            <a:avLst/>
            <a:gdLst/>
            <a:ahLst/>
            <a:cxnLst/>
            <a:rect l="0" t="0" r="r" b="b"/>
            <a:pathLst>
              <a:path w="150000" h="120000" fill="none" stroke="1" extrusionOk="0">
                <a:moveTo>
                  <a:pt x="150000" y="0"/>
                </a:moveTo>
                <a:lnTo>
                  <a:pt x="0" y="120000"/>
                </a:lnTo>
              </a:path>
            </a:pathLst>
          </a:custGeom>
          <a:noFill/>
          <a:ln w="12802" cap="rnd" cmpd="sng" algn="ctr">
            <a:solidFill>
              <a:srgbClr val="FF342C">
                <a:alpha val="31000"/>
              </a:srgbClr>
            </a:solidFill>
            <a:round/>
            <a:headEnd type="none"/>
            <a:tailEnd type="none"/>
          </a:ln>
        </p:spPr>
      </p:sp>
      <p:sp>
        <p:nvSpPr>
          <p:cNvPr id="773" name="neuron-level models / 0761 neuron model weights"/>
          <p:cNvSpPr/>
          <p:nvPr/>
        </p:nvSpPr>
        <p:spPr>
          <a:xfrm>
            <a:off x="10501884" y="1984248"/>
            <a:ext cx="1184148" cy="1097280"/>
          </a:xfrm>
          <a:custGeom>
            <a:avLst/>
            <a:gdLst/>
            <a:ahLst/>
            <a:cxnLst/>
            <a:rect l="0" t="0" r="r" b="b"/>
            <a:pathLst>
              <a:path w="129500" h="120000" fill="none" stroke="1" extrusionOk="0">
                <a:moveTo>
                  <a:pt x="129500" y="0"/>
                </a:moveTo>
                <a:lnTo>
                  <a:pt x="0" y="120000"/>
                </a:lnTo>
              </a:path>
            </a:pathLst>
          </a:custGeom>
          <a:noFill/>
          <a:ln w="12802" cap="rnd" cmpd="sng" algn="ctr">
            <a:solidFill>
              <a:srgbClr val="FF342C">
                <a:alpha val="31000"/>
              </a:srgbClr>
            </a:solidFill>
            <a:round/>
            <a:headEnd type="none"/>
            <a:tailEnd type="none"/>
          </a:ln>
        </p:spPr>
      </p:sp>
      <p:sp>
        <p:nvSpPr>
          <p:cNvPr id="774" name="neuron-level models / 0762 neuron model weights"/>
          <p:cNvSpPr/>
          <p:nvPr/>
        </p:nvSpPr>
        <p:spPr>
          <a:xfrm>
            <a:off x="10689336" y="1984248"/>
            <a:ext cx="996696" cy="1097280"/>
          </a:xfrm>
          <a:custGeom>
            <a:avLst/>
            <a:gdLst/>
            <a:ahLst/>
            <a:cxnLst/>
            <a:rect l="0" t="0" r="r" b="b"/>
            <a:pathLst>
              <a:path w="109000" h="120000" fill="none" stroke="1" extrusionOk="0">
                <a:moveTo>
                  <a:pt x="109000" y="0"/>
                </a:moveTo>
                <a:lnTo>
                  <a:pt x="0" y="120000"/>
                </a:lnTo>
              </a:path>
            </a:pathLst>
          </a:custGeom>
          <a:noFill/>
          <a:ln w="12802" cap="rnd" cmpd="sng" algn="ctr">
            <a:solidFill>
              <a:srgbClr val="FF342C">
                <a:alpha val="31000"/>
              </a:srgbClr>
            </a:solidFill>
            <a:round/>
            <a:headEnd type="none"/>
            <a:tailEnd type="none"/>
          </a:ln>
        </p:spPr>
      </p:sp>
      <p:sp>
        <p:nvSpPr>
          <p:cNvPr id="775" name="neuron-level models / 0763 neuron model weights"/>
          <p:cNvSpPr/>
          <p:nvPr/>
        </p:nvSpPr>
        <p:spPr>
          <a:xfrm>
            <a:off x="10876788" y="1984248"/>
            <a:ext cx="809244" cy="1097280"/>
          </a:xfrm>
          <a:custGeom>
            <a:avLst/>
            <a:gdLst/>
            <a:ahLst/>
            <a:cxnLst/>
            <a:rect l="0" t="0" r="r" b="b"/>
            <a:pathLst>
              <a:path w="88500" h="120000" fill="none" stroke="1" extrusionOk="0">
                <a:moveTo>
                  <a:pt x="88500" y="0"/>
                </a:moveTo>
                <a:lnTo>
                  <a:pt x="0" y="120000"/>
                </a:lnTo>
              </a:path>
            </a:pathLst>
          </a:custGeom>
          <a:noFill/>
          <a:ln w="12802" cap="rnd" cmpd="sng" algn="ctr">
            <a:solidFill>
              <a:srgbClr val="FF342C">
                <a:alpha val="31000"/>
              </a:srgbClr>
            </a:solidFill>
            <a:round/>
            <a:headEnd type="none"/>
            <a:tailEnd type="none"/>
          </a:ln>
        </p:spPr>
      </p:sp>
      <p:sp>
        <p:nvSpPr>
          <p:cNvPr id="776" name="neuron-level models / 0764 neuron model weights"/>
          <p:cNvSpPr/>
          <p:nvPr/>
        </p:nvSpPr>
        <p:spPr>
          <a:xfrm>
            <a:off x="11064240" y="1984248"/>
            <a:ext cx="621792" cy="1097280"/>
          </a:xfrm>
          <a:custGeom>
            <a:avLst/>
            <a:gdLst/>
            <a:ahLst/>
            <a:cxnLst/>
            <a:rect l="0" t="0" r="r" b="b"/>
            <a:pathLst>
              <a:path w="68000" h="120000" fill="none" stroke="1" extrusionOk="0">
                <a:moveTo>
                  <a:pt x="68000" y="0"/>
                </a:moveTo>
                <a:lnTo>
                  <a:pt x="0" y="120000"/>
                </a:lnTo>
              </a:path>
            </a:pathLst>
          </a:custGeom>
          <a:noFill/>
          <a:ln w="12802" cap="rnd" cmpd="sng" algn="ctr">
            <a:solidFill>
              <a:srgbClr val="FF342C">
                <a:alpha val="31000"/>
              </a:srgbClr>
            </a:solidFill>
            <a:round/>
            <a:headEnd type="none"/>
            <a:tailEnd type="none"/>
          </a:ln>
        </p:spPr>
      </p:sp>
      <p:sp>
        <p:nvSpPr>
          <p:cNvPr id="777" name="neuron-level models / 0765 neuron model weights"/>
          <p:cNvSpPr/>
          <p:nvPr/>
        </p:nvSpPr>
        <p:spPr>
          <a:xfrm>
            <a:off x="11251692" y="1984248"/>
            <a:ext cx="434340" cy="1097280"/>
          </a:xfrm>
          <a:custGeom>
            <a:avLst/>
            <a:gdLst/>
            <a:ahLst/>
            <a:cxnLst/>
            <a:rect l="0" t="0" r="r" b="b"/>
            <a:pathLst>
              <a:path w="47500" h="120000" fill="none" stroke="1" extrusionOk="0">
                <a:moveTo>
                  <a:pt x="47500" y="0"/>
                </a:moveTo>
                <a:lnTo>
                  <a:pt x="0" y="120000"/>
                </a:lnTo>
              </a:path>
            </a:pathLst>
          </a:custGeom>
          <a:noFill/>
          <a:ln w="12802" cap="rnd" cmpd="sng" algn="ctr">
            <a:solidFill>
              <a:srgbClr val="FF342C">
                <a:alpha val="31000"/>
              </a:srgbClr>
            </a:solidFill>
            <a:round/>
            <a:headEnd type="none"/>
            <a:tailEnd type="none"/>
          </a:ln>
        </p:spPr>
      </p:sp>
      <p:sp>
        <p:nvSpPr>
          <p:cNvPr id="778" name="neuron-level models / 0766 neuron model weights"/>
          <p:cNvSpPr/>
          <p:nvPr/>
        </p:nvSpPr>
        <p:spPr>
          <a:xfrm>
            <a:off x="11439144" y="1984248"/>
            <a:ext cx="246888" cy="1097280"/>
          </a:xfrm>
          <a:custGeom>
            <a:avLst/>
            <a:gdLst/>
            <a:ahLst/>
            <a:cxnLst/>
            <a:rect l="0" t="0" r="r" b="b"/>
            <a:pathLst>
              <a:path w="27000" h="120000" fill="none" stroke="1" extrusionOk="0">
                <a:moveTo>
                  <a:pt x="27000" y="0"/>
                </a:moveTo>
                <a:lnTo>
                  <a:pt x="0" y="120000"/>
                </a:lnTo>
              </a:path>
            </a:pathLst>
          </a:custGeom>
          <a:noFill/>
          <a:ln w="12802" cap="rnd" cmpd="sng" algn="ctr">
            <a:solidFill>
              <a:srgbClr val="FF342C">
                <a:alpha val="31000"/>
              </a:srgbClr>
            </a:solidFill>
            <a:round/>
            <a:headEnd type="none"/>
            <a:tailEnd type="none"/>
          </a:ln>
        </p:spPr>
      </p:sp>
      <p:sp>
        <p:nvSpPr>
          <p:cNvPr id="779" name="neuron-level models / 0767 neuron model weights"/>
          <p:cNvSpPr/>
          <p:nvPr/>
        </p:nvSpPr>
        <p:spPr>
          <a:xfrm>
            <a:off x="11626596" y="1984248"/>
            <a:ext cx="59436" cy="1097280"/>
          </a:xfrm>
          <a:custGeom>
            <a:avLst/>
            <a:gdLst/>
            <a:ahLst/>
            <a:cxnLst/>
            <a:rect l="0" t="0" r="r" b="b"/>
            <a:pathLst>
              <a:path w="6500" h="120000" fill="none" stroke="1" extrusionOk="0">
                <a:moveTo>
                  <a:pt x="6500" y="0"/>
                </a:moveTo>
                <a:lnTo>
                  <a:pt x="0" y="120000"/>
                </a:lnTo>
              </a:path>
            </a:pathLst>
          </a:custGeom>
          <a:noFill/>
          <a:ln w="12802" cap="rnd" cmpd="sng" algn="ctr">
            <a:solidFill>
              <a:srgbClr val="FF342C">
                <a:alpha val="31000"/>
              </a:srgbClr>
            </a:solidFill>
            <a:round/>
            <a:headEnd type="none"/>
            <a:tailEnd type="none"/>
          </a:ln>
        </p:spPr>
      </p:sp>
      <p:sp>
        <p:nvSpPr>
          <p:cNvPr id="780" name="neuron-level models / 0768 neuron model weights"/>
          <p:cNvSpPr/>
          <p:nvPr/>
        </p:nvSpPr>
        <p:spPr>
          <a:xfrm>
            <a:off x="11686032" y="1984248"/>
            <a:ext cx="128016" cy="1097280"/>
          </a:xfrm>
          <a:custGeom>
            <a:avLst/>
            <a:gdLst/>
            <a:ahLst/>
            <a:cxnLst/>
            <a:rect l="0" t="0" r="r" b="b"/>
            <a:pathLst>
              <a:path w="14000" h="120000" fill="none" stroke="1" extrusionOk="0">
                <a:moveTo>
                  <a:pt x="0" y="0"/>
                </a:moveTo>
                <a:lnTo>
                  <a:pt x="14000" y="120000"/>
                </a:lnTo>
              </a:path>
            </a:pathLst>
          </a:custGeom>
          <a:noFill/>
          <a:ln w="12802" cap="rnd" cmpd="sng" algn="ctr">
            <a:solidFill>
              <a:srgbClr val="FF342C">
                <a:alpha val="31000"/>
              </a:srgbClr>
            </a:solidFill>
            <a:round/>
            <a:headEnd type="none"/>
            <a:tailEnd type="none"/>
          </a:ln>
        </p:spPr>
      </p:sp>
      <p:sp>
        <p:nvSpPr>
          <p:cNvPr id="781" name="neuron-level models / 0769 neuron model weights"/>
          <p:cNvSpPr/>
          <p:nvPr/>
        </p:nvSpPr>
        <p:spPr>
          <a:xfrm>
            <a:off x="9564624" y="2203704"/>
            <a:ext cx="2276856" cy="877824"/>
          </a:xfrm>
          <a:custGeom>
            <a:avLst/>
            <a:gdLst/>
            <a:ahLst/>
            <a:cxnLst/>
            <a:rect l="0" t="0" r="r" b="b"/>
            <a:pathLst>
              <a:path w="249000" h="96000" fill="none" stroke="1" extrusionOk="0">
                <a:moveTo>
                  <a:pt x="249000" y="0"/>
                </a:moveTo>
                <a:lnTo>
                  <a:pt x="0" y="96000"/>
                </a:lnTo>
              </a:path>
            </a:pathLst>
          </a:custGeom>
          <a:noFill/>
          <a:ln w="12802" cap="rnd" cmpd="sng" algn="ctr">
            <a:solidFill>
              <a:srgbClr val="FF342C">
                <a:alpha val="31000"/>
              </a:srgbClr>
            </a:solidFill>
            <a:round/>
            <a:headEnd type="none"/>
            <a:tailEnd type="none"/>
          </a:ln>
        </p:spPr>
      </p:sp>
      <p:sp>
        <p:nvSpPr>
          <p:cNvPr id="782" name="neuron-level models / 0770 neuron model weights"/>
          <p:cNvSpPr/>
          <p:nvPr/>
        </p:nvSpPr>
        <p:spPr>
          <a:xfrm>
            <a:off x="9752076" y="2203704"/>
            <a:ext cx="2089404" cy="877824"/>
          </a:xfrm>
          <a:custGeom>
            <a:avLst/>
            <a:gdLst/>
            <a:ahLst/>
            <a:cxnLst/>
            <a:rect l="0" t="0" r="r" b="b"/>
            <a:pathLst>
              <a:path w="228500" h="96000" fill="none" stroke="1" extrusionOk="0">
                <a:moveTo>
                  <a:pt x="228500" y="0"/>
                </a:moveTo>
                <a:lnTo>
                  <a:pt x="0" y="96000"/>
                </a:lnTo>
              </a:path>
            </a:pathLst>
          </a:custGeom>
          <a:noFill/>
          <a:ln w="12802" cap="rnd" cmpd="sng" algn="ctr">
            <a:solidFill>
              <a:srgbClr val="FF342C">
                <a:alpha val="31000"/>
              </a:srgbClr>
            </a:solidFill>
            <a:round/>
            <a:headEnd type="none"/>
            <a:tailEnd type="none"/>
          </a:ln>
        </p:spPr>
      </p:sp>
      <p:sp>
        <p:nvSpPr>
          <p:cNvPr id="783" name="neuron-level models / 0771 neuron model weights"/>
          <p:cNvSpPr/>
          <p:nvPr/>
        </p:nvSpPr>
        <p:spPr>
          <a:xfrm>
            <a:off x="9939528" y="2203704"/>
            <a:ext cx="1901952" cy="877824"/>
          </a:xfrm>
          <a:custGeom>
            <a:avLst/>
            <a:gdLst/>
            <a:ahLst/>
            <a:cxnLst/>
            <a:rect l="0" t="0" r="r" b="b"/>
            <a:pathLst>
              <a:path w="208000" h="96000" fill="none" stroke="1" extrusionOk="0">
                <a:moveTo>
                  <a:pt x="208000" y="0"/>
                </a:moveTo>
                <a:lnTo>
                  <a:pt x="0" y="96000"/>
                </a:lnTo>
              </a:path>
            </a:pathLst>
          </a:custGeom>
          <a:noFill/>
          <a:ln w="12802" cap="rnd" cmpd="sng" algn="ctr">
            <a:solidFill>
              <a:srgbClr val="FF342C">
                <a:alpha val="31000"/>
              </a:srgbClr>
            </a:solidFill>
            <a:round/>
            <a:headEnd type="none"/>
            <a:tailEnd type="none"/>
          </a:ln>
        </p:spPr>
      </p:sp>
      <p:sp>
        <p:nvSpPr>
          <p:cNvPr id="784" name="neuron-level models / 0772 neuron model weights"/>
          <p:cNvSpPr/>
          <p:nvPr/>
        </p:nvSpPr>
        <p:spPr>
          <a:xfrm>
            <a:off x="10126980" y="2203704"/>
            <a:ext cx="1714500" cy="877824"/>
          </a:xfrm>
          <a:custGeom>
            <a:avLst/>
            <a:gdLst/>
            <a:ahLst/>
            <a:cxnLst/>
            <a:rect l="0" t="0" r="r" b="b"/>
            <a:pathLst>
              <a:path w="187500" h="96000" fill="none" stroke="1" extrusionOk="0">
                <a:moveTo>
                  <a:pt x="187500" y="0"/>
                </a:moveTo>
                <a:lnTo>
                  <a:pt x="0" y="96000"/>
                </a:lnTo>
              </a:path>
            </a:pathLst>
          </a:custGeom>
          <a:noFill/>
          <a:ln w="12802" cap="rnd" cmpd="sng" algn="ctr">
            <a:solidFill>
              <a:srgbClr val="FF342C">
                <a:alpha val="31000"/>
              </a:srgbClr>
            </a:solidFill>
            <a:round/>
            <a:headEnd type="none"/>
            <a:tailEnd type="none"/>
          </a:ln>
        </p:spPr>
      </p:sp>
      <p:sp>
        <p:nvSpPr>
          <p:cNvPr id="785" name="neuron-level models / 0773 neuron model weights"/>
          <p:cNvSpPr/>
          <p:nvPr/>
        </p:nvSpPr>
        <p:spPr>
          <a:xfrm>
            <a:off x="10314432" y="2203704"/>
            <a:ext cx="1527048" cy="877824"/>
          </a:xfrm>
          <a:custGeom>
            <a:avLst/>
            <a:gdLst/>
            <a:ahLst/>
            <a:cxnLst/>
            <a:rect l="0" t="0" r="r" b="b"/>
            <a:pathLst>
              <a:path w="167000" h="96000" fill="none" stroke="1" extrusionOk="0">
                <a:moveTo>
                  <a:pt x="167000" y="0"/>
                </a:moveTo>
                <a:lnTo>
                  <a:pt x="0" y="96000"/>
                </a:lnTo>
              </a:path>
            </a:pathLst>
          </a:custGeom>
          <a:noFill/>
          <a:ln w="12802" cap="rnd" cmpd="sng" algn="ctr">
            <a:solidFill>
              <a:srgbClr val="FF342C">
                <a:alpha val="31000"/>
              </a:srgbClr>
            </a:solidFill>
            <a:round/>
            <a:headEnd type="none"/>
            <a:tailEnd type="none"/>
          </a:ln>
        </p:spPr>
      </p:sp>
      <p:sp>
        <p:nvSpPr>
          <p:cNvPr id="786" name="neuron-level models / 0774 neuron model weights"/>
          <p:cNvSpPr/>
          <p:nvPr/>
        </p:nvSpPr>
        <p:spPr>
          <a:xfrm>
            <a:off x="10501884" y="2203704"/>
            <a:ext cx="1339596" cy="877824"/>
          </a:xfrm>
          <a:custGeom>
            <a:avLst/>
            <a:gdLst/>
            <a:ahLst/>
            <a:cxnLst/>
            <a:rect l="0" t="0" r="r" b="b"/>
            <a:pathLst>
              <a:path w="146500" h="96000" fill="none" stroke="1" extrusionOk="0">
                <a:moveTo>
                  <a:pt x="146500" y="0"/>
                </a:moveTo>
                <a:lnTo>
                  <a:pt x="0" y="96000"/>
                </a:lnTo>
              </a:path>
            </a:pathLst>
          </a:custGeom>
          <a:noFill/>
          <a:ln w="12802" cap="rnd" cmpd="sng" algn="ctr">
            <a:solidFill>
              <a:srgbClr val="FF342C">
                <a:alpha val="31000"/>
              </a:srgbClr>
            </a:solidFill>
            <a:round/>
            <a:headEnd type="none"/>
            <a:tailEnd type="none"/>
          </a:ln>
        </p:spPr>
      </p:sp>
      <p:sp>
        <p:nvSpPr>
          <p:cNvPr id="787" name="neuron-level models / 0775 neuron model weights"/>
          <p:cNvSpPr/>
          <p:nvPr/>
        </p:nvSpPr>
        <p:spPr>
          <a:xfrm>
            <a:off x="10689336" y="2203704"/>
            <a:ext cx="1152144" cy="877824"/>
          </a:xfrm>
          <a:custGeom>
            <a:avLst/>
            <a:gdLst/>
            <a:ahLst/>
            <a:cxnLst/>
            <a:rect l="0" t="0" r="r" b="b"/>
            <a:pathLst>
              <a:path w="126000" h="96000" fill="none" stroke="1" extrusionOk="0">
                <a:moveTo>
                  <a:pt x="126000" y="0"/>
                </a:moveTo>
                <a:lnTo>
                  <a:pt x="0" y="96000"/>
                </a:lnTo>
              </a:path>
            </a:pathLst>
          </a:custGeom>
          <a:noFill/>
          <a:ln w="12802" cap="rnd" cmpd="sng" algn="ctr">
            <a:solidFill>
              <a:srgbClr val="FF342C">
                <a:alpha val="31000"/>
              </a:srgbClr>
            </a:solidFill>
            <a:round/>
            <a:headEnd type="none"/>
            <a:tailEnd type="none"/>
          </a:ln>
        </p:spPr>
      </p:sp>
      <p:sp>
        <p:nvSpPr>
          <p:cNvPr id="788" name="neuron-level models / 0776 neuron model weights"/>
          <p:cNvSpPr/>
          <p:nvPr/>
        </p:nvSpPr>
        <p:spPr>
          <a:xfrm>
            <a:off x="10876788" y="2203704"/>
            <a:ext cx="964692" cy="877824"/>
          </a:xfrm>
          <a:custGeom>
            <a:avLst/>
            <a:gdLst/>
            <a:ahLst/>
            <a:cxnLst/>
            <a:rect l="0" t="0" r="r" b="b"/>
            <a:pathLst>
              <a:path w="105500" h="96000" fill="none" stroke="1" extrusionOk="0">
                <a:moveTo>
                  <a:pt x="105500" y="0"/>
                </a:moveTo>
                <a:lnTo>
                  <a:pt x="0" y="96000"/>
                </a:lnTo>
              </a:path>
            </a:pathLst>
          </a:custGeom>
          <a:noFill/>
          <a:ln w="12802" cap="rnd" cmpd="sng" algn="ctr">
            <a:solidFill>
              <a:srgbClr val="FF342C">
                <a:alpha val="31000"/>
              </a:srgbClr>
            </a:solidFill>
            <a:round/>
            <a:headEnd type="none"/>
            <a:tailEnd type="none"/>
          </a:ln>
        </p:spPr>
      </p:sp>
      <p:sp>
        <p:nvSpPr>
          <p:cNvPr id="789" name="neuron-level models / 0777 neuron model weights"/>
          <p:cNvSpPr/>
          <p:nvPr/>
        </p:nvSpPr>
        <p:spPr>
          <a:xfrm>
            <a:off x="11064240" y="2203704"/>
            <a:ext cx="777240" cy="877824"/>
          </a:xfrm>
          <a:custGeom>
            <a:avLst/>
            <a:gdLst/>
            <a:ahLst/>
            <a:cxnLst/>
            <a:rect l="0" t="0" r="r" b="b"/>
            <a:pathLst>
              <a:path w="85000" h="96000" fill="none" stroke="1" extrusionOk="0">
                <a:moveTo>
                  <a:pt x="85000" y="0"/>
                </a:moveTo>
                <a:lnTo>
                  <a:pt x="0" y="96000"/>
                </a:lnTo>
              </a:path>
            </a:pathLst>
          </a:custGeom>
          <a:noFill/>
          <a:ln w="12802" cap="rnd" cmpd="sng" algn="ctr">
            <a:solidFill>
              <a:srgbClr val="FF342C">
                <a:alpha val="31000"/>
              </a:srgbClr>
            </a:solidFill>
            <a:round/>
            <a:headEnd type="none"/>
            <a:tailEnd type="none"/>
          </a:ln>
        </p:spPr>
      </p:sp>
      <p:sp>
        <p:nvSpPr>
          <p:cNvPr id="790" name="neuron-level models / 0778 neuron model weights"/>
          <p:cNvSpPr/>
          <p:nvPr/>
        </p:nvSpPr>
        <p:spPr>
          <a:xfrm>
            <a:off x="11251692" y="2203704"/>
            <a:ext cx="589788" cy="877824"/>
          </a:xfrm>
          <a:custGeom>
            <a:avLst/>
            <a:gdLst/>
            <a:ahLst/>
            <a:cxnLst/>
            <a:rect l="0" t="0" r="r" b="b"/>
            <a:pathLst>
              <a:path w="64500" h="96000" fill="none" stroke="1" extrusionOk="0">
                <a:moveTo>
                  <a:pt x="64500" y="0"/>
                </a:moveTo>
                <a:lnTo>
                  <a:pt x="0" y="96000"/>
                </a:lnTo>
              </a:path>
            </a:pathLst>
          </a:custGeom>
          <a:noFill/>
          <a:ln w="12802" cap="rnd" cmpd="sng" algn="ctr">
            <a:solidFill>
              <a:srgbClr val="FF342C">
                <a:alpha val="31000"/>
              </a:srgbClr>
            </a:solidFill>
            <a:round/>
            <a:headEnd type="none"/>
            <a:tailEnd type="none"/>
          </a:ln>
        </p:spPr>
      </p:sp>
      <p:sp>
        <p:nvSpPr>
          <p:cNvPr id="791" name="neuron-level models / 0779 neuron model weights"/>
          <p:cNvSpPr/>
          <p:nvPr/>
        </p:nvSpPr>
        <p:spPr>
          <a:xfrm>
            <a:off x="11439144" y="2203704"/>
            <a:ext cx="402336" cy="877824"/>
          </a:xfrm>
          <a:custGeom>
            <a:avLst/>
            <a:gdLst/>
            <a:ahLst/>
            <a:cxnLst/>
            <a:rect l="0" t="0" r="r" b="b"/>
            <a:pathLst>
              <a:path w="44000" h="96000" fill="none" stroke="1" extrusionOk="0">
                <a:moveTo>
                  <a:pt x="44000" y="0"/>
                </a:moveTo>
                <a:lnTo>
                  <a:pt x="0" y="96000"/>
                </a:lnTo>
              </a:path>
            </a:pathLst>
          </a:custGeom>
          <a:noFill/>
          <a:ln w="12802" cap="rnd" cmpd="sng" algn="ctr">
            <a:solidFill>
              <a:srgbClr val="FF342C">
                <a:alpha val="31000"/>
              </a:srgbClr>
            </a:solidFill>
            <a:round/>
            <a:headEnd type="none"/>
            <a:tailEnd type="none"/>
          </a:ln>
        </p:spPr>
      </p:sp>
      <p:sp>
        <p:nvSpPr>
          <p:cNvPr id="792" name="neuron-level models / 0780 neuron model weights"/>
          <p:cNvSpPr/>
          <p:nvPr/>
        </p:nvSpPr>
        <p:spPr>
          <a:xfrm>
            <a:off x="11626596" y="2203704"/>
            <a:ext cx="214884" cy="877824"/>
          </a:xfrm>
          <a:custGeom>
            <a:avLst/>
            <a:gdLst/>
            <a:ahLst/>
            <a:cxnLst/>
            <a:rect l="0" t="0" r="r" b="b"/>
            <a:pathLst>
              <a:path w="23500" h="96000" fill="none" stroke="1" extrusionOk="0">
                <a:moveTo>
                  <a:pt x="23500" y="0"/>
                </a:moveTo>
                <a:lnTo>
                  <a:pt x="0" y="96000"/>
                </a:lnTo>
              </a:path>
            </a:pathLst>
          </a:custGeom>
          <a:noFill/>
          <a:ln w="12802" cap="rnd" cmpd="sng" algn="ctr">
            <a:solidFill>
              <a:srgbClr val="FF342C">
                <a:alpha val="31000"/>
              </a:srgbClr>
            </a:solidFill>
            <a:round/>
            <a:headEnd type="none"/>
            <a:tailEnd type="none"/>
          </a:ln>
        </p:spPr>
      </p:sp>
      <p:sp>
        <p:nvSpPr>
          <p:cNvPr id="793" name="neuron-level models / 0781 neuron model weights"/>
          <p:cNvSpPr/>
          <p:nvPr/>
        </p:nvSpPr>
        <p:spPr>
          <a:xfrm>
            <a:off x="11814048" y="2203704"/>
            <a:ext cx="27432" cy="877824"/>
          </a:xfrm>
          <a:custGeom>
            <a:avLst/>
            <a:gdLst/>
            <a:ahLst/>
            <a:cxnLst/>
            <a:rect l="0" t="0" r="r" b="b"/>
            <a:pathLst>
              <a:path w="3000" h="96000" fill="none" stroke="1" extrusionOk="0">
                <a:moveTo>
                  <a:pt x="3000" y="0"/>
                </a:moveTo>
                <a:lnTo>
                  <a:pt x="0" y="96000"/>
                </a:lnTo>
              </a:path>
            </a:pathLst>
          </a:custGeom>
          <a:noFill/>
          <a:ln w="12802" cap="rnd" cmpd="sng" algn="ctr">
            <a:solidFill>
              <a:srgbClr val="FF342C">
                <a:alpha val="31000"/>
              </a:srgbClr>
            </a:solidFill>
            <a:round/>
            <a:headEnd type="none"/>
            <a:tailEnd type="none"/>
          </a:ln>
        </p:spPr>
      </p:sp>
      <p:sp>
        <p:nvSpPr>
          <p:cNvPr id="794" name="neuron-level models / 0782 neuron model weights"/>
          <p:cNvSpPr/>
          <p:nvPr/>
        </p:nvSpPr>
        <p:spPr>
          <a:xfrm>
            <a:off x="9564624" y="2029968"/>
            <a:ext cx="2505456" cy="1051560"/>
          </a:xfrm>
          <a:custGeom>
            <a:avLst/>
            <a:gdLst/>
            <a:ahLst/>
            <a:cxnLst/>
            <a:rect l="0" t="0" r="r" b="b"/>
            <a:pathLst>
              <a:path w="274000" h="115000" fill="none" stroke="1" extrusionOk="0">
                <a:moveTo>
                  <a:pt x="274000" y="0"/>
                </a:moveTo>
                <a:lnTo>
                  <a:pt x="0" y="115000"/>
                </a:lnTo>
              </a:path>
            </a:pathLst>
          </a:custGeom>
          <a:noFill/>
          <a:ln w="12802" cap="rnd" cmpd="sng" algn="ctr">
            <a:solidFill>
              <a:srgbClr val="FF342C">
                <a:alpha val="31000"/>
              </a:srgbClr>
            </a:solidFill>
            <a:round/>
            <a:headEnd type="none"/>
            <a:tailEnd type="none"/>
          </a:ln>
        </p:spPr>
      </p:sp>
      <p:sp>
        <p:nvSpPr>
          <p:cNvPr id="795" name="neuron-level models / 0783 neuron model weights"/>
          <p:cNvSpPr/>
          <p:nvPr/>
        </p:nvSpPr>
        <p:spPr>
          <a:xfrm>
            <a:off x="9752076" y="2029968"/>
            <a:ext cx="2318004" cy="1051560"/>
          </a:xfrm>
          <a:custGeom>
            <a:avLst/>
            <a:gdLst/>
            <a:ahLst/>
            <a:cxnLst/>
            <a:rect l="0" t="0" r="r" b="b"/>
            <a:pathLst>
              <a:path w="253500" h="115000" fill="none" stroke="1" extrusionOk="0">
                <a:moveTo>
                  <a:pt x="253500" y="0"/>
                </a:moveTo>
                <a:lnTo>
                  <a:pt x="0" y="115000"/>
                </a:lnTo>
              </a:path>
            </a:pathLst>
          </a:custGeom>
          <a:noFill/>
          <a:ln w="12802" cap="rnd" cmpd="sng" algn="ctr">
            <a:solidFill>
              <a:srgbClr val="FF342C">
                <a:alpha val="31000"/>
              </a:srgbClr>
            </a:solidFill>
            <a:round/>
            <a:headEnd type="none"/>
            <a:tailEnd type="none"/>
          </a:ln>
        </p:spPr>
      </p:sp>
      <p:sp>
        <p:nvSpPr>
          <p:cNvPr id="796" name="neuron-level models / 0784 neuron model weights"/>
          <p:cNvSpPr/>
          <p:nvPr/>
        </p:nvSpPr>
        <p:spPr>
          <a:xfrm>
            <a:off x="9939528" y="2029968"/>
            <a:ext cx="2130552" cy="1051560"/>
          </a:xfrm>
          <a:custGeom>
            <a:avLst/>
            <a:gdLst/>
            <a:ahLst/>
            <a:cxnLst/>
            <a:rect l="0" t="0" r="r" b="b"/>
            <a:pathLst>
              <a:path w="233000" h="115000" fill="none" stroke="1" extrusionOk="0">
                <a:moveTo>
                  <a:pt x="233000" y="0"/>
                </a:moveTo>
                <a:lnTo>
                  <a:pt x="0" y="115000"/>
                </a:lnTo>
              </a:path>
            </a:pathLst>
          </a:custGeom>
          <a:noFill/>
          <a:ln w="12802" cap="rnd" cmpd="sng" algn="ctr">
            <a:solidFill>
              <a:srgbClr val="FF342C">
                <a:alpha val="31000"/>
              </a:srgbClr>
            </a:solidFill>
            <a:round/>
            <a:headEnd type="none"/>
            <a:tailEnd type="none"/>
          </a:ln>
        </p:spPr>
      </p:sp>
      <p:sp>
        <p:nvSpPr>
          <p:cNvPr id="797" name="neuron-level models / 0785 neuron model weights"/>
          <p:cNvSpPr/>
          <p:nvPr/>
        </p:nvSpPr>
        <p:spPr>
          <a:xfrm>
            <a:off x="10126980" y="2029968"/>
            <a:ext cx="1943100" cy="1051560"/>
          </a:xfrm>
          <a:custGeom>
            <a:avLst/>
            <a:gdLst/>
            <a:ahLst/>
            <a:cxnLst/>
            <a:rect l="0" t="0" r="r" b="b"/>
            <a:pathLst>
              <a:path w="212500" h="115000" fill="none" stroke="1" extrusionOk="0">
                <a:moveTo>
                  <a:pt x="212500" y="0"/>
                </a:moveTo>
                <a:lnTo>
                  <a:pt x="0" y="115000"/>
                </a:lnTo>
              </a:path>
            </a:pathLst>
          </a:custGeom>
          <a:noFill/>
          <a:ln w="12802" cap="rnd" cmpd="sng" algn="ctr">
            <a:solidFill>
              <a:srgbClr val="FF342C">
                <a:alpha val="31000"/>
              </a:srgbClr>
            </a:solidFill>
            <a:round/>
            <a:headEnd type="none"/>
            <a:tailEnd type="none"/>
          </a:ln>
        </p:spPr>
      </p:sp>
      <p:sp>
        <p:nvSpPr>
          <p:cNvPr id="798" name="neuron-level models / 0786 neuron model weights"/>
          <p:cNvSpPr/>
          <p:nvPr/>
        </p:nvSpPr>
        <p:spPr>
          <a:xfrm>
            <a:off x="10314432" y="2029968"/>
            <a:ext cx="1755648" cy="1051560"/>
          </a:xfrm>
          <a:custGeom>
            <a:avLst/>
            <a:gdLst/>
            <a:ahLst/>
            <a:cxnLst/>
            <a:rect l="0" t="0" r="r" b="b"/>
            <a:pathLst>
              <a:path w="192000" h="115000" fill="none" stroke="1" extrusionOk="0">
                <a:moveTo>
                  <a:pt x="192000" y="0"/>
                </a:moveTo>
                <a:lnTo>
                  <a:pt x="0" y="115000"/>
                </a:lnTo>
              </a:path>
            </a:pathLst>
          </a:custGeom>
          <a:noFill/>
          <a:ln w="12802" cap="rnd" cmpd="sng" algn="ctr">
            <a:solidFill>
              <a:srgbClr val="FF342C">
                <a:alpha val="31000"/>
              </a:srgbClr>
            </a:solidFill>
            <a:round/>
            <a:headEnd type="none"/>
            <a:tailEnd type="none"/>
          </a:ln>
        </p:spPr>
      </p:sp>
      <p:sp>
        <p:nvSpPr>
          <p:cNvPr id="799" name="neuron-level models / 0787 neuron model weights"/>
          <p:cNvSpPr/>
          <p:nvPr/>
        </p:nvSpPr>
        <p:spPr>
          <a:xfrm>
            <a:off x="10501884" y="2029968"/>
            <a:ext cx="1568196" cy="1051560"/>
          </a:xfrm>
          <a:custGeom>
            <a:avLst/>
            <a:gdLst/>
            <a:ahLst/>
            <a:cxnLst/>
            <a:rect l="0" t="0" r="r" b="b"/>
            <a:pathLst>
              <a:path w="171500" h="115000" fill="none" stroke="1" extrusionOk="0">
                <a:moveTo>
                  <a:pt x="171500" y="0"/>
                </a:moveTo>
                <a:lnTo>
                  <a:pt x="0" y="115000"/>
                </a:lnTo>
              </a:path>
            </a:pathLst>
          </a:custGeom>
          <a:noFill/>
          <a:ln w="12802" cap="rnd" cmpd="sng" algn="ctr">
            <a:solidFill>
              <a:srgbClr val="FF342C">
                <a:alpha val="31000"/>
              </a:srgbClr>
            </a:solidFill>
            <a:round/>
            <a:headEnd type="none"/>
            <a:tailEnd type="none"/>
          </a:ln>
        </p:spPr>
      </p:sp>
      <p:sp>
        <p:nvSpPr>
          <p:cNvPr id="800" name="neuron-level models / 0788 neuron model weights"/>
          <p:cNvSpPr/>
          <p:nvPr/>
        </p:nvSpPr>
        <p:spPr>
          <a:xfrm>
            <a:off x="10689336" y="2029968"/>
            <a:ext cx="1380744" cy="1051560"/>
          </a:xfrm>
          <a:custGeom>
            <a:avLst/>
            <a:gdLst/>
            <a:ahLst/>
            <a:cxnLst/>
            <a:rect l="0" t="0" r="r" b="b"/>
            <a:pathLst>
              <a:path w="151000" h="115000" fill="none" stroke="1" extrusionOk="0">
                <a:moveTo>
                  <a:pt x="151000" y="0"/>
                </a:moveTo>
                <a:lnTo>
                  <a:pt x="0" y="115000"/>
                </a:lnTo>
              </a:path>
            </a:pathLst>
          </a:custGeom>
          <a:noFill/>
          <a:ln w="12802" cap="rnd" cmpd="sng" algn="ctr">
            <a:solidFill>
              <a:srgbClr val="FF342C">
                <a:alpha val="31000"/>
              </a:srgbClr>
            </a:solidFill>
            <a:round/>
            <a:headEnd type="none"/>
            <a:tailEnd type="none"/>
          </a:ln>
        </p:spPr>
      </p:sp>
      <p:sp>
        <p:nvSpPr>
          <p:cNvPr id="801" name="neuron-level models / 0789 neuron model weights"/>
          <p:cNvSpPr/>
          <p:nvPr/>
        </p:nvSpPr>
        <p:spPr>
          <a:xfrm>
            <a:off x="10876788" y="2029968"/>
            <a:ext cx="1193292" cy="1051560"/>
          </a:xfrm>
          <a:custGeom>
            <a:avLst/>
            <a:gdLst/>
            <a:ahLst/>
            <a:cxnLst/>
            <a:rect l="0" t="0" r="r" b="b"/>
            <a:pathLst>
              <a:path w="130500" h="115000" fill="none" stroke="1" extrusionOk="0">
                <a:moveTo>
                  <a:pt x="130500" y="0"/>
                </a:moveTo>
                <a:lnTo>
                  <a:pt x="0" y="115000"/>
                </a:lnTo>
              </a:path>
            </a:pathLst>
          </a:custGeom>
          <a:noFill/>
          <a:ln w="12802" cap="rnd" cmpd="sng" algn="ctr">
            <a:solidFill>
              <a:srgbClr val="FF342C">
                <a:alpha val="31000"/>
              </a:srgbClr>
            </a:solidFill>
            <a:round/>
            <a:headEnd type="none"/>
            <a:tailEnd type="none"/>
          </a:ln>
        </p:spPr>
      </p:sp>
      <p:sp>
        <p:nvSpPr>
          <p:cNvPr id="802" name="neuron-level models / 0790 neuron model weights"/>
          <p:cNvSpPr/>
          <p:nvPr/>
        </p:nvSpPr>
        <p:spPr>
          <a:xfrm>
            <a:off x="11064240" y="2029968"/>
            <a:ext cx="1005840" cy="1051560"/>
          </a:xfrm>
          <a:custGeom>
            <a:avLst/>
            <a:gdLst/>
            <a:ahLst/>
            <a:cxnLst/>
            <a:rect l="0" t="0" r="r" b="b"/>
            <a:pathLst>
              <a:path w="110000" h="115000" fill="none" stroke="1" extrusionOk="0">
                <a:moveTo>
                  <a:pt x="110000" y="0"/>
                </a:moveTo>
                <a:lnTo>
                  <a:pt x="0" y="115000"/>
                </a:lnTo>
              </a:path>
            </a:pathLst>
          </a:custGeom>
          <a:noFill/>
          <a:ln w="12802" cap="rnd" cmpd="sng" algn="ctr">
            <a:solidFill>
              <a:srgbClr val="FF342C">
                <a:alpha val="31000"/>
              </a:srgbClr>
            </a:solidFill>
            <a:round/>
            <a:headEnd type="none"/>
            <a:tailEnd type="none"/>
          </a:ln>
        </p:spPr>
      </p:sp>
      <p:sp>
        <p:nvSpPr>
          <p:cNvPr id="803" name="neuron-level models / 0791 neuron model weights"/>
          <p:cNvSpPr/>
          <p:nvPr/>
        </p:nvSpPr>
        <p:spPr>
          <a:xfrm>
            <a:off x="11251692" y="2029968"/>
            <a:ext cx="818388" cy="1051560"/>
          </a:xfrm>
          <a:custGeom>
            <a:avLst/>
            <a:gdLst/>
            <a:ahLst/>
            <a:cxnLst/>
            <a:rect l="0" t="0" r="r" b="b"/>
            <a:pathLst>
              <a:path w="89500" h="115000" fill="none" stroke="1" extrusionOk="0">
                <a:moveTo>
                  <a:pt x="89500" y="0"/>
                </a:moveTo>
                <a:lnTo>
                  <a:pt x="0" y="115000"/>
                </a:lnTo>
              </a:path>
            </a:pathLst>
          </a:custGeom>
          <a:noFill/>
          <a:ln w="12802" cap="rnd" cmpd="sng" algn="ctr">
            <a:solidFill>
              <a:srgbClr val="FF342C">
                <a:alpha val="31000"/>
              </a:srgbClr>
            </a:solidFill>
            <a:round/>
            <a:headEnd type="none"/>
            <a:tailEnd type="none"/>
          </a:ln>
        </p:spPr>
      </p:sp>
      <p:sp>
        <p:nvSpPr>
          <p:cNvPr id="804" name="neuron-level models / 0792 neuron model weights"/>
          <p:cNvSpPr/>
          <p:nvPr/>
        </p:nvSpPr>
        <p:spPr>
          <a:xfrm>
            <a:off x="11439144" y="2029968"/>
            <a:ext cx="630936" cy="1051560"/>
          </a:xfrm>
          <a:custGeom>
            <a:avLst/>
            <a:gdLst/>
            <a:ahLst/>
            <a:cxnLst/>
            <a:rect l="0" t="0" r="r" b="b"/>
            <a:pathLst>
              <a:path w="69000" h="115000" fill="none" stroke="1" extrusionOk="0">
                <a:moveTo>
                  <a:pt x="69000" y="0"/>
                </a:moveTo>
                <a:lnTo>
                  <a:pt x="0" y="115000"/>
                </a:lnTo>
              </a:path>
            </a:pathLst>
          </a:custGeom>
          <a:noFill/>
          <a:ln w="12802" cap="rnd" cmpd="sng" algn="ctr">
            <a:solidFill>
              <a:srgbClr val="FF342C">
                <a:alpha val="31000"/>
              </a:srgbClr>
            </a:solidFill>
            <a:round/>
            <a:headEnd type="none"/>
            <a:tailEnd type="none"/>
          </a:ln>
        </p:spPr>
      </p:sp>
      <p:sp>
        <p:nvSpPr>
          <p:cNvPr id="805" name="neuron-level models / 0793 neuron model weights"/>
          <p:cNvSpPr/>
          <p:nvPr/>
        </p:nvSpPr>
        <p:spPr>
          <a:xfrm>
            <a:off x="11626596" y="2029968"/>
            <a:ext cx="443484" cy="1051560"/>
          </a:xfrm>
          <a:custGeom>
            <a:avLst/>
            <a:gdLst/>
            <a:ahLst/>
            <a:cxnLst/>
            <a:rect l="0" t="0" r="r" b="b"/>
            <a:pathLst>
              <a:path w="48500" h="115000" fill="none" stroke="1" extrusionOk="0">
                <a:moveTo>
                  <a:pt x="48500" y="0"/>
                </a:moveTo>
                <a:lnTo>
                  <a:pt x="0" y="115000"/>
                </a:lnTo>
              </a:path>
            </a:pathLst>
          </a:custGeom>
          <a:noFill/>
          <a:ln w="12802" cap="rnd" cmpd="sng" algn="ctr">
            <a:solidFill>
              <a:srgbClr val="FF342C">
                <a:alpha val="31000"/>
              </a:srgbClr>
            </a:solidFill>
            <a:round/>
            <a:headEnd type="none"/>
            <a:tailEnd type="none"/>
          </a:ln>
        </p:spPr>
      </p:sp>
      <p:sp>
        <p:nvSpPr>
          <p:cNvPr id="806" name="neuron-level models / 0794 neuron model weights"/>
          <p:cNvSpPr/>
          <p:nvPr/>
        </p:nvSpPr>
        <p:spPr>
          <a:xfrm>
            <a:off x="11814048" y="2029968"/>
            <a:ext cx="256032" cy="1051560"/>
          </a:xfrm>
          <a:custGeom>
            <a:avLst/>
            <a:gdLst/>
            <a:ahLst/>
            <a:cxnLst/>
            <a:rect l="0" t="0" r="r" b="b"/>
            <a:pathLst>
              <a:path w="28000" h="115000" fill="none" stroke="1" extrusionOk="0">
                <a:moveTo>
                  <a:pt x="28000" y="0"/>
                </a:moveTo>
                <a:lnTo>
                  <a:pt x="0" y="115000"/>
                </a:lnTo>
              </a:path>
            </a:pathLst>
          </a:custGeom>
          <a:noFill/>
          <a:ln w="12802" cap="rnd" cmpd="sng" algn="ctr">
            <a:solidFill>
              <a:srgbClr val="FF342C">
                <a:alpha val="31000"/>
              </a:srgbClr>
            </a:solidFill>
            <a:round/>
            <a:headEnd type="none"/>
            <a:tailEnd type="none"/>
          </a:ln>
        </p:spPr>
      </p:sp>
      <p:sp>
        <p:nvSpPr>
          <p:cNvPr id="807" name="neuron-level models / 0795 neuron model weights"/>
          <p:cNvSpPr/>
          <p:nvPr/>
        </p:nvSpPr>
        <p:spPr>
          <a:xfrm>
            <a:off x="9564624" y="2112264"/>
            <a:ext cx="2743200" cy="969264"/>
          </a:xfrm>
          <a:custGeom>
            <a:avLst/>
            <a:gdLst/>
            <a:ahLst/>
            <a:cxnLst/>
            <a:rect l="0" t="0" r="r" b="b"/>
            <a:pathLst>
              <a:path w="300000" h="106000" fill="none" stroke="1" extrusionOk="0">
                <a:moveTo>
                  <a:pt x="300000" y="0"/>
                </a:moveTo>
                <a:lnTo>
                  <a:pt x="0" y="106000"/>
                </a:lnTo>
              </a:path>
            </a:pathLst>
          </a:custGeom>
          <a:noFill/>
          <a:ln w="12802" cap="rnd" cmpd="sng" algn="ctr">
            <a:solidFill>
              <a:srgbClr val="FF342C">
                <a:alpha val="31000"/>
              </a:srgbClr>
            </a:solidFill>
            <a:round/>
            <a:headEnd type="none"/>
            <a:tailEnd type="none"/>
          </a:ln>
        </p:spPr>
      </p:sp>
      <p:sp>
        <p:nvSpPr>
          <p:cNvPr id="808" name="neuron-level models / 0796 neuron model weights"/>
          <p:cNvSpPr/>
          <p:nvPr/>
        </p:nvSpPr>
        <p:spPr>
          <a:xfrm>
            <a:off x="9752076" y="2112264"/>
            <a:ext cx="2555748" cy="969264"/>
          </a:xfrm>
          <a:custGeom>
            <a:avLst/>
            <a:gdLst/>
            <a:ahLst/>
            <a:cxnLst/>
            <a:rect l="0" t="0" r="r" b="b"/>
            <a:pathLst>
              <a:path w="279500" h="106000" fill="none" stroke="1" extrusionOk="0">
                <a:moveTo>
                  <a:pt x="279500" y="0"/>
                </a:moveTo>
                <a:lnTo>
                  <a:pt x="0" y="106000"/>
                </a:lnTo>
              </a:path>
            </a:pathLst>
          </a:custGeom>
          <a:noFill/>
          <a:ln w="12802" cap="rnd" cmpd="sng" algn="ctr">
            <a:solidFill>
              <a:srgbClr val="FF342C">
                <a:alpha val="31000"/>
              </a:srgbClr>
            </a:solidFill>
            <a:round/>
            <a:headEnd type="none"/>
            <a:tailEnd type="none"/>
          </a:ln>
        </p:spPr>
      </p:sp>
      <p:sp>
        <p:nvSpPr>
          <p:cNvPr id="809" name="neuron-level models / 0797 neuron model weights"/>
          <p:cNvSpPr/>
          <p:nvPr/>
        </p:nvSpPr>
        <p:spPr>
          <a:xfrm>
            <a:off x="9939528" y="2112264"/>
            <a:ext cx="2368296" cy="969264"/>
          </a:xfrm>
          <a:custGeom>
            <a:avLst/>
            <a:gdLst/>
            <a:ahLst/>
            <a:cxnLst/>
            <a:rect l="0" t="0" r="r" b="b"/>
            <a:pathLst>
              <a:path w="259000" h="106000" fill="none" stroke="1" extrusionOk="0">
                <a:moveTo>
                  <a:pt x="259000" y="0"/>
                </a:moveTo>
                <a:lnTo>
                  <a:pt x="0" y="106000"/>
                </a:lnTo>
              </a:path>
            </a:pathLst>
          </a:custGeom>
          <a:noFill/>
          <a:ln w="12802" cap="rnd" cmpd="sng" algn="ctr">
            <a:solidFill>
              <a:srgbClr val="FF342C">
                <a:alpha val="31000"/>
              </a:srgbClr>
            </a:solidFill>
            <a:round/>
            <a:headEnd type="none"/>
            <a:tailEnd type="none"/>
          </a:ln>
        </p:spPr>
      </p:sp>
      <p:sp>
        <p:nvSpPr>
          <p:cNvPr id="810" name="neuron-level models / 0798 neuron model weights"/>
          <p:cNvSpPr/>
          <p:nvPr/>
        </p:nvSpPr>
        <p:spPr>
          <a:xfrm>
            <a:off x="10126980" y="2112264"/>
            <a:ext cx="2180844" cy="969264"/>
          </a:xfrm>
          <a:custGeom>
            <a:avLst/>
            <a:gdLst/>
            <a:ahLst/>
            <a:cxnLst/>
            <a:rect l="0" t="0" r="r" b="b"/>
            <a:pathLst>
              <a:path w="238500" h="106000" fill="none" stroke="1" extrusionOk="0">
                <a:moveTo>
                  <a:pt x="238500" y="0"/>
                </a:moveTo>
                <a:lnTo>
                  <a:pt x="0" y="106000"/>
                </a:lnTo>
              </a:path>
            </a:pathLst>
          </a:custGeom>
          <a:noFill/>
          <a:ln w="12802" cap="rnd" cmpd="sng" algn="ctr">
            <a:solidFill>
              <a:srgbClr val="FF342C">
                <a:alpha val="31000"/>
              </a:srgbClr>
            </a:solidFill>
            <a:round/>
            <a:headEnd type="none"/>
            <a:tailEnd type="none"/>
          </a:ln>
        </p:spPr>
      </p:sp>
      <p:sp>
        <p:nvSpPr>
          <p:cNvPr id="811" name="neuron-level models / 0799 neuron model weights"/>
          <p:cNvSpPr/>
          <p:nvPr/>
        </p:nvSpPr>
        <p:spPr>
          <a:xfrm>
            <a:off x="10314432" y="2112264"/>
            <a:ext cx="1993392" cy="969264"/>
          </a:xfrm>
          <a:custGeom>
            <a:avLst/>
            <a:gdLst/>
            <a:ahLst/>
            <a:cxnLst/>
            <a:rect l="0" t="0" r="r" b="b"/>
            <a:pathLst>
              <a:path w="218000" h="106000" fill="none" stroke="1" extrusionOk="0">
                <a:moveTo>
                  <a:pt x="218000" y="0"/>
                </a:moveTo>
                <a:lnTo>
                  <a:pt x="0" y="106000"/>
                </a:lnTo>
              </a:path>
            </a:pathLst>
          </a:custGeom>
          <a:noFill/>
          <a:ln w="12802" cap="rnd" cmpd="sng" algn="ctr">
            <a:solidFill>
              <a:srgbClr val="FF342C">
                <a:alpha val="31000"/>
              </a:srgbClr>
            </a:solidFill>
            <a:round/>
            <a:headEnd type="none"/>
            <a:tailEnd type="none"/>
          </a:ln>
        </p:spPr>
      </p:sp>
      <p:sp>
        <p:nvSpPr>
          <p:cNvPr id="812" name="neuron-level models / 0800 neuron model weights"/>
          <p:cNvSpPr/>
          <p:nvPr/>
        </p:nvSpPr>
        <p:spPr>
          <a:xfrm>
            <a:off x="10501884" y="2112264"/>
            <a:ext cx="1805940" cy="969264"/>
          </a:xfrm>
          <a:custGeom>
            <a:avLst/>
            <a:gdLst/>
            <a:ahLst/>
            <a:cxnLst/>
            <a:rect l="0" t="0" r="r" b="b"/>
            <a:pathLst>
              <a:path w="197500" h="106000" fill="none" stroke="1" extrusionOk="0">
                <a:moveTo>
                  <a:pt x="197500" y="0"/>
                </a:moveTo>
                <a:lnTo>
                  <a:pt x="0" y="106000"/>
                </a:lnTo>
              </a:path>
            </a:pathLst>
          </a:custGeom>
          <a:noFill/>
          <a:ln w="12802" cap="rnd" cmpd="sng" algn="ctr">
            <a:solidFill>
              <a:srgbClr val="FF342C">
                <a:alpha val="31000"/>
              </a:srgbClr>
            </a:solidFill>
            <a:round/>
            <a:headEnd type="none"/>
            <a:tailEnd type="none"/>
          </a:ln>
        </p:spPr>
      </p:sp>
      <p:sp>
        <p:nvSpPr>
          <p:cNvPr id="813" name="neuron-level models / 0801 neuron model weights"/>
          <p:cNvSpPr/>
          <p:nvPr/>
        </p:nvSpPr>
        <p:spPr>
          <a:xfrm>
            <a:off x="10689336" y="2112264"/>
            <a:ext cx="1618488" cy="969264"/>
          </a:xfrm>
          <a:custGeom>
            <a:avLst/>
            <a:gdLst/>
            <a:ahLst/>
            <a:cxnLst/>
            <a:rect l="0" t="0" r="r" b="b"/>
            <a:pathLst>
              <a:path w="177000" h="106000" fill="none" stroke="1" extrusionOk="0">
                <a:moveTo>
                  <a:pt x="177000" y="0"/>
                </a:moveTo>
                <a:lnTo>
                  <a:pt x="0" y="106000"/>
                </a:lnTo>
              </a:path>
            </a:pathLst>
          </a:custGeom>
          <a:noFill/>
          <a:ln w="12802" cap="rnd" cmpd="sng" algn="ctr">
            <a:solidFill>
              <a:srgbClr val="FF342C">
                <a:alpha val="31000"/>
              </a:srgbClr>
            </a:solidFill>
            <a:round/>
            <a:headEnd type="none"/>
            <a:tailEnd type="none"/>
          </a:ln>
        </p:spPr>
      </p:sp>
      <p:sp>
        <p:nvSpPr>
          <p:cNvPr id="814" name="neuron-level models / 0802 neuron model weights"/>
          <p:cNvSpPr/>
          <p:nvPr/>
        </p:nvSpPr>
        <p:spPr>
          <a:xfrm>
            <a:off x="10876788" y="2112264"/>
            <a:ext cx="1431036" cy="969264"/>
          </a:xfrm>
          <a:custGeom>
            <a:avLst/>
            <a:gdLst/>
            <a:ahLst/>
            <a:cxnLst/>
            <a:rect l="0" t="0" r="r" b="b"/>
            <a:pathLst>
              <a:path w="156500" h="106000" fill="none" stroke="1" extrusionOk="0">
                <a:moveTo>
                  <a:pt x="156500" y="0"/>
                </a:moveTo>
                <a:lnTo>
                  <a:pt x="0" y="106000"/>
                </a:lnTo>
              </a:path>
            </a:pathLst>
          </a:custGeom>
          <a:noFill/>
          <a:ln w="12802" cap="rnd" cmpd="sng" algn="ctr">
            <a:solidFill>
              <a:srgbClr val="FF342C">
                <a:alpha val="31000"/>
              </a:srgbClr>
            </a:solidFill>
            <a:round/>
            <a:headEnd type="none"/>
            <a:tailEnd type="none"/>
          </a:ln>
        </p:spPr>
      </p:sp>
      <p:sp>
        <p:nvSpPr>
          <p:cNvPr id="815" name="neuron-level models / 0803 neuron model weights"/>
          <p:cNvSpPr/>
          <p:nvPr/>
        </p:nvSpPr>
        <p:spPr>
          <a:xfrm>
            <a:off x="11064240" y="2112264"/>
            <a:ext cx="1243584" cy="969264"/>
          </a:xfrm>
          <a:custGeom>
            <a:avLst/>
            <a:gdLst/>
            <a:ahLst/>
            <a:cxnLst/>
            <a:rect l="0" t="0" r="r" b="b"/>
            <a:pathLst>
              <a:path w="136000" h="106000" fill="none" stroke="1" extrusionOk="0">
                <a:moveTo>
                  <a:pt x="136000" y="0"/>
                </a:moveTo>
                <a:lnTo>
                  <a:pt x="0" y="106000"/>
                </a:lnTo>
              </a:path>
            </a:pathLst>
          </a:custGeom>
          <a:noFill/>
          <a:ln w="12802" cap="rnd" cmpd="sng" algn="ctr">
            <a:solidFill>
              <a:srgbClr val="FF342C">
                <a:alpha val="31000"/>
              </a:srgbClr>
            </a:solidFill>
            <a:round/>
            <a:headEnd type="none"/>
            <a:tailEnd type="none"/>
          </a:ln>
        </p:spPr>
      </p:sp>
      <p:sp>
        <p:nvSpPr>
          <p:cNvPr id="816" name="neuron-level models / 0804 neuron model weights"/>
          <p:cNvSpPr/>
          <p:nvPr/>
        </p:nvSpPr>
        <p:spPr>
          <a:xfrm>
            <a:off x="11251692" y="2112264"/>
            <a:ext cx="1056132" cy="969264"/>
          </a:xfrm>
          <a:custGeom>
            <a:avLst/>
            <a:gdLst/>
            <a:ahLst/>
            <a:cxnLst/>
            <a:rect l="0" t="0" r="r" b="b"/>
            <a:pathLst>
              <a:path w="115500" h="106000" fill="none" stroke="1" extrusionOk="0">
                <a:moveTo>
                  <a:pt x="115500" y="0"/>
                </a:moveTo>
                <a:lnTo>
                  <a:pt x="0" y="106000"/>
                </a:lnTo>
              </a:path>
            </a:pathLst>
          </a:custGeom>
          <a:noFill/>
          <a:ln w="12802" cap="rnd" cmpd="sng" algn="ctr">
            <a:solidFill>
              <a:srgbClr val="FF342C">
                <a:alpha val="31000"/>
              </a:srgbClr>
            </a:solidFill>
            <a:round/>
            <a:headEnd type="none"/>
            <a:tailEnd type="none"/>
          </a:ln>
        </p:spPr>
      </p:sp>
      <p:sp>
        <p:nvSpPr>
          <p:cNvPr id="817" name="neuron-level models / 0805 neuron model weights"/>
          <p:cNvSpPr/>
          <p:nvPr/>
        </p:nvSpPr>
        <p:spPr>
          <a:xfrm>
            <a:off x="11439144" y="2112264"/>
            <a:ext cx="868680" cy="969264"/>
          </a:xfrm>
          <a:custGeom>
            <a:avLst/>
            <a:gdLst/>
            <a:ahLst/>
            <a:cxnLst/>
            <a:rect l="0" t="0" r="r" b="b"/>
            <a:pathLst>
              <a:path w="95000" h="106000" fill="none" stroke="1" extrusionOk="0">
                <a:moveTo>
                  <a:pt x="95000" y="0"/>
                </a:moveTo>
                <a:lnTo>
                  <a:pt x="0" y="106000"/>
                </a:lnTo>
              </a:path>
            </a:pathLst>
          </a:custGeom>
          <a:noFill/>
          <a:ln w="12802" cap="rnd" cmpd="sng" algn="ctr">
            <a:solidFill>
              <a:srgbClr val="FF342C">
                <a:alpha val="31000"/>
              </a:srgbClr>
            </a:solidFill>
            <a:round/>
            <a:headEnd type="none"/>
            <a:tailEnd type="none"/>
          </a:ln>
        </p:spPr>
      </p:sp>
      <p:sp>
        <p:nvSpPr>
          <p:cNvPr id="818" name="neuron-level models / 0806 neuron model weights"/>
          <p:cNvSpPr/>
          <p:nvPr/>
        </p:nvSpPr>
        <p:spPr>
          <a:xfrm>
            <a:off x="11626596" y="2112264"/>
            <a:ext cx="681228" cy="969264"/>
          </a:xfrm>
          <a:custGeom>
            <a:avLst/>
            <a:gdLst/>
            <a:ahLst/>
            <a:cxnLst/>
            <a:rect l="0" t="0" r="r" b="b"/>
            <a:pathLst>
              <a:path w="74500" h="106000" fill="none" stroke="1" extrusionOk="0">
                <a:moveTo>
                  <a:pt x="74500" y="0"/>
                </a:moveTo>
                <a:lnTo>
                  <a:pt x="0" y="106000"/>
                </a:lnTo>
              </a:path>
            </a:pathLst>
          </a:custGeom>
          <a:noFill/>
          <a:ln w="12802" cap="rnd" cmpd="sng" algn="ctr">
            <a:solidFill>
              <a:srgbClr val="FF342C">
                <a:alpha val="31000"/>
              </a:srgbClr>
            </a:solidFill>
            <a:round/>
            <a:headEnd type="none"/>
            <a:tailEnd type="none"/>
          </a:ln>
        </p:spPr>
      </p:sp>
      <p:sp>
        <p:nvSpPr>
          <p:cNvPr id="819" name="neuron-level models / 0807 neuron model weights"/>
          <p:cNvSpPr/>
          <p:nvPr/>
        </p:nvSpPr>
        <p:spPr>
          <a:xfrm>
            <a:off x="11814048" y="2112264"/>
            <a:ext cx="493776" cy="969264"/>
          </a:xfrm>
          <a:custGeom>
            <a:avLst/>
            <a:gdLst/>
            <a:ahLst/>
            <a:cxnLst/>
            <a:rect l="0" t="0" r="r" b="b"/>
            <a:pathLst>
              <a:path w="54000" h="106000" fill="none" stroke="1" extrusionOk="0">
                <a:moveTo>
                  <a:pt x="54000" y="0"/>
                </a:moveTo>
                <a:lnTo>
                  <a:pt x="0" y="106000"/>
                </a:lnTo>
              </a:path>
            </a:pathLst>
          </a:custGeom>
          <a:noFill/>
          <a:ln w="12802" cap="rnd" cmpd="sng" algn="ctr">
            <a:solidFill>
              <a:srgbClr val="FF342C">
                <a:alpha val="31000"/>
              </a:srgbClr>
            </a:solidFill>
            <a:round/>
            <a:headEnd type="none"/>
            <a:tailEnd type="none"/>
          </a:ln>
        </p:spPr>
      </p:sp>
      <p:sp>
        <p:nvSpPr>
          <p:cNvPr id="820" name="neuron-level models / 0808 neuron readout weights"/>
          <p:cNvSpPr/>
          <p:nvPr/>
        </p:nvSpPr>
        <p:spPr>
          <a:xfrm>
            <a:off x="9573768" y="3511296"/>
            <a:ext cx="795528" cy="466344"/>
          </a:xfrm>
          <a:custGeom>
            <a:avLst/>
            <a:gdLst/>
            <a:ahLst/>
            <a:cxnLst/>
            <a:rect l="0" t="0" r="r" b="b"/>
            <a:pathLst>
              <a:path w="87000" h="51000" fill="none" stroke="1" extrusionOk="0">
                <a:moveTo>
                  <a:pt x="0" y="0"/>
                </a:moveTo>
                <a:lnTo>
                  <a:pt x="87000" y="51000"/>
                </a:lnTo>
              </a:path>
            </a:pathLst>
          </a:custGeom>
          <a:noFill/>
          <a:ln w="11430" cap="rnd" cmpd="sng" algn="ctr">
            <a:solidFill>
              <a:srgbClr val="FF3B35">
                <a:alpha val="29000"/>
              </a:srgbClr>
            </a:solidFill>
            <a:round/>
            <a:headEnd type="none"/>
            <a:tailEnd type="none"/>
          </a:ln>
        </p:spPr>
      </p:sp>
      <p:sp>
        <p:nvSpPr>
          <p:cNvPr id="821" name="neuron-level models / 0809 neuron readout weights"/>
          <p:cNvSpPr/>
          <p:nvPr/>
        </p:nvSpPr>
        <p:spPr>
          <a:xfrm>
            <a:off x="9573768" y="3511296"/>
            <a:ext cx="941832" cy="466344"/>
          </a:xfrm>
          <a:custGeom>
            <a:avLst/>
            <a:gdLst/>
            <a:ahLst/>
            <a:cxnLst/>
            <a:rect l="0" t="0" r="r" b="b"/>
            <a:pathLst>
              <a:path w="103000" h="51000" fill="none" stroke="1" extrusionOk="0">
                <a:moveTo>
                  <a:pt x="0" y="0"/>
                </a:moveTo>
                <a:lnTo>
                  <a:pt x="103000" y="51000"/>
                </a:lnTo>
              </a:path>
            </a:pathLst>
          </a:custGeom>
          <a:noFill/>
          <a:ln w="11430" cap="rnd" cmpd="sng" algn="ctr">
            <a:solidFill>
              <a:srgbClr val="FF3B35">
                <a:alpha val="29000"/>
              </a:srgbClr>
            </a:solidFill>
            <a:round/>
            <a:headEnd type="none"/>
            <a:tailEnd type="none"/>
          </a:ln>
        </p:spPr>
      </p:sp>
      <p:sp>
        <p:nvSpPr>
          <p:cNvPr id="822" name="neuron-level models / 0810 neuron readout weights"/>
          <p:cNvSpPr/>
          <p:nvPr/>
        </p:nvSpPr>
        <p:spPr>
          <a:xfrm>
            <a:off x="9573768" y="3511296"/>
            <a:ext cx="1152144" cy="466344"/>
          </a:xfrm>
          <a:custGeom>
            <a:avLst/>
            <a:gdLst/>
            <a:ahLst/>
            <a:cxnLst/>
            <a:rect l="0" t="0" r="r" b="b"/>
            <a:pathLst>
              <a:path w="126000" h="51000" fill="none" stroke="1" extrusionOk="0">
                <a:moveTo>
                  <a:pt x="0" y="0"/>
                </a:moveTo>
                <a:lnTo>
                  <a:pt x="126000" y="51000"/>
                </a:lnTo>
              </a:path>
            </a:pathLst>
          </a:custGeom>
          <a:noFill/>
          <a:ln w="11430" cap="rnd" cmpd="sng" algn="ctr">
            <a:solidFill>
              <a:srgbClr val="FF3B35">
                <a:alpha val="29000"/>
              </a:srgbClr>
            </a:solidFill>
            <a:round/>
            <a:headEnd type="none"/>
            <a:tailEnd type="none"/>
          </a:ln>
        </p:spPr>
      </p:sp>
      <p:sp>
        <p:nvSpPr>
          <p:cNvPr id="823" name="neuron-level models / 0811 neuron readout weights"/>
          <p:cNvSpPr/>
          <p:nvPr/>
        </p:nvSpPr>
        <p:spPr>
          <a:xfrm>
            <a:off x="9573768" y="3511296"/>
            <a:ext cx="1362456" cy="466344"/>
          </a:xfrm>
          <a:custGeom>
            <a:avLst/>
            <a:gdLst/>
            <a:ahLst/>
            <a:cxnLst/>
            <a:rect l="0" t="0" r="r" b="b"/>
            <a:pathLst>
              <a:path w="149000" h="51000" fill="none" stroke="1" extrusionOk="0">
                <a:moveTo>
                  <a:pt x="0" y="0"/>
                </a:moveTo>
                <a:lnTo>
                  <a:pt x="149000" y="51000"/>
                </a:lnTo>
              </a:path>
            </a:pathLst>
          </a:custGeom>
          <a:noFill/>
          <a:ln w="11430" cap="rnd" cmpd="sng" algn="ctr">
            <a:solidFill>
              <a:srgbClr val="FF3B35">
                <a:alpha val="29000"/>
              </a:srgbClr>
            </a:solidFill>
            <a:round/>
            <a:headEnd type="none"/>
            <a:tailEnd type="none"/>
          </a:ln>
        </p:spPr>
      </p:sp>
      <p:sp>
        <p:nvSpPr>
          <p:cNvPr id="824" name="neuron-level models / 0812 neuron readout weights"/>
          <p:cNvSpPr/>
          <p:nvPr/>
        </p:nvSpPr>
        <p:spPr>
          <a:xfrm>
            <a:off x="9573768" y="3511296"/>
            <a:ext cx="1472184" cy="466344"/>
          </a:xfrm>
          <a:custGeom>
            <a:avLst/>
            <a:gdLst/>
            <a:ahLst/>
            <a:cxnLst/>
            <a:rect l="0" t="0" r="r" b="b"/>
            <a:pathLst>
              <a:path w="161000" h="51000" fill="none" stroke="1" extrusionOk="0">
                <a:moveTo>
                  <a:pt x="0" y="0"/>
                </a:moveTo>
                <a:lnTo>
                  <a:pt x="161000" y="51000"/>
                </a:lnTo>
              </a:path>
            </a:pathLst>
          </a:custGeom>
          <a:noFill/>
          <a:ln w="11430" cap="rnd" cmpd="sng" algn="ctr">
            <a:solidFill>
              <a:srgbClr val="FF3B35">
                <a:alpha val="29000"/>
              </a:srgbClr>
            </a:solidFill>
            <a:round/>
            <a:headEnd type="none"/>
            <a:tailEnd type="none"/>
          </a:ln>
        </p:spPr>
      </p:sp>
      <p:sp>
        <p:nvSpPr>
          <p:cNvPr id="825" name="neuron-level models / 0813 neuron readout weights"/>
          <p:cNvSpPr/>
          <p:nvPr/>
        </p:nvSpPr>
        <p:spPr>
          <a:xfrm>
            <a:off x="9759391" y="3511296"/>
            <a:ext cx="609905" cy="466344"/>
          </a:xfrm>
          <a:custGeom>
            <a:avLst/>
            <a:gdLst/>
            <a:ahLst/>
            <a:cxnLst/>
            <a:rect l="0" t="0" r="r" b="b"/>
            <a:pathLst>
              <a:path w="66700" h="51000" fill="none" stroke="1" extrusionOk="0">
                <a:moveTo>
                  <a:pt x="0" y="0"/>
                </a:moveTo>
                <a:lnTo>
                  <a:pt x="66700" y="51000"/>
                </a:lnTo>
              </a:path>
            </a:pathLst>
          </a:custGeom>
          <a:noFill/>
          <a:ln w="11430" cap="rnd" cmpd="sng" algn="ctr">
            <a:solidFill>
              <a:srgbClr val="FF3B35">
                <a:alpha val="29000"/>
              </a:srgbClr>
            </a:solidFill>
            <a:round/>
            <a:headEnd type="none"/>
            <a:tailEnd type="none"/>
          </a:ln>
        </p:spPr>
      </p:sp>
      <p:sp>
        <p:nvSpPr>
          <p:cNvPr id="826" name="neuron-level models / 0814 neuron readout weights"/>
          <p:cNvSpPr/>
          <p:nvPr/>
        </p:nvSpPr>
        <p:spPr>
          <a:xfrm>
            <a:off x="9759391" y="3511296"/>
            <a:ext cx="756209" cy="466344"/>
          </a:xfrm>
          <a:custGeom>
            <a:avLst/>
            <a:gdLst/>
            <a:ahLst/>
            <a:cxnLst/>
            <a:rect l="0" t="0" r="r" b="b"/>
            <a:pathLst>
              <a:path w="82700" h="51000" fill="none" stroke="1" extrusionOk="0">
                <a:moveTo>
                  <a:pt x="0" y="0"/>
                </a:moveTo>
                <a:lnTo>
                  <a:pt x="82700" y="51000"/>
                </a:lnTo>
              </a:path>
            </a:pathLst>
          </a:custGeom>
          <a:noFill/>
          <a:ln w="11430" cap="rnd" cmpd="sng" algn="ctr">
            <a:solidFill>
              <a:srgbClr val="FF3B35">
                <a:alpha val="29000"/>
              </a:srgbClr>
            </a:solidFill>
            <a:round/>
            <a:headEnd type="none"/>
            <a:tailEnd type="none"/>
          </a:ln>
        </p:spPr>
      </p:sp>
      <p:sp>
        <p:nvSpPr>
          <p:cNvPr id="827" name="neuron-level models / 0815 neuron readout weights"/>
          <p:cNvSpPr/>
          <p:nvPr/>
        </p:nvSpPr>
        <p:spPr>
          <a:xfrm>
            <a:off x="9759391" y="3511296"/>
            <a:ext cx="966521" cy="466344"/>
          </a:xfrm>
          <a:custGeom>
            <a:avLst/>
            <a:gdLst/>
            <a:ahLst/>
            <a:cxnLst/>
            <a:rect l="0" t="0" r="r" b="b"/>
            <a:pathLst>
              <a:path w="105700" h="51000" fill="none" stroke="1" extrusionOk="0">
                <a:moveTo>
                  <a:pt x="0" y="0"/>
                </a:moveTo>
                <a:lnTo>
                  <a:pt x="105700" y="51000"/>
                </a:lnTo>
              </a:path>
            </a:pathLst>
          </a:custGeom>
          <a:noFill/>
          <a:ln w="11430" cap="rnd" cmpd="sng" algn="ctr">
            <a:solidFill>
              <a:srgbClr val="FF3B35">
                <a:alpha val="29000"/>
              </a:srgbClr>
            </a:solidFill>
            <a:round/>
            <a:headEnd type="none"/>
            <a:tailEnd type="none"/>
          </a:ln>
        </p:spPr>
      </p:sp>
      <p:sp>
        <p:nvSpPr>
          <p:cNvPr id="828" name="neuron-level models / 0816 neuron readout weights"/>
          <p:cNvSpPr/>
          <p:nvPr/>
        </p:nvSpPr>
        <p:spPr>
          <a:xfrm>
            <a:off x="9759391" y="3511296"/>
            <a:ext cx="1176833" cy="466344"/>
          </a:xfrm>
          <a:custGeom>
            <a:avLst/>
            <a:gdLst/>
            <a:ahLst/>
            <a:cxnLst/>
            <a:rect l="0" t="0" r="r" b="b"/>
            <a:pathLst>
              <a:path w="128700" h="51000" fill="none" stroke="1" extrusionOk="0">
                <a:moveTo>
                  <a:pt x="0" y="0"/>
                </a:moveTo>
                <a:lnTo>
                  <a:pt x="128700" y="51000"/>
                </a:lnTo>
              </a:path>
            </a:pathLst>
          </a:custGeom>
          <a:noFill/>
          <a:ln w="11430" cap="rnd" cmpd="sng" algn="ctr">
            <a:solidFill>
              <a:srgbClr val="FF3B35">
                <a:alpha val="29000"/>
              </a:srgbClr>
            </a:solidFill>
            <a:round/>
            <a:headEnd type="none"/>
            <a:tailEnd type="none"/>
          </a:ln>
        </p:spPr>
      </p:sp>
      <p:sp>
        <p:nvSpPr>
          <p:cNvPr id="829" name="neuron-level models / 0817 neuron readout weights"/>
          <p:cNvSpPr/>
          <p:nvPr/>
        </p:nvSpPr>
        <p:spPr>
          <a:xfrm>
            <a:off x="9759391" y="3511296"/>
            <a:ext cx="1286561" cy="466344"/>
          </a:xfrm>
          <a:custGeom>
            <a:avLst/>
            <a:gdLst/>
            <a:ahLst/>
            <a:cxnLst/>
            <a:rect l="0" t="0" r="r" b="b"/>
            <a:pathLst>
              <a:path w="140700" h="51000" fill="none" stroke="1" extrusionOk="0">
                <a:moveTo>
                  <a:pt x="0" y="0"/>
                </a:moveTo>
                <a:lnTo>
                  <a:pt x="140700" y="51000"/>
                </a:lnTo>
              </a:path>
            </a:pathLst>
          </a:custGeom>
          <a:noFill/>
          <a:ln w="11430" cap="rnd" cmpd="sng" algn="ctr">
            <a:solidFill>
              <a:srgbClr val="FF3B35">
                <a:alpha val="29000"/>
              </a:srgbClr>
            </a:solidFill>
            <a:round/>
            <a:headEnd type="none"/>
            <a:tailEnd type="none"/>
          </a:ln>
        </p:spPr>
      </p:sp>
      <p:sp>
        <p:nvSpPr>
          <p:cNvPr id="830" name="neuron-level models / 0818 neuron readout weights"/>
          <p:cNvSpPr/>
          <p:nvPr/>
        </p:nvSpPr>
        <p:spPr>
          <a:xfrm>
            <a:off x="9945014" y="3511296"/>
            <a:ext cx="424282" cy="466344"/>
          </a:xfrm>
          <a:custGeom>
            <a:avLst/>
            <a:gdLst/>
            <a:ahLst/>
            <a:cxnLst/>
            <a:rect l="0" t="0" r="r" b="b"/>
            <a:pathLst>
              <a:path w="46400" h="51000" fill="none" stroke="1" extrusionOk="0">
                <a:moveTo>
                  <a:pt x="0" y="0"/>
                </a:moveTo>
                <a:lnTo>
                  <a:pt x="46400" y="51000"/>
                </a:lnTo>
              </a:path>
            </a:pathLst>
          </a:custGeom>
          <a:noFill/>
          <a:ln w="11430" cap="rnd" cmpd="sng" algn="ctr">
            <a:solidFill>
              <a:srgbClr val="FF3B35">
                <a:alpha val="29000"/>
              </a:srgbClr>
            </a:solidFill>
            <a:round/>
            <a:headEnd type="none"/>
            <a:tailEnd type="none"/>
          </a:ln>
        </p:spPr>
      </p:sp>
      <p:sp>
        <p:nvSpPr>
          <p:cNvPr id="831" name="neuron-level models / 0819 neuron readout weights"/>
          <p:cNvSpPr/>
          <p:nvPr/>
        </p:nvSpPr>
        <p:spPr>
          <a:xfrm>
            <a:off x="9945014" y="3511296"/>
            <a:ext cx="570586" cy="466344"/>
          </a:xfrm>
          <a:custGeom>
            <a:avLst/>
            <a:gdLst/>
            <a:ahLst/>
            <a:cxnLst/>
            <a:rect l="0" t="0" r="r" b="b"/>
            <a:pathLst>
              <a:path w="62400" h="51000" fill="none" stroke="1" extrusionOk="0">
                <a:moveTo>
                  <a:pt x="0" y="0"/>
                </a:moveTo>
                <a:lnTo>
                  <a:pt x="62400" y="51000"/>
                </a:lnTo>
              </a:path>
            </a:pathLst>
          </a:custGeom>
          <a:noFill/>
          <a:ln w="11430" cap="rnd" cmpd="sng" algn="ctr">
            <a:solidFill>
              <a:srgbClr val="FF3B35">
                <a:alpha val="29000"/>
              </a:srgbClr>
            </a:solidFill>
            <a:round/>
            <a:headEnd type="none"/>
            <a:tailEnd type="none"/>
          </a:ln>
        </p:spPr>
      </p:sp>
      <p:sp>
        <p:nvSpPr>
          <p:cNvPr id="832" name="neuron-level models / 0820 neuron readout weights"/>
          <p:cNvSpPr/>
          <p:nvPr/>
        </p:nvSpPr>
        <p:spPr>
          <a:xfrm>
            <a:off x="9945014" y="3511296"/>
            <a:ext cx="780898" cy="466344"/>
          </a:xfrm>
          <a:custGeom>
            <a:avLst/>
            <a:gdLst/>
            <a:ahLst/>
            <a:cxnLst/>
            <a:rect l="0" t="0" r="r" b="b"/>
            <a:pathLst>
              <a:path w="85400" h="51000" fill="none" stroke="1" extrusionOk="0">
                <a:moveTo>
                  <a:pt x="0" y="0"/>
                </a:moveTo>
                <a:lnTo>
                  <a:pt x="85400" y="51000"/>
                </a:lnTo>
              </a:path>
            </a:pathLst>
          </a:custGeom>
          <a:noFill/>
          <a:ln w="11430" cap="rnd" cmpd="sng" algn="ctr">
            <a:solidFill>
              <a:srgbClr val="FF3B35">
                <a:alpha val="29000"/>
              </a:srgbClr>
            </a:solidFill>
            <a:round/>
            <a:headEnd type="none"/>
            <a:tailEnd type="none"/>
          </a:ln>
        </p:spPr>
      </p:sp>
      <p:sp>
        <p:nvSpPr>
          <p:cNvPr id="833" name="neuron-level models / 0821 neuron readout weights"/>
          <p:cNvSpPr/>
          <p:nvPr/>
        </p:nvSpPr>
        <p:spPr>
          <a:xfrm>
            <a:off x="9945014" y="3511296"/>
            <a:ext cx="991210" cy="466344"/>
          </a:xfrm>
          <a:custGeom>
            <a:avLst/>
            <a:gdLst/>
            <a:ahLst/>
            <a:cxnLst/>
            <a:rect l="0" t="0" r="r" b="b"/>
            <a:pathLst>
              <a:path w="108400" h="51000" fill="none" stroke="1" extrusionOk="0">
                <a:moveTo>
                  <a:pt x="0" y="0"/>
                </a:moveTo>
                <a:lnTo>
                  <a:pt x="108400" y="51000"/>
                </a:lnTo>
              </a:path>
            </a:pathLst>
          </a:custGeom>
          <a:noFill/>
          <a:ln w="11430" cap="rnd" cmpd="sng" algn="ctr">
            <a:solidFill>
              <a:srgbClr val="FF3B35">
                <a:alpha val="29000"/>
              </a:srgbClr>
            </a:solidFill>
            <a:round/>
            <a:headEnd type="none"/>
            <a:tailEnd type="none"/>
          </a:ln>
        </p:spPr>
      </p:sp>
      <p:sp>
        <p:nvSpPr>
          <p:cNvPr id="834" name="neuron-level models / 0822 neuron readout weights"/>
          <p:cNvSpPr/>
          <p:nvPr/>
        </p:nvSpPr>
        <p:spPr>
          <a:xfrm>
            <a:off x="9945014" y="3511296"/>
            <a:ext cx="1100938" cy="466344"/>
          </a:xfrm>
          <a:custGeom>
            <a:avLst/>
            <a:gdLst/>
            <a:ahLst/>
            <a:cxnLst/>
            <a:rect l="0" t="0" r="r" b="b"/>
            <a:pathLst>
              <a:path w="120400" h="51000" fill="none" stroke="1" extrusionOk="0">
                <a:moveTo>
                  <a:pt x="0" y="0"/>
                </a:moveTo>
                <a:lnTo>
                  <a:pt x="120400" y="51000"/>
                </a:lnTo>
              </a:path>
            </a:pathLst>
          </a:custGeom>
          <a:noFill/>
          <a:ln w="11430" cap="rnd" cmpd="sng" algn="ctr">
            <a:solidFill>
              <a:srgbClr val="FF3B35">
                <a:alpha val="29000"/>
              </a:srgbClr>
            </a:solidFill>
            <a:round/>
            <a:headEnd type="none"/>
            <a:tailEnd type="none"/>
          </a:ln>
        </p:spPr>
      </p:sp>
      <p:sp>
        <p:nvSpPr>
          <p:cNvPr id="835" name="neuron-level models / 0823 neuron readout weights"/>
          <p:cNvSpPr/>
          <p:nvPr/>
        </p:nvSpPr>
        <p:spPr>
          <a:xfrm>
            <a:off x="10130638" y="3511296"/>
            <a:ext cx="238658" cy="466344"/>
          </a:xfrm>
          <a:custGeom>
            <a:avLst/>
            <a:gdLst/>
            <a:ahLst/>
            <a:cxnLst/>
            <a:rect l="0" t="0" r="r" b="b"/>
            <a:pathLst>
              <a:path w="26100" h="51000" fill="none" stroke="1" extrusionOk="0">
                <a:moveTo>
                  <a:pt x="0" y="0"/>
                </a:moveTo>
                <a:lnTo>
                  <a:pt x="26100" y="51000"/>
                </a:lnTo>
              </a:path>
            </a:pathLst>
          </a:custGeom>
          <a:noFill/>
          <a:ln w="11430" cap="rnd" cmpd="sng" algn="ctr">
            <a:solidFill>
              <a:srgbClr val="FF3B35">
                <a:alpha val="29000"/>
              </a:srgbClr>
            </a:solidFill>
            <a:round/>
            <a:headEnd type="none"/>
            <a:tailEnd type="none"/>
          </a:ln>
        </p:spPr>
      </p:sp>
      <p:sp>
        <p:nvSpPr>
          <p:cNvPr id="836" name="neuron-level models / 0824 neuron readout weights"/>
          <p:cNvSpPr/>
          <p:nvPr/>
        </p:nvSpPr>
        <p:spPr>
          <a:xfrm>
            <a:off x="10130638" y="3511296"/>
            <a:ext cx="384962" cy="466344"/>
          </a:xfrm>
          <a:custGeom>
            <a:avLst/>
            <a:gdLst/>
            <a:ahLst/>
            <a:cxnLst/>
            <a:rect l="0" t="0" r="r" b="b"/>
            <a:pathLst>
              <a:path w="42100" h="51000" fill="none" stroke="1" extrusionOk="0">
                <a:moveTo>
                  <a:pt x="0" y="0"/>
                </a:moveTo>
                <a:lnTo>
                  <a:pt x="42100" y="51000"/>
                </a:lnTo>
              </a:path>
            </a:pathLst>
          </a:custGeom>
          <a:noFill/>
          <a:ln w="11430" cap="rnd" cmpd="sng" algn="ctr">
            <a:solidFill>
              <a:srgbClr val="FF3B35">
                <a:alpha val="29000"/>
              </a:srgbClr>
            </a:solidFill>
            <a:round/>
            <a:headEnd type="none"/>
            <a:tailEnd type="none"/>
          </a:ln>
        </p:spPr>
      </p:sp>
      <p:sp>
        <p:nvSpPr>
          <p:cNvPr id="837" name="neuron-level models / 0825 neuron readout weights"/>
          <p:cNvSpPr/>
          <p:nvPr/>
        </p:nvSpPr>
        <p:spPr>
          <a:xfrm>
            <a:off x="10130638" y="3511296"/>
            <a:ext cx="595274" cy="466344"/>
          </a:xfrm>
          <a:custGeom>
            <a:avLst/>
            <a:gdLst/>
            <a:ahLst/>
            <a:cxnLst/>
            <a:rect l="0" t="0" r="r" b="b"/>
            <a:pathLst>
              <a:path w="65100" h="51000" fill="none" stroke="1" extrusionOk="0">
                <a:moveTo>
                  <a:pt x="0" y="0"/>
                </a:moveTo>
                <a:lnTo>
                  <a:pt x="65100" y="51000"/>
                </a:lnTo>
              </a:path>
            </a:pathLst>
          </a:custGeom>
          <a:noFill/>
          <a:ln w="11430" cap="rnd" cmpd="sng" algn="ctr">
            <a:solidFill>
              <a:srgbClr val="FF3B35">
                <a:alpha val="29000"/>
              </a:srgbClr>
            </a:solidFill>
            <a:round/>
            <a:headEnd type="none"/>
            <a:tailEnd type="none"/>
          </a:ln>
        </p:spPr>
      </p:sp>
      <p:sp>
        <p:nvSpPr>
          <p:cNvPr id="838" name="neuron-level models / 0826 neuron readout weights"/>
          <p:cNvSpPr/>
          <p:nvPr/>
        </p:nvSpPr>
        <p:spPr>
          <a:xfrm>
            <a:off x="10130638" y="3511296"/>
            <a:ext cx="805586" cy="466344"/>
          </a:xfrm>
          <a:custGeom>
            <a:avLst/>
            <a:gdLst/>
            <a:ahLst/>
            <a:cxnLst/>
            <a:rect l="0" t="0" r="r" b="b"/>
            <a:pathLst>
              <a:path w="88100" h="51000" fill="none" stroke="1" extrusionOk="0">
                <a:moveTo>
                  <a:pt x="0" y="0"/>
                </a:moveTo>
                <a:lnTo>
                  <a:pt x="88100" y="51000"/>
                </a:lnTo>
              </a:path>
            </a:pathLst>
          </a:custGeom>
          <a:noFill/>
          <a:ln w="11430" cap="rnd" cmpd="sng" algn="ctr">
            <a:solidFill>
              <a:srgbClr val="FF3B35">
                <a:alpha val="29000"/>
              </a:srgbClr>
            </a:solidFill>
            <a:round/>
            <a:headEnd type="none"/>
            <a:tailEnd type="none"/>
          </a:ln>
        </p:spPr>
      </p:sp>
      <p:sp>
        <p:nvSpPr>
          <p:cNvPr id="839" name="neuron-level models / 0827 neuron readout weights"/>
          <p:cNvSpPr/>
          <p:nvPr/>
        </p:nvSpPr>
        <p:spPr>
          <a:xfrm>
            <a:off x="10130638" y="3511296"/>
            <a:ext cx="915314" cy="466344"/>
          </a:xfrm>
          <a:custGeom>
            <a:avLst/>
            <a:gdLst/>
            <a:ahLst/>
            <a:cxnLst/>
            <a:rect l="0" t="0" r="r" b="b"/>
            <a:pathLst>
              <a:path w="100100" h="51000" fill="none" stroke="1" extrusionOk="0">
                <a:moveTo>
                  <a:pt x="0" y="0"/>
                </a:moveTo>
                <a:lnTo>
                  <a:pt x="100100" y="51000"/>
                </a:lnTo>
              </a:path>
            </a:pathLst>
          </a:custGeom>
          <a:noFill/>
          <a:ln w="11430" cap="rnd" cmpd="sng" algn="ctr">
            <a:solidFill>
              <a:srgbClr val="FF3B35">
                <a:alpha val="29000"/>
              </a:srgbClr>
            </a:solidFill>
            <a:round/>
            <a:headEnd type="none"/>
            <a:tailEnd type="none"/>
          </a:ln>
        </p:spPr>
      </p:sp>
      <p:sp>
        <p:nvSpPr>
          <p:cNvPr id="840" name="neuron-level models / 0828 neuron readout weights"/>
          <p:cNvSpPr/>
          <p:nvPr/>
        </p:nvSpPr>
        <p:spPr>
          <a:xfrm>
            <a:off x="10316261" y="3511296"/>
            <a:ext cx="53035" cy="466344"/>
          </a:xfrm>
          <a:custGeom>
            <a:avLst/>
            <a:gdLst/>
            <a:ahLst/>
            <a:cxnLst/>
            <a:rect l="0" t="0" r="r" b="b"/>
            <a:pathLst>
              <a:path w="5800" h="51000" fill="none" stroke="1" extrusionOk="0">
                <a:moveTo>
                  <a:pt x="0" y="0"/>
                </a:moveTo>
                <a:lnTo>
                  <a:pt x="5800" y="51000"/>
                </a:lnTo>
              </a:path>
            </a:pathLst>
          </a:custGeom>
          <a:noFill/>
          <a:ln w="11430" cap="rnd" cmpd="sng" algn="ctr">
            <a:solidFill>
              <a:srgbClr val="FF3B35">
                <a:alpha val="29000"/>
              </a:srgbClr>
            </a:solidFill>
            <a:round/>
            <a:headEnd type="none"/>
            <a:tailEnd type="none"/>
          </a:ln>
        </p:spPr>
      </p:sp>
      <p:sp>
        <p:nvSpPr>
          <p:cNvPr id="841" name="neuron-level models / 0829 neuron readout weights"/>
          <p:cNvSpPr/>
          <p:nvPr/>
        </p:nvSpPr>
        <p:spPr>
          <a:xfrm>
            <a:off x="10316261" y="3511296"/>
            <a:ext cx="199339" cy="466344"/>
          </a:xfrm>
          <a:custGeom>
            <a:avLst/>
            <a:gdLst/>
            <a:ahLst/>
            <a:cxnLst/>
            <a:rect l="0" t="0" r="r" b="b"/>
            <a:pathLst>
              <a:path w="21800" h="51000" fill="none" stroke="1" extrusionOk="0">
                <a:moveTo>
                  <a:pt x="0" y="0"/>
                </a:moveTo>
                <a:lnTo>
                  <a:pt x="21800" y="51000"/>
                </a:lnTo>
              </a:path>
            </a:pathLst>
          </a:custGeom>
          <a:noFill/>
          <a:ln w="11430" cap="rnd" cmpd="sng" algn="ctr">
            <a:solidFill>
              <a:srgbClr val="FF3B35">
                <a:alpha val="29000"/>
              </a:srgbClr>
            </a:solidFill>
            <a:round/>
            <a:headEnd type="none"/>
            <a:tailEnd type="none"/>
          </a:ln>
        </p:spPr>
      </p:sp>
      <p:sp>
        <p:nvSpPr>
          <p:cNvPr id="842" name="neuron-level models / 0830 neuron readout weights"/>
          <p:cNvSpPr/>
          <p:nvPr/>
        </p:nvSpPr>
        <p:spPr>
          <a:xfrm>
            <a:off x="10316261" y="3511296"/>
            <a:ext cx="409651" cy="466344"/>
          </a:xfrm>
          <a:custGeom>
            <a:avLst/>
            <a:gdLst/>
            <a:ahLst/>
            <a:cxnLst/>
            <a:rect l="0" t="0" r="r" b="b"/>
            <a:pathLst>
              <a:path w="44800" h="51000" fill="none" stroke="1" extrusionOk="0">
                <a:moveTo>
                  <a:pt x="0" y="0"/>
                </a:moveTo>
                <a:lnTo>
                  <a:pt x="44800" y="51000"/>
                </a:lnTo>
              </a:path>
            </a:pathLst>
          </a:custGeom>
          <a:noFill/>
          <a:ln w="11430" cap="rnd" cmpd="sng" algn="ctr">
            <a:solidFill>
              <a:srgbClr val="FF3B35">
                <a:alpha val="29000"/>
              </a:srgbClr>
            </a:solidFill>
            <a:round/>
            <a:headEnd type="none"/>
            <a:tailEnd type="none"/>
          </a:ln>
        </p:spPr>
      </p:sp>
      <p:sp>
        <p:nvSpPr>
          <p:cNvPr id="843" name="neuron-level models / 0831 neuron readout weights"/>
          <p:cNvSpPr/>
          <p:nvPr/>
        </p:nvSpPr>
        <p:spPr>
          <a:xfrm>
            <a:off x="10316261" y="3511296"/>
            <a:ext cx="619963" cy="466344"/>
          </a:xfrm>
          <a:custGeom>
            <a:avLst/>
            <a:gdLst/>
            <a:ahLst/>
            <a:cxnLst/>
            <a:rect l="0" t="0" r="r" b="b"/>
            <a:pathLst>
              <a:path w="67800" h="51000" fill="none" stroke="1" extrusionOk="0">
                <a:moveTo>
                  <a:pt x="0" y="0"/>
                </a:moveTo>
                <a:lnTo>
                  <a:pt x="67800" y="51000"/>
                </a:lnTo>
              </a:path>
            </a:pathLst>
          </a:custGeom>
          <a:noFill/>
          <a:ln w="11430" cap="rnd" cmpd="sng" algn="ctr">
            <a:solidFill>
              <a:srgbClr val="FF3B35">
                <a:alpha val="29000"/>
              </a:srgbClr>
            </a:solidFill>
            <a:round/>
            <a:headEnd type="none"/>
            <a:tailEnd type="none"/>
          </a:ln>
        </p:spPr>
      </p:sp>
      <p:sp>
        <p:nvSpPr>
          <p:cNvPr id="844" name="neuron-level models / 0832 neuron readout weights"/>
          <p:cNvSpPr/>
          <p:nvPr/>
        </p:nvSpPr>
        <p:spPr>
          <a:xfrm>
            <a:off x="10316261" y="3511296"/>
            <a:ext cx="729691" cy="466344"/>
          </a:xfrm>
          <a:custGeom>
            <a:avLst/>
            <a:gdLst/>
            <a:ahLst/>
            <a:cxnLst/>
            <a:rect l="0" t="0" r="r" b="b"/>
            <a:pathLst>
              <a:path w="79800" h="51000" fill="none" stroke="1" extrusionOk="0">
                <a:moveTo>
                  <a:pt x="0" y="0"/>
                </a:moveTo>
                <a:lnTo>
                  <a:pt x="79800" y="51000"/>
                </a:lnTo>
              </a:path>
            </a:pathLst>
          </a:custGeom>
          <a:noFill/>
          <a:ln w="11430" cap="rnd" cmpd="sng" algn="ctr">
            <a:solidFill>
              <a:srgbClr val="FF3B35">
                <a:alpha val="29000"/>
              </a:srgbClr>
            </a:solidFill>
            <a:round/>
            <a:headEnd type="none"/>
            <a:tailEnd type="none"/>
          </a:ln>
        </p:spPr>
      </p:sp>
      <p:sp>
        <p:nvSpPr>
          <p:cNvPr id="845" name="neuron-level models / 0833 neuron readout weights"/>
          <p:cNvSpPr/>
          <p:nvPr/>
        </p:nvSpPr>
        <p:spPr>
          <a:xfrm>
            <a:off x="10369296" y="3511296"/>
            <a:ext cx="132588" cy="466344"/>
          </a:xfrm>
          <a:custGeom>
            <a:avLst/>
            <a:gdLst/>
            <a:ahLst/>
            <a:cxnLst/>
            <a:rect l="0" t="0" r="r" b="b"/>
            <a:pathLst>
              <a:path w="14500" h="51000" fill="none" stroke="1" extrusionOk="0">
                <a:moveTo>
                  <a:pt x="14500" y="0"/>
                </a:moveTo>
                <a:lnTo>
                  <a:pt x="0" y="51000"/>
                </a:lnTo>
              </a:path>
            </a:pathLst>
          </a:custGeom>
          <a:noFill/>
          <a:ln w="11430" cap="rnd" cmpd="sng" algn="ctr">
            <a:solidFill>
              <a:srgbClr val="FF3B35">
                <a:alpha val="29000"/>
              </a:srgbClr>
            </a:solidFill>
            <a:round/>
            <a:headEnd type="none"/>
            <a:tailEnd type="none"/>
          </a:ln>
        </p:spPr>
      </p:sp>
      <p:sp>
        <p:nvSpPr>
          <p:cNvPr id="846" name="neuron-level models / 0834 neuron readout weights"/>
          <p:cNvSpPr/>
          <p:nvPr/>
        </p:nvSpPr>
        <p:spPr>
          <a:xfrm>
            <a:off x="10501884" y="3511296"/>
            <a:ext cx="13716" cy="466344"/>
          </a:xfrm>
          <a:custGeom>
            <a:avLst/>
            <a:gdLst/>
            <a:ahLst/>
            <a:cxnLst/>
            <a:rect l="0" t="0" r="r" b="b"/>
            <a:pathLst>
              <a:path w="1500" h="51000" fill="none" stroke="1" extrusionOk="0">
                <a:moveTo>
                  <a:pt x="0" y="0"/>
                </a:moveTo>
                <a:lnTo>
                  <a:pt x="1500" y="51000"/>
                </a:lnTo>
              </a:path>
            </a:pathLst>
          </a:custGeom>
          <a:noFill/>
          <a:ln w="11430" cap="rnd" cmpd="sng" algn="ctr">
            <a:solidFill>
              <a:srgbClr val="FF3B35">
                <a:alpha val="29000"/>
              </a:srgbClr>
            </a:solidFill>
            <a:round/>
            <a:headEnd type="none"/>
            <a:tailEnd type="none"/>
          </a:ln>
        </p:spPr>
      </p:sp>
      <p:sp>
        <p:nvSpPr>
          <p:cNvPr id="847" name="neuron-level models / 0835 neuron readout weights"/>
          <p:cNvSpPr/>
          <p:nvPr/>
        </p:nvSpPr>
        <p:spPr>
          <a:xfrm>
            <a:off x="10501884" y="3511296"/>
            <a:ext cx="224028" cy="466344"/>
          </a:xfrm>
          <a:custGeom>
            <a:avLst/>
            <a:gdLst/>
            <a:ahLst/>
            <a:cxnLst/>
            <a:rect l="0" t="0" r="r" b="b"/>
            <a:pathLst>
              <a:path w="24500" h="51000" fill="none" stroke="1" extrusionOk="0">
                <a:moveTo>
                  <a:pt x="0" y="0"/>
                </a:moveTo>
                <a:lnTo>
                  <a:pt x="24500" y="51000"/>
                </a:lnTo>
              </a:path>
            </a:pathLst>
          </a:custGeom>
          <a:noFill/>
          <a:ln w="11430" cap="rnd" cmpd="sng" algn="ctr">
            <a:solidFill>
              <a:srgbClr val="FF3B35">
                <a:alpha val="29000"/>
              </a:srgbClr>
            </a:solidFill>
            <a:round/>
            <a:headEnd type="none"/>
            <a:tailEnd type="none"/>
          </a:ln>
        </p:spPr>
      </p:sp>
      <p:sp>
        <p:nvSpPr>
          <p:cNvPr id="848" name="neuron-level models / 0836 neuron readout weights"/>
          <p:cNvSpPr/>
          <p:nvPr/>
        </p:nvSpPr>
        <p:spPr>
          <a:xfrm>
            <a:off x="10501884" y="3511296"/>
            <a:ext cx="434340" cy="466344"/>
          </a:xfrm>
          <a:custGeom>
            <a:avLst/>
            <a:gdLst/>
            <a:ahLst/>
            <a:cxnLst/>
            <a:rect l="0" t="0" r="r" b="b"/>
            <a:pathLst>
              <a:path w="47500" h="51000" fill="none" stroke="1" extrusionOk="0">
                <a:moveTo>
                  <a:pt x="0" y="0"/>
                </a:moveTo>
                <a:lnTo>
                  <a:pt x="47500" y="51000"/>
                </a:lnTo>
              </a:path>
            </a:pathLst>
          </a:custGeom>
          <a:noFill/>
          <a:ln w="11430" cap="rnd" cmpd="sng" algn="ctr">
            <a:solidFill>
              <a:srgbClr val="FF3B35">
                <a:alpha val="29000"/>
              </a:srgbClr>
            </a:solidFill>
            <a:round/>
            <a:headEnd type="none"/>
            <a:tailEnd type="none"/>
          </a:ln>
        </p:spPr>
      </p:sp>
      <p:sp>
        <p:nvSpPr>
          <p:cNvPr id="849" name="neuron-level models / 0837 neuron readout weights"/>
          <p:cNvSpPr/>
          <p:nvPr/>
        </p:nvSpPr>
        <p:spPr>
          <a:xfrm>
            <a:off x="10501884" y="3511296"/>
            <a:ext cx="544068" cy="466344"/>
          </a:xfrm>
          <a:custGeom>
            <a:avLst/>
            <a:gdLst/>
            <a:ahLst/>
            <a:cxnLst/>
            <a:rect l="0" t="0" r="r" b="b"/>
            <a:pathLst>
              <a:path w="59500" h="51000" fill="none" stroke="1" extrusionOk="0">
                <a:moveTo>
                  <a:pt x="0" y="0"/>
                </a:moveTo>
                <a:lnTo>
                  <a:pt x="59500" y="51000"/>
                </a:lnTo>
              </a:path>
            </a:pathLst>
          </a:custGeom>
          <a:noFill/>
          <a:ln w="11430" cap="rnd" cmpd="sng" algn="ctr">
            <a:solidFill>
              <a:srgbClr val="FF3B35">
                <a:alpha val="29000"/>
              </a:srgbClr>
            </a:solidFill>
            <a:round/>
            <a:headEnd type="none"/>
            <a:tailEnd type="none"/>
          </a:ln>
        </p:spPr>
      </p:sp>
      <p:sp>
        <p:nvSpPr>
          <p:cNvPr id="850" name="neuron-level models / 0838 neuron readout weights"/>
          <p:cNvSpPr/>
          <p:nvPr/>
        </p:nvSpPr>
        <p:spPr>
          <a:xfrm>
            <a:off x="10369296" y="3511296"/>
            <a:ext cx="318211" cy="466344"/>
          </a:xfrm>
          <a:custGeom>
            <a:avLst/>
            <a:gdLst/>
            <a:ahLst/>
            <a:cxnLst/>
            <a:rect l="0" t="0" r="r" b="b"/>
            <a:pathLst>
              <a:path w="34800" h="51000" fill="none" stroke="1" extrusionOk="0">
                <a:moveTo>
                  <a:pt x="34800" y="0"/>
                </a:moveTo>
                <a:lnTo>
                  <a:pt x="0" y="51000"/>
                </a:lnTo>
              </a:path>
            </a:pathLst>
          </a:custGeom>
          <a:noFill/>
          <a:ln w="11430" cap="rnd" cmpd="sng" algn="ctr">
            <a:solidFill>
              <a:srgbClr val="FF3B35">
                <a:alpha val="29000"/>
              </a:srgbClr>
            </a:solidFill>
            <a:round/>
            <a:headEnd type="none"/>
            <a:tailEnd type="none"/>
          </a:ln>
        </p:spPr>
      </p:sp>
      <p:sp>
        <p:nvSpPr>
          <p:cNvPr id="851" name="neuron-level models / 0839 neuron readout weights"/>
          <p:cNvSpPr/>
          <p:nvPr/>
        </p:nvSpPr>
        <p:spPr>
          <a:xfrm>
            <a:off x="10515600" y="3511296"/>
            <a:ext cx="171907" cy="466344"/>
          </a:xfrm>
          <a:custGeom>
            <a:avLst/>
            <a:gdLst/>
            <a:ahLst/>
            <a:cxnLst/>
            <a:rect l="0" t="0" r="r" b="b"/>
            <a:pathLst>
              <a:path w="18800" h="51000" fill="none" stroke="1" extrusionOk="0">
                <a:moveTo>
                  <a:pt x="18800" y="0"/>
                </a:moveTo>
                <a:lnTo>
                  <a:pt x="0" y="51000"/>
                </a:lnTo>
              </a:path>
            </a:pathLst>
          </a:custGeom>
          <a:noFill/>
          <a:ln w="11430" cap="rnd" cmpd="sng" algn="ctr">
            <a:solidFill>
              <a:srgbClr val="FF3B35">
                <a:alpha val="29000"/>
              </a:srgbClr>
            </a:solidFill>
            <a:round/>
            <a:headEnd type="none"/>
            <a:tailEnd type="none"/>
          </a:ln>
        </p:spPr>
      </p:sp>
      <p:sp>
        <p:nvSpPr>
          <p:cNvPr id="852" name="neuron-level models / 0840 neuron readout weights"/>
          <p:cNvSpPr/>
          <p:nvPr/>
        </p:nvSpPr>
        <p:spPr>
          <a:xfrm>
            <a:off x="10687507" y="3511296"/>
            <a:ext cx="38405" cy="466344"/>
          </a:xfrm>
          <a:custGeom>
            <a:avLst/>
            <a:gdLst/>
            <a:ahLst/>
            <a:cxnLst/>
            <a:rect l="0" t="0" r="r" b="b"/>
            <a:pathLst>
              <a:path w="4200" h="51000" fill="none" stroke="1" extrusionOk="0">
                <a:moveTo>
                  <a:pt x="0" y="0"/>
                </a:moveTo>
                <a:lnTo>
                  <a:pt x="4200" y="51000"/>
                </a:lnTo>
              </a:path>
            </a:pathLst>
          </a:custGeom>
          <a:noFill/>
          <a:ln w="11430" cap="rnd" cmpd="sng" algn="ctr">
            <a:solidFill>
              <a:srgbClr val="FF3B35">
                <a:alpha val="29000"/>
              </a:srgbClr>
            </a:solidFill>
            <a:round/>
            <a:headEnd type="none"/>
            <a:tailEnd type="none"/>
          </a:ln>
        </p:spPr>
      </p:sp>
      <p:sp>
        <p:nvSpPr>
          <p:cNvPr id="853" name="neuron-level models / 0841 neuron readout weights"/>
          <p:cNvSpPr/>
          <p:nvPr/>
        </p:nvSpPr>
        <p:spPr>
          <a:xfrm>
            <a:off x="10687507" y="3511296"/>
            <a:ext cx="248717" cy="466344"/>
          </a:xfrm>
          <a:custGeom>
            <a:avLst/>
            <a:gdLst/>
            <a:ahLst/>
            <a:cxnLst/>
            <a:rect l="0" t="0" r="r" b="b"/>
            <a:pathLst>
              <a:path w="27200" h="51000" fill="none" stroke="1" extrusionOk="0">
                <a:moveTo>
                  <a:pt x="0" y="0"/>
                </a:moveTo>
                <a:lnTo>
                  <a:pt x="27200" y="51000"/>
                </a:lnTo>
              </a:path>
            </a:pathLst>
          </a:custGeom>
          <a:noFill/>
          <a:ln w="11430" cap="rnd" cmpd="sng" algn="ctr">
            <a:solidFill>
              <a:srgbClr val="FF3B35">
                <a:alpha val="29000"/>
              </a:srgbClr>
            </a:solidFill>
            <a:round/>
            <a:headEnd type="none"/>
            <a:tailEnd type="none"/>
          </a:ln>
        </p:spPr>
      </p:sp>
      <p:sp>
        <p:nvSpPr>
          <p:cNvPr id="854" name="neuron-level models / 0842 neuron readout weights"/>
          <p:cNvSpPr/>
          <p:nvPr/>
        </p:nvSpPr>
        <p:spPr>
          <a:xfrm>
            <a:off x="10687507" y="3511296"/>
            <a:ext cx="358445" cy="466344"/>
          </a:xfrm>
          <a:custGeom>
            <a:avLst/>
            <a:gdLst/>
            <a:ahLst/>
            <a:cxnLst/>
            <a:rect l="0" t="0" r="r" b="b"/>
            <a:pathLst>
              <a:path w="39200" h="51000" fill="none" stroke="1" extrusionOk="0">
                <a:moveTo>
                  <a:pt x="0" y="0"/>
                </a:moveTo>
                <a:lnTo>
                  <a:pt x="39200" y="51000"/>
                </a:lnTo>
              </a:path>
            </a:pathLst>
          </a:custGeom>
          <a:noFill/>
          <a:ln w="11430" cap="rnd" cmpd="sng" algn="ctr">
            <a:solidFill>
              <a:srgbClr val="FF3B35">
                <a:alpha val="29000"/>
              </a:srgbClr>
            </a:solidFill>
            <a:round/>
            <a:headEnd type="none"/>
            <a:tailEnd type="none"/>
          </a:ln>
        </p:spPr>
      </p:sp>
      <p:sp>
        <p:nvSpPr>
          <p:cNvPr id="855" name="neuron-level models / 0843 neuron readout weights"/>
          <p:cNvSpPr/>
          <p:nvPr/>
        </p:nvSpPr>
        <p:spPr>
          <a:xfrm>
            <a:off x="10369296" y="3511296"/>
            <a:ext cx="503834" cy="466344"/>
          </a:xfrm>
          <a:custGeom>
            <a:avLst/>
            <a:gdLst/>
            <a:ahLst/>
            <a:cxnLst/>
            <a:rect l="0" t="0" r="r" b="b"/>
            <a:pathLst>
              <a:path w="55100" h="51000" fill="none" stroke="1" extrusionOk="0">
                <a:moveTo>
                  <a:pt x="55100" y="0"/>
                </a:moveTo>
                <a:lnTo>
                  <a:pt x="0" y="51000"/>
                </a:lnTo>
              </a:path>
            </a:pathLst>
          </a:custGeom>
          <a:noFill/>
          <a:ln w="11430" cap="rnd" cmpd="sng" algn="ctr">
            <a:solidFill>
              <a:srgbClr val="FF3B35">
                <a:alpha val="29000"/>
              </a:srgbClr>
            </a:solidFill>
            <a:round/>
            <a:headEnd type="none"/>
            <a:tailEnd type="none"/>
          </a:ln>
        </p:spPr>
      </p:sp>
      <p:sp>
        <p:nvSpPr>
          <p:cNvPr id="856" name="neuron-level models / 0844 neuron readout weights"/>
          <p:cNvSpPr/>
          <p:nvPr/>
        </p:nvSpPr>
        <p:spPr>
          <a:xfrm>
            <a:off x="10515600" y="3511296"/>
            <a:ext cx="357530" cy="466344"/>
          </a:xfrm>
          <a:custGeom>
            <a:avLst/>
            <a:gdLst/>
            <a:ahLst/>
            <a:cxnLst/>
            <a:rect l="0" t="0" r="r" b="b"/>
            <a:pathLst>
              <a:path w="39100" h="51000" fill="none" stroke="1" extrusionOk="0">
                <a:moveTo>
                  <a:pt x="39100" y="0"/>
                </a:moveTo>
                <a:lnTo>
                  <a:pt x="0" y="51000"/>
                </a:lnTo>
              </a:path>
            </a:pathLst>
          </a:custGeom>
          <a:noFill/>
          <a:ln w="11430" cap="rnd" cmpd="sng" algn="ctr">
            <a:solidFill>
              <a:srgbClr val="FF3B35">
                <a:alpha val="29000"/>
              </a:srgbClr>
            </a:solidFill>
            <a:round/>
            <a:headEnd type="none"/>
            <a:tailEnd type="none"/>
          </a:ln>
        </p:spPr>
      </p:sp>
      <p:sp>
        <p:nvSpPr>
          <p:cNvPr id="857" name="neuron-level models / 0845 neuron readout weights"/>
          <p:cNvSpPr/>
          <p:nvPr/>
        </p:nvSpPr>
        <p:spPr>
          <a:xfrm>
            <a:off x="10725912" y="3511296"/>
            <a:ext cx="147218" cy="466344"/>
          </a:xfrm>
          <a:custGeom>
            <a:avLst/>
            <a:gdLst/>
            <a:ahLst/>
            <a:cxnLst/>
            <a:rect l="0" t="0" r="r" b="b"/>
            <a:pathLst>
              <a:path w="16100" h="51000" fill="none" stroke="1" extrusionOk="0">
                <a:moveTo>
                  <a:pt x="16100" y="0"/>
                </a:moveTo>
                <a:lnTo>
                  <a:pt x="0" y="51000"/>
                </a:lnTo>
              </a:path>
            </a:pathLst>
          </a:custGeom>
          <a:noFill/>
          <a:ln w="11430" cap="rnd" cmpd="sng" algn="ctr">
            <a:solidFill>
              <a:srgbClr val="FF3B35">
                <a:alpha val="29000"/>
              </a:srgbClr>
            </a:solidFill>
            <a:round/>
            <a:headEnd type="none"/>
            <a:tailEnd type="none"/>
          </a:ln>
        </p:spPr>
      </p:sp>
      <p:sp>
        <p:nvSpPr>
          <p:cNvPr id="858" name="neuron-level models / 0846 neuron readout weights"/>
          <p:cNvSpPr/>
          <p:nvPr/>
        </p:nvSpPr>
        <p:spPr>
          <a:xfrm>
            <a:off x="10873130" y="3511296"/>
            <a:ext cx="63094" cy="466344"/>
          </a:xfrm>
          <a:custGeom>
            <a:avLst/>
            <a:gdLst/>
            <a:ahLst/>
            <a:cxnLst/>
            <a:rect l="0" t="0" r="r" b="b"/>
            <a:pathLst>
              <a:path w="6900" h="51000" fill="none" stroke="1" extrusionOk="0">
                <a:moveTo>
                  <a:pt x="0" y="0"/>
                </a:moveTo>
                <a:lnTo>
                  <a:pt x="6900" y="51000"/>
                </a:lnTo>
              </a:path>
            </a:pathLst>
          </a:custGeom>
          <a:noFill/>
          <a:ln w="11430" cap="rnd" cmpd="sng" algn="ctr">
            <a:solidFill>
              <a:srgbClr val="FF3B35">
                <a:alpha val="29000"/>
              </a:srgbClr>
            </a:solidFill>
            <a:round/>
            <a:headEnd type="none"/>
            <a:tailEnd type="none"/>
          </a:ln>
        </p:spPr>
      </p:sp>
      <p:sp>
        <p:nvSpPr>
          <p:cNvPr id="859" name="neuron-level models / 0847 neuron readout weights"/>
          <p:cNvSpPr/>
          <p:nvPr/>
        </p:nvSpPr>
        <p:spPr>
          <a:xfrm>
            <a:off x="10873130" y="3511296"/>
            <a:ext cx="172822" cy="466344"/>
          </a:xfrm>
          <a:custGeom>
            <a:avLst/>
            <a:gdLst/>
            <a:ahLst/>
            <a:cxnLst/>
            <a:rect l="0" t="0" r="r" b="b"/>
            <a:pathLst>
              <a:path w="18900" h="51000" fill="none" stroke="1" extrusionOk="0">
                <a:moveTo>
                  <a:pt x="0" y="0"/>
                </a:moveTo>
                <a:lnTo>
                  <a:pt x="18900" y="51000"/>
                </a:lnTo>
              </a:path>
            </a:pathLst>
          </a:custGeom>
          <a:noFill/>
          <a:ln w="11430" cap="rnd" cmpd="sng" algn="ctr">
            <a:solidFill>
              <a:srgbClr val="FF3B35">
                <a:alpha val="29000"/>
              </a:srgbClr>
            </a:solidFill>
            <a:round/>
            <a:headEnd type="none"/>
            <a:tailEnd type="none"/>
          </a:ln>
        </p:spPr>
      </p:sp>
      <p:sp>
        <p:nvSpPr>
          <p:cNvPr id="860" name="neuron-level models / 0848 neuron readout weights"/>
          <p:cNvSpPr/>
          <p:nvPr/>
        </p:nvSpPr>
        <p:spPr>
          <a:xfrm>
            <a:off x="10369296" y="3511296"/>
            <a:ext cx="689458" cy="466344"/>
          </a:xfrm>
          <a:custGeom>
            <a:avLst/>
            <a:gdLst/>
            <a:ahLst/>
            <a:cxnLst/>
            <a:rect l="0" t="0" r="r" b="b"/>
            <a:pathLst>
              <a:path w="75400" h="51000" fill="none" stroke="1" extrusionOk="0">
                <a:moveTo>
                  <a:pt x="75400" y="0"/>
                </a:moveTo>
                <a:lnTo>
                  <a:pt x="0" y="51000"/>
                </a:lnTo>
              </a:path>
            </a:pathLst>
          </a:custGeom>
          <a:noFill/>
          <a:ln w="11430" cap="rnd" cmpd="sng" algn="ctr">
            <a:solidFill>
              <a:srgbClr val="FF3B35">
                <a:alpha val="29000"/>
              </a:srgbClr>
            </a:solidFill>
            <a:round/>
            <a:headEnd type="none"/>
            <a:tailEnd type="none"/>
          </a:ln>
        </p:spPr>
      </p:sp>
      <p:sp>
        <p:nvSpPr>
          <p:cNvPr id="861" name="neuron-level models / 0849 neuron readout weights"/>
          <p:cNvSpPr/>
          <p:nvPr/>
        </p:nvSpPr>
        <p:spPr>
          <a:xfrm>
            <a:off x="10515600" y="3511296"/>
            <a:ext cx="543154" cy="466344"/>
          </a:xfrm>
          <a:custGeom>
            <a:avLst/>
            <a:gdLst/>
            <a:ahLst/>
            <a:cxnLst/>
            <a:rect l="0" t="0" r="r" b="b"/>
            <a:pathLst>
              <a:path w="59400" h="51000" fill="none" stroke="1" extrusionOk="0">
                <a:moveTo>
                  <a:pt x="59400" y="0"/>
                </a:moveTo>
                <a:lnTo>
                  <a:pt x="0" y="51000"/>
                </a:lnTo>
              </a:path>
            </a:pathLst>
          </a:custGeom>
          <a:noFill/>
          <a:ln w="11430" cap="rnd" cmpd="sng" algn="ctr">
            <a:solidFill>
              <a:srgbClr val="FF3B35">
                <a:alpha val="29000"/>
              </a:srgbClr>
            </a:solidFill>
            <a:round/>
            <a:headEnd type="none"/>
            <a:tailEnd type="none"/>
          </a:ln>
        </p:spPr>
      </p:sp>
      <p:sp>
        <p:nvSpPr>
          <p:cNvPr id="862" name="neuron-level models / 0850 neuron readout weights"/>
          <p:cNvSpPr/>
          <p:nvPr/>
        </p:nvSpPr>
        <p:spPr>
          <a:xfrm>
            <a:off x="10725912" y="3511296"/>
            <a:ext cx="332842" cy="466344"/>
          </a:xfrm>
          <a:custGeom>
            <a:avLst/>
            <a:gdLst/>
            <a:ahLst/>
            <a:cxnLst/>
            <a:rect l="0" t="0" r="r" b="b"/>
            <a:pathLst>
              <a:path w="36400" h="51000" fill="none" stroke="1" extrusionOk="0">
                <a:moveTo>
                  <a:pt x="36400" y="0"/>
                </a:moveTo>
                <a:lnTo>
                  <a:pt x="0" y="51000"/>
                </a:lnTo>
              </a:path>
            </a:pathLst>
          </a:custGeom>
          <a:noFill/>
          <a:ln w="11430" cap="rnd" cmpd="sng" algn="ctr">
            <a:solidFill>
              <a:srgbClr val="FF3B35">
                <a:alpha val="29000"/>
              </a:srgbClr>
            </a:solidFill>
            <a:round/>
            <a:headEnd type="none"/>
            <a:tailEnd type="none"/>
          </a:ln>
        </p:spPr>
      </p:sp>
      <p:sp>
        <p:nvSpPr>
          <p:cNvPr id="863" name="neuron-level models / 0851 neuron readout weights"/>
          <p:cNvSpPr/>
          <p:nvPr/>
        </p:nvSpPr>
        <p:spPr>
          <a:xfrm>
            <a:off x="10936224" y="3511296"/>
            <a:ext cx="122530" cy="466344"/>
          </a:xfrm>
          <a:custGeom>
            <a:avLst/>
            <a:gdLst/>
            <a:ahLst/>
            <a:cxnLst/>
            <a:rect l="0" t="0" r="r" b="b"/>
            <a:pathLst>
              <a:path w="13400" h="51000" fill="none" stroke="1" extrusionOk="0">
                <a:moveTo>
                  <a:pt x="13400" y="0"/>
                </a:moveTo>
                <a:lnTo>
                  <a:pt x="0" y="51000"/>
                </a:lnTo>
              </a:path>
            </a:pathLst>
          </a:custGeom>
          <a:noFill/>
          <a:ln w="11430" cap="rnd" cmpd="sng" algn="ctr">
            <a:solidFill>
              <a:srgbClr val="FF3B35">
                <a:alpha val="29000"/>
              </a:srgbClr>
            </a:solidFill>
            <a:round/>
            <a:headEnd type="none"/>
            <a:tailEnd type="none"/>
          </a:ln>
        </p:spPr>
      </p:sp>
      <p:sp>
        <p:nvSpPr>
          <p:cNvPr id="864" name="neuron-level models / 0852 neuron readout weights"/>
          <p:cNvSpPr/>
          <p:nvPr/>
        </p:nvSpPr>
        <p:spPr>
          <a:xfrm>
            <a:off x="11045952" y="3511296"/>
            <a:ext cx="12802" cy="466344"/>
          </a:xfrm>
          <a:custGeom>
            <a:avLst/>
            <a:gdLst/>
            <a:ahLst/>
            <a:cxnLst/>
            <a:rect l="0" t="0" r="r" b="b"/>
            <a:pathLst>
              <a:path w="1400" h="51000" fill="none" stroke="1" extrusionOk="0">
                <a:moveTo>
                  <a:pt x="1400" y="0"/>
                </a:moveTo>
                <a:lnTo>
                  <a:pt x="0" y="51000"/>
                </a:lnTo>
              </a:path>
            </a:pathLst>
          </a:custGeom>
          <a:noFill/>
          <a:ln w="11430" cap="rnd" cmpd="sng" algn="ctr">
            <a:solidFill>
              <a:srgbClr val="FF3B35">
                <a:alpha val="29000"/>
              </a:srgbClr>
            </a:solidFill>
            <a:round/>
            <a:headEnd type="none"/>
            <a:tailEnd type="none"/>
          </a:ln>
        </p:spPr>
      </p:sp>
      <p:sp>
        <p:nvSpPr>
          <p:cNvPr id="865" name="neuron-level models / 0853 neuron readout weights"/>
          <p:cNvSpPr/>
          <p:nvPr/>
        </p:nvSpPr>
        <p:spPr>
          <a:xfrm>
            <a:off x="10369296" y="3511296"/>
            <a:ext cx="875081" cy="466344"/>
          </a:xfrm>
          <a:custGeom>
            <a:avLst/>
            <a:gdLst/>
            <a:ahLst/>
            <a:cxnLst/>
            <a:rect l="0" t="0" r="r" b="b"/>
            <a:pathLst>
              <a:path w="95700" h="51000" fill="none" stroke="1" extrusionOk="0">
                <a:moveTo>
                  <a:pt x="95700" y="0"/>
                </a:moveTo>
                <a:lnTo>
                  <a:pt x="0" y="51000"/>
                </a:lnTo>
              </a:path>
            </a:pathLst>
          </a:custGeom>
          <a:noFill/>
          <a:ln w="11430" cap="rnd" cmpd="sng" algn="ctr">
            <a:solidFill>
              <a:srgbClr val="FF3B35">
                <a:alpha val="29000"/>
              </a:srgbClr>
            </a:solidFill>
            <a:round/>
            <a:headEnd type="none"/>
            <a:tailEnd type="none"/>
          </a:ln>
        </p:spPr>
      </p:sp>
      <p:sp>
        <p:nvSpPr>
          <p:cNvPr id="866" name="neuron-level models / 0854 neuron readout weights"/>
          <p:cNvSpPr/>
          <p:nvPr/>
        </p:nvSpPr>
        <p:spPr>
          <a:xfrm>
            <a:off x="10515600" y="3511296"/>
            <a:ext cx="728777" cy="466344"/>
          </a:xfrm>
          <a:custGeom>
            <a:avLst/>
            <a:gdLst/>
            <a:ahLst/>
            <a:cxnLst/>
            <a:rect l="0" t="0" r="r" b="b"/>
            <a:pathLst>
              <a:path w="79700" h="51000" fill="none" stroke="1" extrusionOk="0">
                <a:moveTo>
                  <a:pt x="79700" y="0"/>
                </a:moveTo>
                <a:lnTo>
                  <a:pt x="0" y="51000"/>
                </a:lnTo>
              </a:path>
            </a:pathLst>
          </a:custGeom>
          <a:noFill/>
          <a:ln w="11430" cap="rnd" cmpd="sng" algn="ctr">
            <a:solidFill>
              <a:srgbClr val="FF3B35">
                <a:alpha val="29000"/>
              </a:srgbClr>
            </a:solidFill>
            <a:round/>
            <a:headEnd type="none"/>
            <a:tailEnd type="none"/>
          </a:ln>
        </p:spPr>
      </p:sp>
      <p:sp>
        <p:nvSpPr>
          <p:cNvPr id="867" name="neuron-level models / 0855 neuron readout weights"/>
          <p:cNvSpPr/>
          <p:nvPr/>
        </p:nvSpPr>
        <p:spPr>
          <a:xfrm>
            <a:off x="10725912" y="3511296"/>
            <a:ext cx="518465" cy="466344"/>
          </a:xfrm>
          <a:custGeom>
            <a:avLst/>
            <a:gdLst/>
            <a:ahLst/>
            <a:cxnLst/>
            <a:rect l="0" t="0" r="r" b="b"/>
            <a:pathLst>
              <a:path w="56700" h="51000" fill="none" stroke="1" extrusionOk="0">
                <a:moveTo>
                  <a:pt x="56700" y="0"/>
                </a:moveTo>
                <a:lnTo>
                  <a:pt x="0" y="51000"/>
                </a:lnTo>
              </a:path>
            </a:pathLst>
          </a:custGeom>
          <a:noFill/>
          <a:ln w="11430" cap="rnd" cmpd="sng" algn="ctr">
            <a:solidFill>
              <a:srgbClr val="FF3B35">
                <a:alpha val="29000"/>
              </a:srgbClr>
            </a:solidFill>
            <a:round/>
            <a:headEnd type="none"/>
            <a:tailEnd type="none"/>
          </a:ln>
        </p:spPr>
      </p:sp>
      <p:sp>
        <p:nvSpPr>
          <p:cNvPr id="868" name="neuron-level models / 0856 neuron readout weights"/>
          <p:cNvSpPr/>
          <p:nvPr/>
        </p:nvSpPr>
        <p:spPr>
          <a:xfrm>
            <a:off x="10936224" y="3511296"/>
            <a:ext cx="308153" cy="466344"/>
          </a:xfrm>
          <a:custGeom>
            <a:avLst/>
            <a:gdLst/>
            <a:ahLst/>
            <a:cxnLst/>
            <a:rect l="0" t="0" r="r" b="b"/>
            <a:pathLst>
              <a:path w="33700" h="51000" fill="none" stroke="1" extrusionOk="0">
                <a:moveTo>
                  <a:pt x="33700" y="0"/>
                </a:moveTo>
                <a:lnTo>
                  <a:pt x="0" y="51000"/>
                </a:lnTo>
              </a:path>
            </a:pathLst>
          </a:custGeom>
          <a:noFill/>
          <a:ln w="11430" cap="rnd" cmpd="sng" algn="ctr">
            <a:solidFill>
              <a:srgbClr val="FF3B35">
                <a:alpha val="29000"/>
              </a:srgbClr>
            </a:solidFill>
            <a:round/>
            <a:headEnd type="none"/>
            <a:tailEnd type="none"/>
          </a:ln>
        </p:spPr>
      </p:sp>
      <p:sp>
        <p:nvSpPr>
          <p:cNvPr id="869" name="neuron-level models / 0857 neuron readout weights"/>
          <p:cNvSpPr/>
          <p:nvPr/>
        </p:nvSpPr>
        <p:spPr>
          <a:xfrm>
            <a:off x="11045952" y="3511296"/>
            <a:ext cx="198425" cy="466344"/>
          </a:xfrm>
          <a:custGeom>
            <a:avLst/>
            <a:gdLst/>
            <a:ahLst/>
            <a:cxnLst/>
            <a:rect l="0" t="0" r="r" b="b"/>
            <a:pathLst>
              <a:path w="21700" h="51000" fill="none" stroke="1" extrusionOk="0">
                <a:moveTo>
                  <a:pt x="21700" y="0"/>
                </a:moveTo>
                <a:lnTo>
                  <a:pt x="0" y="51000"/>
                </a:lnTo>
              </a:path>
            </a:pathLst>
          </a:custGeom>
          <a:noFill/>
          <a:ln w="11430" cap="rnd" cmpd="sng" algn="ctr">
            <a:solidFill>
              <a:srgbClr val="FF3B35">
                <a:alpha val="29000"/>
              </a:srgbClr>
            </a:solidFill>
            <a:round/>
            <a:headEnd type="none"/>
            <a:tailEnd type="none"/>
          </a:ln>
        </p:spPr>
      </p:sp>
      <p:sp>
        <p:nvSpPr>
          <p:cNvPr id="870" name="neuron-level models / 0858 neuron readout weights"/>
          <p:cNvSpPr/>
          <p:nvPr/>
        </p:nvSpPr>
        <p:spPr>
          <a:xfrm>
            <a:off x="10369296" y="3511296"/>
            <a:ext cx="1060704" cy="466344"/>
          </a:xfrm>
          <a:custGeom>
            <a:avLst/>
            <a:gdLst/>
            <a:ahLst/>
            <a:cxnLst/>
            <a:rect l="0" t="0" r="r" b="b"/>
            <a:pathLst>
              <a:path w="116000" h="51000" fill="none" stroke="1" extrusionOk="0">
                <a:moveTo>
                  <a:pt x="116000" y="0"/>
                </a:moveTo>
                <a:lnTo>
                  <a:pt x="0" y="51000"/>
                </a:lnTo>
              </a:path>
            </a:pathLst>
          </a:custGeom>
          <a:noFill/>
          <a:ln w="11430" cap="rnd" cmpd="sng" algn="ctr">
            <a:solidFill>
              <a:srgbClr val="FF3B35">
                <a:alpha val="29000"/>
              </a:srgbClr>
            </a:solidFill>
            <a:round/>
            <a:headEnd type="none"/>
            <a:tailEnd type="none"/>
          </a:ln>
        </p:spPr>
      </p:sp>
      <p:sp>
        <p:nvSpPr>
          <p:cNvPr id="871" name="neuron-level models / 0859 neuron readout weights"/>
          <p:cNvSpPr/>
          <p:nvPr/>
        </p:nvSpPr>
        <p:spPr>
          <a:xfrm>
            <a:off x="10515600" y="3511296"/>
            <a:ext cx="914400" cy="466344"/>
          </a:xfrm>
          <a:custGeom>
            <a:avLst/>
            <a:gdLst/>
            <a:ahLst/>
            <a:cxnLst/>
            <a:rect l="0" t="0" r="r" b="b"/>
            <a:pathLst>
              <a:path w="100000" h="51000" fill="none" stroke="1" extrusionOk="0">
                <a:moveTo>
                  <a:pt x="100000" y="0"/>
                </a:moveTo>
                <a:lnTo>
                  <a:pt x="0" y="51000"/>
                </a:lnTo>
              </a:path>
            </a:pathLst>
          </a:custGeom>
          <a:noFill/>
          <a:ln w="11430" cap="rnd" cmpd="sng" algn="ctr">
            <a:solidFill>
              <a:srgbClr val="FF3B35">
                <a:alpha val="29000"/>
              </a:srgbClr>
            </a:solidFill>
            <a:round/>
            <a:headEnd type="none"/>
            <a:tailEnd type="none"/>
          </a:ln>
        </p:spPr>
      </p:sp>
      <p:sp>
        <p:nvSpPr>
          <p:cNvPr id="872" name="neuron-level models / 0860 neuron readout weights"/>
          <p:cNvSpPr/>
          <p:nvPr/>
        </p:nvSpPr>
        <p:spPr>
          <a:xfrm>
            <a:off x="10725912" y="3511296"/>
            <a:ext cx="704088" cy="466344"/>
          </a:xfrm>
          <a:custGeom>
            <a:avLst/>
            <a:gdLst/>
            <a:ahLst/>
            <a:cxnLst/>
            <a:rect l="0" t="0" r="r" b="b"/>
            <a:pathLst>
              <a:path w="77000" h="51000" fill="none" stroke="1" extrusionOk="0">
                <a:moveTo>
                  <a:pt x="77000" y="0"/>
                </a:moveTo>
                <a:lnTo>
                  <a:pt x="0" y="51000"/>
                </a:lnTo>
              </a:path>
            </a:pathLst>
          </a:custGeom>
          <a:noFill/>
          <a:ln w="11430" cap="rnd" cmpd="sng" algn="ctr">
            <a:solidFill>
              <a:srgbClr val="FF3B35">
                <a:alpha val="29000"/>
              </a:srgbClr>
            </a:solidFill>
            <a:round/>
            <a:headEnd type="none"/>
            <a:tailEnd type="none"/>
          </a:ln>
        </p:spPr>
      </p:sp>
      <p:sp>
        <p:nvSpPr>
          <p:cNvPr id="873" name="neuron-level models / 0861 neuron readout weights"/>
          <p:cNvSpPr/>
          <p:nvPr/>
        </p:nvSpPr>
        <p:spPr>
          <a:xfrm>
            <a:off x="10936224" y="3511296"/>
            <a:ext cx="493776" cy="466344"/>
          </a:xfrm>
          <a:custGeom>
            <a:avLst/>
            <a:gdLst/>
            <a:ahLst/>
            <a:cxnLst/>
            <a:rect l="0" t="0" r="r" b="b"/>
            <a:pathLst>
              <a:path w="54000" h="51000" fill="none" stroke="1" extrusionOk="0">
                <a:moveTo>
                  <a:pt x="54000" y="0"/>
                </a:moveTo>
                <a:lnTo>
                  <a:pt x="0" y="51000"/>
                </a:lnTo>
              </a:path>
            </a:pathLst>
          </a:custGeom>
          <a:noFill/>
          <a:ln w="11430" cap="rnd" cmpd="sng" algn="ctr">
            <a:solidFill>
              <a:srgbClr val="FF3B35">
                <a:alpha val="29000"/>
              </a:srgbClr>
            </a:solidFill>
            <a:round/>
            <a:headEnd type="none"/>
            <a:tailEnd type="none"/>
          </a:ln>
        </p:spPr>
      </p:sp>
      <p:sp>
        <p:nvSpPr>
          <p:cNvPr id="874" name="neuron-level models / 0862 neuron readout weights"/>
          <p:cNvSpPr/>
          <p:nvPr/>
        </p:nvSpPr>
        <p:spPr>
          <a:xfrm>
            <a:off x="11045952" y="3511296"/>
            <a:ext cx="384048" cy="466344"/>
          </a:xfrm>
          <a:custGeom>
            <a:avLst/>
            <a:gdLst/>
            <a:ahLst/>
            <a:cxnLst/>
            <a:rect l="0" t="0" r="r" b="b"/>
            <a:pathLst>
              <a:path w="42000" h="51000" fill="none" stroke="1" extrusionOk="0">
                <a:moveTo>
                  <a:pt x="42000" y="0"/>
                </a:moveTo>
                <a:lnTo>
                  <a:pt x="0" y="51000"/>
                </a:lnTo>
              </a:path>
            </a:pathLst>
          </a:custGeom>
          <a:noFill/>
          <a:ln w="11430" cap="rnd" cmpd="sng" algn="ctr">
            <a:solidFill>
              <a:srgbClr val="FF3B35">
                <a:alpha val="29000"/>
              </a:srgbClr>
            </a:solidFill>
            <a:round/>
            <a:headEnd type="none"/>
            <a:tailEnd type="none"/>
          </a:ln>
        </p:spPr>
      </p:sp>
      <p:sp>
        <p:nvSpPr>
          <p:cNvPr id="875" name="neuron-level models / 0863 neuron readout weights"/>
          <p:cNvSpPr/>
          <p:nvPr/>
        </p:nvSpPr>
        <p:spPr>
          <a:xfrm>
            <a:off x="10369296" y="3511296"/>
            <a:ext cx="1246327" cy="466344"/>
          </a:xfrm>
          <a:custGeom>
            <a:avLst/>
            <a:gdLst/>
            <a:ahLst/>
            <a:cxnLst/>
            <a:rect l="0" t="0" r="r" b="b"/>
            <a:pathLst>
              <a:path w="136300" h="51000" fill="none" stroke="1" extrusionOk="0">
                <a:moveTo>
                  <a:pt x="136300" y="0"/>
                </a:moveTo>
                <a:lnTo>
                  <a:pt x="0" y="51000"/>
                </a:lnTo>
              </a:path>
            </a:pathLst>
          </a:custGeom>
          <a:noFill/>
          <a:ln w="11430" cap="rnd" cmpd="sng" algn="ctr">
            <a:solidFill>
              <a:srgbClr val="FF3B35">
                <a:alpha val="29000"/>
              </a:srgbClr>
            </a:solidFill>
            <a:round/>
            <a:headEnd type="none"/>
            <a:tailEnd type="none"/>
          </a:ln>
        </p:spPr>
      </p:sp>
      <p:sp>
        <p:nvSpPr>
          <p:cNvPr id="876" name="neuron-level models / 0864 neuron readout weights"/>
          <p:cNvSpPr/>
          <p:nvPr/>
        </p:nvSpPr>
        <p:spPr>
          <a:xfrm>
            <a:off x="10515600" y="3511296"/>
            <a:ext cx="1100023" cy="466344"/>
          </a:xfrm>
          <a:custGeom>
            <a:avLst/>
            <a:gdLst/>
            <a:ahLst/>
            <a:cxnLst/>
            <a:rect l="0" t="0" r="r" b="b"/>
            <a:pathLst>
              <a:path w="120300" h="51000" fill="none" stroke="1" extrusionOk="0">
                <a:moveTo>
                  <a:pt x="120300" y="0"/>
                </a:moveTo>
                <a:lnTo>
                  <a:pt x="0" y="51000"/>
                </a:lnTo>
              </a:path>
            </a:pathLst>
          </a:custGeom>
          <a:noFill/>
          <a:ln w="11430" cap="rnd" cmpd="sng" algn="ctr">
            <a:solidFill>
              <a:srgbClr val="FF3B35">
                <a:alpha val="29000"/>
              </a:srgbClr>
            </a:solidFill>
            <a:round/>
            <a:headEnd type="none"/>
            <a:tailEnd type="none"/>
          </a:ln>
        </p:spPr>
      </p:sp>
      <p:sp>
        <p:nvSpPr>
          <p:cNvPr id="877" name="neuron-level models / 0865 neuron readout weights"/>
          <p:cNvSpPr/>
          <p:nvPr/>
        </p:nvSpPr>
        <p:spPr>
          <a:xfrm>
            <a:off x="10725912" y="3511296"/>
            <a:ext cx="889711" cy="466344"/>
          </a:xfrm>
          <a:custGeom>
            <a:avLst/>
            <a:gdLst/>
            <a:ahLst/>
            <a:cxnLst/>
            <a:rect l="0" t="0" r="r" b="b"/>
            <a:pathLst>
              <a:path w="97300" h="51000" fill="none" stroke="1" extrusionOk="0">
                <a:moveTo>
                  <a:pt x="97300" y="0"/>
                </a:moveTo>
                <a:lnTo>
                  <a:pt x="0" y="51000"/>
                </a:lnTo>
              </a:path>
            </a:pathLst>
          </a:custGeom>
          <a:noFill/>
          <a:ln w="11430" cap="rnd" cmpd="sng" algn="ctr">
            <a:solidFill>
              <a:srgbClr val="FF3B35">
                <a:alpha val="29000"/>
              </a:srgbClr>
            </a:solidFill>
            <a:round/>
            <a:headEnd type="none"/>
            <a:tailEnd type="none"/>
          </a:ln>
        </p:spPr>
      </p:sp>
      <p:sp>
        <p:nvSpPr>
          <p:cNvPr id="878" name="neuron-level models / 0866 neuron readout weights"/>
          <p:cNvSpPr/>
          <p:nvPr/>
        </p:nvSpPr>
        <p:spPr>
          <a:xfrm>
            <a:off x="10936224" y="3511296"/>
            <a:ext cx="679399" cy="466344"/>
          </a:xfrm>
          <a:custGeom>
            <a:avLst/>
            <a:gdLst/>
            <a:ahLst/>
            <a:cxnLst/>
            <a:rect l="0" t="0" r="r" b="b"/>
            <a:pathLst>
              <a:path w="74300" h="51000" fill="none" stroke="1" extrusionOk="0">
                <a:moveTo>
                  <a:pt x="74300" y="0"/>
                </a:moveTo>
                <a:lnTo>
                  <a:pt x="0" y="51000"/>
                </a:lnTo>
              </a:path>
            </a:pathLst>
          </a:custGeom>
          <a:noFill/>
          <a:ln w="11430" cap="rnd" cmpd="sng" algn="ctr">
            <a:solidFill>
              <a:srgbClr val="FF3B35">
                <a:alpha val="29000"/>
              </a:srgbClr>
            </a:solidFill>
            <a:round/>
            <a:headEnd type="none"/>
            <a:tailEnd type="none"/>
          </a:ln>
        </p:spPr>
      </p:sp>
      <p:sp>
        <p:nvSpPr>
          <p:cNvPr id="879" name="neuron-level models / 0867 neuron readout weights"/>
          <p:cNvSpPr/>
          <p:nvPr/>
        </p:nvSpPr>
        <p:spPr>
          <a:xfrm>
            <a:off x="11045952" y="3511296"/>
            <a:ext cx="569671" cy="466344"/>
          </a:xfrm>
          <a:custGeom>
            <a:avLst/>
            <a:gdLst/>
            <a:ahLst/>
            <a:cxnLst/>
            <a:rect l="0" t="0" r="r" b="b"/>
            <a:pathLst>
              <a:path w="62300" h="51000" fill="none" stroke="1" extrusionOk="0">
                <a:moveTo>
                  <a:pt x="62300" y="0"/>
                </a:moveTo>
                <a:lnTo>
                  <a:pt x="0" y="51000"/>
                </a:lnTo>
              </a:path>
            </a:pathLst>
          </a:custGeom>
          <a:noFill/>
          <a:ln w="11430" cap="rnd" cmpd="sng" algn="ctr">
            <a:solidFill>
              <a:srgbClr val="FF3B35">
                <a:alpha val="29000"/>
              </a:srgbClr>
            </a:solidFill>
            <a:round/>
            <a:headEnd type="none"/>
            <a:tailEnd type="none"/>
          </a:ln>
        </p:spPr>
      </p:sp>
      <p:sp>
        <p:nvSpPr>
          <p:cNvPr id="880" name="neuron-level models / 0868 neuron readout weights"/>
          <p:cNvSpPr/>
          <p:nvPr/>
        </p:nvSpPr>
        <p:spPr>
          <a:xfrm>
            <a:off x="10369296" y="3511296"/>
            <a:ext cx="1431950" cy="466344"/>
          </a:xfrm>
          <a:custGeom>
            <a:avLst/>
            <a:gdLst/>
            <a:ahLst/>
            <a:cxnLst/>
            <a:rect l="0" t="0" r="r" b="b"/>
            <a:pathLst>
              <a:path w="156600" h="51000" fill="none" stroke="1" extrusionOk="0">
                <a:moveTo>
                  <a:pt x="156600" y="0"/>
                </a:moveTo>
                <a:lnTo>
                  <a:pt x="0" y="51000"/>
                </a:lnTo>
              </a:path>
            </a:pathLst>
          </a:custGeom>
          <a:noFill/>
          <a:ln w="11430" cap="rnd" cmpd="sng" algn="ctr">
            <a:solidFill>
              <a:srgbClr val="FF3B35">
                <a:alpha val="29000"/>
              </a:srgbClr>
            </a:solidFill>
            <a:round/>
            <a:headEnd type="none"/>
            <a:tailEnd type="none"/>
          </a:ln>
        </p:spPr>
      </p:sp>
      <p:sp>
        <p:nvSpPr>
          <p:cNvPr id="881" name="neuron-level models / 0869 neuron readout weights"/>
          <p:cNvSpPr/>
          <p:nvPr/>
        </p:nvSpPr>
        <p:spPr>
          <a:xfrm>
            <a:off x="10515600" y="3511296"/>
            <a:ext cx="1285646" cy="466344"/>
          </a:xfrm>
          <a:custGeom>
            <a:avLst/>
            <a:gdLst/>
            <a:ahLst/>
            <a:cxnLst/>
            <a:rect l="0" t="0" r="r" b="b"/>
            <a:pathLst>
              <a:path w="140600" h="51000" fill="none" stroke="1" extrusionOk="0">
                <a:moveTo>
                  <a:pt x="140600" y="0"/>
                </a:moveTo>
                <a:lnTo>
                  <a:pt x="0" y="51000"/>
                </a:lnTo>
              </a:path>
            </a:pathLst>
          </a:custGeom>
          <a:noFill/>
          <a:ln w="11430" cap="rnd" cmpd="sng" algn="ctr">
            <a:solidFill>
              <a:srgbClr val="FF3B35">
                <a:alpha val="29000"/>
              </a:srgbClr>
            </a:solidFill>
            <a:round/>
            <a:headEnd type="none"/>
            <a:tailEnd type="none"/>
          </a:ln>
        </p:spPr>
      </p:sp>
      <p:sp>
        <p:nvSpPr>
          <p:cNvPr id="882" name="neuron-level models / 0870 neuron readout weights"/>
          <p:cNvSpPr/>
          <p:nvPr/>
        </p:nvSpPr>
        <p:spPr>
          <a:xfrm>
            <a:off x="10725912" y="3511296"/>
            <a:ext cx="1075334" cy="466344"/>
          </a:xfrm>
          <a:custGeom>
            <a:avLst/>
            <a:gdLst/>
            <a:ahLst/>
            <a:cxnLst/>
            <a:rect l="0" t="0" r="r" b="b"/>
            <a:pathLst>
              <a:path w="117600" h="51000" fill="none" stroke="1" extrusionOk="0">
                <a:moveTo>
                  <a:pt x="117600" y="0"/>
                </a:moveTo>
                <a:lnTo>
                  <a:pt x="0" y="51000"/>
                </a:lnTo>
              </a:path>
            </a:pathLst>
          </a:custGeom>
          <a:noFill/>
          <a:ln w="11430" cap="rnd" cmpd="sng" algn="ctr">
            <a:solidFill>
              <a:srgbClr val="FF3B35">
                <a:alpha val="29000"/>
              </a:srgbClr>
            </a:solidFill>
            <a:round/>
            <a:headEnd type="none"/>
            <a:tailEnd type="none"/>
          </a:ln>
        </p:spPr>
      </p:sp>
      <p:sp>
        <p:nvSpPr>
          <p:cNvPr id="883" name="neuron-level models / 0871 neuron readout weights"/>
          <p:cNvSpPr/>
          <p:nvPr/>
        </p:nvSpPr>
        <p:spPr>
          <a:xfrm>
            <a:off x="10936224" y="3511296"/>
            <a:ext cx="865022" cy="466344"/>
          </a:xfrm>
          <a:custGeom>
            <a:avLst/>
            <a:gdLst/>
            <a:ahLst/>
            <a:cxnLst/>
            <a:rect l="0" t="0" r="r" b="b"/>
            <a:pathLst>
              <a:path w="94600" h="51000" fill="none" stroke="1" extrusionOk="0">
                <a:moveTo>
                  <a:pt x="94600" y="0"/>
                </a:moveTo>
                <a:lnTo>
                  <a:pt x="0" y="51000"/>
                </a:lnTo>
              </a:path>
            </a:pathLst>
          </a:custGeom>
          <a:noFill/>
          <a:ln w="11430" cap="rnd" cmpd="sng" algn="ctr">
            <a:solidFill>
              <a:srgbClr val="FF3B35">
                <a:alpha val="29000"/>
              </a:srgbClr>
            </a:solidFill>
            <a:round/>
            <a:headEnd type="none"/>
            <a:tailEnd type="none"/>
          </a:ln>
        </p:spPr>
      </p:sp>
      <p:sp>
        <p:nvSpPr>
          <p:cNvPr id="884" name="neuron-level models / 0872 neuron readout weights"/>
          <p:cNvSpPr/>
          <p:nvPr/>
        </p:nvSpPr>
        <p:spPr>
          <a:xfrm>
            <a:off x="11045952" y="3511296"/>
            <a:ext cx="755294" cy="466344"/>
          </a:xfrm>
          <a:custGeom>
            <a:avLst/>
            <a:gdLst/>
            <a:ahLst/>
            <a:cxnLst/>
            <a:rect l="0" t="0" r="r" b="b"/>
            <a:pathLst>
              <a:path w="82600" h="51000" fill="none" stroke="1" extrusionOk="0">
                <a:moveTo>
                  <a:pt x="82600" y="0"/>
                </a:moveTo>
                <a:lnTo>
                  <a:pt x="0" y="51000"/>
                </a:lnTo>
              </a:path>
            </a:pathLst>
          </a:custGeom>
          <a:noFill/>
          <a:ln w="11430" cap="rnd" cmpd="sng" algn="ctr">
            <a:solidFill>
              <a:srgbClr val="FF3B35">
                <a:alpha val="29000"/>
              </a:srgbClr>
            </a:solidFill>
            <a:round/>
            <a:headEnd type="none"/>
            <a:tailEnd type="none"/>
          </a:ln>
        </p:spPr>
      </p:sp>
      <p:sp>
        <p:nvSpPr>
          <p:cNvPr id="885" name="neuron-level models / 0873 neuron temporal response"/>
          <p:cNvSpPr/>
          <p:nvPr/>
        </p:nvSpPr>
        <p:spPr>
          <a:xfrm>
            <a:off x="9079992" y="1938528"/>
            <a:ext cx="210312" cy="326136"/>
          </a:xfrm>
          <a:custGeom>
            <a:avLst/>
            <a:gdLst/>
            <a:ahLst/>
            <a:cxnLst/>
            <a:rect l="0" t="0" r="r" b="b"/>
            <a:pathLst>
              <a:path w="23000" h="35667" fill="none" stroke="1" extrusionOk="0">
                <a:moveTo>
                  <a:pt x="0" y="0"/>
                </a:moveTo>
                <a:cubicBezTo>
                  <a:pt x="3833" y="5833"/>
                  <a:pt x="16333" y="35667"/>
                  <a:pt x="23000" y="35000"/>
                </a:cubicBezTo>
              </a:path>
            </a:pathLst>
          </a:custGeom>
          <a:noFill/>
          <a:ln w="13716" cap="rnd" cmpd="sng" algn="ctr">
            <a:solidFill>
              <a:srgbClr val="000000"/>
            </a:solidFill>
            <a:round/>
            <a:headEnd type="none"/>
            <a:tailEnd type="none"/>
          </a:ln>
        </p:spPr>
      </p:sp>
      <p:sp>
        <p:nvSpPr>
          <p:cNvPr id="886" name="neuron-level models / 0874 neuron temporal response"/>
          <p:cNvSpPr/>
          <p:nvPr/>
        </p:nvSpPr>
        <p:spPr>
          <a:xfrm>
            <a:off x="9290304" y="1901952"/>
            <a:ext cx="155448" cy="356616"/>
          </a:xfrm>
          <a:custGeom>
            <a:avLst/>
            <a:gdLst/>
            <a:ahLst/>
            <a:cxnLst/>
            <a:rect l="0" t="0" r="r" b="b"/>
            <a:pathLst>
              <a:path w="17000" h="39000" fill="none" stroke="1" extrusionOk="0">
                <a:moveTo>
                  <a:pt x="0" y="39000"/>
                </a:moveTo>
                <a:cubicBezTo>
                  <a:pt x="6667" y="38333"/>
                  <a:pt x="11333" y="2333"/>
                  <a:pt x="17000" y="0"/>
                </a:cubicBezTo>
              </a:path>
            </a:pathLst>
          </a:custGeom>
          <a:noFill/>
          <a:ln w="17212" cap="rnd" cmpd="sng" algn="ctr">
            <a:solidFill>
              <a:srgbClr val="000000"/>
            </a:solidFill>
            <a:round/>
            <a:headEnd type="none"/>
            <a:tailEnd type="none"/>
          </a:ln>
        </p:spPr>
      </p:sp>
      <p:sp>
        <p:nvSpPr>
          <p:cNvPr id="887" name="neuron-level models / 0875 neuron temporal response"/>
          <p:cNvSpPr/>
          <p:nvPr/>
        </p:nvSpPr>
        <p:spPr>
          <a:xfrm>
            <a:off x="9445752" y="1880616"/>
            <a:ext cx="155448" cy="249936"/>
          </a:xfrm>
          <a:custGeom>
            <a:avLst/>
            <a:gdLst/>
            <a:ahLst/>
            <a:cxnLst/>
            <a:rect l="0" t="0" r="r" b="b"/>
            <a:pathLst>
              <a:path w="17000" h="27333" fill="none" stroke="1" extrusionOk="0">
                <a:moveTo>
                  <a:pt x="0" y="2333"/>
                </a:moveTo>
                <a:cubicBezTo>
                  <a:pt x="5667" y="0"/>
                  <a:pt x="12000" y="25333"/>
                  <a:pt x="17000" y="27333"/>
                </a:cubicBezTo>
              </a:path>
            </a:pathLst>
          </a:custGeom>
          <a:noFill/>
          <a:ln w="20708" cap="rnd" cmpd="sng" algn="ctr">
            <a:solidFill>
              <a:srgbClr val="000000"/>
            </a:solidFill>
            <a:round/>
            <a:headEnd type="none"/>
            <a:tailEnd type="none"/>
          </a:ln>
        </p:spPr>
      </p:sp>
      <p:sp>
        <p:nvSpPr>
          <p:cNvPr id="888" name="neuron-level models / 0876 neuron temporal response"/>
          <p:cNvSpPr/>
          <p:nvPr/>
        </p:nvSpPr>
        <p:spPr>
          <a:xfrm>
            <a:off x="9601200" y="2011680"/>
            <a:ext cx="118872" cy="137160"/>
          </a:xfrm>
          <a:custGeom>
            <a:avLst/>
            <a:gdLst/>
            <a:ahLst/>
            <a:cxnLst/>
            <a:rect l="0" t="0" r="r" b="b"/>
            <a:pathLst>
              <a:path w="13000" h="15000" fill="none" stroke="1" extrusionOk="0">
                <a:moveTo>
                  <a:pt x="0" y="13000"/>
                </a:moveTo>
                <a:cubicBezTo>
                  <a:pt x="5000" y="15000"/>
                  <a:pt x="9167" y="167"/>
                  <a:pt x="13000" y="0"/>
                </a:cubicBezTo>
              </a:path>
            </a:pathLst>
          </a:custGeom>
          <a:noFill/>
          <a:ln w="24205" cap="rnd" cmpd="sng" algn="ctr">
            <a:solidFill>
              <a:srgbClr val="000000"/>
            </a:solidFill>
            <a:round/>
            <a:headEnd type="none"/>
            <a:tailEnd type="none"/>
          </a:ln>
        </p:spPr>
      </p:sp>
      <p:sp>
        <p:nvSpPr>
          <p:cNvPr id="889" name="neuron-level models / 0877 neuron temporal response"/>
          <p:cNvSpPr/>
          <p:nvPr/>
        </p:nvSpPr>
        <p:spPr>
          <a:xfrm>
            <a:off x="9720072" y="2010156"/>
            <a:ext cx="91440" cy="123444"/>
          </a:xfrm>
          <a:custGeom>
            <a:avLst/>
            <a:gdLst/>
            <a:ahLst/>
            <a:cxnLst/>
            <a:rect l="0" t="0" r="r" b="b"/>
            <a:pathLst>
              <a:path w="10000" h="13500" fill="none" stroke="1" extrusionOk="0">
                <a:moveTo>
                  <a:pt x="0" y="167"/>
                </a:moveTo>
                <a:cubicBezTo>
                  <a:pt x="3833" y="0"/>
                  <a:pt x="5500" y="13500"/>
                  <a:pt x="10000" y="12167"/>
                </a:cubicBezTo>
              </a:path>
            </a:pathLst>
          </a:custGeom>
          <a:noFill/>
          <a:ln w="27701" cap="rnd" cmpd="sng" algn="ctr">
            <a:solidFill>
              <a:srgbClr val="000000"/>
            </a:solidFill>
            <a:round/>
            <a:headEnd type="none"/>
            <a:tailEnd type="none"/>
          </a:ln>
        </p:spPr>
      </p:sp>
      <p:sp>
        <p:nvSpPr>
          <p:cNvPr id="890" name="neuron-level models / 0878 neuron temporal response"/>
          <p:cNvSpPr/>
          <p:nvPr/>
        </p:nvSpPr>
        <p:spPr>
          <a:xfrm>
            <a:off x="9811512" y="1938528"/>
            <a:ext cx="155448" cy="182880"/>
          </a:xfrm>
          <a:custGeom>
            <a:avLst/>
            <a:gdLst/>
            <a:ahLst/>
            <a:cxnLst/>
            <a:rect l="0" t="0" r="r" b="b"/>
            <a:pathLst>
              <a:path w="17000" h="20000" fill="none" stroke="1" extrusionOk="0">
                <a:moveTo>
                  <a:pt x="0" y="20000"/>
                </a:moveTo>
                <a:cubicBezTo>
                  <a:pt x="4500" y="18667"/>
                  <a:pt x="11167" y="167"/>
                  <a:pt x="17000" y="0"/>
                </a:cubicBezTo>
              </a:path>
            </a:pathLst>
          </a:custGeom>
          <a:noFill/>
          <a:ln w="31197" cap="rnd" cmpd="sng" algn="ctr">
            <a:solidFill>
              <a:srgbClr val="000000"/>
            </a:solidFill>
            <a:round/>
            <a:headEnd type="none"/>
            <a:tailEnd type="none"/>
          </a:ln>
        </p:spPr>
      </p:sp>
      <p:sp>
        <p:nvSpPr>
          <p:cNvPr id="891" name="neuron-level models / 0879 neuron temporal response"/>
          <p:cNvSpPr/>
          <p:nvPr/>
        </p:nvSpPr>
        <p:spPr>
          <a:xfrm>
            <a:off x="9966960" y="1937004"/>
            <a:ext cx="164592" cy="175260"/>
          </a:xfrm>
          <a:custGeom>
            <a:avLst/>
            <a:gdLst/>
            <a:ahLst/>
            <a:cxnLst/>
            <a:rect l="0" t="0" r="r" b="b"/>
            <a:pathLst>
              <a:path w="18000" h="19167" fill="none" stroke="1" extrusionOk="0">
                <a:moveTo>
                  <a:pt x="0" y="167"/>
                </a:moveTo>
                <a:cubicBezTo>
                  <a:pt x="5833" y="0"/>
                  <a:pt x="12333" y="10000"/>
                  <a:pt x="18000" y="19167"/>
                </a:cubicBezTo>
              </a:path>
            </a:pathLst>
          </a:custGeom>
          <a:noFill/>
          <a:ln w="34693" cap="rnd" cmpd="sng" algn="ctr">
            <a:solidFill>
              <a:srgbClr val="000000"/>
            </a:solidFill>
            <a:round/>
            <a:headEnd type="none"/>
            <a:tailEnd type="none"/>
          </a:ln>
        </p:spPr>
      </p:sp>
      <p:sp>
        <p:nvSpPr>
          <p:cNvPr id="892" name="neuron-level models / 0880 neuron temporal response"/>
          <p:cNvSpPr/>
          <p:nvPr/>
        </p:nvSpPr>
        <p:spPr>
          <a:xfrm>
            <a:off x="10131552" y="2112264"/>
            <a:ext cx="146304" cy="374904"/>
          </a:xfrm>
          <a:custGeom>
            <a:avLst/>
            <a:gdLst/>
            <a:ahLst/>
            <a:cxnLst/>
            <a:rect l="0" t="0" r="r" b="b"/>
            <a:pathLst>
              <a:path w="16000" h="41000" fill="none" stroke="1" extrusionOk="0">
                <a:moveTo>
                  <a:pt x="0" y="0"/>
                </a:moveTo>
                <a:cubicBezTo>
                  <a:pt x="5667" y="9167"/>
                  <a:pt x="8833" y="41000"/>
                  <a:pt x="16000" y="36000"/>
                </a:cubicBezTo>
              </a:path>
            </a:pathLst>
          </a:custGeom>
          <a:noFill/>
          <a:ln w="38190" cap="rnd" cmpd="sng" algn="ctr">
            <a:solidFill>
              <a:srgbClr val="000000"/>
            </a:solidFill>
            <a:round/>
            <a:headEnd type="none"/>
            <a:tailEnd type="none"/>
          </a:ln>
        </p:spPr>
      </p:sp>
      <p:sp>
        <p:nvSpPr>
          <p:cNvPr id="893" name="neuron-level models / 0881 neuron temporal response"/>
          <p:cNvSpPr/>
          <p:nvPr/>
        </p:nvSpPr>
        <p:spPr>
          <a:xfrm>
            <a:off x="10277856" y="1837944"/>
            <a:ext cx="246888" cy="603504"/>
          </a:xfrm>
          <a:custGeom>
            <a:avLst/>
            <a:gdLst/>
            <a:ahLst/>
            <a:cxnLst/>
            <a:rect l="0" t="0" r="r" b="b"/>
            <a:pathLst>
              <a:path w="27000" h="66000" fill="none" stroke="1" extrusionOk="0">
                <a:moveTo>
                  <a:pt x="0" y="66000"/>
                </a:moveTo>
                <a:cubicBezTo>
                  <a:pt x="7167" y="61000"/>
                  <a:pt x="18167" y="667"/>
                  <a:pt x="27000" y="0"/>
                </a:cubicBezTo>
              </a:path>
            </a:pathLst>
          </a:custGeom>
          <a:noFill/>
          <a:ln w="41686" cap="rnd" cmpd="sng" algn="ctr">
            <a:solidFill>
              <a:srgbClr val="000000"/>
            </a:solidFill>
            <a:round/>
            <a:headEnd type="none"/>
            <a:tailEnd type="none"/>
          </a:ln>
        </p:spPr>
      </p:sp>
      <p:sp>
        <p:nvSpPr>
          <p:cNvPr id="894" name="neuron-level models / 0882 neuron temporal response"/>
          <p:cNvSpPr/>
          <p:nvPr/>
        </p:nvSpPr>
        <p:spPr>
          <a:xfrm>
            <a:off x="10524744" y="1831848"/>
            <a:ext cx="237744" cy="594360"/>
          </a:xfrm>
          <a:custGeom>
            <a:avLst/>
            <a:gdLst/>
            <a:ahLst/>
            <a:cxnLst/>
            <a:rect l="0" t="0" r="r" b="b"/>
            <a:pathLst>
              <a:path w="26000" h="65000" fill="none" stroke="1" extrusionOk="0">
                <a:moveTo>
                  <a:pt x="0" y="667"/>
                </a:moveTo>
                <a:cubicBezTo>
                  <a:pt x="8833" y="0"/>
                  <a:pt x="17500" y="65000"/>
                  <a:pt x="26000" y="62667"/>
                </a:cubicBezTo>
              </a:path>
            </a:pathLst>
          </a:custGeom>
          <a:noFill/>
          <a:ln w="45182" cap="rnd" cmpd="sng" algn="ctr">
            <a:solidFill>
              <a:srgbClr val="000000"/>
            </a:solidFill>
            <a:round/>
            <a:headEnd type="none"/>
            <a:tailEnd type="none"/>
          </a:ln>
        </p:spPr>
      </p:sp>
      <p:sp>
        <p:nvSpPr>
          <p:cNvPr id="895" name="neuron-level models / 0883 neuron temporal response"/>
          <p:cNvSpPr/>
          <p:nvPr/>
        </p:nvSpPr>
        <p:spPr>
          <a:xfrm>
            <a:off x="10762488" y="1709928"/>
            <a:ext cx="228600" cy="694944"/>
          </a:xfrm>
          <a:custGeom>
            <a:avLst/>
            <a:gdLst/>
            <a:ahLst/>
            <a:cxnLst/>
            <a:rect l="0" t="0" r="r" b="b"/>
            <a:pathLst>
              <a:path w="25000" h="76000" fill="none" stroke="1" extrusionOk="0">
                <a:moveTo>
                  <a:pt x="0" y="76000"/>
                </a:moveTo>
                <a:cubicBezTo>
                  <a:pt x="8500" y="73667"/>
                  <a:pt x="17833" y="3500"/>
                  <a:pt x="25000" y="0"/>
                </a:cubicBezTo>
              </a:path>
            </a:pathLst>
          </a:custGeom>
          <a:noFill/>
          <a:ln w="48678" cap="rnd" cmpd="sng" algn="ctr">
            <a:solidFill>
              <a:srgbClr val="000000"/>
            </a:solidFill>
            <a:round/>
            <a:headEnd type="none"/>
            <a:tailEnd type="none"/>
          </a:ln>
        </p:spPr>
      </p:sp>
      <p:sp>
        <p:nvSpPr>
          <p:cNvPr id="896" name="neuron-level models / 0884 neuron temporal response"/>
          <p:cNvSpPr/>
          <p:nvPr/>
        </p:nvSpPr>
        <p:spPr>
          <a:xfrm>
            <a:off x="10991088" y="1677924"/>
            <a:ext cx="164592" cy="534924"/>
          </a:xfrm>
          <a:custGeom>
            <a:avLst/>
            <a:gdLst/>
            <a:ahLst/>
            <a:cxnLst/>
            <a:rect l="0" t="0" r="r" b="b"/>
            <a:pathLst>
              <a:path w="18000" h="58500" fill="none" stroke="1" extrusionOk="0">
                <a:moveTo>
                  <a:pt x="0" y="3500"/>
                </a:moveTo>
                <a:cubicBezTo>
                  <a:pt x="7167" y="0"/>
                  <a:pt x="10833" y="53667"/>
                  <a:pt x="18000" y="58500"/>
                </a:cubicBezTo>
              </a:path>
            </a:pathLst>
          </a:custGeom>
          <a:noFill/>
          <a:ln w="52175" cap="rnd" cmpd="sng" algn="ctr">
            <a:solidFill>
              <a:srgbClr val="000000"/>
            </a:solidFill>
            <a:round/>
            <a:headEnd type="none"/>
            <a:tailEnd type="none"/>
          </a:ln>
        </p:spPr>
      </p:sp>
      <p:sp>
        <p:nvSpPr>
          <p:cNvPr id="897" name="neuron-level models / 0885 neuron temporal response"/>
          <p:cNvSpPr/>
          <p:nvPr/>
        </p:nvSpPr>
        <p:spPr>
          <a:xfrm>
            <a:off x="11155680" y="1975104"/>
            <a:ext cx="228600" cy="281940"/>
          </a:xfrm>
          <a:custGeom>
            <a:avLst/>
            <a:gdLst/>
            <a:ahLst/>
            <a:cxnLst/>
            <a:rect l="0" t="0" r="r" b="b"/>
            <a:pathLst>
              <a:path w="25000" h="30833" fill="none" stroke="1" extrusionOk="0">
                <a:moveTo>
                  <a:pt x="0" y="26000"/>
                </a:moveTo>
                <a:cubicBezTo>
                  <a:pt x="7167" y="30833"/>
                  <a:pt x="18167" y="1833"/>
                  <a:pt x="25000" y="0"/>
                </a:cubicBezTo>
              </a:path>
            </a:pathLst>
          </a:custGeom>
          <a:noFill/>
          <a:ln w="55671" cap="rnd" cmpd="sng" algn="ctr">
            <a:solidFill>
              <a:srgbClr val="000000"/>
            </a:solidFill>
            <a:round/>
            <a:headEnd type="none"/>
            <a:tailEnd type="none"/>
          </a:ln>
        </p:spPr>
      </p:sp>
      <p:sp>
        <p:nvSpPr>
          <p:cNvPr id="898" name="neuron-level models / 0886 neuron temporal response"/>
          <p:cNvSpPr/>
          <p:nvPr/>
        </p:nvSpPr>
        <p:spPr>
          <a:xfrm>
            <a:off x="11384280" y="1958340"/>
            <a:ext cx="146304" cy="153924"/>
          </a:xfrm>
          <a:custGeom>
            <a:avLst/>
            <a:gdLst/>
            <a:ahLst/>
            <a:cxnLst/>
            <a:rect l="0" t="0" r="r" b="b"/>
            <a:pathLst>
              <a:path w="16000" h="16833" fill="none" stroke="1" extrusionOk="0">
                <a:moveTo>
                  <a:pt x="0" y="1833"/>
                </a:moveTo>
                <a:cubicBezTo>
                  <a:pt x="6833" y="0"/>
                  <a:pt x="10500" y="16667"/>
                  <a:pt x="16000" y="16833"/>
                </a:cubicBezTo>
              </a:path>
            </a:pathLst>
          </a:custGeom>
          <a:noFill/>
          <a:ln w="59167" cap="rnd" cmpd="sng" algn="ctr">
            <a:solidFill>
              <a:srgbClr val="000000"/>
            </a:solidFill>
            <a:round/>
            <a:headEnd type="none"/>
            <a:tailEnd type="none"/>
          </a:ln>
        </p:spPr>
      </p:sp>
      <p:sp>
        <p:nvSpPr>
          <p:cNvPr id="899" name="neuron-level models / 0887 neuron temporal response"/>
          <p:cNvSpPr/>
          <p:nvPr/>
        </p:nvSpPr>
        <p:spPr>
          <a:xfrm>
            <a:off x="11530584" y="1969008"/>
            <a:ext cx="155448" cy="144780"/>
          </a:xfrm>
          <a:custGeom>
            <a:avLst/>
            <a:gdLst/>
            <a:ahLst/>
            <a:cxnLst/>
            <a:rect l="0" t="0" r="r" b="b"/>
            <a:pathLst>
              <a:path w="17000" h="15833" fill="none" stroke="1" extrusionOk="0">
                <a:moveTo>
                  <a:pt x="0" y="15667"/>
                </a:moveTo>
                <a:cubicBezTo>
                  <a:pt x="5500" y="15833"/>
                  <a:pt x="11333" y="0"/>
                  <a:pt x="17000" y="1667"/>
                </a:cubicBezTo>
              </a:path>
            </a:pathLst>
          </a:custGeom>
          <a:noFill/>
          <a:ln w="62663" cap="rnd" cmpd="sng" algn="ctr">
            <a:solidFill>
              <a:srgbClr val="000000"/>
            </a:solidFill>
            <a:round/>
            <a:headEnd type="none"/>
            <a:tailEnd type="none"/>
          </a:ln>
        </p:spPr>
      </p:sp>
      <p:sp>
        <p:nvSpPr>
          <p:cNvPr id="900" name="neuron-level models / 0888 neuron temporal response"/>
          <p:cNvSpPr/>
          <p:nvPr/>
        </p:nvSpPr>
        <p:spPr>
          <a:xfrm>
            <a:off x="11686032" y="1984248"/>
            <a:ext cx="155448" cy="219456"/>
          </a:xfrm>
          <a:custGeom>
            <a:avLst/>
            <a:gdLst/>
            <a:ahLst/>
            <a:cxnLst/>
            <a:rect l="0" t="0" r="r" b="b"/>
            <a:pathLst>
              <a:path w="17000" h="24000" fill="none" stroke="1" extrusionOk="0">
                <a:moveTo>
                  <a:pt x="0" y="0"/>
                </a:moveTo>
                <a:cubicBezTo>
                  <a:pt x="5667" y="1667"/>
                  <a:pt x="10000" y="23167"/>
                  <a:pt x="17000" y="24000"/>
                </a:cubicBezTo>
              </a:path>
            </a:pathLst>
          </a:custGeom>
          <a:noFill/>
          <a:ln w="66160" cap="rnd" cmpd="sng" algn="ctr">
            <a:solidFill>
              <a:srgbClr val="000000"/>
            </a:solidFill>
            <a:round/>
            <a:headEnd type="none"/>
            <a:tailEnd type="none"/>
          </a:ln>
        </p:spPr>
      </p:sp>
      <p:sp>
        <p:nvSpPr>
          <p:cNvPr id="901" name="neuron-level models / 0889 neuron temporal response"/>
          <p:cNvSpPr/>
          <p:nvPr/>
        </p:nvSpPr>
        <p:spPr>
          <a:xfrm>
            <a:off x="11841480" y="2029968"/>
            <a:ext cx="228600" cy="181356"/>
          </a:xfrm>
          <a:custGeom>
            <a:avLst/>
            <a:gdLst/>
            <a:ahLst/>
            <a:cxnLst/>
            <a:rect l="0" t="0" r="r" b="b"/>
            <a:pathLst>
              <a:path w="25000" h="19833" fill="none" stroke="1" extrusionOk="0">
                <a:moveTo>
                  <a:pt x="0" y="19000"/>
                </a:moveTo>
                <a:cubicBezTo>
                  <a:pt x="7000" y="19833"/>
                  <a:pt x="16500" y="1667"/>
                  <a:pt x="25000" y="0"/>
                </a:cubicBezTo>
              </a:path>
            </a:pathLst>
          </a:custGeom>
          <a:noFill/>
          <a:ln w="69656" cap="rnd" cmpd="sng" algn="ctr">
            <a:solidFill>
              <a:srgbClr val="000000"/>
            </a:solidFill>
            <a:round/>
            <a:headEnd type="none"/>
            <a:tailEnd type="none"/>
          </a:ln>
        </p:spPr>
      </p:sp>
      <p:sp>
        <p:nvSpPr>
          <p:cNvPr id="902" name="neuron-level models / 0890 neuron temporal response"/>
          <p:cNvSpPr/>
          <p:nvPr/>
        </p:nvSpPr>
        <p:spPr>
          <a:xfrm>
            <a:off x="12070080" y="2014728"/>
            <a:ext cx="237744" cy="97536"/>
          </a:xfrm>
          <a:custGeom>
            <a:avLst/>
            <a:gdLst/>
            <a:ahLst/>
            <a:cxnLst/>
            <a:rect l="0" t="0" r="r" b="b"/>
            <a:pathLst>
              <a:path w="26000" h="10667" fill="none" stroke="1" extrusionOk="0">
                <a:moveTo>
                  <a:pt x="0" y="1667"/>
                </a:moveTo>
                <a:cubicBezTo>
                  <a:pt x="8500" y="0"/>
                  <a:pt x="21667" y="9167"/>
                  <a:pt x="26000" y="10667"/>
                </a:cubicBezTo>
              </a:path>
            </a:pathLst>
          </a:custGeom>
          <a:noFill/>
          <a:ln w="73152" cap="rnd" cmpd="sng" algn="ctr">
            <a:solidFill>
              <a:srgbClr val="000000"/>
            </a:solidFill>
            <a:round/>
            <a:headEnd type="none"/>
            <a:tailEnd type="none"/>
          </a:ln>
        </p:spPr>
      </p:sp>
      <p:sp>
        <p:nvSpPr>
          <p:cNvPr id="903" name="neuron-level models / 0891 variable θ — white text backing"/>
          <p:cNvSpPr/>
          <p:nvPr/>
        </p:nvSpPr>
        <p:spPr>
          <a:xfrm>
            <a:off x="9602129" y="2288429"/>
            <a:ext cx="321790" cy="544568"/>
          </a:xfrm>
          <a:custGeom>
            <a:avLst/>
            <a:gdLst/>
            <a:ahLst/>
            <a:cxnLst/>
            <a:rect l="0" t="0" r="r" b="b"/>
            <a:pathLst>
              <a:path w="35191" h="59555" fill="norm" stroke="1" extrusionOk="0">
                <a:moveTo>
                  <a:pt x="22107" y="0"/>
                </a:moveTo>
                <a:quadBezTo>
                  <a:pt x="28465" y="0"/>
                  <a:pt x="31828" y="4983"/>
                </a:quadBezTo>
                <a:quadBezTo>
                  <a:pt x="35191" y="9967"/>
                  <a:pt x="35191" y="19277"/>
                </a:quadBezTo>
                <a:quadBezTo>
                  <a:pt x="35191" y="24568"/>
                  <a:pt x="34002" y="31254"/>
                </a:quadBezTo>
                <a:quadBezTo>
                  <a:pt x="29039" y="59555"/>
                  <a:pt x="12305" y="59555"/>
                </a:quadBezTo>
                <a:quadBezTo>
                  <a:pt x="6193" y="59555"/>
                  <a:pt x="3097" y="54756"/>
                </a:quadBezTo>
                <a:quadBezTo>
                  <a:pt x="0" y="49957"/>
                  <a:pt x="0" y="40975"/>
                </a:quadBezTo>
                <a:quadBezTo>
                  <a:pt x="0" y="34945"/>
                  <a:pt x="1271" y="27973"/>
                </a:quadBezTo>
                <a:quadBezTo>
                  <a:pt x="6193" y="0"/>
                  <a:pt x="22107" y="0"/>
                </a:quadBezTo>
                <a:close/>
                <a:moveTo>
                  <a:pt x="21820" y="3281"/>
                </a:moveTo>
                <a:quadBezTo>
                  <a:pt x="18580" y="3281"/>
                  <a:pt x="16304" y="5742"/>
                </a:quadBezTo>
                <a:quadBezTo>
                  <a:pt x="14027" y="8203"/>
                  <a:pt x="12325" y="13248"/>
                </a:quadBezTo>
                <a:quadBezTo>
                  <a:pt x="10623" y="18293"/>
                  <a:pt x="8941" y="27973"/>
                </a:quadBezTo>
                <a:lnTo>
                  <a:pt x="26865" y="27973"/>
                </a:lnTo>
                <a:quadBezTo>
                  <a:pt x="28096" y="20057"/>
                  <a:pt x="28096" y="14971"/>
                </a:quadBezTo>
                <a:quadBezTo>
                  <a:pt x="28096" y="3281"/>
                  <a:pt x="21820" y="3281"/>
                </a:quadBezTo>
                <a:close/>
                <a:moveTo>
                  <a:pt x="8326" y="31582"/>
                </a:moveTo>
                <a:quadBezTo>
                  <a:pt x="6932" y="40031"/>
                  <a:pt x="6932" y="45650"/>
                </a:quadBezTo>
                <a:quadBezTo>
                  <a:pt x="6932" y="56314"/>
                  <a:pt x="12469" y="56314"/>
                </a:quadBezTo>
                <a:quadBezTo>
                  <a:pt x="17309" y="56314"/>
                  <a:pt x="20610" y="50531"/>
                </a:quadBezTo>
                <a:quadBezTo>
                  <a:pt x="23912" y="44748"/>
                  <a:pt x="26250" y="31582"/>
                </a:quadBezTo>
                <a:close/>
              </a:path>
            </a:pathLst>
          </a:custGeom>
          <a:solidFill>
            <a:srgbClr val="FFFFFF"/>
          </a:solidFill>
          <a:ln w="73152" cap="rnd" cmpd="sng" algn="ctr">
            <a:solidFill>
              <a:srgbClr val="FFFFFF"/>
            </a:solidFill>
            <a:round/>
            <a:headEnd type="none"/>
            <a:tailEnd type="none"/>
          </a:ln>
        </p:spPr>
      </p:sp>
      <p:sp>
        <p:nvSpPr>
          <p:cNvPr id="904" name="neuron-level models / 0891 variable θ"/>
          <p:cNvSpPr txBox="1"/>
          <p:nvPr/>
        </p:nvSpPr>
        <p:spPr>
          <a:xfrm>
            <a:off x="9564624" y="2057400"/>
            <a:ext cx="514464" cy="1036930"/>
          </a:xfrm>
          <a:prstGeom prst="rect">
            <a:avLst/>
          </a:prstGeom>
          <a:noFill/>
        </p:spPr>
        <p:txBody>
          <a:bodyPr wrap="none" lIns="0" rIns="0" tIns="0" bIns="0" anchor="t">
            <a:noAutofit/>
          </a:bodyPr>
          <a:lstStyle/>
          <a:p>
            <a:pPr>
              <a:spcBef>
                <a:spcPts val="0"/>
              </a:spcBef>
              <a:spcAft>
                <a:spcPts val="0"/>
              </a:spcAft>
            </a:pPr>
            <a:r>
              <a:rPr sz="6048" b="0" i="1" dirty="0" spc="0">
                <a:solidFill>
                  <a:srgbClr val="000000"/>
                </a:solidFill>
                <a:latin typeface="Liberation Serif"/>
                <a:ea typeface="Liberation Serif"/>
                <a:cs typeface="Liberation Serif"/>
              </a:rPr>
              <a:t>θ</a:t>
            </a:r>
          </a:p>
        </p:txBody>
      </p:sp>
      <p:sp>
        <p:nvSpPr>
          <p:cNvPr id="905" name="neuron-level models / 0892 θ subscript — white text backing"/>
          <p:cNvSpPr/>
          <p:nvPr/>
        </p:nvSpPr>
        <p:spPr>
          <a:xfrm>
            <a:off x="10073188" y="2681448"/>
            <a:ext cx="145068" cy="216327"/>
          </a:xfrm>
          <a:custGeom>
            <a:avLst/>
            <a:gdLst/>
            <a:ahLst/>
            <a:cxnLst/>
            <a:rect l="0" t="0" r="r" b="b"/>
            <a:pathLst>
              <a:path w="15865" h="23658" fill="norm" stroke="1" extrusionOk="0">
                <a:moveTo>
                  <a:pt x="11829" y="7875"/>
                </a:moveTo>
                <a:quadBezTo>
                  <a:pt x="11895" y="7087"/>
                  <a:pt x="12945" y="1132"/>
                </a:quadBezTo>
                <a:lnTo>
                  <a:pt x="10418" y="738"/>
                </a:lnTo>
                <a:lnTo>
                  <a:pt x="10549" y="0"/>
                </a:lnTo>
                <a:lnTo>
                  <a:pt x="15865" y="0"/>
                </a:lnTo>
                <a:lnTo>
                  <a:pt x="11927" y="22165"/>
                </a:lnTo>
                <a:lnTo>
                  <a:pt x="13781" y="22575"/>
                </a:lnTo>
                <a:lnTo>
                  <a:pt x="13650" y="23313"/>
                </a:lnTo>
                <a:lnTo>
                  <a:pt x="8974" y="23313"/>
                </a:lnTo>
                <a:lnTo>
                  <a:pt x="9450" y="20754"/>
                </a:lnTo>
                <a:quadBezTo>
                  <a:pt x="6677" y="23658"/>
                  <a:pt x="4380" y="23658"/>
                </a:quadBezTo>
                <a:quadBezTo>
                  <a:pt x="2362" y="23658"/>
                  <a:pt x="1181" y="22140"/>
                </a:quadBezTo>
                <a:quadBezTo>
                  <a:pt x="0" y="20623"/>
                  <a:pt x="0" y="18113"/>
                </a:quadBezTo>
                <a:quadBezTo>
                  <a:pt x="0" y="15307"/>
                  <a:pt x="1206" y="12838"/>
                </a:quadBezTo>
                <a:quadBezTo>
                  <a:pt x="2412" y="10369"/>
                  <a:pt x="4512" y="8933"/>
                </a:quadBezTo>
                <a:quadBezTo>
                  <a:pt x="6612" y="7498"/>
                  <a:pt x="9122" y="7498"/>
                </a:quadBezTo>
                <a:quadBezTo>
                  <a:pt x="10664" y="7498"/>
                  <a:pt x="11829" y="7875"/>
                </a:quadBezTo>
                <a:close/>
                <a:moveTo>
                  <a:pt x="11452" y="9581"/>
                </a:moveTo>
                <a:quadBezTo>
                  <a:pt x="10877" y="9204"/>
                  <a:pt x="10270" y="8991"/>
                </a:quadBezTo>
                <a:quadBezTo>
                  <a:pt x="9663" y="8777"/>
                  <a:pt x="8794" y="8777"/>
                </a:quadBezTo>
                <a:quadBezTo>
                  <a:pt x="7252" y="8777"/>
                  <a:pt x="5906" y="9991"/>
                </a:quadBezTo>
                <a:quadBezTo>
                  <a:pt x="4561" y="11205"/>
                  <a:pt x="3741" y="13338"/>
                </a:quadBezTo>
                <a:quadBezTo>
                  <a:pt x="2920" y="15471"/>
                  <a:pt x="2920" y="17752"/>
                </a:quadBezTo>
                <a:quadBezTo>
                  <a:pt x="2920" y="19507"/>
                  <a:pt x="3642" y="20557"/>
                </a:quadBezTo>
                <a:quadBezTo>
                  <a:pt x="4364" y="21607"/>
                  <a:pt x="5595" y="21607"/>
                </a:quadBezTo>
                <a:quadBezTo>
                  <a:pt x="6513" y="21607"/>
                  <a:pt x="7588" y="21008"/>
                </a:quadBezTo>
                <a:quadBezTo>
                  <a:pt x="8662" y="20409"/>
                  <a:pt x="9663" y="19327"/>
                </a:quadBezTo>
                <a:close/>
              </a:path>
            </a:pathLst>
          </a:custGeom>
          <a:solidFill>
            <a:srgbClr val="FFFFFF"/>
          </a:solidFill>
          <a:ln w="43891" cap="rnd" cmpd="sng" algn="ctr">
            <a:solidFill>
              <a:srgbClr val="FFFFFF"/>
            </a:solidFill>
            <a:round/>
            <a:headEnd type="none"/>
            <a:tailEnd type="none"/>
          </a:ln>
        </p:spPr>
      </p:sp>
      <p:sp>
        <p:nvSpPr>
          <p:cNvPr id="906" name="neuron-level models / 0892 θ subscript"/>
          <p:cNvSpPr txBox="1"/>
          <p:nvPr/>
        </p:nvSpPr>
        <p:spPr>
          <a:xfrm>
            <a:off x="10063886" y="2587386"/>
            <a:ext cx="290779" cy="414772"/>
          </a:xfrm>
          <a:prstGeom prst="rect">
            <a:avLst/>
          </a:prstGeom>
          <a:noFill/>
        </p:spPr>
        <p:txBody>
          <a:bodyPr wrap="none" lIns="0" rIns="0" tIns="0" bIns="0" anchor="t">
            <a:noAutofit/>
          </a:bodyPr>
          <a:lstStyle/>
          <a:p>
            <a:pPr>
              <a:spcBef>
                <a:spcPts val="0"/>
              </a:spcBef>
              <a:spcAft>
                <a:spcPts val="0"/>
              </a:spcAft>
            </a:pPr>
            <a:r>
              <a:rPr sz="2419" b="0" i="1" dirty="0" spc="0">
                <a:solidFill>
                  <a:srgbClr val="000000"/>
                </a:solidFill>
                <a:latin typeface="Liberation Serif"/>
                <a:ea typeface="Liberation Serif"/>
                <a:cs typeface="Liberation Serif"/>
              </a:rPr>
              <a:t>d</a:t>
            </a:r>
          </a:p>
        </p:txBody>
      </p:sp>
      <p:sp>
        <p:nvSpPr>
          <p:cNvPr id="907" name="neuron-level models / 0893 neuron model downward arrow"/>
          <p:cNvSpPr/>
          <p:nvPr/>
        </p:nvSpPr>
        <p:spPr>
          <a:xfrm>
            <a:off x="10716768" y="2633472"/>
            <a:ext cx="914" cy="338328"/>
          </a:xfrm>
          <a:custGeom>
            <a:avLst/>
            <a:gdLst/>
            <a:ahLst/>
            <a:cxnLst/>
            <a:rect l="0" t="0" r="r" b="b"/>
            <a:pathLst>
              <a:path w="100" h="37000" fill="none" stroke="1" extrusionOk="0">
                <a:moveTo>
                  <a:pt x="0" y="0"/>
                </a:moveTo>
                <a:lnTo>
                  <a:pt x="0" y="37000"/>
                </a:lnTo>
              </a:path>
            </a:pathLst>
          </a:custGeom>
          <a:noFill/>
          <a:ln w="36576" cap="rnd" cmpd="sng" algn="ctr">
            <a:solidFill>
              <a:srgbClr val="000000"/>
            </a:solidFill>
            <a:round/>
            <a:headEnd type="none"/>
            <a:tailEnd type="none"/>
          </a:ln>
        </p:spPr>
      </p:sp>
      <p:sp>
        <p:nvSpPr>
          <p:cNvPr id="908" name="neuron-level models / 0894 neuron model downward arrow arrowhead"/>
          <p:cNvSpPr/>
          <p:nvPr/>
        </p:nvSpPr>
        <p:spPr>
          <a:xfrm>
            <a:off x="10574945" y="2670048"/>
            <a:ext cx="283647" cy="301752"/>
          </a:xfrm>
          <a:custGeom>
            <a:avLst/>
            <a:gdLst/>
            <a:ahLst/>
            <a:cxnLst/>
            <a:rect l="0" t="0" r="r" b="b"/>
            <a:pathLst>
              <a:path w="31020" h="33000" fill="norm" stroke="1" extrusionOk="0">
                <a:moveTo>
                  <a:pt x="15510" y="33000"/>
                </a:moveTo>
                <a:lnTo>
                  <a:pt x="31020" y="0"/>
                </a:lnTo>
                <a:lnTo>
                  <a:pt x="0" y="0"/>
                </a:lnTo>
                <a:close/>
              </a:path>
            </a:pathLst>
          </a:custGeom>
          <a:solidFill>
            <a:srgbClr val="000000"/>
          </a:solidFill>
          <a:ln w="9144" cap="rnd" cmpd="sng" algn="ctr">
            <a:solidFill>
              <a:srgbClr val="000000"/>
            </a:solidFill>
            <a:round/>
            <a:headEnd type="none"/>
            <a:tailEnd type="none"/>
          </a:ln>
        </p:spPr>
      </p:sp>
      <p:sp>
        <p:nvSpPr>
          <p:cNvPr id="909" name="neuron-level models / 0895 neuron hidden units side"/>
          <p:cNvSpPr/>
          <p:nvPr/>
        </p:nvSpPr>
        <p:spPr>
          <a:xfrm>
            <a:off x="9500616" y="3072384"/>
            <a:ext cx="2350008" cy="457200"/>
          </a:xfrm>
          <a:custGeom>
            <a:avLst/>
            <a:gdLst/>
            <a:ahLst/>
            <a:cxnLst/>
            <a:rect l="0" t="0" r="r" b="b"/>
            <a:pathLst>
              <a:path w="257000" h="50000" fill="norm" stroke="1" extrusionOk="0">
                <a:moveTo>
                  <a:pt x="2000" y="0"/>
                </a:moveTo>
                <a:lnTo>
                  <a:pt x="0" y="50000"/>
                </a:lnTo>
                <a:lnTo>
                  <a:pt x="252000" y="50000"/>
                </a:lnTo>
                <a:lnTo>
                  <a:pt x="257000" y="42000"/>
                </a:lnTo>
                <a:lnTo>
                  <a:pt x="257000" y="0"/>
                </a:lnTo>
                <a:close/>
              </a:path>
            </a:pathLst>
          </a:custGeom>
          <a:gradFill rotWithShape="1">
            <a:gsLst>
              <a:gs pos="0">
                <a:srgbClr val="DEDEDE"/>
              </a:gs>
              <a:gs pos="100000">
                <a:srgbClr val="BBBBBB"/>
              </a:gs>
            </a:gsLst>
            <a:lin ang="0" scaled="1"/>
            <a:tileRect/>
          </a:gradFill>
          <a:ln w="15545" cap="rnd" cmpd="sng" algn="ctr">
            <a:solidFill>
              <a:srgbClr val="000000"/>
            </a:solidFill>
            <a:round/>
            <a:headEnd type="none"/>
            <a:tailEnd type="none"/>
          </a:ln>
        </p:spPr>
      </p:sp>
      <p:sp>
        <p:nvSpPr>
          <p:cNvPr id="910" name="neuron-level models / 0896 neuron hidden units"/>
          <p:cNvSpPr/>
          <p:nvPr/>
        </p:nvSpPr>
        <p:spPr>
          <a:xfrm>
            <a:off x="9518904" y="3072384"/>
            <a:ext cx="2331720" cy="393192"/>
          </a:xfrm>
          <a:custGeom>
            <a:avLst/>
            <a:gdLst/>
            <a:ahLst/>
            <a:cxnLst/>
            <a:rect l="0" t="0" r="r" b="b"/>
            <a:pathLst>
              <a:path w="255000" h="43000" fill="norm" stroke="1" extrusionOk="0">
                <a:moveTo>
                  <a:pt x="0" y="0"/>
                </a:moveTo>
                <a:lnTo>
                  <a:pt x="255000" y="0"/>
                </a:lnTo>
                <a:lnTo>
                  <a:pt x="255000" y="43000"/>
                </a:lnTo>
                <a:lnTo>
                  <a:pt x="0" y="43000"/>
                </a:lnTo>
                <a:close/>
              </a:path>
            </a:pathLst>
          </a:custGeom>
          <a:gradFill rotWithShape="1">
            <a:gsLst>
              <a:gs pos="0">
                <a:srgbClr val="B2B2B2"/>
              </a:gs>
              <a:gs pos="100000">
                <a:srgbClr val="E4E4E4"/>
              </a:gs>
            </a:gsLst>
            <a:lin ang="5400000" scaled="1"/>
            <a:tileRect/>
          </a:gradFill>
          <a:ln w="18288" cap="rnd" cmpd="sng" algn="ctr">
            <a:solidFill>
              <a:srgbClr val="000000"/>
            </a:solidFill>
            <a:round/>
            <a:headEnd type="none"/>
            <a:tailEnd type="none"/>
          </a:ln>
        </p:spPr>
      </p:sp>
      <p:sp>
        <p:nvSpPr>
          <p:cNvPr id="911" name="neuron-level models / 0897 paper texture"/>
          <p:cNvSpPr/>
          <p:nvPr/>
        </p:nvSpPr>
        <p:spPr>
          <a:xfrm>
            <a:off x="9523739" y="3081574"/>
            <a:ext cx="2319514" cy="375133"/>
          </a:xfrm>
          <a:custGeom>
            <a:avLst/>
            <a:gdLst/>
            <a:ahLst/>
            <a:cxnLst/>
            <a:rect l="0" t="0" r="r" b="b"/>
            <a:pathLst>
              <a:path w="253665" h="41025" fill="norm" stroke="1" extrusionOk="0">
                <a:moveTo>
                  <a:pt x="241940" y="5610"/>
                </a:moveTo>
                <a:lnTo>
                  <a:pt x="242334" y="7408"/>
                </a:lnTo>
                <a:lnTo>
                  <a:pt x="241743" y="6509"/>
                </a:lnTo>
                <a:close/>
                <a:moveTo>
                  <a:pt x="46903" y="4819"/>
                </a:moveTo>
                <a:lnTo>
                  <a:pt x="48458" y="5637"/>
                </a:lnTo>
                <a:lnTo>
                  <a:pt x="46126" y="5228"/>
                </a:lnTo>
                <a:close/>
                <a:moveTo>
                  <a:pt x="224638" y="9265"/>
                </a:moveTo>
                <a:lnTo>
                  <a:pt x="226763" y="10044"/>
                </a:lnTo>
                <a:lnTo>
                  <a:pt x="223576" y="9654"/>
                </a:lnTo>
                <a:close/>
                <a:moveTo>
                  <a:pt x="151959" y="37278"/>
                </a:moveTo>
                <a:lnTo>
                  <a:pt x="153577" y="38964"/>
                </a:lnTo>
                <a:lnTo>
                  <a:pt x="151150" y="38121"/>
                </a:lnTo>
                <a:close/>
                <a:moveTo>
                  <a:pt x="178916" y="1933"/>
                </a:moveTo>
                <a:lnTo>
                  <a:pt x="180897" y="3117"/>
                </a:lnTo>
                <a:lnTo>
                  <a:pt x="177926" y="2525"/>
                </a:lnTo>
                <a:close/>
                <a:moveTo>
                  <a:pt x="78763" y="7600"/>
                </a:moveTo>
                <a:lnTo>
                  <a:pt x="80685" y="8774"/>
                </a:lnTo>
                <a:lnTo>
                  <a:pt x="77802" y="8187"/>
                </a:lnTo>
                <a:close/>
                <a:moveTo>
                  <a:pt x="236844" y="30953"/>
                </a:moveTo>
                <a:lnTo>
                  <a:pt x="238973" y="32102"/>
                </a:lnTo>
                <a:lnTo>
                  <a:pt x="235780" y="31528"/>
                </a:lnTo>
                <a:close/>
                <a:moveTo>
                  <a:pt x="176464" y="24488"/>
                </a:moveTo>
                <a:lnTo>
                  <a:pt x="177292" y="26223"/>
                </a:lnTo>
                <a:lnTo>
                  <a:pt x="176050" y="25355"/>
                </a:lnTo>
                <a:close/>
                <a:moveTo>
                  <a:pt x="79214" y="31239"/>
                </a:moveTo>
                <a:lnTo>
                  <a:pt x="81330" y="32516"/>
                </a:lnTo>
                <a:lnTo>
                  <a:pt x="78156" y="31877"/>
                </a:lnTo>
                <a:close/>
                <a:moveTo>
                  <a:pt x="36312" y="33004"/>
                </a:moveTo>
                <a:lnTo>
                  <a:pt x="37896" y="33582"/>
                </a:lnTo>
                <a:lnTo>
                  <a:pt x="35519" y="33293"/>
                </a:lnTo>
                <a:close/>
                <a:moveTo>
                  <a:pt x="12851" y="21268"/>
                </a:moveTo>
                <a:lnTo>
                  <a:pt x="13260" y="22955"/>
                </a:lnTo>
                <a:lnTo>
                  <a:pt x="12646" y="22111"/>
                </a:lnTo>
                <a:close/>
                <a:moveTo>
                  <a:pt x="128054" y="20687"/>
                </a:moveTo>
                <a:lnTo>
                  <a:pt x="129161" y="21979"/>
                </a:lnTo>
                <a:lnTo>
                  <a:pt x="127500" y="21333"/>
                </a:lnTo>
                <a:close/>
                <a:moveTo>
                  <a:pt x="231420" y="12287"/>
                </a:moveTo>
                <a:lnTo>
                  <a:pt x="232462" y="13461"/>
                </a:lnTo>
                <a:lnTo>
                  <a:pt x="230899" y="12874"/>
                </a:lnTo>
                <a:close/>
                <a:moveTo>
                  <a:pt x="75396" y="23820"/>
                </a:moveTo>
                <a:lnTo>
                  <a:pt x="76750" y="24771"/>
                </a:lnTo>
                <a:lnTo>
                  <a:pt x="74718" y="24295"/>
                </a:lnTo>
                <a:close/>
                <a:moveTo>
                  <a:pt x="170127" y="21125"/>
                </a:moveTo>
                <a:lnTo>
                  <a:pt x="170640" y="22919"/>
                </a:lnTo>
                <a:lnTo>
                  <a:pt x="169871" y="22022"/>
                </a:lnTo>
                <a:close/>
                <a:moveTo>
                  <a:pt x="90108" y="17265"/>
                </a:moveTo>
                <a:lnTo>
                  <a:pt x="91203" y="18960"/>
                </a:lnTo>
                <a:lnTo>
                  <a:pt x="89560" y="18112"/>
                </a:lnTo>
                <a:close/>
                <a:moveTo>
                  <a:pt x="240415" y="20475"/>
                </a:moveTo>
                <a:lnTo>
                  <a:pt x="241506" y="20920"/>
                </a:lnTo>
                <a:lnTo>
                  <a:pt x="239869" y="20697"/>
                </a:lnTo>
                <a:close/>
                <a:moveTo>
                  <a:pt x="226137" y="6851"/>
                </a:moveTo>
                <a:lnTo>
                  <a:pt x="227499" y="7674"/>
                </a:lnTo>
                <a:lnTo>
                  <a:pt x="225457" y="7263"/>
                </a:lnTo>
                <a:close/>
                <a:moveTo>
                  <a:pt x="83200" y="14283"/>
                </a:moveTo>
                <a:lnTo>
                  <a:pt x="83904" y="14639"/>
                </a:lnTo>
                <a:lnTo>
                  <a:pt x="82848" y="14461"/>
                </a:lnTo>
                <a:close/>
                <a:moveTo>
                  <a:pt x="135405" y="31831"/>
                </a:moveTo>
                <a:lnTo>
                  <a:pt x="136952" y="32433"/>
                </a:lnTo>
                <a:lnTo>
                  <a:pt x="134632" y="32132"/>
                </a:lnTo>
                <a:close/>
                <a:moveTo>
                  <a:pt x="175272" y="2079"/>
                </a:moveTo>
                <a:lnTo>
                  <a:pt x="176382" y="3621"/>
                </a:lnTo>
                <a:lnTo>
                  <a:pt x="174717" y="2850"/>
                </a:lnTo>
                <a:close/>
                <a:moveTo>
                  <a:pt x="232567" y="18418"/>
                </a:moveTo>
                <a:lnTo>
                  <a:pt x="234483" y="19466"/>
                </a:lnTo>
                <a:lnTo>
                  <a:pt x="231609" y="18942"/>
                </a:lnTo>
                <a:close/>
                <a:moveTo>
                  <a:pt x="132508" y="23377"/>
                </a:moveTo>
                <a:lnTo>
                  <a:pt x="134692" y="24792"/>
                </a:lnTo>
                <a:lnTo>
                  <a:pt x="131416" y="24084"/>
                </a:lnTo>
                <a:close/>
                <a:moveTo>
                  <a:pt x="119677" y="29085"/>
                </a:moveTo>
                <a:lnTo>
                  <a:pt x="121217" y="29916"/>
                </a:lnTo>
                <a:lnTo>
                  <a:pt x="118907" y="29500"/>
                </a:lnTo>
                <a:close/>
                <a:moveTo>
                  <a:pt x="198083" y="32787"/>
                </a:moveTo>
                <a:lnTo>
                  <a:pt x="199559" y="34501"/>
                </a:lnTo>
                <a:lnTo>
                  <a:pt x="197345" y="33644"/>
                </a:lnTo>
                <a:close/>
                <a:moveTo>
                  <a:pt x="5055" y="19995"/>
                </a:moveTo>
                <a:lnTo>
                  <a:pt x="6579" y="20806"/>
                </a:lnTo>
                <a:lnTo>
                  <a:pt x="4293" y="20401"/>
                </a:lnTo>
                <a:close/>
                <a:moveTo>
                  <a:pt x="43659" y="27678"/>
                </a:moveTo>
                <a:lnTo>
                  <a:pt x="44812" y="28382"/>
                </a:lnTo>
                <a:lnTo>
                  <a:pt x="43082" y="28030"/>
                </a:lnTo>
                <a:close/>
                <a:moveTo>
                  <a:pt x="11022" y="38680"/>
                </a:moveTo>
                <a:lnTo>
                  <a:pt x="12024" y="39157"/>
                </a:lnTo>
                <a:lnTo>
                  <a:pt x="10521" y="38919"/>
                </a:lnTo>
                <a:close/>
                <a:moveTo>
                  <a:pt x="54991" y="10193"/>
                </a:moveTo>
                <a:lnTo>
                  <a:pt x="56943" y="10764"/>
                </a:lnTo>
                <a:lnTo>
                  <a:pt x="54014" y="10478"/>
                </a:lnTo>
                <a:close/>
                <a:moveTo>
                  <a:pt x="70115" y="3889"/>
                </a:moveTo>
                <a:lnTo>
                  <a:pt x="71335" y="4501"/>
                </a:lnTo>
                <a:lnTo>
                  <a:pt x="69506" y="4195"/>
                </a:lnTo>
                <a:close/>
                <a:moveTo>
                  <a:pt x="87192" y="29391"/>
                </a:moveTo>
                <a:lnTo>
                  <a:pt x="89254" y="30942"/>
                </a:lnTo>
                <a:lnTo>
                  <a:pt x="86162" y="30167"/>
                </a:lnTo>
                <a:close/>
                <a:moveTo>
                  <a:pt x="10118" y="15105"/>
                </a:moveTo>
                <a:lnTo>
                  <a:pt x="12039" y="15455"/>
                </a:lnTo>
                <a:lnTo>
                  <a:pt x="9158" y="15280"/>
                </a:lnTo>
                <a:close/>
                <a:moveTo>
                  <a:pt x="51679" y="19595"/>
                </a:moveTo>
                <a:lnTo>
                  <a:pt x="52736" y="21020"/>
                </a:lnTo>
                <a:lnTo>
                  <a:pt x="51150" y="20307"/>
                </a:lnTo>
                <a:close/>
                <a:moveTo>
                  <a:pt x="181441" y="18573"/>
                </a:moveTo>
                <a:lnTo>
                  <a:pt x="182252" y="19220"/>
                </a:lnTo>
                <a:lnTo>
                  <a:pt x="181036" y="18896"/>
                </a:lnTo>
                <a:close/>
                <a:moveTo>
                  <a:pt x="67572" y="2603"/>
                </a:moveTo>
                <a:lnTo>
                  <a:pt x="69154" y="3140"/>
                </a:lnTo>
                <a:lnTo>
                  <a:pt x="66782" y="2872"/>
                </a:lnTo>
                <a:close/>
                <a:moveTo>
                  <a:pt x="224602" y="25833"/>
                </a:moveTo>
                <a:lnTo>
                  <a:pt x="225057" y="26881"/>
                </a:lnTo>
                <a:lnTo>
                  <a:pt x="224374" y="26357"/>
                </a:lnTo>
                <a:close/>
                <a:moveTo>
                  <a:pt x="152595" y="1685"/>
                </a:moveTo>
                <a:lnTo>
                  <a:pt x="153845" y="2030"/>
                </a:lnTo>
                <a:lnTo>
                  <a:pt x="151970" y="1858"/>
                </a:lnTo>
                <a:close/>
                <a:moveTo>
                  <a:pt x="193573" y="158"/>
                </a:moveTo>
                <a:lnTo>
                  <a:pt x="195092" y="1936"/>
                </a:lnTo>
                <a:lnTo>
                  <a:pt x="192813" y="1047"/>
                </a:lnTo>
                <a:close/>
                <a:moveTo>
                  <a:pt x="213759" y="9328"/>
                </a:moveTo>
                <a:lnTo>
                  <a:pt x="215098" y="9837"/>
                </a:lnTo>
                <a:lnTo>
                  <a:pt x="213089" y="9583"/>
                </a:lnTo>
                <a:close/>
                <a:moveTo>
                  <a:pt x="86728" y="34549"/>
                </a:moveTo>
                <a:lnTo>
                  <a:pt x="88591" y="34863"/>
                </a:lnTo>
                <a:lnTo>
                  <a:pt x="85797" y="34706"/>
                </a:lnTo>
                <a:close/>
                <a:moveTo>
                  <a:pt x="96202" y="25604"/>
                </a:moveTo>
                <a:lnTo>
                  <a:pt x="96876" y="27108"/>
                </a:lnTo>
                <a:lnTo>
                  <a:pt x="95864" y="26356"/>
                </a:lnTo>
                <a:close/>
                <a:moveTo>
                  <a:pt x="225526" y="22051"/>
                </a:moveTo>
                <a:lnTo>
                  <a:pt x="226546" y="23624"/>
                </a:lnTo>
                <a:lnTo>
                  <a:pt x="225016" y="22837"/>
                </a:lnTo>
                <a:close/>
                <a:moveTo>
                  <a:pt x="129705" y="7529"/>
                </a:moveTo>
                <a:lnTo>
                  <a:pt x="130568" y="8068"/>
                </a:lnTo>
                <a:lnTo>
                  <a:pt x="129273" y="7798"/>
                </a:lnTo>
                <a:close/>
                <a:moveTo>
                  <a:pt x="211829" y="20389"/>
                </a:moveTo>
                <a:lnTo>
                  <a:pt x="213468" y="21916"/>
                </a:lnTo>
                <a:lnTo>
                  <a:pt x="211009" y="21152"/>
                </a:lnTo>
                <a:close/>
                <a:moveTo>
                  <a:pt x="245863" y="7615"/>
                </a:moveTo>
                <a:lnTo>
                  <a:pt x="246964" y="9226"/>
                </a:lnTo>
                <a:lnTo>
                  <a:pt x="245313" y="8421"/>
                </a:lnTo>
                <a:close/>
                <a:moveTo>
                  <a:pt x="192416" y="15464"/>
                </a:moveTo>
                <a:lnTo>
                  <a:pt x="193979" y="16057"/>
                </a:lnTo>
                <a:lnTo>
                  <a:pt x="191635" y="15761"/>
                </a:lnTo>
                <a:close/>
                <a:moveTo>
                  <a:pt x="41232" y="2019"/>
                </a:moveTo>
                <a:lnTo>
                  <a:pt x="42284" y="2673"/>
                </a:lnTo>
                <a:lnTo>
                  <a:pt x="40706" y="2346"/>
                </a:lnTo>
                <a:close/>
                <a:moveTo>
                  <a:pt x="130926" y="38775"/>
                </a:moveTo>
                <a:lnTo>
                  <a:pt x="131559" y="39912"/>
                </a:lnTo>
                <a:lnTo>
                  <a:pt x="130610" y="39343"/>
                </a:lnTo>
                <a:close/>
                <a:moveTo>
                  <a:pt x="218365" y="23931"/>
                </a:moveTo>
                <a:lnTo>
                  <a:pt x="219690" y="25383"/>
                </a:lnTo>
                <a:lnTo>
                  <a:pt x="217702" y="24657"/>
                </a:lnTo>
                <a:close/>
                <a:moveTo>
                  <a:pt x="5972" y="37937"/>
                </a:moveTo>
                <a:lnTo>
                  <a:pt x="7592" y="39447"/>
                </a:lnTo>
                <a:lnTo>
                  <a:pt x="5162" y="38692"/>
                </a:lnTo>
                <a:close/>
                <a:moveTo>
                  <a:pt x="208426" y="3938"/>
                </a:moveTo>
                <a:lnTo>
                  <a:pt x="208899" y="4505"/>
                </a:lnTo>
                <a:lnTo>
                  <a:pt x="208189" y="4222"/>
                </a:lnTo>
                <a:close/>
                <a:moveTo>
                  <a:pt x="127676" y="37529"/>
                </a:moveTo>
                <a:lnTo>
                  <a:pt x="129708" y="38447"/>
                </a:lnTo>
                <a:lnTo>
                  <a:pt x="126660" y="37988"/>
                </a:lnTo>
                <a:close/>
                <a:moveTo>
                  <a:pt x="157320" y="29588"/>
                </a:moveTo>
                <a:lnTo>
                  <a:pt x="158285" y="31344"/>
                </a:lnTo>
                <a:lnTo>
                  <a:pt x="156837" y="30466"/>
                </a:lnTo>
                <a:close/>
                <a:moveTo>
                  <a:pt x="237803" y="29073"/>
                </a:moveTo>
                <a:lnTo>
                  <a:pt x="239820" y="30574"/>
                </a:lnTo>
                <a:lnTo>
                  <a:pt x="236794" y="29824"/>
                </a:lnTo>
                <a:close/>
                <a:moveTo>
                  <a:pt x="164830" y="12848"/>
                </a:moveTo>
                <a:lnTo>
                  <a:pt x="165701" y="13506"/>
                </a:lnTo>
                <a:lnTo>
                  <a:pt x="164395" y="13177"/>
                </a:lnTo>
                <a:close/>
                <a:moveTo>
                  <a:pt x="14929" y="37029"/>
                </a:moveTo>
                <a:lnTo>
                  <a:pt x="15831" y="37365"/>
                </a:lnTo>
                <a:lnTo>
                  <a:pt x="14478" y="37197"/>
                </a:lnTo>
                <a:close/>
                <a:moveTo>
                  <a:pt x="80128" y="4122"/>
                </a:moveTo>
                <a:lnTo>
                  <a:pt x="81302" y="4920"/>
                </a:lnTo>
                <a:lnTo>
                  <a:pt x="79542" y="4521"/>
                </a:lnTo>
                <a:close/>
                <a:moveTo>
                  <a:pt x="44692" y="19065"/>
                </a:moveTo>
                <a:lnTo>
                  <a:pt x="45810" y="19896"/>
                </a:lnTo>
                <a:lnTo>
                  <a:pt x="44134" y="19481"/>
                </a:lnTo>
                <a:close/>
                <a:moveTo>
                  <a:pt x="205414" y="12266"/>
                </a:moveTo>
                <a:lnTo>
                  <a:pt x="206765" y="13883"/>
                </a:lnTo>
                <a:lnTo>
                  <a:pt x="204738" y="13075"/>
                </a:lnTo>
                <a:close/>
                <a:moveTo>
                  <a:pt x="242154" y="14985"/>
                </a:moveTo>
                <a:lnTo>
                  <a:pt x="242579" y="16711"/>
                </a:lnTo>
                <a:lnTo>
                  <a:pt x="241942" y="15848"/>
                </a:lnTo>
                <a:close/>
                <a:moveTo>
                  <a:pt x="130036" y="8699"/>
                </a:moveTo>
                <a:lnTo>
                  <a:pt x="130623" y="9357"/>
                </a:lnTo>
                <a:lnTo>
                  <a:pt x="129743" y="9028"/>
                </a:lnTo>
                <a:close/>
                <a:moveTo>
                  <a:pt x="78713" y="5544"/>
                </a:moveTo>
                <a:lnTo>
                  <a:pt x="79154" y="7336"/>
                </a:lnTo>
                <a:lnTo>
                  <a:pt x="78493" y="6440"/>
                </a:lnTo>
                <a:close/>
                <a:moveTo>
                  <a:pt x="207175" y="4528"/>
                </a:moveTo>
                <a:lnTo>
                  <a:pt x="208415" y="6030"/>
                </a:lnTo>
                <a:lnTo>
                  <a:pt x="206556" y="5279"/>
                </a:lnTo>
                <a:close/>
                <a:moveTo>
                  <a:pt x="127602" y="2763"/>
                </a:moveTo>
                <a:lnTo>
                  <a:pt x="128581" y="3634"/>
                </a:lnTo>
                <a:lnTo>
                  <a:pt x="127113" y="3199"/>
                </a:lnTo>
                <a:close/>
                <a:moveTo>
                  <a:pt x="230928" y="23311"/>
                </a:moveTo>
                <a:lnTo>
                  <a:pt x="232127" y="24557"/>
                </a:lnTo>
                <a:lnTo>
                  <a:pt x="230328" y="23934"/>
                </a:lnTo>
                <a:close/>
                <a:moveTo>
                  <a:pt x="12726" y="27443"/>
                </a:moveTo>
                <a:lnTo>
                  <a:pt x="14571" y="28749"/>
                </a:lnTo>
                <a:lnTo>
                  <a:pt x="11804" y="28096"/>
                </a:lnTo>
                <a:close/>
                <a:moveTo>
                  <a:pt x="91412" y="11434"/>
                </a:moveTo>
                <a:lnTo>
                  <a:pt x="91781" y="11857"/>
                </a:lnTo>
                <a:lnTo>
                  <a:pt x="91228" y="11646"/>
                </a:lnTo>
                <a:close/>
                <a:moveTo>
                  <a:pt x="39423" y="18126"/>
                </a:moveTo>
                <a:lnTo>
                  <a:pt x="41212" y="18751"/>
                </a:lnTo>
                <a:lnTo>
                  <a:pt x="38528" y="18439"/>
                </a:lnTo>
                <a:close/>
                <a:moveTo>
                  <a:pt x="119503" y="25431"/>
                </a:moveTo>
                <a:lnTo>
                  <a:pt x="121018" y="25761"/>
                </a:lnTo>
                <a:lnTo>
                  <a:pt x="118746" y="25596"/>
                </a:lnTo>
                <a:close/>
                <a:moveTo>
                  <a:pt x="232452" y="23406"/>
                </a:moveTo>
                <a:lnTo>
                  <a:pt x="233363" y="24065"/>
                </a:lnTo>
                <a:lnTo>
                  <a:pt x="231996" y="23735"/>
                </a:lnTo>
                <a:close/>
                <a:moveTo>
                  <a:pt x="174091" y="37306"/>
                </a:moveTo>
                <a:lnTo>
                  <a:pt x="175065" y="38203"/>
                </a:lnTo>
                <a:lnTo>
                  <a:pt x="173604" y="37754"/>
                </a:lnTo>
                <a:close/>
                <a:moveTo>
                  <a:pt x="140864" y="6993"/>
                </a:moveTo>
                <a:lnTo>
                  <a:pt x="141965" y="8669"/>
                </a:lnTo>
                <a:lnTo>
                  <a:pt x="140314" y="7831"/>
                </a:lnTo>
                <a:close/>
                <a:moveTo>
                  <a:pt x="140679" y="32916"/>
                </a:moveTo>
                <a:lnTo>
                  <a:pt x="141513" y="34519"/>
                </a:lnTo>
                <a:lnTo>
                  <a:pt x="140261" y="33718"/>
                </a:lnTo>
                <a:close/>
                <a:moveTo>
                  <a:pt x="197701" y="9012"/>
                </a:moveTo>
                <a:lnTo>
                  <a:pt x="199031" y="10335"/>
                </a:lnTo>
                <a:lnTo>
                  <a:pt x="197035" y="9674"/>
                </a:lnTo>
                <a:close/>
                <a:moveTo>
                  <a:pt x="144834" y="24073"/>
                </a:moveTo>
                <a:lnTo>
                  <a:pt x="145628" y="25204"/>
                </a:lnTo>
                <a:lnTo>
                  <a:pt x="144437" y="24638"/>
                </a:lnTo>
                <a:close/>
                <a:moveTo>
                  <a:pt x="89820" y="31913"/>
                </a:moveTo>
                <a:lnTo>
                  <a:pt x="90859" y="33682"/>
                </a:lnTo>
                <a:lnTo>
                  <a:pt x="89300" y="32798"/>
                </a:lnTo>
                <a:close/>
                <a:moveTo>
                  <a:pt x="146759" y="9105"/>
                </a:moveTo>
                <a:lnTo>
                  <a:pt x="147878" y="9597"/>
                </a:lnTo>
                <a:lnTo>
                  <a:pt x="146199" y="9351"/>
                </a:lnTo>
                <a:close/>
                <a:moveTo>
                  <a:pt x="186040" y="1832"/>
                </a:moveTo>
                <a:lnTo>
                  <a:pt x="187509" y="2594"/>
                </a:lnTo>
                <a:lnTo>
                  <a:pt x="185305" y="2213"/>
                </a:lnTo>
                <a:close/>
                <a:moveTo>
                  <a:pt x="196286" y="5067"/>
                </a:moveTo>
                <a:lnTo>
                  <a:pt x="197895" y="6438"/>
                </a:lnTo>
                <a:lnTo>
                  <a:pt x="195482" y="5753"/>
                </a:lnTo>
                <a:close/>
                <a:moveTo>
                  <a:pt x="59220" y="5205"/>
                </a:moveTo>
                <a:lnTo>
                  <a:pt x="60259" y="6478"/>
                </a:lnTo>
                <a:lnTo>
                  <a:pt x="58700" y="5842"/>
                </a:lnTo>
                <a:close/>
                <a:moveTo>
                  <a:pt x="66224" y="347"/>
                </a:moveTo>
                <a:lnTo>
                  <a:pt x="67391" y="1860"/>
                </a:lnTo>
                <a:lnTo>
                  <a:pt x="65641" y="1103"/>
                </a:lnTo>
                <a:close/>
                <a:moveTo>
                  <a:pt x="40240" y="37623"/>
                </a:moveTo>
                <a:lnTo>
                  <a:pt x="41530" y="38164"/>
                </a:lnTo>
                <a:lnTo>
                  <a:pt x="39594" y="37894"/>
                </a:lnTo>
                <a:close/>
                <a:moveTo>
                  <a:pt x="25686" y="14827"/>
                </a:moveTo>
                <a:lnTo>
                  <a:pt x="26918" y="15390"/>
                </a:lnTo>
                <a:lnTo>
                  <a:pt x="25071" y="15108"/>
                </a:lnTo>
                <a:close/>
                <a:moveTo>
                  <a:pt x="21665" y="20045"/>
                </a:moveTo>
                <a:lnTo>
                  <a:pt x="22485" y="21012"/>
                </a:lnTo>
                <a:lnTo>
                  <a:pt x="21255" y="20529"/>
                </a:lnTo>
                <a:close/>
                <a:moveTo>
                  <a:pt x="114062" y="27888"/>
                </a:moveTo>
                <a:lnTo>
                  <a:pt x="115480" y="28530"/>
                </a:lnTo>
                <a:lnTo>
                  <a:pt x="113353" y="28209"/>
                </a:lnTo>
                <a:close/>
                <a:moveTo>
                  <a:pt x="45754" y="34342"/>
                </a:moveTo>
                <a:lnTo>
                  <a:pt x="46197" y="34827"/>
                </a:lnTo>
                <a:lnTo>
                  <a:pt x="45532" y="34584"/>
                </a:lnTo>
                <a:close/>
                <a:moveTo>
                  <a:pt x="18086" y="33047"/>
                </a:moveTo>
                <a:lnTo>
                  <a:pt x="19437" y="34732"/>
                </a:lnTo>
                <a:lnTo>
                  <a:pt x="17410" y="33889"/>
                </a:lnTo>
                <a:close/>
                <a:moveTo>
                  <a:pt x="158292" y="13411"/>
                </a:moveTo>
                <a:lnTo>
                  <a:pt x="159438" y="14810"/>
                </a:lnTo>
                <a:lnTo>
                  <a:pt x="157719" y="14110"/>
                </a:lnTo>
                <a:close/>
                <a:moveTo>
                  <a:pt x="58739" y="32116"/>
                </a:moveTo>
                <a:lnTo>
                  <a:pt x="59843" y="32480"/>
                </a:lnTo>
                <a:lnTo>
                  <a:pt x="58187" y="32298"/>
                </a:lnTo>
                <a:close/>
                <a:moveTo>
                  <a:pt x="87077" y="22407"/>
                </a:moveTo>
                <a:lnTo>
                  <a:pt x="87698" y="24065"/>
                </a:lnTo>
                <a:lnTo>
                  <a:pt x="86766" y="23236"/>
                </a:lnTo>
                <a:close/>
                <a:moveTo>
                  <a:pt x="233861" y="20448"/>
                </a:moveTo>
                <a:lnTo>
                  <a:pt x="235884" y="21783"/>
                </a:lnTo>
                <a:lnTo>
                  <a:pt x="232849" y="21116"/>
                </a:lnTo>
                <a:close/>
                <a:moveTo>
                  <a:pt x="136057" y="6319"/>
                </a:moveTo>
                <a:lnTo>
                  <a:pt x="138170" y="7999"/>
                </a:lnTo>
                <a:lnTo>
                  <a:pt x="135001" y="7159"/>
                </a:lnTo>
                <a:close/>
                <a:moveTo>
                  <a:pt x="114371" y="15390"/>
                </a:moveTo>
                <a:lnTo>
                  <a:pt x="114857" y="16618"/>
                </a:lnTo>
                <a:lnTo>
                  <a:pt x="114128" y="16004"/>
                </a:lnTo>
                <a:close/>
                <a:moveTo>
                  <a:pt x="215904" y="15550"/>
                </a:moveTo>
                <a:lnTo>
                  <a:pt x="216788" y="16769"/>
                </a:lnTo>
                <a:lnTo>
                  <a:pt x="215462" y="16160"/>
                </a:lnTo>
                <a:close/>
                <a:moveTo>
                  <a:pt x="200396" y="6783"/>
                </a:moveTo>
                <a:lnTo>
                  <a:pt x="201269" y="8047"/>
                </a:lnTo>
                <a:lnTo>
                  <a:pt x="199960" y="7415"/>
                </a:lnTo>
                <a:close/>
                <a:moveTo>
                  <a:pt x="10884" y="32667"/>
                </a:moveTo>
                <a:lnTo>
                  <a:pt x="11818" y="34215"/>
                </a:lnTo>
                <a:lnTo>
                  <a:pt x="10418" y="33441"/>
                </a:lnTo>
                <a:close/>
                <a:moveTo>
                  <a:pt x="115097" y="6617"/>
                </a:moveTo>
                <a:lnTo>
                  <a:pt x="115483" y="7087"/>
                </a:lnTo>
                <a:lnTo>
                  <a:pt x="114904" y="6852"/>
                </a:lnTo>
                <a:close/>
                <a:moveTo>
                  <a:pt x="66070" y="30298"/>
                </a:moveTo>
                <a:lnTo>
                  <a:pt x="67889" y="31545"/>
                </a:lnTo>
                <a:lnTo>
                  <a:pt x="65160" y="30921"/>
                </a:lnTo>
                <a:close/>
                <a:moveTo>
                  <a:pt x="77870" y="26556"/>
                </a:moveTo>
                <a:lnTo>
                  <a:pt x="79576" y="27407"/>
                </a:lnTo>
                <a:lnTo>
                  <a:pt x="77018" y="26981"/>
                </a:lnTo>
                <a:close/>
                <a:moveTo>
                  <a:pt x="21023" y="18751"/>
                </a:moveTo>
                <a:lnTo>
                  <a:pt x="21783" y="19334"/>
                </a:lnTo>
                <a:lnTo>
                  <a:pt x="20642" y="19043"/>
                </a:lnTo>
                <a:close/>
                <a:moveTo>
                  <a:pt x="98894" y="2983"/>
                </a:moveTo>
                <a:lnTo>
                  <a:pt x="100905" y="3704"/>
                </a:lnTo>
                <a:lnTo>
                  <a:pt x="97888" y="3344"/>
                </a:lnTo>
                <a:close/>
                <a:moveTo>
                  <a:pt x="226876" y="29490"/>
                </a:moveTo>
                <a:lnTo>
                  <a:pt x="227246" y="31139"/>
                </a:lnTo>
                <a:lnTo>
                  <a:pt x="226691" y="30314"/>
                </a:lnTo>
                <a:close/>
                <a:moveTo>
                  <a:pt x="204445" y="21011"/>
                </a:moveTo>
                <a:lnTo>
                  <a:pt x="206431" y="22029"/>
                </a:lnTo>
                <a:lnTo>
                  <a:pt x="203452" y="21520"/>
                </a:lnTo>
                <a:close/>
                <a:moveTo>
                  <a:pt x="6805" y="5992"/>
                </a:moveTo>
                <a:lnTo>
                  <a:pt x="7730" y="7579"/>
                </a:lnTo>
                <a:lnTo>
                  <a:pt x="6343" y="6786"/>
                </a:lnTo>
                <a:close/>
                <a:moveTo>
                  <a:pt x="209499" y="4713"/>
                </a:moveTo>
                <a:lnTo>
                  <a:pt x="210496" y="5180"/>
                </a:lnTo>
                <a:lnTo>
                  <a:pt x="209000" y="4946"/>
                </a:lnTo>
                <a:close/>
                <a:moveTo>
                  <a:pt x="58033" y="14080"/>
                </a:moveTo>
                <a:lnTo>
                  <a:pt x="59149" y="14605"/>
                </a:lnTo>
                <a:lnTo>
                  <a:pt x="57474" y="14343"/>
                </a:lnTo>
                <a:close/>
                <a:moveTo>
                  <a:pt x="166189" y="9680"/>
                </a:moveTo>
                <a:lnTo>
                  <a:pt x="168186" y="10702"/>
                </a:lnTo>
                <a:lnTo>
                  <a:pt x="165191" y="10191"/>
                </a:lnTo>
                <a:close/>
                <a:moveTo>
                  <a:pt x="108734" y="30627"/>
                </a:moveTo>
                <a:lnTo>
                  <a:pt x="109722" y="31312"/>
                </a:lnTo>
                <a:lnTo>
                  <a:pt x="108240" y="30970"/>
                </a:lnTo>
                <a:close/>
                <a:moveTo>
                  <a:pt x="31358" y="11785"/>
                </a:moveTo>
                <a:lnTo>
                  <a:pt x="32142" y="13188"/>
                </a:lnTo>
                <a:lnTo>
                  <a:pt x="30966" y="12486"/>
                </a:lnTo>
                <a:close/>
                <a:moveTo>
                  <a:pt x="89916" y="28268"/>
                </a:moveTo>
                <a:lnTo>
                  <a:pt x="90775" y="28673"/>
                </a:lnTo>
                <a:lnTo>
                  <a:pt x="89486" y="28471"/>
                </a:lnTo>
                <a:close/>
                <a:moveTo>
                  <a:pt x="77296" y="15701"/>
                </a:moveTo>
                <a:lnTo>
                  <a:pt x="79330" y="16300"/>
                </a:lnTo>
                <a:lnTo>
                  <a:pt x="76280" y="16001"/>
                </a:lnTo>
                <a:close/>
                <a:moveTo>
                  <a:pt x="53806" y="6234"/>
                </a:moveTo>
                <a:lnTo>
                  <a:pt x="54625" y="7974"/>
                </a:lnTo>
                <a:lnTo>
                  <a:pt x="53397" y="7104"/>
                </a:lnTo>
                <a:close/>
                <a:moveTo>
                  <a:pt x="235302" y="9098"/>
                </a:moveTo>
                <a:lnTo>
                  <a:pt x="235745" y="10128"/>
                </a:lnTo>
                <a:lnTo>
                  <a:pt x="235081" y="9613"/>
                </a:lnTo>
                <a:close/>
                <a:moveTo>
                  <a:pt x="147801" y="4460"/>
                </a:moveTo>
                <a:lnTo>
                  <a:pt x="148924" y="5913"/>
                </a:lnTo>
                <a:lnTo>
                  <a:pt x="147239" y="5187"/>
                </a:lnTo>
                <a:close/>
                <a:moveTo>
                  <a:pt x="809" y="28739"/>
                </a:moveTo>
                <a:lnTo>
                  <a:pt x="2426" y="30218"/>
                </a:lnTo>
                <a:lnTo>
                  <a:pt x="0" y="29479"/>
                </a:lnTo>
                <a:close/>
                <a:moveTo>
                  <a:pt x="123158" y="18553"/>
                </a:moveTo>
                <a:lnTo>
                  <a:pt x="124467" y="19058"/>
                </a:lnTo>
                <a:lnTo>
                  <a:pt x="122503" y="18805"/>
                </a:lnTo>
                <a:close/>
                <a:moveTo>
                  <a:pt x="129974" y="9573"/>
                </a:moveTo>
                <a:lnTo>
                  <a:pt x="130918" y="9941"/>
                </a:lnTo>
                <a:lnTo>
                  <a:pt x="129502" y="9757"/>
                </a:lnTo>
                <a:close/>
                <a:moveTo>
                  <a:pt x="40411" y="2205"/>
                </a:moveTo>
                <a:lnTo>
                  <a:pt x="41762" y="2859"/>
                </a:lnTo>
                <a:lnTo>
                  <a:pt x="39736" y="2532"/>
                </a:lnTo>
                <a:close/>
                <a:moveTo>
                  <a:pt x="140490" y="20138"/>
                </a:moveTo>
                <a:lnTo>
                  <a:pt x="141271" y="20629"/>
                </a:lnTo>
                <a:lnTo>
                  <a:pt x="140099" y="20383"/>
                </a:lnTo>
                <a:close/>
                <a:moveTo>
                  <a:pt x="150662" y="27059"/>
                </a:moveTo>
                <a:lnTo>
                  <a:pt x="152289" y="28120"/>
                </a:lnTo>
                <a:lnTo>
                  <a:pt x="149848" y="27589"/>
                </a:lnTo>
                <a:close/>
                <a:moveTo>
                  <a:pt x="146633" y="975"/>
                </a:moveTo>
                <a:lnTo>
                  <a:pt x="147550" y="2476"/>
                </a:lnTo>
                <a:lnTo>
                  <a:pt x="146175" y="1726"/>
                </a:lnTo>
                <a:close/>
                <a:moveTo>
                  <a:pt x="95525" y="4156"/>
                </a:moveTo>
                <a:lnTo>
                  <a:pt x="96654" y="5707"/>
                </a:lnTo>
                <a:lnTo>
                  <a:pt x="94961" y="4932"/>
                </a:lnTo>
                <a:close/>
                <a:moveTo>
                  <a:pt x="25197" y="4468"/>
                </a:moveTo>
                <a:lnTo>
                  <a:pt x="26469" y="6076"/>
                </a:lnTo>
                <a:lnTo>
                  <a:pt x="24561" y="5272"/>
                </a:lnTo>
                <a:close/>
                <a:moveTo>
                  <a:pt x="98860" y="9916"/>
                </a:moveTo>
                <a:lnTo>
                  <a:pt x="100630" y="10357"/>
                </a:lnTo>
                <a:lnTo>
                  <a:pt x="97974" y="10137"/>
                </a:lnTo>
                <a:close/>
                <a:moveTo>
                  <a:pt x="74914" y="23930"/>
                </a:moveTo>
                <a:lnTo>
                  <a:pt x="76835" y="25521"/>
                </a:lnTo>
                <a:lnTo>
                  <a:pt x="73953" y="24726"/>
                </a:lnTo>
                <a:close/>
                <a:moveTo>
                  <a:pt x="82562" y="10646"/>
                </a:moveTo>
                <a:lnTo>
                  <a:pt x="83584" y="11128"/>
                </a:lnTo>
                <a:lnTo>
                  <a:pt x="82050" y="10887"/>
                </a:lnTo>
                <a:close/>
                <a:moveTo>
                  <a:pt x="69177" y="30658"/>
                </a:moveTo>
                <a:lnTo>
                  <a:pt x="71338" y="31363"/>
                </a:lnTo>
                <a:lnTo>
                  <a:pt x="68096" y="31011"/>
                </a:lnTo>
                <a:close/>
                <a:moveTo>
                  <a:pt x="18716" y="29573"/>
                </a:moveTo>
                <a:lnTo>
                  <a:pt x="20853" y="31064"/>
                </a:lnTo>
                <a:lnTo>
                  <a:pt x="17647" y="30318"/>
                </a:lnTo>
                <a:close/>
                <a:moveTo>
                  <a:pt x="104464" y="29757"/>
                </a:moveTo>
                <a:lnTo>
                  <a:pt x="106221" y="31173"/>
                </a:lnTo>
                <a:lnTo>
                  <a:pt x="103585" y="30465"/>
                </a:lnTo>
                <a:close/>
                <a:moveTo>
                  <a:pt x="124660" y="39953"/>
                </a:moveTo>
                <a:lnTo>
                  <a:pt x="126455" y="40606"/>
                </a:lnTo>
                <a:lnTo>
                  <a:pt x="123763" y="40280"/>
                </a:lnTo>
                <a:close/>
                <a:moveTo>
                  <a:pt x="109015" y="3561"/>
                </a:moveTo>
                <a:lnTo>
                  <a:pt x="110058" y="5087"/>
                </a:lnTo>
                <a:lnTo>
                  <a:pt x="108493" y="4324"/>
                </a:lnTo>
                <a:close/>
                <a:moveTo>
                  <a:pt x="123006" y="20965"/>
                </a:moveTo>
                <a:lnTo>
                  <a:pt x="124798" y="21395"/>
                </a:lnTo>
                <a:lnTo>
                  <a:pt x="122111" y="21180"/>
                </a:lnTo>
                <a:close/>
                <a:moveTo>
                  <a:pt x="89604" y="19331"/>
                </a:moveTo>
                <a:lnTo>
                  <a:pt x="90868" y="20658"/>
                </a:lnTo>
                <a:lnTo>
                  <a:pt x="88972" y="19994"/>
                </a:lnTo>
                <a:close/>
                <a:moveTo>
                  <a:pt x="236585" y="32055"/>
                </a:moveTo>
                <a:lnTo>
                  <a:pt x="237944" y="33380"/>
                </a:lnTo>
                <a:lnTo>
                  <a:pt x="235905" y="32718"/>
                </a:lnTo>
                <a:close/>
                <a:moveTo>
                  <a:pt x="136175" y="39445"/>
                </a:moveTo>
                <a:lnTo>
                  <a:pt x="137628" y="40636"/>
                </a:lnTo>
                <a:lnTo>
                  <a:pt x="135448" y="40040"/>
                </a:lnTo>
                <a:close/>
                <a:moveTo>
                  <a:pt x="100246" y="16767"/>
                </a:moveTo>
                <a:lnTo>
                  <a:pt x="102009" y="17626"/>
                </a:lnTo>
                <a:lnTo>
                  <a:pt x="99364" y="17196"/>
                </a:lnTo>
                <a:close/>
                <a:moveTo>
                  <a:pt x="228226" y="29107"/>
                </a:moveTo>
                <a:lnTo>
                  <a:pt x="230343" y="30467"/>
                </a:lnTo>
                <a:lnTo>
                  <a:pt x="227167" y="29787"/>
                </a:lnTo>
                <a:close/>
                <a:moveTo>
                  <a:pt x="144110" y="14668"/>
                </a:moveTo>
                <a:lnTo>
                  <a:pt x="144493" y="15961"/>
                </a:lnTo>
                <a:lnTo>
                  <a:pt x="143918" y="15315"/>
                </a:lnTo>
                <a:close/>
                <a:moveTo>
                  <a:pt x="189811" y="28922"/>
                </a:moveTo>
                <a:lnTo>
                  <a:pt x="191566" y="29275"/>
                </a:lnTo>
                <a:lnTo>
                  <a:pt x="188934" y="29099"/>
                </a:lnTo>
                <a:close/>
                <a:moveTo>
                  <a:pt x="172860" y="11187"/>
                </a:moveTo>
                <a:lnTo>
                  <a:pt x="173929" y="12789"/>
                </a:lnTo>
                <a:lnTo>
                  <a:pt x="172325" y="11988"/>
                </a:lnTo>
                <a:close/>
                <a:moveTo>
                  <a:pt x="102519" y="18671"/>
                </a:moveTo>
                <a:lnTo>
                  <a:pt x="102963" y="19244"/>
                </a:lnTo>
                <a:lnTo>
                  <a:pt x="102297" y="18958"/>
                </a:lnTo>
                <a:close/>
                <a:moveTo>
                  <a:pt x="53439" y="8599"/>
                </a:moveTo>
                <a:lnTo>
                  <a:pt x="54756" y="8971"/>
                </a:lnTo>
                <a:lnTo>
                  <a:pt x="52781" y="8785"/>
                </a:lnTo>
                <a:close/>
                <a:moveTo>
                  <a:pt x="22912" y="3443"/>
                </a:moveTo>
                <a:lnTo>
                  <a:pt x="24620" y="5199"/>
                </a:lnTo>
                <a:lnTo>
                  <a:pt x="22059" y="4321"/>
                </a:lnTo>
                <a:close/>
                <a:moveTo>
                  <a:pt x="189481" y="20590"/>
                </a:moveTo>
                <a:lnTo>
                  <a:pt x="190073" y="22066"/>
                </a:lnTo>
                <a:lnTo>
                  <a:pt x="189185" y="21328"/>
                </a:lnTo>
                <a:close/>
                <a:moveTo>
                  <a:pt x="33107" y="3066"/>
                </a:moveTo>
                <a:lnTo>
                  <a:pt x="34404" y="4659"/>
                </a:lnTo>
                <a:lnTo>
                  <a:pt x="32459" y="3862"/>
                </a:lnTo>
                <a:close/>
                <a:moveTo>
                  <a:pt x="78758" y="34529"/>
                </a:moveTo>
                <a:lnTo>
                  <a:pt x="79723" y="36279"/>
                </a:lnTo>
                <a:lnTo>
                  <a:pt x="78276" y="35404"/>
                </a:lnTo>
                <a:close/>
                <a:moveTo>
                  <a:pt x="186613" y="34592"/>
                </a:moveTo>
                <a:lnTo>
                  <a:pt x="188784" y="36117"/>
                </a:lnTo>
                <a:lnTo>
                  <a:pt x="185527" y="35354"/>
                </a:lnTo>
                <a:close/>
                <a:moveTo>
                  <a:pt x="49921" y="20633"/>
                </a:moveTo>
                <a:lnTo>
                  <a:pt x="51279" y="22017"/>
                </a:lnTo>
                <a:lnTo>
                  <a:pt x="49243" y="21325"/>
                </a:lnTo>
                <a:close/>
                <a:moveTo>
                  <a:pt x="58348" y="23075"/>
                </a:moveTo>
                <a:lnTo>
                  <a:pt x="59224" y="23651"/>
                </a:lnTo>
                <a:lnTo>
                  <a:pt x="57911" y="23363"/>
                </a:lnTo>
                <a:close/>
                <a:moveTo>
                  <a:pt x="113785" y="32136"/>
                </a:moveTo>
                <a:lnTo>
                  <a:pt x="115160" y="32968"/>
                </a:lnTo>
                <a:lnTo>
                  <a:pt x="113098" y="32552"/>
                </a:lnTo>
                <a:close/>
                <a:moveTo>
                  <a:pt x="57377" y="14351"/>
                </a:moveTo>
                <a:lnTo>
                  <a:pt x="58465" y="15059"/>
                </a:lnTo>
                <a:lnTo>
                  <a:pt x="56833" y="14705"/>
                </a:lnTo>
                <a:close/>
                <a:moveTo>
                  <a:pt x="78843" y="9084"/>
                </a:moveTo>
                <a:lnTo>
                  <a:pt x="79737" y="10394"/>
                </a:lnTo>
                <a:lnTo>
                  <a:pt x="78396" y="9739"/>
                </a:lnTo>
                <a:close/>
                <a:moveTo>
                  <a:pt x="158012" y="25058"/>
                </a:moveTo>
                <a:lnTo>
                  <a:pt x="160071" y="26357"/>
                </a:lnTo>
                <a:lnTo>
                  <a:pt x="156982" y="25708"/>
                </a:lnTo>
                <a:close/>
                <a:moveTo>
                  <a:pt x="33247" y="16142"/>
                </a:moveTo>
                <a:lnTo>
                  <a:pt x="34567" y="17562"/>
                </a:lnTo>
                <a:lnTo>
                  <a:pt x="32587" y="16852"/>
                </a:lnTo>
                <a:close/>
                <a:moveTo>
                  <a:pt x="134089" y="3710"/>
                </a:moveTo>
                <a:lnTo>
                  <a:pt x="135319" y="4992"/>
                </a:lnTo>
                <a:lnTo>
                  <a:pt x="133473" y="4351"/>
                </a:lnTo>
                <a:close/>
                <a:moveTo>
                  <a:pt x="198356" y="17832"/>
                </a:moveTo>
                <a:lnTo>
                  <a:pt x="199102" y="18183"/>
                </a:lnTo>
                <a:lnTo>
                  <a:pt x="197983" y="18008"/>
                </a:lnTo>
                <a:close/>
                <a:moveTo>
                  <a:pt x="127248" y="29991"/>
                </a:moveTo>
                <a:lnTo>
                  <a:pt x="127803" y="31076"/>
                </a:lnTo>
                <a:lnTo>
                  <a:pt x="126971" y="30533"/>
                </a:lnTo>
                <a:close/>
                <a:moveTo>
                  <a:pt x="150879" y="22392"/>
                </a:moveTo>
                <a:lnTo>
                  <a:pt x="151658" y="22830"/>
                </a:lnTo>
                <a:lnTo>
                  <a:pt x="150490" y="22611"/>
                </a:lnTo>
                <a:close/>
                <a:moveTo>
                  <a:pt x="5898" y="12205"/>
                </a:moveTo>
                <a:lnTo>
                  <a:pt x="7907" y="13134"/>
                </a:lnTo>
                <a:lnTo>
                  <a:pt x="4893" y="12670"/>
                </a:lnTo>
                <a:close/>
                <a:moveTo>
                  <a:pt x="249173" y="32974"/>
                </a:moveTo>
                <a:lnTo>
                  <a:pt x="250603" y="33934"/>
                </a:lnTo>
                <a:lnTo>
                  <a:pt x="248457" y="33454"/>
                </a:lnTo>
                <a:close/>
                <a:moveTo>
                  <a:pt x="142179" y="33589"/>
                </a:moveTo>
                <a:lnTo>
                  <a:pt x="143147" y="34123"/>
                </a:lnTo>
                <a:lnTo>
                  <a:pt x="141694" y="33856"/>
                </a:lnTo>
                <a:close/>
                <a:moveTo>
                  <a:pt x="226942" y="25235"/>
                </a:moveTo>
                <a:lnTo>
                  <a:pt x="227990" y="26134"/>
                </a:lnTo>
                <a:lnTo>
                  <a:pt x="226417" y="25684"/>
                </a:lnTo>
                <a:close/>
                <a:moveTo>
                  <a:pt x="25960" y="22685"/>
                </a:moveTo>
                <a:lnTo>
                  <a:pt x="27764" y="23733"/>
                </a:lnTo>
                <a:lnTo>
                  <a:pt x="25058" y="23209"/>
                </a:lnTo>
                <a:close/>
                <a:moveTo>
                  <a:pt x="176205" y="29535"/>
                </a:moveTo>
                <a:lnTo>
                  <a:pt x="177167" y="30792"/>
                </a:lnTo>
                <a:lnTo>
                  <a:pt x="175724" y="30164"/>
                </a:lnTo>
                <a:close/>
                <a:moveTo>
                  <a:pt x="245455" y="28616"/>
                </a:moveTo>
                <a:lnTo>
                  <a:pt x="246144" y="29910"/>
                </a:lnTo>
                <a:lnTo>
                  <a:pt x="245111" y="29263"/>
                </a:lnTo>
                <a:close/>
                <a:moveTo>
                  <a:pt x="162923" y="31018"/>
                </a:moveTo>
                <a:lnTo>
                  <a:pt x="164572" y="32686"/>
                </a:lnTo>
                <a:lnTo>
                  <a:pt x="162099" y="31852"/>
                </a:lnTo>
                <a:close/>
                <a:moveTo>
                  <a:pt x="246476" y="8375"/>
                </a:moveTo>
                <a:lnTo>
                  <a:pt x="247713" y="8743"/>
                </a:lnTo>
                <a:lnTo>
                  <a:pt x="245857" y="8559"/>
                </a:lnTo>
                <a:close/>
                <a:moveTo>
                  <a:pt x="248991" y="4258"/>
                </a:moveTo>
                <a:lnTo>
                  <a:pt x="250129" y="5483"/>
                </a:lnTo>
                <a:lnTo>
                  <a:pt x="248421" y="4871"/>
                </a:lnTo>
                <a:close/>
                <a:moveTo>
                  <a:pt x="108622" y="6856"/>
                </a:moveTo>
                <a:lnTo>
                  <a:pt x="109901" y="7491"/>
                </a:lnTo>
                <a:lnTo>
                  <a:pt x="107982" y="7174"/>
                </a:lnTo>
                <a:close/>
                <a:moveTo>
                  <a:pt x="123944" y="28600"/>
                </a:moveTo>
                <a:lnTo>
                  <a:pt x="124847" y="29570"/>
                </a:lnTo>
                <a:lnTo>
                  <a:pt x="123493" y="29085"/>
                </a:lnTo>
                <a:close/>
                <a:moveTo>
                  <a:pt x="159711" y="21270"/>
                </a:moveTo>
                <a:lnTo>
                  <a:pt x="161543" y="22907"/>
                </a:lnTo>
                <a:lnTo>
                  <a:pt x="158796" y="22088"/>
                </a:lnTo>
                <a:close/>
                <a:moveTo>
                  <a:pt x="244144" y="6599"/>
                </a:moveTo>
                <a:lnTo>
                  <a:pt x="245387" y="7076"/>
                </a:lnTo>
                <a:lnTo>
                  <a:pt x="243523" y="6838"/>
                </a:lnTo>
                <a:close/>
                <a:moveTo>
                  <a:pt x="176470" y="15838"/>
                </a:moveTo>
                <a:lnTo>
                  <a:pt x="178392" y="16863"/>
                </a:lnTo>
                <a:lnTo>
                  <a:pt x="175510" y="16351"/>
                </a:lnTo>
                <a:close/>
                <a:moveTo>
                  <a:pt x="201623" y="1227"/>
                </a:moveTo>
                <a:lnTo>
                  <a:pt x="203107" y="2147"/>
                </a:lnTo>
                <a:lnTo>
                  <a:pt x="200881" y="1687"/>
                </a:lnTo>
                <a:close/>
                <a:moveTo>
                  <a:pt x="210331" y="4121"/>
                </a:moveTo>
                <a:lnTo>
                  <a:pt x="210846" y="5453"/>
                </a:lnTo>
                <a:lnTo>
                  <a:pt x="210074" y="4787"/>
                </a:lnTo>
                <a:close/>
                <a:moveTo>
                  <a:pt x="82689" y="17390"/>
                </a:moveTo>
                <a:lnTo>
                  <a:pt x="83786" y="19169"/>
                </a:lnTo>
                <a:lnTo>
                  <a:pt x="82140" y="18280"/>
                </a:lnTo>
                <a:close/>
                <a:moveTo>
                  <a:pt x="157673" y="33301"/>
                </a:moveTo>
                <a:lnTo>
                  <a:pt x="159575" y="34888"/>
                </a:lnTo>
                <a:lnTo>
                  <a:pt x="156722" y="34094"/>
                </a:lnTo>
                <a:close/>
                <a:moveTo>
                  <a:pt x="113155" y="11598"/>
                </a:moveTo>
                <a:lnTo>
                  <a:pt x="114458" y="13240"/>
                </a:lnTo>
                <a:lnTo>
                  <a:pt x="112504" y="12419"/>
                </a:lnTo>
                <a:close/>
                <a:moveTo>
                  <a:pt x="223057" y="19118"/>
                </a:moveTo>
                <a:lnTo>
                  <a:pt x="225084" y="20562"/>
                </a:lnTo>
                <a:lnTo>
                  <a:pt x="222043" y="19840"/>
                </a:lnTo>
                <a:close/>
                <a:moveTo>
                  <a:pt x="10649" y="25339"/>
                </a:moveTo>
                <a:lnTo>
                  <a:pt x="12467" y="25705"/>
                </a:lnTo>
                <a:lnTo>
                  <a:pt x="9740" y="25522"/>
                </a:lnTo>
                <a:close/>
                <a:moveTo>
                  <a:pt x="95606" y="25809"/>
                </a:moveTo>
                <a:lnTo>
                  <a:pt x="96894" y="26904"/>
                </a:lnTo>
                <a:lnTo>
                  <a:pt x="94962" y="26356"/>
                </a:lnTo>
                <a:close/>
                <a:moveTo>
                  <a:pt x="23186" y="10461"/>
                </a:moveTo>
                <a:lnTo>
                  <a:pt x="25143" y="11284"/>
                </a:lnTo>
                <a:lnTo>
                  <a:pt x="22207" y="10872"/>
                </a:lnTo>
                <a:close/>
                <a:moveTo>
                  <a:pt x="121201" y="23610"/>
                </a:moveTo>
                <a:lnTo>
                  <a:pt x="122074" y="24531"/>
                </a:lnTo>
                <a:lnTo>
                  <a:pt x="120764" y="24070"/>
                </a:lnTo>
                <a:close/>
                <a:moveTo>
                  <a:pt x="127880" y="34751"/>
                </a:moveTo>
                <a:lnTo>
                  <a:pt x="129789" y="35316"/>
                </a:lnTo>
                <a:lnTo>
                  <a:pt x="126926" y="35034"/>
                </a:lnTo>
                <a:close/>
                <a:moveTo>
                  <a:pt x="127284" y="30073"/>
                </a:moveTo>
                <a:lnTo>
                  <a:pt x="129293" y="31169"/>
                </a:lnTo>
                <a:lnTo>
                  <a:pt x="126280" y="30621"/>
                </a:lnTo>
                <a:close/>
                <a:moveTo>
                  <a:pt x="159619" y="25819"/>
                </a:moveTo>
                <a:lnTo>
                  <a:pt x="161204" y="27459"/>
                </a:lnTo>
                <a:lnTo>
                  <a:pt x="158827" y="26639"/>
                </a:lnTo>
                <a:close/>
                <a:moveTo>
                  <a:pt x="248818" y="39650"/>
                </a:moveTo>
                <a:lnTo>
                  <a:pt x="249398" y="41025"/>
                </a:lnTo>
                <a:lnTo>
                  <a:pt x="248528" y="40338"/>
                </a:lnTo>
                <a:close/>
                <a:moveTo>
                  <a:pt x="98231" y="11185"/>
                </a:moveTo>
                <a:lnTo>
                  <a:pt x="98765" y="12851"/>
                </a:lnTo>
                <a:lnTo>
                  <a:pt x="97963" y="12018"/>
                </a:lnTo>
                <a:close/>
                <a:moveTo>
                  <a:pt x="225679" y="21142"/>
                </a:moveTo>
                <a:lnTo>
                  <a:pt x="226949" y="21750"/>
                </a:lnTo>
                <a:lnTo>
                  <a:pt x="225043" y="21446"/>
                </a:lnTo>
                <a:close/>
                <a:moveTo>
                  <a:pt x="234144" y="30289"/>
                </a:moveTo>
                <a:lnTo>
                  <a:pt x="234804" y="31450"/>
                </a:lnTo>
                <a:lnTo>
                  <a:pt x="233815" y="30870"/>
                </a:lnTo>
                <a:close/>
                <a:moveTo>
                  <a:pt x="251423" y="10526"/>
                </a:moveTo>
                <a:lnTo>
                  <a:pt x="252463" y="11371"/>
                </a:lnTo>
                <a:lnTo>
                  <a:pt x="250902" y="10948"/>
                </a:lnTo>
                <a:close/>
                <a:moveTo>
                  <a:pt x="94143" y="4694"/>
                </a:moveTo>
                <a:lnTo>
                  <a:pt x="95656" y="5361"/>
                </a:lnTo>
                <a:lnTo>
                  <a:pt x="93387" y="5028"/>
                </a:lnTo>
                <a:close/>
                <a:moveTo>
                  <a:pt x="171941" y="18713"/>
                </a:moveTo>
                <a:lnTo>
                  <a:pt x="173850" y="20133"/>
                </a:lnTo>
                <a:lnTo>
                  <a:pt x="170986" y="19423"/>
                </a:lnTo>
                <a:close/>
                <a:moveTo>
                  <a:pt x="216759" y="6201"/>
                </a:moveTo>
                <a:lnTo>
                  <a:pt x="218579" y="7663"/>
                </a:lnTo>
                <a:lnTo>
                  <a:pt x="215849" y="6932"/>
                </a:lnTo>
                <a:close/>
                <a:moveTo>
                  <a:pt x="74033" y="31"/>
                </a:moveTo>
                <a:lnTo>
                  <a:pt x="74566" y="1489"/>
                </a:lnTo>
                <a:lnTo>
                  <a:pt x="73766" y="760"/>
                </a:lnTo>
                <a:close/>
                <a:moveTo>
                  <a:pt x="244429" y="2690"/>
                </a:moveTo>
                <a:lnTo>
                  <a:pt x="245229" y="3593"/>
                </a:lnTo>
                <a:lnTo>
                  <a:pt x="244029" y="3141"/>
                </a:lnTo>
                <a:close/>
                <a:moveTo>
                  <a:pt x="17670" y="25642"/>
                </a:moveTo>
                <a:lnTo>
                  <a:pt x="19607" y="27205"/>
                </a:lnTo>
                <a:lnTo>
                  <a:pt x="16701" y="26423"/>
                </a:lnTo>
                <a:close/>
                <a:moveTo>
                  <a:pt x="45489" y="36414"/>
                </a:moveTo>
                <a:lnTo>
                  <a:pt x="47292" y="36948"/>
                </a:lnTo>
                <a:lnTo>
                  <a:pt x="44587" y="36681"/>
                </a:lnTo>
                <a:close/>
                <a:moveTo>
                  <a:pt x="215512" y="37217"/>
                </a:moveTo>
                <a:lnTo>
                  <a:pt x="217488" y="38643"/>
                </a:lnTo>
                <a:lnTo>
                  <a:pt x="214523" y="37930"/>
                </a:lnTo>
                <a:close/>
                <a:moveTo>
                  <a:pt x="206293" y="21377"/>
                </a:moveTo>
                <a:lnTo>
                  <a:pt x="206659" y="22695"/>
                </a:lnTo>
                <a:lnTo>
                  <a:pt x="206110" y="22036"/>
                </a:lnTo>
                <a:close/>
                <a:moveTo>
                  <a:pt x="126359" y="5928"/>
                </a:moveTo>
                <a:lnTo>
                  <a:pt x="126956" y="7555"/>
                </a:lnTo>
                <a:lnTo>
                  <a:pt x="126061" y="6741"/>
                </a:lnTo>
                <a:close/>
                <a:moveTo>
                  <a:pt x="228329" y="2040"/>
                </a:moveTo>
                <a:lnTo>
                  <a:pt x="228714" y="3387"/>
                </a:lnTo>
                <a:lnTo>
                  <a:pt x="228137" y="2713"/>
                </a:lnTo>
                <a:close/>
                <a:moveTo>
                  <a:pt x="73954" y="34788"/>
                </a:moveTo>
                <a:lnTo>
                  <a:pt x="75159" y="36157"/>
                </a:lnTo>
                <a:lnTo>
                  <a:pt x="73351" y="35473"/>
                </a:lnTo>
                <a:close/>
                <a:moveTo>
                  <a:pt x="12226" y="31056"/>
                </a:moveTo>
                <a:lnTo>
                  <a:pt x="12945" y="32000"/>
                </a:lnTo>
                <a:lnTo>
                  <a:pt x="11866" y="31528"/>
                </a:lnTo>
                <a:close/>
                <a:moveTo>
                  <a:pt x="122933" y="12987"/>
                </a:moveTo>
                <a:lnTo>
                  <a:pt x="123733" y="13958"/>
                </a:lnTo>
                <a:lnTo>
                  <a:pt x="122533" y="13473"/>
                </a:lnTo>
                <a:close/>
                <a:moveTo>
                  <a:pt x="13471" y="6291"/>
                </a:moveTo>
                <a:lnTo>
                  <a:pt x="14062" y="7872"/>
                </a:lnTo>
                <a:lnTo>
                  <a:pt x="13176" y="7082"/>
                </a:lnTo>
                <a:close/>
                <a:moveTo>
                  <a:pt x="79048" y="39351"/>
                </a:moveTo>
                <a:lnTo>
                  <a:pt x="81064" y="39898"/>
                </a:lnTo>
                <a:lnTo>
                  <a:pt x="78041" y="39625"/>
                </a:lnTo>
                <a:close/>
                <a:moveTo>
                  <a:pt x="216161" y="39469"/>
                </a:moveTo>
                <a:lnTo>
                  <a:pt x="217330" y="40494"/>
                </a:lnTo>
                <a:lnTo>
                  <a:pt x="215577" y="39981"/>
                </a:lnTo>
                <a:close/>
                <a:moveTo>
                  <a:pt x="170374" y="19609"/>
                </a:moveTo>
                <a:lnTo>
                  <a:pt x="171210" y="21008"/>
                </a:lnTo>
                <a:lnTo>
                  <a:pt x="169956" y="20309"/>
                </a:lnTo>
                <a:close/>
                <a:moveTo>
                  <a:pt x="55853" y="15368"/>
                </a:moveTo>
                <a:lnTo>
                  <a:pt x="56245" y="16154"/>
                </a:lnTo>
                <a:lnTo>
                  <a:pt x="55657" y="15761"/>
                </a:lnTo>
                <a:close/>
                <a:moveTo>
                  <a:pt x="203622" y="5515"/>
                </a:moveTo>
                <a:lnTo>
                  <a:pt x="204323" y="6409"/>
                </a:lnTo>
                <a:lnTo>
                  <a:pt x="203272" y="5962"/>
                </a:lnTo>
                <a:close/>
                <a:moveTo>
                  <a:pt x="75455" y="257"/>
                </a:moveTo>
                <a:lnTo>
                  <a:pt x="75905" y="858"/>
                </a:lnTo>
                <a:lnTo>
                  <a:pt x="75230" y="558"/>
                </a:lnTo>
                <a:close/>
                <a:moveTo>
                  <a:pt x="200256" y="31051"/>
                </a:moveTo>
                <a:lnTo>
                  <a:pt x="202097" y="32394"/>
                </a:lnTo>
                <a:lnTo>
                  <a:pt x="199335" y="31723"/>
                </a:lnTo>
                <a:close/>
                <a:moveTo>
                  <a:pt x="252006" y="10311"/>
                </a:moveTo>
                <a:lnTo>
                  <a:pt x="253665" y="11285"/>
                </a:lnTo>
                <a:lnTo>
                  <a:pt x="251176" y="10798"/>
                </a:lnTo>
                <a:close/>
                <a:moveTo>
                  <a:pt x="242525" y="17705"/>
                </a:moveTo>
                <a:lnTo>
                  <a:pt x="244214" y="19168"/>
                </a:lnTo>
                <a:lnTo>
                  <a:pt x="241680" y="18437"/>
                </a:lnTo>
                <a:close/>
                <a:moveTo>
                  <a:pt x="243365" y="30592"/>
                </a:moveTo>
                <a:lnTo>
                  <a:pt x="244321" y="31866"/>
                </a:lnTo>
                <a:lnTo>
                  <a:pt x="242887" y="31229"/>
                </a:lnTo>
                <a:close/>
                <a:moveTo>
                  <a:pt x="201226" y="37578"/>
                </a:moveTo>
                <a:lnTo>
                  <a:pt x="202033" y="38973"/>
                </a:lnTo>
                <a:lnTo>
                  <a:pt x="200823" y="38276"/>
                </a:lnTo>
                <a:close/>
                <a:moveTo>
                  <a:pt x="182256" y="6324"/>
                </a:moveTo>
                <a:lnTo>
                  <a:pt x="182826" y="7467"/>
                </a:lnTo>
                <a:lnTo>
                  <a:pt x="181971" y="6896"/>
                </a:lnTo>
                <a:close/>
                <a:moveTo>
                  <a:pt x="151315" y="13140"/>
                </a:moveTo>
                <a:lnTo>
                  <a:pt x="152808" y="13662"/>
                </a:lnTo>
                <a:lnTo>
                  <a:pt x="150568" y="13401"/>
                </a:lnTo>
                <a:close/>
                <a:moveTo>
                  <a:pt x="144750" y="21377"/>
                </a:moveTo>
                <a:lnTo>
                  <a:pt x="146638" y="22757"/>
                </a:lnTo>
                <a:lnTo>
                  <a:pt x="143806" y="22067"/>
                </a:lnTo>
                <a:close/>
                <a:moveTo>
                  <a:pt x="20513" y="22260"/>
                </a:moveTo>
                <a:lnTo>
                  <a:pt x="21098" y="23349"/>
                </a:lnTo>
                <a:lnTo>
                  <a:pt x="20221" y="22804"/>
                </a:lnTo>
                <a:close/>
                <a:moveTo>
                  <a:pt x="171437" y="28162"/>
                </a:moveTo>
                <a:lnTo>
                  <a:pt x="171804" y="29260"/>
                </a:lnTo>
                <a:lnTo>
                  <a:pt x="171253" y="28711"/>
                </a:lnTo>
                <a:close/>
                <a:moveTo>
                  <a:pt x="44498" y="20263"/>
                </a:moveTo>
                <a:lnTo>
                  <a:pt x="45760" y="21295"/>
                </a:lnTo>
                <a:lnTo>
                  <a:pt x="43867" y="20779"/>
                </a:lnTo>
                <a:close/>
                <a:moveTo>
                  <a:pt x="192901" y="11910"/>
                </a:moveTo>
                <a:lnTo>
                  <a:pt x="194133" y="12579"/>
                </a:lnTo>
                <a:lnTo>
                  <a:pt x="192285" y="12244"/>
                </a:lnTo>
                <a:close/>
                <a:moveTo>
                  <a:pt x="50332" y="25270"/>
                </a:moveTo>
                <a:lnTo>
                  <a:pt x="50975" y="26770"/>
                </a:lnTo>
                <a:lnTo>
                  <a:pt x="50010" y="26020"/>
                </a:lnTo>
                <a:close/>
                <a:moveTo>
                  <a:pt x="94854" y="4529"/>
                </a:moveTo>
                <a:lnTo>
                  <a:pt x="96660" y="4861"/>
                </a:lnTo>
                <a:lnTo>
                  <a:pt x="93951" y="4695"/>
                </a:lnTo>
                <a:close/>
                <a:moveTo>
                  <a:pt x="74879" y="26193"/>
                </a:moveTo>
                <a:lnTo>
                  <a:pt x="75258" y="27545"/>
                </a:lnTo>
                <a:lnTo>
                  <a:pt x="74689" y="26869"/>
                </a:lnTo>
                <a:close/>
                <a:moveTo>
                  <a:pt x="142167" y="39037"/>
                </a:moveTo>
                <a:lnTo>
                  <a:pt x="143095" y="40581"/>
                </a:lnTo>
                <a:lnTo>
                  <a:pt x="141703" y="39809"/>
                </a:lnTo>
                <a:close/>
                <a:moveTo>
                  <a:pt x="247554" y="19959"/>
                </a:moveTo>
                <a:lnTo>
                  <a:pt x="248045" y="20771"/>
                </a:lnTo>
                <a:lnTo>
                  <a:pt x="247308" y="20365"/>
                </a:lnTo>
                <a:close/>
                <a:moveTo>
                  <a:pt x="205538" y="0"/>
                </a:moveTo>
                <a:lnTo>
                  <a:pt x="207060" y="1081"/>
                </a:lnTo>
                <a:lnTo>
                  <a:pt x="204777" y="541"/>
                </a:lnTo>
                <a:close/>
                <a:moveTo>
                  <a:pt x="186989" y="14804"/>
                </a:moveTo>
                <a:lnTo>
                  <a:pt x="189071" y="15275"/>
                </a:lnTo>
                <a:lnTo>
                  <a:pt x="185949" y="15039"/>
                </a:lnTo>
                <a:close/>
                <a:moveTo>
                  <a:pt x="105441" y="12236"/>
                </a:moveTo>
                <a:lnTo>
                  <a:pt x="106826" y="12862"/>
                </a:lnTo>
                <a:lnTo>
                  <a:pt x="104749" y="12549"/>
                </a:lnTo>
                <a:close/>
                <a:moveTo>
                  <a:pt x="98000" y="17973"/>
                </a:moveTo>
                <a:lnTo>
                  <a:pt x="100057" y="18315"/>
                </a:lnTo>
                <a:lnTo>
                  <a:pt x="96971" y="18144"/>
                </a:lnTo>
                <a:close/>
                <a:moveTo>
                  <a:pt x="71961" y="5906"/>
                </a:moveTo>
                <a:lnTo>
                  <a:pt x="73634" y="7363"/>
                </a:lnTo>
                <a:lnTo>
                  <a:pt x="71125" y="6634"/>
                </a:lnTo>
                <a:close/>
                <a:moveTo>
                  <a:pt x="4579" y="31317"/>
                </a:moveTo>
                <a:lnTo>
                  <a:pt x="6559" y="32311"/>
                </a:lnTo>
                <a:lnTo>
                  <a:pt x="3589" y="31814"/>
                </a:lnTo>
                <a:close/>
                <a:moveTo>
                  <a:pt x="150544" y="31701"/>
                </a:moveTo>
                <a:lnTo>
                  <a:pt x="152609" y="32339"/>
                </a:lnTo>
                <a:lnTo>
                  <a:pt x="149511" y="32020"/>
                </a:lnTo>
                <a:close/>
                <a:moveTo>
                  <a:pt x="178885" y="3157"/>
                </a:moveTo>
                <a:lnTo>
                  <a:pt x="179909" y="4823"/>
                </a:lnTo>
                <a:lnTo>
                  <a:pt x="178373" y="3990"/>
                </a:lnTo>
                <a:close/>
                <a:moveTo>
                  <a:pt x="158718" y="21340"/>
                </a:moveTo>
                <a:lnTo>
                  <a:pt x="159893" y="22325"/>
                </a:lnTo>
                <a:lnTo>
                  <a:pt x="158131" y="21832"/>
                </a:lnTo>
                <a:close/>
                <a:moveTo>
                  <a:pt x="8294" y="22430"/>
                </a:moveTo>
                <a:lnTo>
                  <a:pt x="10385" y="22908"/>
                </a:lnTo>
                <a:lnTo>
                  <a:pt x="7248" y="22669"/>
                </a:lnTo>
                <a:close/>
                <a:moveTo>
                  <a:pt x="9199" y="24987"/>
                </a:moveTo>
                <a:lnTo>
                  <a:pt x="11071" y="25931"/>
                </a:lnTo>
                <a:lnTo>
                  <a:pt x="8264" y="25459"/>
                </a:lnTo>
                <a:close/>
                <a:moveTo>
                  <a:pt x="21593" y="25785"/>
                </a:moveTo>
                <a:lnTo>
                  <a:pt x="23158" y="26433"/>
                </a:lnTo>
                <a:lnTo>
                  <a:pt x="20810" y="26109"/>
                </a:lnTo>
                <a:close/>
                <a:moveTo>
                  <a:pt x="205546" y="21712"/>
                </a:moveTo>
                <a:lnTo>
                  <a:pt x="207351" y="22365"/>
                </a:lnTo>
                <a:lnTo>
                  <a:pt x="204644" y="22038"/>
                </a:lnTo>
                <a:close/>
                <a:moveTo>
                  <a:pt x="91755" y="26506"/>
                </a:moveTo>
                <a:lnTo>
                  <a:pt x="93341" y="28077"/>
                </a:lnTo>
                <a:lnTo>
                  <a:pt x="90962" y="27292"/>
                </a:lnTo>
                <a:close/>
                <a:moveTo>
                  <a:pt x="238174" y="28814"/>
                </a:moveTo>
                <a:lnTo>
                  <a:pt x="238542" y="29812"/>
                </a:lnTo>
                <a:lnTo>
                  <a:pt x="237990" y="29313"/>
                </a:lnTo>
                <a:close/>
                <a:moveTo>
                  <a:pt x="168356" y="31173"/>
                </a:moveTo>
                <a:lnTo>
                  <a:pt x="169287" y="31564"/>
                </a:lnTo>
                <a:lnTo>
                  <a:pt x="167890" y="31368"/>
                </a:lnTo>
                <a:close/>
                <a:moveTo>
                  <a:pt x="146757" y="7715"/>
                </a:moveTo>
                <a:lnTo>
                  <a:pt x="148063" y="8360"/>
                </a:lnTo>
                <a:lnTo>
                  <a:pt x="146105" y="8038"/>
                </a:lnTo>
                <a:close/>
                <a:moveTo>
                  <a:pt x="221884" y="1203"/>
                </a:moveTo>
                <a:lnTo>
                  <a:pt x="223267" y="2821"/>
                </a:lnTo>
                <a:lnTo>
                  <a:pt x="221193" y="2012"/>
                </a:lnTo>
                <a:close/>
                <a:moveTo>
                  <a:pt x="162397" y="5816"/>
                </a:moveTo>
                <a:lnTo>
                  <a:pt x="163761" y="7355"/>
                </a:lnTo>
                <a:lnTo>
                  <a:pt x="161716" y="6585"/>
                </a:lnTo>
                <a:close/>
                <a:moveTo>
                  <a:pt x="159565" y="36244"/>
                </a:moveTo>
                <a:lnTo>
                  <a:pt x="161424" y="37118"/>
                </a:lnTo>
                <a:lnTo>
                  <a:pt x="158636" y="36681"/>
                </a:lnTo>
                <a:close/>
                <a:moveTo>
                  <a:pt x="31623" y="27640"/>
                </a:moveTo>
                <a:lnTo>
                  <a:pt x="32863" y="29167"/>
                </a:lnTo>
                <a:lnTo>
                  <a:pt x="31004" y="28403"/>
                </a:lnTo>
                <a:close/>
                <a:moveTo>
                  <a:pt x="112575" y="28751"/>
                </a:moveTo>
                <a:lnTo>
                  <a:pt x="113191" y="30185"/>
                </a:lnTo>
                <a:lnTo>
                  <a:pt x="112266" y="29468"/>
                </a:lnTo>
                <a:close/>
                <a:moveTo>
                  <a:pt x="218538" y="32400"/>
                </a:moveTo>
                <a:lnTo>
                  <a:pt x="220322" y="33707"/>
                </a:lnTo>
                <a:lnTo>
                  <a:pt x="217646" y="33053"/>
                </a:lnTo>
                <a:close/>
                <a:moveTo>
                  <a:pt x="43486" y="13173"/>
                </a:moveTo>
                <a:lnTo>
                  <a:pt x="44355" y="13911"/>
                </a:lnTo>
                <a:lnTo>
                  <a:pt x="43051" y="13542"/>
                </a:lnTo>
                <a:close/>
                <a:moveTo>
                  <a:pt x="147796" y="14506"/>
                </a:moveTo>
                <a:lnTo>
                  <a:pt x="149364" y="16143"/>
                </a:lnTo>
                <a:lnTo>
                  <a:pt x="147012" y="15325"/>
                </a:lnTo>
                <a:close/>
                <a:moveTo>
                  <a:pt x="250776" y="149"/>
                </a:moveTo>
                <a:lnTo>
                  <a:pt x="252254" y="1318"/>
                </a:lnTo>
                <a:lnTo>
                  <a:pt x="250037" y="734"/>
                </a:lnTo>
                <a:close/>
                <a:moveTo>
                  <a:pt x="109400" y="29391"/>
                </a:moveTo>
                <a:lnTo>
                  <a:pt x="111378" y="30059"/>
                </a:lnTo>
                <a:lnTo>
                  <a:pt x="108411" y="29725"/>
                </a:lnTo>
                <a:close/>
                <a:moveTo>
                  <a:pt x="160681" y="6322"/>
                </a:moveTo>
                <a:lnTo>
                  <a:pt x="161846" y="7154"/>
                </a:lnTo>
                <a:lnTo>
                  <a:pt x="160099" y="6738"/>
                </a:lnTo>
                <a:close/>
                <a:moveTo>
                  <a:pt x="207106" y="36413"/>
                </a:moveTo>
                <a:lnTo>
                  <a:pt x="209066" y="37497"/>
                </a:lnTo>
                <a:lnTo>
                  <a:pt x="206126" y="36955"/>
                </a:lnTo>
                <a:close/>
                <a:moveTo>
                  <a:pt x="179428" y="26024"/>
                </a:moveTo>
                <a:lnTo>
                  <a:pt x="180779" y="26528"/>
                </a:lnTo>
                <a:lnTo>
                  <a:pt x="178752" y="26276"/>
                </a:lnTo>
                <a:close/>
                <a:moveTo>
                  <a:pt x="68296" y="38252"/>
                </a:moveTo>
                <a:lnTo>
                  <a:pt x="69747" y="38725"/>
                </a:lnTo>
                <a:lnTo>
                  <a:pt x="67571" y="38489"/>
                </a:lnTo>
                <a:close/>
                <a:moveTo>
                  <a:pt x="90150" y="5343"/>
                </a:moveTo>
                <a:lnTo>
                  <a:pt x="90732" y="6214"/>
                </a:lnTo>
                <a:lnTo>
                  <a:pt x="89859" y="5779"/>
                </a:lnTo>
                <a:close/>
                <a:moveTo>
                  <a:pt x="74020" y="746"/>
                </a:moveTo>
                <a:lnTo>
                  <a:pt x="75287" y="2440"/>
                </a:lnTo>
                <a:lnTo>
                  <a:pt x="73387" y="1593"/>
                </a:lnTo>
                <a:close/>
                <a:moveTo>
                  <a:pt x="117038" y="15992"/>
                </a:moveTo>
                <a:lnTo>
                  <a:pt x="118094" y="16692"/>
                </a:lnTo>
                <a:lnTo>
                  <a:pt x="116510" y="16342"/>
                </a:lnTo>
                <a:close/>
                <a:moveTo>
                  <a:pt x="82893" y="7772"/>
                </a:moveTo>
                <a:lnTo>
                  <a:pt x="84037" y="9445"/>
                </a:lnTo>
                <a:lnTo>
                  <a:pt x="82321" y="8608"/>
                </a:lnTo>
                <a:close/>
                <a:moveTo>
                  <a:pt x="92638" y="35197"/>
                </a:moveTo>
                <a:lnTo>
                  <a:pt x="93911" y="36452"/>
                </a:lnTo>
                <a:lnTo>
                  <a:pt x="92001" y="35824"/>
                </a:lnTo>
                <a:close/>
                <a:moveTo>
                  <a:pt x="121915" y="15678"/>
                </a:moveTo>
                <a:lnTo>
                  <a:pt x="123903" y="16864"/>
                </a:lnTo>
                <a:lnTo>
                  <a:pt x="120921" y="16271"/>
                </a:lnTo>
                <a:close/>
                <a:moveTo>
                  <a:pt x="48448" y="12266"/>
                </a:moveTo>
                <a:lnTo>
                  <a:pt x="49525" y="13415"/>
                </a:lnTo>
                <a:lnTo>
                  <a:pt x="47909" y="12840"/>
                </a:lnTo>
                <a:close/>
                <a:moveTo>
                  <a:pt x="95519" y="10617"/>
                </a:moveTo>
                <a:lnTo>
                  <a:pt x="96432" y="12407"/>
                </a:lnTo>
                <a:lnTo>
                  <a:pt x="95063" y="11512"/>
                </a:lnTo>
                <a:close/>
                <a:moveTo>
                  <a:pt x="186812" y="34549"/>
                </a:moveTo>
                <a:lnTo>
                  <a:pt x="188818" y="35061"/>
                </a:lnTo>
                <a:lnTo>
                  <a:pt x="185809" y="34805"/>
                </a:lnTo>
                <a:close/>
                <a:moveTo>
                  <a:pt x="135571" y="28952"/>
                </a:moveTo>
                <a:lnTo>
                  <a:pt x="136822" y="30047"/>
                </a:lnTo>
                <a:lnTo>
                  <a:pt x="134946" y="29500"/>
                </a:lnTo>
                <a:close/>
                <a:moveTo>
                  <a:pt x="159887" y="25303"/>
                </a:moveTo>
                <a:lnTo>
                  <a:pt x="160562" y="25684"/>
                </a:lnTo>
                <a:lnTo>
                  <a:pt x="159549" y="25494"/>
                </a:lnTo>
                <a:close/>
                <a:moveTo>
                  <a:pt x="69154" y="1405"/>
                </a:moveTo>
                <a:lnTo>
                  <a:pt x="70077" y="1764"/>
                </a:lnTo>
                <a:lnTo>
                  <a:pt x="68693" y="1584"/>
                </a:lnTo>
                <a:close/>
                <a:moveTo>
                  <a:pt x="26923" y="26266"/>
                </a:moveTo>
                <a:lnTo>
                  <a:pt x="27634" y="27637"/>
                </a:lnTo>
                <a:lnTo>
                  <a:pt x="26567" y="26951"/>
                </a:lnTo>
                <a:close/>
                <a:moveTo>
                  <a:pt x="106108" y="33436"/>
                </a:moveTo>
                <a:lnTo>
                  <a:pt x="107490" y="35044"/>
                </a:lnTo>
                <a:lnTo>
                  <a:pt x="105417" y="34240"/>
                </a:lnTo>
                <a:close/>
                <a:moveTo>
                  <a:pt x="107570" y="16738"/>
                </a:moveTo>
                <a:lnTo>
                  <a:pt x="109637" y="18065"/>
                </a:lnTo>
                <a:lnTo>
                  <a:pt x="106536" y="17401"/>
                </a:lnTo>
                <a:close/>
                <a:moveTo>
                  <a:pt x="108393" y="34855"/>
                </a:moveTo>
                <a:lnTo>
                  <a:pt x="110091" y="36122"/>
                </a:lnTo>
                <a:lnTo>
                  <a:pt x="107544" y="35489"/>
                </a:lnTo>
                <a:close/>
                <a:moveTo>
                  <a:pt x="7399" y="35548"/>
                </a:moveTo>
                <a:lnTo>
                  <a:pt x="7947" y="35873"/>
                </a:lnTo>
                <a:lnTo>
                  <a:pt x="7125" y="35711"/>
                </a:lnTo>
                <a:close/>
                <a:moveTo>
                  <a:pt x="85876" y="7752"/>
                </a:moveTo>
                <a:lnTo>
                  <a:pt x="86672" y="8780"/>
                </a:lnTo>
                <a:lnTo>
                  <a:pt x="85478" y="8266"/>
                </a:lnTo>
                <a:close/>
                <a:moveTo>
                  <a:pt x="127340" y="27199"/>
                </a:moveTo>
                <a:lnTo>
                  <a:pt x="129291" y="28541"/>
                </a:lnTo>
                <a:lnTo>
                  <a:pt x="126364" y="27870"/>
                </a:lnTo>
                <a:close/>
                <a:moveTo>
                  <a:pt x="218756" y="17220"/>
                </a:moveTo>
                <a:lnTo>
                  <a:pt x="219380" y="18586"/>
                </a:lnTo>
                <a:lnTo>
                  <a:pt x="218444" y="17903"/>
                </a:lnTo>
                <a:close/>
                <a:moveTo>
                  <a:pt x="251271" y="6771"/>
                </a:moveTo>
                <a:lnTo>
                  <a:pt x="252757" y="7651"/>
                </a:lnTo>
                <a:lnTo>
                  <a:pt x="250528" y="7211"/>
                </a:lnTo>
                <a:close/>
                <a:moveTo>
                  <a:pt x="248233" y="1304"/>
                </a:moveTo>
                <a:lnTo>
                  <a:pt x="249468" y="2142"/>
                </a:lnTo>
                <a:lnTo>
                  <a:pt x="247616" y="1723"/>
                </a:lnTo>
                <a:close/>
                <a:moveTo>
                  <a:pt x="93521" y="29727"/>
                </a:moveTo>
                <a:lnTo>
                  <a:pt x="93872" y="30440"/>
                </a:lnTo>
                <a:lnTo>
                  <a:pt x="93346" y="30083"/>
                </a:lnTo>
                <a:close/>
                <a:moveTo>
                  <a:pt x="244177" y="18385"/>
                </a:moveTo>
                <a:lnTo>
                  <a:pt x="244552" y="19612"/>
                </a:lnTo>
                <a:lnTo>
                  <a:pt x="243989" y="18999"/>
                </a:lnTo>
                <a:close/>
                <a:moveTo>
                  <a:pt x="165996" y="37137"/>
                </a:moveTo>
                <a:lnTo>
                  <a:pt x="167983" y="38860"/>
                </a:lnTo>
                <a:lnTo>
                  <a:pt x="165003" y="37998"/>
                </a:lnTo>
                <a:close/>
                <a:moveTo>
                  <a:pt x="67182" y="12711"/>
                </a:moveTo>
                <a:lnTo>
                  <a:pt x="68821" y="13530"/>
                </a:lnTo>
                <a:lnTo>
                  <a:pt x="66363" y="13121"/>
                </a:lnTo>
                <a:close/>
                <a:moveTo>
                  <a:pt x="95147" y="1577"/>
                </a:moveTo>
                <a:lnTo>
                  <a:pt x="95864" y="2077"/>
                </a:lnTo>
                <a:lnTo>
                  <a:pt x="94788" y="1827"/>
                </a:lnTo>
                <a:close/>
                <a:moveTo>
                  <a:pt x="94376" y="28026"/>
                </a:moveTo>
                <a:lnTo>
                  <a:pt x="95085" y="28758"/>
                </a:lnTo>
                <a:lnTo>
                  <a:pt x="94022" y="28392"/>
                </a:lnTo>
                <a:close/>
                <a:moveTo>
                  <a:pt x="21260" y="16281"/>
                </a:moveTo>
                <a:lnTo>
                  <a:pt x="22698" y="17482"/>
                </a:lnTo>
                <a:lnTo>
                  <a:pt x="20542" y="16881"/>
                </a:lnTo>
                <a:close/>
                <a:moveTo>
                  <a:pt x="163391" y="21455"/>
                </a:moveTo>
                <a:lnTo>
                  <a:pt x="165029" y="22956"/>
                </a:lnTo>
                <a:lnTo>
                  <a:pt x="162573" y="22205"/>
                </a:lnTo>
                <a:close/>
                <a:moveTo>
                  <a:pt x="212139" y="23"/>
                </a:moveTo>
                <a:lnTo>
                  <a:pt x="214210" y="1043"/>
                </a:lnTo>
                <a:lnTo>
                  <a:pt x="211103" y="533"/>
                </a:lnTo>
                <a:close/>
                <a:moveTo>
                  <a:pt x="250671" y="30487"/>
                </a:moveTo>
                <a:lnTo>
                  <a:pt x="251876" y="30855"/>
                </a:lnTo>
                <a:lnTo>
                  <a:pt x="250069" y="30671"/>
                </a:lnTo>
                <a:close/>
                <a:moveTo>
                  <a:pt x="24934" y="31046"/>
                </a:moveTo>
                <a:lnTo>
                  <a:pt x="25297" y="31422"/>
                </a:lnTo>
                <a:lnTo>
                  <a:pt x="24753" y="31234"/>
                </a:lnTo>
                <a:close/>
                <a:moveTo>
                  <a:pt x="176507" y="24281"/>
                </a:moveTo>
                <a:lnTo>
                  <a:pt x="178108" y="24683"/>
                </a:lnTo>
                <a:lnTo>
                  <a:pt x="175706" y="24482"/>
                </a:lnTo>
                <a:close/>
                <a:moveTo>
                  <a:pt x="241980" y="29957"/>
                </a:moveTo>
                <a:lnTo>
                  <a:pt x="242352" y="31112"/>
                </a:lnTo>
                <a:lnTo>
                  <a:pt x="241794" y="30535"/>
                </a:lnTo>
                <a:close/>
                <a:moveTo>
                  <a:pt x="82723" y="9301"/>
                </a:moveTo>
                <a:lnTo>
                  <a:pt x="84209" y="11075"/>
                </a:lnTo>
                <a:lnTo>
                  <a:pt x="81980" y="10188"/>
                </a:lnTo>
                <a:close/>
                <a:moveTo>
                  <a:pt x="8404" y="32187"/>
                </a:moveTo>
                <a:lnTo>
                  <a:pt x="10479" y="32617"/>
                </a:lnTo>
                <a:lnTo>
                  <a:pt x="7367" y="32402"/>
                </a:lnTo>
                <a:close/>
                <a:moveTo>
                  <a:pt x="226586" y="570"/>
                </a:moveTo>
                <a:lnTo>
                  <a:pt x="227531" y="906"/>
                </a:lnTo>
                <a:lnTo>
                  <a:pt x="226113" y="738"/>
                </a:lnTo>
                <a:close/>
                <a:moveTo>
                  <a:pt x="45231" y="6870"/>
                </a:moveTo>
                <a:lnTo>
                  <a:pt x="46620" y="7823"/>
                </a:lnTo>
                <a:lnTo>
                  <a:pt x="44537" y="7346"/>
                </a:lnTo>
                <a:close/>
                <a:moveTo>
                  <a:pt x="244311" y="30204"/>
                </a:moveTo>
                <a:lnTo>
                  <a:pt x="244800" y="30610"/>
                </a:lnTo>
                <a:lnTo>
                  <a:pt x="244067" y="30407"/>
                </a:lnTo>
                <a:close/>
                <a:moveTo>
                  <a:pt x="70758" y="32594"/>
                </a:moveTo>
                <a:lnTo>
                  <a:pt x="72592" y="34151"/>
                </a:lnTo>
                <a:lnTo>
                  <a:pt x="69842" y="33373"/>
                </a:lnTo>
                <a:close/>
                <a:moveTo>
                  <a:pt x="218697" y="29238"/>
                </a:moveTo>
                <a:lnTo>
                  <a:pt x="220081" y="30800"/>
                </a:lnTo>
                <a:lnTo>
                  <a:pt x="218004" y="30019"/>
                </a:lnTo>
                <a:close/>
                <a:moveTo>
                  <a:pt x="207936" y="32700"/>
                </a:moveTo>
                <a:lnTo>
                  <a:pt x="209913" y="33797"/>
                </a:lnTo>
                <a:lnTo>
                  <a:pt x="206948" y="33248"/>
                </a:lnTo>
                <a:close/>
                <a:moveTo>
                  <a:pt x="22336" y="24977"/>
                </a:moveTo>
                <a:lnTo>
                  <a:pt x="23982" y="26701"/>
                </a:lnTo>
                <a:lnTo>
                  <a:pt x="21513" y="25839"/>
                </a:lnTo>
                <a:close/>
                <a:moveTo>
                  <a:pt x="188716" y="35822"/>
                </a:moveTo>
                <a:lnTo>
                  <a:pt x="190755" y="36614"/>
                </a:lnTo>
                <a:lnTo>
                  <a:pt x="187697" y="36218"/>
                </a:lnTo>
                <a:close/>
                <a:moveTo>
                  <a:pt x="233818" y="22767"/>
                </a:moveTo>
                <a:lnTo>
                  <a:pt x="234970" y="23734"/>
                </a:lnTo>
                <a:lnTo>
                  <a:pt x="233242" y="23250"/>
                </a:lnTo>
                <a:close/>
                <a:moveTo>
                  <a:pt x="125583" y="16568"/>
                </a:moveTo>
                <a:lnTo>
                  <a:pt x="127269" y="17252"/>
                </a:lnTo>
                <a:lnTo>
                  <a:pt x="124740" y="16910"/>
                </a:lnTo>
                <a:close/>
                <a:moveTo>
                  <a:pt x="110334" y="25990"/>
                </a:moveTo>
                <a:lnTo>
                  <a:pt x="112479" y="27386"/>
                </a:lnTo>
                <a:lnTo>
                  <a:pt x="109261" y="26688"/>
                </a:lnTo>
                <a:close/>
                <a:moveTo>
                  <a:pt x="140352" y="14988"/>
                </a:moveTo>
                <a:lnTo>
                  <a:pt x="141923" y="16674"/>
                </a:lnTo>
                <a:lnTo>
                  <a:pt x="139566" y="15831"/>
                </a:lnTo>
                <a:close/>
                <a:moveTo>
                  <a:pt x="4910" y="15456"/>
                </a:moveTo>
                <a:lnTo>
                  <a:pt x="5785" y="16919"/>
                </a:lnTo>
                <a:lnTo>
                  <a:pt x="4473" y="16188"/>
                </a:lnTo>
                <a:close/>
                <a:moveTo>
                  <a:pt x="168551" y="108"/>
                </a:moveTo>
                <a:lnTo>
                  <a:pt x="170560" y="1021"/>
                </a:lnTo>
                <a:lnTo>
                  <a:pt x="167546" y="565"/>
                </a:lnTo>
                <a:close/>
                <a:moveTo>
                  <a:pt x="35424" y="3949"/>
                </a:moveTo>
                <a:lnTo>
                  <a:pt x="35906" y="4621"/>
                </a:lnTo>
                <a:lnTo>
                  <a:pt x="35183" y="4285"/>
                </a:lnTo>
                <a:close/>
                <a:moveTo>
                  <a:pt x="21160" y="28196"/>
                </a:moveTo>
                <a:lnTo>
                  <a:pt x="21765" y="29145"/>
                </a:lnTo>
                <a:lnTo>
                  <a:pt x="20858" y="28671"/>
                </a:lnTo>
                <a:close/>
                <a:moveTo>
                  <a:pt x="166167" y="17653"/>
                </a:moveTo>
                <a:lnTo>
                  <a:pt x="167056" y="18633"/>
                </a:lnTo>
                <a:lnTo>
                  <a:pt x="165722" y="18143"/>
                </a:lnTo>
                <a:close/>
                <a:moveTo>
                  <a:pt x="116420" y="23141"/>
                </a:moveTo>
                <a:lnTo>
                  <a:pt x="117861" y="23915"/>
                </a:lnTo>
                <a:lnTo>
                  <a:pt x="115699" y="23528"/>
                </a:lnTo>
                <a:close/>
                <a:moveTo>
                  <a:pt x="172039" y="34162"/>
                </a:moveTo>
                <a:lnTo>
                  <a:pt x="174177" y="35390"/>
                </a:lnTo>
                <a:lnTo>
                  <a:pt x="170969" y="34776"/>
                </a:lnTo>
                <a:close/>
                <a:moveTo>
                  <a:pt x="74603" y="18"/>
                </a:moveTo>
                <a:lnTo>
                  <a:pt x="75748" y="1803"/>
                </a:lnTo>
                <a:lnTo>
                  <a:pt x="74031" y="910"/>
                </a:lnTo>
                <a:close/>
                <a:moveTo>
                  <a:pt x="249863" y="28356"/>
                </a:moveTo>
                <a:lnTo>
                  <a:pt x="250572" y="28960"/>
                </a:lnTo>
                <a:lnTo>
                  <a:pt x="249509" y="28658"/>
                </a:lnTo>
                <a:close/>
                <a:moveTo>
                  <a:pt x="39500" y="17319"/>
                </a:moveTo>
                <a:lnTo>
                  <a:pt x="41611" y="17931"/>
                </a:lnTo>
                <a:lnTo>
                  <a:pt x="38445" y="17625"/>
                </a:lnTo>
                <a:close/>
                <a:moveTo>
                  <a:pt x="206197" y="21947"/>
                </a:moveTo>
                <a:lnTo>
                  <a:pt x="207041" y="22928"/>
                </a:lnTo>
                <a:lnTo>
                  <a:pt x="205775" y="22438"/>
                </a:lnTo>
                <a:close/>
                <a:moveTo>
                  <a:pt x="14010" y="25371"/>
                </a:moveTo>
                <a:lnTo>
                  <a:pt x="16032" y="26157"/>
                </a:lnTo>
                <a:lnTo>
                  <a:pt x="12998" y="25764"/>
                </a:lnTo>
                <a:close/>
                <a:moveTo>
                  <a:pt x="244811" y="11552"/>
                </a:moveTo>
                <a:lnTo>
                  <a:pt x="245816" y="12894"/>
                </a:lnTo>
                <a:lnTo>
                  <a:pt x="244309" y="12223"/>
                </a:lnTo>
                <a:close/>
                <a:moveTo>
                  <a:pt x="54422" y="1475"/>
                </a:moveTo>
                <a:lnTo>
                  <a:pt x="55696" y="2511"/>
                </a:lnTo>
                <a:lnTo>
                  <a:pt x="53785" y="1993"/>
                </a:lnTo>
                <a:close/>
                <a:moveTo>
                  <a:pt x="41360" y="6948"/>
                </a:moveTo>
                <a:lnTo>
                  <a:pt x="41919" y="7534"/>
                </a:lnTo>
                <a:lnTo>
                  <a:pt x="41080" y="7241"/>
                </a:lnTo>
                <a:close/>
                <a:moveTo>
                  <a:pt x="38308" y="26015"/>
                </a:moveTo>
                <a:lnTo>
                  <a:pt x="40306" y="27212"/>
                </a:lnTo>
                <a:lnTo>
                  <a:pt x="37309" y="26613"/>
                </a:lnTo>
                <a:close/>
                <a:moveTo>
                  <a:pt x="58052" y="22076"/>
                </a:moveTo>
                <a:lnTo>
                  <a:pt x="60168" y="22915"/>
                </a:lnTo>
                <a:lnTo>
                  <a:pt x="56994" y="22495"/>
                </a:lnTo>
                <a:close/>
                <a:moveTo>
                  <a:pt x="184265" y="210"/>
                </a:moveTo>
                <a:lnTo>
                  <a:pt x="186032" y="1799"/>
                </a:lnTo>
                <a:lnTo>
                  <a:pt x="183382" y="1004"/>
                </a:lnTo>
                <a:close/>
                <a:moveTo>
                  <a:pt x="137369" y="35824"/>
                </a:moveTo>
                <a:lnTo>
                  <a:pt x="138822" y="37297"/>
                </a:lnTo>
                <a:lnTo>
                  <a:pt x="136642" y="36560"/>
                </a:lnTo>
                <a:close/>
                <a:moveTo>
                  <a:pt x="123956" y="15309"/>
                </a:moveTo>
                <a:lnTo>
                  <a:pt x="124809" y="16451"/>
                </a:lnTo>
                <a:lnTo>
                  <a:pt x="123530" y="15880"/>
                </a:lnTo>
                <a:close/>
                <a:moveTo>
                  <a:pt x="194838" y="1390"/>
                </a:moveTo>
                <a:lnTo>
                  <a:pt x="196429" y="1741"/>
                </a:lnTo>
                <a:lnTo>
                  <a:pt x="194042" y="1565"/>
                </a:lnTo>
                <a:close/>
                <a:moveTo>
                  <a:pt x="162688" y="28620"/>
                </a:moveTo>
                <a:lnTo>
                  <a:pt x="164734" y="29899"/>
                </a:lnTo>
                <a:lnTo>
                  <a:pt x="161665" y="29259"/>
                </a:lnTo>
                <a:close/>
                <a:moveTo>
                  <a:pt x="164651" y="27301"/>
                </a:moveTo>
                <a:lnTo>
                  <a:pt x="166247" y="28641"/>
                </a:lnTo>
                <a:lnTo>
                  <a:pt x="163853" y="27971"/>
                </a:lnTo>
                <a:close/>
                <a:moveTo>
                  <a:pt x="172109" y="33890"/>
                </a:moveTo>
                <a:lnTo>
                  <a:pt x="173120" y="35619"/>
                </a:lnTo>
                <a:lnTo>
                  <a:pt x="171604" y="34754"/>
                </a:lnTo>
                <a:close/>
                <a:moveTo>
                  <a:pt x="49002" y="1774"/>
                </a:moveTo>
                <a:lnTo>
                  <a:pt x="49447" y="2896"/>
                </a:lnTo>
                <a:lnTo>
                  <a:pt x="48779" y="2335"/>
                </a:lnTo>
                <a:close/>
                <a:moveTo>
                  <a:pt x="216335" y="4919"/>
                </a:moveTo>
                <a:lnTo>
                  <a:pt x="218323" y="5968"/>
                </a:lnTo>
                <a:lnTo>
                  <a:pt x="215341" y="5443"/>
                </a:lnTo>
                <a:close/>
                <a:moveTo>
                  <a:pt x="167735" y="6591"/>
                </a:moveTo>
                <a:lnTo>
                  <a:pt x="169922" y="7586"/>
                </a:lnTo>
                <a:lnTo>
                  <a:pt x="166641" y="7089"/>
                </a:lnTo>
                <a:close/>
                <a:moveTo>
                  <a:pt x="60940" y="24911"/>
                </a:moveTo>
                <a:lnTo>
                  <a:pt x="61374" y="26186"/>
                </a:lnTo>
                <a:lnTo>
                  <a:pt x="60723" y="25549"/>
                </a:lnTo>
                <a:close/>
                <a:moveTo>
                  <a:pt x="211880" y="4958"/>
                </a:moveTo>
                <a:lnTo>
                  <a:pt x="212698" y="5669"/>
                </a:lnTo>
                <a:lnTo>
                  <a:pt x="211471" y="5314"/>
                </a:lnTo>
                <a:close/>
                <a:moveTo>
                  <a:pt x="49642" y="24807"/>
                </a:moveTo>
                <a:lnTo>
                  <a:pt x="51499" y="25793"/>
                </a:lnTo>
                <a:lnTo>
                  <a:pt x="48713" y="25300"/>
                </a:lnTo>
                <a:close/>
                <a:moveTo>
                  <a:pt x="175661" y="36283"/>
                </a:moveTo>
                <a:lnTo>
                  <a:pt x="177525" y="37153"/>
                </a:lnTo>
                <a:lnTo>
                  <a:pt x="174729" y="36718"/>
                </a:lnTo>
                <a:close/>
                <a:moveTo>
                  <a:pt x="225891" y="7476"/>
                </a:moveTo>
                <a:lnTo>
                  <a:pt x="227764" y="7904"/>
                </a:lnTo>
                <a:lnTo>
                  <a:pt x="224955" y="7690"/>
                </a:lnTo>
                <a:close/>
                <a:moveTo>
                  <a:pt x="81023" y="4127"/>
                </a:moveTo>
                <a:lnTo>
                  <a:pt x="82416" y="4594"/>
                </a:lnTo>
                <a:lnTo>
                  <a:pt x="80326" y="4361"/>
                </a:lnTo>
                <a:close/>
                <a:moveTo>
                  <a:pt x="153581" y="6665"/>
                </a:moveTo>
                <a:lnTo>
                  <a:pt x="155175" y="7708"/>
                </a:lnTo>
                <a:lnTo>
                  <a:pt x="152784" y="7186"/>
                </a:lnTo>
                <a:close/>
                <a:moveTo>
                  <a:pt x="79068" y="5609"/>
                </a:moveTo>
                <a:lnTo>
                  <a:pt x="80820" y="6198"/>
                </a:lnTo>
                <a:lnTo>
                  <a:pt x="78193" y="5904"/>
                </a:lnTo>
                <a:close/>
                <a:moveTo>
                  <a:pt x="84175" y="36746"/>
                </a:moveTo>
                <a:lnTo>
                  <a:pt x="86154" y="38129"/>
                </a:lnTo>
                <a:lnTo>
                  <a:pt x="83186" y="37438"/>
                </a:lnTo>
                <a:close/>
                <a:moveTo>
                  <a:pt x="161098" y="33711"/>
                </a:moveTo>
                <a:lnTo>
                  <a:pt x="162995" y="35258"/>
                </a:lnTo>
                <a:lnTo>
                  <a:pt x="160150" y="34484"/>
                </a:lnTo>
                <a:close/>
                <a:moveTo>
                  <a:pt x="190101" y="16611"/>
                </a:moveTo>
                <a:lnTo>
                  <a:pt x="191852" y="17502"/>
                </a:lnTo>
                <a:lnTo>
                  <a:pt x="189225" y="17057"/>
                </a:lnTo>
                <a:close/>
                <a:moveTo>
                  <a:pt x="142402" y="1016"/>
                </a:moveTo>
                <a:lnTo>
                  <a:pt x="143042" y="2327"/>
                </a:lnTo>
                <a:lnTo>
                  <a:pt x="142082" y="1672"/>
                </a:lnTo>
                <a:close/>
                <a:moveTo>
                  <a:pt x="21956" y="3954"/>
                </a:moveTo>
                <a:lnTo>
                  <a:pt x="23924" y="5599"/>
                </a:lnTo>
                <a:lnTo>
                  <a:pt x="20972" y="4777"/>
                </a:lnTo>
                <a:close/>
                <a:moveTo>
                  <a:pt x="245696" y="31558"/>
                </a:moveTo>
                <a:lnTo>
                  <a:pt x="246602" y="32767"/>
                </a:lnTo>
                <a:lnTo>
                  <a:pt x="245243" y="32162"/>
                </a:lnTo>
                <a:close/>
                <a:moveTo>
                  <a:pt x="130628" y="3303"/>
                </a:moveTo>
                <a:lnTo>
                  <a:pt x="131272" y="4523"/>
                </a:lnTo>
                <a:lnTo>
                  <a:pt x="130306" y="3913"/>
                </a:lnTo>
                <a:close/>
                <a:moveTo>
                  <a:pt x="107276" y="23006"/>
                </a:moveTo>
                <a:lnTo>
                  <a:pt x="109333" y="23414"/>
                </a:lnTo>
                <a:lnTo>
                  <a:pt x="106248" y="23210"/>
                </a:lnTo>
                <a:close/>
                <a:moveTo>
                  <a:pt x="40279" y="39102"/>
                </a:moveTo>
                <a:lnTo>
                  <a:pt x="40844" y="39955"/>
                </a:lnTo>
                <a:lnTo>
                  <a:pt x="39996" y="39529"/>
                </a:lnTo>
                <a:close/>
                <a:moveTo>
                  <a:pt x="139984" y="10629"/>
                </a:moveTo>
                <a:lnTo>
                  <a:pt x="141045" y="11177"/>
                </a:lnTo>
                <a:lnTo>
                  <a:pt x="139454" y="10903"/>
                </a:lnTo>
                <a:close/>
                <a:moveTo>
                  <a:pt x="204416" y="9021"/>
                </a:moveTo>
                <a:lnTo>
                  <a:pt x="206102" y="10010"/>
                </a:lnTo>
                <a:lnTo>
                  <a:pt x="203574" y="9516"/>
                </a:lnTo>
                <a:close/>
                <a:moveTo>
                  <a:pt x="127724" y="3189"/>
                </a:moveTo>
                <a:lnTo>
                  <a:pt x="129714" y="3511"/>
                </a:lnTo>
                <a:lnTo>
                  <a:pt x="126730" y="3350"/>
                </a:lnTo>
                <a:close/>
              </a:path>
            </a:pathLst>
          </a:custGeom>
          <a:solidFill>
            <a:srgbClr val="777777">
              <a:alpha val="20000"/>
            </a:srgbClr>
          </a:solidFill>
          <a:ln w="0" cap="rnd" cmpd="sng" algn="ctr">
            <a:solidFill>
              <a:srgbClr val="FFFFFF">
                <a:alpha val="0"/>
              </a:srgbClr>
            </a:solidFill>
            <a:round/>
            <a:headEnd type="none"/>
            <a:tailEnd type="none"/>
          </a:ln>
        </p:spPr>
      </p:sp>
      <p:sp>
        <p:nvSpPr>
          <p:cNvPr id="912" name="neuron-level models / 0898 paper texture"/>
          <p:cNvSpPr/>
          <p:nvPr/>
        </p:nvSpPr>
        <p:spPr>
          <a:xfrm>
            <a:off x="9530614" y="3081904"/>
            <a:ext cx="2313362" cy="376894"/>
          </a:xfrm>
          <a:custGeom>
            <a:avLst/>
            <a:gdLst/>
            <a:ahLst/>
            <a:cxnLst/>
            <a:rect l="0" t="0" r="r" b="b"/>
            <a:pathLst>
              <a:path w="252992" h="41218" fill="norm" stroke="1" extrusionOk="0">
                <a:moveTo>
                  <a:pt x="218107" y="694"/>
                </a:moveTo>
                <a:lnTo>
                  <a:pt x="219164" y="1661"/>
                </a:lnTo>
                <a:lnTo>
                  <a:pt x="217579" y="1177"/>
                </a:lnTo>
                <a:close/>
                <a:moveTo>
                  <a:pt x="153768" y="10576"/>
                </a:moveTo>
                <a:lnTo>
                  <a:pt x="155962" y="11393"/>
                </a:lnTo>
                <a:lnTo>
                  <a:pt x="152670" y="10985"/>
                </a:lnTo>
                <a:close/>
                <a:moveTo>
                  <a:pt x="55100" y="29385"/>
                </a:moveTo>
                <a:lnTo>
                  <a:pt x="56667" y="30596"/>
                </a:lnTo>
                <a:lnTo>
                  <a:pt x="54316" y="29991"/>
                </a:lnTo>
                <a:close/>
                <a:moveTo>
                  <a:pt x="240041" y="35268"/>
                </a:moveTo>
                <a:lnTo>
                  <a:pt x="240956" y="36913"/>
                </a:lnTo>
                <a:lnTo>
                  <a:pt x="239584" y="36091"/>
                </a:lnTo>
                <a:close/>
                <a:moveTo>
                  <a:pt x="224470" y="2192"/>
                </a:moveTo>
                <a:lnTo>
                  <a:pt x="225767" y="3794"/>
                </a:lnTo>
                <a:lnTo>
                  <a:pt x="223821" y="2993"/>
                </a:lnTo>
                <a:close/>
                <a:moveTo>
                  <a:pt x="101087" y="13405"/>
                </a:moveTo>
                <a:lnTo>
                  <a:pt x="102335" y="14971"/>
                </a:lnTo>
                <a:lnTo>
                  <a:pt x="100462" y="14188"/>
                </a:lnTo>
                <a:close/>
                <a:moveTo>
                  <a:pt x="2730" y="26254"/>
                </a:moveTo>
                <a:lnTo>
                  <a:pt x="4389" y="27988"/>
                </a:lnTo>
                <a:lnTo>
                  <a:pt x="1900" y="27121"/>
                </a:lnTo>
                <a:close/>
                <a:moveTo>
                  <a:pt x="162624" y="10641"/>
                </a:moveTo>
                <a:lnTo>
                  <a:pt x="164176" y="12037"/>
                </a:lnTo>
                <a:lnTo>
                  <a:pt x="161848" y="11339"/>
                </a:lnTo>
                <a:close/>
                <a:moveTo>
                  <a:pt x="32247" y="31202"/>
                </a:moveTo>
                <a:lnTo>
                  <a:pt x="33707" y="32388"/>
                </a:lnTo>
                <a:lnTo>
                  <a:pt x="31517" y="31795"/>
                </a:lnTo>
                <a:close/>
                <a:moveTo>
                  <a:pt x="163239" y="24667"/>
                </a:moveTo>
                <a:lnTo>
                  <a:pt x="163865" y="25189"/>
                </a:lnTo>
                <a:lnTo>
                  <a:pt x="162926" y="24928"/>
                </a:lnTo>
                <a:close/>
                <a:moveTo>
                  <a:pt x="377" y="12669"/>
                </a:moveTo>
                <a:lnTo>
                  <a:pt x="1131" y="13862"/>
                </a:lnTo>
                <a:lnTo>
                  <a:pt x="0" y="13266"/>
                </a:lnTo>
                <a:close/>
                <a:moveTo>
                  <a:pt x="24109" y="5167"/>
                </a:moveTo>
                <a:lnTo>
                  <a:pt x="25418" y="6647"/>
                </a:lnTo>
                <a:lnTo>
                  <a:pt x="23455" y="5907"/>
                </a:lnTo>
                <a:close/>
                <a:moveTo>
                  <a:pt x="121718" y="2244"/>
                </a:moveTo>
                <a:lnTo>
                  <a:pt x="123785" y="3383"/>
                </a:lnTo>
                <a:lnTo>
                  <a:pt x="120685" y="2813"/>
                </a:lnTo>
                <a:close/>
                <a:moveTo>
                  <a:pt x="230201" y="30008"/>
                </a:moveTo>
                <a:lnTo>
                  <a:pt x="232225" y="31539"/>
                </a:lnTo>
                <a:lnTo>
                  <a:pt x="229189" y="30774"/>
                </a:lnTo>
                <a:close/>
                <a:moveTo>
                  <a:pt x="188229" y="34590"/>
                </a:moveTo>
                <a:lnTo>
                  <a:pt x="189824" y="36350"/>
                </a:lnTo>
                <a:lnTo>
                  <a:pt x="187431" y="35470"/>
                </a:lnTo>
                <a:close/>
                <a:moveTo>
                  <a:pt x="230922" y="6596"/>
                </a:moveTo>
                <a:lnTo>
                  <a:pt x="232157" y="8314"/>
                </a:lnTo>
                <a:lnTo>
                  <a:pt x="230304" y="7455"/>
                </a:lnTo>
                <a:close/>
                <a:moveTo>
                  <a:pt x="170349" y="24709"/>
                </a:moveTo>
                <a:lnTo>
                  <a:pt x="171471" y="25133"/>
                </a:lnTo>
                <a:lnTo>
                  <a:pt x="169789" y="24921"/>
                </a:lnTo>
                <a:close/>
                <a:moveTo>
                  <a:pt x="106820" y="264"/>
                </a:moveTo>
                <a:lnTo>
                  <a:pt x="107477" y="1252"/>
                </a:lnTo>
                <a:lnTo>
                  <a:pt x="106491" y="758"/>
                </a:lnTo>
                <a:close/>
                <a:moveTo>
                  <a:pt x="111585" y="25305"/>
                </a:moveTo>
                <a:lnTo>
                  <a:pt x="113029" y="26750"/>
                </a:lnTo>
                <a:lnTo>
                  <a:pt x="110863" y="26028"/>
                </a:lnTo>
                <a:close/>
                <a:moveTo>
                  <a:pt x="142965" y="31730"/>
                </a:moveTo>
                <a:lnTo>
                  <a:pt x="143384" y="32725"/>
                </a:lnTo>
                <a:lnTo>
                  <a:pt x="142756" y="32227"/>
                </a:lnTo>
                <a:close/>
                <a:moveTo>
                  <a:pt x="236607" y="29751"/>
                </a:moveTo>
                <a:lnTo>
                  <a:pt x="238497" y="31506"/>
                </a:lnTo>
                <a:lnTo>
                  <a:pt x="235662" y="30629"/>
                </a:lnTo>
                <a:close/>
                <a:moveTo>
                  <a:pt x="39998" y="19610"/>
                </a:moveTo>
                <a:lnTo>
                  <a:pt x="41985" y="20392"/>
                </a:lnTo>
                <a:lnTo>
                  <a:pt x="39005" y="20001"/>
                </a:lnTo>
                <a:close/>
                <a:moveTo>
                  <a:pt x="129923" y="7467"/>
                </a:moveTo>
                <a:lnTo>
                  <a:pt x="130407" y="9131"/>
                </a:lnTo>
                <a:lnTo>
                  <a:pt x="129681" y="8299"/>
                </a:lnTo>
                <a:close/>
                <a:moveTo>
                  <a:pt x="185383" y="31096"/>
                </a:moveTo>
                <a:lnTo>
                  <a:pt x="187389" y="32231"/>
                </a:lnTo>
                <a:lnTo>
                  <a:pt x="184381" y="31663"/>
                </a:lnTo>
                <a:close/>
                <a:moveTo>
                  <a:pt x="211736" y="31106"/>
                </a:moveTo>
                <a:lnTo>
                  <a:pt x="212931" y="32108"/>
                </a:lnTo>
                <a:lnTo>
                  <a:pt x="211139" y="31607"/>
                </a:lnTo>
                <a:close/>
                <a:moveTo>
                  <a:pt x="51175" y="17555"/>
                </a:moveTo>
                <a:lnTo>
                  <a:pt x="53086" y="17904"/>
                </a:lnTo>
                <a:lnTo>
                  <a:pt x="50220" y="17730"/>
                </a:lnTo>
                <a:close/>
                <a:moveTo>
                  <a:pt x="238399" y="8079"/>
                </a:moveTo>
                <a:lnTo>
                  <a:pt x="239683" y="8825"/>
                </a:lnTo>
                <a:lnTo>
                  <a:pt x="237757" y="8452"/>
                </a:lnTo>
                <a:close/>
                <a:moveTo>
                  <a:pt x="8689" y="24737"/>
                </a:moveTo>
                <a:lnTo>
                  <a:pt x="9373" y="25646"/>
                </a:lnTo>
                <a:lnTo>
                  <a:pt x="8347" y="25191"/>
                </a:lnTo>
                <a:close/>
                <a:moveTo>
                  <a:pt x="209744" y="18018"/>
                </a:moveTo>
                <a:lnTo>
                  <a:pt x="210731" y="18521"/>
                </a:lnTo>
                <a:lnTo>
                  <a:pt x="209250" y="18269"/>
                </a:lnTo>
                <a:close/>
                <a:moveTo>
                  <a:pt x="4174" y="32345"/>
                </a:moveTo>
                <a:lnTo>
                  <a:pt x="5422" y="33102"/>
                </a:lnTo>
                <a:lnTo>
                  <a:pt x="3550" y="32724"/>
                </a:lnTo>
                <a:close/>
                <a:moveTo>
                  <a:pt x="190807" y="21065"/>
                </a:moveTo>
                <a:lnTo>
                  <a:pt x="191580" y="22808"/>
                </a:lnTo>
                <a:lnTo>
                  <a:pt x="190420" y="21937"/>
                </a:lnTo>
                <a:close/>
                <a:moveTo>
                  <a:pt x="103012" y="13244"/>
                </a:moveTo>
                <a:lnTo>
                  <a:pt x="105176" y="14171"/>
                </a:lnTo>
                <a:lnTo>
                  <a:pt x="101930" y="13707"/>
                </a:lnTo>
                <a:close/>
                <a:moveTo>
                  <a:pt x="117383" y="33261"/>
                </a:moveTo>
                <a:lnTo>
                  <a:pt x="118932" y="33936"/>
                </a:lnTo>
                <a:lnTo>
                  <a:pt x="116609" y="33599"/>
                </a:lnTo>
                <a:close/>
                <a:moveTo>
                  <a:pt x="12130" y="2544"/>
                </a:moveTo>
                <a:lnTo>
                  <a:pt x="12748" y="3958"/>
                </a:lnTo>
                <a:lnTo>
                  <a:pt x="11820" y="3251"/>
                </a:lnTo>
                <a:close/>
                <a:moveTo>
                  <a:pt x="94109" y="21221"/>
                </a:moveTo>
                <a:lnTo>
                  <a:pt x="94989" y="21583"/>
                </a:lnTo>
                <a:lnTo>
                  <a:pt x="93669" y="21402"/>
                </a:lnTo>
                <a:close/>
                <a:moveTo>
                  <a:pt x="248088" y="26559"/>
                </a:moveTo>
                <a:lnTo>
                  <a:pt x="249711" y="27804"/>
                </a:lnTo>
                <a:lnTo>
                  <a:pt x="247276" y="27182"/>
                </a:lnTo>
                <a:close/>
                <a:moveTo>
                  <a:pt x="12250" y="32887"/>
                </a:moveTo>
                <a:lnTo>
                  <a:pt x="14211" y="33534"/>
                </a:lnTo>
                <a:lnTo>
                  <a:pt x="11270" y="33210"/>
                </a:lnTo>
                <a:close/>
                <a:moveTo>
                  <a:pt x="216000" y="38520"/>
                </a:moveTo>
                <a:lnTo>
                  <a:pt x="216669" y="40187"/>
                </a:lnTo>
                <a:lnTo>
                  <a:pt x="215666" y="39353"/>
                </a:lnTo>
                <a:close/>
                <a:moveTo>
                  <a:pt x="10951" y="29930"/>
                </a:moveTo>
                <a:lnTo>
                  <a:pt x="13108" y="30442"/>
                </a:lnTo>
                <a:lnTo>
                  <a:pt x="9873" y="30186"/>
                </a:lnTo>
                <a:close/>
                <a:moveTo>
                  <a:pt x="112272" y="746"/>
                </a:moveTo>
                <a:lnTo>
                  <a:pt x="113609" y="1128"/>
                </a:lnTo>
                <a:lnTo>
                  <a:pt x="111603" y="937"/>
                </a:lnTo>
                <a:close/>
                <a:moveTo>
                  <a:pt x="123687" y="7482"/>
                </a:moveTo>
                <a:lnTo>
                  <a:pt x="124389" y="8785"/>
                </a:lnTo>
                <a:lnTo>
                  <a:pt x="123336" y="8133"/>
                </a:lnTo>
                <a:close/>
                <a:moveTo>
                  <a:pt x="59804" y="6086"/>
                </a:moveTo>
                <a:lnTo>
                  <a:pt x="60686" y="6953"/>
                </a:lnTo>
                <a:lnTo>
                  <a:pt x="59364" y="6520"/>
                </a:lnTo>
                <a:close/>
                <a:moveTo>
                  <a:pt x="169706" y="23205"/>
                </a:moveTo>
                <a:lnTo>
                  <a:pt x="171128" y="24546"/>
                </a:lnTo>
                <a:lnTo>
                  <a:pt x="168996" y="23875"/>
                </a:lnTo>
                <a:close/>
                <a:moveTo>
                  <a:pt x="68060" y="27171"/>
                </a:moveTo>
                <a:lnTo>
                  <a:pt x="68527" y="27612"/>
                </a:lnTo>
                <a:lnTo>
                  <a:pt x="67827" y="27392"/>
                </a:lnTo>
                <a:close/>
                <a:moveTo>
                  <a:pt x="142384" y="25935"/>
                </a:moveTo>
                <a:lnTo>
                  <a:pt x="143246" y="27710"/>
                </a:lnTo>
                <a:lnTo>
                  <a:pt x="141952" y="26823"/>
                </a:lnTo>
                <a:close/>
                <a:moveTo>
                  <a:pt x="28546" y="32433"/>
                </a:moveTo>
                <a:lnTo>
                  <a:pt x="29903" y="33626"/>
                </a:lnTo>
                <a:lnTo>
                  <a:pt x="27868" y="33029"/>
                </a:lnTo>
                <a:close/>
                <a:moveTo>
                  <a:pt x="107114" y="2433"/>
                </a:moveTo>
                <a:lnTo>
                  <a:pt x="108278" y="3755"/>
                </a:lnTo>
                <a:lnTo>
                  <a:pt x="106533" y="3094"/>
                </a:lnTo>
                <a:close/>
                <a:moveTo>
                  <a:pt x="186800" y="32698"/>
                </a:moveTo>
                <a:lnTo>
                  <a:pt x="187708" y="33767"/>
                </a:lnTo>
                <a:lnTo>
                  <a:pt x="186346" y="33233"/>
                </a:lnTo>
                <a:close/>
                <a:moveTo>
                  <a:pt x="29770" y="17274"/>
                </a:moveTo>
                <a:lnTo>
                  <a:pt x="30897" y="18764"/>
                </a:lnTo>
                <a:lnTo>
                  <a:pt x="29207" y="18019"/>
                </a:lnTo>
                <a:close/>
                <a:moveTo>
                  <a:pt x="23355" y="1935"/>
                </a:moveTo>
                <a:lnTo>
                  <a:pt x="24860" y="3423"/>
                </a:lnTo>
                <a:lnTo>
                  <a:pt x="22603" y="2679"/>
                </a:lnTo>
                <a:close/>
                <a:moveTo>
                  <a:pt x="18068" y="27353"/>
                </a:moveTo>
                <a:lnTo>
                  <a:pt x="18696" y="28934"/>
                </a:lnTo>
                <a:lnTo>
                  <a:pt x="17754" y="28144"/>
                </a:lnTo>
                <a:close/>
                <a:moveTo>
                  <a:pt x="160233" y="8111"/>
                </a:moveTo>
                <a:lnTo>
                  <a:pt x="161282" y="9666"/>
                </a:lnTo>
                <a:lnTo>
                  <a:pt x="159709" y="8889"/>
                </a:lnTo>
                <a:close/>
                <a:moveTo>
                  <a:pt x="239099" y="1391"/>
                </a:moveTo>
                <a:lnTo>
                  <a:pt x="240248" y="1865"/>
                </a:lnTo>
                <a:lnTo>
                  <a:pt x="238524" y="1628"/>
                </a:lnTo>
                <a:close/>
                <a:moveTo>
                  <a:pt x="242710" y="37931"/>
                </a:moveTo>
                <a:lnTo>
                  <a:pt x="243836" y="39505"/>
                </a:lnTo>
                <a:lnTo>
                  <a:pt x="242147" y="38718"/>
                </a:lnTo>
                <a:close/>
                <a:moveTo>
                  <a:pt x="63386" y="33687"/>
                </a:moveTo>
                <a:lnTo>
                  <a:pt x="64074" y="34448"/>
                </a:lnTo>
                <a:lnTo>
                  <a:pt x="63043" y="34068"/>
                </a:lnTo>
                <a:close/>
                <a:moveTo>
                  <a:pt x="133017" y="29681"/>
                </a:moveTo>
                <a:lnTo>
                  <a:pt x="134242" y="30142"/>
                </a:lnTo>
                <a:lnTo>
                  <a:pt x="132405" y="29911"/>
                </a:lnTo>
                <a:close/>
                <a:moveTo>
                  <a:pt x="8083" y="6300"/>
                </a:moveTo>
                <a:lnTo>
                  <a:pt x="8956" y="7576"/>
                </a:lnTo>
                <a:lnTo>
                  <a:pt x="7646" y="6938"/>
                </a:lnTo>
                <a:close/>
                <a:moveTo>
                  <a:pt x="47016" y="36371"/>
                </a:moveTo>
                <a:lnTo>
                  <a:pt x="48566" y="37136"/>
                </a:lnTo>
                <a:lnTo>
                  <a:pt x="46241" y="36753"/>
                </a:lnTo>
                <a:close/>
                <a:moveTo>
                  <a:pt x="144192" y="33781"/>
                </a:moveTo>
                <a:lnTo>
                  <a:pt x="145018" y="35079"/>
                </a:lnTo>
                <a:lnTo>
                  <a:pt x="143779" y="34430"/>
                </a:lnTo>
                <a:close/>
                <a:moveTo>
                  <a:pt x="161116" y="33003"/>
                </a:moveTo>
                <a:lnTo>
                  <a:pt x="162690" y="33395"/>
                </a:lnTo>
                <a:lnTo>
                  <a:pt x="160329" y="33199"/>
                </a:lnTo>
                <a:close/>
                <a:moveTo>
                  <a:pt x="217452" y="8484"/>
                </a:moveTo>
                <a:lnTo>
                  <a:pt x="218931" y="8963"/>
                </a:lnTo>
                <a:lnTo>
                  <a:pt x="216712" y="8724"/>
                </a:lnTo>
                <a:close/>
                <a:moveTo>
                  <a:pt x="198353" y="32995"/>
                </a:moveTo>
                <a:lnTo>
                  <a:pt x="200195" y="34344"/>
                </a:lnTo>
                <a:lnTo>
                  <a:pt x="197432" y="33669"/>
                </a:lnTo>
                <a:close/>
                <a:moveTo>
                  <a:pt x="229753" y="21271"/>
                </a:moveTo>
                <a:lnTo>
                  <a:pt x="231684" y="21992"/>
                </a:lnTo>
                <a:lnTo>
                  <a:pt x="228788" y="21631"/>
                </a:lnTo>
                <a:close/>
                <a:moveTo>
                  <a:pt x="33975" y="9234"/>
                </a:moveTo>
                <a:lnTo>
                  <a:pt x="35066" y="10701"/>
                </a:lnTo>
                <a:lnTo>
                  <a:pt x="33429" y="9968"/>
                </a:lnTo>
                <a:close/>
                <a:moveTo>
                  <a:pt x="194408" y="12065"/>
                </a:moveTo>
                <a:lnTo>
                  <a:pt x="196186" y="13711"/>
                </a:lnTo>
                <a:lnTo>
                  <a:pt x="193518" y="12888"/>
                </a:lnTo>
                <a:close/>
                <a:moveTo>
                  <a:pt x="98817" y="27527"/>
                </a:moveTo>
                <a:lnTo>
                  <a:pt x="99708" y="28416"/>
                </a:lnTo>
                <a:lnTo>
                  <a:pt x="98371" y="27971"/>
                </a:lnTo>
                <a:close/>
                <a:moveTo>
                  <a:pt x="51740" y="12734"/>
                </a:moveTo>
                <a:lnTo>
                  <a:pt x="52237" y="13619"/>
                </a:lnTo>
                <a:lnTo>
                  <a:pt x="51491" y="13177"/>
                </a:lnTo>
                <a:close/>
                <a:moveTo>
                  <a:pt x="200448" y="7328"/>
                </a:moveTo>
                <a:lnTo>
                  <a:pt x="201194" y="8984"/>
                </a:lnTo>
                <a:lnTo>
                  <a:pt x="200075" y="8156"/>
                </a:lnTo>
                <a:close/>
                <a:moveTo>
                  <a:pt x="87505" y="9810"/>
                </a:moveTo>
                <a:lnTo>
                  <a:pt x="88165" y="10163"/>
                </a:lnTo>
                <a:lnTo>
                  <a:pt x="87175" y="9986"/>
                </a:lnTo>
                <a:close/>
                <a:moveTo>
                  <a:pt x="220563" y="28992"/>
                </a:moveTo>
                <a:lnTo>
                  <a:pt x="222697" y="30616"/>
                </a:lnTo>
                <a:lnTo>
                  <a:pt x="219495" y="29804"/>
                </a:lnTo>
                <a:close/>
                <a:moveTo>
                  <a:pt x="157084" y="37855"/>
                </a:moveTo>
                <a:lnTo>
                  <a:pt x="157899" y="39244"/>
                </a:lnTo>
                <a:lnTo>
                  <a:pt x="156677" y="38550"/>
                </a:lnTo>
                <a:close/>
                <a:moveTo>
                  <a:pt x="204247" y="6039"/>
                </a:moveTo>
                <a:lnTo>
                  <a:pt x="206302" y="7799"/>
                </a:lnTo>
                <a:lnTo>
                  <a:pt x="203219" y="6919"/>
                </a:lnTo>
                <a:close/>
                <a:moveTo>
                  <a:pt x="54419" y="6600"/>
                </a:moveTo>
                <a:lnTo>
                  <a:pt x="54967" y="7185"/>
                </a:lnTo>
                <a:lnTo>
                  <a:pt x="54145" y="6892"/>
                </a:lnTo>
                <a:close/>
                <a:moveTo>
                  <a:pt x="85828" y="31955"/>
                </a:moveTo>
                <a:lnTo>
                  <a:pt x="86587" y="32598"/>
                </a:lnTo>
                <a:lnTo>
                  <a:pt x="85449" y="32276"/>
                </a:lnTo>
                <a:close/>
                <a:moveTo>
                  <a:pt x="171219" y="32276"/>
                </a:moveTo>
                <a:lnTo>
                  <a:pt x="171577" y="33759"/>
                </a:lnTo>
                <a:lnTo>
                  <a:pt x="171040" y="33017"/>
                </a:lnTo>
                <a:close/>
                <a:moveTo>
                  <a:pt x="170797" y="12457"/>
                </a:moveTo>
                <a:lnTo>
                  <a:pt x="172014" y="12843"/>
                </a:lnTo>
                <a:lnTo>
                  <a:pt x="170189" y="12650"/>
                </a:lnTo>
                <a:close/>
                <a:moveTo>
                  <a:pt x="110418" y="61"/>
                </a:moveTo>
                <a:lnTo>
                  <a:pt x="112153" y="1137"/>
                </a:lnTo>
                <a:lnTo>
                  <a:pt x="109551" y="599"/>
                </a:lnTo>
                <a:close/>
                <a:moveTo>
                  <a:pt x="43613" y="8450"/>
                </a:moveTo>
                <a:lnTo>
                  <a:pt x="45045" y="9186"/>
                </a:lnTo>
                <a:lnTo>
                  <a:pt x="42896" y="8818"/>
                </a:lnTo>
                <a:close/>
                <a:moveTo>
                  <a:pt x="191692" y="23422"/>
                </a:moveTo>
                <a:lnTo>
                  <a:pt x="193465" y="23898"/>
                </a:lnTo>
                <a:lnTo>
                  <a:pt x="190805" y="23660"/>
                </a:lnTo>
                <a:close/>
                <a:moveTo>
                  <a:pt x="51266" y="37666"/>
                </a:moveTo>
                <a:lnTo>
                  <a:pt x="52950" y="38604"/>
                </a:lnTo>
                <a:lnTo>
                  <a:pt x="50424" y="38135"/>
                </a:lnTo>
                <a:close/>
                <a:moveTo>
                  <a:pt x="251523" y="2270"/>
                </a:moveTo>
                <a:lnTo>
                  <a:pt x="252992" y="2764"/>
                </a:lnTo>
                <a:lnTo>
                  <a:pt x="250788" y="2517"/>
                </a:lnTo>
                <a:close/>
                <a:moveTo>
                  <a:pt x="77530" y="8240"/>
                </a:moveTo>
                <a:lnTo>
                  <a:pt x="78604" y="8620"/>
                </a:lnTo>
                <a:lnTo>
                  <a:pt x="76992" y="8430"/>
                </a:lnTo>
                <a:close/>
                <a:moveTo>
                  <a:pt x="44824" y="27099"/>
                </a:moveTo>
                <a:lnTo>
                  <a:pt x="45488" y="28136"/>
                </a:lnTo>
                <a:lnTo>
                  <a:pt x="44493" y="27617"/>
                </a:lnTo>
                <a:close/>
                <a:moveTo>
                  <a:pt x="245192" y="31151"/>
                </a:moveTo>
                <a:lnTo>
                  <a:pt x="245725" y="32553"/>
                </a:lnTo>
                <a:lnTo>
                  <a:pt x="244925" y="31852"/>
                </a:lnTo>
                <a:close/>
                <a:moveTo>
                  <a:pt x="146338" y="21563"/>
                </a:moveTo>
                <a:lnTo>
                  <a:pt x="148165" y="23299"/>
                </a:lnTo>
                <a:lnTo>
                  <a:pt x="145425" y="22431"/>
                </a:lnTo>
                <a:close/>
                <a:moveTo>
                  <a:pt x="90940" y="32876"/>
                </a:moveTo>
                <a:lnTo>
                  <a:pt x="91666" y="34006"/>
                </a:lnTo>
                <a:lnTo>
                  <a:pt x="90576" y="33441"/>
                </a:lnTo>
                <a:close/>
                <a:moveTo>
                  <a:pt x="222649" y="31371"/>
                </a:moveTo>
                <a:lnTo>
                  <a:pt x="223640" y="33002"/>
                </a:lnTo>
                <a:lnTo>
                  <a:pt x="222153" y="32187"/>
                </a:lnTo>
                <a:close/>
                <a:moveTo>
                  <a:pt x="146432" y="35618"/>
                </a:moveTo>
                <a:lnTo>
                  <a:pt x="148267" y="36591"/>
                </a:lnTo>
                <a:lnTo>
                  <a:pt x="145515" y="36105"/>
                </a:lnTo>
                <a:close/>
                <a:moveTo>
                  <a:pt x="88597" y="5239"/>
                </a:moveTo>
                <a:lnTo>
                  <a:pt x="90587" y="5730"/>
                </a:lnTo>
                <a:lnTo>
                  <a:pt x="87601" y="5485"/>
                </a:lnTo>
                <a:close/>
                <a:moveTo>
                  <a:pt x="20324" y="12142"/>
                </a:moveTo>
                <a:lnTo>
                  <a:pt x="20926" y="12791"/>
                </a:lnTo>
                <a:lnTo>
                  <a:pt x="20022" y="12466"/>
                </a:lnTo>
                <a:close/>
                <a:moveTo>
                  <a:pt x="175105" y="12909"/>
                </a:moveTo>
                <a:lnTo>
                  <a:pt x="177038" y="13787"/>
                </a:lnTo>
                <a:lnTo>
                  <a:pt x="174139" y="13348"/>
                </a:lnTo>
                <a:close/>
                <a:moveTo>
                  <a:pt x="218336" y="33003"/>
                </a:moveTo>
                <a:lnTo>
                  <a:pt x="219172" y="34152"/>
                </a:lnTo>
                <a:lnTo>
                  <a:pt x="217919" y="33578"/>
                </a:lnTo>
                <a:close/>
                <a:moveTo>
                  <a:pt x="170380" y="6858"/>
                </a:moveTo>
                <a:lnTo>
                  <a:pt x="170797" y="8465"/>
                </a:lnTo>
                <a:lnTo>
                  <a:pt x="170171" y="7661"/>
                </a:lnTo>
                <a:close/>
                <a:moveTo>
                  <a:pt x="3285" y="7556"/>
                </a:moveTo>
                <a:lnTo>
                  <a:pt x="3879" y="9115"/>
                </a:lnTo>
                <a:lnTo>
                  <a:pt x="2989" y="8335"/>
                </a:lnTo>
                <a:close/>
                <a:moveTo>
                  <a:pt x="163740" y="20331"/>
                </a:moveTo>
                <a:lnTo>
                  <a:pt x="165015" y="22075"/>
                </a:lnTo>
                <a:lnTo>
                  <a:pt x="163102" y="21203"/>
                </a:lnTo>
                <a:close/>
                <a:moveTo>
                  <a:pt x="52433" y="33102"/>
                </a:moveTo>
                <a:lnTo>
                  <a:pt x="53324" y="33798"/>
                </a:lnTo>
                <a:lnTo>
                  <a:pt x="51988" y="33450"/>
                </a:lnTo>
                <a:close/>
                <a:moveTo>
                  <a:pt x="173614" y="16510"/>
                </a:moveTo>
                <a:lnTo>
                  <a:pt x="175035" y="17850"/>
                </a:lnTo>
                <a:lnTo>
                  <a:pt x="172903" y="17180"/>
                </a:lnTo>
                <a:close/>
                <a:moveTo>
                  <a:pt x="13360" y="15507"/>
                </a:moveTo>
                <a:lnTo>
                  <a:pt x="14457" y="17041"/>
                </a:lnTo>
                <a:lnTo>
                  <a:pt x="12811" y="16274"/>
                </a:lnTo>
                <a:close/>
                <a:moveTo>
                  <a:pt x="196483" y="17473"/>
                </a:moveTo>
                <a:lnTo>
                  <a:pt x="197565" y="18940"/>
                </a:lnTo>
                <a:lnTo>
                  <a:pt x="195942" y="18207"/>
                </a:lnTo>
                <a:close/>
                <a:moveTo>
                  <a:pt x="185239" y="1722"/>
                </a:moveTo>
                <a:lnTo>
                  <a:pt x="187088" y="3315"/>
                </a:lnTo>
                <a:lnTo>
                  <a:pt x="184314" y="2519"/>
                </a:lnTo>
                <a:close/>
                <a:moveTo>
                  <a:pt x="71375" y="26793"/>
                </a:moveTo>
                <a:lnTo>
                  <a:pt x="72611" y="27483"/>
                </a:lnTo>
                <a:lnTo>
                  <a:pt x="70756" y="27138"/>
                </a:lnTo>
                <a:close/>
                <a:moveTo>
                  <a:pt x="15803" y="21614"/>
                </a:moveTo>
                <a:lnTo>
                  <a:pt x="17505" y="22532"/>
                </a:lnTo>
                <a:lnTo>
                  <a:pt x="14952" y="22073"/>
                </a:lnTo>
                <a:close/>
                <a:moveTo>
                  <a:pt x="161434" y="7217"/>
                </a:moveTo>
                <a:lnTo>
                  <a:pt x="163320" y="8625"/>
                </a:lnTo>
                <a:lnTo>
                  <a:pt x="160491" y="7921"/>
                </a:lnTo>
                <a:close/>
                <a:moveTo>
                  <a:pt x="124560" y="4220"/>
                </a:moveTo>
                <a:lnTo>
                  <a:pt x="124913" y="5127"/>
                </a:lnTo>
                <a:lnTo>
                  <a:pt x="124383" y="4673"/>
                </a:lnTo>
                <a:close/>
                <a:moveTo>
                  <a:pt x="62164" y="1531"/>
                </a:moveTo>
                <a:lnTo>
                  <a:pt x="63099" y="3227"/>
                </a:lnTo>
                <a:lnTo>
                  <a:pt x="61697" y="2379"/>
                </a:lnTo>
                <a:close/>
                <a:moveTo>
                  <a:pt x="130277" y="27282"/>
                </a:moveTo>
                <a:lnTo>
                  <a:pt x="131423" y="28038"/>
                </a:lnTo>
                <a:lnTo>
                  <a:pt x="129704" y="27660"/>
                </a:lnTo>
                <a:close/>
                <a:moveTo>
                  <a:pt x="41168" y="22547"/>
                </a:moveTo>
                <a:lnTo>
                  <a:pt x="42797" y="23629"/>
                </a:lnTo>
                <a:lnTo>
                  <a:pt x="40353" y="23088"/>
                </a:lnTo>
                <a:close/>
                <a:moveTo>
                  <a:pt x="116593" y="23561"/>
                </a:moveTo>
                <a:lnTo>
                  <a:pt x="117318" y="25263"/>
                </a:lnTo>
                <a:lnTo>
                  <a:pt x="116231" y="24412"/>
                </a:lnTo>
                <a:close/>
                <a:moveTo>
                  <a:pt x="217329" y="6434"/>
                </a:moveTo>
                <a:lnTo>
                  <a:pt x="219269" y="7794"/>
                </a:lnTo>
                <a:lnTo>
                  <a:pt x="216359" y="7114"/>
                </a:lnTo>
                <a:close/>
                <a:moveTo>
                  <a:pt x="8331" y="30865"/>
                </a:moveTo>
                <a:lnTo>
                  <a:pt x="10187" y="31613"/>
                </a:lnTo>
                <a:lnTo>
                  <a:pt x="7403" y="31239"/>
                </a:lnTo>
                <a:close/>
                <a:moveTo>
                  <a:pt x="49590" y="19312"/>
                </a:moveTo>
                <a:lnTo>
                  <a:pt x="50011" y="19835"/>
                </a:lnTo>
                <a:lnTo>
                  <a:pt x="49380" y="19573"/>
                </a:lnTo>
                <a:close/>
                <a:moveTo>
                  <a:pt x="176865" y="15106"/>
                </a:moveTo>
                <a:lnTo>
                  <a:pt x="177953" y="16772"/>
                </a:lnTo>
                <a:lnTo>
                  <a:pt x="176321" y="15939"/>
                </a:lnTo>
                <a:close/>
                <a:moveTo>
                  <a:pt x="200789" y="11770"/>
                </a:moveTo>
                <a:lnTo>
                  <a:pt x="201233" y="12129"/>
                </a:lnTo>
                <a:lnTo>
                  <a:pt x="200567" y="11949"/>
                </a:lnTo>
                <a:close/>
                <a:moveTo>
                  <a:pt x="167075" y="22079"/>
                </a:moveTo>
                <a:lnTo>
                  <a:pt x="169253" y="23186"/>
                </a:lnTo>
                <a:lnTo>
                  <a:pt x="165986" y="22632"/>
                </a:lnTo>
                <a:close/>
                <a:moveTo>
                  <a:pt x="154042" y="31842"/>
                </a:moveTo>
                <a:lnTo>
                  <a:pt x="155338" y="32889"/>
                </a:lnTo>
                <a:lnTo>
                  <a:pt x="153394" y="32366"/>
                </a:lnTo>
                <a:close/>
                <a:moveTo>
                  <a:pt x="90264" y="19742"/>
                </a:moveTo>
                <a:lnTo>
                  <a:pt x="91917" y="20773"/>
                </a:lnTo>
                <a:lnTo>
                  <a:pt x="89438" y="20258"/>
                </a:lnTo>
                <a:close/>
                <a:moveTo>
                  <a:pt x="188136" y="15029"/>
                </a:moveTo>
                <a:lnTo>
                  <a:pt x="189636" y="15954"/>
                </a:lnTo>
                <a:lnTo>
                  <a:pt x="187386" y="15492"/>
                </a:lnTo>
                <a:close/>
                <a:moveTo>
                  <a:pt x="141409" y="30786"/>
                </a:moveTo>
                <a:lnTo>
                  <a:pt x="141964" y="31134"/>
                </a:lnTo>
                <a:lnTo>
                  <a:pt x="141132" y="30960"/>
                </a:lnTo>
                <a:close/>
                <a:moveTo>
                  <a:pt x="54667" y="9230"/>
                </a:moveTo>
                <a:lnTo>
                  <a:pt x="55286" y="10377"/>
                </a:lnTo>
                <a:lnTo>
                  <a:pt x="54358" y="9804"/>
                </a:lnTo>
                <a:close/>
                <a:moveTo>
                  <a:pt x="114129" y="18037"/>
                </a:moveTo>
                <a:lnTo>
                  <a:pt x="115903" y="18515"/>
                </a:lnTo>
                <a:lnTo>
                  <a:pt x="113243" y="18276"/>
                </a:lnTo>
                <a:close/>
                <a:moveTo>
                  <a:pt x="232307" y="31283"/>
                </a:moveTo>
                <a:lnTo>
                  <a:pt x="233129" y="32713"/>
                </a:lnTo>
                <a:lnTo>
                  <a:pt x="231896" y="31998"/>
                </a:lnTo>
                <a:close/>
                <a:moveTo>
                  <a:pt x="215518" y="20"/>
                </a:moveTo>
                <a:lnTo>
                  <a:pt x="216509" y="1387"/>
                </a:lnTo>
                <a:lnTo>
                  <a:pt x="215022" y="703"/>
                </a:lnTo>
                <a:close/>
                <a:moveTo>
                  <a:pt x="83916" y="6807"/>
                </a:moveTo>
                <a:lnTo>
                  <a:pt x="84794" y="7541"/>
                </a:lnTo>
                <a:lnTo>
                  <a:pt x="83476" y="7174"/>
                </a:lnTo>
                <a:close/>
                <a:moveTo>
                  <a:pt x="181368" y="20115"/>
                </a:moveTo>
                <a:lnTo>
                  <a:pt x="182362" y="21888"/>
                </a:lnTo>
                <a:lnTo>
                  <a:pt x="180871" y="21001"/>
                </a:lnTo>
                <a:close/>
                <a:moveTo>
                  <a:pt x="86002" y="21886"/>
                </a:moveTo>
                <a:lnTo>
                  <a:pt x="88022" y="23661"/>
                </a:lnTo>
                <a:lnTo>
                  <a:pt x="84992" y="22773"/>
                </a:lnTo>
                <a:close/>
                <a:moveTo>
                  <a:pt x="106172" y="15335"/>
                </a:moveTo>
                <a:lnTo>
                  <a:pt x="107659" y="16429"/>
                </a:lnTo>
                <a:lnTo>
                  <a:pt x="105428" y="15882"/>
                </a:lnTo>
                <a:close/>
                <a:moveTo>
                  <a:pt x="136803" y="21959"/>
                </a:moveTo>
                <a:lnTo>
                  <a:pt x="137510" y="22509"/>
                </a:lnTo>
                <a:lnTo>
                  <a:pt x="136450" y="22234"/>
                </a:lnTo>
                <a:close/>
                <a:moveTo>
                  <a:pt x="140544" y="9206"/>
                </a:moveTo>
                <a:lnTo>
                  <a:pt x="141750" y="9564"/>
                </a:lnTo>
                <a:lnTo>
                  <a:pt x="139941" y="9385"/>
                </a:lnTo>
                <a:close/>
                <a:moveTo>
                  <a:pt x="89951" y="6427"/>
                </a:moveTo>
                <a:lnTo>
                  <a:pt x="91205" y="8083"/>
                </a:lnTo>
                <a:lnTo>
                  <a:pt x="89324" y="7255"/>
                </a:lnTo>
                <a:close/>
                <a:moveTo>
                  <a:pt x="42673" y="8370"/>
                </a:moveTo>
                <a:lnTo>
                  <a:pt x="43642" y="9104"/>
                </a:lnTo>
                <a:lnTo>
                  <a:pt x="42188" y="8737"/>
                </a:lnTo>
                <a:close/>
                <a:moveTo>
                  <a:pt x="22783" y="3271"/>
                </a:moveTo>
                <a:lnTo>
                  <a:pt x="24387" y="4851"/>
                </a:lnTo>
                <a:lnTo>
                  <a:pt x="21981" y="4061"/>
                </a:lnTo>
                <a:close/>
                <a:moveTo>
                  <a:pt x="2128" y="30473"/>
                </a:moveTo>
                <a:lnTo>
                  <a:pt x="3952" y="31888"/>
                </a:lnTo>
                <a:lnTo>
                  <a:pt x="1216" y="31181"/>
                </a:lnTo>
                <a:close/>
                <a:moveTo>
                  <a:pt x="189749" y="3769"/>
                </a:moveTo>
                <a:lnTo>
                  <a:pt x="190646" y="5345"/>
                </a:lnTo>
                <a:lnTo>
                  <a:pt x="189300" y="4557"/>
                </a:lnTo>
                <a:close/>
                <a:moveTo>
                  <a:pt x="130177" y="31089"/>
                </a:moveTo>
                <a:lnTo>
                  <a:pt x="130999" y="32663"/>
                </a:lnTo>
                <a:lnTo>
                  <a:pt x="129766" y="31876"/>
                </a:lnTo>
                <a:close/>
                <a:moveTo>
                  <a:pt x="225124" y="6671"/>
                </a:moveTo>
                <a:lnTo>
                  <a:pt x="226830" y="8469"/>
                </a:lnTo>
                <a:lnTo>
                  <a:pt x="224270" y="7570"/>
                </a:lnTo>
                <a:close/>
                <a:moveTo>
                  <a:pt x="12206" y="9415"/>
                </a:moveTo>
                <a:lnTo>
                  <a:pt x="14232" y="10763"/>
                </a:lnTo>
                <a:lnTo>
                  <a:pt x="11192" y="10089"/>
                </a:lnTo>
                <a:close/>
                <a:moveTo>
                  <a:pt x="89919" y="6723"/>
                </a:moveTo>
                <a:lnTo>
                  <a:pt x="91935" y="7090"/>
                </a:lnTo>
                <a:lnTo>
                  <a:pt x="88910" y="6906"/>
                </a:lnTo>
                <a:close/>
                <a:moveTo>
                  <a:pt x="250769" y="1451"/>
                </a:moveTo>
                <a:lnTo>
                  <a:pt x="251734" y="2497"/>
                </a:lnTo>
                <a:lnTo>
                  <a:pt x="250287" y="1974"/>
                </a:lnTo>
                <a:close/>
                <a:moveTo>
                  <a:pt x="147658" y="32719"/>
                </a:moveTo>
                <a:lnTo>
                  <a:pt x="148774" y="34422"/>
                </a:lnTo>
                <a:lnTo>
                  <a:pt x="147100" y="33570"/>
                </a:lnTo>
                <a:close/>
                <a:moveTo>
                  <a:pt x="81369" y="14193"/>
                </a:moveTo>
                <a:lnTo>
                  <a:pt x="83553" y="14979"/>
                </a:lnTo>
                <a:lnTo>
                  <a:pt x="80277" y="14586"/>
                </a:lnTo>
                <a:close/>
                <a:moveTo>
                  <a:pt x="124420" y="2696"/>
                </a:moveTo>
                <a:lnTo>
                  <a:pt x="126249" y="3777"/>
                </a:lnTo>
                <a:lnTo>
                  <a:pt x="123505" y="3237"/>
                </a:lnTo>
                <a:close/>
                <a:moveTo>
                  <a:pt x="216572" y="26910"/>
                </a:moveTo>
                <a:lnTo>
                  <a:pt x="217690" y="27285"/>
                </a:lnTo>
                <a:lnTo>
                  <a:pt x="216013" y="27097"/>
                </a:lnTo>
                <a:close/>
                <a:moveTo>
                  <a:pt x="87745" y="19414"/>
                </a:moveTo>
                <a:lnTo>
                  <a:pt x="88801" y="20390"/>
                </a:lnTo>
                <a:lnTo>
                  <a:pt x="87217" y="19902"/>
                </a:lnTo>
                <a:close/>
                <a:moveTo>
                  <a:pt x="59750" y="8888"/>
                </a:moveTo>
                <a:lnTo>
                  <a:pt x="61803" y="10380"/>
                </a:lnTo>
                <a:lnTo>
                  <a:pt x="58724" y="9634"/>
                </a:lnTo>
                <a:close/>
                <a:moveTo>
                  <a:pt x="92936" y="32952"/>
                </a:moveTo>
                <a:lnTo>
                  <a:pt x="93436" y="34216"/>
                </a:lnTo>
                <a:lnTo>
                  <a:pt x="92686" y="33584"/>
                </a:lnTo>
                <a:close/>
                <a:moveTo>
                  <a:pt x="69776" y="11524"/>
                </a:moveTo>
                <a:lnTo>
                  <a:pt x="71053" y="12686"/>
                </a:lnTo>
                <a:lnTo>
                  <a:pt x="69138" y="12105"/>
                </a:lnTo>
                <a:close/>
                <a:moveTo>
                  <a:pt x="74207" y="9952"/>
                </a:moveTo>
                <a:lnTo>
                  <a:pt x="75280" y="11489"/>
                </a:lnTo>
                <a:lnTo>
                  <a:pt x="73670" y="10720"/>
                </a:lnTo>
                <a:close/>
                <a:moveTo>
                  <a:pt x="231638" y="35491"/>
                </a:moveTo>
                <a:lnTo>
                  <a:pt x="233340" y="37240"/>
                </a:lnTo>
                <a:lnTo>
                  <a:pt x="230788" y="36366"/>
                </a:lnTo>
                <a:close/>
                <a:moveTo>
                  <a:pt x="10198" y="35126"/>
                </a:moveTo>
                <a:lnTo>
                  <a:pt x="11224" y="35477"/>
                </a:lnTo>
                <a:lnTo>
                  <a:pt x="9685" y="35301"/>
                </a:lnTo>
                <a:close/>
                <a:moveTo>
                  <a:pt x="52217" y="34390"/>
                </a:moveTo>
                <a:lnTo>
                  <a:pt x="53795" y="34817"/>
                </a:lnTo>
                <a:lnTo>
                  <a:pt x="51428" y="34603"/>
                </a:lnTo>
                <a:close/>
                <a:moveTo>
                  <a:pt x="79522" y="36941"/>
                </a:moveTo>
                <a:lnTo>
                  <a:pt x="81713" y="38683"/>
                </a:lnTo>
                <a:lnTo>
                  <a:pt x="78427" y="37812"/>
                </a:lnTo>
                <a:close/>
                <a:moveTo>
                  <a:pt x="224654" y="37098"/>
                </a:moveTo>
                <a:lnTo>
                  <a:pt x="226636" y="38098"/>
                </a:lnTo>
                <a:lnTo>
                  <a:pt x="223664" y="37598"/>
                </a:lnTo>
                <a:close/>
                <a:moveTo>
                  <a:pt x="64009" y="21827"/>
                </a:moveTo>
                <a:lnTo>
                  <a:pt x="64433" y="22951"/>
                </a:lnTo>
                <a:lnTo>
                  <a:pt x="63797" y="22389"/>
                </a:lnTo>
                <a:close/>
                <a:moveTo>
                  <a:pt x="69927" y="8340"/>
                </a:moveTo>
                <a:lnTo>
                  <a:pt x="71072" y="9641"/>
                </a:lnTo>
                <a:lnTo>
                  <a:pt x="69354" y="8991"/>
                </a:lnTo>
                <a:close/>
                <a:moveTo>
                  <a:pt x="121587" y="4469"/>
                </a:moveTo>
                <a:lnTo>
                  <a:pt x="123747" y="5099"/>
                </a:lnTo>
                <a:lnTo>
                  <a:pt x="120507" y="4784"/>
                </a:lnTo>
                <a:close/>
                <a:moveTo>
                  <a:pt x="145848" y="33407"/>
                </a:moveTo>
                <a:lnTo>
                  <a:pt x="147457" y="34368"/>
                </a:lnTo>
                <a:lnTo>
                  <a:pt x="145044" y="33888"/>
                </a:lnTo>
                <a:close/>
                <a:moveTo>
                  <a:pt x="223133" y="3738"/>
                </a:moveTo>
                <a:lnTo>
                  <a:pt x="224473" y="4226"/>
                </a:lnTo>
                <a:lnTo>
                  <a:pt x="222463" y="3982"/>
                </a:lnTo>
                <a:close/>
                <a:moveTo>
                  <a:pt x="126603" y="11871"/>
                </a:moveTo>
                <a:lnTo>
                  <a:pt x="128493" y="12851"/>
                </a:lnTo>
                <a:lnTo>
                  <a:pt x="125658" y="12361"/>
                </a:lnTo>
                <a:close/>
                <a:moveTo>
                  <a:pt x="46143" y="6956"/>
                </a:moveTo>
                <a:lnTo>
                  <a:pt x="46728" y="8001"/>
                </a:lnTo>
                <a:lnTo>
                  <a:pt x="45850" y="7478"/>
                </a:lnTo>
                <a:close/>
                <a:moveTo>
                  <a:pt x="216918" y="36570"/>
                </a:moveTo>
                <a:lnTo>
                  <a:pt x="218660" y="36991"/>
                </a:lnTo>
                <a:lnTo>
                  <a:pt x="216046" y="36780"/>
                </a:lnTo>
                <a:close/>
                <a:moveTo>
                  <a:pt x="159770" y="10022"/>
                </a:moveTo>
                <a:lnTo>
                  <a:pt x="160354" y="10485"/>
                </a:lnTo>
                <a:lnTo>
                  <a:pt x="159478" y="10253"/>
                </a:lnTo>
                <a:close/>
                <a:moveTo>
                  <a:pt x="194579" y="2597"/>
                </a:moveTo>
                <a:lnTo>
                  <a:pt x="196532" y="3386"/>
                </a:lnTo>
                <a:lnTo>
                  <a:pt x="193602" y="2991"/>
                </a:lnTo>
                <a:close/>
                <a:moveTo>
                  <a:pt x="93729" y="36143"/>
                </a:moveTo>
                <a:lnTo>
                  <a:pt x="94409" y="37081"/>
                </a:lnTo>
                <a:lnTo>
                  <a:pt x="93389" y="36612"/>
                </a:lnTo>
                <a:close/>
                <a:moveTo>
                  <a:pt x="214861" y="25339"/>
                </a:moveTo>
                <a:lnTo>
                  <a:pt x="215652" y="25788"/>
                </a:lnTo>
                <a:lnTo>
                  <a:pt x="214465" y="25564"/>
                </a:lnTo>
                <a:close/>
                <a:moveTo>
                  <a:pt x="205860" y="24780"/>
                </a:moveTo>
                <a:lnTo>
                  <a:pt x="207963" y="25350"/>
                </a:lnTo>
                <a:lnTo>
                  <a:pt x="204809" y="25065"/>
                </a:lnTo>
                <a:close/>
                <a:moveTo>
                  <a:pt x="71169" y="27975"/>
                </a:moveTo>
                <a:lnTo>
                  <a:pt x="72104" y="29743"/>
                </a:lnTo>
                <a:lnTo>
                  <a:pt x="70701" y="28859"/>
                </a:lnTo>
                <a:close/>
                <a:moveTo>
                  <a:pt x="76212" y="4712"/>
                </a:moveTo>
                <a:lnTo>
                  <a:pt x="77474" y="5144"/>
                </a:lnTo>
                <a:lnTo>
                  <a:pt x="75582" y="4928"/>
                </a:lnTo>
                <a:close/>
                <a:moveTo>
                  <a:pt x="96374" y="37379"/>
                </a:moveTo>
                <a:lnTo>
                  <a:pt x="97937" y="38324"/>
                </a:lnTo>
                <a:lnTo>
                  <a:pt x="95592" y="37852"/>
                </a:lnTo>
                <a:close/>
                <a:moveTo>
                  <a:pt x="167227" y="32994"/>
                </a:moveTo>
                <a:lnTo>
                  <a:pt x="167681" y="34730"/>
                </a:lnTo>
                <a:lnTo>
                  <a:pt x="167000" y="33862"/>
                </a:lnTo>
                <a:close/>
                <a:moveTo>
                  <a:pt x="226993" y="16452"/>
                </a:moveTo>
                <a:lnTo>
                  <a:pt x="227721" y="17820"/>
                </a:lnTo>
                <a:lnTo>
                  <a:pt x="226630" y="17136"/>
                </a:lnTo>
                <a:close/>
                <a:moveTo>
                  <a:pt x="138264" y="4542"/>
                </a:moveTo>
                <a:lnTo>
                  <a:pt x="139730" y="5605"/>
                </a:lnTo>
                <a:lnTo>
                  <a:pt x="137532" y="5073"/>
                </a:lnTo>
                <a:close/>
                <a:moveTo>
                  <a:pt x="150055" y="944"/>
                </a:moveTo>
                <a:lnTo>
                  <a:pt x="151413" y="1917"/>
                </a:lnTo>
                <a:lnTo>
                  <a:pt x="149376" y="1431"/>
                </a:lnTo>
                <a:close/>
                <a:moveTo>
                  <a:pt x="217141" y="28616"/>
                </a:moveTo>
                <a:lnTo>
                  <a:pt x="218818" y="29771"/>
                </a:lnTo>
                <a:lnTo>
                  <a:pt x="216303" y="29193"/>
                </a:lnTo>
                <a:close/>
                <a:moveTo>
                  <a:pt x="58082" y="33201"/>
                </a:moveTo>
                <a:lnTo>
                  <a:pt x="58913" y="34938"/>
                </a:lnTo>
                <a:lnTo>
                  <a:pt x="57667" y="34069"/>
                </a:lnTo>
                <a:close/>
                <a:moveTo>
                  <a:pt x="133185" y="16399"/>
                </a:moveTo>
                <a:lnTo>
                  <a:pt x="134267" y="17406"/>
                </a:lnTo>
                <a:lnTo>
                  <a:pt x="132644" y="16902"/>
                </a:lnTo>
                <a:close/>
                <a:moveTo>
                  <a:pt x="126872" y="6215"/>
                </a:moveTo>
                <a:lnTo>
                  <a:pt x="127986" y="6577"/>
                </a:lnTo>
                <a:lnTo>
                  <a:pt x="126316" y="6396"/>
                </a:lnTo>
                <a:close/>
                <a:moveTo>
                  <a:pt x="141204" y="4590"/>
                </a:moveTo>
                <a:lnTo>
                  <a:pt x="141970" y="4926"/>
                </a:lnTo>
                <a:lnTo>
                  <a:pt x="140821" y="4758"/>
                </a:lnTo>
                <a:close/>
                <a:moveTo>
                  <a:pt x="127884" y="1267"/>
                </a:moveTo>
                <a:lnTo>
                  <a:pt x="129122" y="2558"/>
                </a:lnTo>
                <a:lnTo>
                  <a:pt x="127265" y="1913"/>
                </a:lnTo>
                <a:close/>
                <a:moveTo>
                  <a:pt x="31016" y="13503"/>
                </a:moveTo>
                <a:lnTo>
                  <a:pt x="31920" y="14472"/>
                </a:lnTo>
                <a:lnTo>
                  <a:pt x="30564" y="13987"/>
                </a:lnTo>
                <a:close/>
                <a:moveTo>
                  <a:pt x="78478" y="14776"/>
                </a:moveTo>
                <a:lnTo>
                  <a:pt x="80423" y="15106"/>
                </a:lnTo>
                <a:lnTo>
                  <a:pt x="77506" y="14941"/>
                </a:lnTo>
                <a:close/>
                <a:moveTo>
                  <a:pt x="232012" y="36210"/>
                </a:moveTo>
                <a:lnTo>
                  <a:pt x="233541" y="37650"/>
                </a:lnTo>
                <a:lnTo>
                  <a:pt x="231247" y="36930"/>
                </a:lnTo>
                <a:close/>
                <a:moveTo>
                  <a:pt x="184061" y="16849"/>
                </a:moveTo>
                <a:lnTo>
                  <a:pt x="184718" y="17318"/>
                </a:lnTo>
                <a:lnTo>
                  <a:pt x="183733" y="17084"/>
                </a:lnTo>
                <a:close/>
                <a:moveTo>
                  <a:pt x="151835" y="27134"/>
                </a:moveTo>
                <a:lnTo>
                  <a:pt x="153504" y="28911"/>
                </a:lnTo>
                <a:lnTo>
                  <a:pt x="151001" y="28022"/>
                </a:lnTo>
                <a:close/>
                <a:moveTo>
                  <a:pt x="73700" y="23964"/>
                </a:moveTo>
                <a:lnTo>
                  <a:pt x="74559" y="25569"/>
                </a:lnTo>
                <a:lnTo>
                  <a:pt x="73270" y="24767"/>
                </a:lnTo>
                <a:close/>
                <a:moveTo>
                  <a:pt x="15983" y="24159"/>
                </a:moveTo>
                <a:lnTo>
                  <a:pt x="17943" y="24813"/>
                </a:lnTo>
                <a:lnTo>
                  <a:pt x="15003" y="24486"/>
                </a:lnTo>
                <a:close/>
                <a:moveTo>
                  <a:pt x="245329" y="16602"/>
                </a:moveTo>
                <a:lnTo>
                  <a:pt x="247521" y="17358"/>
                </a:lnTo>
                <a:lnTo>
                  <a:pt x="244233" y="16980"/>
                </a:lnTo>
                <a:close/>
                <a:moveTo>
                  <a:pt x="227936" y="14313"/>
                </a:moveTo>
                <a:lnTo>
                  <a:pt x="229808" y="15982"/>
                </a:lnTo>
                <a:lnTo>
                  <a:pt x="226999" y="15147"/>
                </a:lnTo>
                <a:close/>
                <a:moveTo>
                  <a:pt x="144627" y="29781"/>
                </a:moveTo>
                <a:lnTo>
                  <a:pt x="146369" y="31441"/>
                </a:lnTo>
                <a:lnTo>
                  <a:pt x="143755" y="30611"/>
                </a:lnTo>
                <a:close/>
                <a:moveTo>
                  <a:pt x="204746" y="25192"/>
                </a:moveTo>
                <a:lnTo>
                  <a:pt x="206428" y="26369"/>
                </a:lnTo>
                <a:lnTo>
                  <a:pt x="203905" y="25781"/>
                </a:lnTo>
                <a:close/>
                <a:moveTo>
                  <a:pt x="64068" y="749"/>
                </a:moveTo>
                <a:lnTo>
                  <a:pt x="66130" y="1225"/>
                </a:lnTo>
                <a:lnTo>
                  <a:pt x="63037" y="987"/>
                </a:lnTo>
                <a:close/>
                <a:moveTo>
                  <a:pt x="106161" y="7419"/>
                </a:moveTo>
                <a:lnTo>
                  <a:pt x="106936" y="7981"/>
                </a:lnTo>
                <a:lnTo>
                  <a:pt x="105773" y="7700"/>
                </a:lnTo>
                <a:close/>
                <a:moveTo>
                  <a:pt x="136562" y="4922"/>
                </a:moveTo>
                <a:lnTo>
                  <a:pt x="138506" y="6132"/>
                </a:lnTo>
                <a:lnTo>
                  <a:pt x="135590" y="5527"/>
                </a:lnTo>
                <a:close/>
                <a:moveTo>
                  <a:pt x="32292" y="8021"/>
                </a:moveTo>
                <a:lnTo>
                  <a:pt x="34013" y="9766"/>
                </a:lnTo>
                <a:lnTo>
                  <a:pt x="31431" y="8894"/>
                </a:lnTo>
                <a:close/>
                <a:moveTo>
                  <a:pt x="102568" y="795"/>
                </a:moveTo>
                <a:lnTo>
                  <a:pt x="103385" y="1948"/>
                </a:lnTo>
                <a:lnTo>
                  <a:pt x="102159" y="1372"/>
                </a:lnTo>
                <a:close/>
                <a:moveTo>
                  <a:pt x="92489" y="29117"/>
                </a:moveTo>
                <a:lnTo>
                  <a:pt x="92941" y="30893"/>
                </a:lnTo>
                <a:lnTo>
                  <a:pt x="92262" y="30005"/>
                </a:lnTo>
                <a:close/>
                <a:moveTo>
                  <a:pt x="20926" y="25797"/>
                </a:moveTo>
                <a:lnTo>
                  <a:pt x="22210" y="27404"/>
                </a:lnTo>
                <a:lnTo>
                  <a:pt x="20284" y="26600"/>
                </a:lnTo>
                <a:close/>
                <a:moveTo>
                  <a:pt x="107765" y="14423"/>
                </a:moveTo>
                <a:lnTo>
                  <a:pt x="108766" y="16101"/>
                </a:lnTo>
                <a:lnTo>
                  <a:pt x="107264" y="15262"/>
                </a:lnTo>
                <a:close/>
                <a:moveTo>
                  <a:pt x="172282" y="14004"/>
                </a:moveTo>
                <a:lnTo>
                  <a:pt x="173406" y="14863"/>
                </a:lnTo>
                <a:lnTo>
                  <a:pt x="171720" y="14434"/>
                </a:lnTo>
                <a:close/>
                <a:moveTo>
                  <a:pt x="25182" y="38278"/>
                </a:moveTo>
                <a:lnTo>
                  <a:pt x="27119" y="40011"/>
                </a:lnTo>
                <a:lnTo>
                  <a:pt x="24213" y="39144"/>
                </a:lnTo>
                <a:close/>
                <a:moveTo>
                  <a:pt x="129821" y="2125"/>
                </a:moveTo>
                <a:lnTo>
                  <a:pt x="130343" y="2754"/>
                </a:lnTo>
                <a:lnTo>
                  <a:pt x="129561" y="2440"/>
                </a:lnTo>
                <a:close/>
                <a:moveTo>
                  <a:pt x="119899" y="12317"/>
                </a:moveTo>
                <a:lnTo>
                  <a:pt x="122032" y="13957"/>
                </a:lnTo>
                <a:lnTo>
                  <a:pt x="118833" y="13137"/>
                </a:lnTo>
                <a:close/>
                <a:moveTo>
                  <a:pt x="111506" y="12642"/>
                </a:moveTo>
                <a:lnTo>
                  <a:pt x="112530" y="13595"/>
                </a:lnTo>
                <a:lnTo>
                  <a:pt x="110995" y="13118"/>
                </a:lnTo>
                <a:close/>
                <a:moveTo>
                  <a:pt x="108263" y="3900"/>
                </a:moveTo>
                <a:lnTo>
                  <a:pt x="110161" y="5271"/>
                </a:lnTo>
                <a:lnTo>
                  <a:pt x="107314" y="4586"/>
                </a:lnTo>
                <a:close/>
                <a:moveTo>
                  <a:pt x="251467" y="11765"/>
                </a:moveTo>
                <a:lnTo>
                  <a:pt x="252623" y="13241"/>
                </a:lnTo>
                <a:lnTo>
                  <a:pt x="250890" y="12503"/>
                </a:lnTo>
                <a:close/>
                <a:moveTo>
                  <a:pt x="105177" y="35546"/>
                </a:moveTo>
                <a:lnTo>
                  <a:pt x="106901" y="36280"/>
                </a:lnTo>
                <a:lnTo>
                  <a:pt x="104315" y="35913"/>
                </a:lnTo>
                <a:close/>
                <a:moveTo>
                  <a:pt x="180900" y="17678"/>
                </a:moveTo>
                <a:lnTo>
                  <a:pt x="182979" y="18309"/>
                </a:lnTo>
                <a:lnTo>
                  <a:pt x="179860" y="17994"/>
                </a:lnTo>
                <a:close/>
                <a:moveTo>
                  <a:pt x="60804" y="12598"/>
                </a:moveTo>
                <a:lnTo>
                  <a:pt x="61299" y="13081"/>
                </a:lnTo>
                <a:lnTo>
                  <a:pt x="60556" y="12840"/>
                </a:lnTo>
                <a:close/>
                <a:moveTo>
                  <a:pt x="214311" y="21688"/>
                </a:moveTo>
                <a:lnTo>
                  <a:pt x="216131" y="23133"/>
                </a:lnTo>
                <a:lnTo>
                  <a:pt x="213401" y="22411"/>
                </a:lnTo>
                <a:close/>
                <a:moveTo>
                  <a:pt x="160363" y="15767"/>
                </a:moveTo>
                <a:lnTo>
                  <a:pt x="162329" y="16539"/>
                </a:lnTo>
                <a:lnTo>
                  <a:pt x="159380" y="16153"/>
                </a:lnTo>
                <a:close/>
                <a:moveTo>
                  <a:pt x="224858" y="2720"/>
                </a:moveTo>
                <a:lnTo>
                  <a:pt x="226340" y="4472"/>
                </a:lnTo>
                <a:lnTo>
                  <a:pt x="224118" y="3596"/>
                </a:lnTo>
                <a:close/>
                <a:moveTo>
                  <a:pt x="133279" y="14427"/>
                </a:moveTo>
                <a:lnTo>
                  <a:pt x="134512" y="15376"/>
                </a:lnTo>
                <a:lnTo>
                  <a:pt x="132662" y="14902"/>
                </a:lnTo>
                <a:close/>
                <a:moveTo>
                  <a:pt x="40956" y="16985"/>
                </a:moveTo>
                <a:lnTo>
                  <a:pt x="41680" y="18017"/>
                </a:lnTo>
                <a:lnTo>
                  <a:pt x="40594" y="17501"/>
                </a:lnTo>
                <a:close/>
                <a:moveTo>
                  <a:pt x="136156" y="22639"/>
                </a:moveTo>
                <a:lnTo>
                  <a:pt x="137805" y="22962"/>
                </a:lnTo>
                <a:lnTo>
                  <a:pt x="135332" y="22801"/>
                </a:lnTo>
                <a:close/>
                <a:moveTo>
                  <a:pt x="19326" y="14720"/>
                </a:moveTo>
                <a:lnTo>
                  <a:pt x="19818" y="16161"/>
                </a:lnTo>
                <a:lnTo>
                  <a:pt x="19080" y="15441"/>
                </a:lnTo>
                <a:close/>
                <a:moveTo>
                  <a:pt x="179999" y="8303"/>
                </a:moveTo>
                <a:lnTo>
                  <a:pt x="181356" y="9024"/>
                </a:lnTo>
                <a:lnTo>
                  <a:pt x="179321" y="8664"/>
                </a:lnTo>
                <a:close/>
                <a:moveTo>
                  <a:pt x="86718" y="25866"/>
                </a:moveTo>
                <a:lnTo>
                  <a:pt x="87971" y="26298"/>
                </a:lnTo>
                <a:lnTo>
                  <a:pt x="86091" y="26082"/>
                </a:lnTo>
                <a:close/>
                <a:moveTo>
                  <a:pt x="13984" y="23256"/>
                </a:moveTo>
                <a:lnTo>
                  <a:pt x="15901" y="24487"/>
                </a:lnTo>
                <a:lnTo>
                  <a:pt x="13025" y="23872"/>
                </a:lnTo>
                <a:close/>
                <a:moveTo>
                  <a:pt x="133949" y="21151"/>
                </a:moveTo>
                <a:lnTo>
                  <a:pt x="135231" y="22583"/>
                </a:lnTo>
                <a:lnTo>
                  <a:pt x="133308" y="21867"/>
                </a:lnTo>
                <a:close/>
                <a:moveTo>
                  <a:pt x="137396" y="16637"/>
                </a:moveTo>
                <a:lnTo>
                  <a:pt x="138229" y="17513"/>
                </a:lnTo>
                <a:lnTo>
                  <a:pt x="136979" y="17075"/>
                </a:lnTo>
                <a:close/>
                <a:moveTo>
                  <a:pt x="119787" y="21242"/>
                </a:moveTo>
                <a:lnTo>
                  <a:pt x="120238" y="22136"/>
                </a:lnTo>
                <a:lnTo>
                  <a:pt x="119562" y="21689"/>
                </a:lnTo>
                <a:close/>
                <a:moveTo>
                  <a:pt x="234319" y="16887"/>
                </a:moveTo>
                <a:lnTo>
                  <a:pt x="236081" y="18144"/>
                </a:lnTo>
                <a:lnTo>
                  <a:pt x="233438" y="17515"/>
                </a:lnTo>
                <a:close/>
                <a:moveTo>
                  <a:pt x="243702" y="22282"/>
                </a:moveTo>
                <a:lnTo>
                  <a:pt x="244237" y="23431"/>
                </a:lnTo>
                <a:lnTo>
                  <a:pt x="243435" y="22856"/>
                </a:lnTo>
                <a:close/>
                <a:moveTo>
                  <a:pt x="240443" y="38736"/>
                </a:moveTo>
                <a:lnTo>
                  <a:pt x="242001" y="39588"/>
                </a:lnTo>
                <a:lnTo>
                  <a:pt x="239664" y="39162"/>
                </a:lnTo>
                <a:close/>
                <a:moveTo>
                  <a:pt x="162782" y="3552"/>
                </a:moveTo>
                <a:lnTo>
                  <a:pt x="164598" y="5034"/>
                </a:lnTo>
                <a:lnTo>
                  <a:pt x="161874" y="4293"/>
                </a:lnTo>
                <a:close/>
                <a:moveTo>
                  <a:pt x="79573" y="31079"/>
                </a:moveTo>
                <a:lnTo>
                  <a:pt x="81601" y="32704"/>
                </a:lnTo>
                <a:lnTo>
                  <a:pt x="78559" y="31892"/>
                </a:lnTo>
                <a:close/>
                <a:moveTo>
                  <a:pt x="212391" y="27762"/>
                </a:moveTo>
                <a:lnTo>
                  <a:pt x="213664" y="28869"/>
                </a:lnTo>
                <a:lnTo>
                  <a:pt x="211755" y="28316"/>
                </a:lnTo>
                <a:close/>
                <a:moveTo>
                  <a:pt x="114565" y="12049"/>
                </a:moveTo>
                <a:lnTo>
                  <a:pt x="115786" y="12479"/>
                </a:lnTo>
                <a:lnTo>
                  <a:pt x="113955" y="12264"/>
                </a:lnTo>
                <a:close/>
                <a:moveTo>
                  <a:pt x="115132" y="27567"/>
                </a:moveTo>
                <a:lnTo>
                  <a:pt x="116015" y="29183"/>
                </a:lnTo>
                <a:lnTo>
                  <a:pt x="114690" y="28375"/>
                </a:lnTo>
                <a:close/>
                <a:moveTo>
                  <a:pt x="224743" y="37417"/>
                </a:moveTo>
                <a:lnTo>
                  <a:pt x="226159" y="39017"/>
                </a:lnTo>
                <a:lnTo>
                  <a:pt x="224035" y="38217"/>
                </a:lnTo>
                <a:close/>
                <a:moveTo>
                  <a:pt x="26782" y="6460"/>
                </a:moveTo>
                <a:lnTo>
                  <a:pt x="27338" y="7310"/>
                </a:lnTo>
                <a:lnTo>
                  <a:pt x="26503" y="6885"/>
                </a:lnTo>
                <a:close/>
                <a:moveTo>
                  <a:pt x="3556" y="14138"/>
                </a:moveTo>
                <a:lnTo>
                  <a:pt x="5546" y="15211"/>
                </a:lnTo>
                <a:lnTo>
                  <a:pt x="2561" y="14674"/>
                </a:lnTo>
                <a:close/>
                <a:moveTo>
                  <a:pt x="24152" y="21642"/>
                </a:moveTo>
                <a:lnTo>
                  <a:pt x="25634" y="22970"/>
                </a:lnTo>
                <a:lnTo>
                  <a:pt x="23411" y="22306"/>
                </a:lnTo>
                <a:close/>
                <a:moveTo>
                  <a:pt x="38541" y="10503"/>
                </a:moveTo>
                <a:lnTo>
                  <a:pt x="39610" y="11589"/>
                </a:lnTo>
                <a:lnTo>
                  <a:pt x="38007" y="11046"/>
                </a:lnTo>
                <a:close/>
                <a:moveTo>
                  <a:pt x="207811" y="19354"/>
                </a:moveTo>
                <a:lnTo>
                  <a:pt x="209422" y="20464"/>
                </a:lnTo>
                <a:lnTo>
                  <a:pt x="207006" y="19909"/>
                </a:lnTo>
                <a:close/>
                <a:moveTo>
                  <a:pt x="96944" y="3930"/>
                </a:moveTo>
                <a:lnTo>
                  <a:pt x="99028" y="5556"/>
                </a:lnTo>
                <a:lnTo>
                  <a:pt x="95902" y="4743"/>
                </a:lnTo>
                <a:close/>
                <a:moveTo>
                  <a:pt x="181389" y="23432"/>
                </a:moveTo>
                <a:lnTo>
                  <a:pt x="183240" y="24055"/>
                </a:lnTo>
                <a:lnTo>
                  <a:pt x="180463" y="23743"/>
                </a:lnTo>
                <a:close/>
                <a:moveTo>
                  <a:pt x="13823" y="20339"/>
                </a:moveTo>
                <a:lnTo>
                  <a:pt x="14812" y="20869"/>
                </a:lnTo>
                <a:lnTo>
                  <a:pt x="13329" y="20604"/>
                </a:lnTo>
                <a:close/>
                <a:moveTo>
                  <a:pt x="72516" y="38836"/>
                </a:moveTo>
                <a:lnTo>
                  <a:pt x="74270" y="39216"/>
                </a:lnTo>
                <a:lnTo>
                  <a:pt x="71640" y="39026"/>
                </a:lnTo>
                <a:close/>
                <a:moveTo>
                  <a:pt x="66636" y="31165"/>
                </a:moveTo>
                <a:lnTo>
                  <a:pt x="68222" y="31843"/>
                </a:lnTo>
                <a:lnTo>
                  <a:pt x="65843" y="31504"/>
                </a:lnTo>
                <a:close/>
                <a:moveTo>
                  <a:pt x="142309" y="35728"/>
                </a:moveTo>
                <a:lnTo>
                  <a:pt x="142679" y="37437"/>
                </a:lnTo>
                <a:lnTo>
                  <a:pt x="142124" y="36583"/>
                </a:lnTo>
                <a:close/>
                <a:moveTo>
                  <a:pt x="74557" y="8389"/>
                </a:moveTo>
                <a:lnTo>
                  <a:pt x="75786" y="9401"/>
                </a:lnTo>
                <a:lnTo>
                  <a:pt x="73942" y="8895"/>
                </a:lnTo>
                <a:close/>
                <a:moveTo>
                  <a:pt x="33555" y="9813"/>
                </a:moveTo>
                <a:lnTo>
                  <a:pt x="35209" y="10531"/>
                </a:lnTo>
                <a:lnTo>
                  <a:pt x="32727" y="10172"/>
                </a:lnTo>
                <a:close/>
                <a:moveTo>
                  <a:pt x="18264" y="17965"/>
                </a:moveTo>
                <a:lnTo>
                  <a:pt x="19576" y="19546"/>
                </a:lnTo>
                <a:lnTo>
                  <a:pt x="17607" y="18755"/>
                </a:lnTo>
                <a:close/>
                <a:moveTo>
                  <a:pt x="164929" y="26065"/>
                </a:moveTo>
                <a:lnTo>
                  <a:pt x="166915" y="27285"/>
                </a:lnTo>
                <a:lnTo>
                  <a:pt x="163937" y="26675"/>
                </a:lnTo>
                <a:close/>
                <a:moveTo>
                  <a:pt x="144747" y="24459"/>
                </a:moveTo>
                <a:lnTo>
                  <a:pt x="145879" y="25904"/>
                </a:lnTo>
                <a:lnTo>
                  <a:pt x="144182" y="25182"/>
                </a:lnTo>
                <a:close/>
                <a:moveTo>
                  <a:pt x="113780" y="37918"/>
                </a:moveTo>
                <a:lnTo>
                  <a:pt x="115231" y="39595"/>
                </a:lnTo>
                <a:lnTo>
                  <a:pt x="113054" y="38757"/>
                </a:lnTo>
                <a:close/>
                <a:moveTo>
                  <a:pt x="35434" y="29063"/>
                </a:moveTo>
                <a:lnTo>
                  <a:pt x="36177" y="30139"/>
                </a:lnTo>
                <a:lnTo>
                  <a:pt x="35062" y="29601"/>
                </a:lnTo>
                <a:close/>
                <a:moveTo>
                  <a:pt x="94056" y="1140"/>
                </a:moveTo>
                <a:lnTo>
                  <a:pt x="95896" y="2321"/>
                </a:lnTo>
                <a:lnTo>
                  <a:pt x="93136" y="1730"/>
                </a:lnTo>
                <a:close/>
                <a:moveTo>
                  <a:pt x="78054" y="23652"/>
                </a:moveTo>
                <a:lnTo>
                  <a:pt x="80018" y="24118"/>
                </a:lnTo>
                <a:lnTo>
                  <a:pt x="77072" y="23885"/>
                </a:lnTo>
                <a:close/>
                <a:moveTo>
                  <a:pt x="72662" y="33341"/>
                </a:moveTo>
                <a:lnTo>
                  <a:pt x="74853" y="34940"/>
                </a:lnTo>
                <a:lnTo>
                  <a:pt x="71566" y="34140"/>
                </a:lnTo>
                <a:close/>
                <a:moveTo>
                  <a:pt x="79796" y="10817"/>
                </a:moveTo>
                <a:lnTo>
                  <a:pt x="80452" y="11274"/>
                </a:lnTo>
                <a:lnTo>
                  <a:pt x="79468" y="11045"/>
                </a:lnTo>
                <a:close/>
                <a:moveTo>
                  <a:pt x="44466" y="19397"/>
                </a:moveTo>
                <a:lnTo>
                  <a:pt x="46076" y="19702"/>
                </a:lnTo>
                <a:lnTo>
                  <a:pt x="43661" y="19550"/>
                </a:lnTo>
                <a:close/>
                <a:moveTo>
                  <a:pt x="54487" y="31896"/>
                </a:moveTo>
                <a:lnTo>
                  <a:pt x="56273" y="32610"/>
                </a:lnTo>
                <a:lnTo>
                  <a:pt x="53594" y="32253"/>
                </a:lnTo>
                <a:close/>
                <a:moveTo>
                  <a:pt x="244101" y="8211"/>
                </a:moveTo>
                <a:lnTo>
                  <a:pt x="244814" y="9094"/>
                </a:lnTo>
                <a:lnTo>
                  <a:pt x="243744" y="8653"/>
                </a:lnTo>
                <a:close/>
                <a:moveTo>
                  <a:pt x="121991" y="38551"/>
                </a:moveTo>
                <a:lnTo>
                  <a:pt x="122766" y="40147"/>
                </a:lnTo>
                <a:lnTo>
                  <a:pt x="121603" y="39349"/>
                </a:lnTo>
                <a:close/>
                <a:moveTo>
                  <a:pt x="151860" y="36248"/>
                </a:moveTo>
                <a:lnTo>
                  <a:pt x="153788" y="37943"/>
                </a:lnTo>
                <a:lnTo>
                  <a:pt x="150897" y="37095"/>
                </a:lnTo>
                <a:close/>
                <a:moveTo>
                  <a:pt x="158671" y="25688"/>
                </a:moveTo>
                <a:lnTo>
                  <a:pt x="159911" y="26530"/>
                </a:lnTo>
                <a:lnTo>
                  <a:pt x="158051" y="26109"/>
                </a:lnTo>
                <a:close/>
                <a:moveTo>
                  <a:pt x="167757" y="5452"/>
                </a:moveTo>
                <a:lnTo>
                  <a:pt x="168495" y="7207"/>
                </a:lnTo>
                <a:lnTo>
                  <a:pt x="167387" y="6330"/>
                </a:lnTo>
                <a:close/>
                <a:moveTo>
                  <a:pt x="106663" y="18014"/>
                </a:moveTo>
                <a:lnTo>
                  <a:pt x="108155" y="18812"/>
                </a:lnTo>
                <a:lnTo>
                  <a:pt x="105918" y="18413"/>
                </a:lnTo>
                <a:close/>
                <a:moveTo>
                  <a:pt x="59382" y="28866"/>
                </a:moveTo>
                <a:lnTo>
                  <a:pt x="60439" y="30498"/>
                </a:lnTo>
                <a:lnTo>
                  <a:pt x="58853" y="29682"/>
                </a:lnTo>
                <a:close/>
                <a:moveTo>
                  <a:pt x="132719" y="13923"/>
                </a:moveTo>
                <a:lnTo>
                  <a:pt x="133762" y="15192"/>
                </a:lnTo>
                <a:lnTo>
                  <a:pt x="132197" y="14558"/>
                </a:lnTo>
                <a:close/>
                <a:moveTo>
                  <a:pt x="23056" y="36328"/>
                </a:moveTo>
                <a:lnTo>
                  <a:pt x="23714" y="37656"/>
                </a:lnTo>
                <a:lnTo>
                  <a:pt x="22728" y="36992"/>
                </a:lnTo>
                <a:close/>
                <a:moveTo>
                  <a:pt x="4049" y="23365"/>
                </a:moveTo>
                <a:lnTo>
                  <a:pt x="4745" y="24739"/>
                </a:lnTo>
                <a:lnTo>
                  <a:pt x="3702" y="24052"/>
                </a:lnTo>
                <a:close/>
                <a:moveTo>
                  <a:pt x="110385" y="38398"/>
                </a:moveTo>
                <a:lnTo>
                  <a:pt x="111157" y="40116"/>
                </a:lnTo>
                <a:lnTo>
                  <a:pt x="109998" y="39257"/>
                </a:lnTo>
                <a:close/>
                <a:moveTo>
                  <a:pt x="192120" y="17045"/>
                </a:moveTo>
                <a:lnTo>
                  <a:pt x="193938" y="17999"/>
                </a:lnTo>
                <a:lnTo>
                  <a:pt x="191212" y="17522"/>
                </a:lnTo>
                <a:close/>
                <a:moveTo>
                  <a:pt x="92697" y="29614"/>
                </a:moveTo>
                <a:lnTo>
                  <a:pt x="94552" y="30533"/>
                </a:lnTo>
                <a:lnTo>
                  <a:pt x="91770" y="30074"/>
                </a:lnTo>
                <a:close/>
                <a:moveTo>
                  <a:pt x="178095" y="5709"/>
                </a:moveTo>
                <a:lnTo>
                  <a:pt x="180031" y="7426"/>
                </a:lnTo>
                <a:lnTo>
                  <a:pt x="177127" y="6568"/>
                </a:lnTo>
                <a:close/>
                <a:moveTo>
                  <a:pt x="243888" y="15965"/>
                </a:moveTo>
                <a:lnTo>
                  <a:pt x="245577" y="17303"/>
                </a:lnTo>
                <a:lnTo>
                  <a:pt x="243044" y="16634"/>
                </a:lnTo>
                <a:close/>
                <a:moveTo>
                  <a:pt x="41743" y="3726"/>
                </a:moveTo>
                <a:lnTo>
                  <a:pt x="43307" y="5494"/>
                </a:lnTo>
                <a:lnTo>
                  <a:pt x="40961" y="4610"/>
                </a:lnTo>
                <a:close/>
                <a:moveTo>
                  <a:pt x="175239" y="23379"/>
                </a:moveTo>
                <a:lnTo>
                  <a:pt x="177345" y="23973"/>
                </a:lnTo>
                <a:lnTo>
                  <a:pt x="174185" y="23676"/>
                </a:lnTo>
                <a:close/>
                <a:moveTo>
                  <a:pt x="242259" y="4186"/>
                </a:moveTo>
                <a:lnTo>
                  <a:pt x="244122" y="4855"/>
                </a:lnTo>
                <a:lnTo>
                  <a:pt x="241328" y="4521"/>
                </a:lnTo>
                <a:close/>
                <a:moveTo>
                  <a:pt x="189767" y="15996"/>
                </a:moveTo>
                <a:lnTo>
                  <a:pt x="191859" y="17099"/>
                </a:lnTo>
                <a:lnTo>
                  <a:pt x="188722" y="16548"/>
                </a:lnTo>
                <a:close/>
                <a:moveTo>
                  <a:pt x="192882" y="5751"/>
                </a:moveTo>
                <a:lnTo>
                  <a:pt x="194847" y="6476"/>
                </a:lnTo>
                <a:lnTo>
                  <a:pt x="191900" y="6113"/>
                </a:lnTo>
                <a:close/>
                <a:moveTo>
                  <a:pt x="192652" y="9692"/>
                </a:moveTo>
                <a:lnTo>
                  <a:pt x="193142" y="10205"/>
                </a:lnTo>
                <a:lnTo>
                  <a:pt x="192407" y="9949"/>
                </a:lnTo>
                <a:close/>
                <a:moveTo>
                  <a:pt x="119482" y="214"/>
                </a:moveTo>
                <a:lnTo>
                  <a:pt x="120280" y="587"/>
                </a:lnTo>
                <a:lnTo>
                  <a:pt x="119083" y="400"/>
                </a:lnTo>
                <a:close/>
                <a:moveTo>
                  <a:pt x="54461" y="19548"/>
                </a:moveTo>
                <a:lnTo>
                  <a:pt x="55122" y="20852"/>
                </a:lnTo>
                <a:lnTo>
                  <a:pt x="54130" y="20200"/>
                </a:lnTo>
                <a:close/>
                <a:moveTo>
                  <a:pt x="68047" y="15423"/>
                </a:moveTo>
                <a:lnTo>
                  <a:pt x="69291" y="16626"/>
                </a:lnTo>
                <a:lnTo>
                  <a:pt x="67425" y="16024"/>
                </a:lnTo>
                <a:close/>
                <a:moveTo>
                  <a:pt x="115397" y="2515"/>
                </a:moveTo>
                <a:lnTo>
                  <a:pt x="116980" y="3577"/>
                </a:lnTo>
                <a:lnTo>
                  <a:pt x="114605" y="3046"/>
                </a:lnTo>
                <a:close/>
                <a:moveTo>
                  <a:pt x="42321" y="23377"/>
                </a:moveTo>
                <a:lnTo>
                  <a:pt x="42679" y="24593"/>
                </a:lnTo>
                <a:lnTo>
                  <a:pt x="42141" y="23985"/>
                </a:lnTo>
                <a:close/>
                <a:moveTo>
                  <a:pt x="74951" y="26351"/>
                </a:moveTo>
                <a:lnTo>
                  <a:pt x="75469" y="27578"/>
                </a:lnTo>
                <a:lnTo>
                  <a:pt x="74692" y="26965"/>
                </a:lnTo>
                <a:close/>
                <a:moveTo>
                  <a:pt x="106033" y="0"/>
                </a:moveTo>
                <a:lnTo>
                  <a:pt x="107347" y="463"/>
                </a:lnTo>
                <a:lnTo>
                  <a:pt x="105376" y="231"/>
                </a:lnTo>
                <a:close/>
                <a:moveTo>
                  <a:pt x="215705" y="12060"/>
                </a:moveTo>
                <a:lnTo>
                  <a:pt x="216404" y="12972"/>
                </a:lnTo>
                <a:lnTo>
                  <a:pt x="215355" y="12516"/>
                </a:lnTo>
                <a:close/>
                <a:moveTo>
                  <a:pt x="161124" y="21159"/>
                </a:moveTo>
                <a:lnTo>
                  <a:pt x="162787" y="22428"/>
                </a:lnTo>
                <a:lnTo>
                  <a:pt x="160293" y="21793"/>
                </a:lnTo>
                <a:close/>
                <a:moveTo>
                  <a:pt x="249743" y="24894"/>
                </a:moveTo>
                <a:lnTo>
                  <a:pt x="250720" y="26600"/>
                </a:lnTo>
                <a:lnTo>
                  <a:pt x="249255" y="25747"/>
                </a:lnTo>
                <a:close/>
                <a:moveTo>
                  <a:pt x="115914" y="11380"/>
                </a:moveTo>
                <a:lnTo>
                  <a:pt x="116276" y="12748"/>
                </a:lnTo>
                <a:lnTo>
                  <a:pt x="115734" y="12064"/>
                </a:lnTo>
                <a:close/>
                <a:moveTo>
                  <a:pt x="151074" y="5291"/>
                </a:moveTo>
                <a:lnTo>
                  <a:pt x="153177" y="5818"/>
                </a:lnTo>
                <a:lnTo>
                  <a:pt x="150022" y="5555"/>
                </a:lnTo>
                <a:close/>
                <a:moveTo>
                  <a:pt x="148754" y="23377"/>
                </a:moveTo>
                <a:lnTo>
                  <a:pt x="149904" y="24247"/>
                </a:lnTo>
                <a:lnTo>
                  <a:pt x="148180" y="23812"/>
                </a:lnTo>
                <a:close/>
                <a:moveTo>
                  <a:pt x="159723" y="21186"/>
                </a:moveTo>
                <a:lnTo>
                  <a:pt x="160706" y="22004"/>
                </a:lnTo>
                <a:lnTo>
                  <a:pt x="159232" y="21595"/>
                </a:lnTo>
                <a:close/>
                <a:moveTo>
                  <a:pt x="125917" y="16959"/>
                </a:moveTo>
                <a:lnTo>
                  <a:pt x="126880" y="18580"/>
                </a:lnTo>
                <a:lnTo>
                  <a:pt x="125436" y="17769"/>
                </a:lnTo>
                <a:close/>
                <a:moveTo>
                  <a:pt x="165973" y="39744"/>
                </a:moveTo>
                <a:lnTo>
                  <a:pt x="166673" y="41218"/>
                </a:lnTo>
                <a:lnTo>
                  <a:pt x="165624" y="40481"/>
                </a:lnTo>
                <a:close/>
                <a:moveTo>
                  <a:pt x="153981" y="12945"/>
                </a:moveTo>
                <a:lnTo>
                  <a:pt x="155278" y="14439"/>
                </a:lnTo>
                <a:lnTo>
                  <a:pt x="153333" y="13692"/>
                </a:lnTo>
                <a:close/>
                <a:moveTo>
                  <a:pt x="135913" y="9477"/>
                </a:moveTo>
                <a:lnTo>
                  <a:pt x="136793" y="10978"/>
                </a:lnTo>
                <a:lnTo>
                  <a:pt x="135472" y="10228"/>
                </a:lnTo>
                <a:close/>
                <a:moveTo>
                  <a:pt x="24041" y="5056"/>
                </a:moveTo>
                <a:lnTo>
                  <a:pt x="25652" y="6297"/>
                </a:lnTo>
                <a:lnTo>
                  <a:pt x="23236" y="5677"/>
                </a:lnTo>
                <a:close/>
                <a:moveTo>
                  <a:pt x="216124" y="17561"/>
                </a:moveTo>
                <a:lnTo>
                  <a:pt x="217084" y="19319"/>
                </a:lnTo>
                <a:lnTo>
                  <a:pt x="215643" y="18440"/>
                </a:lnTo>
                <a:close/>
                <a:moveTo>
                  <a:pt x="74843" y="28185"/>
                </a:moveTo>
                <a:lnTo>
                  <a:pt x="75357" y="29108"/>
                </a:lnTo>
                <a:lnTo>
                  <a:pt x="74586" y="28647"/>
                </a:lnTo>
                <a:close/>
                <a:moveTo>
                  <a:pt x="118881" y="20552"/>
                </a:moveTo>
                <a:lnTo>
                  <a:pt x="119303" y="22116"/>
                </a:lnTo>
                <a:lnTo>
                  <a:pt x="118670" y="21334"/>
                </a:lnTo>
                <a:close/>
                <a:moveTo>
                  <a:pt x="242387" y="29328"/>
                </a:moveTo>
                <a:lnTo>
                  <a:pt x="244242" y="31003"/>
                </a:lnTo>
                <a:lnTo>
                  <a:pt x="241460" y="30166"/>
                </a:lnTo>
                <a:close/>
                <a:moveTo>
                  <a:pt x="244569" y="33834"/>
                </a:moveTo>
                <a:lnTo>
                  <a:pt x="245706" y="34282"/>
                </a:lnTo>
                <a:lnTo>
                  <a:pt x="244001" y="34058"/>
                </a:lnTo>
                <a:close/>
                <a:moveTo>
                  <a:pt x="94448" y="2198"/>
                </a:moveTo>
                <a:lnTo>
                  <a:pt x="95733" y="3877"/>
                </a:lnTo>
                <a:lnTo>
                  <a:pt x="93805" y="3038"/>
                </a:lnTo>
                <a:close/>
                <a:moveTo>
                  <a:pt x="222988" y="8965"/>
                </a:moveTo>
                <a:lnTo>
                  <a:pt x="224548" y="9675"/>
                </a:lnTo>
                <a:lnTo>
                  <a:pt x="222208" y="9320"/>
                </a:lnTo>
                <a:close/>
                <a:moveTo>
                  <a:pt x="200681" y="7523"/>
                </a:moveTo>
                <a:lnTo>
                  <a:pt x="201229" y="8662"/>
                </a:lnTo>
                <a:lnTo>
                  <a:pt x="200406" y="8093"/>
                </a:lnTo>
                <a:close/>
                <a:moveTo>
                  <a:pt x="242815" y="17530"/>
                </a:moveTo>
                <a:lnTo>
                  <a:pt x="244094" y="19104"/>
                </a:lnTo>
                <a:lnTo>
                  <a:pt x="242175" y="18317"/>
                </a:lnTo>
                <a:close/>
                <a:moveTo>
                  <a:pt x="148657" y="28954"/>
                </a:moveTo>
                <a:lnTo>
                  <a:pt x="150036" y="29813"/>
                </a:lnTo>
                <a:lnTo>
                  <a:pt x="147967" y="29384"/>
                </a:lnTo>
                <a:close/>
                <a:moveTo>
                  <a:pt x="114298" y="20761"/>
                </a:moveTo>
                <a:lnTo>
                  <a:pt x="114906" y="21449"/>
                </a:lnTo>
                <a:lnTo>
                  <a:pt x="113993" y="21105"/>
                </a:lnTo>
                <a:close/>
                <a:moveTo>
                  <a:pt x="37563" y="26440"/>
                </a:moveTo>
                <a:lnTo>
                  <a:pt x="38752" y="27634"/>
                </a:lnTo>
                <a:lnTo>
                  <a:pt x="36969" y="27037"/>
                </a:lnTo>
                <a:close/>
                <a:moveTo>
                  <a:pt x="97835" y="29314"/>
                </a:moveTo>
                <a:lnTo>
                  <a:pt x="99630" y="29732"/>
                </a:lnTo>
                <a:lnTo>
                  <a:pt x="96938" y="29523"/>
                </a:lnTo>
                <a:close/>
                <a:moveTo>
                  <a:pt x="12180" y="33301"/>
                </a:moveTo>
                <a:lnTo>
                  <a:pt x="12937" y="35086"/>
                </a:lnTo>
                <a:lnTo>
                  <a:pt x="11801" y="34194"/>
                </a:lnTo>
                <a:close/>
                <a:moveTo>
                  <a:pt x="83451" y="11168"/>
                </a:moveTo>
                <a:lnTo>
                  <a:pt x="83884" y="12331"/>
                </a:lnTo>
                <a:lnTo>
                  <a:pt x="83235" y="11749"/>
                </a:lnTo>
                <a:close/>
                <a:moveTo>
                  <a:pt x="148699" y="2053"/>
                </a:moveTo>
                <a:lnTo>
                  <a:pt x="150405" y="2428"/>
                </a:lnTo>
                <a:lnTo>
                  <a:pt x="147846" y="2240"/>
                </a:lnTo>
                <a:close/>
                <a:moveTo>
                  <a:pt x="119443" y="36456"/>
                </a:moveTo>
                <a:lnTo>
                  <a:pt x="119858" y="38067"/>
                </a:lnTo>
                <a:lnTo>
                  <a:pt x="119235" y="37262"/>
                </a:lnTo>
                <a:close/>
                <a:moveTo>
                  <a:pt x="192275" y="12515"/>
                </a:moveTo>
                <a:lnTo>
                  <a:pt x="193768" y="13057"/>
                </a:lnTo>
                <a:lnTo>
                  <a:pt x="191528" y="12786"/>
                </a:lnTo>
                <a:close/>
                <a:moveTo>
                  <a:pt x="173582" y="39065"/>
                </a:moveTo>
                <a:lnTo>
                  <a:pt x="174554" y="39396"/>
                </a:lnTo>
                <a:lnTo>
                  <a:pt x="173096" y="39231"/>
                </a:lnTo>
                <a:close/>
                <a:moveTo>
                  <a:pt x="4652" y="14610"/>
                </a:moveTo>
                <a:lnTo>
                  <a:pt x="6214" y="16404"/>
                </a:lnTo>
                <a:lnTo>
                  <a:pt x="3871" y="15507"/>
                </a:lnTo>
                <a:close/>
                <a:moveTo>
                  <a:pt x="228007" y="32953"/>
                </a:moveTo>
                <a:lnTo>
                  <a:pt x="229500" y="34355"/>
                </a:lnTo>
                <a:lnTo>
                  <a:pt x="227261" y="33654"/>
                </a:lnTo>
                <a:close/>
                <a:moveTo>
                  <a:pt x="159050" y="5195"/>
                </a:moveTo>
                <a:lnTo>
                  <a:pt x="160886" y="6072"/>
                </a:lnTo>
                <a:lnTo>
                  <a:pt x="158132" y="5633"/>
                </a:lnTo>
                <a:close/>
                <a:moveTo>
                  <a:pt x="39239" y="38721"/>
                </a:moveTo>
                <a:lnTo>
                  <a:pt x="41089" y="39172"/>
                </a:lnTo>
                <a:lnTo>
                  <a:pt x="38315" y="38947"/>
                </a:lnTo>
                <a:close/>
                <a:moveTo>
                  <a:pt x="132591" y="1302"/>
                </a:moveTo>
                <a:lnTo>
                  <a:pt x="134450" y="2100"/>
                </a:lnTo>
                <a:lnTo>
                  <a:pt x="131662" y="1701"/>
                </a:lnTo>
                <a:close/>
                <a:moveTo>
                  <a:pt x="112365" y="27611"/>
                </a:moveTo>
                <a:lnTo>
                  <a:pt x="114060" y="27981"/>
                </a:lnTo>
                <a:lnTo>
                  <a:pt x="111518" y="27796"/>
                </a:lnTo>
                <a:close/>
                <a:moveTo>
                  <a:pt x="151032" y="14819"/>
                </a:moveTo>
                <a:lnTo>
                  <a:pt x="151973" y="16416"/>
                </a:lnTo>
                <a:lnTo>
                  <a:pt x="150561" y="15618"/>
                </a:lnTo>
                <a:close/>
                <a:moveTo>
                  <a:pt x="172908" y="29307"/>
                </a:moveTo>
                <a:lnTo>
                  <a:pt x="173737" y="30183"/>
                </a:lnTo>
                <a:lnTo>
                  <a:pt x="172493" y="29745"/>
                </a:lnTo>
                <a:close/>
                <a:moveTo>
                  <a:pt x="129940" y="20253"/>
                </a:moveTo>
                <a:lnTo>
                  <a:pt x="131176" y="21834"/>
                </a:lnTo>
                <a:lnTo>
                  <a:pt x="129323" y="21044"/>
                </a:lnTo>
                <a:close/>
                <a:moveTo>
                  <a:pt x="49273" y="4872"/>
                </a:moveTo>
                <a:lnTo>
                  <a:pt x="50573" y="6036"/>
                </a:lnTo>
                <a:lnTo>
                  <a:pt x="48622" y="5454"/>
                </a:lnTo>
                <a:close/>
                <a:moveTo>
                  <a:pt x="212209" y="11537"/>
                </a:moveTo>
                <a:lnTo>
                  <a:pt x="214393" y="12106"/>
                </a:lnTo>
                <a:lnTo>
                  <a:pt x="211116" y="11821"/>
                </a:lnTo>
                <a:close/>
                <a:moveTo>
                  <a:pt x="111546" y="12840"/>
                </a:moveTo>
                <a:lnTo>
                  <a:pt x="112207" y="13504"/>
                </a:lnTo>
                <a:lnTo>
                  <a:pt x="111216" y="13172"/>
                </a:lnTo>
                <a:close/>
                <a:moveTo>
                  <a:pt x="96047" y="8576"/>
                </a:moveTo>
                <a:lnTo>
                  <a:pt x="96779" y="9982"/>
                </a:lnTo>
                <a:lnTo>
                  <a:pt x="95681" y="9279"/>
                </a:lnTo>
                <a:close/>
                <a:moveTo>
                  <a:pt x="75425" y="36380"/>
                </a:moveTo>
                <a:lnTo>
                  <a:pt x="76413" y="36732"/>
                </a:lnTo>
                <a:lnTo>
                  <a:pt x="74931" y="36556"/>
                </a:lnTo>
                <a:close/>
                <a:moveTo>
                  <a:pt x="43516" y="34327"/>
                </a:moveTo>
                <a:lnTo>
                  <a:pt x="44915" y="36017"/>
                </a:lnTo>
                <a:lnTo>
                  <a:pt x="42817" y="35172"/>
                </a:lnTo>
                <a:close/>
                <a:moveTo>
                  <a:pt x="108021" y="13508"/>
                </a:moveTo>
                <a:lnTo>
                  <a:pt x="109134" y="14493"/>
                </a:lnTo>
                <a:lnTo>
                  <a:pt x="107464" y="14001"/>
                </a:lnTo>
                <a:close/>
                <a:moveTo>
                  <a:pt x="187900" y="38301"/>
                </a:moveTo>
                <a:lnTo>
                  <a:pt x="189563" y="39805"/>
                </a:lnTo>
                <a:lnTo>
                  <a:pt x="187069" y="39053"/>
                </a:lnTo>
                <a:close/>
                <a:moveTo>
                  <a:pt x="82515" y="18481"/>
                </a:moveTo>
                <a:lnTo>
                  <a:pt x="82874" y="20120"/>
                </a:lnTo>
                <a:lnTo>
                  <a:pt x="82335" y="19301"/>
                </a:lnTo>
                <a:close/>
                <a:moveTo>
                  <a:pt x="228287" y="28562"/>
                </a:moveTo>
                <a:lnTo>
                  <a:pt x="229265" y="29381"/>
                </a:lnTo>
                <a:lnTo>
                  <a:pt x="227797" y="28971"/>
                </a:lnTo>
                <a:close/>
                <a:moveTo>
                  <a:pt x="146631" y="13661"/>
                </a:moveTo>
                <a:lnTo>
                  <a:pt x="147863" y="14258"/>
                </a:lnTo>
                <a:lnTo>
                  <a:pt x="146014" y="13960"/>
                </a:lnTo>
                <a:close/>
                <a:moveTo>
                  <a:pt x="204733" y="36862"/>
                </a:moveTo>
                <a:lnTo>
                  <a:pt x="206380" y="38508"/>
                </a:lnTo>
                <a:lnTo>
                  <a:pt x="203909" y="37685"/>
                </a:lnTo>
                <a:close/>
                <a:moveTo>
                  <a:pt x="234426" y="19842"/>
                </a:moveTo>
                <a:lnTo>
                  <a:pt x="234842" y="21179"/>
                </a:lnTo>
                <a:lnTo>
                  <a:pt x="234218" y="20510"/>
                </a:lnTo>
                <a:close/>
                <a:moveTo>
                  <a:pt x="110157" y="14187"/>
                </a:moveTo>
                <a:lnTo>
                  <a:pt x="110994" y="15343"/>
                </a:lnTo>
                <a:lnTo>
                  <a:pt x="109738" y="14765"/>
                </a:lnTo>
                <a:close/>
                <a:moveTo>
                  <a:pt x="216985" y="12751"/>
                </a:moveTo>
                <a:lnTo>
                  <a:pt x="218405" y="13724"/>
                </a:lnTo>
                <a:lnTo>
                  <a:pt x="216274" y="13237"/>
                </a:lnTo>
                <a:close/>
                <a:moveTo>
                  <a:pt x="209530" y="20318"/>
                </a:moveTo>
                <a:lnTo>
                  <a:pt x="211661" y="20721"/>
                </a:lnTo>
                <a:lnTo>
                  <a:pt x="208464" y="20519"/>
                </a:lnTo>
                <a:close/>
                <a:moveTo>
                  <a:pt x="240872" y="13021"/>
                </a:moveTo>
                <a:lnTo>
                  <a:pt x="242664" y="13973"/>
                </a:lnTo>
                <a:lnTo>
                  <a:pt x="239977" y="13497"/>
                </a:lnTo>
                <a:close/>
                <a:moveTo>
                  <a:pt x="71385" y="35362"/>
                </a:moveTo>
                <a:lnTo>
                  <a:pt x="72860" y="35903"/>
                </a:lnTo>
                <a:lnTo>
                  <a:pt x="70648" y="35633"/>
                </a:lnTo>
                <a:close/>
                <a:moveTo>
                  <a:pt x="154984" y="20855"/>
                </a:moveTo>
                <a:lnTo>
                  <a:pt x="157146" y="21925"/>
                </a:lnTo>
                <a:lnTo>
                  <a:pt x="153903" y="21390"/>
                </a:lnTo>
                <a:close/>
                <a:moveTo>
                  <a:pt x="151792" y="26986"/>
                </a:moveTo>
                <a:lnTo>
                  <a:pt x="152162" y="27966"/>
                </a:lnTo>
                <a:lnTo>
                  <a:pt x="151607" y="27476"/>
                </a:lnTo>
                <a:close/>
                <a:moveTo>
                  <a:pt x="238169" y="21067"/>
                </a:moveTo>
                <a:lnTo>
                  <a:pt x="238993" y="21738"/>
                </a:lnTo>
                <a:lnTo>
                  <a:pt x="237757" y="21403"/>
                </a:lnTo>
                <a:close/>
                <a:moveTo>
                  <a:pt x="81931" y="18699"/>
                </a:moveTo>
                <a:lnTo>
                  <a:pt x="82810" y="19779"/>
                </a:lnTo>
                <a:lnTo>
                  <a:pt x="81492" y="19239"/>
                </a:lnTo>
                <a:close/>
                <a:moveTo>
                  <a:pt x="40845" y="3638"/>
                </a:moveTo>
                <a:lnTo>
                  <a:pt x="41318" y="4547"/>
                </a:lnTo>
                <a:lnTo>
                  <a:pt x="40609" y="4093"/>
                </a:lnTo>
                <a:close/>
                <a:moveTo>
                  <a:pt x="43998" y="10995"/>
                </a:moveTo>
                <a:lnTo>
                  <a:pt x="44716" y="11868"/>
                </a:lnTo>
                <a:lnTo>
                  <a:pt x="43638" y="11432"/>
                </a:lnTo>
                <a:close/>
                <a:moveTo>
                  <a:pt x="171893" y="633"/>
                </a:moveTo>
                <a:lnTo>
                  <a:pt x="172798" y="2214"/>
                </a:lnTo>
                <a:lnTo>
                  <a:pt x="171440" y="1423"/>
                </a:lnTo>
                <a:close/>
                <a:moveTo>
                  <a:pt x="10966" y="38015"/>
                </a:moveTo>
                <a:lnTo>
                  <a:pt x="11520" y="38812"/>
                </a:lnTo>
                <a:lnTo>
                  <a:pt x="10689" y="38414"/>
                </a:lnTo>
                <a:close/>
                <a:moveTo>
                  <a:pt x="234877" y="30787"/>
                </a:moveTo>
                <a:lnTo>
                  <a:pt x="235697" y="31753"/>
                </a:lnTo>
                <a:lnTo>
                  <a:pt x="234467" y="31270"/>
                </a:lnTo>
                <a:close/>
                <a:moveTo>
                  <a:pt x="85640" y="23070"/>
                </a:moveTo>
                <a:lnTo>
                  <a:pt x="86059" y="24509"/>
                </a:lnTo>
                <a:lnTo>
                  <a:pt x="85430" y="23789"/>
                </a:lnTo>
                <a:close/>
                <a:moveTo>
                  <a:pt x="110168" y="34276"/>
                </a:moveTo>
                <a:lnTo>
                  <a:pt x="110745" y="34832"/>
                </a:lnTo>
                <a:lnTo>
                  <a:pt x="109879" y="34554"/>
                </a:lnTo>
                <a:close/>
                <a:moveTo>
                  <a:pt x="208030" y="26934"/>
                </a:moveTo>
                <a:lnTo>
                  <a:pt x="209091" y="28228"/>
                </a:lnTo>
                <a:lnTo>
                  <a:pt x="207499" y="27581"/>
                </a:lnTo>
                <a:close/>
                <a:moveTo>
                  <a:pt x="12447" y="9889"/>
                </a:moveTo>
                <a:lnTo>
                  <a:pt x="13097" y="11641"/>
                </a:lnTo>
                <a:lnTo>
                  <a:pt x="12122" y="10765"/>
                </a:lnTo>
                <a:close/>
                <a:moveTo>
                  <a:pt x="227361" y="36396"/>
                </a:moveTo>
                <a:lnTo>
                  <a:pt x="228871" y="38193"/>
                </a:lnTo>
                <a:lnTo>
                  <a:pt x="226605" y="37294"/>
                </a:lnTo>
                <a:close/>
                <a:moveTo>
                  <a:pt x="74000" y="12139"/>
                </a:moveTo>
                <a:lnTo>
                  <a:pt x="75984" y="13677"/>
                </a:lnTo>
                <a:lnTo>
                  <a:pt x="73008" y="12908"/>
                </a:lnTo>
                <a:close/>
                <a:moveTo>
                  <a:pt x="198632" y="27935"/>
                </a:moveTo>
                <a:lnTo>
                  <a:pt x="200218" y="28271"/>
                </a:lnTo>
                <a:lnTo>
                  <a:pt x="197840" y="28103"/>
                </a:lnTo>
                <a:close/>
                <a:moveTo>
                  <a:pt x="76944" y="14147"/>
                </a:moveTo>
                <a:lnTo>
                  <a:pt x="78868" y="14879"/>
                </a:lnTo>
                <a:lnTo>
                  <a:pt x="75982" y="14513"/>
                </a:lnTo>
                <a:close/>
              </a:path>
            </a:pathLst>
          </a:custGeom>
          <a:solidFill>
            <a:srgbClr val="FFFFFF">
              <a:alpha val="20000"/>
            </a:srgbClr>
          </a:solidFill>
          <a:ln w="0" cap="rnd" cmpd="sng" algn="ctr">
            <a:solidFill>
              <a:srgbClr val="FFFFFF">
                <a:alpha val="0"/>
              </a:srgbClr>
            </a:solidFill>
            <a:round/>
            <a:headEnd type="none"/>
            <a:tailEnd type="none"/>
          </a:ln>
        </p:spPr>
      </p:sp>
      <p:sp>
        <p:nvSpPr>
          <p:cNvPr id="913" name="neuron-level models / 0899 hidden unit boundary"/>
          <p:cNvSpPr/>
          <p:nvPr/>
        </p:nvSpPr>
        <p:spPr>
          <a:xfrm>
            <a:off x="9713214" y="3072384"/>
            <a:ext cx="914" cy="393192"/>
          </a:xfrm>
          <a:custGeom>
            <a:avLst/>
            <a:gdLst/>
            <a:ahLst/>
            <a:cxnLst/>
            <a:rect l="0" t="0" r="r" b="b"/>
            <a:pathLst>
              <a:path w="100" h="43000" fill="none" stroke="1" extrusionOk="0">
                <a:moveTo>
                  <a:pt x="0" y="0"/>
                </a:moveTo>
                <a:lnTo>
                  <a:pt x="0" y="43000"/>
                </a:lnTo>
              </a:path>
            </a:pathLst>
          </a:custGeom>
          <a:noFill/>
          <a:ln w="14630" cap="rnd" cmpd="sng" algn="ctr">
            <a:solidFill>
              <a:srgbClr val="000000"/>
            </a:solidFill>
            <a:round/>
            <a:headEnd type="none"/>
            <a:tailEnd type="none"/>
          </a:ln>
        </p:spPr>
      </p:sp>
      <p:sp>
        <p:nvSpPr>
          <p:cNvPr id="914" name="neuron-level models / 0900 hidden unit boundary"/>
          <p:cNvSpPr/>
          <p:nvPr/>
        </p:nvSpPr>
        <p:spPr>
          <a:xfrm>
            <a:off x="9907524" y="3072384"/>
            <a:ext cx="914" cy="393192"/>
          </a:xfrm>
          <a:custGeom>
            <a:avLst/>
            <a:gdLst/>
            <a:ahLst/>
            <a:cxnLst/>
            <a:rect l="0" t="0" r="r" b="b"/>
            <a:pathLst>
              <a:path w="100" h="43000" fill="none" stroke="1" extrusionOk="0">
                <a:moveTo>
                  <a:pt x="0" y="0"/>
                </a:moveTo>
                <a:lnTo>
                  <a:pt x="0" y="43000"/>
                </a:lnTo>
              </a:path>
            </a:pathLst>
          </a:custGeom>
          <a:noFill/>
          <a:ln w="14630" cap="rnd" cmpd="sng" algn="ctr">
            <a:solidFill>
              <a:srgbClr val="000000"/>
            </a:solidFill>
            <a:round/>
            <a:headEnd type="none"/>
            <a:tailEnd type="none"/>
          </a:ln>
        </p:spPr>
      </p:sp>
      <p:sp>
        <p:nvSpPr>
          <p:cNvPr id="915" name="neuron-level models / 0901 hidden unit boundary"/>
          <p:cNvSpPr/>
          <p:nvPr/>
        </p:nvSpPr>
        <p:spPr>
          <a:xfrm>
            <a:off x="10101834" y="3072384"/>
            <a:ext cx="914" cy="393192"/>
          </a:xfrm>
          <a:custGeom>
            <a:avLst/>
            <a:gdLst/>
            <a:ahLst/>
            <a:cxnLst/>
            <a:rect l="0" t="0" r="r" b="b"/>
            <a:pathLst>
              <a:path w="100" h="43000" fill="none" stroke="1" extrusionOk="0">
                <a:moveTo>
                  <a:pt x="0" y="0"/>
                </a:moveTo>
                <a:lnTo>
                  <a:pt x="0" y="43000"/>
                </a:lnTo>
              </a:path>
            </a:pathLst>
          </a:custGeom>
          <a:noFill/>
          <a:ln w="14630" cap="rnd" cmpd="sng" algn="ctr">
            <a:solidFill>
              <a:srgbClr val="000000"/>
            </a:solidFill>
            <a:round/>
            <a:headEnd type="none"/>
            <a:tailEnd type="none"/>
          </a:ln>
        </p:spPr>
      </p:sp>
      <p:sp>
        <p:nvSpPr>
          <p:cNvPr id="916" name="neuron-level models / 0902 hidden unit boundary"/>
          <p:cNvSpPr/>
          <p:nvPr/>
        </p:nvSpPr>
        <p:spPr>
          <a:xfrm>
            <a:off x="10296144" y="3072384"/>
            <a:ext cx="914" cy="393192"/>
          </a:xfrm>
          <a:custGeom>
            <a:avLst/>
            <a:gdLst/>
            <a:ahLst/>
            <a:cxnLst/>
            <a:rect l="0" t="0" r="r" b="b"/>
            <a:pathLst>
              <a:path w="100" h="43000" fill="none" stroke="1" extrusionOk="0">
                <a:moveTo>
                  <a:pt x="0" y="0"/>
                </a:moveTo>
                <a:lnTo>
                  <a:pt x="0" y="43000"/>
                </a:lnTo>
              </a:path>
            </a:pathLst>
          </a:custGeom>
          <a:noFill/>
          <a:ln w="14630" cap="rnd" cmpd="sng" algn="ctr">
            <a:solidFill>
              <a:srgbClr val="000000"/>
            </a:solidFill>
            <a:round/>
            <a:headEnd type="none"/>
            <a:tailEnd type="none"/>
          </a:ln>
        </p:spPr>
      </p:sp>
      <p:sp>
        <p:nvSpPr>
          <p:cNvPr id="917" name="neuron-level models / 0903 hidden unit boundary"/>
          <p:cNvSpPr/>
          <p:nvPr/>
        </p:nvSpPr>
        <p:spPr>
          <a:xfrm>
            <a:off x="10490454" y="3072384"/>
            <a:ext cx="914" cy="393192"/>
          </a:xfrm>
          <a:custGeom>
            <a:avLst/>
            <a:gdLst/>
            <a:ahLst/>
            <a:cxnLst/>
            <a:rect l="0" t="0" r="r" b="b"/>
            <a:pathLst>
              <a:path w="100" h="43000" fill="none" stroke="1" extrusionOk="0">
                <a:moveTo>
                  <a:pt x="0" y="0"/>
                </a:moveTo>
                <a:lnTo>
                  <a:pt x="0" y="43000"/>
                </a:lnTo>
              </a:path>
            </a:pathLst>
          </a:custGeom>
          <a:noFill/>
          <a:ln w="14630" cap="rnd" cmpd="sng" algn="ctr">
            <a:solidFill>
              <a:srgbClr val="000000"/>
            </a:solidFill>
            <a:round/>
            <a:headEnd type="none"/>
            <a:tailEnd type="none"/>
          </a:ln>
        </p:spPr>
      </p:sp>
      <p:sp>
        <p:nvSpPr>
          <p:cNvPr id="918" name="neuron-level models / 0904 hidden unit boundary"/>
          <p:cNvSpPr/>
          <p:nvPr/>
        </p:nvSpPr>
        <p:spPr>
          <a:xfrm>
            <a:off x="10684764" y="3072384"/>
            <a:ext cx="914" cy="393192"/>
          </a:xfrm>
          <a:custGeom>
            <a:avLst/>
            <a:gdLst/>
            <a:ahLst/>
            <a:cxnLst/>
            <a:rect l="0" t="0" r="r" b="b"/>
            <a:pathLst>
              <a:path w="100" h="43000" fill="none" stroke="1" extrusionOk="0">
                <a:moveTo>
                  <a:pt x="0" y="0"/>
                </a:moveTo>
                <a:lnTo>
                  <a:pt x="0" y="43000"/>
                </a:lnTo>
              </a:path>
            </a:pathLst>
          </a:custGeom>
          <a:noFill/>
          <a:ln w="14630" cap="rnd" cmpd="sng" algn="ctr">
            <a:solidFill>
              <a:srgbClr val="000000"/>
            </a:solidFill>
            <a:round/>
            <a:headEnd type="none"/>
            <a:tailEnd type="none"/>
          </a:ln>
        </p:spPr>
      </p:sp>
      <p:sp>
        <p:nvSpPr>
          <p:cNvPr id="919" name="neuron-level models / 0905 hidden unit boundary"/>
          <p:cNvSpPr/>
          <p:nvPr/>
        </p:nvSpPr>
        <p:spPr>
          <a:xfrm>
            <a:off x="10879074" y="3072384"/>
            <a:ext cx="914" cy="393192"/>
          </a:xfrm>
          <a:custGeom>
            <a:avLst/>
            <a:gdLst/>
            <a:ahLst/>
            <a:cxnLst/>
            <a:rect l="0" t="0" r="r" b="b"/>
            <a:pathLst>
              <a:path w="100" h="43000" fill="none" stroke="1" extrusionOk="0">
                <a:moveTo>
                  <a:pt x="0" y="0"/>
                </a:moveTo>
                <a:lnTo>
                  <a:pt x="0" y="43000"/>
                </a:lnTo>
              </a:path>
            </a:pathLst>
          </a:custGeom>
          <a:noFill/>
          <a:ln w="14630" cap="rnd" cmpd="sng" algn="ctr">
            <a:solidFill>
              <a:srgbClr val="000000"/>
            </a:solidFill>
            <a:round/>
            <a:headEnd type="none"/>
            <a:tailEnd type="none"/>
          </a:ln>
        </p:spPr>
      </p:sp>
      <p:sp>
        <p:nvSpPr>
          <p:cNvPr id="920" name="neuron-level models / 0906 hidden unit boundary"/>
          <p:cNvSpPr/>
          <p:nvPr/>
        </p:nvSpPr>
        <p:spPr>
          <a:xfrm>
            <a:off x="11073384" y="3072384"/>
            <a:ext cx="914" cy="393192"/>
          </a:xfrm>
          <a:custGeom>
            <a:avLst/>
            <a:gdLst/>
            <a:ahLst/>
            <a:cxnLst/>
            <a:rect l="0" t="0" r="r" b="b"/>
            <a:pathLst>
              <a:path w="100" h="43000" fill="none" stroke="1" extrusionOk="0">
                <a:moveTo>
                  <a:pt x="0" y="0"/>
                </a:moveTo>
                <a:lnTo>
                  <a:pt x="0" y="43000"/>
                </a:lnTo>
              </a:path>
            </a:pathLst>
          </a:custGeom>
          <a:noFill/>
          <a:ln w="14630" cap="rnd" cmpd="sng" algn="ctr">
            <a:solidFill>
              <a:srgbClr val="000000"/>
            </a:solidFill>
            <a:round/>
            <a:headEnd type="none"/>
            <a:tailEnd type="none"/>
          </a:ln>
        </p:spPr>
      </p:sp>
      <p:sp>
        <p:nvSpPr>
          <p:cNvPr id="921" name="neuron-level models / 0907 hidden unit boundary"/>
          <p:cNvSpPr/>
          <p:nvPr/>
        </p:nvSpPr>
        <p:spPr>
          <a:xfrm>
            <a:off x="11267694" y="3072384"/>
            <a:ext cx="914" cy="393192"/>
          </a:xfrm>
          <a:custGeom>
            <a:avLst/>
            <a:gdLst/>
            <a:ahLst/>
            <a:cxnLst/>
            <a:rect l="0" t="0" r="r" b="b"/>
            <a:pathLst>
              <a:path w="100" h="43000" fill="none" stroke="1" extrusionOk="0">
                <a:moveTo>
                  <a:pt x="0" y="0"/>
                </a:moveTo>
                <a:lnTo>
                  <a:pt x="0" y="43000"/>
                </a:lnTo>
              </a:path>
            </a:pathLst>
          </a:custGeom>
          <a:noFill/>
          <a:ln w="14630" cap="rnd" cmpd="sng" algn="ctr">
            <a:solidFill>
              <a:srgbClr val="000000"/>
            </a:solidFill>
            <a:round/>
            <a:headEnd type="none"/>
            <a:tailEnd type="none"/>
          </a:ln>
        </p:spPr>
      </p:sp>
      <p:sp>
        <p:nvSpPr>
          <p:cNvPr id="922" name="neuron-level models / 0908 hidden unit boundary"/>
          <p:cNvSpPr/>
          <p:nvPr/>
        </p:nvSpPr>
        <p:spPr>
          <a:xfrm>
            <a:off x="11462004" y="3072384"/>
            <a:ext cx="914" cy="393192"/>
          </a:xfrm>
          <a:custGeom>
            <a:avLst/>
            <a:gdLst/>
            <a:ahLst/>
            <a:cxnLst/>
            <a:rect l="0" t="0" r="r" b="b"/>
            <a:pathLst>
              <a:path w="100" h="43000" fill="none" stroke="1" extrusionOk="0">
                <a:moveTo>
                  <a:pt x="0" y="0"/>
                </a:moveTo>
                <a:lnTo>
                  <a:pt x="0" y="43000"/>
                </a:lnTo>
              </a:path>
            </a:pathLst>
          </a:custGeom>
          <a:noFill/>
          <a:ln w="14630" cap="rnd" cmpd="sng" algn="ctr">
            <a:solidFill>
              <a:srgbClr val="000000"/>
            </a:solidFill>
            <a:round/>
            <a:headEnd type="none"/>
            <a:tailEnd type="none"/>
          </a:ln>
        </p:spPr>
      </p:sp>
      <p:sp>
        <p:nvSpPr>
          <p:cNvPr id="923" name="neuron-level models / 0909 hidden unit boundary"/>
          <p:cNvSpPr/>
          <p:nvPr/>
        </p:nvSpPr>
        <p:spPr>
          <a:xfrm>
            <a:off x="11656314" y="3072384"/>
            <a:ext cx="914" cy="393192"/>
          </a:xfrm>
          <a:custGeom>
            <a:avLst/>
            <a:gdLst/>
            <a:ahLst/>
            <a:cxnLst/>
            <a:rect l="0" t="0" r="r" b="b"/>
            <a:pathLst>
              <a:path w="100" h="43000" fill="none" stroke="1" extrusionOk="0">
                <a:moveTo>
                  <a:pt x="0" y="0"/>
                </a:moveTo>
                <a:lnTo>
                  <a:pt x="0" y="43000"/>
                </a:lnTo>
              </a:path>
            </a:pathLst>
          </a:custGeom>
          <a:noFill/>
          <a:ln w="14630" cap="rnd" cmpd="sng" algn="ctr">
            <a:solidFill>
              <a:srgbClr val="000000"/>
            </a:solidFill>
            <a:round/>
            <a:headEnd type="none"/>
            <a:tailEnd type="none"/>
          </a:ln>
        </p:spPr>
      </p:sp>
      <p:sp>
        <p:nvSpPr>
          <p:cNvPr id="924" name="neuron-level models / 0910 red neuron node"/>
          <p:cNvSpPr/>
          <p:nvPr/>
        </p:nvSpPr>
        <p:spPr>
          <a:xfrm>
            <a:off x="9580169" y="3471977"/>
            <a:ext cx="42062" cy="42062"/>
          </a:xfrm>
          <a:custGeom>
            <a:avLst/>
            <a:gdLst/>
            <a:ahLst/>
            <a:cxnLst/>
            <a:rect l="0" t="0" r="r" b="b"/>
            <a:pathLst>
              <a:path w="4600" h="4600" fill="norm" stroke="1" extrusionOk="0">
                <a:moveTo>
                  <a:pt x="4600" y="2300"/>
                </a:moveTo>
                <a:cubicBezTo>
                  <a:pt x="4600" y="3570"/>
                  <a:pt x="3570" y="4600"/>
                  <a:pt x="2300" y="4600"/>
                </a:cubicBezTo>
                <a:cubicBezTo>
                  <a:pt x="1030" y="4600"/>
                  <a:pt x="0" y="3570"/>
                  <a:pt x="0" y="2300"/>
                </a:cubicBezTo>
                <a:cubicBezTo>
                  <a:pt x="0" y="1030"/>
                  <a:pt x="1030" y="0"/>
                  <a:pt x="2300" y="0"/>
                </a:cubicBezTo>
                <a:cubicBezTo>
                  <a:pt x="3570" y="0"/>
                  <a:pt x="4600" y="1030"/>
                  <a:pt x="4600" y="2300"/>
                </a:cubicBezTo>
                <a:close/>
              </a:path>
            </a:pathLst>
          </a:custGeom>
          <a:solidFill>
            <a:srgbClr val="FF362D"/>
          </a:solidFill>
          <a:ln w="0" cap="rnd" cmpd="sng" algn="ctr">
            <a:solidFill>
              <a:srgbClr val="FFFFFF">
                <a:alpha val="0"/>
              </a:srgbClr>
            </a:solidFill>
            <a:round/>
            <a:headEnd type="none"/>
            <a:tailEnd type="none"/>
          </a:ln>
        </p:spPr>
      </p:sp>
      <p:sp>
        <p:nvSpPr>
          <p:cNvPr id="925" name="neuron-level models / 0911 red neuron node"/>
          <p:cNvSpPr/>
          <p:nvPr/>
        </p:nvSpPr>
        <p:spPr>
          <a:xfrm>
            <a:off x="9773107" y="3471977"/>
            <a:ext cx="42062" cy="42062"/>
          </a:xfrm>
          <a:custGeom>
            <a:avLst/>
            <a:gdLst/>
            <a:ahLst/>
            <a:cxnLst/>
            <a:rect l="0" t="0" r="r" b="b"/>
            <a:pathLst>
              <a:path w="4600" h="4600" fill="norm" stroke="1" extrusionOk="0">
                <a:moveTo>
                  <a:pt x="4600" y="2300"/>
                </a:moveTo>
                <a:cubicBezTo>
                  <a:pt x="4600" y="3570"/>
                  <a:pt x="3570" y="4600"/>
                  <a:pt x="2300" y="4600"/>
                </a:cubicBezTo>
                <a:cubicBezTo>
                  <a:pt x="1030" y="4600"/>
                  <a:pt x="0" y="3570"/>
                  <a:pt x="0" y="2300"/>
                </a:cubicBezTo>
                <a:cubicBezTo>
                  <a:pt x="0" y="1030"/>
                  <a:pt x="1030" y="0"/>
                  <a:pt x="2300" y="0"/>
                </a:cubicBezTo>
                <a:cubicBezTo>
                  <a:pt x="3570" y="0"/>
                  <a:pt x="4600" y="1030"/>
                  <a:pt x="4600" y="2300"/>
                </a:cubicBezTo>
                <a:close/>
              </a:path>
            </a:pathLst>
          </a:custGeom>
          <a:solidFill>
            <a:srgbClr val="FF362D"/>
          </a:solidFill>
          <a:ln w="0" cap="rnd" cmpd="sng" algn="ctr">
            <a:solidFill>
              <a:srgbClr val="FFFFFF">
                <a:alpha val="0"/>
              </a:srgbClr>
            </a:solidFill>
            <a:round/>
            <a:headEnd type="none"/>
            <a:tailEnd type="none"/>
          </a:ln>
        </p:spPr>
      </p:sp>
      <p:sp>
        <p:nvSpPr>
          <p:cNvPr id="926" name="neuron-level models / 0912 red neuron node"/>
          <p:cNvSpPr/>
          <p:nvPr/>
        </p:nvSpPr>
        <p:spPr>
          <a:xfrm>
            <a:off x="9966046" y="3471977"/>
            <a:ext cx="42062" cy="42062"/>
          </a:xfrm>
          <a:custGeom>
            <a:avLst/>
            <a:gdLst/>
            <a:ahLst/>
            <a:cxnLst/>
            <a:rect l="0" t="0" r="r" b="b"/>
            <a:pathLst>
              <a:path w="4600" h="4600" fill="norm" stroke="1" extrusionOk="0">
                <a:moveTo>
                  <a:pt x="4600" y="2300"/>
                </a:moveTo>
                <a:cubicBezTo>
                  <a:pt x="4600" y="3570"/>
                  <a:pt x="3570" y="4600"/>
                  <a:pt x="2300" y="4600"/>
                </a:cubicBezTo>
                <a:cubicBezTo>
                  <a:pt x="1030" y="4600"/>
                  <a:pt x="0" y="3570"/>
                  <a:pt x="0" y="2300"/>
                </a:cubicBezTo>
                <a:cubicBezTo>
                  <a:pt x="0" y="1030"/>
                  <a:pt x="1030" y="0"/>
                  <a:pt x="2300" y="0"/>
                </a:cubicBezTo>
                <a:cubicBezTo>
                  <a:pt x="3570" y="0"/>
                  <a:pt x="4600" y="1030"/>
                  <a:pt x="4600" y="2300"/>
                </a:cubicBezTo>
                <a:close/>
              </a:path>
            </a:pathLst>
          </a:custGeom>
          <a:solidFill>
            <a:srgbClr val="FF362D"/>
          </a:solidFill>
          <a:ln w="0" cap="rnd" cmpd="sng" algn="ctr">
            <a:solidFill>
              <a:srgbClr val="FFFFFF">
                <a:alpha val="0"/>
              </a:srgbClr>
            </a:solidFill>
            <a:round/>
            <a:headEnd type="none"/>
            <a:tailEnd type="none"/>
          </a:ln>
        </p:spPr>
      </p:sp>
      <p:sp>
        <p:nvSpPr>
          <p:cNvPr id="927" name="neuron-level models / 0913 red neuron node"/>
          <p:cNvSpPr/>
          <p:nvPr/>
        </p:nvSpPr>
        <p:spPr>
          <a:xfrm>
            <a:off x="10158984" y="3471977"/>
            <a:ext cx="42062" cy="42062"/>
          </a:xfrm>
          <a:custGeom>
            <a:avLst/>
            <a:gdLst/>
            <a:ahLst/>
            <a:cxnLst/>
            <a:rect l="0" t="0" r="r" b="b"/>
            <a:pathLst>
              <a:path w="4600" h="4600" fill="norm" stroke="1" extrusionOk="0">
                <a:moveTo>
                  <a:pt x="4600" y="2300"/>
                </a:moveTo>
                <a:cubicBezTo>
                  <a:pt x="4600" y="3570"/>
                  <a:pt x="3570" y="4600"/>
                  <a:pt x="2300" y="4600"/>
                </a:cubicBezTo>
                <a:cubicBezTo>
                  <a:pt x="1030" y="4600"/>
                  <a:pt x="0" y="3570"/>
                  <a:pt x="0" y="2300"/>
                </a:cubicBezTo>
                <a:cubicBezTo>
                  <a:pt x="0" y="1030"/>
                  <a:pt x="1030" y="0"/>
                  <a:pt x="2300" y="0"/>
                </a:cubicBezTo>
                <a:cubicBezTo>
                  <a:pt x="3570" y="0"/>
                  <a:pt x="4600" y="1030"/>
                  <a:pt x="4600" y="2300"/>
                </a:cubicBezTo>
                <a:close/>
              </a:path>
            </a:pathLst>
          </a:custGeom>
          <a:solidFill>
            <a:srgbClr val="FF362D"/>
          </a:solidFill>
          <a:ln w="0" cap="rnd" cmpd="sng" algn="ctr">
            <a:solidFill>
              <a:srgbClr val="FFFFFF">
                <a:alpha val="0"/>
              </a:srgbClr>
            </a:solidFill>
            <a:round/>
            <a:headEnd type="none"/>
            <a:tailEnd type="none"/>
          </a:ln>
        </p:spPr>
      </p:sp>
      <p:sp>
        <p:nvSpPr>
          <p:cNvPr id="928" name="neuron-level models / 0914 red neuron node"/>
          <p:cNvSpPr/>
          <p:nvPr/>
        </p:nvSpPr>
        <p:spPr>
          <a:xfrm>
            <a:off x="10351922" y="3471977"/>
            <a:ext cx="42062" cy="42062"/>
          </a:xfrm>
          <a:custGeom>
            <a:avLst/>
            <a:gdLst/>
            <a:ahLst/>
            <a:cxnLst/>
            <a:rect l="0" t="0" r="r" b="b"/>
            <a:pathLst>
              <a:path w="4600" h="4600" fill="norm" stroke="1" extrusionOk="0">
                <a:moveTo>
                  <a:pt x="4600" y="2300"/>
                </a:moveTo>
                <a:cubicBezTo>
                  <a:pt x="4600" y="3570"/>
                  <a:pt x="3570" y="4600"/>
                  <a:pt x="2300" y="4600"/>
                </a:cubicBezTo>
                <a:cubicBezTo>
                  <a:pt x="1030" y="4600"/>
                  <a:pt x="0" y="3570"/>
                  <a:pt x="0" y="2300"/>
                </a:cubicBezTo>
                <a:cubicBezTo>
                  <a:pt x="0" y="1030"/>
                  <a:pt x="1030" y="0"/>
                  <a:pt x="2300" y="0"/>
                </a:cubicBezTo>
                <a:cubicBezTo>
                  <a:pt x="3570" y="0"/>
                  <a:pt x="4600" y="1030"/>
                  <a:pt x="4600" y="2300"/>
                </a:cubicBezTo>
                <a:close/>
              </a:path>
            </a:pathLst>
          </a:custGeom>
          <a:solidFill>
            <a:srgbClr val="FF362D"/>
          </a:solidFill>
          <a:ln w="0" cap="rnd" cmpd="sng" algn="ctr">
            <a:solidFill>
              <a:srgbClr val="FFFFFF">
                <a:alpha val="0"/>
              </a:srgbClr>
            </a:solidFill>
            <a:round/>
            <a:headEnd type="none"/>
            <a:tailEnd type="none"/>
          </a:ln>
        </p:spPr>
      </p:sp>
      <p:sp>
        <p:nvSpPr>
          <p:cNvPr id="929" name="neuron-level models / 0915 red neuron node"/>
          <p:cNvSpPr/>
          <p:nvPr/>
        </p:nvSpPr>
        <p:spPr>
          <a:xfrm>
            <a:off x="10544861" y="3471977"/>
            <a:ext cx="42062" cy="42062"/>
          </a:xfrm>
          <a:custGeom>
            <a:avLst/>
            <a:gdLst/>
            <a:ahLst/>
            <a:cxnLst/>
            <a:rect l="0" t="0" r="r" b="b"/>
            <a:pathLst>
              <a:path w="4600" h="4600" fill="norm" stroke="1" extrusionOk="0">
                <a:moveTo>
                  <a:pt x="4600" y="2300"/>
                </a:moveTo>
                <a:cubicBezTo>
                  <a:pt x="4600" y="3570"/>
                  <a:pt x="3570" y="4600"/>
                  <a:pt x="2300" y="4600"/>
                </a:cubicBezTo>
                <a:cubicBezTo>
                  <a:pt x="1030" y="4600"/>
                  <a:pt x="0" y="3570"/>
                  <a:pt x="0" y="2300"/>
                </a:cubicBezTo>
                <a:cubicBezTo>
                  <a:pt x="0" y="1030"/>
                  <a:pt x="1030" y="0"/>
                  <a:pt x="2300" y="0"/>
                </a:cubicBezTo>
                <a:cubicBezTo>
                  <a:pt x="3570" y="0"/>
                  <a:pt x="4600" y="1030"/>
                  <a:pt x="4600" y="2300"/>
                </a:cubicBezTo>
                <a:close/>
              </a:path>
            </a:pathLst>
          </a:custGeom>
          <a:solidFill>
            <a:srgbClr val="FF362D"/>
          </a:solidFill>
          <a:ln w="0" cap="rnd" cmpd="sng" algn="ctr">
            <a:solidFill>
              <a:srgbClr val="FFFFFF">
                <a:alpha val="0"/>
              </a:srgbClr>
            </a:solidFill>
            <a:round/>
            <a:headEnd type="none"/>
            <a:tailEnd type="none"/>
          </a:ln>
        </p:spPr>
      </p:sp>
      <p:sp>
        <p:nvSpPr>
          <p:cNvPr id="930" name="neuron-level models / 0916 red neuron node"/>
          <p:cNvSpPr/>
          <p:nvPr/>
        </p:nvSpPr>
        <p:spPr>
          <a:xfrm>
            <a:off x="10737799" y="3471977"/>
            <a:ext cx="42062" cy="42062"/>
          </a:xfrm>
          <a:custGeom>
            <a:avLst/>
            <a:gdLst/>
            <a:ahLst/>
            <a:cxnLst/>
            <a:rect l="0" t="0" r="r" b="b"/>
            <a:pathLst>
              <a:path w="4600" h="4600" fill="norm" stroke="1" extrusionOk="0">
                <a:moveTo>
                  <a:pt x="4600" y="2300"/>
                </a:moveTo>
                <a:cubicBezTo>
                  <a:pt x="4600" y="3570"/>
                  <a:pt x="3570" y="4600"/>
                  <a:pt x="2300" y="4600"/>
                </a:cubicBezTo>
                <a:cubicBezTo>
                  <a:pt x="1030" y="4600"/>
                  <a:pt x="0" y="3570"/>
                  <a:pt x="0" y="2300"/>
                </a:cubicBezTo>
                <a:cubicBezTo>
                  <a:pt x="0" y="1030"/>
                  <a:pt x="1030" y="0"/>
                  <a:pt x="2300" y="0"/>
                </a:cubicBezTo>
                <a:cubicBezTo>
                  <a:pt x="3570" y="0"/>
                  <a:pt x="4600" y="1030"/>
                  <a:pt x="4600" y="2300"/>
                </a:cubicBezTo>
                <a:close/>
              </a:path>
            </a:pathLst>
          </a:custGeom>
          <a:solidFill>
            <a:srgbClr val="FF362D"/>
          </a:solidFill>
          <a:ln w="0" cap="rnd" cmpd="sng" algn="ctr">
            <a:solidFill>
              <a:srgbClr val="FFFFFF">
                <a:alpha val="0"/>
              </a:srgbClr>
            </a:solidFill>
            <a:round/>
            <a:headEnd type="none"/>
            <a:tailEnd type="none"/>
          </a:ln>
        </p:spPr>
      </p:sp>
      <p:sp>
        <p:nvSpPr>
          <p:cNvPr id="931" name="neuron-level models / 0917 red neuron node"/>
          <p:cNvSpPr/>
          <p:nvPr/>
        </p:nvSpPr>
        <p:spPr>
          <a:xfrm>
            <a:off x="10930738" y="3471977"/>
            <a:ext cx="42062" cy="42062"/>
          </a:xfrm>
          <a:custGeom>
            <a:avLst/>
            <a:gdLst/>
            <a:ahLst/>
            <a:cxnLst/>
            <a:rect l="0" t="0" r="r" b="b"/>
            <a:pathLst>
              <a:path w="4600" h="4600" fill="norm" stroke="1" extrusionOk="0">
                <a:moveTo>
                  <a:pt x="4600" y="2300"/>
                </a:moveTo>
                <a:cubicBezTo>
                  <a:pt x="4600" y="3570"/>
                  <a:pt x="3570" y="4600"/>
                  <a:pt x="2300" y="4600"/>
                </a:cubicBezTo>
                <a:cubicBezTo>
                  <a:pt x="1030" y="4600"/>
                  <a:pt x="0" y="3570"/>
                  <a:pt x="0" y="2300"/>
                </a:cubicBezTo>
                <a:cubicBezTo>
                  <a:pt x="0" y="1030"/>
                  <a:pt x="1030" y="0"/>
                  <a:pt x="2300" y="0"/>
                </a:cubicBezTo>
                <a:cubicBezTo>
                  <a:pt x="3570" y="0"/>
                  <a:pt x="4600" y="1030"/>
                  <a:pt x="4600" y="2300"/>
                </a:cubicBezTo>
                <a:close/>
              </a:path>
            </a:pathLst>
          </a:custGeom>
          <a:solidFill>
            <a:srgbClr val="FF362D"/>
          </a:solidFill>
          <a:ln w="0" cap="rnd" cmpd="sng" algn="ctr">
            <a:solidFill>
              <a:srgbClr val="FFFFFF">
                <a:alpha val="0"/>
              </a:srgbClr>
            </a:solidFill>
            <a:round/>
            <a:headEnd type="none"/>
            <a:tailEnd type="none"/>
          </a:ln>
        </p:spPr>
      </p:sp>
      <p:sp>
        <p:nvSpPr>
          <p:cNvPr id="932" name="neuron-level models / 0918 red neuron node"/>
          <p:cNvSpPr/>
          <p:nvPr/>
        </p:nvSpPr>
        <p:spPr>
          <a:xfrm>
            <a:off x="11123676" y="3471977"/>
            <a:ext cx="42062" cy="42062"/>
          </a:xfrm>
          <a:custGeom>
            <a:avLst/>
            <a:gdLst/>
            <a:ahLst/>
            <a:cxnLst/>
            <a:rect l="0" t="0" r="r" b="b"/>
            <a:pathLst>
              <a:path w="4600" h="4600" fill="norm" stroke="1" extrusionOk="0">
                <a:moveTo>
                  <a:pt x="4600" y="2300"/>
                </a:moveTo>
                <a:cubicBezTo>
                  <a:pt x="4600" y="3570"/>
                  <a:pt x="3570" y="4600"/>
                  <a:pt x="2300" y="4600"/>
                </a:cubicBezTo>
                <a:cubicBezTo>
                  <a:pt x="1030" y="4600"/>
                  <a:pt x="0" y="3570"/>
                  <a:pt x="0" y="2300"/>
                </a:cubicBezTo>
                <a:cubicBezTo>
                  <a:pt x="0" y="1030"/>
                  <a:pt x="1030" y="0"/>
                  <a:pt x="2300" y="0"/>
                </a:cubicBezTo>
                <a:cubicBezTo>
                  <a:pt x="3570" y="0"/>
                  <a:pt x="4600" y="1030"/>
                  <a:pt x="4600" y="2300"/>
                </a:cubicBezTo>
                <a:close/>
              </a:path>
            </a:pathLst>
          </a:custGeom>
          <a:solidFill>
            <a:srgbClr val="FF362D"/>
          </a:solidFill>
          <a:ln w="0" cap="rnd" cmpd="sng" algn="ctr">
            <a:solidFill>
              <a:srgbClr val="FFFFFF">
                <a:alpha val="0"/>
              </a:srgbClr>
            </a:solidFill>
            <a:round/>
            <a:headEnd type="none"/>
            <a:tailEnd type="none"/>
          </a:ln>
        </p:spPr>
      </p:sp>
      <p:sp>
        <p:nvSpPr>
          <p:cNvPr id="933" name="neuron-level models / 0919 red neuron node"/>
          <p:cNvSpPr/>
          <p:nvPr/>
        </p:nvSpPr>
        <p:spPr>
          <a:xfrm>
            <a:off x="11316614" y="3471977"/>
            <a:ext cx="42062" cy="42062"/>
          </a:xfrm>
          <a:custGeom>
            <a:avLst/>
            <a:gdLst/>
            <a:ahLst/>
            <a:cxnLst/>
            <a:rect l="0" t="0" r="r" b="b"/>
            <a:pathLst>
              <a:path w="4600" h="4600" fill="norm" stroke="1" extrusionOk="0">
                <a:moveTo>
                  <a:pt x="4600" y="2300"/>
                </a:moveTo>
                <a:cubicBezTo>
                  <a:pt x="4600" y="3570"/>
                  <a:pt x="3570" y="4600"/>
                  <a:pt x="2300" y="4600"/>
                </a:cubicBezTo>
                <a:cubicBezTo>
                  <a:pt x="1030" y="4600"/>
                  <a:pt x="0" y="3570"/>
                  <a:pt x="0" y="2300"/>
                </a:cubicBezTo>
                <a:cubicBezTo>
                  <a:pt x="0" y="1030"/>
                  <a:pt x="1030" y="0"/>
                  <a:pt x="2300" y="0"/>
                </a:cubicBezTo>
                <a:cubicBezTo>
                  <a:pt x="3570" y="0"/>
                  <a:pt x="4600" y="1030"/>
                  <a:pt x="4600" y="2300"/>
                </a:cubicBezTo>
                <a:close/>
              </a:path>
            </a:pathLst>
          </a:custGeom>
          <a:solidFill>
            <a:srgbClr val="FF362D"/>
          </a:solidFill>
          <a:ln w="0" cap="rnd" cmpd="sng" algn="ctr">
            <a:solidFill>
              <a:srgbClr val="FFFFFF">
                <a:alpha val="0"/>
              </a:srgbClr>
            </a:solidFill>
            <a:round/>
            <a:headEnd type="none"/>
            <a:tailEnd type="none"/>
          </a:ln>
        </p:spPr>
      </p:sp>
      <p:sp>
        <p:nvSpPr>
          <p:cNvPr id="934" name="neuron-level models / 0920 red neuron node"/>
          <p:cNvSpPr/>
          <p:nvPr/>
        </p:nvSpPr>
        <p:spPr>
          <a:xfrm>
            <a:off x="11509553" y="3471977"/>
            <a:ext cx="42062" cy="42062"/>
          </a:xfrm>
          <a:custGeom>
            <a:avLst/>
            <a:gdLst/>
            <a:ahLst/>
            <a:cxnLst/>
            <a:rect l="0" t="0" r="r" b="b"/>
            <a:pathLst>
              <a:path w="4600" h="4600" fill="norm" stroke="1" extrusionOk="0">
                <a:moveTo>
                  <a:pt x="4600" y="2300"/>
                </a:moveTo>
                <a:cubicBezTo>
                  <a:pt x="4600" y="3570"/>
                  <a:pt x="3570" y="4600"/>
                  <a:pt x="2300" y="4600"/>
                </a:cubicBezTo>
                <a:cubicBezTo>
                  <a:pt x="1030" y="4600"/>
                  <a:pt x="0" y="3570"/>
                  <a:pt x="0" y="2300"/>
                </a:cubicBezTo>
                <a:cubicBezTo>
                  <a:pt x="0" y="1030"/>
                  <a:pt x="1030" y="0"/>
                  <a:pt x="2300" y="0"/>
                </a:cubicBezTo>
                <a:cubicBezTo>
                  <a:pt x="3570" y="0"/>
                  <a:pt x="4600" y="1030"/>
                  <a:pt x="4600" y="2300"/>
                </a:cubicBezTo>
                <a:close/>
              </a:path>
            </a:pathLst>
          </a:custGeom>
          <a:solidFill>
            <a:srgbClr val="FF362D"/>
          </a:solidFill>
          <a:ln w="0" cap="rnd" cmpd="sng" algn="ctr">
            <a:solidFill>
              <a:srgbClr val="FFFFFF">
                <a:alpha val="0"/>
              </a:srgbClr>
            </a:solidFill>
            <a:round/>
            <a:headEnd type="none"/>
            <a:tailEnd type="none"/>
          </a:ln>
        </p:spPr>
      </p:sp>
      <p:sp>
        <p:nvSpPr>
          <p:cNvPr id="935" name="neuron-level models / 0921 red neuron node"/>
          <p:cNvSpPr/>
          <p:nvPr/>
        </p:nvSpPr>
        <p:spPr>
          <a:xfrm>
            <a:off x="11702491" y="3471977"/>
            <a:ext cx="42062" cy="42062"/>
          </a:xfrm>
          <a:custGeom>
            <a:avLst/>
            <a:gdLst/>
            <a:ahLst/>
            <a:cxnLst/>
            <a:rect l="0" t="0" r="r" b="b"/>
            <a:pathLst>
              <a:path w="4600" h="4600" fill="norm" stroke="1" extrusionOk="0">
                <a:moveTo>
                  <a:pt x="4600" y="2300"/>
                </a:moveTo>
                <a:cubicBezTo>
                  <a:pt x="4600" y="3570"/>
                  <a:pt x="3570" y="4600"/>
                  <a:pt x="2300" y="4600"/>
                </a:cubicBezTo>
                <a:cubicBezTo>
                  <a:pt x="1030" y="4600"/>
                  <a:pt x="0" y="3570"/>
                  <a:pt x="0" y="2300"/>
                </a:cubicBezTo>
                <a:cubicBezTo>
                  <a:pt x="0" y="1030"/>
                  <a:pt x="1030" y="0"/>
                  <a:pt x="2300" y="0"/>
                </a:cubicBezTo>
                <a:cubicBezTo>
                  <a:pt x="3570" y="0"/>
                  <a:pt x="4600" y="1030"/>
                  <a:pt x="4600" y="2300"/>
                </a:cubicBezTo>
                <a:close/>
              </a:path>
            </a:pathLst>
          </a:custGeom>
          <a:solidFill>
            <a:srgbClr val="FF362D"/>
          </a:solidFill>
          <a:ln w="0" cap="rnd" cmpd="sng" algn="ctr">
            <a:solidFill>
              <a:srgbClr val="FFFFFF">
                <a:alpha val="0"/>
              </a:srgbClr>
            </a:solidFill>
            <a:round/>
            <a:headEnd type="none"/>
            <a:tailEnd type="none"/>
          </a:ln>
        </p:spPr>
      </p:sp>
      <p:sp>
        <p:nvSpPr>
          <p:cNvPr id="936" name="neuron-level models / 0922 neuron model scalar arrow"/>
          <p:cNvSpPr/>
          <p:nvPr/>
        </p:nvSpPr>
        <p:spPr>
          <a:xfrm>
            <a:off x="10716768" y="3566160"/>
            <a:ext cx="914" cy="365760"/>
          </a:xfrm>
          <a:custGeom>
            <a:avLst/>
            <a:gdLst/>
            <a:ahLst/>
            <a:cxnLst/>
            <a:rect l="0" t="0" r="r" b="b"/>
            <a:pathLst>
              <a:path w="100" h="40000" fill="none" stroke="1" extrusionOk="0">
                <a:moveTo>
                  <a:pt x="0" y="0"/>
                </a:moveTo>
                <a:lnTo>
                  <a:pt x="0" y="40000"/>
                </a:lnTo>
              </a:path>
            </a:pathLst>
          </a:custGeom>
          <a:noFill/>
          <a:ln w="45720" cap="rnd" cmpd="sng" algn="ctr">
            <a:solidFill>
              <a:srgbClr val="000000"/>
            </a:solidFill>
            <a:round/>
            <a:headEnd type="none"/>
            <a:tailEnd type="none"/>
          </a:ln>
        </p:spPr>
      </p:sp>
      <p:sp>
        <p:nvSpPr>
          <p:cNvPr id="937" name="neuron-level models / 0923 neuron model scalar arrow arrowhead"/>
          <p:cNvSpPr/>
          <p:nvPr/>
        </p:nvSpPr>
        <p:spPr>
          <a:xfrm>
            <a:off x="10570647" y="3621024"/>
            <a:ext cx="292242" cy="310896"/>
          </a:xfrm>
          <a:custGeom>
            <a:avLst/>
            <a:gdLst/>
            <a:ahLst/>
            <a:cxnLst/>
            <a:rect l="0" t="0" r="r" b="b"/>
            <a:pathLst>
              <a:path w="31960" h="34000" fill="norm" stroke="1" extrusionOk="0">
                <a:moveTo>
                  <a:pt x="15980" y="34000"/>
                </a:moveTo>
                <a:lnTo>
                  <a:pt x="31960" y="0"/>
                </a:lnTo>
                <a:lnTo>
                  <a:pt x="0" y="0"/>
                </a:lnTo>
                <a:close/>
              </a:path>
            </a:pathLst>
          </a:custGeom>
          <a:solidFill>
            <a:srgbClr val="000000"/>
          </a:solidFill>
          <a:ln w="9144" cap="rnd" cmpd="sng" algn="ctr">
            <a:solidFill>
              <a:srgbClr val="000000"/>
            </a:solidFill>
            <a:round/>
            <a:headEnd type="none"/>
            <a:tailEnd type="none"/>
          </a:ln>
        </p:spPr>
      </p:sp>
      <p:sp>
        <p:nvSpPr>
          <p:cNvPr id="938" name="neuron-level models / 0924 scalar output cube side"/>
          <p:cNvSpPr/>
          <p:nvPr/>
        </p:nvSpPr>
        <p:spPr>
          <a:xfrm>
            <a:off x="10195560" y="3977640"/>
            <a:ext cx="886968" cy="731520"/>
          </a:xfrm>
          <a:custGeom>
            <a:avLst/>
            <a:gdLst/>
            <a:ahLst/>
            <a:cxnLst/>
            <a:rect l="0" t="0" r="r" b="b"/>
            <a:pathLst>
              <a:path w="97000" h="80000" fill="norm" stroke="1" extrusionOk="0">
                <a:moveTo>
                  <a:pt x="12000" y="0"/>
                </a:moveTo>
                <a:lnTo>
                  <a:pt x="0" y="12000"/>
                </a:lnTo>
                <a:lnTo>
                  <a:pt x="0" y="80000"/>
                </a:lnTo>
                <a:lnTo>
                  <a:pt x="85000" y="80000"/>
                </a:lnTo>
                <a:lnTo>
                  <a:pt x="97000" y="72000"/>
                </a:lnTo>
                <a:lnTo>
                  <a:pt x="12000" y="72000"/>
                </a:lnTo>
                <a:close/>
              </a:path>
            </a:pathLst>
          </a:custGeom>
          <a:gradFill rotWithShape="1">
            <a:gsLst>
              <a:gs pos="0">
                <a:srgbClr val="DEDEDE"/>
              </a:gs>
              <a:gs pos="100000">
                <a:srgbClr val="BBBBBB"/>
              </a:gs>
            </a:gsLst>
            <a:lin ang="0" scaled="1"/>
            <a:tileRect/>
          </a:gradFill>
          <a:ln w="18288" cap="rnd" cmpd="sng" algn="ctr">
            <a:solidFill>
              <a:srgbClr val="000000"/>
            </a:solidFill>
            <a:round/>
            <a:headEnd type="none"/>
            <a:tailEnd type="none"/>
          </a:ln>
        </p:spPr>
      </p:sp>
      <p:sp>
        <p:nvSpPr>
          <p:cNvPr id="939" name="neuron-level models / 0925 scalar output cube"/>
          <p:cNvSpPr/>
          <p:nvPr/>
        </p:nvSpPr>
        <p:spPr>
          <a:xfrm>
            <a:off x="10305288" y="3977640"/>
            <a:ext cx="777240" cy="658368"/>
          </a:xfrm>
          <a:custGeom>
            <a:avLst/>
            <a:gdLst/>
            <a:ahLst/>
            <a:cxnLst/>
            <a:rect l="0" t="0" r="r" b="b"/>
            <a:pathLst>
              <a:path w="85000" h="72000" fill="norm" stroke="1" extrusionOk="0">
                <a:moveTo>
                  <a:pt x="0" y="0"/>
                </a:moveTo>
                <a:lnTo>
                  <a:pt x="85000" y="0"/>
                </a:lnTo>
                <a:lnTo>
                  <a:pt x="85000" y="72000"/>
                </a:lnTo>
                <a:lnTo>
                  <a:pt x="0" y="72000"/>
                </a:lnTo>
                <a:close/>
              </a:path>
            </a:pathLst>
          </a:custGeom>
          <a:gradFill rotWithShape="1">
            <a:gsLst>
              <a:gs pos="0">
                <a:srgbClr val="B2B2B2"/>
              </a:gs>
              <a:gs pos="100000">
                <a:srgbClr val="E4E4E4"/>
              </a:gs>
            </a:gsLst>
            <a:lin ang="5400000" scaled="1"/>
            <a:tileRect/>
          </a:gradFill>
          <a:ln w="36576" cap="rnd" cmpd="sng" algn="ctr">
            <a:solidFill>
              <a:srgbClr val="000000"/>
            </a:solidFill>
            <a:round/>
            <a:headEnd type="none"/>
            <a:tailEnd type="none"/>
          </a:ln>
        </p:spPr>
      </p:sp>
      <p:sp>
        <p:nvSpPr>
          <p:cNvPr id="940" name="neuron-level models / 0926 paper texture"/>
          <p:cNvSpPr/>
          <p:nvPr/>
        </p:nvSpPr>
        <p:spPr>
          <a:xfrm>
            <a:off x="10305869" y="3986810"/>
            <a:ext cx="765352" cy="637986"/>
          </a:xfrm>
          <a:custGeom>
            <a:avLst/>
            <a:gdLst/>
            <a:ahLst/>
            <a:cxnLst/>
            <a:rect l="0" t="0" r="r" b="b"/>
            <a:pathLst>
              <a:path w="83700" h="69771" fill="norm" stroke="1" extrusionOk="0">
                <a:moveTo>
                  <a:pt x="76775" y="65451"/>
                </a:moveTo>
                <a:lnTo>
                  <a:pt x="78776" y="65876"/>
                </a:lnTo>
                <a:lnTo>
                  <a:pt x="75775" y="65664"/>
                </a:lnTo>
                <a:close/>
                <a:moveTo>
                  <a:pt x="49483" y="29236"/>
                </a:moveTo>
                <a:lnTo>
                  <a:pt x="50813" y="29731"/>
                </a:lnTo>
                <a:lnTo>
                  <a:pt x="48817" y="29483"/>
                </a:lnTo>
                <a:close/>
                <a:moveTo>
                  <a:pt x="16680" y="30673"/>
                </a:moveTo>
                <a:lnTo>
                  <a:pt x="17439" y="31655"/>
                </a:lnTo>
                <a:lnTo>
                  <a:pt x="16301" y="31164"/>
                </a:lnTo>
                <a:close/>
                <a:moveTo>
                  <a:pt x="2967" y="5916"/>
                </a:moveTo>
                <a:lnTo>
                  <a:pt x="4631" y="6847"/>
                </a:lnTo>
                <a:lnTo>
                  <a:pt x="2136" y="6382"/>
                </a:lnTo>
                <a:close/>
                <a:moveTo>
                  <a:pt x="42972" y="50658"/>
                </a:moveTo>
                <a:lnTo>
                  <a:pt x="43987" y="51044"/>
                </a:lnTo>
                <a:lnTo>
                  <a:pt x="42465" y="50851"/>
                </a:lnTo>
                <a:close/>
                <a:moveTo>
                  <a:pt x="65151" y="40647"/>
                </a:moveTo>
                <a:lnTo>
                  <a:pt x="66718" y="41878"/>
                </a:lnTo>
                <a:lnTo>
                  <a:pt x="64367" y="41262"/>
                </a:lnTo>
                <a:close/>
                <a:moveTo>
                  <a:pt x="80537" y="25030"/>
                </a:moveTo>
                <a:lnTo>
                  <a:pt x="82292" y="25883"/>
                </a:lnTo>
                <a:lnTo>
                  <a:pt x="79659" y="25456"/>
                </a:lnTo>
                <a:close/>
                <a:moveTo>
                  <a:pt x="47844" y="45574"/>
                </a:moveTo>
                <a:lnTo>
                  <a:pt x="48776" y="46003"/>
                </a:lnTo>
                <a:lnTo>
                  <a:pt x="47379" y="45788"/>
                </a:lnTo>
                <a:close/>
                <a:moveTo>
                  <a:pt x="39810" y="49533"/>
                </a:moveTo>
                <a:lnTo>
                  <a:pt x="41253" y="50504"/>
                </a:lnTo>
                <a:lnTo>
                  <a:pt x="39089" y="50019"/>
                </a:lnTo>
                <a:close/>
                <a:moveTo>
                  <a:pt x="53612" y="12557"/>
                </a:moveTo>
                <a:lnTo>
                  <a:pt x="54292" y="13342"/>
                </a:lnTo>
                <a:lnTo>
                  <a:pt x="53271" y="12950"/>
                </a:lnTo>
                <a:close/>
                <a:moveTo>
                  <a:pt x="67838" y="13494"/>
                </a:moveTo>
                <a:lnTo>
                  <a:pt x="68400" y="13942"/>
                </a:lnTo>
                <a:lnTo>
                  <a:pt x="67557" y="13718"/>
                </a:lnTo>
                <a:close/>
                <a:moveTo>
                  <a:pt x="4129" y="19011"/>
                </a:moveTo>
                <a:lnTo>
                  <a:pt x="5539" y="20542"/>
                </a:lnTo>
                <a:lnTo>
                  <a:pt x="3424" y="19777"/>
                </a:lnTo>
                <a:close/>
                <a:moveTo>
                  <a:pt x="28062" y="25503"/>
                </a:moveTo>
                <a:lnTo>
                  <a:pt x="28946" y="26260"/>
                </a:lnTo>
                <a:lnTo>
                  <a:pt x="27621" y="25882"/>
                </a:lnTo>
                <a:close/>
                <a:moveTo>
                  <a:pt x="64698" y="37878"/>
                </a:moveTo>
                <a:lnTo>
                  <a:pt x="65526" y="38338"/>
                </a:lnTo>
                <a:lnTo>
                  <a:pt x="64284" y="38108"/>
                </a:lnTo>
                <a:close/>
                <a:moveTo>
                  <a:pt x="65209" y="48790"/>
                </a:moveTo>
                <a:lnTo>
                  <a:pt x="67092" y="49447"/>
                </a:lnTo>
                <a:lnTo>
                  <a:pt x="64267" y="49119"/>
                </a:lnTo>
                <a:close/>
                <a:moveTo>
                  <a:pt x="45666" y="63390"/>
                </a:moveTo>
                <a:lnTo>
                  <a:pt x="47112" y="65109"/>
                </a:lnTo>
                <a:lnTo>
                  <a:pt x="44943" y="64250"/>
                </a:lnTo>
                <a:close/>
                <a:moveTo>
                  <a:pt x="14652" y="67273"/>
                </a:moveTo>
                <a:lnTo>
                  <a:pt x="15105" y="68197"/>
                </a:lnTo>
                <a:lnTo>
                  <a:pt x="14425" y="67735"/>
                </a:lnTo>
                <a:close/>
                <a:moveTo>
                  <a:pt x="2852" y="55857"/>
                </a:moveTo>
                <a:lnTo>
                  <a:pt x="4474" y="57618"/>
                </a:lnTo>
                <a:lnTo>
                  <a:pt x="2042" y="56737"/>
                </a:lnTo>
                <a:close/>
                <a:moveTo>
                  <a:pt x="66944" y="65466"/>
                </a:moveTo>
                <a:lnTo>
                  <a:pt x="68290" y="67249"/>
                </a:lnTo>
                <a:lnTo>
                  <a:pt x="66270" y="66357"/>
                </a:lnTo>
                <a:close/>
                <a:moveTo>
                  <a:pt x="62356" y="23881"/>
                </a:moveTo>
                <a:lnTo>
                  <a:pt x="64508" y="24747"/>
                </a:lnTo>
                <a:lnTo>
                  <a:pt x="61279" y="24314"/>
                </a:lnTo>
                <a:close/>
                <a:moveTo>
                  <a:pt x="16788" y="5233"/>
                </a:moveTo>
                <a:lnTo>
                  <a:pt x="18000" y="5828"/>
                </a:lnTo>
                <a:lnTo>
                  <a:pt x="16182" y="5530"/>
                </a:lnTo>
                <a:close/>
                <a:moveTo>
                  <a:pt x="77490" y="65578"/>
                </a:moveTo>
                <a:lnTo>
                  <a:pt x="78239" y="66034"/>
                </a:lnTo>
                <a:lnTo>
                  <a:pt x="77115" y="65806"/>
                </a:lnTo>
                <a:close/>
                <a:moveTo>
                  <a:pt x="44312" y="11705"/>
                </a:moveTo>
                <a:lnTo>
                  <a:pt x="45668" y="13224"/>
                </a:lnTo>
                <a:lnTo>
                  <a:pt x="43634" y="12465"/>
                </a:lnTo>
                <a:close/>
                <a:moveTo>
                  <a:pt x="21688" y="29098"/>
                </a:moveTo>
                <a:lnTo>
                  <a:pt x="23704" y="30065"/>
                </a:lnTo>
                <a:lnTo>
                  <a:pt x="20679" y="29582"/>
                </a:lnTo>
                <a:close/>
                <a:moveTo>
                  <a:pt x="29044" y="61568"/>
                </a:moveTo>
                <a:lnTo>
                  <a:pt x="30900" y="63211"/>
                </a:lnTo>
                <a:lnTo>
                  <a:pt x="28116" y="62389"/>
                </a:lnTo>
                <a:close/>
                <a:moveTo>
                  <a:pt x="57332" y="28468"/>
                </a:moveTo>
                <a:lnTo>
                  <a:pt x="58964" y="30013"/>
                </a:lnTo>
                <a:lnTo>
                  <a:pt x="56515" y="29240"/>
                </a:lnTo>
                <a:close/>
                <a:moveTo>
                  <a:pt x="53376" y="16448"/>
                </a:moveTo>
                <a:lnTo>
                  <a:pt x="54273" y="17363"/>
                </a:lnTo>
                <a:lnTo>
                  <a:pt x="52928" y="16906"/>
                </a:lnTo>
                <a:close/>
                <a:moveTo>
                  <a:pt x="64213" y="38436"/>
                </a:moveTo>
                <a:lnTo>
                  <a:pt x="65580" y="39976"/>
                </a:lnTo>
                <a:lnTo>
                  <a:pt x="63529" y="39206"/>
                </a:lnTo>
                <a:close/>
                <a:moveTo>
                  <a:pt x="9829" y="43553"/>
                </a:moveTo>
                <a:lnTo>
                  <a:pt x="10794" y="44692"/>
                </a:lnTo>
                <a:lnTo>
                  <a:pt x="9347" y="44122"/>
                </a:lnTo>
                <a:close/>
                <a:moveTo>
                  <a:pt x="69435" y="17133"/>
                </a:moveTo>
                <a:lnTo>
                  <a:pt x="71545" y="17551"/>
                </a:lnTo>
                <a:lnTo>
                  <a:pt x="68380" y="17342"/>
                </a:lnTo>
                <a:close/>
                <a:moveTo>
                  <a:pt x="47022" y="37382"/>
                </a:moveTo>
                <a:lnTo>
                  <a:pt x="47807" y="38524"/>
                </a:lnTo>
                <a:lnTo>
                  <a:pt x="46630" y="37953"/>
                </a:lnTo>
                <a:close/>
                <a:moveTo>
                  <a:pt x="39536" y="31019"/>
                </a:moveTo>
                <a:lnTo>
                  <a:pt x="41215" y="31325"/>
                </a:lnTo>
                <a:lnTo>
                  <a:pt x="38697" y="31172"/>
                </a:lnTo>
                <a:close/>
                <a:moveTo>
                  <a:pt x="31865" y="54204"/>
                </a:moveTo>
                <a:lnTo>
                  <a:pt x="32477" y="55805"/>
                </a:lnTo>
                <a:lnTo>
                  <a:pt x="31559" y="55004"/>
                </a:lnTo>
                <a:close/>
                <a:moveTo>
                  <a:pt x="17631" y="46995"/>
                </a:moveTo>
                <a:lnTo>
                  <a:pt x="18301" y="47969"/>
                </a:lnTo>
                <a:lnTo>
                  <a:pt x="17296" y="47482"/>
                </a:lnTo>
                <a:close/>
                <a:moveTo>
                  <a:pt x="35586" y="5641"/>
                </a:moveTo>
                <a:lnTo>
                  <a:pt x="37230" y="6662"/>
                </a:lnTo>
                <a:lnTo>
                  <a:pt x="34763" y="6151"/>
                </a:lnTo>
                <a:close/>
                <a:moveTo>
                  <a:pt x="57435" y="37197"/>
                </a:moveTo>
                <a:lnTo>
                  <a:pt x="58814" y="38287"/>
                </a:lnTo>
                <a:lnTo>
                  <a:pt x="56746" y="37742"/>
                </a:lnTo>
                <a:close/>
                <a:moveTo>
                  <a:pt x="25356" y="62011"/>
                </a:moveTo>
                <a:lnTo>
                  <a:pt x="25865" y="63626"/>
                </a:lnTo>
                <a:lnTo>
                  <a:pt x="25101" y="62819"/>
                </a:lnTo>
                <a:close/>
                <a:moveTo>
                  <a:pt x="71741" y="34346"/>
                </a:moveTo>
                <a:lnTo>
                  <a:pt x="73528" y="35656"/>
                </a:lnTo>
                <a:lnTo>
                  <a:pt x="70847" y="35001"/>
                </a:lnTo>
                <a:close/>
                <a:moveTo>
                  <a:pt x="50553" y="20119"/>
                </a:moveTo>
                <a:lnTo>
                  <a:pt x="51494" y="20943"/>
                </a:lnTo>
                <a:lnTo>
                  <a:pt x="50082" y="20531"/>
                </a:lnTo>
                <a:close/>
                <a:moveTo>
                  <a:pt x="25715" y="66217"/>
                </a:moveTo>
                <a:lnTo>
                  <a:pt x="26696" y="67098"/>
                </a:lnTo>
                <a:lnTo>
                  <a:pt x="25224" y="66657"/>
                </a:lnTo>
                <a:close/>
                <a:moveTo>
                  <a:pt x="35340" y="56335"/>
                </a:moveTo>
                <a:lnTo>
                  <a:pt x="36574" y="57466"/>
                </a:lnTo>
                <a:lnTo>
                  <a:pt x="34723" y="56901"/>
                </a:lnTo>
                <a:close/>
                <a:moveTo>
                  <a:pt x="21886" y="19184"/>
                </a:moveTo>
                <a:lnTo>
                  <a:pt x="22401" y="19810"/>
                </a:lnTo>
                <a:lnTo>
                  <a:pt x="21629" y="19497"/>
                </a:lnTo>
                <a:close/>
                <a:moveTo>
                  <a:pt x="22575" y="58804"/>
                </a:moveTo>
                <a:lnTo>
                  <a:pt x="23855" y="59269"/>
                </a:lnTo>
                <a:lnTo>
                  <a:pt x="21936" y="59037"/>
                </a:lnTo>
                <a:close/>
                <a:moveTo>
                  <a:pt x="38880" y="8341"/>
                </a:moveTo>
                <a:lnTo>
                  <a:pt x="40277" y="9305"/>
                </a:lnTo>
                <a:lnTo>
                  <a:pt x="38181" y="8823"/>
                </a:lnTo>
                <a:close/>
                <a:moveTo>
                  <a:pt x="71316" y="17887"/>
                </a:moveTo>
                <a:lnTo>
                  <a:pt x="73240" y="18558"/>
                </a:lnTo>
                <a:lnTo>
                  <a:pt x="70354" y="18223"/>
                </a:lnTo>
                <a:close/>
                <a:moveTo>
                  <a:pt x="81511" y="43756"/>
                </a:moveTo>
                <a:lnTo>
                  <a:pt x="81940" y="45266"/>
                </a:lnTo>
                <a:lnTo>
                  <a:pt x="81296" y="44511"/>
                </a:lnTo>
                <a:close/>
                <a:moveTo>
                  <a:pt x="23539" y="24992"/>
                </a:moveTo>
                <a:lnTo>
                  <a:pt x="24161" y="26548"/>
                </a:lnTo>
                <a:lnTo>
                  <a:pt x="23229" y="25770"/>
                </a:lnTo>
                <a:close/>
                <a:moveTo>
                  <a:pt x="8347" y="50938"/>
                </a:moveTo>
                <a:lnTo>
                  <a:pt x="9429" y="52257"/>
                </a:lnTo>
                <a:lnTo>
                  <a:pt x="7806" y="51597"/>
                </a:lnTo>
                <a:close/>
                <a:moveTo>
                  <a:pt x="24968" y="5398"/>
                </a:moveTo>
                <a:lnTo>
                  <a:pt x="27011" y="6680"/>
                </a:lnTo>
                <a:lnTo>
                  <a:pt x="23946" y="6039"/>
                </a:lnTo>
                <a:close/>
                <a:moveTo>
                  <a:pt x="14850" y="67354"/>
                </a:moveTo>
                <a:lnTo>
                  <a:pt x="16887" y="67928"/>
                </a:lnTo>
                <a:lnTo>
                  <a:pt x="13832" y="67641"/>
                </a:lnTo>
                <a:close/>
                <a:moveTo>
                  <a:pt x="2503" y="42156"/>
                </a:moveTo>
                <a:lnTo>
                  <a:pt x="3110" y="43554"/>
                </a:lnTo>
                <a:lnTo>
                  <a:pt x="2199" y="42855"/>
                </a:lnTo>
                <a:close/>
                <a:moveTo>
                  <a:pt x="39384" y="48923"/>
                </a:moveTo>
                <a:lnTo>
                  <a:pt x="40788" y="50379"/>
                </a:lnTo>
                <a:lnTo>
                  <a:pt x="38682" y="49651"/>
                </a:lnTo>
                <a:close/>
                <a:moveTo>
                  <a:pt x="68310" y="41598"/>
                </a:moveTo>
                <a:lnTo>
                  <a:pt x="69754" y="42388"/>
                </a:lnTo>
                <a:lnTo>
                  <a:pt x="67588" y="41993"/>
                </a:lnTo>
                <a:close/>
                <a:moveTo>
                  <a:pt x="11932" y="6379"/>
                </a:moveTo>
                <a:lnTo>
                  <a:pt x="13867" y="6988"/>
                </a:lnTo>
                <a:lnTo>
                  <a:pt x="10964" y="6683"/>
                </a:lnTo>
                <a:close/>
                <a:moveTo>
                  <a:pt x="35915" y="21853"/>
                </a:moveTo>
                <a:lnTo>
                  <a:pt x="37411" y="22953"/>
                </a:lnTo>
                <a:lnTo>
                  <a:pt x="35167" y="22403"/>
                </a:lnTo>
                <a:close/>
                <a:moveTo>
                  <a:pt x="71378" y="30084"/>
                </a:moveTo>
                <a:lnTo>
                  <a:pt x="72397" y="31361"/>
                </a:lnTo>
                <a:lnTo>
                  <a:pt x="70868" y="30722"/>
                </a:lnTo>
                <a:close/>
                <a:moveTo>
                  <a:pt x="62010" y="63854"/>
                </a:moveTo>
                <a:lnTo>
                  <a:pt x="62937" y="65484"/>
                </a:lnTo>
                <a:lnTo>
                  <a:pt x="61547" y="64669"/>
                </a:lnTo>
                <a:close/>
                <a:moveTo>
                  <a:pt x="81414" y="67781"/>
                </a:moveTo>
                <a:lnTo>
                  <a:pt x="82003" y="68651"/>
                </a:lnTo>
                <a:lnTo>
                  <a:pt x="81120" y="68216"/>
                </a:lnTo>
                <a:close/>
                <a:moveTo>
                  <a:pt x="64404" y="57338"/>
                </a:moveTo>
                <a:lnTo>
                  <a:pt x="64827" y="58231"/>
                </a:lnTo>
                <a:lnTo>
                  <a:pt x="64192" y="57784"/>
                </a:lnTo>
                <a:close/>
                <a:moveTo>
                  <a:pt x="60317" y="52318"/>
                </a:moveTo>
                <a:lnTo>
                  <a:pt x="61657" y="52934"/>
                </a:lnTo>
                <a:lnTo>
                  <a:pt x="59647" y="52626"/>
                </a:lnTo>
                <a:close/>
                <a:moveTo>
                  <a:pt x="34295" y="4037"/>
                </a:moveTo>
                <a:lnTo>
                  <a:pt x="35229" y="4978"/>
                </a:lnTo>
                <a:lnTo>
                  <a:pt x="33828" y="4507"/>
                </a:lnTo>
                <a:close/>
                <a:moveTo>
                  <a:pt x="68418" y="40661"/>
                </a:moveTo>
                <a:lnTo>
                  <a:pt x="69534" y="41330"/>
                </a:lnTo>
                <a:lnTo>
                  <a:pt x="67859" y="40996"/>
                </a:lnTo>
                <a:close/>
                <a:moveTo>
                  <a:pt x="26789" y="46279"/>
                </a:moveTo>
                <a:lnTo>
                  <a:pt x="27963" y="46839"/>
                </a:lnTo>
                <a:lnTo>
                  <a:pt x="26202" y="46559"/>
                </a:lnTo>
                <a:close/>
                <a:moveTo>
                  <a:pt x="68319" y="39715"/>
                </a:moveTo>
                <a:lnTo>
                  <a:pt x="70458" y="40819"/>
                </a:lnTo>
                <a:lnTo>
                  <a:pt x="67249" y="40267"/>
                </a:lnTo>
                <a:close/>
                <a:moveTo>
                  <a:pt x="52028" y="29505"/>
                </a:moveTo>
                <a:lnTo>
                  <a:pt x="53503" y="31183"/>
                </a:lnTo>
                <a:lnTo>
                  <a:pt x="51290" y="30344"/>
                </a:lnTo>
                <a:close/>
                <a:moveTo>
                  <a:pt x="81402" y="45603"/>
                </a:moveTo>
                <a:lnTo>
                  <a:pt x="82548" y="45997"/>
                </a:lnTo>
                <a:lnTo>
                  <a:pt x="80829" y="45800"/>
                </a:lnTo>
                <a:close/>
                <a:moveTo>
                  <a:pt x="69833" y="27005"/>
                </a:moveTo>
                <a:lnTo>
                  <a:pt x="70890" y="27391"/>
                </a:lnTo>
                <a:lnTo>
                  <a:pt x="69304" y="27198"/>
                </a:lnTo>
                <a:close/>
                <a:moveTo>
                  <a:pt x="3735" y="26944"/>
                </a:moveTo>
                <a:lnTo>
                  <a:pt x="5888" y="28355"/>
                </a:lnTo>
                <a:lnTo>
                  <a:pt x="2658" y="27650"/>
                </a:lnTo>
                <a:close/>
                <a:moveTo>
                  <a:pt x="59058" y="46120"/>
                </a:moveTo>
                <a:lnTo>
                  <a:pt x="59913" y="46673"/>
                </a:lnTo>
                <a:lnTo>
                  <a:pt x="58631" y="46396"/>
                </a:lnTo>
                <a:close/>
                <a:moveTo>
                  <a:pt x="50329" y="4383"/>
                </a:moveTo>
                <a:lnTo>
                  <a:pt x="51767" y="5455"/>
                </a:lnTo>
                <a:lnTo>
                  <a:pt x="49610" y="4919"/>
                </a:lnTo>
                <a:close/>
                <a:moveTo>
                  <a:pt x="45421" y="8369"/>
                </a:moveTo>
                <a:lnTo>
                  <a:pt x="45896" y="9379"/>
                </a:lnTo>
                <a:lnTo>
                  <a:pt x="45184" y="8874"/>
                </a:lnTo>
                <a:close/>
                <a:moveTo>
                  <a:pt x="12874" y="44258"/>
                </a:moveTo>
                <a:lnTo>
                  <a:pt x="13796" y="45489"/>
                </a:lnTo>
                <a:lnTo>
                  <a:pt x="12412" y="44873"/>
                </a:lnTo>
                <a:close/>
                <a:moveTo>
                  <a:pt x="62454" y="41841"/>
                </a:moveTo>
                <a:lnTo>
                  <a:pt x="63787" y="42437"/>
                </a:lnTo>
                <a:lnTo>
                  <a:pt x="61787" y="42139"/>
                </a:lnTo>
                <a:close/>
                <a:moveTo>
                  <a:pt x="29406" y="67476"/>
                </a:moveTo>
                <a:lnTo>
                  <a:pt x="30253" y="68202"/>
                </a:lnTo>
                <a:lnTo>
                  <a:pt x="28983" y="67839"/>
                </a:lnTo>
                <a:close/>
                <a:moveTo>
                  <a:pt x="41386" y="37668"/>
                </a:moveTo>
                <a:lnTo>
                  <a:pt x="43199" y="38411"/>
                </a:lnTo>
                <a:lnTo>
                  <a:pt x="40479" y="38039"/>
                </a:lnTo>
                <a:close/>
                <a:moveTo>
                  <a:pt x="79888" y="1531"/>
                </a:moveTo>
                <a:lnTo>
                  <a:pt x="81701" y="2685"/>
                </a:lnTo>
                <a:lnTo>
                  <a:pt x="78982" y="2108"/>
                </a:lnTo>
                <a:close/>
                <a:moveTo>
                  <a:pt x="74832" y="10559"/>
                </a:moveTo>
                <a:lnTo>
                  <a:pt x="76457" y="12280"/>
                </a:lnTo>
                <a:lnTo>
                  <a:pt x="74019" y="11419"/>
                </a:lnTo>
                <a:close/>
                <a:moveTo>
                  <a:pt x="55635" y="7752"/>
                </a:moveTo>
                <a:lnTo>
                  <a:pt x="57689" y="9506"/>
                </a:lnTo>
                <a:lnTo>
                  <a:pt x="54608" y="8629"/>
                </a:lnTo>
                <a:close/>
                <a:moveTo>
                  <a:pt x="10022" y="57079"/>
                </a:moveTo>
                <a:lnTo>
                  <a:pt x="10519" y="57501"/>
                </a:lnTo>
                <a:lnTo>
                  <a:pt x="9774" y="57290"/>
                </a:lnTo>
                <a:close/>
                <a:moveTo>
                  <a:pt x="66157" y="49671"/>
                </a:moveTo>
                <a:lnTo>
                  <a:pt x="68278" y="50919"/>
                </a:lnTo>
                <a:lnTo>
                  <a:pt x="65097" y="50295"/>
                </a:lnTo>
                <a:close/>
                <a:moveTo>
                  <a:pt x="42896" y="18770"/>
                </a:moveTo>
                <a:lnTo>
                  <a:pt x="44305" y="20559"/>
                </a:lnTo>
                <a:lnTo>
                  <a:pt x="42191" y="19664"/>
                </a:lnTo>
                <a:close/>
                <a:moveTo>
                  <a:pt x="53963" y="60410"/>
                </a:moveTo>
                <a:lnTo>
                  <a:pt x="54678" y="61812"/>
                </a:lnTo>
                <a:lnTo>
                  <a:pt x="53605" y="61111"/>
                </a:lnTo>
                <a:close/>
                <a:moveTo>
                  <a:pt x="60942" y="4886"/>
                </a:moveTo>
                <a:lnTo>
                  <a:pt x="62810" y="5450"/>
                </a:lnTo>
                <a:lnTo>
                  <a:pt x="60008" y="5168"/>
                </a:lnTo>
                <a:close/>
                <a:moveTo>
                  <a:pt x="18759" y="4221"/>
                </a:moveTo>
                <a:lnTo>
                  <a:pt x="20334" y="4734"/>
                </a:lnTo>
                <a:lnTo>
                  <a:pt x="17971" y="4478"/>
                </a:lnTo>
                <a:close/>
                <a:moveTo>
                  <a:pt x="80944" y="0"/>
                </a:moveTo>
                <a:lnTo>
                  <a:pt x="82791" y="1439"/>
                </a:lnTo>
                <a:lnTo>
                  <a:pt x="80020" y="719"/>
                </a:lnTo>
                <a:close/>
                <a:moveTo>
                  <a:pt x="47619" y="39464"/>
                </a:moveTo>
                <a:lnTo>
                  <a:pt x="49445" y="40718"/>
                </a:lnTo>
                <a:lnTo>
                  <a:pt x="46706" y="40091"/>
                </a:lnTo>
                <a:close/>
                <a:moveTo>
                  <a:pt x="12365" y="54980"/>
                </a:moveTo>
                <a:lnTo>
                  <a:pt x="13370" y="56155"/>
                </a:lnTo>
                <a:lnTo>
                  <a:pt x="11863" y="55567"/>
                </a:lnTo>
                <a:close/>
                <a:moveTo>
                  <a:pt x="42956" y="62376"/>
                </a:moveTo>
                <a:lnTo>
                  <a:pt x="44073" y="63956"/>
                </a:lnTo>
                <a:lnTo>
                  <a:pt x="42398" y="63166"/>
                </a:lnTo>
                <a:close/>
                <a:moveTo>
                  <a:pt x="7645" y="22503"/>
                </a:moveTo>
                <a:lnTo>
                  <a:pt x="9235" y="23721"/>
                </a:lnTo>
                <a:lnTo>
                  <a:pt x="6849" y="23112"/>
                </a:lnTo>
                <a:close/>
                <a:moveTo>
                  <a:pt x="69187" y="14343"/>
                </a:moveTo>
                <a:lnTo>
                  <a:pt x="71024" y="15836"/>
                </a:lnTo>
                <a:lnTo>
                  <a:pt x="68268" y="15090"/>
                </a:lnTo>
                <a:close/>
                <a:moveTo>
                  <a:pt x="12656" y="9645"/>
                </a:moveTo>
                <a:lnTo>
                  <a:pt x="14085" y="11409"/>
                </a:lnTo>
                <a:lnTo>
                  <a:pt x="11942" y="10527"/>
                </a:lnTo>
                <a:close/>
                <a:moveTo>
                  <a:pt x="51262" y="29526"/>
                </a:moveTo>
                <a:lnTo>
                  <a:pt x="52550" y="31040"/>
                </a:lnTo>
                <a:lnTo>
                  <a:pt x="50619" y="30283"/>
                </a:lnTo>
                <a:close/>
                <a:moveTo>
                  <a:pt x="43764" y="37034"/>
                </a:moveTo>
                <a:lnTo>
                  <a:pt x="45212" y="38732"/>
                </a:lnTo>
                <a:lnTo>
                  <a:pt x="43040" y="37883"/>
                </a:lnTo>
                <a:close/>
                <a:moveTo>
                  <a:pt x="66569" y="57898"/>
                </a:moveTo>
                <a:lnTo>
                  <a:pt x="67412" y="59099"/>
                </a:lnTo>
                <a:lnTo>
                  <a:pt x="66148" y="58499"/>
                </a:lnTo>
                <a:close/>
                <a:moveTo>
                  <a:pt x="68430" y="49550"/>
                </a:moveTo>
                <a:lnTo>
                  <a:pt x="70540" y="51223"/>
                </a:lnTo>
                <a:lnTo>
                  <a:pt x="67374" y="50386"/>
                </a:lnTo>
                <a:close/>
                <a:moveTo>
                  <a:pt x="11402" y="35063"/>
                </a:moveTo>
                <a:lnTo>
                  <a:pt x="12414" y="35671"/>
                </a:lnTo>
                <a:lnTo>
                  <a:pt x="10896" y="35367"/>
                </a:lnTo>
                <a:close/>
                <a:moveTo>
                  <a:pt x="42002" y="67866"/>
                </a:moveTo>
                <a:lnTo>
                  <a:pt x="43773" y="68314"/>
                </a:lnTo>
                <a:lnTo>
                  <a:pt x="41116" y="68090"/>
                </a:lnTo>
                <a:close/>
                <a:moveTo>
                  <a:pt x="21250" y="25504"/>
                </a:moveTo>
                <a:lnTo>
                  <a:pt x="23238" y="26493"/>
                </a:lnTo>
                <a:lnTo>
                  <a:pt x="20257" y="25998"/>
                </a:lnTo>
                <a:close/>
                <a:moveTo>
                  <a:pt x="14017" y="37961"/>
                </a:moveTo>
                <a:lnTo>
                  <a:pt x="14825" y="38318"/>
                </a:lnTo>
                <a:lnTo>
                  <a:pt x="13614" y="38139"/>
                </a:lnTo>
                <a:close/>
                <a:moveTo>
                  <a:pt x="49535" y="68367"/>
                </a:moveTo>
                <a:lnTo>
                  <a:pt x="51321" y="69771"/>
                </a:lnTo>
                <a:lnTo>
                  <a:pt x="48643" y="69069"/>
                </a:lnTo>
                <a:close/>
                <a:moveTo>
                  <a:pt x="13453" y="38755"/>
                </a:moveTo>
                <a:lnTo>
                  <a:pt x="14981" y="40194"/>
                </a:lnTo>
                <a:lnTo>
                  <a:pt x="12688" y="39475"/>
                </a:lnTo>
                <a:close/>
                <a:moveTo>
                  <a:pt x="37567" y="3675"/>
                </a:moveTo>
                <a:lnTo>
                  <a:pt x="39633" y="4374"/>
                </a:lnTo>
                <a:lnTo>
                  <a:pt x="36533" y="4025"/>
                </a:lnTo>
                <a:close/>
                <a:moveTo>
                  <a:pt x="61487" y="32028"/>
                </a:moveTo>
                <a:lnTo>
                  <a:pt x="63278" y="32834"/>
                </a:lnTo>
                <a:lnTo>
                  <a:pt x="60591" y="32431"/>
                </a:lnTo>
                <a:close/>
                <a:moveTo>
                  <a:pt x="8518" y="29530"/>
                </a:moveTo>
                <a:lnTo>
                  <a:pt x="9756" y="31019"/>
                </a:lnTo>
                <a:lnTo>
                  <a:pt x="7899" y="30275"/>
                </a:lnTo>
                <a:close/>
                <a:moveTo>
                  <a:pt x="34044" y="45982"/>
                </a:moveTo>
                <a:lnTo>
                  <a:pt x="35091" y="47381"/>
                </a:lnTo>
                <a:lnTo>
                  <a:pt x="33521" y="46682"/>
                </a:lnTo>
                <a:close/>
                <a:moveTo>
                  <a:pt x="15223" y="60722"/>
                </a:moveTo>
                <a:lnTo>
                  <a:pt x="17320" y="61057"/>
                </a:lnTo>
                <a:lnTo>
                  <a:pt x="14174" y="60890"/>
                </a:lnTo>
                <a:close/>
                <a:moveTo>
                  <a:pt x="71325" y="53684"/>
                </a:moveTo>
                <a:lnTo>
                  <a:pt x="72957" y="54142"/>
                </a:lnTo>
                <a:lnTo>
                  <a:pt x="70509" y="53913"/>
                </a:lnTo>
                <a:close/>
                <a:moveTo>
                  <a:pt x="61031" y="53243"/>
                </a:moveTo>
                <a:lnTo>
                  <a:pt x="62540" y="54988"/>
                </a:lnTo>
                <a:lnTo>
                  <a:pt x="60277" y="54115"/>
                </a:lnTo>
                <a:close/>
                <a:moveTo>
                  <a:pt x="78586" y="43716"/>
                </a:moveTo>
                <a:lnTo>
                  <a:pt x="80648" y="44232"/>
                </a:lnTo>
                <a:lnTo>
                  <a:pt x="77556" y="43974"/>
                </a:lnTo>
                <a:close/>
                <a:moveTo>
                  <a:pt x="25397" y="36557"/>
                </a:moveTo>
                <a:lnTo>
                  <a:pt x="26713" y="38286"/>
                </a:lnTo>
                <a:lnTo>
                  <a:pt x="24738" y="37421"/>
                </a:lnTo>
                <a:close/>
                <a:moveTo>
                  <a:pt x="53084" y="42868"/>
                </a:moveTo>
                <a:lnTo>
                  <a:pt x="54583" y="44586"/>
                </a:lnTo>
                <a:lnTo>
                  <a:pt x="52334" y="43727"/>
                </a:lnTo>
                <a:close/>
                <a:moveTo>
                  <a:pt x="33771" y="51018"/>
                </a:moveTo>
                <a:lnTo>
                  <a:pt x="35231" y="51921"/>
                </a:lnTo>
                <a:lnTo>
                  <a:pt x="33041" y="51469"/>
                </a:lnTo>
                <a:close/>
                <a:moveTo>
                  <a:pt x="28736" y="10601"/>
                </a:moveTo>
                <a:lnTo>
                  <a:pt x="29106" y="11405"/>
                </a:lnTo>
                <a:lnTo>
                  <a:pt x="28551" y="11003"/>
                </a:lnTo>
                <a:close/>
                <a:moveTo>
                  <a:pt x="25554" y="5601"/>
                </a:moveTo>
                <a:lnTo>
                  <a:pt x="26802" y="6428"/>
                </a:lnTo>
                <a:lnTo>
                  <a:pt x="24929" y="6015"/>
                </a:lnTo>
                <a:close/>
                <a:moveTo>
                  <a:pt x="76869" y="53853"/>
                </a:moveTo>
                <a:lnTo>
                  <a:pt x="78449" y="55423"/>
                </a:lnTo>
                <a:lnTo>
                  <a:pt x="76079" y="54638"/>
                </a:lnTo>
                <a:close/>
                <a:moveTo>
                  <a:pt x="23459" y="8020"/>
                </a:moveTo>
                <a:lnTo>
                  <a:pt x="24937" y="8662"/>
                </a:lnTo>
                <a:lnTo>
                  <a:pt x="22720" y="8341"/>
                </a:lnTo>
                <a:close/>
                <a:moveTo>
                  <a:pt x="81711" y="29322"/>
                </a:moveTo>
                <a:lnTo>
                  <a:pt x="83700" y="29991"/>
                </a:lnTo>
                <a:lnTo>
                  <a:pt x="80716" y="29656"/>
                </a:lnTo>
                <a:close/>
                <a:moveTo>
                  <a:pt x="8622" y="43260"/>
                </a:moveTo>
                <a:lnTo>
                  <a:pt x="10254" y="43944"/>
                </a:lnTo>
                <a:lnTo>
                  <a:pt x="7806" y="43602"/>
                </a:lnTo>
                <a:close/>
                <a:moveTo>
                  <a:pt x="76934" y="67144"/>
                </a:moveTo>
                <a:lnTo>
                  <a:pt x="78556" y="68916"/>
                </a:lnTo>
                <a:lnTo>
                  <a:pt x="76123" y="68030"/>
                </a:lnTo>
                <a:close/>
                <a:moveTo>
                  <a:pt x="81556" y="10219"/>
                </a:moveTo>
                <a:lnTo>
                  <a:pt x="83257" y="11638"/>
                </a:lnTo>
                <a:lnTo>
                  <a:pt x="80705" y="10929"/>
                </a:lnTo>
                <a:close/>
                <a:moveTo>
                  <a:pt x="60951" y="23426"/>
                </a:moveTo>
                <a:lnTo>
                  <a:pt x="62306" y="24608"/>
                </a:lnTo>
                <a:lnTo>
                  <a:pt x="60273" y="24017"/>
                </a:lnTo>
                <a:close/>
                <a:moveTo>
                  <a:pt x="70633" y="3548"/>
                </a:moveTo>
                <a:lnTo>
                  <a:pt x="71677" y="4321"/>
                </a:lnTo>
                <a:lnTo>
                  <a:pt x="70111" y="3935"/>
                </a:lnTo>
                <a:close/>
                <a:moveTo>
                  <a:pt x="65844" y="8044"/>
                </a:moveTo>
                <a:lnTo>
                  <a:pt x="66308" y="8517"/>
                </a:lnTo>
                <a:lnTo>
                  <a:pt x="65612" y="8281"/>
                </a:lnTo>
                <a:close/>
                <a:moveTo>
                  <a:pt x="10451" y="30025"/>
                </a:moveTo>
                <a:lnTo>
                  <a:pt x="12403" y="30858"/>
                </a:lnTo>
                <a:lnTo>
                  <a:pt x="9475" y="30442"/>
                </a:lnTo>
                <a:close/>
                <a:moveTo>
                  <a:pt x="9231" y="46225"/>
                </a:moveTo>
                <a:lnTo>
                  <a:pt x="10196" y="47382"/>
                </a:lnTo>
                <a:lnTo>
                  <a:pt x="8748" y="46804"/>
                </a:lnTo>
                <a:close/>
                <a:moveTo>
                  <a:pt x="62242" y="31454"/>
                </a:moveTo>
                <a:lnTo>
                  <a:pt x="63948" y="32683"/>
                </a:lnTo>
                <a:lnTo>
                  <a:pt x="61389" y="32068"/>
                </a:lnTo>
                <a:close/>
                <a:moveTo>
                  <a:pt x="70783" y="52599"/>
                </a:moveTo>
                <a:lnTo>
                  <a:pt x="72800" y="54019"/>
                </a:lnTo>
                <a:lnTo>
                  <a:pt x="69774" y="53309"/>
                </a:lnTo>
                <a:close/>
                <a:moveTo>
                  <a:pt x="24078" y="34814"/>
                </a:moveTo>
                <a:lnTo>
                  <a:pt x="25857" y="36291"/>
                </a:lnTo>
                <a:lnTo>
                  <a:pt x="23189" y="35553"/>
                </a:lnTo>
                <a:close/>
                <a:moveTo>
                  <a:pt x="60825" y="58169"/>
                </a:moveTo>
                <a:lnTo>
                  <a:pt x="62701" y="59281"/>
                </a:lnTo>
                <a:lnTo>
                  <a:pt x="59888" y="58725"/>
                </a:lnTo>
                <a:close/>
                <a:moveTo>
                  <a:pt x="53459" y="3019"/>
                </a:moveTo>
                <a:lnTo>
                  <a:pt x="54692" y="4410"/>
                </a:lnTo>
                <a:lnTo>
                  <a:pt x="52842" y="3714"/>
                </a:lnTo>
                <a:close/>
                <a:moveTo>
                  <a:pt x="75845" y="58532"/>
                </a:moveTo>
                <a:lnTo>
                  <a:pt x="77007" y="59177"/>
                </a:lnTo>
                <a:lnTo>
                  <a:pt x="75263" y="58854"/>
                </a:lnTo>
                <a:close/>
                <a:moveTo>
                  <a:pt x="73553" y="45350"/>
                </a:moveTo>
                <a:lnTo>
                  <a:pt x="74257" y="45707"/>
                </a:lnTo>
                <a:lnTo>
                  <a:pt x="73200" y="45529"/>
                </a:lnTo>
                <a:close/>
                <a:moveTo>
                  <a:pt x="72937" y="39790"/>
                </a:moveTo>
                <a:lnTo>
                  <a:pt x="73489" y="41575"/>
                </a:lnTo>
                <a:lnTo>
                  <a:pt x="72661" y="40683"/>
                </a:lnTo>
                <a:close/>
                <a:moveTo>
                  <a:pt x="49090" y="52343"/>
                </a:moveTo>
                <a:lnTo>
                  <a:pt x="50932" y="53027"/>
                </a:lnTo>
                <a:lnTo>
                  <a:pt x="48169" y="52685"/>
                </a:lnTo>
                <a:close/>
                <a:moveTo>
                  <a:pt x="43772" y="11879"/>
                </a:moveTo>
                <a:lnTo>
                  <a:pt x="45255" y="12831"/>
                </a:lnTo>
                <a:lnTo>
                  <a:pt x="43031" y="12355"/>
                </a:lnTo>
                <a:close/>
                <a:moveTo>
                  <a:pt x="65717" y="7987"/>
                </a:moveTo>
                <a:lnTo>
                  <a:pt x="66447" y="8868"/>
                </a:lnTo>
                <a:lnTo>
                  <a:pt x="65352" y="8428"/>
                </a:lnTo>
                <a:close/>
                <a:moveTo>
                  <a:pt x="1065" y="28050"/>
                </a:moveTo>
                <a:lnTo>
                  <a:pt x="3196" y="29649"/>
                </a:lnTo>
                <a:lnTo>
                  <a:pt x="0" y="28850"/>
                </a:lnTo>
                <a:close/>
                <a:moveTo>
                  <a:pt x="15700" y="57386"/>
                </a:moveTo>
                <a:lnTo>
                  <a:pt x="16466" y="58046"/>
                </a:lnTo>
                <a:lnTo>
                  <a:pt x="15317" y="57716"/>
                </a:lnTo>
                <a:close/>
                <a:moveTo>
                  <a:pt x="53219" y="20289"/>
                </a:moveTo>
                <a:lnTo>
                  <a:pt x="53941" y="20718"/>
                </a:lnTo>
                <a:lnTo>
                  <a:pt x="52858" y="20503"/>
                </a:lnTo>
                <a:close/>
                <a:moveTo>
                  <a:pt x="15432" y="13277"/>
                </a:moveTo>
                <a:lnTo>
                  <a:pt x="17469" y="13640"/>
                </a:lnTo>
                <a:lnTo>
                  <a:pt x="14413" y="13459"/>
                </a:lnTo>
                <a:close/>
                <a:moveTo>
                  <a:pt x="45229" y="14639"/>
                </a:moveTo>
                <a:lnTo>
                  <a:pt x="46912" y="14944"/>
                </a:lnTo>
                <a:lnTo>
                  <a:pt x="44388" y="14792"/>
                </a:lnTo>
                <a:close/>
                <a:moveTo>
                  <a:pt x="31393" y="50898"/>
                </a:moveTo>
                <a:lnTo>
                  <a:pt x="31791" y="51815"/>
                </a:lnTo>
                <a:lnTo>
                  <a:pt x="31194" y="51356"/>
                </a:lnTo>
                <a:close/>
                <a:moveTo>
                  <a:pt x="27667" y="33405"/>
                </a:moveTo>
                <a:lnTo>
                  <a:pt x="29180" y="33825"/>
                </a:lnTo>
                <a:lnTo>
                  <a:pt x="26910" y="33615"/>
                </a:lnTo>
                <a:close/>
                <a:moveTo>
                  <a:pt x="71942" y="18630"/>
                </a:moveTo>
                <a:lnTo>
                  <a:pt x="73721" y="19129"/>
                </a:lnTo>
                <a:lnTo>
                  <a:pt x="71053" y="18880"/>
                </a:lnTo>
                <a:close/>
                <a:moveTo>
                  <a:pt x="8630" y="13361"/>
                </a:moveTo>
                <a:lnTo>
                  <a:pt x="9135" y="14033"/>
                </a:lnTo>
                <a:lnTo>
                  <a:pt x="8377" y="13697"/>
                </a:lnTo>
                <a:close/>
                <a:moveTo>
                  <a:pt x="12380" y="5965"/>
                </a:moveTo>
                <a:lnTo>
                  <a:pt x="14306" y="7058"/>
                </a:lnTo>
                <a:lnTo>
                  <a:pt x="11417" y="6512"/>
                </a:lnTo>
                <a:close/>
                <a:moveTo>
                  <a:pt x="41653" y="35068"/>
                </a:moveTo>
                <a:lnTo>
                  <a:pt x="43502" y="35437"/>
                </a:lnTo>
                <a:lnTo>
                  <a:pt x="40728" y="35253"/>
                </a:lnTo>
                <a:close/>
                <a:moveTo>
                  <a:pt x="4655" y="45965"/>
                </a:moveTo>
                <a:lnTo>
                  <a:pt x="5018" y="47023"/>
                </a:lnTo>
                <a:lnTo>
                  <a:pt x="4474" y="46494"/>
                </a:lnTo>
                <a:close/>
                <a:moveTo>
                  <a:pt x="52179" y="58613"/>
                </a:moveTo>
                <a:lnTo>
                  <a:pt x="52530" y="59516"/>
                </a:lnTo>
                <a:lnTo>
                  <a:pt x="52003" y="59064"/>
                </a:lnTo>
                <a:close/>
                <a:moveTo>
                  <a:pt x="26599" y="40028"/>
                </a:moveTo>
                <a:lnTo>
                  <a:pt x="27010" y="41459"/>
                </a:lnTo>
                <a:lnTo>
                  <a:pt x="26393" y="40744"/>
                </a:lnTo>
                <a:close/>
                <a:moveTo>
                  <a:pt x="79410" y="37856"/>
                </a:moveTo>
                <a:lnTo>
                  <a:pt x="80992" y="39409"/>
                </a:lnTo>
                <a:lnTo>
                  <a:pt x="78618" y="38632"/>
                </a:lnTo>
                <a:close/>
                <a:moveTo>
                  <a:pt x="70126" y="56534"/>
                </a:moveTo>
                <a:lnTo>
                  <a:pt x="71377" y="56965"/>
                </a:lnTo>
                <a:lnTo>
                  <a:pt x="69500" y="56749"/>
                </a:lnTo>
                <a:close/>
                <a:moveTo>
                  <a:pt x="66080" y="58213"/>
                </a:moveTo>
                <a:lnTo>
                  <a:pt x="67726" y="58985"/>
                </a:lnTo>
                <a:lnTo>
                  <a:pt x="65256" y="58599"/>
                </a:lnTo>
                <a:close/>
                <a:moveTo>
                  <a:pt x="80883" y="42973"/>
                </a:moveTo>
                <a:lnTo>
                  <a:pt x="81811" y="44452"/>
                </a:lnTo>
                <a:lnTo>
                  <a:pt x="80419" y="43713"/>
                </a:lnTo>
                <a:close/>
                <a:moveTo>
                  <a:pt x="19315" y="16607"/>
                </a:moveTo>
                <a:lnTo>
                  <a:pt x="21340" y="16990"/>
                </a:lnTo>
                <a:lnTo>
                  <a:pt x="18303" y="16798"/>
                </a:lnTo>
                <a:close/>
                <a:moveTo>
                  <a:pt x="72258" y="27374"/>
                </a:moveTo>
                <a:lnTo>
                  <a:pt x="73667" y="28710"/>
                </a:lnTo>
                <a:lnTo>
                  <a:pt x="71554" y="28042"/>
                </a:lnTo>
                <a:close/>
                <a:moveTo>
                  <a:pt x="74948" y="15168"/>
                </a:moveTo>
                <a:lnTo>
                  <a:pt x="75470" y="16237"/>
                </a:lnTo>
                <a:lnTo>
                  <a:pt x="74687" y="15703"/>
                </a:lnTo>
                <a:close/>
                <a:moveTo>
                  <a:pt x="19313" y="29263"/>
                </a:moveTo>
                <a:lnTo>
                  <a:pt x="19867" y="29698"/>
                </a:lnTo>
                <a:lnTo>
                  <a:pt x="19036" y="29480"/>
                </a:lnTo>
                <a:close/>
                <a:moveTo>
                  <a:pt x="47470" y="3571"/>
                </a:moveTo>
                <a:lnTo>
                  <a:pt x="48313" y="4453"/>
                </a:lnTo>
                <a:lnTo>
                  <a:pt x="47048" y="4012"/>
                </a:lnTo>
                <a:close/>
                <a:moveTo>
                  <a:pt x="8723" y="55583"/>
                </a:moveTo>
                <a:lnTo>
                  <a:pt x="10741" y="55931"/>
                </a:lnTo>
                <a:lnTo>
                  <a:pt x="7714" y="55757"/>
                </a:lnTo>
                <a:close/>
                <a:moveTo>
                  <a:pt x="67098" y="12133"/>
                </a:moveTo>
                <a:lnTo>
                  <a:pt x="68797" y="12524"/>
                </a:lnTo>
                <a:lnTo>
                  <a:pt x="66248" y="12328"/>
                </a:lnTo>
                <a:close/>
                <a:moveTo>
                  <a:pt x="62067" y="64337"/>
                </a:moveTo>
                <a:lnTo>
                  <a:pt x="62896" y="64885"/>
                </a:lnTo>
                <a:lnTo>
                  <a:pt x="61652" y="64611"/>
                </a:lnTo>
                <a:close/>
                <a:moveTo>
                  <a:pt x="28856" y="59325"/>
                </a:moveTo>
                <a:lnTo>
                  <a:pt x="30649" y="59860"/>
                </a:lnTo>
                <a:lnTo>
                  <a:pt x="27959" y="59592"/>
                </a:lnTo>
                <a:close/>
                <a:moveTo>
                  <a:pt x="74888" y="50997"/>
                </a:moveTo>
                <a:lnTo>
                  <a:pt x="77008" y="52756"/>
                </a:lnTo>
                <a:lnTo>
                  <a:pt x="73827" y="51877"/>
                </a:lnTo>
                <a:close/>
                <a:moveTo>
                  <a:pt x="13928" y="50202"/>
                </a:moveTo>
                <a:lnTo>
                  <a:pt x="14323" y="50789"/>
                </a:lnTo>
                <a:lnTo>
                  <a:pt x="13730" y="50496"/>
                </a:lnTo>
                <a:close/>
                <a:moveTo>
                  <a:pt x="44927" y="16089"/>
                </a:moveTo>
                <a:lnTo>
                  <a:pt x="45680" y="16925"/>
                </a:lnTo>
                <a:lnTo>
                  <a:pt x="44550" y="16507"/>
                </a:lnTo>
                <a:close/>
                <a:moveTo>
                  <a:pt x="38610" y="63331"/>
                </a:moveTo>
                <a:lnTo>
                  <a:pt x="40035" y="64465"/>
                </a:lnTo>
                <a:lnTo>
                  <a:pt x="37897" y="63898"/>
                </a:lnTo>
                <a:close/>
                <a:moveTo>
                  <a:pt x="59916" y="12995"/>
                </a:moveTo>
                <a:lnTo>
                  <a:pt x="61753" y="14439"/>
                </a:lnTo>
                <a:lnTo>
                  <a:pt x="58998" y="13717"/>
                </a:lnTo>
                <a:close/>
                <a:moveTo>
                  <a:pt x="67708" y="31058"/>
                </a:moveTo>
                <a:lnTo>
                  <a:pt x="69060" y="31471"/>
                </a:lnTo>
                <a:lnTo>
                  <a:pt x="67032" y="31264"/>
                </a:lnTo>
                <a:close/>
                <a:moveTo>
                  <a:pt x="38532" y="44413"/>
                </a:moveTo>
                <a:lnTo>
                  <a:pt x="40640" y="46058"/>
                </a:lnTo>
                <a:lnTo>
                  <a:pt x="37479" y="45235"/>
                </a:lnTo>
                <a:close/>
                <a:moveTo>
                  <a:pt x="28753" y="52184"/>
                </a:moveTo>
                <a:lnTo>
                  <a:pt x="30687" y="53926"/>
                </a:lnTo>
                <a:lnTo>
                  <a:pt x="27786" y="53055"/>
                </a:lnTo>
                <a:close/>
                <a:moveTo>
                  <a:pt x="56740" y="22737"/>
                </a:moveTo>
                <a:lnTo>
                  <a:pt x="58706" y="23062"/>
                </a:lnTo>
                <a:lnTo>
                  <a:pt x="55757" y="22899"/>
                </a:lnTo>
                <a:close/>
                <a:moveTo>
                  <a:pt x="47473" y="31603"/>
                </a:moveTo>
                <a:lnTo>
                  <a:pt x="49456" y="32835"/>
                </a:lnTo>
                <a:lnTo>
                  <a:pt x="46481" y="32219"/>
                </a:lnTo>
                <a:close/>
                <a:moveTo>
                  <a:pt x="17386" y="11417"/>
                </a:moveTo>
                <a:lnTo>
                  <a:pt x="17803" y="12846"/>
                </a:lnTo>
                <a:lnTo>
                  <a:pt x="17177" y="12131"/>
                </a:lnTo>
                <a:close/>
                <a:moveTo>
                  <a:pt x="65162" y="25760"/>
                </a:moveTo>
                <a:lnTo>
                  <a:pt x="65926" y="26896"/>
                </a:lnTo>
                <a:lnTo>
                  <a:pt x="64780" y="26328"/>
                </a:lnTo>
                <a:close/>
                <a:moveTo>
                  <a:pt x="16966" y="36337"/>
                </a:moveTo>
                <a:lnTo>
                  <a:pt x="17952" y="37116"/>
                </a:lnTo>
                <a:lnTo>
                  <a:pt x="16474" y="36727"/>
                </a:lnTo>
                <a:close/>
                <a:moveTo>
                  <a:pt x="57608" y="17158"/>
                </a:moveTo>
                <a:lnTo>
                  <a:pt x="58571" y="18304"/>
                </a:lnTo>
                <a:lnTo>
                  <a:pt x="57127" y="17731"/>
                </a:lnTo>
                <a:close/>
                <a:moveTo>
                  <a:pt x="78167" y="10358"/>
                </a:moveTo>
                <a:lnTo>
                  <a:pt x="79084" y="11067"/>
                </a:lnTo>
                <a:lnTo>
                  <a:pt x="77709" y="10712"/>
                </a:lnTo>
                <a:close/>
                <a:moveTo>
                  <a:pt x="26766" y="33648"/>
                </a:moveTo>
                <a:lnTo>
                  <a:pt x="28633" y="34220"/>
                </a:lnTo>
                <a:lnTo>
                  <a:pt x="25832" y="33934"/>
                </a:lnTo>
                <a:close/>
                <a:moveTo>
                  <a:pt x="59876" y="29805"/>
                </a:moveTo>
                <a:lnTo>
                  <a:pt x="61285" y="30858"/>
                </a:lnTo>
                <a:lnTo>
                  <a:pt x="59172" y="30332"/>
                </a:lnTo>
                <a:close/>
                <a:moveTo>
                  <a:pt x="50379" y="12382"/>
                </a:moveTo>
                <a:lnTo>
                  <a:pt x="51869" y="13285"/>
                </a:lnTo>
                <a:lnTo>
                  <a:pt x="49634" y="12834"/>
                </a:lnTo>
                <a:close/>
                <a:moveTo>
                  <a:pt x="65231" y="41104"/>
                </a:moveTo>
                <a:lnTo>
                  <a:pt x="66336" y="42885"/>
                </a:lnTo>
                <a:lnTo>
                  <a:pt x="64679" y="41994"/>
                </a:lnTo>
                <a:close/>
                <a:moveTo>
                  <a:pt x="15618" y="948"/>
                </a:moveTo>
                <a:lnTo>
                  <a:pt x="16196" y="2282"/>
                </a:lnTo>
                <a:lnTo>
                  <a:pt x="15329" y="1615"/>
                </a:lnTo>
                <a:close/>
                <a:moveTo>
                  <a:pt x="8470" y="50740"/>
                </a:moveTo>
                <a:lnTo>
                  <a:pt x="8984" y="51486"/>
                </a:lnTo>
                <a:lnTo>
                  <a:pt x="8214" y="51113"/>
                </a:lnTo>
                <a:close/>
                <a:moveTo>
                  <a:pt x="51963" y="1432"/>
                </a:moveTo>
                <a:lnTo>
                  <a:pt x="53113" y="3231"/>
                </a:lnTo>
                <a:lnTo>
                  <a:pt x="51387" y="2331"/>
                </a:lnTo>
                <a:close/>
                <a:moveTo>
                  <a:pt x="60623" y="26855"/>
                </a:moveTo>
                <a:lnTo>
                  <a:pt x="62654" y="28009"/>
                </a:lnTo>
                <a:lnTo>
                  <a:pt x="59608" y="27432"/>
                </a:lnTo>
                <a:close/>
                <a:moveTo>
                  <a:pt x="67430" y="23721"/>
                </a:moveTo>
                <a:lnTo>
                  <a:pt x="68486" y="25072"/>
                </a:lnTo>
                <a:lnTo>
                  <a:pt x="66902" y="24397"/>
                </a:lnTo>
                <a:close/>
                <a:moveTo>
                  <a:pt x="63331" y="47788"/>
                </a:moveTo>
                <a:lnTo>
                  <a:pt x="63960" y="48720"/>
                </a:lnTo>
                <a:lnTo>
                  <a:pt x="63017" y="48254"/>
                </a:lnTo>
                <a:close/>
                <a:moveTo>
                  <a:pt x="27032" y="15969"/>
                </a:moveTo>
                <a:lnTo>
                  <a:pt x="27597" y="17391"/>
                </a:lnTo>
                <a:lnTo>
                  <a:pt x="26749" y="16680"/>
                </a:lnTo>
                <a:close/>
                <a:moveTo>
                  <a:pt x="12541" y="24408"/>
                </a:moveTo>
                <a:lnTo>
                  <a:pt x="12926" y="25765"/>
                </a:lnTo>
                <a:lnTo>
                  <a:pt x="12349" y="25087"/>
                </a:lnTo>
                <a:close/>
                <a:moveTo>
                  <a:pt x="52214" y="5387"/>
                </a:moveTo>
                <a:lnTo>
                  <a:pt x="54322" y="7179"/>
                </a:lnTo>
                <a:lnTo>
                  <a:pt x="51160" y="6283"/>
                </a:lnTo>
                <a:close/>
                <a:moveTo>
                  <a:pt x="62439" y="55594"/>
                </a:moveTo>
                <a:lnTo>
                  <a:pt x="64090" y="55927"/>
                </a:lnTo>
                <a:lnTo>
                  <a:pt x="61613" y="55761"/>
                </a:lnTo>
                <a:close/>
                <a:moveTo>
                  <a:pt x="23331" y="16338"/>
                </a:moveTo>
                <a:lnTo>
                  <a:pt x="23721" y="17596"/>
                </a:lnTo>
                <a:lnTo>
                  <a:pt x="23136" y="16967"/>
                </a:lnTo>
                <a:close/>
                <a:moveTo>
                  <a:pt x="49415" y="24985"/>
                </a:moveTo>
                <a:lnTo>
                  <a:pt x="51150" y="25637"/>
                </a:lnTo>
                <a:lnTo>
                  <a:pt x="48548" y="25311"/>
                </a:lnTo>
                <a:close/>
                <a:moveTo>
                  <a:pt x="23961" y="7937"/>
                </a:moveTo>
                <a:lnTo>
                  <a:pt x="24746" y="9513"/>
                </a:lnTo>
                <a:lnTo>
                  <a:pt x="23569" y="8725"/>
                </a:lnTo>
                <a:close/>
                <a:moveTo>
                  <a:pt x="41117" y="50829"/>
                </a:moveTo>
                <a:lnTo>
                  <a:pt x="43073" y="52129"/>
                </a:lnTo>
                <a:lnTo>
                  <a:pt x="40140" y="51479"/>
                </a:lnTo>
                <a:close/>
                <a:moveTo>
                  <a:pt x="30552" y="66738"/>
                </a:moveTo>
                <a:lnTo>
                  <a:pt x="31050" y="67658"/>
                </a:lnTo>
                <a:lnTo>
                  <a:pt x="30303" y="67198"/>
                </a:lnTo>
                <a:close/>
                <a:moveTo>
                  <a:pt x="73510" y="47069"/>
                </a:moveTo>
                <a:lnTo>
                  <a:pt x="74514" y="48609"/>
                </a:lnTo>
                <a:lnTo>
                  <a:pt x="73008" y="47839"/>
                </a:lnTo>
                <a:close/>
              </a:path>
            </a:pathLst>
          </a:custGeom>
          <a:solidFill>
            <a:srgbClr val="777777">
              <a:alpha val="20000"/>
            </a:srgbClr>
          </a:solidFill>
          <a:ln w="0" cap="rnd" cmpd="sng" algn="ctr">
            <a:solidFill>
              <a:srgbClr val="FFFFFF">
                <a:alpha val="0"/>
              </a:srgbClr>
            </a:solidFill>
            <a:round/>
            <a:headEnd type="none"/>
            <a:tailEnd type="none"/>
          </a:ln>
        </p:spPr>
      </p:sp>
      <p:sp>
        <p:nvSpPr>
          <p:cNvPr id="941" name="neuron-level models / 0927 paper texture"/>
          <p:cNvSpPr/>
          <p:nvPr/>
        </p:nvSpPr>
        <p:spPr>
          <a:xfrm>
            <a:off x="10306704" y="3987406"/>
            <a:ext cx="752611" cy="636986"/>
          </a:xfrm>
          <a:custGeom>
            <a:avLst/>
            <a:gdLst/>
            <a:ahLst/>
            <a:cxnLst/>
            <a:rect l="0" t="0" r="r" b="b"/>
            <a:pathLst>
              <a:path w="82307" h="69662" fill="norm" stroke="1" extrusionOk="0">
                <a:moveTo>
                  <a:pt x="62990" y="49847"/>
                </a:moveTo>
                <a:lnTo>
                  <a:pt x="63833" y="51167"/>
                </a:lnTo>
                <a:lnTo>
                  <a:pt x="62569" y="50507"/>
                </a:lnTo>
                <a:close/>
                <a:moveTo>
                  <a:pt x="54623" y="57893"/>
                </a:moveTo>
                <a:lnTo>
                  <a:pt x="55922" y="59587"/>
                </a:lnTo>
                <a:lnTo>
                  <a:pt x="53973" y="58740"/>
                </a:lnTo>
                <a:close/>
                <a:moveTo>
                  <a:pt x="59896" y="14386"/>
                </a:moveTo>
                <a:lnTo>
                  <a:pt x="61316" y="14981"/>
                </a:lnTo>
                <a:lnTo>
                  <a:pt x="59186" y="14684"/>
                </a:lnTo>
                <a:close/>
                <a:moveTo>
                  <a:pt x="51475" y="22401"/>
                </a:moveTo>
                <a:lnTo>
                  <a:pt x="53671" y="23215"/>
                </a:lnTo>
                <a:lnTo>
                  <a:pt x="50377" y="22808"/>
                </a:lnTo>
                <a:close/>
                <a:moveTo>
                  <a:pt x="65611" y="57611"/>
                </a:moveTo>
                <a:lnTo>
                  <a:pt x="66651" y="58794"/>
                </a:lnTo>
                <a:lnTo>
                  <a:pt x="65090" y="58203"/>
                </a:lnTo>
                <a:close/>
                <a:moveTo>
                  <a:pt x="19932" y="25831"/>
                </a:moveTo>
                <a:lnTo>
                  <a:pt x="21094" y="27199"/>
                </a:lnTo>
                <a:lnTo>
                  <a:pt x="19350" y="26515"/>
                </a:lnTo>
                <a:close/>
                <a:moveTo>
                  <a:pt x="42517" y="11033"/>
                </a:moveTo>
                <a:lnTo>
                  <a:pt x="44067" y="12107"/>
                </a:lnTo>
                <a:lnTo>
                  <a:pt x="41741" y="11570"/>
                </a:lnTo>
                <a:close/>
                <a:moveTo>
                  <a:pt x="43907" y="30677"/>
                </a:moveTo>
                <a:lnTo>
                  <a:pt x="45861" y="31958"/>
                </a:lnTo>
                <a:lnTo>
                  <a:pt x="42931" y="31317"/>
                </a:lnTo>
                <a:close/>
                <a:moveTo>
                  <a:pt x="55098" y="34523"/>
                </a:moveTo>
                <a:lnTo>
                  <a:pt x="56191" y="35464"/>
                </a:lnTo>
                <a:lnTo>
                  <a:pt x="54551" y="34994"/>
                </a:lnTo>
                <a:close/>
                <a:moveTo>
                  <a:pt x="56510" y="30148"/>
                </a:moveTo>
                <a:lnTo>
                  <a:pt x="56989" y="30779"/>
                </a:lnTo>
                <a:lnTo>
                  <a:pt x="56271" y="30463"/>
                </a:lnTo>
                <a:close/>
                <a:moveTo>
                  <a:pt x="5231" y="3321"/>
                </a:moveTo>
                <a:lnTo>
                  <a:pt x="6245" y="4188"/>
                </a:lnTo>
                <a:lnTo>
                  <a:pt x="4723" y="3754"/>
                </a:lnTo>
                <a:close/>
                <a:moveTo>
                  <a:pt x="38272" y="13812"/>
                </a:moveTo>
                <a:lnTo>
                  <a:pt x="39053" y="14782"/>
                </a:lnTo>
                <a:lnTo>
                  <a:pt x="37881" y="14297"/>
                </a:lnTo>
                <a:close/>
                <a:moveTo>
                  <a:pt x="24661" y="17935"/>
                </a:moveTo>
                <a:lnTo>
                  <a:pt x="25920" y="19380"/>
                </a:lnTo>
                <a:lnTo>
                  <a:pt x="24031" y="18657"/>
                </a:lnTo>
                <a:close/>
                <a:moveTo>
                  <a:pt x="5825" y="870"/>
                </a:moveTo>
                <a:lnTo>
                  <a:pt x="7004" y="2512"/>
                </a:lnTo>
                <a:lnTo>
                  <a:pt x="5236" y="1691"/>
                </a:lnTo>
                <a:close/>
                <a:moveTo>
                  <a:pt x="52664" y="25110"/>
                </a:moveTo>
                <a:lnTo>
                  <a:pt x="54814" y="26428"/>
                </a:lnTo>
                <a:lnTo>
                  <a:pt x="51590" y="25769"/>
                </a:lnTo>
                <a:close/>
                <a:moveTo>
                  <a:pt x="68530" y="58045"/>
                </a:moveTo>
                <a:lnTo>
                  <a:pt x="68951" y="58637"/>
                </a:lnTo>
                <a:lnTo>
                  <a:pt x="68319" y="58341"/>
                </a:lnTo>
                <a:close/>
                <a:moveTo>
                  <a:pt x="65697" y="26923"/>
                </a:moveTo>
                <a:lnTo>
                  <a:pt x="67712" y="27330"/>
                </a:lnTo>
                <a:lnTo>
                  <a:pt x="64689" y="27127"/>
                </a:lnTo>
                <a:close/>
                <a:moveTo>
                  <a:pt x="77756" y="42754"/>
                </a:moveTo>
                <a:lnTo>
                  <a:pt x="78867" y="44298"/>
                </a:lnTo>
                <a:lnTo>
                  <a:pt x="77200" y="43526"/>
                </a:lnTo>
                <a:close/>
                <a:moveTo>
                  <a:pt x="44756" y="31637"/>
                </a:moveTo>
                <a:lnTo>
                  <a:pt x="45447" y="33113"/>
                </a:lnTo>
                <a:lnTo>
                  <a:pt x="44411" y="32375"/>
                </a:lnTo>
                <a:close/>
                <a:moveTo>
                  <a:pt x="12837" y="20641"/>
                </a:moveTo>
                <a:lnTo>
                  <a:pt x="13350" y="20965"/>
                </a:lnTo>
                <a:lnTo>
                  <a:pt x="12580" y="20803"/>
                </a:lnTo>
                <a:close/>
                <a:moveTo>
                  <a:pt x="25206" y="2992"/>
                </a:moveTo>
                <a:lnTo>
                  <a:pt x="26424" y="3812"/>
                </a:lnTo>
                <a:lnTo>
                  <a:pt x="24597" y="3402"/>
                </a:lnTo>
                <a:close/>
                <a:moveTo>
                  <a:pt x="2328" y="31942"/>
                </a:moveTo>
                <a:lnTo>
                  <a:pt x="3208" y="32590"/>
                </a:lnTo>
                <a:lnTo>
                  <a:pt x="1888" y="32266"/>
                </a:lnTo>
                <a:close/>
                <a:moveTo>
                  <a:pt x="45220" y="22882"/>
                </a:moveTo>
                <a:lnTo>
                  <a:pt x="45670" y="24579"/>
                </a:lnTo>
                <a:lnTo>
                  <a:pt x="44994" y="23731"/>
                </a:lnTo>
                <a:close/>
                <a:moveTo>
                  <a:pt x="80522" y="16277"/>
                </a:moveTo>
                <a:lnTo>
                  <a:pt x="82091" y="17454"/>
                </a:lnTo>
                <a:lnTo>
                  <a:pt x="79737" y="16865"/>
                </a:lnTo>
                <a:close/>
                <a:moveTo>
                  <a:pt x="21229" y="37069"/>
                </a:moveTo>
                <a:lnTo>
                  <a:pt x="22070" y="37782"/>
                </a:lnTo>
                <a:lnTo>
                  <a:pt x="20808" y="37426"/>
                </a:lnTo>
                <a:close/>
                <a:moveTo>
                  <a:pt x="38025" y="3042"/>
                </a:moveTo>
                <a:lnTo>
                  <a:pt x="38801" y="4817"/>
                </a:lnTo>
                <a:lnTo>
                  <a:pt x="37637" y="3929"/>
                </a:lnTo>
                <a:close/>
                <a:moveTo>
                  <a:pt x="63999" y="22804"/>
                </a:moveTo>
                <a:lnTo>
                  <a:pt x="66193" y="23597"/>
                </a:lnTo>
                <a:lnTo>
                  <a:pt x="62902" y="23200"/>
                </a:lnTo>
                <a:close/>
                <a:moveTo>
                  <a:pt x="70645" y="22183"/>
                </a:moveTo>
                <a:lnTo>
                  <a:pt x="72650" y="23161"/>
                </a:lnTo>
                <a:lnTo>
                  <a:pt x="69643" y="22672"/>
                </a:lnTo>
                <a:close/>
                <a:moveTo>
                  <a:pt x="72338" y="9378"/>
                </a:moveTo>
                <a:lnTo>
                  <a:pt x="73417" y="10195"/>
                </a:lnTo>
                <a:lnTo>
                  <a:pt x="71798" y="9786"/>
                </a:lnTo>
                <a:close/>
                <a:moveTo>
                  <a:pt x="64946" y="59650"/>
                </a:moveTo>
                <a:lnTo>
                  <a:pt x="65547" y="60565"/>
                </a:lnTo>
                <a:lnTo>
                  <a:pt x="64646" y="60107"/>
                </a:lnTo>
                <a:close/>
                <a:moveTo>
                  <a:pt x="14998" y="4475"/>
                </a:moveTo>
                <a:lnTo>
                  <a:pt x="15589" y="4886"/>
                </a:lnTo>
                <a:lnTo>
                  <a:pt x="14703" y="4681"/>
                </a:lnTo>
                <a:close/>
                <a:moveTo>
                  <a:pt x="25589" y="29654"/>
                </a:moveTo>
                <a:lnTo>
                  <a:pt x="27613" y="30932"/>
                </a:lnTo>
                <a:lnTo>
                  <a:pt x="24578" y="30293"/>
                </a:lnTo>
                <a:close/>
                <a:moveTo>
                  <a:pt x="63230" y="22743"/>
                </a:moveTo>
                <a:lnTo>
                  <a:pt x="64175" y="23661"/>
                </a:lnTo>
                <a:lnTo>
                  <a:pt x="62757" y="23202"/>
                </a:lnTo>
                <a:close/>
                <a:moveTo>
                  <a:pt x="19929" y="1310"/>
                </a:moveTo>
                <a:lnTo>
                  <a:pt x="20788" y="3003"/>
                </a:lnTo>
                <a:lnTo>
                  <a:pt x="19499" y="2157"/>
                </a:lnTo>
                <a:close/>
                <a:moveTo>
                  <a:pt x="5032" y="34710"/>
                </a:moveTo>
                <a:lnTo>
                  <a:pt x="5811" y="36154"/>
                </a:lnTo>
                <a:lnTo>
                  <a:pt x="4643" y="35432"/>
                </a:lnTo>
                <a:close/>
                <a:moveTo>
                  <a:pt x="3970" y="35141"/>
                </a:moveTo>
                <a:lnTo>
                  <a:pt x="5661" y="36135"/>
                </a:lnTo>
                <a:lnTo>
                  <a:pt x="3124" y="35638"/>
                </a:lnTo>
                <a:close/>
                <a:moveTo>
                  <a:pt x="12612" y="61266"/>
                </a:moveTo>
                <a:lnTo>
                  <a:pt x="12997" y="62956"/>
                </a:lnTo>
                <a:lnTo>
                  <a:pt x="12419" y="62111"/>
                </a:lnTo>
                <a:close/>
                <a:moveTo>
                  <a:pt x="67935" y="60923"/>
                </a:moveTo>
                <a:lnTo>
                  <a:pt x="69886" y="61778"/>
                </a:lnTo>
                <a:lnTo>
                  <a:pt x="66960" y="61351"/>
                </a:lnTo>
                <a:close/>
                <a:moveTo>
                  <a:pt x="52189" y="32365"/>
                </a:moveTo>
                <a:lnTo>
                  <a:pt x="53622" y="33234"/>
                </a:lnTo>
                <a:lnTo>
                  <a:pt x="51473" y="32800"/>
                </a:lnTo>
                <a:close/>
                <a:moveTo>
                  <a:pt x="70925" y="21172"/>
                </a:moveTo>
                <a:lnTo>
                  <a:pt x="72313" y="21574"/>
                </a:lnTo>
                <a:lnTo>
                  <a:pt x="70230" y="21373"/>
                </a:lnTo>
                <a:close/>
                <a:moveTo>
                  <a:pt x="5652" y="61001"/>
                </a:moveTo>
                <a:lnTo>
                  <a:pt x="6662" y="61863"/>
                </a:lnTo>
                <a:lnTo>
                  <a:pt x="5147" y="61432"/>
                </a:lnTo>
                <a:close/>
                <a:moveTo>
                  <a:pt x="81669" y="49781"/>
                </a:moveTo>
                <a:lnTo>
                  <a:pt x="82307" y="50896"/>
                </a:lnTo>
                <a:lnTo>
                  <a:pt x="81350" y="50339"/>
                </a:lnTo>
                <a:close/>
                <a:moveTo>
                  <a:pt x="40457" y="41645"/>
                </a:moveTo>
                <a:lnTo>
                  <a:pt x="41312" y="42359"/>
                </a:lnTo>
                <a:lnTo>
                  <a:pt x="40030" y="42002"/>
                </a:lnTo>
                <a:close/>
                <a:moveTo>
                  <a:pt x="78310" y="41060"/>
                </a:moveTo>
                <a:lnTo>
                  <a:pt x="79679" y="42398"/>
                </a:lnTo>
                <a:lnTo>
                  <a:pt x="77625" y="41729"/>
                </a:lnTo>
                <a:close/>
                <a:moveTo>
                  <a:pt x="62523" y="12278"/>
                </a:moveTo>
                <a:lnTo>
                  <a:pt x="64321" y="13302"/>
                </a:lnTo>
                <a:lnTo>
                  <a:pt x="61624" y="12790"/>
                </a:lnTo>
                <a:close/>
                <a:moveTo>
                  <a:pt x="13184" y="21767"/>
                </a:moveTo>
                <a:lnTo>
                  <a:pt x="15367" y="23334"/>
                </a:lnTo>
                <a:lnTo>
                  <a:pt x="12092" y="22551"/>
                </a:lnTo>
                <a:close/>
                <a:moveTo>
                  <a:pt x="74920" y="34470"/>
                </a:moveTo>
                <a:lnTo>
                  <a:pt x="76447" y="35364"/>
                </a:lnTo>
                <a:lnTo>
                  <a:pt x="74157" y="34917"/>
                </a:lnTo>
                <a:close/>
                <a:moveTo>
                  <a:pt x="61096" y="36895"/>
                </a:moveTo>
                <a:lnTo>
                  <a:pt x="62107" y="38661"/>
                </a:lnTo>
                <a:lnTo>
                  <a:pt x="60590" y="37778"/>
                </a:lnTo>
                <a:close/>
                <a:moveTo>
                  <a:pt x="41923" y="2718"/>
                </a:moveTo>
                <a:lnTo>
                  <a:pt x="43779" y="3162"/>
                </a:lnTo>
                <a:lnTo>
                  <a:pt x="40994" y="2940"/>
                </a:lnTo>
                <a:close/>
                <a:moveTo>
                  <a:pt x="23802" y="31192"/>
                </a:moveTo>
                <a:lnTo>
                  <a:pt x="24543" y="32166"/>
                </a:lnTo>
                <a:lnTo>
                  <a:pt x="23431" y="31679"/>
                </a:lnTo>
                <a:close/>
                <a:moveTo>
                  <a:pt x="36913" y="36511"/>
                </a:moveTo>
                <a:lnTo>
                  <a:pt x="38470" y="37839"/>
                </a:lnTo>
                <a:lnTo>
                  <a:pt x="36135" y="37175"/>
                </a:lnTo>
                <a:close/>
                <a:moveTo>
                  <a:pt x="4977" y="16294"/>
                </a:moveTo>
                <a:lnTo>
                  <a:pt x="5542" y="17093"/>
                </a:lnTo>
                <a:lnTo>
                  <a:pt x="4694" y="16693"/>
                </a:lnTo>
                <a:close/>
                <a:moveTo>
                  <a:pt x="38312" y="58707"/>
                </a:moveTo>
                <a:lnTo>
                  <a:pt x="38688" y="60222"/>
                </a:lnTo>
                <a:lnTo>
                  <a:pt x="38124" y="59465"/>
                </a:lnTo>
                <a:close/>
                <a:moveTo>
                  <a:pt x="13618" y="51038"/>
                </a:moveTo>
                <a:lnTo>
                  <a:pt x="15537" y="52817"/>
                </a:lnTo>
                <a:lnTo>
                  <a:pt x="12658" y="51927"/>
                </a:lnTo>
                <a:close/>
                <a:moveTo>
                  <a:pt x="48047" y="3754"/>
                </a:moveTo>
                <a:lnTo>
                  <a:pt x="48928" y="4707"/>
                </a:lnTo>
                <a:lnTo>
                  <a:pt x="47606" y="4231"/>
                </a:lnTo>
                <a:close/>
                <a:moveTo>
                  <a:pt x="56157" y="66766"/>
                </a:moveTo>
                <a:lnTo>
                  <a:pt x="58129" y="67161"/>
                </a:lnTo>
                <a:lnTo>
                  <a:pt x="55172" y="66963"/>
                </a:lnTo>
                <a:close/>
                <a:moveTo>
                  <a:pt x="11396" y="44891"/>
                </a:moveTo>
                <a:lnTo>
                  <a:pt x="12129" y="46067"/>
                </a:lnTo>
                <a:lnTo>
                  <a:pt x="11029" y="45479"/>
                </a:lnTo>
                <a:close/>
                <a:moveTo>
                  <a:pt x="42600" y="37534"/>
                </a:moveTo>
                <a:lnTo>
                  <a:pt x="43596" y="39199"/>
                </a:lnTo>
                <a:lnTo>
                  <a:pt x="42102" y="38366"/>
                </a:lnTo>
                <a:close/>
                <a:moveTo>
                  <a:pt x="24909" y="24836"/>
                </a:moveTo>
                <a:lnTo>
                  <a:pt x="25558" y="25570"/>
                </a:lnTo>
                <a:lnTo>
                  <a:pt x="24584" y="25203"/>
                </a:lnTo>
                <a:close/>
                <a:moveTo>
                  <a:pt x="11740" y="44049"/>
                </a:moveTo>
                <a:lnTo>
                  <a:pt x="12128" y="44713"/>
                </a:lnTo>
                <a:lnTo>
                  <a:pt x="11546" y="44381"/>
                </a:lnTo>
                <a:close/>
                <a:moveTo>
                  <a:pt x="67097" y="58718"/>
                </a:moveTo>
                <a:lnTo>
                  <a:pt x="68075" y="60120"/>
                </a:lnTo>
                <a:lnTo>
                  <a:pt x="66608" y="59419"/>
                </a:lnTo>
                <a:close/>
                <a:moveTo>
                  <a:pt x="67263" y="44793"/>
                </a:moveTo>
                <a:lnTo>
                  <a:pt x="68762" y="46223"/>
                </a:lnTo>
                <a:lnTo>
                  <a:pt x="66513" y="45508"/>
                </a:lnTo>
                <a:close/>
                <a:moveTo>
                  <a:pt x="27050" y="22771"/>
                </a:moveTo>
                <a:lnTo>
                  <a:pt x="27875" y="23417"/>
                </a:lnTo>
                <a:lnTo>
                  <a:pt x="26638" y="23094"/>
                </a:lnTo>
                <a:close/>
                <a:moveTo>
                  <a:pt x="42936" y="37143"/>
                </a:moveTo>
                <a:lnTo>
                  <a:pt x="43639" y="37571"/>
                </a:lnTo>
                <a:lnTo>
                  <a:pt x="42584" y="37357"/>
                </a:lnTo>
                <a:close/>
                <a:moveTo>
                  <a:pt x="2867" y="14638"/>
                </a:moveTo>
                <a:lnTo>
                  <a:pt x="3506" y="15869"/>
                </a:lnTo>
                <a:lnTo>
                  <a:pt x="2548" y="15253"/>
                </a:lnTo>
                <a:close/>
                <a:moveTo>
                  <a:pt x="67405" y="36809"/>
                </a:moveTo>
                <a:lnTo>
                  <a:pt x="68946" y="37741"/>
                </a:lnTo>
                <a:lnTo>
                  <a:pt x="66634" y="37275"/>
                </a:lnTo>
                <a:close/>
                <a:moveTo>
                  <a:pt x="6951" y="51490"/>
                </a:moveTo>
                <a:lnTo>
                  <a:pt x="8718" y="52011"/>
                </a:lnTo>
                <a:lnTo>
                  <a:pt x="6067" y="51751"/>
                </a:lnTo>
                <a:close/>
                <a:moveTo>
                  <a:pt x="26305" y="47029"/>
                </a:moveTo>
                <a:lnTo>
                  <a:pt x="27961" y="47575"/>
                </a:lnTo>
                <a:lnTo>
                  <a:pt x="25477" y="47302"/>
                </a:lnTo>
                <a:close/>
                <a:moveTo>
                  <a:pt x="32588" y="26535"/>
                </a:moveTo>
                <a:lnTo>
                  <a:pt x="33948" y="28066"/>
                </a:lnTo>
                <a:lnTo>
                  <a:pt x="31908" y="27301"/>
                </a:lnTo>
                <a:close/>
                <a:moveTo>
                  <a:pt x="12851" y="25877"/>
                </a:moveTo>
                <a:lnTo>
                  <a:pt x="14908" y="26444"/>
                </a:lnTo>
                <a:lnTo>
                  <a:pt x="11822" y="26161"/>
                </a:lnTo>
                <a:close/>
                <a:moveTo>
                  <a:pt x="15333" y="54167"/>
                </a:moveTo>
                <a:lnTo>
                  <a:pt x="16837" y="55181"/>
                </a:lnTo>
                <a:lnTo>
                  <a:pt x="14581" y="54674"/>
                </a:lnTo>
                <a:close/>
                <a:moveTo>
                  <a:pt x="38439" y="4230"/>
                </a:moveTo>
                <a:lnTo>
                  <a:pt x="39975" y="4927"/>
                </a:lnTo>
                <a:lnTo>
                  <a:pt x="37672" y="4579"/>
                </a:lnTo>
                <a:close/>
                <a:moveTo>
                  <a:pt x="37037" y="64020"/>
                </a:moveTo>
                <a:lnTo>
                  <a:pt x="38304" y="64912"/>
                </a:lnTo>
                <a:lnTo>
                  <a:pt x="36403" y="64466"/>
                </a:lnTo>
                <a:close/>
                <a:moveTo>
                  <a:pt x="29753" y="19578"/>
                </a:moveTo>
                <a:lnTo>
                  <a:pt x="31246" y="20953"/>
                </a:lnTo>
                <a:lnTo>
                  <a:pt x="29007" y="20265"/>
                </a:lnTo>
                <a:close/>
                <a:moveTo>
                  <a:pt x="10300" y="235"/>
                </a:moveTo>
                <a:lnTo>
                  <a:pt x="11381" y="783"/>
                </a:lnTo>
                <a:lnTo>
                  <a:pt x="9759" y="509"/>
                </a:lnTo>
                <a:close/>
                <a:moveTo>
                  <a:pt x="49939" y="11035"/>
                </a:moveTo>
                <a:lnTo>
                  <a:pt x="51222" y="12047"/>
                </a:lnTo>
                <a:lnTo>
                  <a:pt x="49297" y="11541"/>
                </a:lnTo>
                <a:close/>
                <a:moveTo>
                  <a:pt x="80648" y="22019"/>
                </a:moveTo>
                <a:lnTo>
                  <a:pt x="81483" y="22826"/>
                </a:lnTo>
                <a:lnTo>
                  <a:pt x="80231" y="22422"/>
                </a:lnTo>
                <a:close/>
                <a:moveTo>
                  <a:pt x="54903" y="16518"/>
                </a:moveTo>
                <a:lnTo>
                  <a:pt x="55700" y="17885"/>
                </a:lnTo>
                <a:lnTo>
                  <a:pt x="54505" y="17202"/>
                </a:lnTo>
                <a:close/>
                <a:moveTo>
                  <a:pt x="44267" y="4860"/>
                </a:moveTo>
                <a:lnTo>
                  <a:pt x="46183" y="5350"/>
                </a:lnTo>
                <a:lnTo>
                  <a:pt x="43309" y="5105"/>
                </a:lnTo>
                <a:close/>
                <a:moveTo>
                  <a:pt x="25143" y="37614"/>
                </a:moveTo>
                <a:lnTo>
                  <a:pt x="26337" y="39063"/>
                </a:lnTo>
                <a:lnTo>
                  <a:pt x="24545" y="38338"/>
                </a:lnTo>
                <a:close/>
                <a:moveTo>
                  <a:pt x="13000" y="45105"/>
                </a:moveTo>
                <a:lnTo>
                  <a:pt x="13681" y="45580"/>
                </a:lnTo>
                <a:lnTo>
                  <a:pt x="12659" y="45342"/>
                </a:lnTo>
                <a:close/>
                <a:moveTo>
                  <a:pt x="58153" y="53478"/>
                </a:moveTo>
                <a:lnTo>
                  <a:pt x="58702" y="53828"/>
                </a:lnTo>
                <a:lnTo>
                  <a:pt x="57878" y="53653"/>
                </a:lnTo>
                <a:close/>
                <a:moveTo>
                  <a:pt x="17306" y="39585"/>
                </a:moveTo>
                <a:lnTo>
                  <a:pt x="17714" y="41310"/>
                </a:lnTo>
                <a:lnTo>
                  <a:pt x="17102" y="40447"/>
                </a:lnTo>
                <a:close/>
                <a:moveTo>
                  <a:pt x="2340" y="51140"/>
                </a:moveTo>
                <a:lnTo>
                  <a:pt x="4179" y="52017"/>
                </a:lnTo>
                <a:lnTo>
                  <a:pt x="1421" y="51578"/>
                </a:lnTo>
                <a:close/>
                <a:moveTo>
                  <a:pt x="67676" y="12036"/>
                </a:moveTo>
                <a:lnTo>
                  <a:pt x="69459" y="13198"/>
                </a:lnTo>
                <a:lnTo>
                  <a:pt x="66784" y="12617"/>
                </a:lnTo>
                <a:close/>
                <a:moveTo>
                  <a:pt x="70658" y="54720"/>
                </a:moveTo>
                <a:lnTo>
                  <a:pt x="72463" y="56315"/>
                </a:lnTo>
                <a:lnTo>
                  <a:pt x="69755" y="55518"/>
                </a:lnTo>
                <a:close/>
                <a:moveTo>
                  <a:pt x="21699" y="2100"/>
                </a:moveTo>
                <a:lnTo>
                  <a:pt x="22366" y="3521"/>
                </a:lnTo>
                <a:lnTo>
                  <a:pt x="21365" y="2811"/>
                </a:lnTo>
                <a:close/>
                <a:moveTo>
                  <a:pt x="43307" y="33990"/>
                </a:moveTo>
                <a:lnTo>
                  <a:pt x="44532" y="34327"/>
                </a:lnTo>
                <a:lnTo>
                  <a:pt x="42694" y="34159"/>
                </a:lnTo>
                <a:close/>
                <a:moveTo>
                  <a:pt x="76778" y="39188"/>
                </a:moveTo>
                <a:lnTo>
                  <a:pt x="78211" y="40230"/>
                </a:lnTo>
                <a:lnTo>
                  <a:pt x="76062" y="39709"/>
                </a:lnTo>
                <a:close/>
                <a:moveTo>
                  <a:pt x="73390" y="32545"/>
                </a:moveTo>
                <a:lnTo>
                  <a:pt x="74737" y="34042"/>
                </a:lnTo>
                <a:lnTo>
                  <a:pt x="72717" y="33294"/>
                </a:lnTo>
                <a:close/>
                <a:moveTo>
                  <a:pt x="13002" y="56911"/>
                </a:moveTo>
                <a:lnTo>
                  <a:pt x="14508" y="57709"/>
                </a:lnTo>
                <a:lnTo>
                  <a:pt x="12250" y="57310"/>
                </a:lnTo>
                <a:close/>
                <a:moveTo>
                  <a:pt x="13024" y="35478"/>
                </a:moveTo>
                <a:lnTo>
                  <a:pt x="13917" y="35781"/>
                </a:lnTo>
                <a:lnTo>
                  <a:pt x="12577" y="35630"/>
                </a:lnTo>
                <a:close/>
                <a:moveTo>
                  <a:pt x="68465" y="51538"/>
                </a:moveTo>
                <a:lnTo>
                  <a:pt x="70479" y="52982"/>
                </a:lnTo>
                <a:lnTo>
                  <a:pt x="67458" y="52260"/>
                </a:lnTo>
                <a:close/>
                <a:moveTo>
                  <a:pt x="34133" y="63004"/>
                </a:moveTo>
                <a:lnTo>
                  <a:pt x="34928" y="63690"/>
                </a:lnTo>
                <a:lnTo>
                  <a:pt x="33736" y="63347"/>
                </a:lnTo>
                <a:close/>
                <a:moveTo>
                  <a:pt x="39273" y="46699"/>
                </a:moveTo>
                <a:lnTo>
                  <a:pt x="39806" y="47085"/>
                </a:lnTo>
                <a:lnTo>
                  <a:pt x="39006" y="46892"/>
                </a:lnTo>
                <a:close/>
                <a:moveTo>
                  <a:pt x="77227" y="889"/>
                </a:moveTo>
                <a:lnTo>
                  <a:pt x="78951" y="1892"/>
                </a:lnTo>
                <a:lnTo>
                  <a:pt x="76365" y="1390"/>
                </a:lnTo>
                <a:close/>
                <a:moveTo>
                  <a:pt x="79557" y="59215"/>
                </a:moveTo>
                <a:lnTo>
                  <a:pt x="80766" y="60335"/>
                </a:lnTo>
                <a:lnTo>
                  <a:pt x="78952" y="59775"/>
                </a:lnTo>
                <a:close/>
                <a:moveTo>
                  <a:pt x="57994" y="17966"/>
                </a:moveTo>
                <a:lnTo>
                  <a:pt x="58380" y="19752"/>
                </a:lnTo>
                <a:lnTo>
                  <a:pt x="57801" y="18859"/>
                </a:lnTo>
                <a:close/>
                <a:moveTo>
                  <a:pt x="45424" y="55128"/>
                </a:moveTo>
                <a:lnTo>
                  <a:pt x="46769" y="55542"/>
                </a:lnTo>
                <a:lnTo>
                  <a:pt x="44751" y="55335"/>
                </a:lnTo>
                <a:close/>
                <a:moveTo>
                  <a:pt x="9276" y="16126"/>
                </a:moveTo>
                <a:lnTo>
                  <a:pt x="11412" y="17650"/>
                </a:lnTo>
                <a:lnTo>
                  <a:pt x="8208" y="16888"/>
                </a:lnTo>
                <a:close/>
                <a:moveTo>
                  <a:pt x="24841" y="30734"/>
                </a:moveTo>
                <a:lnTo>
                  <a:pt x="26982" y="31792"/>
                </a:lnTo>
                <a:lnTo>
                  <a:pt x="23770" y="31263"/>
                </a:lnTo>
                <a:close/>
                <a:moveTo>
                  <a:pt x="26822" y="36415"/>
                </a:moveTo>
                <a:lnTo>
                  <a:pt x="27484" y="37569"/>
                </a:lnTo>
                <a:lnTo>
                  <a:pt x="26491" y="36992"/>
                </a:lnTo>
                <a:close/>
                <a:moveTo>
                  <a:pt x="6726" y="35834"/>
                </a:moveTo>
                <a:lnTo>
                  <a:pt x="7281" y="36193"/>
                </a:lnTo>
                <a:lnTo>
                  <a:pt x="6448" y="36013"/>
                </a:lnTo>
                <a:close/>
                <a:moveTo>
                  <a:pt x="62765" y="34779"/>
                </a:moveTo>
                <a:lnTo>
                  <a:pt x="63410" y="35677"/>
                </a:lnTo>
                <a:lnTo>
                  <a:pt x="62442" y="35228"/>
                </a:lnTo>
                <a:close/>
                <a:moveTo>
                  <a:pt x="73634" y="24846"/>
                </a:moveTo>
                <a:lnTo>
                  <a:pt x="74489" y="25866"/>
                </a:lnTo>
                <a:lnTo>
                  <a:pt x="73206" y="25356"/>
                </a:lnTo>
                <a:close/>
                <a:moveTo>
                  <a:pt x="74258" y="42432"/>
                </a:moveTo>
                <a:lnTo>
                  <a:pt x="75484" y="43673"/>
                </a:lnTo>
                <a:lnTo>
                  <a:pt x="73645" y="43053"/>
                </a:lnTo>
                <a:close/>
                <a:moveTo>
                  <a:pt x="29768" y="64417"/>
                </a:moveTo>
                <a:lnTo>
                  <a:pt x="30622" y="65045"/>
                </a:lnTo>
                <a:lnTo>
                  <a:pt x="29341" y="64731"/>
                </a:lnTo>
                <a:close/>
                <a:moveTo>
                  <a:pt x="40822" y="55193"/>
                </a:moveTo>
                <a:lnTo>
                  <a:pt x="42601" y="56484"/>
                </a:lnTo>
                <a:lnTo>
                  <a:pt x="39933" y="55838"/>
                </a:lnTo>
                <a:close/>
                <a:moveTo>
                  <a:pt x="1018" y="55085"/>
                </a:moveTo>
                <a:lnTo>
                  <a:pt x="3055" y="55574"/>
                </a:lnTo>
                <a:lnTo>
                  <a:pt x="0" y="55329"/>
                </a:lnTo>
                <a:close/>
                <a:moveTo>
                  <a:pt x="16954" y="15006"/>
                </a:moveTo>
                <a:lnTo>
                  <a:pt x="17545" y="15524"/>
                </a:lnTo>
                <a:lnTo>
                  <a:pt x="16658" y="15265"/>
                </a:lnTo>
                <a:close/>
                <a:moveTo>
                  <a:pt x="42012" y="47872"/>
                </a:moveTo>
                <a:lnTo>
                  <a:pt x="43221" y="48983"/>
                </a:lnTo>
                <a:lnTo>
                  <a:pt x="41407" y="48428"/>
                </a:lnTo>
                <a:close/>
                <a:moveTo>
                  <a:pt x="57186" y="56850"/>
                </a:moveTo>
                <a:lnTo>
                  <a:pt x="59336" y="58209"/>
                </a:lnTo>
                <a:lnTo>
                  <a:pt x="56111" y="57529"/>
                </a:lnTo>
                <a:close/>
                <a:moveTo>
                  <a:pt x="41591" y="3816"/>
                </a:moveTo>
                <a:lnTo>
                  <a:pt x="42486" y="4405"/>
                </a:lnTo>
                <a:lnTo>
                  <a:pt x="41144" y="4110"/>
                </a:lnTo>
                <a:close/>
                <a:moveTo>
                  <a:pt x="79507" y="50150"/>
                </a:moveTo>
                <a:lnTo>
                  <a:pt x="80094" y="50957"/>
                </a:lnTo>
                <a:lnTo>
                  <a:pt x="79213" y="50554"/>
                </a:lnTo>
                <a:close/>
                <a:moveTo>
                  <a:pt x="35433" y="43277"/>
                </a:moveTo>
                <a:lnTo>
                  <a:pt x="37585" y="44077"/>
                </a:lnTo>
                <a:lnTo>
                  <a:pt x="34357" y="43677"/>
                </a:lnTo>
                <a:close/>
                <a:moveTo>
                  <a:pt x="58148" y="28416"/>
                </a:moveTo>
                <a:lnTo>
                  <a:pt x="60171" y="29468"/>
                </a:lnTo>
                <a:lnTo>
                  <a:pt x="57137" y="28942"/>
                </a:lnTo>
                <a:close/>
                <a:moveTo>
                  <a:pt x="63714" y="40167"/>
                </a:moveTo>
                <a:lnTo>
                  <a:pt x="65396" y="41599"/>
                </a:lnTo>
                <a:lnTo>
                  <a:pt x="62873" y="40883"/>
                </a:lnTo>
                <a:close/>
                <a:moveTo>
                  <a:pt x="32854" y="30728"/>
                </a:moveTo>
                <a:lnTo>
                  <a:pt x="34352" y="32100"/>
                </a:lnTo>
                <a:lnTo>
                  <a:pt x="32105" y="31414"/>
                </a:lnTo>
                <a:close/>
                <a:moveTo>
                  <a:pt x="49453" y="24737"/>
                </a:moveTo>
                <a:lnTo>
                  <a:pt x="50708" y="25802"/>
                </a:lnTo>
                <a:lnTo>
                  <a:pt x="48826" y="25270"/>
                </a:lnTo>
                <a:close/>
                <a:moveTo>
                  <a:pt x="32120" y="22093"/>
                </a:moveTo>
                <a:lnTo>
                  <a:pt x="32590" y="22493"/>
                </a:lnTo>
                <a:lnTo>
                  <a:pt x="31885" y="22293"/>
                </a:lnTo>
                <a:close/>
                <a:moveTo>
                  <a:pt x="13606" y="5956"/>
                </a:moveTo>
                <a:lnTo>
                  <a:pt x="14646" y="7710"/>
                </a:lnTo>
                <a:lnTo>
                  <a:pt x="13087" y="6833"/>
                </a:lnTo>
                <a:close/>
                <a:moveTo>
                  <a:pt x="33704" y="62890"/>
                </a:moveTo>
                <a:lnTo>
                  <a:pt x="35328" y="64586"/>
                </a:lnTo>
                <a:lnTo>
                  <a:pt x="32892" y="63738"/>
                </a:lnTo>
                <a:close/>
                <a:moveTo>
                  <a:pt x="54278" y="65997"/>
                </a:moveTo>
                <a:lnTo>
                  <a:pt x="56117" y="66416"/>
                </a:lnTo>
                <a:lnTo>
                  <a:pt x="53358" y="66207"/>
                </a:lnTo>
                <a:close/>
                <a:moveTo>
                  <a:pt x="1059" y="66259"/>
                </a:moveTo>
                <a:lnTo>
                  <a:pt x="2039" y="67540"/>
                </a:lnTo>
                <a:lnTo>
                  <a:pt x="568" y="66900"/>
                </a:lnTo>
                <a:close/>
                <a:moveTo>
                  <a:pt x="79024" y="68008"/>
                </a:moveTo>
                <a:lnTo>
                  <a:pt x="80345" y="68801"/>
                </a:lnTo>
                <a:lnTo>
                  <a:pt x="78364" y="68404"/>
                </a:lnTo>
                <a:close/>
                <a:moveTo>
                  <a:pt x="49270" y="48023"/>
                </a:moveTo>
                <a:lnTo>
                  <a:pt x="49794" y="49528"/>
                </a:lnTo>
                <a:lnTo>
                  <a:pt x="49009" y="48775"/>
                </a:lnTo>
                <a:close/>
                <a:moveTo>
                  <a:pt x="1150" y="26699"/>
                </a:moveTo>
                <a:lnTo>
                  <a:pt x="3061" y="28330"/>
                </a:lnTo>
                <a:lnTo>
                  <a:pt x="194" y="27515"/>
                </a:lnTo>
                <a:close/>
                <a:moveTo>
                  <a:pt x="71517" y="59611"/>
                </a:moveTo>
                <a:lnTo>
                  <a:pt x="72709" y="60548"/>
                </a:lnTo>
                <a:lnTo>
                  <a:pt x="70921" y="60080"/>
                </a:lnTo>
                <a:close/>
                <a:moveTo>
                  <a:pt x="40081" y="35597"/>
                </a:moveTo>
                <a:lnTo>
                  <a:pt x="40833" y="36454"/>
                </a:lnTo>
                <a:lnTo>
                  <a:pt x="39705" y="36025"/>
                </a:lnTo>
                <a:close/>
                <a:moveTo>
                  <a:pt x="40140" y="1222"/>
                </a:moveTo>
                <a:lnTo>
                  <a:pt x="41548" y="1618"/>
                </a:lnTo>
                <a:lnTo>
                  <a:pt x="39436" y="1420"/>
                </a:lnTo>
                <a:close/>
                <a:moveTo>
                  <a:pt x="46718" y="4020"/>
                </a:moveTo>
                <a:lnTo>
                  <a:pt x="47410" y="5007"/>
                </a:lnTo>
                <a:lnTo>
                  <a:pt x="46372" y="4514"/>
                </a:lnTo>
                <a:close/>
                <a:moveTo>
                  <a:pt x="63159" y="68134"/>
                </a:moveTo>
                <a:lnTo>
                  <a:pt x="64925" y="69662"/>
                </a:lnTo>
                <a:lnTo>
                  <a:pt x="62275" y="68898"/>
                </a:lnTo>
                <a:close/>
                <a:moveTo>
                  <a:pt x="36548" y="35658"/>
                </a:moveTo>
                <a:lnTo>
                  <a:pt x="37910" y="37412"/>
                </a:lnTo>
                <a:lnTo>
                  <a:pt x="35867" y="36535"/>
                </a:lnTo>
                <a:close/>
                <a:moveTo>
                  <a:pt x="70396" y="828"/>
                </a:moveTo>
                <a:lnTo>
                  <a:pt x="72022" y="2207"/>
                </a:lnTo>
                <a:lnTo>
                  <a:pt x="69582" y="1518"/>
                </a:lnTo>
                <a:close/>
                <a:moveTo>
                  <a:pt x="73895" y="64119"/>
                </a:moveTo>
                <a:lnTo>
                  <a:pt x="74978" y="65041"/>
                </a:lnTo>
                <a:lnTo>
                  <a:pt x="73353" y="64580"/>
                </a:lnTo>
                <a:close/>
                <a:moveTo>
                  <a:pt x="20153" y="13198"/>
                </a:moveTo>
                <a:lnTo>
                  <a:pt x="22128" y="14611"/>
                </a:lnTo>
                <a:lnTo>
                  <a:pt x="19166" y="13905"/>
                </a:lnTo>
                <a:close/>
                <a:moveTo>
                  <a:pt x="68921" y="22240"/>
                </a:moveTo>
                <a:lnTo>
                  <a:pt x="70683" y="22564"/>
                </a:lnTo>
                <a:lnTo>
                  <a:pt x="68039" y="22402"/>
                </a:lnTo>
                <a:close/>
                <a:moveTo>
                  <a:pt x="41708" y="21486"/>
                </a:moveTo>
                <a:lnTo>
                  <a:pt x="42614" y="23270"/>
                </a:lnTo>
                <a:lnTo>
                  <a:pt x="41255" y="22378"/>
                </a:lnTo>
                <a:close/>
                <a:moveTo>
                  <a:pt x="1107" y="65827"/>
                </a:moveTo>
                <a:lnTo>
                  <a:pt x="2693" y="67617"/>
                </a:lnTo>
                <a:lnTo>
                  <a:pt x="314" y="66722"/>
                </a:lnTo>
                <a:close/>
                <a:moveTo>
                  <a:pt x="34102" y="62012"/>
                </a:moveTo>
                <a:lnTo>
                  <a:pt x="35473" y="63176"/>
                </a:lnTo>
                <a:lnTo>
                  <a:pt x="33417" y="62594"/>
                </a:lnTo>
                <a:close/>
                <a:moveTo>
                  <a:pt x="52313" y="17978"/>
                </a:moveTo>
                <a:lnTo>
                  <a:pt x="53783" y="18541"/>
                </a:lnTo>
                <a:lnTo>
                  <a:pt x="51578" y="18260"/>
                </a:lnTo>
                <a:close/>
                <a:moveTo>
                  <a:pt x="3510" y="49685"/>
                </a:moveTo>
                <a:lnTo>
                  <a:pt x="3909" y="51368"/>
                </a:lnTo>
                <a:lnTo>
                  <a:pt x="3310" y="50526"/>
                </a:lnTo>
                <a:close/>
                <a:moveTo>
                  <a:pt x="19427" y="62802"/>
                </a:moveTo>
                <a:lnTo>
                  <a:pt x="20345" y="64175"/>
                </a:lnTo>
                <a:lnTo>
                  <a:pt x="18967" y="63489"/>
                </a:lnTo>
                <a:close/>
                <a:moveTo>
                  <a:pt x="28605" y="47860"/>
                </a:moveTo>
                <a:lnTo>
                  <a:pt x="29289" y="48503"/>
                </a:lnTo>
                <a:lnTo>
                  <a:pt x="28263" y="48182"/>
                </a:lnTo>
                <a:close/>
                <a:moveTo>
                  <a:pt x="22722" y="67716"/>
                </a:moveTo>
                <a:lnTo>
                  <a:pt x="24741" y="68596"/>
                </a:lnTo>
                <a:lnTo>
                  <a:pt x="21713" y="68156"/>
                </a:lnTo>
                <a:close/>
                <a:moveTo>
                  <a:pt x="79383" y="64437"/>
                </a:moveTo>
                <a:lnTo>
                  <a:pt x="79996" y="65665"/>
                </a:lnTo>
                <a:lnTo>
                  <a:pt x="79076" y="65051"/>
                </a:lnTo>
                <a:close/>
                <a:moveTo>
                  <a:pt x="18255" y="23714"/>
                </a:moveTo>
                <a:lnTo>
                  <a:pt x="19169" y="24350"/>
                </a:lnTo>
                <a:lnTo>
                  <a:pt x="17799" y="24032"/>
                </a:lnTo>
                <a:close/>
                <a:moveTo>
                  <a:pt x="48942" y="14928"/>
                </a:moveTo>
                <a:lnTo>
                  <a:pt x="49906" y="15439"/>
                </a:lnTo>
                <a:lnTo>
                  <a:pt x="48460" y="15184"/>
                </a:lnTo>
                <a:close/>
                <a:moveTo>
                  <a:pt x="22765" y="53369"/>
                </a:moveTo>
                <a:lnTo>
                  <a:pt x="23646" y="55123"/>
                </a:lnTo>
                <a:lnTo>
                  <a:pt x="22325" y="54246"/>
                </a:lnTo>
                <a:close/>
                <a:moveTo>
                  <a:pt x="9924" y="1841"/>
                </a:moveTo>
                <a:lnTo>
                  <a:pt x="10735" y="2913"/>
                </a:lnTo>
                <a:lnTo>
                  <a:pt x="9519" y="2377"/>
                </a:lnTo>
                <a:close/>
                <a:moveTo>
                  <a:pt x="26304" y="27548"/>
                </a:moveTo>
                <a:lnTo>
                  <a:pt x="28038" y="28842"/>
                </a:lnTo>
                <a:lnTo>
                  <a:pt x="25437" y="28195"/>
                </a:lnTo>
                <a:close/>
                <a:moveTo>
                  <a:pt x="20632" y="60612"/>
                </a:moveTo>
                <a:lnTo>
                  <a:pt x="21649" y="61768"/>
                </a:lnTo>
                <a:lnTo>
                  <a:pt x="20123" y="61190"/>
                </a:lnTo>
                <a:close/>
                <a:moveTo>
                  <a:pt x="30385" y="52153"/>
                </a:moveTo>
                <a:lnTo>
                  <a:pt x="31805" y="53200"/>
                </a:lnTo>
                <a:lnTo>
                  <a:pt x="29675" y="52677"/>
                </a:lnTo>
                <a:close/>
                <a:moveTo>
                  <a:pt x="14998" y="5247"/>
                </a:moveTo>
                <a:lnTo>
                  <a:pt x="15830" y="6822"/>
                </a:lnTo>
                <a:lnTo>
                  <a:pt x="14581" y="6034"/>
                </a:lnTo>
                <a:close/>
                <a:moveTo>
                  <a:pt x="76727" y="27923"/>
                </a:moveTo>
                <a:lnTo>
                  <a:pt x="77212" y="28521"/>
                </a:lnTo>
                <a:lnTo>
                  <a:pt x="76485" y="28222"/>
                </a:lnTo>
                <a:close/>
                <a:moveTo>
                  <a:pt x="77542" y="8787"/>
                </a:moveTo>
                <a:lnTo>
                  <a:pt x="78662" y="9196"/>
                </a:lnTo>
                <a:lnTo>
                  <a:pt x="76982" y="8992"/>
                </a:lnTo>
                <a:close/>
                <a:moveTo>
                  <a:pt x="41525" y="23715"/>
                </a:moveTo>
                <a:lnTo>
                  <a:pt x="43695" y="25490"/>
                </a:lnTo>
                <a:lnTo>
                  <a:pt x="40440" y="24602"/>
                </a:lnTo>
                <a:close/>
                <a:moveTo>
                  <a:pt x="42098" y="57571"/>
                </a:moveTo>
                <a:lnTo>
                  <a:pt x="43695" y="58565"/>
                </a:lnTo>
                <a:lnTo>
                  <a:pt x="41300" y="58068"/>
                </a:lnTo>
                <a:close/>
                <a:moveTo>
                  <a:pt x="64038" y="2298"/>
                </a:moveTo>
                <a:lnTo>
                  <a:pt x="64700" y="3836"/>
                </a:lnTo>
                <a:lnTo>
                  <a:pt x="63708" y="3067"/>
                </a:lnTo>
                <a:close/>
                <a:moveTo>
                  <a:pt x="43285" y="47084"/>
                </a:moveTo>
                <a:lnTo>
                  <a:pt x="44754" y="48646"/>
                </a:lnTo>
                <a:lnTo>
                  <a:pt x="42550" y="47865"/>
                </a:lnTo>
                <a:close/>
                <a:moveTo>
                  <a:pt x="21482" y="12144"/>
                </a:moveTo>
                <a:lnTo>
                  <a:pt x="22367" y="13746"/>
                </a:lnTo>
                <a:lnTo>
                  <a:pt x="21040" y="12945"/>
                </a:lnTo>
                <a:close/>
                <a:moveTo>
                  <a:pt x="42173" y="52615"/>
                </a:moveTo>
                <a:lnTo>
                  <a:pt x="43952" y="53429"/>
                </a:lnTo>
                <a:lnTo>
                  <a:pt x="41284" y="53022"/>
                </a:lnTo>
                <a:close/>
                <a:moveTo>
                  <a:pt x="61286" y="54240"/>
                </a:moveTo>
                <a:lnTo>
                  <a:pt x="62579" y="55329"/>
                </a:lnTo>
                <a:lnTo>
                  <a:pt x="60639" y="54784"/>
                </a:lnTo>
                <a:close/>
                <a:moveTo>
                  <a:pt x="39455" y="31322"/>
                </a:moveTo>
                <a:lnTo>
                  <a:pt x="40195" y="32483"/>
                </a:lnTo>
                <a:lnTo>
                  <a:pt x="39086" y="31902"/>
                </a:lnTo>
                <a:close/>
                <a:moveTo>
                  <a:pt x="71091" y="17505"/>
                </a:moveTo>
                <a:lnTo>
                  <a:pt x="72213" y="18365"/>
                </a:lnTo>
                <a:lnTo>
                  <a:pt x="70529" y="17935"/>
                </a:lnTo>
                <a:close/>
                <a:moveTo>
                  <a:pt x="25141" y="63850"/>
                </a:moveTo>
                <a:lnTo>
                  <a:pt x="26838" y="64279"/>
                </a:lnTo>
                <a:lnTo>
                  <a:pt x="24293" y="64065"/>
                </a:lnTo>
                <a:close/>
                <a:moveTo>
                  <a:pt x="43208" y="24037"/>
                </a:moveTo>
                <a:lnTo>
                  <a:pt x="44234" y="24503"/>
                </a:lnTo>
                <a:lnTo>
                  <a:pt x="42695" y="24270"/>
                </a:lnTo>
                <a:close/>
                <a:moveTo>
                  <a:pt x="50240" y="24734"/>
                </a:moveTo>
                <a:lnTo>
                  <a:pt x="51844" y="25215"/>
                </a:lnTo>
                <a:lnTo>
                  <a:pt x="49439" y="24975"/>
                </a:lnTo>
                <a:close/>
                <a:moveTo>
                  <a:pt x="43303" y="30535"/>
                </a:moveTo>
                <a:lnTo>
                  <a:pt x="44835" y="30929"/>
                </a:lnTo>
                <a:lnTo>
                  <a:pt x="42536" y="30732"/>
                </a:lnTo>
                <a:close/>
                <a:moveTo>
                  <a:pt x="65439" y="36207"/>
                </a:moveTo>
                <a:lnTo>
                  <a:pt x="66254" y="36757"/>
                </a:lnTo>
                <a:lnTo>
                  <a:pt x="65031" y="36482"/>
                </a:lnTo>
                <a:close/>
                <a:moveTo>
                  <a:pt x="67568" y="814"/>
                </a:moveTo>
                <a:lnTo>
                  <a:pt x="69002" y="1575"/>
                </a:lnTo>
                <a:lnTo>
                  <a:pt x="66850" y="1195"/>
                </a:lnTo>
                <a:close/>
                <a:moveTo>
                  <a:pt x="28976" y="66604"/>
                </a:moveTo>
                <a:lnTo>
                  <a:pt x="29582" y="67181"/>
                </a:lnTo>
                <a:lnTo>
                  <a:pt x="28673" y="66892"/>
                </a:lnTo>
                <a:close/>
                <a:moveTo>
                  <a:pt x="1776" y="25165"/>
                </a:moveTo>
                <a:lnTo>
                  <a:pt x="2267" y="25531"/>
                </a:lnTo>
                <a:lnTo>
                  <a:pt x="1531" y="25348"/>
                </a:lnTo>
                <a:close/>
                <a:moveTo>
                  <a:pt x="56892" y="65111"/>
                </a:moveTo>
                <a:lnTo>
                  <a:pt x="57554" y="66312"/>
                </a:lnTo>
                <a:lnTo>
                  <a:pt x="56561" y="65712"/>
                </a:lnTo>
                <a:close/>
                <a:moveTo>
                  <a:pt x="79841" y="12145"/>
                </a:moveTo>
                <a:lnTo>
                  <a:pt x="80478" y="13202"/>
                </a:lnTo>
                <a:lnTo>
                  <a:pt x="79523" y="12674"/>
                </a:lnTo>
                <a:close/>
                <a:moveTo>
                  <a:pt x="5106" y="39947"/>
                </a:moveTo>
                <a:lnTo>
                  <a:pt x="6999" y="41567"/>
                </a:lnTo>
                <a:lnTo>
                  <a:pt x="4160" y="40757"/>
                </a:lnTo>
                <a:close/>
                <a:moveTo>
                  <a:pt x="10179" y="38340"/>
                </a:moveTo>
                <a:lnTo>
                  <a:pt x="11461" y="39317"/>
                </a:lnTo>
                <a:lnTo>
                  <a:pt x="9538" y="38828"/>
                </a:lnTo>
                <a:close/>
                <a:moveTo>
                  <a:pt x="15922" y="41727"/>
                </a:moveTo>
                <a:lnTo>
                  <a:pt x="16554" y="43050"/>
                </a:lnTo>
                <a:lnTo>
                  <a:pt x="15606" y="42389"/>
                </a:lnTo>
                <a:close/>
                <a:moveTo>
                  <a:pt x="8147" y="0"/>
                </a:moveTo>
                <a:lnTo>
                  <a:pt x="10079" y="805"/>
                </a:lnTo>
                <a:lnTo>
                  <a:pt x="7181" y="403"/>
                </a:lnTo>
                <a:close/>
                <a:moveTo>
                  <a:pt x="34357" y="35342"/>
                </a:moveTo>
                <a:lnTo>
                  <a:pt x="35593" y="35669"/>
                </a:lnTo>
                <a:lnTo>
                  <a:pt x="33739" y="35506"/>
                </a:lnTo>
                <a:close/>
                <a:moveTo>
                  <a:pt x="67987" y="67436"/>
                </a:moveTo>
                <a:lnTo>
                  <a:pt x="68898" y="68166"/>
                </a:lnTo>
                <a:lnTo>
                  <a:pt x="67531" y="67801"/>
                </a:lnTo>
                <a:close/>
                <a:moveTo>
                  <a:pt x="23637" y="45488"/>
                </a:moveTo>
                <a:lnTo>
                  <a:pt x="24963" y="46626"/>
                </a:lnTo>
                <a:lnTo>
                  <a:pt x="22975" y="46057"/>
                </a:lnTo>
                <a:close/>
                <a:moveTo>
                  <a:pt x="50970" y="17833"/>
                </a:moveTo>
                <a:lnTo>
                  <a:pt x="52282" y="18932"/>
                </a:lnTo>
                <a:lnTo>
                  <a:pt x="50314" y="18383"/>
                </a:lnTo>
                <a:close/>
                <a:moveTo>
                  <a:pt x="52187" y="44078"/>
                </a:moveTo>
                <a:lnTo>
                  <a:pt x="54352" y="44576"/>
                </a:lnTo>
                <a:lnTo>
                  <a:pt x="51104" y="44327"/>
                </a:lnTo>
                <a:close/>
                <a:moveTo>
                  <a:pt x="42705" y="40848"/>
                </a:moveTo>
                <a:lnTo>
                  <a:pt x="43354" y="41703"/>
                </a:lnTo>
                <a:lnTo>
                  <a:pt x="42381" y="41276"/>
                </a:lnTo>
                <a:close/>
                <a:moveTo>
                  <a:pt x="20996" y="37474"/>
                </a:moveTo>
                <a:lnTo>
                  <a:pt x="22645" y="38171"/>
                </a:lnTo>
                <a:lnTo>
                  <a:pt x="20171" y="37823"/>
                </a:lnTo>
                <a:close/>
                <a:moveTo>
                  <a:pt x="38766" y="14203"/>
                </a:moveTo>
                <a:lnTo>
                  <a:pt x="39873" y="15989"/>
                </a:lnTo>
                <a:lnTo>
                  <a:pt x="38212" y="15096"/>
                </a:lnTo>
                <a:close/>
                <a:moveTo>
                  <a:pt x="73609" y="24907"/>
                </a:moveTo>
                <a:lnTo>
                  <a:pt x="74589" y="25480"/>
                </a:lnTo>
                <a:lnTo>
                  <a:pt x="73119" y="25194"/>
                </a:lnTo>
                <a:close/>
                <a:moveTo>
                  <a:pt x="73188" y="63829"/>
                </a:moveTo>
                <a:lnTo>
                  <a:pt x="73624" y="64800"/>
                </a:lnTo>
                <a:lnTo>
                  <a:pt x="72971" y="64314"/>
                </a:lnTo>
                <a:close/>
                <a:moveTo>
                  <a:pt x="33645" y="16432"/>
                </a:moveTo>
                <a:lnTo>
                  <a:pt x="35225" y="17973"/>
                </a:lnTo>
                <a:lnTo>
                  <a:pt x="32855" y="17202"/>
                </a:lnTo>
                <a:close/>
                <a:moveTo>
                  <a:pt x="31035" y="67662"/>
                </a:moveTo>
                <a:lnTo>
                  <a:pt x="32512" y="68326"/>
                </a:lnTo>
                <a:lnTo>
                  <a:pt x="30297" y="67994"/>
                </a:lnTo>
                <a:close/>
                <a:moveTo>
                  <a:pt x="56946" y="9130"/>
                </a:moveTo>
                <a:lnTo>
                  <a:pt x="58060" y="10299"/>
                </a:lnTo>
                <a:lnTo>
                  <a:pt x="56389" y="9714"/>
                </a:lnTo>
                <a:close/>
                <a:moveTo>
                  <a:pt x="15979" y="7293"/>
                </a:moveTo>
                <a:lnTo>
                  <a:pt x="17031" y="8878"/>
                </a:lnTo>
                <a:lnTo>
                  <a:pt x="15453" y="8086"/>
                </a:lnTo>
                <a:close/>
                <a:moveTo>
                  <a:pt x="17532" y="32528"/>
                </a:moveTo>
                <a:lnTo>
                  <a:pt x="19011" y="33107"/>
                </a:lnTo>
                <a:lnTo>
                  <a:pt x="16793" y="32818"/>
                </a:lnTo>
                <a:close/>
                <a:moveTo>
                  <a:pt x="31534" y="59751"/>
                </a:moveTo>
                <a:lnTo>
                  <a:pt x="33347" y="60889"/>
                </a:lnTo>
                <a:lnTo>
                  <a:pt x="30628" y="60320"/>
                </a:lnTo>
                <a:close/>
                <a:moveTo>
                  <a:pt x="52207" y="378"/>
                </a:moveTo>
                <a:lnTo>
                  <a:pt x="52994" y="1212"/>
                </a:lnTo>
                <a:lnTo>
                  <a:pt x="51813" y="795"/>
                </a:lnTo>
                <a:close/>
                <a:moveTo>
                  <a:pt x="5524" y="31010"/>
                </a:moveTo>
                <a:lnTo>
                  <a:pt x="7009" y="32308"/>
                </a:lnTo>
                <a:lnTo>
                  <a:pt x="4782" y="31659"/>
                </a:lnTo>
                <a:close/>
                <a:moveTo>
                  <a:pt x="50733" y="35226"/>
                </a:moveTo>
                <a:lnTo>
                  <a:pt x="52633" y="35888"/>
                </a:lnTo>
                <a:lnTo>
                  <a:pt x="49783" y="35557"/>
                </a:lnTo>
                <a:close/>
              </a:path>
            </a:pathLst>
          </a:custGeom>
          <a:solidFill>
            <a:srgbClr val="FFFFFF">
              <a:alpha val="20000"/>
            </a:srgbClr>
          </a:solidFill>
          <a:ln w="0" cap="rnd" cmpd="sng" algn="ctr">
            <a:solidFill>
              <a:srgbClr val="FFFFFF">
                <a:alpha val="0"/>
              </a:srgbClr>
            </a:solidFill>
            <a:round/>
            <a:headEnd type="none"/>
            <a:tailEnd type="none"/>
          </a:ln>
        </p:spPr>
      </p:sp>
      <p:sp>
        <p:nvSpPr>
          <p:cNvPr id="942" name="neuron-level models / 0928 step 3 badge"/>
          <p:cNvSpPr/>
          <p:nvPr/>
        </p:nvSpPr>
        <p:spPr>
          <a:xfrm>
            <a:off x="9336024" y="4032504"/>
            <a:ext cx="713232" cy="713232"/>
          </a:xfrm>
          <a:custGeom>
            <a:avLst/>
            <a:gdLst/>
            <a:ahLst/>
            <a:cxnLst/>
            <a:rect l="0" t="0" r="r" b="b"/>
            <a:pathLst>
              <a:path w="78000" h="78000" fill="norm" stroke="1" extrusionOk="0">
                <a:moveTo>
                  <a:pt x="78000" y="39000"/>
                </a:moveTo>
                <a:cubicBezTo>
                  <a:pt x="78000" y="60539"/>
                  <a:pt x="60539" y="78000"/>
                  <a:pt x="39000" y="78000"/>
                </a:cubicBezTo>
                <a:cubicBezTo>
                  <a:pt x="17461" y="78000"/>
                  <a:pt x="0" y="60539"/>
                  <a:pt x="0" y="39000"/>
                </a:cubicBezTo>
                <a:cubicBezTo>
                  <a:pt x="0" y="17461"/>
                  <a:pt x="17461" y="0"/>
                  <a:pt x="39000" y="0"/>
                </a:cubicBezTo>
                <a:cubicBezTo>
                  <a:pt x="60539" y="0"/>
                  <a:pt x="78000" y="17461"/>
                  <a:pt x="78000" y="39000"/>
                </a:cubicBezTo>
                <a:close/>
              </a:path>
            </a:pathLst>
          </a:custGeom>
          <a:solidFill>
            <a:srgbClr val="FFF42B"/>
          </a:solidFill>
          <a:ln w="64008" cap="rnd" cmpd="sng" algn="ctr">
            <a:solidFill>
              <a:srgbClr val="000000"/>
            </a:solidFill>
            <a:round/>
            <a:headEnd type="none"/>
            <a:tailEnd type="none"/>
          </a:ln>
        </p:spPr>
      </p:sp>
      <p:sp>
        <p:nvSpPr>
          <p:cNvPr id="943" name="neuron-level models / 0929 step 3 number"/>
          <p:cNvSpPr txBox="1"/>
          <p:nvPr/>
        </p:nvSpPr>
        <p:spPr>
          <a:xfrm>
            <a:off x="9512103" y="3968496"/>
            <a:ext cx="498234" cy="876452"/>
          </a:xfrm>
          <a:prstGeom prst="rect">
            <a:avLst/>
          </a:prstGeom>
          <a:noFill/>
        </p:spPr>
        <p:txBody>
          <a:bodyPr wrap="none" lIns="0" rIns="0" tIns="0" bIns="0" anchor="t">
            <a:noAutofit/>
          </a:bodyPr>
          <a:lstStyle/>
          <a:p>
            <a:pPr>
              <a:spcBef>
                <a:spcPts val="0"/>
              </a:spcBef>
              <a:spcAft>
                <a:spcPts val="0"/>
              </a:spcAft>
            </a:pPr>
            <a:r>
              <a:rPr sz="5112" b="0" i="0" dirty="0" spc="0">
                <a:solidFill>
                  <a:srgbClr val="000000"/>
                </a:solidFill>
                <a:latin typeface="Liberation Sans"/>
                <a:ea typeface="Liberation Sans"/>
                <a:cs typeface="Liberation Sans"/>
              </a:rPr>
              <a:t>3</a:t>
            </a:r>
          </a:p>
        </p:txBody>
      </p:sp>
      <p:sp>
        <p:nvSpPr>
          <p:cNvPr id="944" name="neuron-level models / 0930 stack side"/>
          <p:cNvSpPr/>
          <p:nvPr/>
        </p:nvSpPr>
        <p:spPr>
          <a:xfrm>
            <a:off x="12408408" y="1399032"/>
            <a:ext cx="402336" cy="3611880"/>
          </a:xfrm>
          <a:custGeom>
            <a:avLst/>
            <a:gdLst/>
            <a:ahLst/>
            <a:cxnLst/>
            <a:rect l="0" t="0" r="r" b="b"/>
            <a:pathLst>
              <a:path w="44000" h="395000" fill="norm" stroke="1" extrusionOk="0">
                <a:moveTo>
                  <a:pt x="44000" y="0"/>
                </a:moveTo>
                <a:lnTo>
                  <a:pt x="0" y="47000"/>
                </a:lnTo>
                <a:lnTo>
                  <a:pt x="0" y="395000"/>
                </a:lnTo>
                <a:lnTo>
                  <a:pt x="44000" y="395000"/>
                </a:lnTo>
                <a:close/>
              </a:path>
            </a:pathLst>
          </a:custGeom>
          <a:gradFill rotWithShape="1">
            <a:gsLst>
              <a:gs pos="0">
                <a:srgbClr val="DEDEDE"/>
              </a:gs>
              <a:gs pos="100000">
                <a:srgbClr val="BBBBBB"/>
              </a:gs>
            </a:gsLst>
            <a:lin ang="0" scaled="1"/>
            <a:tileRect/>
          </a:gradFill>
          <a:ln w="20117" cap="rnd" cmpd="sng" algn="ctr">
            <a:solidFill>
              <a:srgbClr val="000000"/>
            </a:solidFill>
            <a:round/>
            <a:headEnd type="none"/>
            <a:tailEnd type="none"/>
          </a:ln>
        </p:spPr>
      </p:sp>
      <p:sp>
        <p:nvSpPr>
          <p:cNvPr id="945" name="neuron-level models / 0931 activation stack"/>
          <p:cNvSpPr/>
          <p:nvPr/>
        </p:nvSpPr>
        <p:spPr>
          <a:xfrm>
            <a:off x="12810744" y="1399032"/>
            <a:ext cx="1344168" cy="3611880"/>
          </a:xfrm>
          <a:custGeom>
            <a:avLst/>
            <a:gdLst/>
            <a:ahLst/>
            <a:cxnLst/>
            <a:rect l="0" t="0" r="r" b="b"/>
            <a:pathLst>
              <a:path w="147000" h="395000" fill="norm" stroke="1" extrusionOk="0">
                <a:moveTo>
                  <a:pt x="0" y="0"/>
                </a:moveTo>
                <a:lnTo>
                  <a:pt x="147000" y="0"/>
                </a:lnTo>
                <a:lnTo>
                  <a:pt x="147000" y="395000"/>
                </a:lnTo>
                <a:lnTo>
                  <a:pt x="0" y="395000"/>
                </a:lnTo>
                <a:close/>
              </a:path>
            </a:pathLst>
          </a:custGeom>
          <a:gradFill rotWithShape="1">
            <a:gsLst>
              <a:gs pos="0">
                <a:srgbClr val="B2B2B2"/>
              </a:gs>
              <a:gs pos="100000">
                <a:srgbClr val="E4E4E4"/>
              </a:gs>
            </a:gsLst>
            <a:lin ang="5400000" scaled="1"/>
            <a:tileRect/>
          </a:gradFill>
          <a:ln w="36576" cap="rnd" cmpd="sng" algn="ctr">
            <a:solidFill>
              <a:srgbClr val="000000"/>
            </a:solidFill>
            <a:round/>
            <a:headEnd type="none"/>
            <a:tailEnd type="none"/>
          </a:ln>
        </p:spPr>
      </p:sp>
      <p:sp>
        <p:nvSpPr>
          <p:cNvPr id="946" name="neuron-level models / 0932 paper texture"/>
          <p:cNvSpPr/>
          <p:nvPr/>
        </p:nvSpPr>
        <p:spPr>
          <a:xfrm>
            <a:off x="12812865" y="1409901"/>
            <a:ext cx="1336851" cy="3592005"/>
          </a:xfrm>
          <a:custGeom>
            <a:avLst/>
            <a:gdLst/>
            <a:ahLst/>
            <a:cxnLst/>
            <a:rect l="0" t="0" r="r" b="b"/>
            <a:pathLst>
              <a:path w="146200" h="392826" fill="norm" stroke="1" extrusionOk="0">
                <a:moveTo>
                  <a:pt x="103345" y="329013"/>
                </a:moveTo>
                <a:lnTo>
                  <a:pt x="104033" y="330810"/>
                </a:lnTo>
                <a:lnTo>
                  <a:pt x="103002" y="329912"/>
                </a:lnTo>
                <a:close/>
                <a:moveTo>
                  <a:pt x="28718" y="262799"/>
                </a:moveTo>
                <a:lnTo>
                  <a:pt x="29238" y="264236"/>
                </a:lnTo>
                <a:lnTo>
                  <a:pt x="28458" y="263517"/>
                </a:lnTo>
                <a:close/>
                <a:moveTo>
                  <a:pt x="22555" y="276785"/>
                </a:moveTo>
                <a:lnTo>
                  <a:pt x="24246" y="278234"/>
                </a:lnTo>
                <a:lnTo>
                  <a:pt x="21710" y="277509"/>
                </a:lnTo>
                <a:close/>
                <a:moveTo>
                  <a:pt x="64326" y="339194"/>
                </a:moveTo>
                <a:lnTo>
                  <a:pt x="66504" y="339667"/>
                </a:lnTo>
                <a:lnTo>
                  <a:pt x="63238" y="339431"/>
                </a:lnTo>
                <a:close/>
                <a:moveTo>
                  <a:pt x="75201" y="375410"/>
                </a:moveTo>
                <a:lnTo>
                  <a:pt x="76918" y="376377"/>
                </a:lnTo>
                <a:lnTo>
                  <a:pt x="74342" y="375894"/>
                </a:lnTo>
                <a:close/>
                <a:moveTo>
                  <a:pt x="44631" y="373400"/>
                </a:moveTo>
                <a:lnTo>
                  <a:pt x="45138" y="374840"/>
                </a:lnTo>
                <a:lnTo>
                  <a:pt x="44377" y="374120"/>
                </a:lnTo>
                <a:close/>
                <a:moveTo>
                  <a:pt x="122197" y="61630"/>
                </a:moveTo>
                <a:lnTo>
                  <a:pt x="123151" y="62388"/>
                </a:lnTo>
                <a:lnTo>
                  <a:pt x="121719" y="62009"/>
                </a:lnTo>
                <a:close/>
                <a:moveTo>
                  <a:pt x="78828" y="143674"/>
                </a:moveTo>
                <a:lnTo>
                  <a:pt x="80832" y="145361"/>
                </a:lnTo>
                <a:lnTo>
                  <a:pt x="77827" y="144518"/>
                </a:lnTo>
                <a:close/>
                <a:moveTo>
                  <a:pt x="46296" y="350565"/>
                </a:moveTo>
                <a:lnTo>
                  <a:pt x="46775" y="351010"/>
                </a:lnTo>
                <a:lnTo>
                  <a:pt x="46057" y="350788"/>
                </a:lnTo>
                <a:close/>
                <a:moveTo>
                  <a:pt x="96547" y="313047"/>
                </a:moveTo>
                <a:lnTo>
                  <a:pt x="98412" y="314835"/>
                </a:lnTo>
                <a:lnTo>
                  <a:pt x="95614" y="313941"/>
                </a:lnTo>
                <a:close/>
                <a:moveTo>
                  <a:pt x="124569" y="104245"/>
                </a:moveTo>
                <a:lnTo>
                  <a:pt x="126293" y="105932"/>
                </a:lnTo>
                <a:lnTo>
                  <a:pt x="123707" y="105088"/>
                </a:lnTo>
                <a:close/>
                <a:moveTo>
                  <a:pt x="14246" y="193627"/>
                </a:moveTo>
                <a:lnTo>
                  <a:pt x="14881" y="194141"/>
                </a:lnTo>
                <a:lnTo>
                  <a:pt x="13928" y="193884"/>
                </a:lnTo>
                <a:close/>
                <a:moveTo>
                  <a:pt x="69823" y="262601"/>
                </a:moveTo>
                <a:lnTo>
                  <a:pt x="71975" y="263098"/>
                </a:lnTo>
                <a:lnTo>
                  <a:pt x="68748" y="262849"/>
                </a:lnTo>
                <a:close/>
                <a:moveTo>
                  <a:pt x="73552" y="390779"/>
                </a:moveTo>
                <a:lnTo>
                  <a:pt x="75317" y="391877"/>
                </a:lnTo>
                <a:lnTo>
                  <a:pt x="72670" y="391328"/>
                </a:lnTo>
                <a:close/>
                <a:moveTo>
                  <a:pt x="35703" y="247150"/>
                </a:moveTo>
                <a:lnTo>
                  <a:pt x="36536" y="248416"/>
                </a:lnTo>
                <a:lnTo>
                  <a:pt x="35287" y="247783"/>
                </a:lnTo>
                <a:close/>
                <a:moveTo>
                  <a:pt x="94180" y="153188"/>
                </a:moveTo>
                <a:lnTo>
                  <a:pt x="96000" y="154093"/>
                </a:lnTo>
                <a:lnTo>
                  <a:pt x="93270" y="153641"/>
                </a:lnTo>
                <a:close/>
                <a:moveTo>
                  <a:pt x="68288" y="325809"/>
                </a:moveTo>
                <a:lnTo>
                  <a:pt x="69101" y="326387"/>
                </a:lnTo>
                <a:lnTo>
                  <a:pt x="67881" y="326098"/>
                </a:lnTo>
                <a:close/>
                <a:moveTo>
                  <a:pt x="83475" y="170166"/>
                </a:moveTo>
                <a:lnTo>
                  <a:pt x="85443" y="170839"/>
                </a:lnTo>
                <a:lnTo>
                  <a:pt x="82492" y="170502"/>
                </a:lnTo>
                <a:close/>
                <a:moveTo>
                  <a:pt x="54238" y="22453"/>
                </a:moveTo>
                <a:lnTo>
                  <a:pt x="55422" y="23222"/>
                </a:lnTo>
                <a:lnTo>
                  <a:pt x="53646" y="22837"/>
                </a:lnTo>
                <a:close/>
                <a:moveTo>
                  <a:pt x="65384" y="299300"/>
                </a:moveTo>
                <a:lnTo>
                  <a:pt x="65804" y="301084"/>
                </a:lnTo>
                <a:lnTo>
                  <a:pt x="65175" y="300192"/>
                </a:lnTo>
                <a:close/>
                <a:moveTo>
                  <a:pt x="103216" y="317851"/>
                </a:moveTo>
                <a:lnTo>
                  <a:pt x="104563" y="319016"/>
                </a:lnTo>
                <a:lnTo>
                  <a:pt x="102543" y="318433"/>
                </a:lnTo>
                <a:close/>
                <a:moveTo>
                  <a:pt x="59746" y="155110"/>
                </a:moveTo>
                <a:lnTo>
                  <a:pt x="60504" y="155864"/>
                </a:lnTo>
                <a:lnTo>
                  <a:pt x="59367" y="155487"/>
                </a:lnTo>
                <a:close/>
                <a:moveTo>
                  <a:pt x="43081" y="131575"/>
                </a:moveTo>
                <a:lnTo>
                  <a:pt x="45110" y="133072"/>
                </a:lnTo>
                <a:lnTo>
                  <a:pt x="42067" y="132323"/>
                </a:lnTo>
                <a:close/>
                <a:moveTo>
                  <a:pt x="93088" y="6551"/>
                </a:moveTo>
                <a:lnTo>
                  <a:pt x="93923" y="7666"/>
                </a:lnTo>
                <a:lnTo>
                  <a:pt x="92670" y="7109"/>
                </a:lnTo>
                <a:close/>
                <a:moveTo>
                  <a:pt x="100431" y="164162"/>
                </a:moveTo>
                <a:lnTo>
                  <a:pt x="101951" y="165820"/>
                </a:lnTo>
                <a:lnTo>
                  <a:pt x="99671" y="164991"/>
                </a:lnTo>
                <a:close/>
                <a:moveTo>
                  <a:pt x="39290" y="149568"/>
                </a:moveTo>
                <a:lnTo>
                  <a:pt x="41046" y="150346"/>
                </a:lnTo>
                <a:lnTo>
                  <a:pt x="38412" y="149957"/>
                </a:lnTo>
                <a:close/>
                <a:moveTo>
                  <a:pt x="104640" y="155490"/>
                </a:moveTo>
                <a:lnTo>
                  <a:pt x="105025" y="156484"/>
                </a:lnTo>
                <a:lnTo>
                  <a:pt x="104447" y="155987"/>
                </a:lnTo>
                <a:close/>
                <a:moveTo>
                  <a:pt x="10576" y="307420"/>
                </a:moveTo>
                <a:lnTo>
                  <a:pt x="12490" y="308515"/>
                </a:lnTo>
                <a:lnTo>
                  <a:pt x="9620" y="307967"/>
                </a:lnTo>
                <a:close/>
                <a:moveTo>
                  <a:pt x="130268" y="83326"/>
                </a:moveTo>
                <a:lnTo>
                  <a:pt x="131443" y="83889"/>
                </a:lnTo>
                <a:lnTo>
                  <a:pt x="129681" y="83607"/>
                </a:lnTo>
                <a:close/>
                <a:moveTo>
                  <a:pt x="7775" y="323000"/>
                </a:moveTo>
                <a:lnTo>
                  <a:pt x="8221" y="324701"/>
                </a:lnTo>
                <a:lnTo>
                  <a:pt x="7552" y="323850"/>
                </a:lnTo>
                <a:close/>
                <a:moveTo>
                  <a:pt x="80942" y="274479"/>
                </a:moveTo>
                <a:lnTo>
                  <a:pt x="81384" y="276140"/>
                </a:lnTo>
                <a:lnTo>
                  <a:pt x="80721" y="275309"/>
                </a:lnTo>
                <a:close/>
                <a:moveTo>
                  <a:pt x="115070" y="40514"/>
                </a:moveTo>
                <a:lnTo>
                  <a:pt x="115758" y="41025"/>
                </a:lnTo>
                <a:lnTo>
                  <a:pt x="114725" y="40770"/>
                </a:lnTo>
                <a:close/>
                <a:moveTo>
                  <a:pt x="73353" y="30664"/>
                </a:moveTo>
                <a:lnTo>
                  <a:pt x="75180" y="31708"/>
                </a:lnTo>
                <a:lnTo>
                  <a:pt x="72439" y="31186"/>
                </a:lnTo>
                <a:close/>
                <a:moveTo>
                  <a:pt x="102157" y="99620"/>
                </a:moveTo>
                <a:lnTo>
                  <a:pt x="103717" y="100600"/>
                </a:lnTo>
                <a:lnTo>
                  <a:pt x="101377" y="100110"/>
                </a:lnTo>
                <a:close/>
                <a:moveTo>
                  <a:pt x="94132" y="160825"/>
                </a:moveTo>
                <a:lnTo>
                  <a:pt x="96313" y="162394"/>
                </a:lnTo>
                <a:lnTo>
                  <a:pt x="93041" y="161609"/>
                </a:lnTo>
                <a:close/>
                <a:moveTo>
                  <a:pt x="120680" y="133582"/>
                </a:moveTo>
                <a:lnTo>
                  <a:pt x="121383" y="134112"/>
                </a:lnTo>
                <a:lnTo>
                  <a:pt x="120328" y="133847"/>
                </a:lnTo>
                <a:close/>
                <a:moveTo>
                  <a:pt x="19720" y="379041"/>
                </a:moveTo>
                <a:lnTo>
                  <a:pt x="20592" y="380647"/>
                </a:lnTo>
                <a:lnTo>
                  <a:pt x="19284" y="379844"/>
                </a:lnTo>
                <a:close/>
                <a:moveTo>
                  <a:pt x="34204" y="242741"/>
                </a:moveTo>
                <a:lnTo>
                  <a:pt x="35015" y="243502"/>
                </a:lnTo>
                <a:lnTo>
                  <a:pt x="33799" y="243121"/>
                </a:lnTo>
                <a:close/>
                <a:moveTo>
                  <a:pt x="108420" y="238296"/>
                </a:moveTo>
                <a:lnTo>
                  <a:pt x="110520" y="238952"/>
                </a:lnTo>
                <a:lnTo>
                  <a:pt x="107370" y="238624"/>
                </a:lnTo>
                <a:close/>
                <a:moveTo>
                  <a:pt x="39716" y="24431"/>
                </a:moveTo>
                <a:lnTo>
                  <a:pt x="40462" y="26202"/>
                </a:lnTo>
                <a:lnTo>
                  <a:pt x="39343" y="25317"/>
                </a:lnTo>
                <a:close/>
                <a:moveTo>
                  <a:pt x="81958" y="186211"/>
                </a:moveTo>
                <a:lnTo>
                  <a:pt x="82938" y="187650"/>
                </a:lnTo>
                <a:lnTo>
                  <a:pt x="81467" y="186931"/>
                </a:lnTo>
                <a:close/>
                <a:moveTo>
                  <a:pt x="100009" y="60815"/>
                </a:moveTo>
                <a:lnTo>
                  <a:pt x="100445" y="61375"/>
                </a:lnTo>
                <a:lnTo>
                  <a:pt x="99791" y="61095"/>
                </a:lnTo>
                <a:close/>
                <a:moveTo>
                  <a:pt x="118436" y="287107"/>
                </a:moveTo>
                <a:lnTo>
                  <a:pt x="119205" y="287759"/>
                </a:lnTo>
                <a:lnTo>
                  <a:pt x="118052" y="287433"/>
                </a:lnTo>
                <a:close/>
                <a:moveTo>
                  <a:pt x="45016" y="266079"/>
                </a:moveTo>
                <a:lnTo>
                  <a:pt x="46750" y="266736"/>
                </a:lnTo>
                <a:lnTo>
                  <a:pt x="44149" y="266407"/>
                </a:lnTo>
                <a:close/>
                <a:moveTo>
                  <a:pt x="48143" y="92789"/>
                </a:moveTo>
                <a:lnTo>
                  <a:pt x="50242" y="93917"/>
                </a:lnTo>
                <a:lnTo>
                  <a:pt x="47093" y="93353"/>
                </a:lnTo>
                <a:close/>
                <a:moveTo>
                  <a:pt x="136088" y="94746"/>
                </a:moveTo>
                <a:lnTo>
                  <a:pt x="137609" y="95900"/>
                </a:lnTo>
                <a:lnTo>
                  <a:pt x="135328" y="95323"/>
                </a:lnTo>
                <a:close/>
                <a:moveTo>
                  <a:pt x="134976" y="142687"/>
                </a:moveTo>
                <a:lnTo>
                  <a:pt x="135749" y="144213"/>
                </a:lnTo>
                <a:lnTo>
                  <a:pt x="134590" y="143450"/>
                </a:lnTo>
                <a:close/>
                <a:moveTo>
                  <a:pt x="137960" y="199265"/>
                </a:moveTo>
                <a:lnTo>
                  <a:pt x="138925" y="199693"/>
                </a:lnTo>
                <a:lnTo>
                  <a:pt x="137477" y="199479"/>
                </a:lnTo>
                <a:close/>
                <a:moveTo>
                  <a:pt x="64741" y="362457"/>
                </a:moveTo>
                <a:lnTo>
                  <a:pt x="65752" y="363430"/>
                </a:lnTo>
                <a:lnTo>
                  <a:pt x="64236" y="362944"/>
                </a:lnTo>
                <a:close/>
                <a:moveTo>
                  <a:pt x="82035" y="93044"/>
                </a:moveTo>
                <a:lnTo>
                  <a:pt x="82586" y="94123"/>
                </a:lnTo>
                <a:lnTo>
                  <a:pt x="81760" y="93583"/>
                </a:lnTo>
                <a:close/>
                <a:moveTo>
                  <a:pt x="140056" y="341617"/>
                </a:moveTo>
                <a:lnTo>
                  <a:pt x="140965" y="343093"/>
                </a:lnTo>
                <a:lnTo>
                  <a:pt x="139602" y="342355"/>
                </a:lnTo>
                <a:close/>
                <a:moveTo>
                  <a:pt x="120568" y="228441"/>
                </a:moveTo>
                <a:lnTo>
                  <a:pt x="121583" y="229035"/>
                </a:lnTo>
                <a:lnTo>
                  <a:pt x="120060" y="228738"/>
                </a:lnTo>
                <a:close/>
                <a:moveTo>
                  <a:pt x="102090" y="268878"/>
                </a:moveTo>
                <a:lnTo>
                  <a:pt x="102835" y="269391"/>
                </a:lnTo>
                <a:lnTo>
                  <a:pt x="101717" y="269135"/>
                </a:lnTo>
                <a:close/>
                <a:moveTo>
                  <a:pt x="17184" y="324501"/>
                </a:moveTo>
                <a:lnTo>
                  <a:pt x="19172" y="325577"/>
                </a:lnTo>
                <a:lnTo>
                  <a:pt x="16190" y="325039"/>
                </a:lnTo>
                <a:close/>
                <a:moveTo>
                  <a:pt x="88744" y="277097"/>
                </a:moveTo>
                <a:lnTo>
                  <a:pt x="89384" y="278176"/>
                </a:lnTo>
                <a:lnTo>
                  <a:pt x="88424" y="277637"/>
                </a:lnTo>
                <a:close/>
                <a:moveTo>
                  <a:pt x="65302" y="340648"/>
                </a:moveTo>
                <a:lnTo>
                  <a:pt x="65955" y="342219"/>
                </a:lnTo>
                <a:lnTo>
                  <a:pt x="64975" y="341434"/>
                </a:lnTo>
                <a:close/>
                <a:moveTo>
                  <a:pt x="21250" y="239177"/>
                </a:moveTo>
                <a:lnTo>
                  <a:pt x="23250" y="239591"/>
                </a:lnTo>
                <a:lnTo>
                  <a:pt x="20250" y="239384"/>
                </a:lnTo>
                <a:close/>
                <a:moveTo>
                  <a:pt x="70406" y="1552"/>
                </a:moveTo>
                <a:lnTo>
                  <a:pt x="71698" y="2580"/>
                </a:lnTo>
                <a:lnTo>
                  <a:pt x="69760" y="2066"/>
                </a:lnTo>
                <a:close/>
                <a:moveTo>
                  <a:pt x="138968" y="190358"/>
                </a:moveTo>
                <a:lnTo>
                  <a:pt x="141001" y="191752"/>
                </a:lnTo>
                <a:lnTo>
                  <a:pt x="137952" y="191055"/>
                </a:lnTo>
                <a:close/>
                <a:moveTo>
                  <a:pt x="121986" y="137086"/>
                </a:moveTo>
                <a:lnTo>
                  <a:pt x="122513" y="138342"/>
                </a:lnTo>
                <a:lnTo>
                  <a:pt x="121723" y="137714"/>
                </a:lnTo>
                <a:close/>
                <a:moveTo>
                  <a:pt x="16944" y="245289"/>
                </a:moveTo>
                <a:lnTo>
                  <a:pt x="17625" y="246496"/>
                </a:lnTo>
                <a:lnTo>
                  <a:pt x="16603" y="245893"/>
                </a:lnTo>
                <a:close/>
                <a:moveTo>
                  <a:pt x="111111" y="376695"/>
                </a:moveTo>
                <a:lnTo>
                  <a:pt x="111833" y="377257"/>
                </a:lnTo>
                <a:lnTo>
                  <a:pt x="110750" y="376976"/>
                </a:lnTo>
                <a:close/>
                <a:moveTo>
                  <a:pt x="61382" y="381598"/>
                </a:moveTo>
                <a:lnTo>
                  <a:pt x="62203" y="382610"/>
                </a:lnTo>
                <a:lnTo>
                  <a:pt x="60971" y="382104"/>
                </a:lnTo>
                <a:close/>
                <a:moveTo>
                  <a:pt x="55675" y="24115"/>
                </a:moveTo>
                <a:lnTo>
                  <a:pt x="57023" y="24875"/>
                </a:lnTo>
                <a:lnTo>
                  <a:pt x="55001" y="24495"/>
                </a:lnTo>
                <a:close/>
                <a:moveTo>
                  <a:pt x="68461" y="289611"/>
                </a:moveTo>
                <a:lnTo>
                  <a:pt x="70045" y="290278"/>
                </a:lnTo>
                <a:lnTo>
                  <a:pt x="67669" y="289944"/>
                </a:lnTo>
                <a:close/>
                <a:moveTo>
                  <a:pt x="94017" y="210143"/>
                </a:moveTo>
                <a:lnTo>
                  <a:pt x="95782" y="210448"/>
                </a:lnTo>
                <a:lnTo>
                  <a:pt x="93135" y="210296"/>
                </a:lnTo>
                <a:close/>
                <a:moveTo>
                  <a:pt x="41225" y="263595"/>
                </a:moveTo>
                <a:lnTo>
                  <a:pt x="42607" y="264651"/>
                </a:lnTo>
                <a:lnTo>
                  <a:pt x="40535" y="264123"/>
                </a:lnTo>
                <a:close/>
                <a:moveTo>
                  <a:pt x="76970" y="241881"/>
                </a:moveTo>
                <a:lnTo>
                  <a:pt x="78681" y="243434"/>
                </a:lnTo>
                <a:lnTo>
                  <a:pt x="76114" y="242658"/>
                </a:lnTo>
                <a:close/>
                <a:moveTo>
                  <a:pt x="112853" y="355201"/>
                </a:moveTo>
                <a:lnTo>
                  <a:pt x="114268" y="355758"/>
                </a:lnTo>
                <a:lnTo>
                  <a:pt x="112146" y="355479"/>
                </a:lnTo>
                <a:close/>
                <a:moveTo>
                  <a:pt x="53992" y="337673"/>
                </a:moveTo>
                <a:lnTo>
                  <a:pt x="55771" y="338903"/>
                </a:lnTo>
                <a:lnTo>
                  <a:pt x="53103" y="338288"/>
                </a:lnTo>
                <a:close/>
                <a:moveTo>
                  <a:pt x="19143" y="62692"/>
                </a:moveTo>
                <a:lnTo>
                  <a:pt x="20707" y="63625"/>
                </a:lnTo>
                <a:lnTo>
                  <a:pt x="18361" y="63158"/>
                </a:lnTo>
                <a:close/>
                <a:moveTo>
                  <a:pt x="27814" y="380227"/>
                </a:moveTo>
                <a:lnTo>
                  <a:pt x="28592" y="381917"/>
                </a:lnTo>
                <a:lnTo>
                  <a:pt x="27425" y="381072"/>
                </a:lnTo>
                <a:close/>
                <a:moveTo>
                  <a:pt x="90264" y="374247"/>
                </a:moveTo>
                <a:lnTo>
                  <a:pt x="92048" y="374849"/>
                </a:lnTo>
                <a:lnTo>
                  <a:pt x="89372" y="374548"/>
                </a:lnTo>
                <a:close/>
                <a:moveTo>
                  <a:pt x="33567" y="338054"/>
                </a:moveTo>
                <a:lnTo>
                  <a:pt x="34720" y="339109"/>
                </a:lnTo>
                <a:lnTo>
                  <a:pt x="32990" y="338582"/>
                </a:lnTo>
                <a:close/>
                <a:moveTo>
                  <a:pt x="108386" y="236131"/>
                </a:moveTo>
                <a:lnTo>
                  <a:pt x="110066" y="237214"/>
                </a:lnTo>
                <a:lnTo>
                  <a:pt x="107545" y="236673"/>
                </a:lnTo>
                <a:close/>
                <a:moveTo>
                  <a:pt x="40443" y="282709"/>
                </a:moveTo>
                <a:lnTo>
                  <a:pt x="41027" y="284095"/>
                </a:lnTo>
                <a:lnTo>
                  <a:pt x="40152" y="283402"/>
                </a:lnTo>
                <a:close/>
                <a:moveTo>
                  <a:pt x="115391" y="55485"/>
                </a:moveTo>
                <a:lnTo>
                  <a:pt x="115745" y="57157"/>
                </a:lnTo>
                <a:lnTo>
                  <a:pt x="115214" y="56321"/>
                </a:lnTo>
                <a:close/>
                <a:moveTo>
                  <a:pt x="27622" y="208793"/>
                </a:moveTo>
                <a:lnTo>
                  <a:pt x="28509" y="209298"/>
                </a:lnTo>
                <a:lnTo>
                  <a:pt x="27179" y="209045"/>
                </a:lnTo>
                <a:close/>
                <a:moveTo>
                  <a:pt x="37941" y="28574"/>
                </a:moveTo>
                <a:lnTo>
                  <a:pt x="39857" y="30028"/>
                </a:lnTo>
                <a:lnTo>
                  <a:pt x="36983" y="29301"/>
                </a:lnTo>
                <a:close/>
                <a:moveTo>
                  <a:pt x="113594" y="57405"/>
                </a:moveTo>
                <a:lnTo>
                  <a:pt x="114543" y="57851"/>
                </a:lnTo>
                <a:lnTo>
                  <a:pt x="113120" y="57628"/>
                </a:lnTo>
                <a:close/>
                <a:moveTo>
                  <a:pt x="123022" y="382110"/>
                </a:moveTo>
                <a:lnTo>
                  <a:pt x="125127" y="383675"/>
                </a:lnTo>
                <a:lnTo>
                  <a:pt x="121970" y="382892"/>
                </a:lnTo>
                <a:close/>
                <a:moveTo>
                  <a:pt x="89052" y="194847"/>
                </a:moveTo>
                <a:lnTo>
                  <a:pt x="89614" y="195196"/>
                </a:lnTo>
                <a:lnTo>
                  <a:pt x="88771" y="195022"/>
                </a:lnTo>
                <a:close/>
                <a:moveTo>
                  <a:pt x="89914" y="376837"/>
                </a:moveTo>
                <a:lnTo>
                  <a:pt x="92078" y="377763"/>
                </a:lnTo>
                <a:lnTo>
                  <a:pt x="88831" y="377300"/>
                </a:lnTo>
                <a:close/>
                <a:moveTo>
                  <a:pt x="75888" y="345258"/>
                </a:moveTo>
                <a:lnTo>
                  <a:pt x="76761" y="346659"/>
                </a:lnTo>
                <a:lnTo>
                  <a:pt x="75452" y="345959"/>
                </a:lnTo>
                <a:close/>
                <a:moveTo>
                  <a:pt x="87156" y="169890"/>
                </a:moveTo>
                <a:lnTo>
                  <a:pt x="88227" y="170428"/>
                </a:lnTo>
                <a:lnTo>
                  <a:pt x="86621" y="170159"/>
                </a:lnTo>
                <a:close/>
                <a:moveTo>
                  <a:pt x="21832" y="116377"/>
                </a:moveTo>
                <a:lnTo>
                  <a:pt x="24010" y="117905"/>
                </a:lnTo>
                <a:lnTo>
                  <a:pt x="20742" y="117141"/>
                </a:lnTo>
                <a:close/>
                <a:moveTo>
                  <a:pt x="2024" y="296330"/>
                </a:moveTo>
                <a:lnTo>
                  <a:pt x="2636" y="297495"/>
                </a:lnTo>
                <a:lnTo>
                  <a:pt x="1719" y="296912"/>
                </a:lnTo>
                <a:close/>
                <a:moveTo>
                  <a:pt x="133313" y="354747"/>
                </a:moveTo>
                <a:lnTo>
                  <a:pt x="135303" y="356536"/>
                </a:lnTo>
                <a:lnTo>
                  <a:pt x="132318" y="355642"/>
                </a:lnTo>
                <a:close/>
                <a:moveTo>
                  <a:pt x="91700" y="12098"/>
                </a:moveTo>
                <a:lnTo>
                  <a:pt x="92520" y="13401"/>
                </a:lnTo>
                <a:lnTo>
                  <a:pt x="91290" y="12750"/>
                </a:lnTo>
                <a:close/>
                <a:moveTo>
                  <a:pt x="86555" y="357372"/>
                </a:moveTo>
                <a:lnTo>
                  <a:pt x="87221" y="359002"/>
                </a:lnTo>
                <a:lnTo>
                  <a:pt x="86223" y="358187"/>
                </a:lnTo>
                <a:close/>
                <a:moveTo>
                  <a:pt x="83955" y="232180"/>
                </a:moveTo>
                <a:lnTo>
                  <a:pt x="84529" y="233014"/>
                </a:lnTo>
                <a:lnTo>
                  <a:pt x="83668" y="232597"/>
                </a:lnTo>
                <a:close/>
                <a:moveTo>
                  <a:pt x="74826" y="295683"/>
                </a:moveTo>
                <a:lnTo>
                  <a:pt x="76434" y="296944"/>
                </a:lnTo>
                <a:lnTo>
                  <a:pt x="74022" y="296314"/>
                </a:lnTo>
                <a:close/>
                <a:moveTo>
                  <a:pt x="103081" y="138122"/>
                </a:moveTo>
                <a:lnTo>
                  <a:pt x="104051" y="139889"/>
                </a:lnTo>
                <a:lnTo>
                  <a:pt x="102596" y="139005"/>
                </a:lnTo>
                <a:close/>
                <a:moveTo>
                  <a:pt x="97320" y="219282"/>
                </a:moveTo>
                <a:lnTo>
                  <a:pt x="99457" y="220880"/>
                </a:lnTo>
                <a:lnTo>
                  <a:pt x="96252" y="220081"/>
                </a:lnTo>
                <a:close/>
                <a:moveTo>
                  <a:pt x="104596" y="383355"/>
                </a:moveTo>
                <a:lnTo>
                  <a:pt x="105656" y="385044"/>
                </a:lnTo>
                <a:lnTo>
                  <a:pt x="104066" y="384199"/>
                </a:lnTo>
                <a:close/>
                <a:moveTo>
                  <a:pt x="83829" y="166796"/>
                </a:moveTo>
                <a:lnTo>
                  <a:pt x="84923" y="167169"/>
                </a:lnTo>
                <a:lnTo>
                  <a:pt x="83282" y="166982"/>
                </a:lnTo>
                <a:close/>
                <a:moveTo>
                  <a:pt x="128487" y="381432"/>
                </a:moveTo>
                <a:lnTo>
                  <a:pt x="129536" y="383153"/>
                </a:lnTo>
                <a:lnTo>
                  <a:pt x="127962" y="382293"/>
                </a:lnTo>
                <a:close/>
                <a:moveTo>
                  <a:pt x="19567" y="180768"/>
                </a:moveTo>
                <a:lnTo>
                  <a:pt x="21754" y="182017"/>
                </a:lnTo>
                <a:lnTo>
                  <a:pt x="18474" y="181392"/>
                </a:lnTo>
                <a:close/>
                <a:moveTo>
                  <a:pt x="23350" y="248618"/>
                </a:moveTo>
                <a:lnTo>
                  <a:pt x="23748" y="250001"/>
                </a:lnTo>
                <a:lnTo>
                  <a:pt x="23151" y="249309"/>
                </a:lnTo>
                <a:close/>
                <a:moveTo>
                  <a:pt x="85365" y="252417"/>
                </a:moveTo>
                <a:lnTo>
                  <a:pt x="86964" y="252862"/>
                </a:lnTo>
                <a:lnTo>
                  <a:pt x="84565" y="252640"/>
                </a:lnTo>
                <a:close/>
                <a:moveTo>
                  <a:pt x="127823" y="299430"/>
                </a:moveTo>
                <a:lnTo>
                  <a:pt x="129825" y="300076"/>
                </a:lnTo>
                <a:lnTo>
                  <a:pt x="126822" y="299753"/>
                </a:lnTo>
                <a:close/>
                <a:moveTo>
                  <a:pt x="33562" y="283064"/>
                </a:moveTo>
                <a:lnTo>
                  <a:pt x="35618" y="284217"/>
                </a:lnTo>
                <a:lnTo>
                  <a:pt x="32534" y="283641"/>
                </a:lnTo>
                <a:close/>
                <a:moveTo>
                  <a:pt x="35781" y="172867"/>
                </a:moveTo>
                <a:lnTo>
                  <a:pt x="36576" y="173891"/>
                </a:lnTo>
                <a:lnTo>
                  <a:pt x="35383" y="173379"/>
                </a:lnTo>
                <a:close/>
                <a:moveTo>
                  <a:pt x="138856" y="265733"/>
                </a:moveTo>
                <a:lnTo>
                  <a:pt x="139581" y="267406"/>
                </a:lnTo>
                <a:lnTo>
                  <a:pt x="138493" y="266569"/>
                </a:lnTo>
                <a:close/>
                <a:moveTo>
                  <a:pt x="127071" y="157949"/>
                </a:moveTo>
                <a:lnTo>
                  <a:pt x="127423" y="159250"/>
                </a:lnTo>
                <a:lnTo>
                  <a:pt x="126895" y="158600"/>
                </a:lnTo>
                <a:close/>
                <a:moveTo>
                  <a:pt x="47470" y="49845"/>
                </a:moveTo>
                <a:lnTo>
                  <a:pt x="49502" y="50745"/>
                </a:lnTo>
                <a:lnTo>
                  <a:pt x="46455" y="50295"/>
                </a:lnTo>
                <a:close/>
                <a:moveTo>
                  <a:pt x="24434" y="111031"/>
                </a:moveTo>
                <a:lnTo>
                  <a:pt x="26626" y="111858"/>
                </a:lnTo>
                <a:lnTo>
                  <a:pt x="23338" y="111444"/>
                </a:lnTo>
                <a:close/>
                <a:moveTo>
                  <a:pt x="68721" y="98426"/>
                </a:moveTo>
                <a:lnTo>
                  <a:pt x="69222" y="98924"/>
                </a:lnTo>
                <a:lnTo>
                  <a:pt x="68471" y="98675"/>
                </a:lnTo>
                <a:close/>
                <a:moveTo>
                  <a:pt x="9290" y="178420"/>
                </a:moveTo>
                <a:lnTo>
                  <a:pt x="10438" y="179776"/>
                </a:lnTo>
                <a:lnTo>
                  <a:pt x="8716" y="179098"/>
                </a:lnTo>
                <a:close/>
                <a:moveTo>
                  <a:pt x="120766" y="342516"/>
                </a:moveTo>
                <a:lnTo>
                  <a:pt x="121375" y="343653"/>
                </a:lnTo>
                <a:lnTo>
                  <a:pt x="120461" y="343084"/>
                </a:lnTo>
                <a:close/>
                <a:moveTo>
                  <a:pt x="21355" y="115974"/>
                </a:moveTo>
                <a:lnTo>
                  <a:pt x="22421" y="116863"/>
                </a:lnTo>
                <a:lnTo>
                  <a:pt x="20822" y="116419"/>
                </a:lnTo>
                <a:close/>
                <a:moveTo>
                  <a:pt x="122254" y="166334"/>
                </a:moveTo>
                <a:lnTo>
                  <a:pt x="122900" y="167535"/>
                </a:lnTo>
                <a:lnTo>
                  <a:pt x="121931" y="166934"/>
                </a:lnTo>
                <a:close/>
                <a:moveTo>
                  <a:pt x="38214" y="354746"/>
                </a:moveTo>
                <a:lnTo>
                  <a:pt x="38763" y="355279"/>
                </a:lnTo>
                <a:lnTo>
                  <a:pt x="37939" y="355012"/>
                </a:lnTo>
                <a:close/>
                <a:moveTo>
                  <a:pt x="10161" y="116178"/>
                </a:moveTo>
                <a:lnTo>
                  <a:pt x="11958" y="116598"/>
                </a:lnTo>
                <a:lnTo>
                  <a:pt x="9262" y="116388"/>
                </a:lnTo>
                <a:close/>
                <a:moveTo>
                  <a:pt x="88390" y="351465"/>
                </a:moveTo>
                <a:lnTo>
                  <a:pt x="89168" y="352881"/>
                </a:lnTo>
                <a:lnTo>
                  <a:pt x="88001" y="352173"/>
                </a:lnTo>
                <a:close/>
                <a:moveTo>
                  <a:pt x="104933" y="377347"/>
                </a:moveTo>
                <a:lnTo>
                  <a:pt x="106859" y="378590"/>
                </a:lnTo>
                <a:lnTo>
                  <a:pt x="103969" y="377968"/>
                </a:lnTo>
                <a:close/>
                <a:moveTo>
                  <a:pt x="62012" y="144071"/>
                </a:moveTo>
                <a:lnTo>
                  <a:pt x="62588" y="144451"/>
                </a:lnTo>
                <a:lnTo>
                  <a:pt x="61724" y="144261"/>
                </a:lnTo>
                <a:close/>
                <a:moveTo>
                  <a:pt x="93514" y="110890"/>
                </a:moveTo>
                <a:lnTo>
                  <a:pt x="94154" y="111907"/>
                </a:lnTo>
                <a:lnTo>
                  <a:pt x="93195" y="111398"/>
                </a:lnTo>
                <a:close/>
                <a:moveTo>
                  <a:pt x="21684" y="248927"/>
                </a:moveTo>
                <a:lnTo>
                  <a:pt x="23794" y="249786"/>
                </a:lnTo>
                <a:lnTo>
                  <a:pt x="20628" y="249356"/>
                </a:lnTo>
                <a:close/>
                <a:moveTo>
                  <a:pt x="5521" y="65326"/>
                </a:moveTo>
                <a:lnTo>
                  <a:pt x="6449" y="66958"/>
                </a:lnTo>
                <a:lnTo>
                  <a:pt x="5057" y="66142"/>
                </a:lnTo>
                <a:close/>
                <a:moveTo>
                  <a:pt x="136896" y="237404"/>
                </a:moveTo>
                <a:lnTo>
                  <a:pt x="137980" y="237848"/>
                </a:lnTo>
                <a:lnTo>
                  <a:pt x="136354" y="237626"/>
                </a:lnTo>
                <a:close/>
                <a:moveTo>
                  <a:pt x="121524" y="9276"/>
                </a:moveTo>
                <a:lnTo>
                  <a:pt x="122355" y="10675"/>
                </a:lnTo>
                <a:lnTo>
                  <a:pt x="121108" y="9976"/>
                </a:lnTo>
                <a:close/>
                <a:moveTo>
                  <a:pt x="100555" y="72589"/>
                </a:moveTo>
                <a:lnTo>
                  <a:pt x="102736" y="73870"/>
                </a:lnTo>
                <a:lnTo>
                  <a:pt x="99465" y="73229"/>
                </a:lnTo>
                <a:close/>
                <a:moveTo>
                  <a:pt x="99928" y="91259"/>
                </a:moveTo>
                <a:lnTo>
                  <a:pt x="101751" y="91598"/>
                </a:lnTo>
                <a:lnTo>
                  <a:pt x="99017" y="91428"/>
                </a:lnTo>
                <a:close/>
                <a:moveTo>
                  <a:pt x="87424" y="7865"/>
                </a:moveTo>
                <a:lnTo>
                  <a:pt x="89230" y="9050"/>
                </a:lnTo>
                <a:lnTo>
                  <a:pt x="86521" y="8457"/>
                </a:lnTo>
                <a:close/>
                <a:moveTo>
                  <a:pt x="82638" y="145459"/>
                </a:moveTo>
                <a:lnTo>
                  <a:pt x="84435" y="145810"/>
                </a:lnTo>
                <a:lnTo>
                  <a:pt x="81739" y="145635"/>
                </a:lnTo>
                <a:close/>
                <a:moveTo>
                  <a:pt x="22802" y="4441"/>
                </a:moveTo>
                <a:lnTo>
                  <a:pt x="24312" y="4838"/>
                </a:lnTo>
                <a:lnTo>
                  <a:pt x="22047" y="4640"/>
                </a:lnTo>
                <a:close/>
                <a:moveTo>
                  <a:pt x="1767" y="334367"/>
                </a:moveTo>
                <a:lnTo>
                  <a:pt x="2700" y="335213"/>
                </a:lnTo>
                <a:lnTo>
                  <a:pt x="1301" y="334790"/>
                </a:lnTo>
                <a:close/>
                <a:moveTo>
                  <a:pt x="120360" y="144887"/>
                </a:moveTo>
                <a:lnTo>
                  <a:pt x="122266" y="146671"/>
                </a:lnTo>
                <a:lnTo>
                  <a:pt x="119407" y="145779"/>
                </a:lnTo>
                <a:close/>
                <a:moveTo>
                  <a:pt x="16186" y="92513"/>
                </a:moveTo>
                <a:lnTo>
                  <a:pt x="16557" y="93208"/>
                </a:lnTo>
                <a:lnTo>
                  <a:pt x="16001" y="92861"/>
                </a:lnTo>
                <a:close/>
                <a:moveTo>
                  <a:pt x="86140" y="384386"/>
                </a:moveTo>
                <a:lnTo>
                  <a:pt x="87961" y="385766"/>
                </a:lnTo>
                <a:lnTo>
                  <a:pt x="85230" y="385076"/>
                </a:lnTo>
                <a:close/>
                <a:moveTo>
                  <a:pt x="21842" y="363330"/>
                </a:moveTo>
                <a:lnTo>
                  <a:pt x="22993" y="364794"/>
                </a:lnTo>
                <a:lnTo>
                  <a:pt x="21266" y="364062"/>
                </a:lnTo>
                <a:close/>
                <a:moveTo>
                  <a:pt x="28805" y="381921"/>
                </a:moveTo>
                <a:lnTo>
                  <a:pt x="29870" y="382660"/>
                </a:lnTo>
                <a:lnTo>
                  <a:pt x="28273" y="382291"/>
                </a:lnTo>
                <a:close/>
                <a:moveTo>
                  <a:pt x="124989" y="260896"/>
                </a:moveTo>
                <a:lnTo>
                  <a:pt x="126081" y="261872"/>
                </a:lnTo>
                <a:lnTo>
                  <a:pt x="124444" y="261384"/>
                </a:lnTo>
                <a:close/>
                <a:moveTo>
                  <a:pt x="107136" y="148991"/>
                </a:moveTo>
                <a:lnTo>
                  <a:pt x="108462" y="150037"/>
                </a:lnTo>
                <a:lnTo>
                  <a:pt x="106472" y="149514"/>
                </a:lnTo>
                <a:close/>
                <a:moveTo>
                  <a:pt x="58209" y="137026"/>
                </a:moveTo>
                <a:lnTo>
                  <a:pt x="59036" y="138516"/>
                </a:lnTo>
                <a:lnTo>
                  <a:pt x="57796" y="137771"/>
                </a:lnTo>
                <a:close/>
                <a:moveTo>
                  <a:pt x="95524" y="67729"/>
                </a:moveTo>
                <a:lnTo>
                  <a:pt x="96181" y="68619"/>
                </a:lnTo>
                <a:lnTo>
                  <a:pt x="95195" y="68174"/>
                </a:lnTo>
                <a:close/>
                <a:moveTo>
                  <a:pt x="86370" y="197799"/>
                </a:moveTo>
                <a:lnTo>
                  <a:pt x="87917" y="199150"/>
                </a:lnTo>
                <a:lnTo>
                  <a:pt x="85597" y="198475"/>
                </a:lnTo>
                <a:close/>
                <a:moveTo>
                  <a:pt x="43213" y="25979"/>
                </a:moveTo>
                <a:lnTo>
                  <a:pt x="44782" y="27088"/>
                </a:lnTo>
                <a:lnTo>
                  <a:pt x="42429" y="26534"/>
                </a:lnTo>
                <a:close/>
                <a:moveTo>
                  <a:pt x="49124" y="347301"/>
                </a:moveTo>
                <a:lnTo>
                  <a:pt x="49742" y="347776"/>
                </a:lnTo>
                <a:lnTo>
                  <a:pt x="48815" y="347539"/>
                </a:lnTo>
                <a:close/>
                <a:moveTo>
                  <a:pt x="91278" y="150555"/>
                </a:moveTo>
                <a:lnTo>
                  <a:pt x="92835" y="150991"/>
                </a:lnTo>
                <a:lnTo>
                  <a:pt x="90499" y="150773"/>
                </a:lnTo>
                <a:close/>
                <a:moveTo>
                  <a:pt x="70608" y="240794"/>
                </a:moveTo>
                <a:lnTo>
                  <a:pt x="71761" y="241311"/>
                </a:lnTo>
                <a:lnTo>
                  <a:pt x="70032" y="241052"/>
                </a:lnTo>
                <a:close/>
                <a:moveTo>
                  <a:pt x="12178" y="122277"/>
                </a:moveTo>
                <a:lnTo>
                  <a:pt x="13067" y="123901"/>
                </a:lnTo>
                <a:lnTo>
                  <a:pt x="11733" y="123089"/>
                </a:lnTo>
                <a:close/>
                <a:moveTo>
                  <a:pt x="10453" y="293190"/>
                </a:moveTo>
                <a:lnTo>
                  <a:pt x="12569" y="294268"/>
                </a:lnTo>
                <a:lnTo>
                  <a:pt x="9396" y="293729"/>
                </a:lnTo>
                <a:close/>
                <a:moveTo>
                  <a:pt x="24840" y="239873"/>
                </a:moveTo>
                <a:lnTo>
                  <a:pt x="26905" y="240789"/>
                </a:lnTo>
                <a:lnTo>
                  <a:pt x="23808" y="240331"/>
                </a:lnTo>
                <a:close/>
                <a:moveTo>
                  <a:pt x="105492" y="81761"/>
                </a:moveTo>
                <a:lnTo>
                  <a:pt x="106322" y="82590"/>
                </a:lnTo>
                <a:lnTo>
                  <a:pt x="105077" y="82176"/>
                </a:lnTo>
                <a:close/>
                <a:moveTo>
                  <a:pt x="88469" y="368132"/>
                </a:moveTo>
                <a:lnTo>
                  <a:pt x="89117" y="368495"/>
                </a:lnTo>
                <a:lnTo>
                  <a:pt x="88145" y="368314"/>
                </a:lnTo>
                <a:close/>
                <a:moveTo>
                  <a:pt x="37442" y="252971"/>
                </a:moveTo>
                <a:lnTo>
                  <a:pt x="39056" y="254076"/>
                </a:lnTo>
                <a:lnTo>
                  <a:pt x="36635" y="253523"/>
                </a:lnTo>
                <a:close/>
                <a:moveTo>
                  <a:pt x="104693" y="188465"/>
                </a:moveTo>
                <a:lnTo>
                  <a:pt x="105333" y="190203"/>
                </a:lnTo>
                <a:lnTo>
                  <a:pt x="104373" y="189334"/>
                </a:lnTo>
                <a:close/>
                <a:moveTo>
                  <a:pt x="49447" y="2719"/>
                </a:moveTo>
                <a:lnTo>
                  <a:pt x="50112" y="3407"/>
                </a:lnTo>
                <a:lnTo>
                  <a:pt x="49114" y="3063"/>
                </a:lnTo>
                <a:close/>
                <a:moveTo>
                  <a:pt x="104019" y="117368"/>
                </a:moveTo>
                <a:lnTo>
                  <a:pt x="104690" y="118700"/>
                </a:lnTo>
                <a:lnTo>
                  <a:pt x="103683" y="118034"/>
                </a:lnTo>
                <a:close/>
                <a:moveTo>
                  <a:pt x="95555" y="257415"/>
                </a:moveTo>
                <a:lnTo>
                  <a:pt x="96400" y="259076"/>
                </a:lnTo>
                <a:lnTo>
                  <a:pt x="95133" y="258246"/>
                </a:lnTo>
                <a:close/>
                <a:moveTo>
                  <a:pt x="93331" y="183792"/>
                </a:moveTo>
                <a:lnTo>
                  <a:pt x="95375" y="184448"/>
                </a:lnTo>
                <a:lnTo>
                  <a:pt x="92309" y="184120"/>
                </a:lnTo>
                <a:close/>
                <a:moveTo>
                  <a:pt x="43844" y="226409"/>
                </a:moveTo>
                <a:lnTo>
                  <a:pt x="45265" y="227544"/>
                </a:lnTo>
                <a:lnTo>
                  <a:pt x="43134" y="226976"/>
                </a:lnTo>
                <a:close/>
                <a:moveTo>
                  <a:pt x="14438" y="295797"/>
                </a:moveTo>
                <a:lnTo>
                  <a:pt x="16596" y="296638"/>
                </a:lnTo>
                <a:lnTo>
                  <a:pt x="13359" y="296218"/>
                </a:lnTo>
                <a:close/>
                <a:moveTo>
                  <a:pt x="120191" y="49295"/>
                </a:moveTo>
                <a:lnTo>
                  <a:pt x="120744" y="50483"/>
                </a:lnTo>
                <a:lnTo>
                  <a:pt x="119914" y="49889"/>
                </a:lnTo>
                <a:close/>
                <a:moveTo>
                  <a:pt x="135309" y="221448"/>
                </a:moveTo>
                <a:lnTo>
                  <a:pt x="136089" y="221971"/>
                </a:lnTo>
                <a:lnTo>
                  <a:pt x="134919" y="221709"/>
                </a:lnTo>
                <a:close/>
                <a:moveTo>
                  <a:pt x="132609" y="275910"/>
                </a:moveTo>
                <a:lnTo>
                  <a:pt x="134791" y="276606"/>
                </a:lnTo>
                <a:lnTo>
                  <a:pt x="131517" y="276258"/>
                </a:lnTo>
                <a:close/>
                <a:moveTo>
                  <a:pt x="110146" y="66315"/>
                </a:moveTo>
                <a:lnTo>
                  <a:pt x="110729" y="67212"/>
                </a:lnTo>
                <a:lnTo>
                  <a:pt x="109854" y="66764"/>
                </a:lnTo>
                <a:close/>
                <a:moveTo>
                  <a:pt x="51012" y="299337"/>
                </a:moveTo>
                <a:lnTo>
                  <a:pt x="52152" y="300116"/>
                </a:lnTo>
                <a:lnTo>
                  <a:pt x="50442" y="299726"/>
                </a:lnTo>
                <a:close/>
                <a:moveTo>
                  <a:pt x="128129" y="338164"/>
                </a:moveTo>
                <a:lnTo>
                  <a:pt x="129309" y="339627"/>
                </a:lnTo>
                <a:lnTo>
                  <a:pt x="127540" y="338896"/>
                </a:lnTo>
                <a:close/>
                <a:moveTo>
                  <a:pt x="12220" y="121742"/>
                </a:moveTo>
                <a:lnTo>
                  <a:pt x="14193" y="122791"/>
                </a:lnTo>
                <a:lnTo>
                  <a:pt x="11234" y="122267"/>
                </a:lnTo>
                <a:close/>
                <a:moveTo>
                  <a:pt x="16947" y="86019"/>
                </a:moveTo>
                <a:lnTo>
                  <a:pt x="18944" y="86899"/>
                </a:lnTo>
                <a:lnTo>
                  <a:pt x="15949" y="86459"/>
                </a:lnTo>
                <a:close/>
                <a:moveTo>
                  <a:pt x="143855" y="382907"/>
                </a:moveTo>
                <a:lnTo>
                  <a:pt x="145285" y="384493"/>
                </a:lnTo>
                <a:lnTo>
                  <a:pt x="143140" y="383700"/>
                </a:lnTo>
                <a:close/>
                <a:moveTo>
                  <a:pt x="51905" y="310134"/>
                </a:moveTo>
                <a:lnTo>
                  <a:pt x="52361" y="311166"/>
                </a:lnTo>
                <a:lnTo>
                  <a:pt x="51677" y="310650"/>
                </a:lnTo>
                <a:close/>
                <a:moveTo>
                  <a:pt x="3263" y="105063"/>
                </a:moveTo>
                <a:lnTo>
                  <a:pt x="5345" y="106306"/>
                </a:lnTo>
                <a:lnTo>
                  <a:pt x="2222" y="105685"/>
                </a:lnTo>
                <a:close/>
                <a:moveTo>
                  <a:pt x="7520" y="328266"/>
                </a:moveTo>
                <a:lnTo>
                  <a:pt x="9489" y="329997"/>
                </a:lnTo>
                <a:lnTo>
                  <a:pt x="6536" y="329131"/>
                </a:lnTo>
                <a:close/>
                <a:moveTo>
                  <a:pt x="64391" y="56065"/>
                </a:moveTo>
                <a:lnTo>
                  <a:pt x="66167" y="57248"/>
                </a:lnTo>
                <a:lnTo>
                  <a:pt x="63503" y="56657"/>
                </a:lnTo>
                <a:close/>
                <a:moveTo>
                  <a:pt x="7731" y="193335"/>
                </a:moveTo>
                <a:lnTo>
                  <a:pt x="9220" y="194795"/>
                </a:lnTo>
                <a:lnTo>
                  <a:pt x="6987" y="194065"/>
                </a:lnTo>
                <a:close/>
                <a:moveTo>
                  <a:pt x="90449" y="122604"/>
                </a:moveTo>
                <a:lnTo>
                  <a:pt x="90960" y="122976"/>
                </a:lnTo>
                <a:lnTo>
                  <a:pt x="90193" y="122790"/>
                </a:lnTo>
                <a:close/>
                <a:moveTo>
                  <a:pt x="17588" y="159937"/>
                </a:moveTo>
                <a:lnTo>
                  <a:pt x="18657" y="161611"/>
                </a:lnTo>
                <a:lnTo>
                  <a:pt x="17053" y="160774"/>
                </a:lnTo>
                <a:close/>
                <a:moveTo>
                  <a:pt x="73086" y="323737"/>
                </a:moveTo>
                <a:lnTo>
                  <a:pt x="74692" y="325091"/>
                </a:lnTo>
                <a:lnTo>
                  <a:pt x="72283" y="324414"/>
                </a:lnTo>
                <a:close/>
                <a:moveTo>
                  <a:pt x="122157" y="336503"/>
                </a:moveTo>
                <a:lnTo>
                  <a:pt x="123790" y="337545"/>
                </a:lnTo>
                <a:lnTo>
                  <a:pt x="121340" y="337024"/>
                </a:lnTo>
                <a:close/>
                <a:moveTo>
                  <a:pt x="123265" y="98159"/>
                </a:moveTo>
                <a:lnTo>
                  <a:pt x="124094" y="98646"/>
                </a:lnTo>
                <a:lnTo>
                  <a:pt x="122850" y="98402"/>
                </a:lnTo>
                <a:close/>
                <a:moveTo>
                  <a:pt x="28301" y="44620"/>
                </a:moveTo>
                <a:lnTo>
                  <a:pt x="28993" y="45395"/>
                </a:lnTo>
                <a:lnTo>
                  <a:pt x="27954" y="45007"/>
                </a:lnTo>
                <a:close/>
                <a:moveTo>
                  <a:pt x="102079" y="386423"/>
                </a:moveTo>
                <a:lnTo>
                  <a:pt x="103614" y="387787"/>
                </a:lnTo>
                <a:lnTo>
                  <a:pt x="101311" y="387105"/>
                </a:lnTo>
                <a:close/>
                <a:moveTo>
                  <a:pt x="78047" y="57619"/>
                </a:moveTo>
                <a:lnTo>
                  <a:pt x="79742" y="58798"/>
                </a:lnTo>
                <a:lnTo>
                  <a:pt x="77200" y="58208"/>
                </a:lnTo>
                <a:close/>
                <a:moveTo>
                  <a:pt x="66723" y="330266"/>
                </a:moveTo>
                <a:lnTo>
                  <a:pt x="68829" y="330819"/>
                </a:lnTo>
                <a:lnTo>
                  <a:pt x="65671" y="330542"/>
                </a:lnTo>
                <a:close/>
                <a:moveTo>
                  <a:pt x="3376" y="146786"/>
                </a:moveTo>
                <a:lnTo>
                  <a:pt x="4791" y="147837"/>
                </a:lnTo>
                <a:lnTo>
                  <a:pt x="2669" y="147312"/>
                </a:lnTo>
                <a:close/>
                <a:moveTo>
                  <a:pt x="43239" y="100550"/>
                </a:moveTo>
                <a:lnTo>
                  <a:pt x="44410" y="100985"/>
                </a:lnTo>
                <a:lnTo>
                  <a:pt x="42654" y="100767"/>
                </a:lnTo>
                <a:close/>
                <a:moveTo>
                  <a:pt x="71445" y="350784"/>
                </a:moveTo>
                <a:lnTo>
                  <a:pt x="73423" y="352250"/>
                </a:lnTo>
                <a:lnTo>
                  <a:pt x="70457" y="351517"/>
                </a:lnTo>
                <a:close/>
                <a:moveTo>
                  <a:pt x="26956" y="153876"/>
                </a:moveTo>
                <a:lnTo>
                  <a:pt x="27526" y="154473"/>
                </a:lnTo>
                <a:lnTo>
                  <a:pt x="26672" y="154175"/>
                </a:lnTo>
                <a:close/>
                <a:moveTo>
                  <a:pt x="6212" y="25060"/>
                </a:moveTo>
                <a:lnTo>
                  <a:pt x="7900" y="25764"/>
                </a:lnTo>
                <a:lnTo>
                  <a:pt x="5369" y="25412"/>
                </a:lnTo>
                <a:close/>
                <a:moveTo>
                  <a:pt x="97779" y="192285"/>
                </a:moveTo>
                <a:lnTo>
                  <a:pt x="98605" y="193577"/>
                </a:lnTo>
                <a:lnTo>
                  <a:pt x="97366" y="192931"/>
                </a:lnTo>
                <a:close/>
                <a:moveTo>
                  <a:pt x="71384" y="75495"/>
                </a:moveTo>
                <a:lnTo>
                  <a:pt x="72237" y="76547"/>
                </a:lnTo>
                <a:lnTo>
                  <a:pt x="70958" y="76021"/>
                </a:lnTo>
                <a:close/>
                <a:moveTo>
                  <a:pt x="35125" y="189155"/>
                </a:moveTo>
                <a:lnTo>
                  <a:pt x="36155" y="190869"/>
                </a:lnTo>
                <a:lnTo>
                  <a:pt x="34610" y="190012"/>
                </a:lnTo>
                <a:close/>
                <a:moveTo>
                  <a:pt x="22714" y="308817"/>
                </a:moveTo>
                <a:lnTo>
                  <a:pt x="23372" y="309181"/>
                </a:lnTo>
                <a:lnTo>
                  <a:pt x="22385" y="308999"/>
                </a:lnTo>
                <a:close/>
                <a:moveTo>
                  <a:pt x="120919" y="298422"/>
                </a:moveTo>
                <a:lnTo>
                  <a:pt x="122011" y="300068"/>
                </a:lnTo>
                <a:lnTo>
                  <a:pt x="120373" y="299245"/>
                </a:lnTo>
                <a:close/>
                <a:moveTo>
                  <a:pt x="42896" y="147573"/>
                </a:moveTo>
                <a:lnTo>
                  <a:pt x="44823" y="149079"/>
                </a:lnTo>
                <a:lnTo>
                  <a:pt x="41932" y="148326"/>
                </a:lnTo>
                <a:close/>
                <a:moveTo>
                  <a:pt x="137439" y="132143"/>
                </a:moveTo>
                <a:lnTo>
                  <a:pt x="139147" y="133821"/>
                </a:lnTo>
                <a:lnTo>
                  <a:pt x="136585" y="132982"/>
                </a:lnTo>
                <a:close/>
                <a:moveTo>
                  <a:pt x="103177" y="134172"/>
                </a:moveTo>
                <a:lnTo>
                  <a:pt x="105248" y="135686"/>
                </a:lnTo>
                <a:lnTo>
                  <a:pt x="102142" y="134929"/>
                </a:lnTo>
                <a:close/>
                <a:moveTo>
                  <a:pt x="7279" y="189756"/>
                </a:moveTo>
                <a:lnTo>
                  <a:pt x="9422" y="191258"/>
                </a:lnTo>
                <a:lnTo>
                  <a:pt x="6207" y="190507"/>
                </a:lnTo>
                <a:close/>
                <a:moveTo>
                  <a:pt x="101354" y="28977"/>
                </a:moveTo>
                <a:lnTo>
                  <a:pt x="103270" y="29673"/>
                </a:lnTo>
                <a:lnTo>
                  <a:pt x="100396" y="29325"/>
                </a:lnTo>
                <a:close/>
                <a:moveTo>
                  <a:pt x="32020" y="288999"/>
                </a:moveTo>
                <a:lnTo>
                  <a:pt x="33251" y="290795"/>
                </a:lnTo>
                <a:lnTo>
                  <a:pt x="31405" y="289897"/>
                </a:lnTo>
                <a:close/>
                <a:moveTo>
                  <a:pt x="121432" y="32564"/>
                </a:moveTo>
                <a:lnTo>
                  <a:pt x="121863" y="33133"/>
                </a:lnTo>
                <a:lnTo>
                  <a:pt x="121217" y="32849"/>
                </a:lnTo>
                <a:close/>
                <a:moveTo>
                  <a:pt x="11164" y="107920"/>
                </a:moveTo>
                <a:lnTo>
                  <a:pt x="12200" y="108247"/>
                </a:lnTo>
                <a:lnTo>
                  <a:pt x="10646" y="108084"/>
                </a:lnTo>
                <a:close/>
                <a:moveTo>
                  <a:pt x="104999" y="317230"/>
                </a:moveTo>
                <a:lnTo>
                  <a:pt x="106049" y="318273"/>
                </a:lnTo>
                <a:lnTo>
                  <a:pt x="104474" y="317751"/>
                </a:lnTo>
                <a:close/>
                <a:moveTo>
                  <a:pt x="85438" y="386939"/>
                </a:moveTo>
                <a:lnTo>
                  <a:pt x="87196" y="387531"/>
                </a:lnTo>
                <a:lnTo>
                  <a:pt x="84558" y="387235"/>
                </a:lnTo>
                <a:close/>
                <a:moveTo>
                  <a:pt x="80642" y="118753"/>
                </a:moveTo>
                <a:lnTo>
                  <a:pt x="82664" y="120359"/>
                </a:lnTo>
                <a:lnTo>
                  <a:pt x="79631" y="119556"/>
                </a:lnTo>
                <a:close/>
                <a:moveTo>
                  <a:pt x="67606" y="371979"/>
                </a:moveTo>
                <a:lnTo>
                  <a:pt x="69408" y="373513"/>
                </a:lnTo>
                <a:lnTo>
                  <a:pt x="66704" y="372746"/>
                </a:lnTo>
                <a:close/>
                <a:moveTo>
                  <a:pt x="52179" y="323960"/>
                </a:moveTo>
                <a:lnTo>
                  <a:pt x="52830" y="325509"/>
                </a:lnTo>
                <a:lnTo>
                  <a:pt x="51854" y="324735"/>
                </a:lnTo>
                <a:close/>
                <a:moveTo>
                  <a:pt x="55576" y="356922"/>
                </a:moveTo>
                <a:lnTo>
                  <a:pt x="56786" y="357635"/>
                </a:lnTo>
                <a:lnTo>
                  <a:pt x="54971" y="357278"/>
                </a:lnTo>
                <a:close/>
                <a:moveTo>
                  <a:pt x="39110" y="135040"/>
                </a:moveTo>
                <a:lnTo>
                  <a:pt x="41082" y="136042"/>
                </a:lnTo>
                <a:lnTo>
                  <a:pt x="38123" y="135541"/>
                </a:lnTo>
                <a:close/>
                <a:moveTo>
                  <a:pt x="48452" y="378814"/>
                </a:moveTo>
                <a:lnTo>
                  <a:pt x="50258" y="379196"/>
                </a:lnTo>
                <a:lnTo>
                  <a:pt x="47549" y="379005"/>
                </a:lnTo>
                <a:close/>
                <a:moveTo>
                  <a:pt x="73427" y="368547"/>
                </a:moveTo>
                <a:lnTo>
                  <a:pt x="74511" y="368853"/>
                </a:lnTo>
                <a:lnTo>
                  <a:pt x="72885" y="368700"/>
                </a:lnTo>
                <a:close/>
                <a:moveTo>
                  <a:pt x="82597" y="289584"/>
                </a:moveTo>
                <a:lnTo>
                  <a:pt x="84346" y="290856"/>
                </a:lnTo>
                <a:lnTo>
                  <a:pt x="81723" y="290220"/>
                </a:lnTo>
                <a:close/>
                <a:moveTo>
                  <a:pt x="60318" y="169200"/>
                </a:moveTo>
                <a:lnTo>
                  <a:pt x="60879" y="170896"/>
                </a:lnTo>
                <a:lnTo>
                  <a:pt x="60038" y="170048"/>
                </a:lnTo>
                <a:close/>
                <a:moveTo>
                  <a:pt x="143310" y="46300"/>
                </a:moveTo>
                <a:lnTo>
                  <a:pt x="143912" y="46641"/>
                </a:lnTo>
                <a:lnTo>
                  <a:pt x="143009" y="46471"/>
                </a:lnTo>
                <a:close/>
                <a:moveTo>
                  <a:pt x="53593" y="295128"/>
                </a:moveTo>
                <a:lnTo>
                  <a:pt x="54629" y="295814"/>
                </a:lnTo>
                <a:lnTo>
                  <a:pt x="53075" y="295471"/>
                </a:lnTo>
                <a:close/>
                <a:moveTo>
                  <a:pt x="66573" y="244134"/>
                </a:moveTo>
                <a:lnTo>
                  <a:pt x="67975" y="245189"/>
                </a:lnTo>
                <a:lnTo>
                  <a:pt x="65872" y="244661"/>
                </a:lnTo>
                <a:close/>
                <a:moveTo>
                  <a:pt x="60450" y="174972"/>
                </a:moveTo>
                <a:lnTo>
                  <a:pt x="61997" y="175734"/>
                </a:lnTo>
                <a:lnTo>
                  <a:pt x="59677" y="175353"/>
                </a:lnTo>
                <a:close/>
                <a:moveTo>
                  <a:pt x="142725" y="257688"/>
                </a:moveTo>
                <a:lnTo>
                  <a:pt x="144635" y="258963"/>
                </a:lnTo>
                <a:lnTo>
                  <a:pt x="141770" y="258325"/>
                </a:lnTo>
                <a:close/>
                <a:moveTo>
                  <a:pt x="144509" y="4608"/>
                </a:moveTo>
                <a:lnTo>
                  <a:pt x="145399" y="5735"/>
                </a:lnTo>
                <a:lnTo>
                  <a:pt x="144063" y="5171"/>
                </a:lnTo>
                <a:close/>
                <a:moveTo>
                  <a:pt x="135238" y="172913"/>
                </a:moveTo>
                <a:lnTo>
                  <a:pt x="135960" y="174119"/>
                </a:lnTo>
                <a:lnTo>
                  <a:pt x="134877" y="173516"/>
                </a:lnTo>
                <a:close/>
                <a:moveTo>
                  <a:pt x="143251" y="4395"/>
                </a:moveTo>
                <a:lnTo>
                  <a:pt x="143747" y="5628"/>
                </a:lnTo>
                <a:lnTo>
                  <a:pt x="143003" y="5012"/>
                </a:lnTo>
                <a:close/>
                <a:moveTo>
                  <a:pt x="25101" y="363264"/>
                </a:moveTo>
                <a:lnTo>
                  <a:pt x="25502" y="364635"/>
                </a:lnTo>
                <a:lnTo>
                  <a:pt x="24900" y="363949"/>
                </a:lnTo>
                <a:close/>
                <a:moveTo>
                  <a:pt x="44359" y="233679"/>
                </a:moveTo>
                <a:lnTo>
                  <a:pt x="45941" y="234729"/>
                </a:lnTo>
                <a:lnTo>
                  <a:pt x="43568" y="234204"/>
                </a:lnTo>
                <a:close/>
                <a:moveTo>
                  <a:pt x="51122" y="375640"/>
                </a:moveTo>
                <a:lnTo>
                  <a:pt x="52295" y="376254"/>
                </a:lnTo>
                <a:lnTo>
                  <a:pt x="50535" y="375947"/>
                </a:lnTo>
                <a:close/>
                <a:moveTo>
                  <a:pt x="1909" y="244561"/>
                </a:moveTo>
                <a:lnTo>
                  <a:pt x="2663" y="245670"/>
                </a:lnTo>
                <a:lnTo>
                  <a:pt x="1532" y="245116"/>
                </a:lnTo>
                <a:close/>
                <a:moveTo>
                  <a:pt x="36006" y="43540"/>
                </a:moveTo>
                <a:lnTo>
                  <a:pt x="37247" y="44807"/>
                </a:lnTo>
                <a:lnTo>
                  <a:pt x="35386" y="44173"/>
                </a:lnTo>
                <a:close/>
                <a:moveTo>
                  <a:pt x="59942" y="378154"/>
                </a:moveTo>
                <a:lnTo>
                  <a:pt x="61923" y="379441"/>
                </a:lnTo>
                <a:lnTo>
                  <a:pt x="58951" y="378798"/>
                </a:lnTo>
                <a:close/>
                <a:moveTo>
                  <a:pt x="100812" y="347594"/>
                </a:moveTo>
                <a:lnTo>
                  <a:pt x="101958" y="349297"/>
                </a:lnTo>
                <a:lnTo>
                  <a:pt x="100238" y="348446"/>
                </a:lnTo>
                <a:close/>
                <a:moveTo>
                  <a:pt x="36256" y="368959"/>
                </a:moveTo>
                <a:lnTo>
                  <a:pt x="38217" y="369411"/>
                </a:lnTo>
                <a:lnTo>
                  <a:pt x="35276" y="369185"/>
                </a:lnTo>
                <a:close/>
                <a:moveTo>
                  <a:pt x="1489" y="236740"/>
                </a:moveTo>
                <a:lnTo>
                  <a:pt x="2547" y="237705"/>
                </a:lnTo>
                <a:lnTo>
                  <a:pt x="960" y="237222"/>
                </a:lnTo>
                <a:close/>
                <a:moveTo>
                  <a:pt x="8610" y="171449"/>
                </a:moveTo>
                <a:lnTo>
                  <a:pt x="10096" y="172888"/>
                </a:lnTo>
                <a:lnTo>
                  <a:pt x="7867" y="172168"/>
                </a:lnTo>
                <a:close/>
                <a:moveTo>
                  <a:pt x="84359" y="274524"/>
                </a:moveTo>
                <a:lnTo>
                  <a:pt x="85515" y="276237"/>
                </a:lnTo>
                <a:lnTo>
                  <a:pt x="83781" y="275381"/>
                </a:lnTo>
                <a:close/>
                <a:moveTo>
                  <a:pt x="34305" y="192918"/>
                </a:moveTo>
                <a:lnTo>
                  <a:pt x="35324" y="194505"/>
                </a:lnTo>
                <a:lnTo>
                  <a:pt x="33795" y="193712"/>
                </a:lnTo>
                <a:close/>
                <a:moveTo>
                  <a:pt x="55650" y="45407"/>
                </a:moveTo>
                <a:lnTo>
                  <a:pt x="57352" y="46706"/>
                </a:lnTo>
                <a:lnTo>
                  <a:pt x="54799" y="46056"/>
                </a:lnTo>
                <a:close/>
                <a:moveTo>
                  <a:pt x="42763" y="362469"/>
                </a:moveTo>
                <a:lnTo>
                  <a:pt x="43122" y="363166"/>
                </a:lnTo>
                <a:lnTo>
                  <a:pt x="42583" y="362817"/>
                </a:lnTo>
                <a:close/>
                <a:moveTo>
                  <a:pt x="128019" y="332387"/>
                </a:moveTo>
                <a:lnTo>
                  <a:pt x="129376" y="333132"/>
                </a:lnTo>
                <a:lnTo>
                  <a:pt x="127341" y="332759"/>
                </a:lnTo>
                <a:close/>
                <a:moveTo>
                  <a:pt x="8446" y="287683"/>
                </a:moveTo>
                <a:lnTo>
                  <a:pt x="9018" y="289434"/>
                </a:lnTo>
                <a:lnTo>
                  <a:pt x="8159" y="288559"/>
                </a:lnTo>
                <a:close/>
                <a:moveTo>
                  <a:pt x="26569" y="89110"/>
                </a:moveTo>
                <a:lnTo>
                  <a:pt x="27006" y="89980"/>
                </a:lnTo>
                <a:lnTo>
                  <a:pt x="26350" y="89545"/>
                </a:lnTo>
                <a:close/>
                <a:moveTo>
                  <a:pt x="67974" y="309012"/>
                </a:moveTo>
                <a:lnTo>
                  <a:pt x="68639" y="309442"/>
                </a:lnTo>
                <a:lnTo>
                  <a:pt x="67641" y="309227"/>
                </a:lnTo>
                <a:close/>
                <a:moveTo>
                  <a:pt x="45480" y="364339"/>
                </a:moveTo>
                <a:lnTo>
                  <a:pt x="46370" y="365190"/>
                </a:lnTo>
                <a:lnTo>
                  <a:pt x="45035" y="364764"/>
                </a:lnTo>
                <a:close/>
                <a:moveTo>
                  <a:pt x="138452" y="327244"/>
                </a:moveTo>
                <a:lnTo>
                  <a:pt x="139601" y="328660"/>
                </a:lnTo>
                <a:lnTo>
                  <a:pt x="137877" y="327952"/>
                </a:lnTo>
                <a:close/>
                <a:moveTo>
                  <a:pt x="57274" y="236101"/>
                </a:moveTo>
                <a:lnTo>
                  <a:pt x="58943" y="236815"/>
                </a:lnTo>
                <a:lnTo>
                  <a:pt x="56440" y="236458"/>
                </a:lnTo>
                <a:close/>
                <a:moveTo>
                  <a:pt x="8663" y="279508"/>
                </a:moveTo>
                <a:lnTo>
                  <a:pt x="10321" y="281119"/>
                </a:lnTo>
                <a:lnTo>
                  <a:pt x="7833" y="280313"/>
                </a:lnTo>
                <a:close/>
                <a:moveTo>
                  <a:pt x="12536" y="201390"/>
                </a:moveTo>
                <a:lnTo>
                  <a:pt x="13840" y="202048"/>
                </a:lnTo>
                <a:lnTo>
                  <a:pt x="11884" y="201719"/>
                </a:lnTo>
                <a:close/>
                <a:moveTo>
                  <a:pt x="62543" y="232572"/>
                </a:moveTo>
                <a:lnTo>
                  <a:pt x="64597" y="233033"/>
                </a:lnTo>
                <a:lnTo>
                  <a:pt x="61516" y="232802"/>
                </a:lnTo>
                <a:close/>
                <a:moveTo>
                  <a:pt x="24857" y="378310"/>
                </a:moveTo>
                <a:lnTo>
                  <a:pt x="26147" y="379267"/>
                </a:lnTo>
                <a:lnTo>
                  <a:pt x="24211" y="378789"/>
                </a:lnTo>
                <a:close/>
                <a:moveTo>
                  <a:pt x="121002" y="376436"/>
                </a:moveTo>
                <a:lnTo>
                  <a:pt x="122011" y="378208"/>
                </a:lnTo>
                <a:lnTo>
                  <a:pt x="120497" y="377322"/>
                </a:lnTo>
                <a:close/>
                <a:moveTo>
                  <a:pt x="83208" y="169058"/>
                </a:moveTo>
                <a:lnTo>
                  <a:pt x="84849" y="170162"/>
                </a:lnTo>
                <a:lnTo>
                  <a:pt x="82387" y="169610"/>
                </a:lnTo>
                <a:close/>
                <a:moveTo>
                  <a:pt x="100382" y="35466"/>
                </a:moveTo>
                <a:lnTo>
                  <a:pt x="102221" y="36110"/>
                </a:lnTo>
                <a:lnTo>
                  <a:pt x="99462" y="35788"/>
                </a:lnTo>
                <a:close/>
                <a:moveTo>
                  <a:pt x="43232" y="239989"/>
                </a:moveTo>
                <a:lnTo>
                  <a:pt x="44704" y="241125"/>
                </a:lnTo>
                <a:lnTo>
                  <a:pt x="42497" y="240557"/>
                </a:lnTo>
                <a:close/>
                <a:moveTo>
                  <a:pt x="28753" y="117390"/>
                </a:moveTo>
                <a:lnTo>
                  <a:pt x="30271" y="118335"/>
                </a:lnTo>
                <a:lnTo>
                  <a:pt x="27995" y="117862"/>
                </a:lnTo>
                <a:close/>
                <a:moveTo>
                  <a:pt x="13593" y="110554"/>
                </a:moveTo>
                <a:lnTo>
                  <a:pt x="14875" y="111713"/>
                </a:lnTo>
                <a:lnTo>
                  <a:pt x="12952" y="111134"/>
                </a:lnTo>
                <a:close/>
                <a:moveTo>
                  <a:pt x="141923" y="230948"/>
                </a:moveTo>
                <a:lnTo>
                  <a:pt x="143906" y="232560"/>
                </a:lnTo>
                <a:lnTo>
                  <a:pt x="140931" y="231754"/>
                </a:lnTo>
                <a:close/>
                <a:moveTo>
                  <a:pt x="20314" y="11972"/>
                </a:moveTo>
                <a:lnTo>
                  <a:pt x="22301" y="12904"/>
                </a:lnTo>
                <a:lnTo>
                  <a:pt x="19321" y="12438"/>
                </a:lnTo>
                <a:close/>
                <a:moveTo>
                  <a:pt x="93297" y="387047"/>
                </a:moveTo>
                <a:lnTo>
                  <a:pt x="93671" y="388015"/>
                </a:lnTo>
                <a:lnTo>
                  <a:pt x="93111" y="387531"/>
                </a:lnTo>
                <a:close/>
                <a:moveTo>
                  <a:pt x="107219" y="143906"/>
                </a:moveTo>
                <a:lnTo>
                  <a:pt x="108900" y="144609"/>
                </a:lnTo>
                <a:lnTo>
                  <a:pt x="106379" y="144258"/>
                </a:lnTo>
                <a:close/>
                <a:moveTo>
                  <a:pt x="123617" y="251162"/>
                </a:moveTo>
                <a:lnTo>
                  <a:pt x="124143" y="252371"/>
                </a:lnTo>
                <a:lnTo>
                  <a:pt x="123354" y="251766"/>
                </a:lnTo>
                <a:close/>
                <a:moveTo>
                  <a:pt x="45634" y="76360"/>
                </a:moveTo>
                <a:lnTo>
                  <a:pt x="47703" y="76878"/>
                </a:lnTo>
                <a:lnTo>
                  <a:pt x="44600" y="76619"/>
                </a:lnTo>
                <a:close/>
                <a:moveTo>
                  <a:pt x="81523" y="144496"/>
                </a:moveTo>
                <a:lnTo>
                  <a:pt x="82911" y="145487"/>
                </a:lnTo>
                <a:lnTo>
                  <a:pt x="80829" y="144992"/>
                </a:lnTo>
                <a:close/>
                <a:moveTo>
                  <a:pt x="58568" y="271043"/>
                </a:moveTo>
                <a:lnTo>
                  <a:pt x="59257" y="272205"/>
                </a:lnTo>
                <a:lnTo>
                  <a:pt x="58224" y="271624"/>
                </a:lnTo>
                <a:close/>
                <a:moveTo>
                  <a:pt x="85481" y="121900"/>
                </a:moveTo>
                <a:lnTo>
                  <a:pt x="85988" y="123319"/>
                </a:lnTo>
                <a:lnTo>
                  <a:pt x="85227" y="122609"/>
                </a:lnTo>
                <a:close/>
                <a:moveTo>
                  <a:pt x="86537" y="356961"/>
                </a:moveTo>
                <a:lnTo>
                  <a:pt x="88491" y="357503"/>
                </a:lnTo>
                <a:lnTo>
                  <a:pt x="85560" y="357232"/>
                </a:lnTo>
                <a:close/>
                <a:moveTo>
                  <a:pt x="141161" y="135929"/>
                </a:moveTo>
                <a:lnTo>
                  <a:pt x="142436" y="136695"/>
                </a:lnTo>
                <a:lnTo>
                  <a:pt x="140524" y="136312"/>
                </a:lnTo>
                <a:close/>
                <a:moveTo>
                  <a:pt x="86228" y="275634"/>
                </a:moveTo>
                <a:lnTo>
                  <a:pt x="87098" y="276310"/>
                </a:lnTo>
                <a:lnTo>
                  <a:pt x="85793" y="275972"/>
                </a:lnTo>
                <a:close/>
                <a:moveTo>
                  <a:pt x="87892" y="198236"/>
                </a:moveTo>
                <a:lnTo>
                  <a:pt x="89301" y="198707"/>
                </a:lnTo>
                <a:lnTo>
                  <a:pt x="87188" y="198472"/>
                </a:lnTo>
                <a:close/>
                <a:moveTo>
                  <a:pt x="135404" y="349433"/>
                </a:moveTo>
                <a:lnTo>
                  <a:pt x="135988" y="350167"/>
                </a:lnTo>
                <a:lnTo>
                  <a:pt x="135112" y="349800"/>
                </a:lnTo>
                <a:close/>
                <a:moveTo>
                  <a:pt x="6622" y="27092"/>
                </a:moveTo>
                <a:lnTo>
                  <a:pt x="7011" y="27679"/>
                </a:lnTo>
                <a:lnTo>
                  <a:pt x="6428" y="27385"/>
                </a:lnTo>
                <a:close/>
                <a:moveTo>
                  <a:pt x="86273" y="366455"/>
                </a:moveTo>
                <a:lnTo>
                  <a:pt x="87574" y="366974"/>
                </a:lnTo>
                <a:lnTo>
                  <a:pt x="85622" y="366714"/>
                </a:lnTo>
                <a:close/>
                <a:moveTo>
                  <a:pt x="122314" y="52837"/>
                </a:moveTo>
                <a:lnTo>
                  <a:pt x="123826" y="53769"/>
                </a:lnTo>
                <a:lnTo>
                  <a:pt x="121558" y="53303"/>
                </a:lnTo>
                <a:close/>
                <a:moveTo>
                  <a:pt x="65535" y="49917"/>
                </a:moveTo>
                <a:lnTo>
                  <a:pt x="66103" y="51196"/>
                </a:lnTo>
                <a:lnTo>
                  <a:pt x="65251" y="50556"/>
                </a:lnTo>
                <a:close/>
                <a:moveTo>
                  <a:pt x="98151" y="177576"/>
                </a:moveTo>
                <a:lnTo>
                  <a:pt x="99138" y="178995"/>
                </a:lnTo>
                <a:lnTo>
                  <a:pt x="97657" y="178285"/>
                </a:lnTo>
                <a:close/>
                <a:moveTo>
                  <a:pt x="63888" y="337673"/>
                </a:moveTo>
                <a:lnTo>
                  <a:pt x="65407" y="338045"/>
                </a:lnTo>
                <a:lnTo>
                  <a:pt x="63129" y="337859"/>
                </a:lnTo>
                <a:close/>
                <a:moveTo>
                  <a:pt x="20495" y="130219"/>
                </a:moveTo>
                <a:lnTo>
                  <a:pt x="20864" y="131527"/>
                </a:lnTo>
                <a:lnTo>
                  <a:pt x="20311" y="130873"/>
                </a:lnTo>
                <a:close/>
                <a:moveTo>
                  <a:pt x="126654" y="325305"/>
                </a:moveTo>
                <a:lnTo>
                  <a:pt x="128021" y="326468"/>
                </a:lnTo>
                <a:lnTo>
                  <a:pt x="125970" y="325887"/>
                </a:lnTo>
                <a:close/>
                <a:moveTo>
                  <a:pt x="131084" y="135814"/>
                </a:moveTo>
                <a:lnTo>
                  <a:pt x="133149" y="136248"/>
                </a:lnTo>
                <a:lnTo>
                  <a:pt x="130051" y="136031"/>
                </a:lnTo>
                <a:close/>
                <a:moveTo>
                  <a:pt x="7517" y="288325"/>
                </a:moveTo>
                <a:lnTo>
                  <a:pt x="9381" y="288863"/>
                </a:lnTo>
                <a:lnTo>
                  <a:pt x="6585" y="288594"/>
                </a:lnTo>
                <a:close/>
                <a:moveTo>
                  <a:pt x="51052" y="331340"/>
                </a:moveTo>
                <a:lnTo>
                  <a:pt x="53138" y="333012"/>
                </a:lnTo>
                <a:lnTo>
                  <a:pt x="50009" y="332176"/>
                </a:lnTo>
                <a:close/>
                <a:moveTo>
                  <a:pt x="76221" y="234937"/>
                </a:moveTo>
                <a:lnTo>
                  <a:pt x="78286" y="236661"/>
                </a:lnTo>
                <a:lnTo>
                  <a:pt x="75189" y="235799"/>
                </a:lnTo>
                <a:close/>
                <a:moveTo>
                  <a:pt x="28003" y="345335"/>
                </a:moveTo>
                <a:lnTo>
                  <a:pt x="30077" y="346507"/>
                </a:lnTo>
                <a:lnTo>
                  <a:pt x="26966" y="345921"/>
                </a:lnTo>
                <a:close/>
                <a:moveTo>
                  <a:pt x="36333" y="168247"/>
                </a:moveTo>
                <a:lnTo>
                  <a:pt x="38068" y="169741"/>
                </a:lnTo>
                <a:lnTo>
                  <a:pt x="35465" y="168994"/>
                </a:lnTo>
                <a:close/>
                <a:moveTo>
                  <a:pt x="64762" y="23342"/>
                </a:moveTo>
                <a:lnTo>
                  <a:pt x="65343" y="23980"/>
                </a:lnTo>
                <a:lnTo>
                  <a:pt x="64472" y="23661"/>
                </a:lnTo>
                <a:close/>
                <a:moveTo>
                  <a:pt x="45152" y="139237"/>
                </a:moveTo>
                <a:lnTo>
                  <a:pt x="46296" y="140152"/>
                </a:lnTo>
                <a:lnTo>
                  <a:pt x="44581" y="139694"/>
                </a:lnTo>
                <a:close/>
                <a:moveTo>
                  <a:pt x="46110" y="191224"/>
                </a:moveTo>
                <a:lnTo>
                  <a:pt x="46481" y="192023"/>
                </a:lnTo>
                <a:lnTo>
                  <a:pt x="45924" y="191624"/>
                </a:lnTo>
                <a:close/>
                <a:moveTo>
                  <a:pt x="111621" y="327149"/>
                </a:moveTo>
                <a:lnTo>
                  <a:pt x="112078" y="328235"/>
                </a:lnTo>
                <a:lnTo>
                  <a:pt x="111392" y="327692"/>
                </a:lnTo>
                <a:close/>
                <a:moveTo>
                  <a:pt x="95001" y="34628"/>
                </a:moveTo>
                <a:lnTo>
                  <a:pt x="96126" y="35807"/>
                </a:lnTo>
                <a:lnTo>
                  <a:pt x="94439" y="35217"/>
                </a:lnTo>
                <a:close/>
                <a:moveTo>
                  <a:pt x="34000" y="97915"/>
                </a:moveTo>
                <a:lnTo>
                  <a:pt x="34397" y="98949"/>
                </a:lnTo>
                <a:lnTo>
                  <a:pt x="33801" y="98432"/>
                </a:lnTo>
                <a:close/>
                <a:moveTo>
                  <a:pt x="77966" y="89455"/>
                </a:moveTo>
                <a:lnTo>
                  <a:pt x="79371" y="90376"/>
                </a:lnTo>
                <a:lnTo>
                  <a:pt x="77263" y="89916"/>
                </a:lnTo>
                <a:close/>
                <a:moveTo>
                  <a:pt x="13072" y="236399"/>
                </a:moveTo>
                <a:lnTo>
                  <a:pt x="15047" y="237680"/>
                </a:lnTo>
                <a:lnTo>
                  <a:pt x="12084" y="237039"/>
                </a:lnTo>
                <a:close/>
                <a:moveTo>
                  <a:pt x="133843" y="252660"/>
                </a:moveTo>
                <a:lnTo>
                  <a:pt x="134449" y="254351"/>
                </a:lnTo>
                <a:lnTo>
                  <a:pt x="133541" y="253505"/>
                </a:lnTo>
                <a:close/>
                <a:moveTo>
                  <a:pt x="36737" y="91359"/>
                </a:moveTo>
                <a:lnTo>
                  <a:pt x="37456" y="92510"/>
                </a:lnTo>
                <a:lnTo>
                  <a:pt x="36377" y="91935"/>
                </a:lnTo>
                <a:close/>
                <a:moveTo>
                  <a:pt x="60143" y="102974"/>
                </a:moveTo>
                <a:lnTo>
                  <a:pt x="60699" y="103478"/>
                </a:lnTo>
                <a:lnTo>
                  <a:pt x="59865" y="103226"/>
                </a:lnTo>
                <a:close/>
                <a:moveTo>
                  <a:pt x="51191" y="71067"/>
                </a:moveTo>
                <a:lnTo>
                  <a:pt x="51608" y="72006"/>
                </a:lnTo>
                <a:lnTo>
                  <a:pt x="50983" y="71537"/>
                </a:lnTo>
                <a:close/>
                <a:moveTo>
                  <a:pt x="82727" y="230755"/>
                </a:moveTo>
                <a:lnTo>
                  <a:pt x="84739" y="231317"/>
                </a:lnTo>
                <a:lnTo>
                  <a:pt x="81721" y="231036"/>
                </a:lnTo>
                <a:close/>
                <a:moveTo>
                  <a:pt x="98737" y="176031"/>
                </a:moveTo>
                <a:lnTo>
                  <a:pt x="99734" y="176503"/>
                </a:lnTo>
                <a:lnTo>
                  <a:pt x="98238" y="176267"/>
                </a:lnTo>
                <a:close/>
                <a:moveTo>
                  <a:pt x="11301" y="23551"/>
                </a:moveTo>
                <a:lnTo>
                  <a:pt x="12030" y="25151"/>
                </a:lnTo>
                <a:lnTo>
                  <a:pt x="10937" y="24351"/>
                </a:lnTo>
                <a:close/>
                <a:moveTo>
                  <a:pt x="91213" y="58146"/>
                </a:moveTo>
                <a:lnTo>
                  <a:pt x="92770" y="59541"/>
                </a:lnTo>
                <a:lnTo>
                  <a:pt x="90435" y="58844"/>
                </a:lnTo>
                <a:close/>
                <a:moveTo>
                  <a:pt x="82903" y="122563"/>
                </a:moveTo>
                <a:lnTo>
                  <a:pt x="84902" y="123713"/>
                </a:lnTo>
                <a:lnTo>
                  <a:pt x="81903" y="123138"/>
                </a:lnTo>
                <a:close/>
                <a:moveTo>
                  <a:pt x="55449" y="375248"/>
                </a:moveTo>
                <a:lnTo>
                  <a:pt x="57248" y="376661"/>
                </a:lnTo>
                <a:lnTo>
                  <a:pt x="54550" y="375954"/>
                </a:lnTo>
                <a:close/>
                <a:moveTo>
                  <a:pt x="73488" y="386415"/>
                </a:moveTo>
                <a:lnTo>
                  <a:pt x="74544" y="387130"/>
                </a:lnTo>
                <a:lnTo>
                  <a:pt x="72959" y="386773"/>
                </a:lnTo>
                <a:close/>
                <a:moveTo>
                  <a:pt x="10832" y="312365"/>
                </a:moveTo>
                <a:lnTo>
                  <a:pt x="12721" y="313245"/>
                </a:lnTo>
                <a:lnTo>
                  <a:pt x="9888" y="312805"/>
                </a:lnTo>
                <a:close/>
                <a:moveTo>
                  <a:pt x="135264" y="170838"/>
                </a:moveTo>
                <a:lnTo>
                  <a:pt x="135642" y="172476"/>
                </a:lnTo>
                <a:lnTo>
                  <a:pt x="135075" y="171657"/>
                </a:lnTo>
                <a:close/>
                <a:moveTo>
                  <a:pt x="12175" y="373973"/>
                </a:moveTo>
                <a:lnTo>
                  <a:pt x="13546" y="375114"/>
                </a:lnTo>
                <a:lnTo>
                  <a:pt x="11489" y="374543"/>
                </a:lnTo>
                <a:close/>
                <a:moveTo>
                  <a:pt x="69540" y="202714"/>
                </a:moveTo>
                <a:lnTo>
                  <a:pt x="71735" y="204131"/>
                </a:lnTo>
                <a:lnTo>
                  <a:pt x="68442" y="203422"/>
                </a:lnTo>
                <a:close/>
                <a:moveTo>
                  <a:pt x="99647" y="101943"/>
                </a:moveTo>
                <a:lnTo>
                  <a:pt x="100479" y="103582"/>
                </a:lnTo>
                <a:lnTo>
                  <a:pt x="99231" y="102762"/>
                </a:lnTo>
                <a:close/>
                <a:moveTo>
                  <a:pt x="64391" y="34559"/>
                </a:moveTo>
                <a:lnTo>
                  <a:pt x="65559" y="36280"/>
                </a:lnTo>
                <a:lnTo>
                  <a:pt x="63807" y="35420"/>
                </a:lnTo>
                <a:close/>
                <a:moveTo>
                  <a:pt x="4279" y="357352"/>
                </a:moveTo>
                <a:lnTo>
                  <a:pt x="5108" y="358332"/>
                </a:lnTo>
                <a:lnTo>
                  <a:pt x="3864" y="357842"/>
                </a:lnTo>
                <a:close/>
                <a:moveTo>
                  <a:pt x="84123" y="199272"/>
                </a:moveTo>
                <a:lnTo>
                  <a:pt x="85443" y="200394"/>
                </a:lnTo>
                <a:lnTo>
                  <a:pt x="83463" y="199833"/>
                </a:lnTo>
                <a:close/>
                <a:moveTo>
                  <a:pt x="28928" y="57285"/>
                </a:moveTo>
                <a:lnTo>
                  <a:pt x="31080" y="57717"/>
                </a:lnTo>
                <a:lnTo>
                  <a:pt x="27852" y="57501"/>
                </a:lnTo>
                <a:close/>
                <a:moveTo>
                  <a:pt x="127187" y="92196"/>
                </a:moveTo>
                <a:lnTo>
                  <a:pt x="128073" y="93538"/>
                </a:lnTo>
                <a:lnTo>
                  <a:pt x="126744" y="92867"/>
                </a:lnTo>
                <a:close/>
                <a:moveTo>
                  <a:pt x="82699" y="347256"/>
                </a:moveTo>
                <a:lnTo>
                  <a:pt x="83666" y="348545"/>
                </a:lnTo>
                <a:lnTo>
                  <a:pt x="82215" y="347901"/>
                </a:lnTo>
                <a:close/>
                <a:moveTo>
                  <a:pt x="7564" y="195803"/>
                </a:moveTo>
                <a:lnTo>
                  <a:pt x="8676" y="197098"/>
                </a:lnTo>
                <a:lnTo>
                  <a:pt x="7008" y="196450"/>
                </a:lnTo>
                <a:close/>
                <a:moveTo>
                  <a:pt x="122260" y="310992"/>
                </a:moveTo>
                <a:lnTo>
                  <a:pt x="122697" y="311773"/>
                </a:lnTo>
                <a:lnTo>
                  <a:pt x="122042" y="311382"/>
                </a:lnTo>
                <a:close/>
                <a:moveTo>
                  <a:pt x="103924" y="110436"/>
                </a:moveTo>
                <a:lnTo>
                  <a:pt x="104729" y="112082"/>
                </a:lnTo>
                <a:lnTo>
                  <a:pt x="103521" y="111259"/>
                </a:lnTo>
                <a:close/>
                <a:moveTo>
                  <a:pt x="123495" y="208712"/>
                </a:moveTo>
                <a:lnTo>
                  <a:pt x="124785" y="210250"/>
                </a:lnTo>
                <a:lnTo>
                  <a:pt x="122850" y="209481"/>
                </a:lnTo>
                <a:close/>
                <a:moveTo>
                  <a:pt x="71418" y="199420"/>
                </a:moveTo>
                <a:lnTo>
                  <a:pt x="72428" y="200013"/>
                </a:lnTo>
                <a:lnTo>
                  <a:pt x="70913" y="199716"/>
                </a:lnTo>
                <a:close/>
                <a:moveTo>
                  <a:pt x="122942" y="229759"/>
                </a:moveTo>
                <a:lnTo>
                  <a:pt x="124600" y="231130"/>
                </a:lnTo>
                <a:lnTo>
                  <a:pt x="122114" y="230445"/>
                </a:lnTo>
                <a:close/>
                <a:moveTo>
                  <a:pt x="26048" y="215378"/>
                </a:moveTo>
                <a:lnTo>
                  <a:pt x="26414" y="216016"/>
                </a:lnTo>
                <a:lnTo>
                  <a:pt x="25864" y="215697"/>
                </a:lnTo>
                <a:close/>
                <a:moveTo>
                  <a:pt x="86795" y="341837"/>
                </a:moveTo>
                <a:lnTo>
                  <a:pt x="88625" y="343357"/>
                </a:lnTo>
                <a:lnTo>
                  <a:pt x="85880" y="342597"/>
                </a:lnTo>
                <a:close/>
                <a:moveTo>
                  <a:pt x="12744" y="185745"/>
                </a:moveTo>
                <a:lnTo>
                  <a:pt x="14158" y="186630"/>
                </a:lnTo>
                <a:lnTo>
                  <a:pt x="12037" y="186187"/>
                </a:lnTo>
                <a:close/>
                <a:moveTo>
                  <a:pt x="131334" y="141085"/>
                </a:moveTo>
                <a:lnTo>
                  <a:pt x="133223" y="142515"/>
                </a:lnTo>
                <a:lnTo>
                  <a:pt x="130390" y="141800"/>
                </a:lnTo>
                <a:close/>
                <a:moveTo>
                  <a:pt x="85984" y="188163"/>
                </a:moveTo>
                <a:lnTo>
                  <a:pt x="87250" y="189894"/>
                </a:lnTo>
                <a:lnTo>
                  <a:pt x="85351" y="189028"/>
                </a:lnTo>
                <a:close/>
                <a:moveTo>
                  <a:pt x="44724" y="24271"/>
                </a:moveTo>
                <a:lnTo>
                  <a:pt x="45681" y="25102"/>
                </a:lnTo>
                <a:lnTo>
                  <a:pt x="44245" y="24687"/>
                </a:lnTo>
                <a:close/>
                <a:moveTo>
                  <a:pt x="52049" y="98049"/>
                </a:moveTo>
                <a:lnTo>
                  <a:pt x="53522" y="98641"/>
                </a:lnTo>
                <a:lnTo>
                  <a:pt x="51312" y="98345"/>
                </a:lnTo>
                <a:close/>
                <a:moveTo>
                  <a:pt x="97389" y="90885"/>
                </a:moveTo>
                <a:lnTo>
                  <a:pt x="97994" y="92404"/>
                </a:lnTo>
                <a:lnTo>
                  <a:pt x="97086" y="91644"/>
                </a:lnTo>
                <a:close/>
                <a:moveTo>
                  <a:pt x="131410" y="336186"/>
                </a:moveTo>
                <a:lnTo>
                  <a:pt x="133073" y="337210"/>
                </a:lnTo>
                <a:lnTo>
                  <a:pt x="130578" y="336698"/>
                </a:lnTo>
                <a:close/>
                <a:moveTo>
                  <a:pt x="78678" y="330365"/>
                </a:moveTo>
                <a:lnTo>
                  <a:pt x="79385" y="331133"/>
                </a:lnTo>
                <a:lnTo>
                  <a:pt x="78325" y="330749"/>
                </a:lnTo>
                <a:close/>
                <a:moveTo>
                  <a:pt x="144349" y="127402"/>
                </a:moveTo>
                <a:lnTo>
                  <a:pt x="145491" y="128013"/>
                </a:lnTo>
                <a:lnTo>
                  <a:pt x="143777" y="127708"/>
                </a:lnTo>
                <a:close/>
                <a:moveTo>
                  <a:pt x="65082" y="186800"/>
                </a:moveTo>
                <a:lnTo>
                  <a:pt x="66260" y="187597"/>
                </a:lnTo>
                <a:lnTo>
                  <a:pt x="64492" y="187198"/>
                </a:lnTo>
                <a:close/>
                <a:moveTo>
                  <a:pt x="125253" y="378871"/>
                </a:moveTo>
                <a:lnTo>
                  <a:pt x="126861" y="379428"/>
                </a:lnTo>
                <a:lnTo>
                  <a:pt x="124449" y="379150"/>
                </a:lnTo>
                <a:close/>
                <a:moveTo>
                  <a:pt x="139475" y="286377"/>
                </a:moveTo>
                <a:lnTo>
                  <a:pt x="141122" y="287276"/>
                </a:lnTo>
                <a:lnTo>
                  <a:pt x="138652" y="286826"/>
                </a:lnTo>
                <a:close/>
                <a:moveTo>
                  <a:pt x="37006" y="367303"/>
                </a:moveTo>
                <a:lnTo>
                  <a:pt x="37980" y="368163"/>
                </a:lnTo>
                <a:lnTo>
                  <a:pt x="36520" y="367733"/>
                </a:lnTo>
                <a:close/>
                <a:moveTo>
                  <a:pt x="23132" y="357507"/>
                </a:moveTo>
                <a:lnTo>
                  <a:pt x="25007" y="357921"/>
                </a:lnTo>
                <a:lnTo>
                  <a:pt x="22194" y="357714"/>
                </a:lnTo>
                <a:close/>
                <a:moveTo>
                  <a:pt x="32952" y="133027"/>
                </a:moveTo>
                <a:lnTo>
                  <a:pt x="33597" y="133563"/>
                </a:lnTo>
                <a:lnTo>
                  <a:pt x="32630" y="133295"/>
                </a:lnTo>
                <a:close/>
                <a:moveTo>
                  <a:pt x="8322" y="185423"/>
                </a:moveTo>
                <a:lnTo>
                  <a:pt x="9849" y="186488"/>
                </a:lnTo>
                <a:lnTo>
                  <a:pt x="7559" y="185955"/>
                </a:lnTo>
                <a:close/>
                <a:moveTo>
                  <a:pt x="51908" y="180302"/>
                </a:moveTo>
                <a:lnTo>
                  <a:pt x="53313" y="181400"/>
                </a:lnTo>
                <a:lnTo>
                  <a:pt x="51205" y="180851"/>
                </a:lnTo>
                <a:close/>
                <a:moveTo>
                  <a:pt x="107422" y="229518"/>
                </a:moveTo>
                <a:lnTo>
                  <a:pt x="109223" y="230409"/>
                </a:lnTo>
                <a:lnTo>
                  <a:pt x="106521" y="229964"/>
                </a:lnTo>
                <a:close/>
                <a:moveTo>
                  <a:pt x="74741" y="223273"/>
                </a:moveTo>
                <a:lnTo>
                  <a:pt x="76892" y="225070"/>
                </a:lnTo>
                <a:lnTo>
                  <a:pt x="73665" y="224171"/>
                </a:lnTo>
                <a:close/>
                <a:moveTo>
                  <a:pt x="16330" y="193379"/>
                </a:moveTo>
                <a:lnTo>
                  <a:pt x="17434" y="194863"/>
                </a:lnTo>
                <a:lnTo>
                  <a:pt x="15778" y="194121"/>
                </a:lnTo>
                <a:close/>
                <a:moveTo>
                  <a:pt x="124577" y="259671"/>
                </a:moveTo>
                <a:lnTo>
                  <a:pt x="125160" y="261414"/>
                </a:lnTo>
                <a:lnTo>
                  <a:pt x="124286" y="260542"/>
                </a:lnTo>
                <a:close/>
                <a:moveTo>
                  <a:pt x="65090" y="48516"/>
                </a:moveTo>
                <a:lnTo>
                  <a:pt x="66143" y="49947"/>
                </a:lnTo>
                <a:lnTo>
                  <a:pt x="64564" y="49231"/>
                </a:lnTo>
                <a:close/>
                <a:moveTo>
                  <a:pt x="137808" y="235495"/>
                </a:moveTo>
                <a:lnTo>
                  <a:pt x="139627" y="235816"/>
                </a:lnTo>
                <a:lnTo>
                  <a:pt x="136898" y="235655"/>
                </a:lnTo>
                <a:close/>
                <a:moveTo>
                  <a:pt x="45350" y="289744"/>
                </a:moveTo>
                <a:lnTo>
                  <a:pt x="46001" y="290128"/>
                </a:lnTo>
                <a:lnTo>
                  <a:pt x="45024" y="289936"/>
                </a:lnTo>
                <a:close/>
                <a:moveTo>
                  <a:pt x="67074" y="16793"/>
                </a:moveTo>
                <a:lnTo>
                  <a:pt x="67489" y="17202"/>
                </a:lnTo>
                <a:lnTo>
                  <a:pt x="66867" y="16998"/>
                </a:lnTo>
                <a:close/>
                <a:moveTo>
                  <a:pt x="80489" y="251814"/>
                </a:moveTo>
                <a:lnTo>
                  <a:pt x="82258" y="252549"/>
                </a:lnTo>
                <a:lnTo>
                  <a:pt x="79604" y="252182"/>
                </a:lnTo>
                <a:close/>
                <a:moveTo>
                  <a:pt x="89305" y="383337"/>
                </a:moveTo>
                <a:lnTo>
                  <a:pt x="91460" y="384565"/>
                </a:lnTo>
                <a:lnTo>
                  <a:pt x="88228" y="383951"/>
                </a:lnTo>
                <a:close/>
                <a:moveTo>
                  <a:pt x="94676" y="103644"/>
                </a:moveTo>
                <a:lnTo>
                  <a:pt x="95414" y="105144"/>
                </a:lnTo>
                <a:lnTo>
                  <a:pt x="94307" y="104394"/>
                </a:lnTo>
                <a:close/>
                <a:moveTo>
                  <a:pt x="67091" y="351829"/>
                </a:moveTo>
                <a:lnTo>
                  <a:pt x="69126" y="353549"/>
                </a:lnTo>
                <a:lnTo>
                  <a:pt x="66073" y="352689"/>
                </a:lnTo>
                <a:close/>
                <a:moveTo>
                  <a:pt x="37621" y="289965"/>
                </a:moveTo>
                <a:lnTo>
                  <a:pt x="39612" y="291732"/>
                </a:lnTo>
                <a:lnTo>
                  <a:pt x="36625" y="290848"/>
                </a:lnTo>
                <a:close/>
                <a:moveTo>
                  <a:pt x="89319" y="90503"/>
                </a:moveTo>
                <a:lnTo>
                  <a:pt x="90356" y="91439"/>
                </a:lnTo>
                <a:lnTo>
                  <a:pt x="88801" y="90971"/>
                </a:lnTo>
                <a:close/>
                <a:moveTo>
                  <a:pt x="84767" y="284957"/>
                </a:moveTo>
                <a:lnTo>
                  <a:pt x="85833" y="285503"/>
                </a:lnTo>
                <a:lnTo>
                  <a:pt x="84234" y="285230"/>
                </a:lnTo>
                <a:close/>
                <a:moveTo>
                  <a:pt x="67788" y="321696"/>
                </a:moveTo>
                <a:lnTo>
                  <a:pt x="69895" y="322585"/>
                </a:lnTo>
                <a:lnTo>
                  <a:pt x="66735" y="322140"/>
                </a:lnTo>
                <a:close/>
                <a:moveTo>
                  <a:pt x="41926" y="274127"/>
                </a:moveTo>
                <a:lnTo>
                  <a:pt x="43857" y="274901"/>
                </a:lnTo>
                <a:lnTo>
                  <a:pt x="40960" y="274514"/>
                </a:lnTo>
                <a:close/>
                <a:moveTo>
                  <a:pt x="43175" y="386615"/>
                </a:moveTo>
                <a:lnTo>
                  <a:pt x="43717" y="387962"/>
                </a:lnTo>
                <a:lnTo>
                  <a:pt x="42905" y="387288"/>
                </a:lnTo>
                <a:close/>
                <a:moveTo>
                  <a:pt x="85249" y="300329"/>
                </a:moveTo>
                <a:lnTo>
                  <a:pt x="86662" y="301706"/>
                </a:lnTo>
                <a:lnTo>
                  <a:pt x="84542" y="301018"/>
                </a:lnTo>
                <a:close/>
                <a:moveTo>
                  <a:pt x="14683" y="2902"/>
                </a:moveTo>
                <a:lnTo>
                  <a:pt x="16344" y="4035"/>
                </a:lnTo>
                <a:lnTo>
                  <a:pt x="13853" y="3469"/>
                </a:lnTo>
                <a:close/>
                <a:moveTo>
                  <a:pt x="2499" y="238745"/>
                </a:moveTo>
                <a:lnTo>
                  <a:pt x="2890" y="240300"/>
                </a:lnTo>
                <a:lnTo>
                  <a:pt x="2303" y="239523"/>
                </a:lnTo>
                <a:close/>
                <a:moveTo>
                  <a:pt x="110129" y="206211"/>
                </a:moveTo>
                <a:lnTo>
                  <a:pt x="111152" y="207675"/>
                </a:lnTo>
                <a:lnTo>
                  <a:pt x="109617" y="206943"/>
                </a:lnTo>
                <a:close/>
                <a:moveTo>
                  <a:pt x="10830" y="155198"/>
                </a:moveTo>
                <a:lnTo>
                  <a:pt x="12754" y="156933"/>
                </a:lnTo>
                <a:lnTo>
                  <a:pt x="9869" y="156066"/>
                </a:lnTo>
                <a:close/>
                <a:moveTo>
                  <a:pt x="92778" y="11308"/>
                </a:moveTo>
                <a:lnTo>
                  <a:pt x="93930" y="11755"/>
                </a:lnTo>
                <a:lnTo>
                  <a:pt x="92202" y="11531"/>
                </a:lnTo>
                <a:close/>
                <a:moveTo>
                  <a:pt x="62659" y="304782"/>
                </a:moveTo>
                <a:lnTo>
                  <a:pt x="64012" y="305287"/>
                </a:lnTo>
                <a:lnTo>
                  <a:pt x="61983" y="305035"/>
                </a:lnTo>
                <a:close/>
                <a:moveTo>
                  <a:pt x="72517" y="172345"/>
                </a:moveTo>
                <a:lnTo>
                  <a:pt x="73386" y="173336"/>
                </a:lnTo>
                <a:lnTo>
                  <a:pt x="72083" y="172841"/>
                </a:lnTo>
                <a:close/>
                <a:moveTo>
                  <a:pt x="75651" y="257487"/>
                </a:moveTo>
                <a:lnTo>
                  <a:pt x="76827" y="258015"/>
                </a:lnTo>
                <a:lnTo>
                  <a:pt x="75063" y="257751"/>
                </a:lnTo>
                <a:close/>
                <a:moveTo>
                  <a:pt x="125850" y="112265"/>
                </a:moveTo>
                <a:lnTo>
                  <a:pt x="127975" y="112642"/>
                </a:lnTo>
                <a:lnTo>
                  <a:pt x="124788" y="112454"/>
                </a:lnTo>
                <a:close/>
                <a:moveTo>
                  <a:pt x="123563" y="381051"/>
                </a:moveTo>
                <a:lnTo>
                  <a:pt x="124111" y="381953"/>
                </a:lnTo>
                <a:lnTo>
                  <a:pt x="123289" y="381502"/>
                </a:lnTo>
                <a:close/>
                <a:moveTo>
                  <a:pt x="56246" y="144994"/>
                </a:moveTo>
                <a:lnTo>
                  <a:pt x="57351" y="146002"/>
                </a:lnTo>
                <a:lnTo>
                  <a:pt x="55694" y="145498"/>
                </a:lnTo>
                <a:close/>
                <a:moveTo>
                  <a:pt x="49915" y="276172"/>
                </a:moveTo>
                <a:lnTo>
                  <a:pt x="51273" y="277039"/>
                </a:lnTo>
                <a:lnTo>
                  <a:pt x="49236" y="276605"/>
                </a:lnTo>
                <a:close/>
                <a:moveTo>
                  <a:pt x="115342" y="88091"/>
                </a:moveTo>
                <a:lnTo>
                  <a:pt x="117009" y="88646"/>
                </a:lnTo>
                <a:lnTo>
                  <a:pt x="114508" y="88368"/>
                </a:lnTo>
                <a:close/>
                <a:moveTo>
                  <a:pt x="79057" y="311146"/>
                </a:moveTo>
                <a:lnTo>
                  <a:pt x="80055" y="312940"/>
                </a:lnTo>
                <a:lnTo>
                  <a:pt x="78557" y="312043"/>
                </a:lnTo>
                <a:close/>
                <a:moveTo>
                  <a:pt x="4178" y="390410"/>
                </a:moveTo>
                <a:lnTo>
                  <a:pt x="6189" y="391037"/>
                </a:lnTo>
                <a:lnTo>
                  <a:pt x="3173" y="390724"/>
                </a:lnTo>
                <a:close/>
                <a:moveTo>
                  <a:pt x="120892" y="270402"/>
                </a:moveTo>
                <a:lnTo>
                  <a:pt x="122024" y="272053"/>
                </a:lnTo>
                <a:lnTo>
                  <a:pt x="120326" y="271228"/>
                </a:lnTo>
                <a:close/>
                <a:moveTo>
                  <a:pt x="127320" y="108466"/>
                </a:moveTo>
                <a:lnTo>
                  <a:pt x="129142" y="109973"/>
                </a:lnTo>
                <a:lnTo>
                  <a:pt x="126410" y="109219"/>
                </a:lnTo>
                <a:close/>
                <a:moveTo>
                  <a:pt x="100298" y="342079"/>
                </a:moveTo>
                <a:lnTo>
                  <a:pt x="101231" y="342423"/>
                </a:lnTo>
                <a:lnTo>
                  <a:pt x="99831" y="342251"/>
                </a:lnTo>
                <a:close/>
                <a:moveTo>
                  <a:pt x="77367" y="179701"/>
                </a:moveTo>
                <a:lnTo>
                  <a:pt x="78463" y="180743"/>
                </a:lnTo>
                <a:lnTo>
                  <a:pt x="76820" y="180222"/>
                </a:lnTo>
                <a:close/>
                <a:moveTo>
                  <a:pt x="132163" y="329911"/>
                </a:moveTo>
                <a:lnTo>
                  <a:pt x="133604" y="331150"/>
                </a:lnTo>
                <a:lnTo>
                  <a:pt x="131442" y="330530"/>
                </a:lnTo>
                <a:close/>
                <a:moveTo>
                  <a:pt x="61358" y="344580"/>
                </a:moveTo>
                <a:lnTo>
                  <a:pt x="62363" y="345123"/>
                </a:lnTo>
                <a:lnTo>
                  <a:pt x="60856" y="344852"/>
                </a:lnTo>
                <a:close/>
                <a:moveTo>
                  <a:pt x="85847" y="7677"/>
                </a:moveTo>
                <a:lnTo>
                  <a:pt x="87100" y="8334"/>
                </a:lnTo>
                <a:lnTo>
                  <a:pt x="85220" y="8005"/>
                </a:lnTo>
                <a:close/>
                <a:moveTo>
                  <a:pt x="104561" y="225321"/>
                </a:moveTo>
                <a:lnTo>
                  <a:pt x="105566" y="225963"/>
                </a:lnTo>
                <a:lnTo>
                  <a:pt x="104059" y="225642"/>
                </a:lnTo>
                <a:close/>
                <a:moveTo>
                  <a:pt x="54382" y="48345"/>
                </a:moveTo>
                <a:lnTo>
                  <a:pt x="55816" y="49672"/>
                </a:lnTo>
                <a:lnTo>
                  <a:pt x="53665" y="49009"/>
                </a:lnTo>
                <a:close/>
                <a:moveTo>
                  <a:pt x="96728" y="212447"/>
                </a:moveTo>
                <a:lnTo>
                  <a:pt x="98402" y="214228"/>
                </a:lnTo>
                <a:lnTo>
                  <a:pt x="95891" y="213337"/>
                </a:lnTo>
                <a:close/>
                <a:moveTo>
                  <a:pt x="29998" y="138509"/>
                </a:moveTo>
                <a:lnTo>
                  <a:pt x="31535" y="139301"/>
                </a:lnTo>
                <a:lnTo>
                  <a:pt x="29230" y="138905"/>
                </a:lnTo>
                <a:close/>
                <a:moveTo>
                  <a:pt x="13917" y="342882"/>
                </a:moveTo>
                <a:lnTo>
                  <a:pt x="15801" y="343801"/>
                </a:lnTo>
                <a:lnTo>
                  <a:pt x="12975" y="343341"/>
                </a:lnTo>
                <a:close/>
                <a:moveTo>
                  <a:pt x="5056" y="100151"/>
                </a:moveTo>
                <a:lnTo>
                  <a:pt x="6626" y="101189"/>
                </a:lnTo>
                <a:lnTo>
                  <a:pt x="4272" y="100670"/>
                </a:lnTo>
                <a:close/>
                <a:moveTo>
                  <a:pt x="77664" y="363229"/>
                </a:moveTo>
                <a:lnTo>
                  <a:pt x="79774" y="364125"/>
                </a:lnTo>
                <a:lnTo>
                  <a:pt x="76609" y="363677"/>
                </a:lnTo>
                <a:close/>
                <a:moveTo>
                  <a:pt x="84802" y="311655"/>
                </a:moveTo>
                <a:lnTo>
                  <a:pt x="86819" y="312005"/>
                </a:lnTo>
                <a:lnTo>
                  <a:pt x="83793" y="311830"/>
                </a:lnTo>
                <a:close/>
                <a:moveTo>
                  <a:pt x="97612" y="220303"/>
                </a:moveTo>
                <a:lnTo>
                  <a:pt x="98858" y="221952"/>
                </a:lnTo>
                <a:lnTo>
                  <a:pt x="96990" y="221128"/>
                </a:lnTo>
                <a:close/>
                <a:moveTo>
                  <a:pt x="58439" y="210150"/>
                </a:moveTo>
                <a:lnTo>
                  <a:pt x="60564" y="211156"/>
                </a:lnTo>
                <a:lnTo>
                  <a:pt x="57376" y="210653"/>
                </a:lnTo>
                <a:close/>
                <a:moveTo>
                  <a:pt x="84313" y="17136"/>
                </a:moveTo>
                <a:lnTo>
                  <a:pt x="85319" y="18657"/>
                </a:lnTo>
                <a:lnTo>
                  <a:pt x="83810" y="17896"/>
                </a:lnTo>
                <a:close/>
                <a:moveTo>
                  <a:pt x="53099" y="129304"/>
                </a:moveTo>
                <a:lnTo>
                  <a:pt x="53477" y="130206"/>
                </a:lnTo>
                <a:lnTo>
                  <a:pt x="52910" y="129755"/>
                </a:lnTo>
                <a:close/>
                <a:moveTo>
                  <a:pt x="71929" y="299872"/>
                </a:moveTo>
                <a:lnTo>
                  <a:pt x="72749" y="301024"/>
                </a:lnTo>
                <a:lnTo>
                  <a:pt x="71520" y="300448"/>
                </a:lnTo>
                <a:close/>
                <a:moveTo>
                  <a:pt x="78350" y="238749"/>
                </a:moveTo>
                <a:lnTo>
                  <a:pt x="78911" y="239283"/>
                </a:lnTo>
                <a:lnTo>
                  <a:pt x="78069" y="239016"/>
                </a:lnTo>
                <a:close/>
                <a:moveTo>
                  <a:pt x="9961" y="28678"/>
                </a:moveTo>
                <a:lnTo>
                  <a:pt x="11919" y="29403"/>
                </a:lnTo>
                <a:lnTo>
                  <a:pt x="8981" y="29041"/>
                </a:lnTo>
                <a:close/>
                <a:moveTo>
                  <a:pt x="28229" y="22821"/>
                </a:moveTo>
                <a:lnTo>
                  <a:pt x="29327" y="24558"/>
                </a:lnTo>
                <a:lnTo>
                  <a:pt x="27681" y="23689"/>
                </a:lnTo>
                <a:close/>
                <a:moveTo>
                  <a:pt x="122179" y="188561"/>
                </a:moveTo>
                <a:lnTo>
                  <a:pt x="123818" y="189003"/>
                </a:lnTo>
                <a:lnTo>
                  <a:pt x="121359" y="188782"/>
                </a:lnTo>
                <a:close/>
                <a:moveTo>
                  <a:pt x="14042" y="298214"/>
                </a:moveTo>
                <a:lnTo>
                  <a:pt x="15317" y="299126"/>
                </a:lnTo>
                <a:lnTo>
                  <a:pt x="13404" y="298670"/>
                </a:lnTo>
                <a:close/>
                <a:moveTo>
                  <a:pt x="136319" y="100938"/>
                </a:moveTo>
                <a:lnTo>
                  <a:pt x="136832" y="102104"/>
                </a:lnTo>
                <a:lnTo>
                  <a:pt x="136063" y="101521"/>
                </a:lnTo>
                <a:close/>
                <a:moveTo>
                  <a:pt x="7661" y="296335"/>
                </a:moveTo>
                <a:lnTo>
                  <a:pt x="8463" y="297013"/>
                </a:lnTo>
                <a:lnTo>
                  <a:pt x="7260" y="296674"/>
                </a:lnTo>
                <a:close/>
                <a:moveTo>
                  <a:pt x="20570" y="228825"/>
                </a:moveTo>
                <a:lnTo>
                  <a:pt x="21878" y="230018"/>
                </a:lnTo>
                <a:lnTo>
                  <a:pt x="19916" y="229422"/>
                </a:lnTo>
                <a:close/>
                <a:moveTo>
                  <a:pt x="125326" y="357189"/>
                </a:moveTo>
                <a:lnTo>
                  <a:pt x="125888" y="358981"/>
                </a:lnTo>
                <a:lnTo>
                  <a:pt x="125045" y="358085"/>
                </a:lnTo>
                <a:close/>
                <a:moveTo>
                  <a:pt x="16190" y="39915"/>
                </a:moveTo>
                <a:lnTo>
                  <a:pt x="17976" y="41407"/>
                </a:lnTo>
                <a:lnTo>
                  <a:pt x="15297" y="40661"/>
                </a:lnTo>
                <a:close/>
                <a:moveTo>
                  <a:pt x="12245" y="130246"/>
                </a:moveTo>
                <a:lnTo>
                  <a:pt x="14038" y="131783"/>
                </a:lnTo>
                <a:lnTo>
                  <a:pt x="11348" y="131015"/>
                </a:lnTo>
                <a:close/>
                <a:moveTo>
                  <a:pt x="113912" y="288048"/>
                </a:moveTo>
                <a:lnTo>
                  <a:pt x="114699" y="288422"/>
                </a:lnTo>
                <a:lnTo>
                  <a:pt x="113519" y="288235"/>
                </a:lnTo>
                <a:close/>
                <a:moveTo>
                  <a:pt x="139055" y="130932"/>
                </a:moveTo>
                <a:lnTo>
                  <a:pt x="140037" y="132194"/>
                </a:lnTo>
                <a:lnTo>
                  <a:pt x="138565" y="131563"/>
                </a:lnTo>
                <a:close/>
                <a:moveTo>
                  <a:pt x="25954" y="67188"/>
                </a:moveTo>
                <a:lnTo>
                  <a:pt x="26961" y="68002"/>
                </a:lnTo>
                <a:lnTo>
                  <a:pt x="25451" y="67595"/>
                </a:lnTo>
                <a:close/>
                <a:moveTo>
                  <a:pt x="36088" y="373120"/>
                </a:moveTo>
                <a:lnTo>
                  <a:pt x="37466" y="374250"/>
                </a:lnTo>
                <a:lnTo>
                  <a:pt x="35400" y="373685"/>
                </a:lnTo>
                <a:close/>
                <a:moveTo>
                  <a:pt x="59588" y="39040"/>
                </a:moveTo>
                <a:lnTo>
                  <a:pt x="61268" y="40650"/>
                </a:lnTo>
                <a:lnTo>
                  <a:pt x="58748" y="39845"/>
                </a:lnTo>
                <a:close/>
                <a:moveTo>
                  <a:pt x="6162" y="354075"/>
                </a:moveTo>
                <a:lnTo>
                  <a:pt x="7947" y="355242"/>
                </a:lnTo>
                <a:lnTo>
                  <a:pt x="5269" y="354659"/>
                </a:lnTo>
                <a:close/>
                <a:moveTo>
                  <a:pt x="32543" y="98629"/>
                </a:moveTo>
                <a:lnTo>
                  <a:pt x="34235" y="99730"/>
                </a:lnTo>
                <a:lnTo>
                  <a:pt x="31697" y="99179"/>
                </a:lnTo>
                <a:close/>
                <a:moveTo>
                  <a:pt x="44174" y="88829"/>
                </a:moveTo>
                <a:lnTo>
                  <a:pt x="45939" y="90526"/>
                </a:lnTo>
                <a:lnTo>
                  <a:pt x="43292" y="89677"/>
                </a:lnTo>
                <a:close/>
                <a:moveTo>
                  <a:pt x="98763" y="388248"/>
                </a:moveTo>
                <a:lnTo>
                  <a:pt x="100148" y="389386"/>
                </a:lnTo>
                <a:lnTo>
                  <a:pt x="98070" y="388817"/>
                </a:lnTo>
                <a:close/>
                <a:moveTo>
                  <a:pt x="104516" y="190027"/>
                </a:moveTo>
                <a:lnTo>
                  <a:pt x="105674" y="191607"/>
                </a:lnTo>
                <a:lnTo>
                  <a:pt x="103937" y="190817"/>
                </a:lnTo>
                <a:close/>
                <a:moveTo>
                  <a:pt x="83232" y="207845"/>
                </a:moveTo>
                <a:lnTo>
                  <a:pt x="84663" y="208686"/>
                </a:lnTo>
                <a:lnTo>
                  <a:pt x="82517" y="208265"/>
                </a:lnTo>
                <a:close/>
                <a:moveTo>
                  <a:pt x="76793" y="256629"/>
                </a:moveTo>
                <a:lnTo>
                  <a:pt x="78459" y="257728"/>
                </a:lnTo>
                <a:lnTo>
                  <a:pt x="75959" y="257178"/>
                </a:lnTo>
                <a:close/>
                <a:moveTo>
                  <a:pt x="56458" y="14301"/>
                </a:moveTo>
                <a:lnTo>
                  <a:pt x="58532" y="15684"/>
                </a:lnTo>
                <a:lnTo>
                  <a:pt x="55421" y="14993"/>
                </a:lnTo>
                <a:close/>
                <a:moveTo>
                  <a:pt x="118750" y="33915"/>
                </a:moveTo>
                <a:lnTo>
                  <a:pt x="120722" y="35334"/>
                </a:lnTo>
                <a:lnTo>
                  <a:pt x="117764" y="34624"/>
                </a:lnTo>
                <a:close/>
                <a:moveTo>
                  <a:pt x="62026" y="281925"/>
                </a:moveTo>
                <a:lnTo>
                  <a:pt x="63388" y="283127"/>
                </a:lnTo>
                <a:lnTo>
                  <a:pt x="61345" y="282526"/>
                </a:lnTo>
                <a:close/>
                <a:moveTo>
                  <a:pt x="72358" y="179083"/>
                </a:moveTo>
                <a:lnTo>
                  <a:pt x="74308" y="179899"/>
                </a:lnTo>
                <a:lnTo>
                  <a:pt x="71383" y="179491"/>
                </a:lnTo>
                <a:close/>
                <a:moveTo>
                  <a:pt x="7979" y="15902"/>
                </a:moveTo>
                <a:lnTo>
                  <a:pt x="8562" y="17355"/>
                </a:lnTo>
                <a:lnTo>
                  <a:pt x="7687" y="16629"/>
                </a:lnTo>
                <a:close/>
                <a:moveTo>
                  <a:pt x="17363" y="58971"/>
                </a:moveTo>
                <a:lnTo>
                  <a:pt x="19158" y="60436"/>
                </a:lnTo>
                <a:lnTo>
                  <a:pt x="16465" y="59704"/>
                </a:lnTo>
                <a:close/>
                <a:moveTo>
                  <a:pt x="93012" y="295595"/>
                </a:moveTo>
                <a:lnTo>
                  <a:pt x="94370" y="297268"/>
                </a:lnTo>
                <a:lnTo>
                  <a:pt x="92334" y="296431"/>
                </a:lnTo>
                <a:close/>
                <a:moveTo>
                  <a:pt x="64367" y="69901"/>
                </a:moveTo>
                <a:lnTo>
                  <a:pt x="65706" y="70848"/>
                </a:lnTo>
                <a:lnTo>
                  <a:pt x="63697" y="70374"/>
                </a:lnTo>
                <a:close/>
                <a:moveTo>
                  <a:pt x="47553" y="318815"/>
                </a:moveTo>
                <a:lnTo>
                  <a:pt x="48798" y="320419"/>
                </a:lnTo>
                <a:lnTo>
                  <a:pt x="46930" y="319617"/>
                </a:lnTo>
                <a:close/>
                <a:moveTo>
                  <a:pt x="29241" y="124858"/>
                </a:moveTo>
                <a:lnTo>
                  <a:pt x="30937" y="126627"/>
                </a:lnTo>
                <a:lnTo>
                  <a:pt x="28393" y="125743"/>
                </a:lnTo>
                <a:close/>
                <a:moveTo>
                  <a:pt x="75124" y="356314"/>
                </a:moveTo>
                <a:lnTo>
                  <a:pt x="76851" y="357503"/>
                </a:lnTo>
                <a:lnTo>
                  <a:pt x="74260" y="356908"/>
                </a:lnTo>
                <a:close/>
                <a:moveTo>
                  <a:pt x="38058" y="190987"/>
                </a:moveTo>
                <a:lnTo>
                  <a:pt x="38490" y="192299"/>
                </a:lnTo>
                <a:lnTo>
                  <a:pt x="37842" y="191643"/>
                </a:lnTo>
                <a:close/>
                <a:moveTo>
                  <a:pt x="9878" y="30545"/>
                </a:moveTo>
                <a:lnTo>
                  <a:pt x="11785" y="32047"/>
                </a:lnTo>
                <a:lnTo>
                  <a:pt x="8925" y="31296"/>
                </a:lnTo>
                <a:close/>
                <a:moveTo>
                  <a:pt x="99152" y="382815"/>
                </a:moveTo>
                <a:lnTo>
                  <a:pt x="99995" y="384114"/>
                </a:lnTo>
                <a:lnTo>
                  <a:pt x="98730" y="383464"/>
                </a:lnTo>
                <a:close/>
                <a:moveTo>
                  <a:pt x="61024" y="383355"/>
                </a:moveTo>
                <a:lnTo>
                  <a:pt x="61974" y="384095"/>
                </a:lnTo>
                <a:lnTo>
                  <a:pt x="60549" y="383725"/>
                </a:lnTo>
                <a:close/>
                <a:moveTo>
                  <a:pt x="25029" y="357378"/>
                </a:moveTo>
                <a:lnTo>
                  <a:pt x="25934" y="358939"/>
                </a:lnTo>
                <a:lnTo>
                  <a:pt x="24576" y="358158"/>
                </a:lnTo>
                <a:close/>
                <a:moveTo>
                  <a:pt x="48928" y="298982"/>
                </a:moveTo>
                <a:lnTo>
                  <a:pt x="49803" y="300336"/>
                </a:lnTo>
                <a:lnTo>
                  <a:pt x="48490" y="299659"/>
                </a:lnTo>
                <a:close/>
                <a:moveTo>
                  <a:pt x="69564" y="247533"/>
                </a:moveTo>
                <a:lnTo>
                  <a:pt x="70811" y="249221"/>
                </a:lnTo>
                <a:lnTo>
                  <a:pt x="68941" y="248377"/>
                </a:lnTo>
                <a:close/>
                <a:moveTo>
                  <a:pt x="7325" y="111985"/>
                </a:moveTo>
                <a:lnTo>
                  <a:pt x="8873" y="113016"/>
                </a:lnTo>
                <a:lnTo>
                  <a:pt x="6552" y="112500"/>
                </a:lnTo>
                <a:close/>
                <a:moveTo>
                  <a:pt x="20936" y="209434"/>
                </a:moveTo>
                <a:lnTo>
                  <a:pt x="22143" y="209809"/>
                </a:lnTo>
                <a:lnTo>
                  <a:pt x="20332" y="209621"/>
                </a:lnTo>
                <a:close/>
                <a:moveTo>
                  <a:pt x="61846" y="324871"/>
                </a:moveTo>
                <a:lnTo>
                  <a:pt x="62513" y="326420"/>
                </a:lnTo>
                <a:lnTo>
                  <a:pt x="61512" y="325645"/>
                </a:lnTo>
                <a:close/>
                <a:moveTo>
                  <a:pt x="12590" y="182573"/>
                </a:moveTo>
                <a:lnTo>
                  <a:pt x="13966" y="183222"/>
                </a:lnTo>
                <a:lnTo>
                  <a:pt x="11902" y="182897"/>
                </a:lnTo>
                <a:close/>
                <a:moveTo>
                  <a:pt x="85981" y="257843"/>
                </a:moveTo>
                <a:lnTo>
                  <a:pt x="86779" y="258243"/>
                </a:lnTo>
                <a:lnTo>
                  <a:pt x="85582" y="258043"/>
                </a:lnTo>
                <a:close/>
                <a:moveTo>
                  <a:pt x="126640" y="183014"/>
                </a:moveTo>
                <a:lnTo>
                  <a:pt x="127041" y="184774"/>
                </a:lnTo>
                <a:lnTo>
                  <a:pt x="126440" y="183894"/>
                </a:lnTo>
                <a:close/>
                <a:moveTo>
                  <a:pt x="4719" y="131579"/>
                </a:moveTo>
                <a:lnTo>
                  <a:pt x="5356" y="132112"/>
                </a:lnTo>
                <a:lnTo>
                  <a:pt x="4401" y="131846"/>
                </a:lnTo>
                <a:close/>
                <a:moveTo>
                  <a:pt x="129892" y="178814"/>
                </a:moveTo>
                <a:lnTo>
                  <a:pt x="130297" y="180291"/>
                </a:lnTo>
                <a:lnTo>
                  <a:pt x="129689" y="179553"/>
                </a:lnTo>
                <a:close/>
                <a:moveTo>
                  <a:pt x="83165" y="53255"/>
                </a:moveTo>
                <a:lnTo>
                  <a:pt x="85258" y="54879"/>
                </a:lnTo>
                <a:lnTo>
                  <a:pt x="82119" y="54067"/>
                </a:lnTo>
                <a:close/>
                <a:moveTo>
                  <a:pt x="35329" y="252615"/>
                </a:moveTo>
                <a:lnTo>
                  <a:pt x="37082" y="253672"/>
                </a:lnTo>
                <a:lnTo>
                  <a:pt x="34452" y="253144"/>
                </a:lnTo>
                <a:close/>
                <a:moveTo>
                  <a:pt x="64107" y="126445"/>
                </a:moveTo>
                <a:lnTo>
                  <a:pt x="66170" y="127002"/>
                </a:lnTo>
                <a:lnTo>
                  <a:pt x="63075" y="126724"/>
                </a:lnTo>
                <a:close/>
                <a:moveTo>
                  <a:pt x="135406" y="115255"/>
                </a:moveTo>
                <a:lnTo>
                  <a:pt x="136464" y="117022"/>
                </a:lnTo>
                <a:lnTo>
                  <a:pt x="134878" y="116139"/>
                </a:lnTo>
                <a:close/>
                <a:moveTo>
                  <a:pt x="45643" y="251423"/>
                </a:moveTo>
                <a:lnTo>
                  <a:pt x="46750" y="252694"/>
                </a:lnTo>
                <a:lnTo>
                  <a:pt x="45089" y="252058"/>
                </a:lnTo>
                <a:close/>
                <a:moveTo>
                  <a:pt x="108324" y="33331"/>
                </a:moveTo>
                <a:lnTo>
                  <a:pt x="109113" y="34137"/>
                </a:lnTo>
                <a:lnTo>
                  <a:pt x="107930" y="33734"/>
                </a:lnTo>
                <a:close/>
                <a:moveTo>
                  <a:pt x="54673" y="373101"/>
                </a:moveTo>
                <a:lnTo>
                  <a:pt x="55623" y="373817"/>
                </a:lnTo>
                <a:lnTo>
                  <a:pt x="54199" y="373459"/>
                </a:lnTo>
                <a:close/>
                <a:moveTo>
                  <a:pt x="95225" y="256845"/>
                </a:moveTo>
                <a:lnTo>
                  <a:pt x="96329" y="257298"/>
                </a:lnTo>
                <a:lnTo>
                  <a:pt x="94672" y="257071"/>
                </a:lnTo>
                <a:close/>
                <a:moveTo>
                  <a:pt x="140055" y="182291"/>
                </a:moveTo>
                <a:lnTo>
                  <a:pt x="141730" y="182849"/>
                </a:lnTo>
                <a:lnTo>
                  <a:pt x="139217" y="182570"/>
                </a:lnTo>
                <a:close/>
                <a:moveTo>
                  <a:pt x="1208" y="288617"/>
                </a:moveTo>
                <a:lnTo>
                  <a:pt x="2656" y="288989"/>
                </a:lnTo>
                <a:lnTo>
                  <a:pt x="485" y="288803"/>
                </a:lnTo>
                <a:close/>
                <a:moveTo>
                  <a:pt x="127514" y="375702"/>
                </a:moveTo>
                <a:lnTo>
                  <a:pt x="128791" y="377230"/>
                </a:lnTo>
                <a:lnTo>
                  <a:pt x="126875" y="376466"/>
                </a:lnTo>
                <a:close/>
                <a:moveTo>
                  <a:pt x="87885" y="277230"/>
                </a:moveTo>
                <a:lnTo>
                  <a:pt x="88585" y="279025"/>
                </a:lnTo>
                <a:lnTo>
                  <a:pt x="87534" y="278128"/>
                </a:lnTo>
                <a:close/>
                <a:moveTo>
                  <a:pt x="96591" y="365211"/>
                </a:moveTo>
                <a:lnTo>
                  <a:pt x="96997" y="365919"/>
                </a:lnTo>
                <a:lnTo>
                  <a:pt x="96389" y="365565"/>
                </a:lnTo>
                <a:close/>
                <a:moveTo>
                  <a:pt x="24773" y="310785"/>
                </a:moveTo>
                <a:lnTo>
                  <a:pt x="26571" y="311176"/>
                </a:lnTo>
                <a:lnTo>
                  <a:pt x="23874" y="310981"/>
                </a:lnTo>
                <a:close/>
                <a:moveTo>
                  <a:pt x="5475" y="383214"/>
                </a:moveTo>
                <a:lnTo>
                  <a:pt x="7509" y="384977"/>
                </a:lnTo>
                <a:lnTo>
                  <a:pt x="4458" y="384095"/>
                </a:lnTo>
                <a:close/>
                <a:moveTo>
                  <a:pt x="47241" y="381274"/>
                </a:moveTo>
                <a:lnTo>
                  <a:pt x="48291" y="381762"/>
                </a:lnTo>
                <a:lnTo>
                  <a:pt x="46716" y="381518"/>
                </a:lnTo>
                <a:close/>
                <a:moveTo>
                  <a:pt x="62189" y="362019"/>
                </a:moveTo>
                <a:lnTo>
                  <a:pt x="62862" y="363301"/>
                </a:lnTo>
                <a:lnTo>
                  <a:pt x="61852" y="362660"/>
                </a:lnTo>
                <a:close/>
                <a:moveTo>
                  <a:pt x="64286" y="332897"/>
                </a:moveTo>
                <a:lnTo>
                  <a:pt x="64654" y="333750"/>
                </a:lnTo>
                <a:lnTo>
                  <a:pt x="64102" y="333324"/>
                </a:lnTo>
                <a:close/>
                <a:moveTo>
                  <a:pt x="68647" y="10974"/>
                </a:moveTo>
                <a:lnTo>
                  <a:pt x="70491" y="12617"/>
                </a:lnTo>
                <a:lnTo>
                  <a:pt x="67725" y="11796"/>
                </a:lnTo>
                <a:close/>
                <a:moveTo>
                  <a:pt x="84847" y="97959"/>
                </a:moveTo>
                <a:lnTo>
                  <a:pt x="86084" y="99333"/>
                </a:lnTo>
                <a:lnTo>
                  <a:pt x="84228" y="98646"/>
                </a:lnTo>
                <a:close/>
                <a:moveTo>
                  <a:pt x="85660" y="218035"/>
                </a:moveTo>
                <a:lnTo>
                  <a:pt x="86969" y="219281"/>
                </a:lnTo>
                <a:lnTo>
                  <a:pt x="85006" y="218658"/>
                </a:lnTo>
                <a:close/>
                <a:moveTo>
                  <a:pt x="21421" y="372702"/>
                </a:moveTo>
                <a:lnTo>
                  <a:pt x="22910" y="373503"/>
                </a:lnTo>
                <a:lnTo>
                  <a:pt x="20677" y="373102"/>
                </a:lnTo>
                <a:close/>
                <a:moveTo>
                  <a:pt x="60016" y="130327"/>
                </a:moveTo>
                <a:lnTo>
                  <a:pt x="61467" y="131079"/>
                </a:lnTo>
                <a:lnTo>
                  <a:pt x="59291" y="130703"/>
                </a:lnTo>
                <a:close/>
                <a:moveTo>
                  <a:pt x="87918" y="212669"/>
                </a:moveTo>
                <a:lnTo>
                  <a:pt x="89649" y="214251"/>
                </a:lnTo>
                <a:lnTo>
                  <a:pt x="87052" y="213460"/>
                </a:lnTo>
                <a:close/>
                <a:moveTo>
                  <a:pt x="102791" y="241816"/>
                </a:moveTo>
                <a:lnTo>
                  <a:pt x="104453" y="243392"/>
                </a:lnTo>
                <a:lnTo>
                  <a:pt x="101959" y="242604"/>
                </a:lnTo>
                <a:close/>
                <a:moveTo>
                  <a:pt x="40134" y="153268"/>
                </a:moveTo>
                <a:lnTo>
                  <a:pt x="40978" y="153678"/>
                </a:lnTo>
                <a:lnTo>
                  <a:pt x="39712" y="153473"/>
                </a:lnTo>
                <a:close/>
                <a:moveTo>
                  <a:pt x="59014" y="29109"/>
                </a:moveTo>
                <a:lnTo>
                  <a:pt x="61179" y="29882"/>
                </a:lnTo>
                <a:lnTo>
                  <a:pt x="57931" y="29496"/>
                </a:lnTo>
                <a:close/>
                <a:moveTo>
                  <a:pt x="42648" y="209890"/>
                </a:moveTo>
                <a:lnTo>
                  <a:pt x="43793" y="210996"/>
                </a:lnTo>
                <a:lnTo>
                  <a:pt x="42076" y="210443"/>
                </a:lnTo>
                <a:close/>
                <a:moveTo>
                  <a:pt x="1441" y="31441"/>
                </a:moveTo>
                <a:lnTo>
                  <a:pt x="2952" y="32367"/>
                </a:lnTo>
                <a:lnTo>
                  <a:pt x="685" y="31904"/>
                </a:lnTo>
                <a:close/>
                <a:moveTo>
                  <a:pt x="78633" y="96099"/>
                </a:moveTo>
                <a:lnTo>
                  <a:pt x="80691" y="97717"/>
                </a:lnTo>
                <a:lnTo>
                  <a:pt x="77604" y="96908"/>
                </a:lnTo>
                <a:close/>
                <a:moveTo>
                  <a:pt x="136182" y="283258"/>
                </a:moveTo>
                <a:lnTo>
                  <a:pt x="136607" y="284173"/>
                </a:lnTo>
                <a:lnTo>
                  <a:pt x="135970" y="283715"/>
                </a:lnTo>
                <a:close/>
                <a:moveTo>
                  <a:pt x="58735" y="308151"/>
                </a:moveTo>
                <a:lnTo>
                  <a:pt x="59655" y="309223"/>
                </a:lnTo>
                <a:lnTo>
                  <a:pt x="58276" y="308687"/>
                </a:lnTo>
                <a:close/>
                <a:moveTo>
                  <a:pt x="10483" y="24600"/>
                </a:moveTo>
                <a:lnTo>
                  <a:pt x="11942" y="25859"/>
                </a:lnTo>
                <a:lnTo>
                  <a:pt x="9754" y="25229"/>
                </a:lnTo>
                <a:close/>
                <a:moveTo>
                  <a:pt x="38136" y="214976"/>
                </a:moveTo>
                <a:lnTo>
                  <a:pt x="39613" y="215574"/>
                </a:lnTo>
                <a:lnTo>
                  <a:pt x="37398" y="215275"/>
                </a:lnTo>
                <a:close/>
                <a:moveTo>
                  <a:pt x="80370" y="271030"/>
                </a:moveTo>
                <a:lnTo>
                  <a:pt x="81650" y="272358"/>
                </a:lnTo>
                <a:lnTo>
                  <a:pt x="79730" y="271694"/>
                </a:lnTo>
                <a:close/>
                <a:moveTo>
                  <a:pt x="1085" y="153360"/>
                </a:moveTo>
                <a:lnTo>
                  <a:pt x="1839" y="154389"/>
                </a:lnTo>
                <a:lnTo>
                  <a:pt x="709" y="153874"/>
                </a:lnTo>
                <a:close/>
                <a:moveTo>
                  <a:pt x="36027" y="202490"/>
                </a:moveTo>
                <a:lnTo>
                  <a:pt x="36460" y="203308"/>
                </a:lnTo>
                <a:lnTo>
                  <a:pt x="35810" y="202899"/>
                </a:lnTo>
                <a:close/>
                <a:moveTo>
                  <a:pt x="17221" y="345213"/>
                </a:moveTo>
                <a:lnTo>
                  <a:pt x="18579" y="346869"/>
                </a:lnTo>
                <a:lnTo>
                  <a:pt x="16542" y="346041"/>
                </a:lnTo>
                <a:close/>
                <a:moveTo>
                  <a:pt x="137765" y="240947"/>
                </a:moveTo>
                <a:lnTo>
                  <a:pt x="138398" y="241887"/>
                </a:lnTo>
                <a:lnTo>
                  <a:pt x="137448" y="241417"/>
                </a:lnTo>
                <a:close/>
                <a:moveTo>
                  <a:pt x="29146" y="31269"/>
                </a:moveTo>
                <a:lnTo>
                  <a:pt x="30066" y="32706"/>
                </a:lnTo>
                <a:lnTo>
                  <a:pt x="28687" y="31988"/>
                </a:lnTo>
                <a:close/>
                <a:moveTo>
                  <a:pt x="34272" y="28703"/>
                </a:moveTo>
                <a:lnTo>
                  <a:pt x="34970" y="29645"/>
                </a:lnTo>
                <a:lnTo>
                  <a:pt x="33924" y="29174"/>
                </a:lnTo>
                <a:close/>
                <a:moveTo>
                  <a:pt x="34101" y="20644"/>
                </a:moveTo>
                <a:lnTo>
                  <a:pt x="36117" y="21772"/>
                </a:lnTo>
                <a:lnTo>
                  <a:pt x="33093" y="21208"/>
                </a:lnTo>
                <a:close/>
                <a:moveTo>
                  <a:pt x="40506" y="330706"/>
                </a:moveTo>
                <a:lnTo>
                  <a:pt x="42588" y="331950"/>
                </a:lnTo>
                <a:lnTo>
                  <a:pt x="39465" y="331328"/>
                </a:lnTo>
                <a:close/>
                <a:moveTo>
                  <a:pt x="71183" y="390616"/>
                </a:moveTo>
                <a:lnTo>
                  <a:pt x="72532" y="391123"/>
                </a:lnTo>
                <a:lnTo>
                  <a:pt x="70508" y="390870"/>
                </a:lnTo>
                <a:close/>
                <a:moveTo>
                  <a:pt x="82969" y="227393"/>
                </a:moveTo>
                <a:lnTo>
                  <a:pt x="84312" y="227873"/>
                </a:lnTo>
                <a:lnTo>
                  <a:pt x="82298" y="227633"/>
                </a:lnTo>
                <a:close/>
                <a:moveTo>
                  <a:pt x="133957" y="305025"/>
                </a:moveTo>
                <a:lnTo>
                  <a:pt x="134813" y="305777"/>
                </a:lnTo>
                <a:lnTo>
                  <a:pt x="133529" y="305401"/>
                </a:lnTo>
                <a:close/>
                <a:moveTo>
                  <a:pt x="10564" y="168010"/>
                </a:moveTo>
                <a:lnTo>
                  <a:pt x="11947" y="168690"/>
                </a:lnTo>
                <a:lnTo>
                  <a:pt x="9873" y="168350"/>
                </a:lnTo>
                <a:close/>
                <a:moveTo>
                  <a:pt x="12702" y="198253"/>
                </a:moveTo>
                <a:lnTo>
                  <a:pt x="14280" y="198639"/>
                </a:lnTo>
                <a:lnTo>
                  <a:pt x="11913" y="198446"/>
                </a:lnTo>
                <a:close/>
                <a:moveTo>
                  <a:pt x="117887" y="231985"/>
                </a:moveTo>
                <a:lnTo>
                  <a:pt x="119264" y="232495"/>
                </a:lnTo>
                <a:lnTo>
                  <a:pt x="117198" y="232240"/>
                </a:lnTo>
                <a:close/>
                <a:moveTo>
                  <a:pt x="142376" y="214895"/>
                </a:moveTo>
                <a:lnTo>
                  <a:pt x="143639" y="215769"/>
                </a:lnTo>
                <a:lnTo>
                  <a:pt x="141744" y="215332"/>
                </a:lnTo>
                <a:close/>
                <a:moveTo>
                  <a:pt x="66346" y="286824"/>
                </a:moveTo>
                <a:lnTo>
                  <a:pt x="68120" y="287733"/>
                </a:lnTo>
                <a:lnTo>
                  <a:pt x="65460" y="287278"/>
                </a:lnTo>
                <a:close/>
                <a:moveTo>
                  <a:pt x="51610" y="235127"/>
                </a:moveTo>
                <a:lnTo>
                  <a:pt x="53182" y="236457"/>
                </a:lnTo>
                <a:lnTo>
                  <a:pt x="50823" y="235792"/>
                </a:lnTo>
                <a:close/>
                <a:moveTo>
                  <a:pt x="55272" y="288075"/>
                </a:moveTo>
                <a:lnTo>
                  <a:pt x="55708" y="289138"/>
                </a:lnTo>
                <a:lnTo>
                  <a:pt x="55054" y="288607"/>
                </a:lnTo>
                <a:close/>
                <a:moveTo>
                  <a:pt x="13829" y="47696"/>
                </a:moveTo>
                <a:lnTo>
                  <a:pt x="14662" y="48988"/>
                </a:lnTo>
                <a:lnTo>
                  <a:pt x="13412" y="48342"/>
                </a:lnTo>
                <a:close/>
                <a:moveTo>
                  <a:pt x="142158" y="26128"/>
                </a:moveTo>
                <a:lnTo>
                  <a:pt x="144066" y="27097"/>
                </a:lnTo>
                <a:lnTo>
                  <a:pt x="141204" y="26613"/>
                </a:lnTo>
                <a:close/>
                <a:moveTo>
                  <a:pt x="136954" y="33040"/>
                </a:moveTo>
                <a:lnTo>
                  <a:pt x="138095" y="34590"/>
                </a:lnTo>
                <a:lnTo>
                  <a:pt x="136383" y="33815"/>
                </a:lnTo>
                <a:close/>
                <a:moveTo>
                  <a:pt x="72974" y="238630"/>
                </a:moveTo>
                <a:lnTo>
                  <a:pt x="75131" y="240255"/>
                </a:lnTo>
                <a:lnTo>
                  <a:pt x="71895" y="239442"/>
                </a:lnTo>
                <a:close/>
                <a:moveTo>
                  <a:pt x="37900" y="254954"/>
                </a:moveTo>
                <a:lnTo>
                  <a:pt x="39722" y="256406"/>
                </a:lnTo>
                <a:lnTo>
                  <a:pt x="36989" y="255680"/>
                </a:lnTo>
                <a:close/>
                <a:moveTo>
                  <a:pt x="95996" y="68871"/>
                </a:moveTo>
                <a:lnTo>
                  <a:pt x="96719" y="69545"/>
                </a:lnTo>
                <a:lnTo>
                  <a:pt x="95634" y="69208"/>
                </a:lnTo>
                <a:close/>
                <a:moveTo>
                  <a:pt x="119961" y="290810"/>
                </a:moveTo>
                <a:lnTo>
                  <a:pt x="121451" y="292595"/>
                </a:lnTo>
                <a:lnTo>
                  <a:pt x="119216" y="291702"/>
                </a:lnTo>
                <a:close/>
                <a:moveTo>
                  <a:pt x="9713" y="340868"/>
                </a:moveTo>
                <a:lnTo>
                  <a:pt x="11489" y="342378"/>
                </a:lnTo>
                <a:lnTo>
                  <a:pt x="8825" y="341623"/>
                </a:lnTo>
                <a:close/>
                <a:moveTo>
                  <a:pt x="112667" y="135877"/>
                </a:moveTo>
                <a:lnTo>
                  <a:pt x="113475" y="137385"/>
                </a:lnTo>
                <a:lnTo>
                  <a:pt x="112263" y="136631"/>
                </a:lnTo>
                <a:close/>
                <a:moveTo>
                  <a:pt x="21851" y="275324"/>
                </a:moveTo>
                <a:lnTo>
                  <a:pt x="22247" y="276155"/>
                </a:lnTo>
                <a:lnTo>
                  <a:pt x="21654" y="275739"/>
                </a:lnTo>
                <a:close/>
                <a:moveTo>
                  <a:pt x="132166" y="166591"/>
                </a:moveTo>
                <a:lnTo>
                  <a:pt x="133428" y="167747"/>
                </a:lnTo>
                <a:lnTo>
                  <a:pt x="131535" y="167169"/>
                </a:lnTo>
                <a:close/>
                <a:moveTo>
                  <a:pt x="141039" y="231849"/>
                </a:moveTo>
                <a:lnTo>
                  <a:pt x="143139" y="232441"/>
                </a:lnTo>
                <a:lnTo>
                  <a:pt x="139989" y="232145"/>
                </a:lnTo>
                <a:close/>
                <a:moveTo>
                  <a:pt x="91940" y="359134"/>
                </a:moveTo>
                <a:lnTo>
                  <a:pt x="93298" y="360494"/>
                </a:lnTo>
                <a:lnTo>
                  <a:pt x="91261" y="359814"/>
                </a:lnTo>
                <a:close/>
                <a:moveTo>
                  <a:pt x="136651" y="316224"/>
                </a:moveTo>
                <a:lnTo>
                  <a:pt x="138774" y="316820"/>
                </a:lnTo>
                <a:lnTo>
                  <a:pt x="135590" y="316522"/>
                </a:lnTo>
                <a:close/>
                <a:moveTo>
                  <a:pt x="107559" y="206209"/>
                </a:moveTo>
                <a:lnTo>
                  <a:pt x="108190" y="207378"/>
                </a:lnTo>
                <a:lnTo>
                  <a:pt x="107244" y="206794"/>
                </a:lnTo>
                <a:close/>
                <a:moveTo>
                  <a:pt x="83897" y="254589"/>
                </a:moveTo>
                <a:lnTo>
                  <a:pt x="85760" y="256233"/>
                </a:lnTo>
                <a:lnTo>
                  <a:pt x="82966" y="255411"/>
                </a:lnTo>
                <a:close/>
                <a:moveTo>
                  <a:pt x="125333" y="45743"/>
                </a:moveTo>
                <a:lnTo>
                  <a:pt x="126427" y="47035"/>
                </a:lnTo>
                <a:lnTo>
                  <a:pt x="124787" y="46389"/>
                </a:lnTo>
                <a:close/>
                <a:moveTo>
                  <a:pt x="130196" y="106033"/>
                </a:moveTo>
                <a:lnTo>
                  <a:pt x="131388" y="106838"/>
                </a:lnTo>
                <a:lnTo>
                  <a:pt x="129600" y="106436"/>
                </a:lnTo>
                <a:close/>
                <a:moveTo>
                  <a:pt x="125677" y="257965"/>
                </a:moveTo>
                <a:lnTo>
                  <a:pt x="127355" y="259069"/>
                </a:lnTo>
                <a:lnTo>
                  <a:pt x="124837" y="258517"/>
                </a:lnTo>
                <a:close/>
                <a:moveTo>
                  <a:pt x="16016" y="324756"/>
                </a:moveTo>
                <a:lnTo>
                  <a:pt x="17341" y="326445"/>
                </a:lnTo>
                <a:lnTo>
                  <a:pt x="15354" y="325600"/>
                </a:lnTo>
                <a:close/>
                <a:moveTo>
                  <a:pt x="4254" y="294135"/>
                </a:moveTo>
                <a:lnTo>
                  <a:pt x="4780" y="294652"/>
                </a:lnTo>
                <a:lnTo>
                  <a:pt x="3991" y="294394"/>
                </a:lnTo>
                <a:close/>
                <a:moveTo>
                  <a:pt x="57225" y="261888"/>
                </a:moveTo>
                <a:lnTo>
                  <a:pt x="59324" y="263568"/>
                </a:lnTo>
                <a:lnTo>
                  <a:pt x="56175" y="262728"/>
                </a:lnTo>
                <a:close/>
                <a:moveTo>
                  <a:pt x="39359" y="118265"/>
                </a:moveTo>
                <a:lnTo>
                  <a:pt x="41460" y="120009"/>
                </a:lnTo>
                <a:lnTo>
                  <a:pt x="38309" y="119137"/>
                </a:lnTo>
                <a:close/>
                <a:moveTo>
                  <a:pt x="132824" y="151960"/>
                </a:moveTo>
                <a:lnTo>
                  <a:pt x="134066" y="152696"/>
                </a:lnTo>
                <a:lnTo>
                  <a:pt x="132204" y="152328"/>
                </a:lnTo>
                <a:close/>
                <a:moveTo>
                  <a:pt x="103266" y="94356"/>
                </a:moveTo>
                <a:lnTo>
                  <a:pt x="104241" y="95388"/>
                </a:lnTo>
                <a:lnTo>
                  <a:pt x="102779" y="94872"/>
                </a:lnTo>
                <a:close/>
                <a:moveTo>
                  <a:pt x="70113" y="73807"/>
                </a:moveTo>
                <a:lnTo>
                  <a:pt x="71465" y="74885"/>
                </a:lnTo>
                <a:lnTo>
                  <a:pt x="69437" y="74346"/>
                </a:lnTo>
                <a:close/>
                <a:moveTo>
                  <a:pt x="36124" y="40074"/>
                </a:moveTo>
                <a:lnTo>
                  <a:pt x="36965" y="40986"/>
                </a:lnTo>
                <a:lnTo>
                  <a:pt x="35703" y="40530"/>
                </a:lnTo>
                <a:close/>
                <a:moveTo>
                  <a:pt x="52589" y="213812"/>
                </a:moveTo>
                <a:lnTo>
                  <a:pt x="53092" y="215104"/>
                </a:lnTo>
                <a:lnTo>
                  <a:pt x="52337" y="214458"/>
                </a:lnTo>
                <a:close/>
                <a:moveTo>
                  <a:pt x="2411" y="299795"/>
                </a:moveTo>
                <a:lnTo>
                  <a:pt x="4161" y="300242"/>
                </a:lnTo>
                <a:lnTo>
                  <a:pt x="1536" y="300019"/>
                </a:lnTo>
                <a:close/>
                <a:moveTo>
                  <a:pt x="101508" y="236243"/>
                </a:moveTo>
                <a:lnTo>
                  <a:pt x="103057" y="237239"/>
                </a:lnTo>
                <a:lnTo>
                  <a:pt x="100733" y="236741"/>
                </a:lnTo>
                <a:close/>
                <a:moveTo>
                  <a:pt x="95105" y="348148"/>
                </a:moveTo>
                <a:lnTo>
                  <a:pt x="95909" y="349615"/>
                </a:lnTo>
                <a:lnTo>
                  <a:pt x="94703" y="348882"/>
                </a:lnTo>
                <a:close/>
                <a:moveTo>
                  <a:pt x="119522" y="128338"/>
                </a:moveTo>
                <a:lnTo>
                  <a:pt x="121301" y="129693"/>
                </a:lnTo>
                <a:lnTo>
                  <a:pt x="118633" y="129015"/>
                </a:lnTo>
                <a:close/>
                <a:moveTo>
                  <a:pt x="51864" y="306268"/>
                </a:moveTo>
                <a:lnTo>
                  <a:pt x="53111" y="307000"/>
                </a:lnTo>
                <a:lnTo>
                  <a:pt x="51240" y="306634"/>
                </a:lnTo>
                <a:close/>
                <a:moveTo>
                  <a:pt x="22655" y="3086"/>
                </a:moveTo>
                <a:lnTo>
                  <a:pt x="23274" y="3874"/>
                </a:lnTo>
                <a:lnTo>
                  <a:pt x="22346" y="3480"/>
                </a:lnTo>
                <a:close/>
                <a:moveTo>
                  <a:pt x="78480" y="391105"/>
                </a:moveTo>
                <a:lnTo>
                  <a:pt x="80242" y="391612"/>
                </a:lnTo>
                <a:lnTo>
                  <a:pt x="77599" y="391359"/>
                </a:lnTo>
                <a:close/>
                <a:moveTo>
                  <a:pt x="1193" y="328145"/>
                </a:moveTo>
                <a:lnTo>
                  <a:pt x="1802" y="328726"/>
                </a:lnTo>
                <a:lnTo>
                  <a:pt x="889" y="328435"/>
                </a:lnTo>
                <a:close/>
                <a:moveTo>
                  <a:pt x="118107" y="157852"/>
                </a:moveTo>
                <a:lnTo>
                  <a:pt x="119289" y="158466"/>
                </a:lnTo>
                <a:lnTo>
                  <a:pt x="117516" y="158159"/>
                </a:lnTo>
                <a:close/>
                <a:moveTo>
                  <a:pt x="126269" y="30703"/>
                </a:moveTo>
                <a:lnTo>
                  <a:pt x="128406" y="31668"/>
                </a:lnTo>
                <a:lnTo>
                  <a:pt x="125201" y="31186"/>
                </a:lnTo>
                <a:close/>
                <a:moveTo>
                  <a:pt x="5857" y="247689"/>
                </a:moveTo>
                <a:lnTo>
                  <a:pt x="7441" y="248628"/>
                </a:lnTo>
                <a:lnTo>
                  <a:pt x="5066" y="248158"/>
                </a:lnTo>
                <a:close/>
                <a:moveTo>
                  <a:pt x="98535" y="186123"/>
                </a:moveTo>
                <a:lnTo>
                  <a:pt x="99482" y="187918"/>
                </a:lnTo>
                <a:lnTo>
                  <a:pt x="98062" y="187021"/>
                </a:lnTo>
                <a:close/>
                <a:moveTo>
                  <a:pt x="36352" y="33602"/>
                </a:moveTo>
                <a:lnTo>
                  <a:pt x="37964" y="34800"/>
                </a:lnTo>
                <a:lnTo>
                  <a:pt x="35546" y="34201"/>
                </a:lnTo>
                <a:close/>
                <a:moveTo>
                  <a:pt x="140267" y="124847"/>
                </a:moveTo>
                <a:lnTo>
                  <a:pt x="141170" y="125443"/>
                </a:lnTo>
                <a:lnTo>
                  <a:pt x="139815" y="125145"/>
                </a:lnTo>
                <a:close/>
                <a:moveTo>
                  <a:pt x="4095" y="178395"/>
                </a:moveTo>
                <a:lnTo>
                  <a:pt x="5502" y="178843"/>
                </a:lnTo>
                <a:lnTo>
                  <a:pt x="3391" y="178619"/>
                </a:lnTo>
                <a:close/>
                <a:moveTo>
                  <a:pt x="34651" y="283641"/>
                </a:moveTo>
                <a:lnTo>
                  <a:pt x="36425" y="284682"/>
                </a:lnTo>
                <a:lnTo>
                  <a:pt x="33764" y="284161"/>
                </a:lnTo>
                <a:close/>
                <a:moveTo>
                  <a:pt x="78337" y="22617"/>
                </a:moveTo>
                <a:lnTo>
                  <a:pt x="79735" y="23328"/>
                </a:lnTo>
                <a:lnTo>
                  <a:pt x="77639" y="22973"/>
                </a:lnTo>
                <a:close/>
                <a:moveTo>
                  <a:pt x="89503" y="169491"/>
                </a:moveTo>
                <a:lnTo>
                  <a:pt x="90763" y="170825"/>
                </a:lnTo>
                <a:lnTo>
                  <a:pt x="88874" y="170158"/>
                </a:lnTo>
                <a:close/>
                <a:moveTo>
                  <a:pt x="32001" y="98177"/>
                </a:moveTo>
                <a:lnTo>
                  <a:pt x="33590" y="98746"/>
                </a:lnTo>
                <a:lnTo>
                  <a:pt x="31206" y="98461"/>
                </a:lnTo>
                <a:close/>
                <a:moveTo>
                  <a:pt x="44929" y="378770"/>
                </a:moveTo>
                <a:lnTo>
                  <a:pt x="46981" y="379199"/>
                </a:lnTo>
                <a:lnTo>
                  <a:pt x="43902" y="378984"/>
                </a:lnTo>
                <a:close/>
                <a:moveTo>
                  <a:pt x="127174" y="56979"/>
                </a:moveTo>
                <a:lnTo>
                  <a:pt x="127705" y="58221"/>
                </a:lnTo>
                <a:lnTo>
                  <a:pt x="126908" y="57600"/>
                </a:lnTo>
                <a:close/>
                <a:moveTo>
                  <a:pt x="143081" y="121946"/>
                </a:moveTo>
                <a:lnTo>
                  <a:pt x="145003" y="123744"/>
                </a:lnTo>
                <a:lnTo>
                  <a:pt x="142121" y="122845"/>
                </a:lnTo>
                <a:close/>
                <a:moveTo>
                  <a:pt x="65818" y="224730"/>
                </a:moveTo>
                <a:lnTo>
                  <a:pt x="66584" y="225303"/>
                </a:lnTo>
                <a:lnTo>
                  <a:pt x="65434" y="225016"/>
                </a:lnTo>
                <a:close/>
                <a:moveTo>
                  <a:pt x="35746" y="269545"/>
                </a:moveTo>
                <a:lnTo>
                  <a:pt x="36941" y="270727"/>
                </a:lnTo>
                <a:lnTo>
                  <a:pt x="35149" y="270136"/>
                </a:lnTo>
                <a:close/>
                <a:moveTo>
                  <a:pt x="57778" y="130503"/>
                </a:moveTo>
                <a:lnTo>
                  <a:pt x="59119" y="131327"/>
                </a:lnTo>
                <a:lnTo>
                  <a:pt x="57108" y="130915"/>
                </a:lnTo>
                <a:close/>
                <a:moveTo>
                  <a:pt x="11887" y="16207"/>
                </a:moveTo>
                <a:lnTo>
                  <a:pt x="13865" y="17059"/>
                </a:lnTo>
                <a:lnTo>
                  <a:pt x="10898" y="16633"/>
                </a:lnTo>
                <a:close/>
                <a:moveTo>
                  <a:pt x="39931" y="242976"/>
                </a:moveTo>
                <a:lnTo>
                  <a:pt x="40330" y="244160"/>
                </a:lnTo>
                <a:lnTo>
                  <a:pt x="39731" y="243568"/>
                </a:lnTo>
                <a:close/>
                <a:moveTo>
                  <a:pt x="84979" y="216004"/>
                </a:moveTo>
                <a:lnTo>
                  <a:pt x="86574" y="217792"/>
                </a:lnTo>
                <a:lnTo>
                  <a:pt x="84181" y="216898"/>
                </a:lnTo>
                <a:close/>
                <a:moveTo>
                  <a:pt x="142754" y="336792"/>
                </a:moveTo>
                <a:lnTo>
                  <a:pt x="143872" y="337842"/>
                </a:lnTo>
                <a:lnTo>
                  <a:pt x="142195" y="337317"/>
                </a:lnTo>
                <a:close/>
                <a:moveTo>
                  <a:pt x="36981" y="358734"/>
                </a:moveTo>
                <a:lnTo>
                  <a:pt x="38835" y="359586"/>
                </a:lnTo>
                <a:lnTo>
                  <a:pt x="36055" y="359160"/>
                </a:lnTo>
                <a:close/>
                <a:moveTo>
                  <a:pt x="119066" y="68731"/>
                </a:moveTo>
                <a:lnTo>
                  <a:pt x="120278" y="70020"/>
                </a:lnTo>
                <a:lnTo>
                  <a:pt x="118459" y="69376"/>
                </a:lnTo>
                <a:close/>
                <a:moveTo>
                  <a:pt x="142398" y="207735"/>
                </a:moveTo>
                <a:lnTo>
                  <a:pt x="144316" y="208648"/>
                </a:lnTo>
                <a:lnTo>
                  <a:pt x="141438" y="208192"/>
                </a:lnTo>
                <a:close/>
                <a:moveTo>
                  <a:pt x="43936" y="82787"/>
                </a:moveTo>
                <a:lnTo>
                  <a:pt x="44321" y="83646"/>
                </a:lnTo>
                <a:lnTo>
                  <a:pt x="43744" y="83217"/>
                </a:lnTo>
                <a:close/>
                <a:moveTo>
                  <a:pt x="22053" y="162688"/>
                </a:moveTo>
                <a:lnTo>
                  <a:pt x="23908" y="164209"/>
                </a:lnTo>
                <a:lnTo>
                  <a:pt x="21126" y="163449"/>
                </a:lnTo>
                <a:close/>
                <a:moveTo>
                  <a:pt x="129150" y="64339"/>
                </a:moveTo>
                <a:lnTo>
                  <a:pt x="130227" y="65792"/>
                </a:lnTo>
                <a:lnTo>
                  <a:pt x="128611" y="65066"/>
                </a:lnTo>
                <a:close/>
                <a:moveTo>
                  <a:pt x="63069" y="297147"/>
                </a:moveTo>
                <a:lnTo>
                  <a:pt x="64803" y="298939"/>
                </a:lnTo>
                <a:lnTo>
                  <a:pt x="62201" y="298043"/>
                </a:lnTo>
                <a:close/>
                <a:moveTo>
                  <a:pt x="118565" y="210693"/>
                </a:moveTo>
                <a:lnTo>
                  <a:pt x="119568" y="211531"/>
                </a:lnTo>
                <a:lnTo>
                  <a:pt x="118063" y="211112"/>
                </a:lnTo>
                <a:close/>
                <a:moveTo>
                  <a:pt x="72438" y="282224"/>
                </a:moveTo>
                <a:lnTo>
                  <a:pt x="73786" y="283851"/>
                </a:lnTo>
                <a:lnTo>
                  <a:pt x="71764" y="283038"/>
                </a:lnTo>
                <a:close/>
                <a:moveTo>
                  <a:pt x="125199" y="99542"/>
                </a:moveTo>
                <a:lnTo>
                  <a:pt x="127114" y="100606"/>
                </a:lnTo>
                <a:lnTo>
                  <a:pt x="124242" y="100074"/>
                </a:lnTo>
                <a:close/>
                <a:moveTo>
                  <a:pt x="9664" y="235226"/>
                </a:moveTo>
                <a:lnTo>
                  <a:pt x="10385" y="236957"/>
                </a:lnTo>
                <a:lnTo>
                  <a:pt x="9304" y="236092"/>
                </a:lnTo>
                <a:close/>
                <a:moveTo>
                  <a:pt x="108093" y="335023"/>
                </a:moveTo>
                <a:lnTo>
                  <a:pt x="109975" y="336296"/>
                </a:lnTo>
                <a:lnTo>
                  <a:pt x="107151" y="335659"/>
                </a:lnTo>
                <a:close/>
                <a:moveTo>
                  <a:pt x="124119" y="350628"/>
                </a:moveTo>
                <a:lnTo>
                  <a:pt x="125374" y="352147"/>
                </a:lnTo>
                <a:lnTo>
                  <a:pt x="123492" y="351388"/>
                </a:lnTo>
                <a:close/>
                <a:moveTo>
                  <a:pt x="109360" y="318741"/>
                </a:moveTo>
                <a:lnTo>
                  <a:pt x="110658" y="320052"/>
                </a:lnTo>
                <a:lnTo>
                  <a:pt x="108711" y="319397"/>
                </a:lnTo>
                <a:close/>
                <a:moveTo>
                  <a:pt x="94153" y="220346"/>
                </a:moveTo>
                <a:lnTo>
                  <a:pt x="94527" y="221968"/>
                </a:lnTo>
                <a:lnTo>
                  <a:pt x="93967" y="221157"/>
                </a:lnTo>
                <a:close/>
                <a:moveTo>
                  <a:pt x="64929" y="240516"/>
                </a:moveTo>
                <a:lnTo>
                  <a:pt x="65970" y="242247"/>
                </a:lnTo>
                <a:lnTo>
                  <a:pt x="64409" y="241381"/>
                </a:lnTo>
                <a:close/>
                <a:moveTo>
                  <a:pt x="109163" y="322014"/>
                </a:moveTo>
                <a:lnTo>
                  <a:pt x="110333" y="323219"/>
                </a:lnTo>
                <a:lnTo>
                  <a:pt x="108578" y="322617"/>
                </a:lnTo>
                <a:close/>
                <a:moveTo>
                  <a:pt x="12873" y="364694"/>
                </a:moveTo>
                <a:lnTo>
                  <a:pt x="13240" y="365712"/>
                </a:lnTo>
                <a:lnTo>
                  <a:pt x="12690" y="365203"/>
                </a:lnTo>
                <a:close/>
                <a:moveTo>
                  <a:pt x="40147" y="197330"/>
                </a:moveTo>
                <a:lnTo>
                  <a:pt x="41029" y="198190"/>
                </a:lnTo>
                <a:lnTo>
                  <a:pt x="39706" y="197760"/>
                </a:lnTo>
                <a:close/>
                <a:moveTo>
                  <a:pt x="121990" y="174774"/>
                </a:moveTo>
                <a:lnTo>
                  <a:pt x="123581" y="175238"/>
                </a:lnTo>
                <a:lnTo>
                  <a:pt x="121195" y="175006"/>
                </a:lnTo>
                <a:close/>
                <a:moveTo>
                  <a:pt x="15555" y="96760"/>
                </a:moveTo>
                <a:lnTo>
                  <a:pt x="16661" y="97822"/>
                </a:lnTo>
                <a:lnTo>
                  <a:pt x="15002" y="97291"/>
                </a:lnTo>
                <a:close/>
                <a:moveTo>
                  <a:pt x="28860" y="107637"/>
                </a:moveTo>
                <a:lnTo>
                  <a:pt x="29345" y="108255"/>
                </a:lnTo>
                <a:lnTo>
                  <a:pt x="28618" y="107946"/>
                </a:lnTo>
                <a:close/>
                <a:moveTo>
                  <a:pt x="136188" y="385037"/>
                </a:moveTo>
                <a:lnTo>
                  <a:pt x="138226" y="386296"/>
                </a:lnTo>
                <a:lnTo>
                  <a:pt x="135169" y="385667"/>
                </a:lnTo>
                <a:close/>
                <a:moveTo>
                  <a:pt x="34570" y="111695"/>
                </a:moveTo>
                <a:lnTo>
                  <a:pt x="36509" y="113125"/>
                </a:lnTo>
                <a:lnTo>
                  <a:pt x="33600" y="112410"/>
                </a:lnTo>
                <a:close/>
                <a:moveTo>
                  <a:pt x="44552" y="110604"/>
                </a:moveTo>
                <a:lnTo>
                  <a:pt x="46651" y="111728"/>
                </a:lnTo>
                <a:lnTo>
                  <a:pt x="43502" y="111166"/>
                </a:lnTo>
                <a:close/>
                <a:moveTo>
                  <a:pt x="118068" y="225050"/>
                </a:moveTo>
                <a:lnTo>
                  <a:pt x="118622" y="225704"/>
                </a:lnTo>
                <a:lnTo>
                  <a:pt x="117791" y="225377"/>
                </a:lnTo>
                <a:close/>
                <a:moveTo>
                  <a:pt x="79031" y="140542"/>
                </a:moveTo>
                <a:lnTo>
                  <a:pt x="81130" y="141070"/>
                </a:lnTo>
                <a:lnTo>
                  <a:pt x="77981" y="140806"/>
                </a:lnTo>
                <a:close/>
                <a:moveTo>
                  <a:pt x="42435" y="367397"/>
                </a:moveTo>
                <a:lnTo>
                  <a:pt x="43362" y="368114"/>
                </a:lnTo>
                <a:lnTo>
                  <a:pt x="41971" y="367755"/>
                </a:lnTo>
                <a:close/>
                <a:moveTo>
                  <a:pt x="93044" y="325199"/>
                </a:moveTo>
                <a:lnTo>
                  <a:pt x="93606" y="326175"/>
                </a:lnTo>
                <a:lnTo>
                  <a:pt x="92763" y="325687"/>
                </a:lnTo>
                <a:close/>
                <a:moveTo>
                  <a:pt x="114685" y="269345"/>
                </a:moveTo>
                <a:lnTo>
                  <a:pt x="115795" y="270502"/>
                </a:lnTo>
                <a:lnTo>
                  <a:pt x="114130" y="269923"/>
                </a:lnTo>
                <a:close/>
                <a:moveTo>
                  <a:pt x="9105" y="370468"/>
                </a:moveTo>
                <a:lnTo>
                  <a:pt x="10737" y="372087"/>
                </a:lnTo>
                <a:lnTo>
                  <a:pt x="8290" y="371278"/>
                </a:lnTo>
                <a:close/>
                <a:moveTo>
                  <a:pt x="61834" y="387271"/>
                </a:moveTo>
                <a:lnTo>
                  <a:pt x="63185" y="389005"/>
                </a:lnTo>
                <a:lnTo>
                  <a:pt x="61158" y="388138"/>
                </a:lnTo>
                <a:close/>
                <a:moveTo>
                  <a:pt x="49915" y="346500"/>
                </a:moveTo>
                <a:lnTo>
                  <a:pt x="50319" y="347802"/>
                </a:lnTo>
                <a:lnTo>
                  <a:pt x="49713" y="347151"/>
                </a:lnTo>
                <a:close/>
                <a:moveTo>
                  <a:pt x="137791" y="256156"/>
                </a:moveTo>
                <a:lnTo>
                  <a:pt x="139841" y="256783"/>
                </a:lnTo>
                <a:lnTo>
                  <a:pt x="136767" y="256469"/>
                </a:lnTo>
                <a:close/>
                <a:moveTo>
                  <a:pt x="30302" y="339061"/>
                </a:moveTo>
                <a:lnTo>
                  <a:pt x="32393" y="340853"/>
                </a:lnTo>
                <a:lnTo>
                  <a:pt x="29257" y="339957"/>
                </a:lnTo>
                <a:close/>
                <a:moveTo>
                  <a:pt x="22270" y="333723"/>
                </a:moveTo>
                <a:lnTo>
                  <a:pt x="23361" y="334614"/>
                </a:lnTo>
                <a:lnTo>
                  <a:pt x="21724" y="334169"/>
                </a:lnTo>
                <a:close/>
                <a:moveTo>
                  <a:pt x="121619" y="2832"/>
                </a:moveTo>
                <a:lnTo>
                  <a:pt x="122522" y="3680"/>
                </a:lnTo>
                <a:lnTo>
                  <a:pt x="121167" y="3256"/>
                </a:lnTo>
                <a:close/>
                <a:moveTo>
                  <a:pt x="85762" y="14913"/>
                </a:moveTo>
                <a:lnTo>
                  <a:pt x="87102" y="16183"/>
                </a:lnTo>
                <a:lnTo>
                  <a:pt x="85092" y="15548"/>
                </a:lnTo>
                <a:close/>
                <a:moveTo>
                  <a:pt x="97352" y="165747"/>
                </a:moveTo>
                <a:lnTo>
                  <a:pt x="98980" y="167021"/>
                </a:lnTo>
                <a:lnTo>
                  <a:pt x="96538" y="166384"/>
                </a:lnTo>
                <a:close/>
                <a:moveTo>
                  <a:pt x="85207" y="363886"/>
                </a:moveTo>
                <a:lnTo>
                  <a:pt x="86637" y="364592"/>
                </a:lnTo>
                <a:lnTo>
                  <a:pt x="84492" y="364239"/>
                </a:lnTo>
                <a:close/>
                <a:moveTo>
                  <a:pt x="66628" y="103370"/>
                </a:moveTo>
                <a:lnTo>
                  <a:pt x="67328" y="104112"/>
                </a:lnTo>
                <a:lnTo>
                  <a:pt x="66278" y="103741"/>
                </a:lnTo>
                <a:close/>
                <a:moveTo>
                  <a:pt x="107819" y="38064"/>
                </a:moveTo>
                <a:lnTo>
                  <a:pt x="109912" y="39064"/>
                </a:lnTo>
                <a:lnTo>
                  <a:pt x="106772" y="38564"/>
                </a:lnTo>
                <a:close/>
                <a:moveTo>
                  <a:pt x="69057" y="220376"/>
                </a:moveTo>
                <a:lnTo>
                  <a:pt x="70512" y="221836"/>
                </a:lnTo>
                <a:lnTo>
                  <a:pt x="68330" y="221106"/>
                </a:lnTo>
                <a:close/>
                <a:moveTo>
                  <a:pt x="64106" y="116559"/>
                </a:moveTo>
                <a:lnTo>
                  <a:pt x="66009" y="117825"/>
                </a:lnTo>
                <a:lnTo>
                  <a:pt x="63154" y="117192"/>
                </a:lnTo>
                <a:close/>
                <a:moveTo>
                  <a:pt x="71389" y="382086"/>
                </a:moveTo>
                <a:lnTo>
                  <a:pt x="73196" y="382430"/>
                </a:lnTo>
                <a:lnTo>
                  <a:pt x="70486" y="382258"/>
                </a:lnTo>
                <a:close/>
                <a:moveTo>
                  <a:pt x="26762" y="232391"/>
                </a:moveTo>
                <a:lnTo>
                  <a:pt x="28307" y="232818"/>
                </a:lnTo>
                <a:lnTo>
                  <a:pt x="25990" y="232604"/>
                </a:lnTo>
                <a:close/>
                <a:moveTo>
                  <a:pt x="28142" y="66055"/>
                </a:moveTo>
                <a:lnTo>
                  <a:pt x="28910" y="66483"/>
                </a:lnTo>
                <a:lnTo>
                  <a:pt x="27758" y="66269"/>
                </a:lnTo>
                <a:close/>
                <a:moveTo>
                  <a:pt x="46271" y="224900"/>
                </a:moveTo>
                <a:lnTo>
                  <a:pt x="47963" y="226427"/>
                </a:lnTo>
                <a:lnTo>
                  <a:pt x="45426" y="225664"/>
                </a:lnTo>
                <a:close/>
                <a:moveTo>
                  <a:pt x="132816" y="354909"/>
                </a:moveTo>
                <a:lnTo>
                  <a:pt x="134284" y="355696"/>
                </a:lnTo>
                <a:lnTo>
                  <a:pt x="132083" y="355302"/>
                </a:lnTo>
                <a:close/>
                <a:moveTo>
                  <a:pt x="3504" y="58879"/>
                </a:moveTo>
                <a:lnTo>
                  <a:pt x="4870" y="60603"/>
                </a:lnTo>
                <a:lnTo>
                  <a:pt x="2821" y="59741"/>
                </a:lnTo>
                <a:close/>
                <a:moveTo>
                  <a:pt x="135965" y="137355"/>
                </a:moveTo>
                <a:lnTo>
                  <a:pt x="137458" y="138288"/>
                </a:lnTo>
                <a:lnTo>
                  <a:pt x="135218" y="137821"/>
                </a:lnTo>
                <a:close/>
                <a:moveTo>
                  <a:pt x="102544" y="144510"/>
                </a:moveTo>
                <a:lnTo>
                  <a:pt x="103320" y="144950"/>
                </a:lnTo>
                <a:lnTo>
                  <a:pt x="102156" y="144730"/>
                </a:lnTo>
                <a:close/>
                <a:moveTo>
                  <a:pt x="68896" y="161228"/>
                </a:moveTo>
                <a:lnTo>
                  <a:pt x="69353" y="162563"/>
                </a:lnTo>
                <a:lnTo>
                  <a:pt x="68667" y="161896"/>
                </a:lnTo>
                <a:close/>
                <a:moveTo>
                  <a:pt x="103705" y="138851"/>
                </a:moveTo>
                <a:lnTo>
                  <a:pt x="104858" y="139220"/>
                </a:lnTo>
                <a:lnTo>
                  <a:pt x="103128" y="139035"/>
                </a:lnTo>
                <a:close/>
                <a:moveTo>
                  <a:pt x="47832" y="226530"/>
                </a:moveTo>
                <a:lnTo>
                  <a:pt x="48981" y="227157"/>
                </a:lnTo>
                <a:lnTo>
                  <a:pt x="47257" y="226844"/>
                </a:lnTo>
                <a:close/>
                <a:moveTo>
                  <a:pt x="54844" y="189642"/>
                </a:moveTo>
                <a:lnTo>
                  <a:pt x="56658" y="190523"/>
                </a:lnTo>
                <a:lnTo>
                  <a:pt x="53938" y="190082"/>
                </a:lnTo>
                <a:close/>
                <a:moveTo>
                  <a:pt x="16330" y="242137"/>
                </a:moveTo>
                <a:lnTo>
                  <a:pt x="17412" y="243457"/>
                </a:lnTo>
                <a:lnTo>
                  <a:pt x="15789" y="242797"/>
                </a:lnTo>
                <a:close/>
                <a:moveTo>
                  <a:pt x="73907" y="216090"/>
                </a:moveTo>
                <a:lnTo>
                  <a:pt x="74989" y="217602"/>
                </a:lnTo>
                <a:lnTo>
                  <a:pt x="73365" y="216846"/>
                </a:lnTo>
                <a:close/>
                <a:moveTo>
                  <a:pt x="22290" y="177407"/>
                </a:moveTo>
                <a:lnTo>
                  <a:pt x="23590" y="177847"/>
                </a:lnTo>
                <a:lnTo>
                  <a:pt x="21639" y="177627"/>
                </a:lnTo>
                <a:close/>
                <a:moveTo>
                  <a:pt x="60173" y="303084"/>
                </a:moveTo>
                <a:lnTo>
                  <a:pt x="61611" y="304369"/>
                </a:lnTo>
                <a:lnTo>
                  <a:pt x="59455" y="303727"/>
                </a:lnTo>
                <a:close/>
                <a:moveTo>
                  <a:pt x="44472" y="374386"/>
                </a:moveTo>
                <a:lnTo>
                  <a:pt x="46527" y="375678"/>
                </a:lnTo>
                <a:lnTo>
                  <a:pt x="43445" y="375032"/>
                </a:lnTo>
                <a:close/>
                <a:moveTo>
                  <a:pt x="74378" y="185971"/>
                </a:moveTo>
                <a:lnTo>
                  <a:pt x="75745" y="187103"/>
                </a:lnTo>
                <a:lnTo>
                  <a:pt x="73695" y="186537"/>
                </a:lnTo>
                <a:close/>
                <a:moveTo>
                  <a:pt x="142442" y="275053"/>
                </a:moveTo>
                <a:lnTo>
                  <a:pt x="143741" y="276325"/>
                </a:lnTo>
                <a:lnTo>
                  <a:pt x="141792" y="275689"/>
                </a:lnTo>
                <a:close/>
                <a:moveTo>
                  <a:pt x="15244" y="281565"/>
                </a:moveTo>
                <a:lnTo>
                  <a:pt x="16139" y="282143"/>
                </a:lnTo>
                <a:lnTo>
                  <a:pt x="14796" y="281854"/>
                </a:lnTo>
                <a:close/>
                <a:moveTo>
                  <a:pt x="134638" y="35952"/>
                </a:moveTo>
                <a:lnTo>
                  <a:pt x="136059" y="36884"/>
                </a:lnTo>
                <a:lnTo>
                  <a:pt x="133928" y="36418"/>
                </a:lnTo>
                <a:close/>
                <a:moveTo>
                  <a:pt x="41781" y="243539"/>
                </a:moveTo>
                <a:lnTo>
                  <a:pt x="42967" y="243925"/>
                </a:lnTo>
                <a:lnTo>
                  <a:pt x="41188" y="243732"/>
                </a:lnTo>
                <a:close/>
                <a:moveTo>
                  <a:pt x="92956" y="84613"/>
                </a:moveTo>
                <a:lnTo>
                  <a:pt x="93866" y="85461"/>
                </a:lnTo>
                <a:lnTo>
                  <a:pt x="92501" y="85037"/>
                </a:lnTo>
                <a:close/>
                <a:moveTo>
                  <a:pt x="112627" y="317563"/>
                </a:moveTo>
                <a:lnTo>
                  <a:pt x="114023" y="318533"/>
                </a:lnTo>
                <a:lnTo>
                  <a:pt x="111928" y="318048"/>
                </a:lnTo>
                <a:close/>
                <a:moveTo>
                  <a:pt x="81436" y="245887"/>
                </a:moveTo>
                <a:lnTo>
                  <a:pt x="82391" y="246749"/>
                </a:lnTo>
                <a:lnTo>
                  <a:pt x="80958" y="246318"/>
                </a:lnTo>
                <a:close/>
                <a:moveTo>
                  <a:pt x="111370" y="270407"/>
                </a:moveTo>
                <a:lnTo>
                  <a:pt x="113541" y="270983"/>
                </a:lnTo>
                <a:lnTo>
                  <a:pt x="110284" y="270695"/>
                </a:lnTo>
                <a:close/>
                <a:moveTo>
                  <a:pt x="97432" y="188687"/>
                </a:moveTo>
                <a:lnTo>
                  <a:pt x="99190" y="188993"/>
                </a:lnTo>
                <a:lnTo>
                  <a:pt x="96553" y="188840"/>
                </a:lnTo>
                <a:close/>
                <a:moveTo>
                  <a:pt x="119789" y="190645"/>
                </a:moveTo>
                <a:lnTo>
                  <a:pt x="121134" y="191620"/>
                </a:lnTo>
                <a:lnTo>
                  <a:pt x="119116" y="191133"/>
                </a:lnTo>
                <a:close/>
                <a:moveTo>
                  <a:pt x="122518" y="389112"/>
                </a:moveTo>
                <a:lnTo>
                  <a:pt x="123705" y="389832"/>
                </a:lnTo>
                <a:lnTo>
                  <a:pt x="121924" y="389472"/>
                </a:lnTo>
                <a:close/>
                <a:moveTo>
                  <a:pt x="138447" y="112123"/>
                </a:moveTo>
                <a:lnTo>
                  <a:pt x="140186" y="113874"/>
                </a:lnTo>
                <a:lnTo>
                  <a:pt x="137578" y="112998"/>
                </a:lnTo>
                <a:close/>
                <a:moveTo>
                  <a:pt x="45418" y="325741"/>
                </a:moveTo>
                <a:lnTo>
                  <a:pt x="47190" y="327444"/>
                </a:lnTo>
                <a:lnTo>
                  <a:pt x="44532" y="326592"/>
                </a:lnTo>
                <a:close/>
                <a:moveTo>
                  <a:pt x="24031" y="323906"/>
                </a:moveTo>
                <a:lnTo>
                  <a:pt x="26116" y="324370"/>
                </a:lnTo>
                <a:lnTo>
                  <a:pt x="22988" y="324138"/>
                </a:lnTo>
                <a:close/>
                <a:moveTo>
                  <a:pt x="132465" y="53799"/>
                </a:moveTo>
                <a:lnTo>
                  <a:pt x="133479" y="54952"/>
                </a:lnTo>
                <a:lnTo>
                  <a:pt x="131958" y="54375"/>
                </a:lnTo>
                <a:close/>
                <a:moveTo>
                  <a:pt x="31216" y="122992"/>
                </a:moveTo>
                <a:lnTo>
                  <a:pt x="32444" y="123378"/>
                </a:lnTo>
                <a:lnTo>
                  <a:pt x="30602" y="123185"/>
                </a:lnTo>
                <a:close/>
                <a:moveTo>
                  <a:pt x="34014" y="102448"/>
                </a:moveTo>
                <a:lnTo>
                  <a:pt x="35386" y="103099"/>
                </a:lnTo>
                <a:lnTo>
                  <a:pt x="33328" y="102773"/>
                </a:lnTo>
                <a:close/>
                <a:moveTo>
                  <a:pt x="126060" y="43397"/>
                </a:moveTo>
                <a:lnTo>
                  <a:pt x="127170" y="44937"/>
                </a:lnTo>
                <a:lnTo>
                  <a:pt x="125505" y="44167"/>
                </a:lnTo>
                <a:close/>
                <a:moveTo>
                  <a:pt x="130478" y="388370"/>
                </a:moveTo>
                <a:lnTo>
                  <a:pt x="131310" y="388808"/>
                </a:lnTo>
                <a:lnTo>
                  <a:pt x="130063" y="388589"/>
                </a:lnTo>
                <a:close/>
                <a:moveTo>
                  <a:pt x="24480" y="347168"/>
                </a:moveTo>
                <a:lnTo>
                  <a:pt x="25073" y="348058"/>
                </a:lnTo>
                <a:lnTo>
                  <a:pt x="24184" y="347613"/>
                </a:lnTo>
                <a:close/>
                <a:moveTo>
                  <a:pt x="57775" y="162051"/>
                </a:moveTo>
                <a:lnTo>
                  <a:pt x="59388" y="163063"/>
                </a:lnTo>
                <a:lnTo>
                  <a:pt x="56969" y="162557"/>
                </a:lnTo>
                <a:close/>
                <a:moveTo>
                  <a:pt x="75445" y="338553"/>
                </a:moveTo>
                <a:lnTo>
                  <a:pt x="75796" y="340338"/>
                </a:lnTo>
                <a:lnTo>
                  <a:pt x="75270" y="339446"/>
                </a:lnTo>
                <a:close/>
                <a:moveTo>
                  <a:pt x="23660" y="8021"/>
                </a:moveTo>
                <a:lnTo>
                  <a:pt x="25736" y="9351"/>
                </a:lnTo>
                <a:lnTo>
                  <a:pt x="22623" y="8686"/>
                </a:lnTo>
                <a:close/>
                <a:moveTo>
                  <a:pt x="43260" y="241087"/>
                </a:moveTo>
                <a:lnTo>
                  <a:pt x="43990" y="241842"/>
                </a:lnTo>
                <a:lnTo>
                  <a:pt x="42896" y="241464"/>
                </a:lnTo>
                <a:close/>
                <a:moveTo>
                  <a:pt x="39862" y="280245"/>
                </a:moveTo>
                <a:lnTo>
                  <a:pt x="41595" y="281227"/>
                </a:lnTo>
                <a:lnTo>
                  <a:pt x="38996" y="280736"/>
                </a:lnTo>
                <a:close/>
                <a:moveTo>
                  <a:pt x="133767" y="7573"/>
                </a:moveTo>
                <a:lnTo>
                  <a:pt x="135225" y="9001"/>
                </a:lnTo>
                <a:lnTo>
                  <a:pt x="133037" y="8287"/>
                </a:lnTo>
                <a:close/>
                <a:moveTo>
                  <a:pt x="101429" y="216484"/>
                </a:moveTo>
                <a:lnTo>
                  <a:pt x="103270" y="218264"/>
                </a:lnTo>
                <a:lnTo>
                  <a:pt x="100508" y="217374"/>
                </a:lnTo>
                <a:close/>
                <a:moveTo>
                  <a:pt x="1155" y="341325"/>
                </a:moveTo>
                <a:lnTo>
                  <a:pt x="1681" y="341668"/>
                </a:lnTo>
                <a:lnTo>
                  <a:pt x="893" y="341497"/>
                </a:lnTo>
                <a:close/>
                <a:moveTo>
                  <a:pt x="19012" y="267316"/>
                </a:moveTo>
                <a:lnTo>
                  <a:pt x="20819" y="268730"/>
                </a:lnTo>
                <a:lnTo>
                  <a:pt x="18109" y="268023"/>
                </a:lnTo>
                <a:close/>
                <a:moveTo>
                  <a:pt x="72282" y="275379"/>
                </a:moveTo>
                <a:lnTo>
                  <a:pt x="73860" y="276774"/>
                </a:lnTo>
                <a:lnTo>
                  <a:pt x="71493" y="276076"/>
                </a:lnTo>
                <a:close/>
                <a:moveTo>
                  <a:pt x="32290" y="201864"/>
                </a:moveTo>
                <a:lnTo>
                  <a:pt x="34116" y="203458"/>
                </a:lnTo>
                <a:lnTo>
                  <a:pt x="31376" y="202661"/>
                </a:lnTo>
                <a:close/>
                <a:moveTo>
                  <a:pt x="18819" y="325255"/>
                </a:moveTo>
                <a:lnTo>
                  <a:pt x="20776" y="326029"/>
                </a:lnTo>
                <a:lnTo>
                  <a:pt x="17840" y="325642"/>
                </a:lnTo>
                <a:close/>
                <a:moveTo>
                  <a:pt x="83120" y="93085"/>
                </a:moveTo>
                <a:lnTo>
                  <a:pt x="83824" y="94716"/>
                </a:lnTo>
                <a:lnTo>
                  <a:pt x="82767" y="93900"/>
                </a:lnTo>
                <a:close/>
                <a:moveTo>
                  <a:pt x="49019" y="168030"/>
                </a:moveTo>
                <a:lnTo>
                  <a:pt x="51118" y="169320"/>
                </a:lnTo>
                <a:lnTo>
                  <a:pt x="47970" y="168675"/>
                </a:lnTo>
                <a:close/>
                <a:moveTo>
                  <a:pt x="13987" y="22276"/>
                </a:moveTo>
                <a:lnTo>
                  <a:pt x="15277" y="23335"/>
                </a:lnTo>
                <a:lnTo>
                  <a:pt x="13343" y="22806"/>
                </a:lnTo>
                <a:close/>
                <a:moveTo>
                  <a:pt x="135770" y="103053"/>
                </a:moveTo>
                <a:lnTo>
                  <a:pt x="137168" y="104220"/>
                </a:lnTo>
                <a:lnTo>
                  <a:pt x="135071" y="103637"/>
                </a:lnTo>
                <a:close/>
                <a:moveTo>
                  <a:pt x="97195" y="257922"/>
                </a:moveTo>
                <a:lnTo>
                  <a:pt x="98721" y="258533"/>
                </a:lnTo>
                <a:lnTo>
                  <a:pt x="96432" y="258228"/>
                </a:lnTo>
                <a:close/>
                <a:moveTo>
                  <a:pt x="69310" y="257763"/>
                </a:moveTo>
                <a:lnTo>
                  <a:pt x="71494" y="258958"/>
                </a:lnTo>
                <a:lnTo>
                  <a:pt x="68218" y="258361"/>
                </a:lnTo>
                <a:close/>
                <a:moveTo>
                  <a:pt x="103739" y="229967"/>
                </a:moveTo>
                <a:lnTo>
                  <a:pt x="105331" y="230434"/>
                </a:lnTo>
                <a:lnTo>
                  <a:pt x="102942" y="230200"/>
                </a:lnTo>
                <a:close/>
                <a:moveTo>
                  <a:pt x="108136" y="161044"/>
                </a:moveTo>
                <a:lnTo>
                  <a:pt x="109040" y="162193"/>
                </a:lnTo>
                <a:lnTo>
                  <a:pt x="107684" y="161618"/>
                </a:lnTo>
                <a:close/>
                <a:moveTo>
                  <a:pt x="68894" y="149101"/>
                </a:moveTo>
                <a:lnTo>
                  <a:pt x="69696" y="150213"/>
                </a:lnTo>
                <a:lnTo>
                  <a:pt x="68493" y="149657"/>
                </a:lnTo>
                <a:close/>
                <a:moveTo>
                  <a:pt x="115364" y="67712"/>
                </a:moveTo>
                <a:lnTo>
                  <a:pt x="117063" y="68480"/>
                </a:lnTo>
                <a:lnTo>
                  <a:pt x="114514" y="68096"/>
                </a:lnTo>
                <a:close/>
                <a:moveTo>
                  <a:pt x="74611" y="71611"/>
                </a:moveTo>
                <a:lnTo>
                  <a:pt x="76459" y="72354"/>
                </a:lnTo>
                <a:lnTo>
                  <a:pt x="73686" y="71983"/>
                </a:lnTo>
                <a:close/>
                <a:moveTo>
                  <a:pt x="25691" y="109038"/>
                </a:moveTo>
                <a:lnTo>
                  <a:pt x="27412" y="110265"/>
                </a:lnTo>
                <a:lnTo>
                  <a:pt x="24830" y="109651"/>
                </a:lnTo>
                <a:close/>
                <a:moveTo>
                  <a:pt x="18139" y="355247"/>
                </a:moveTo>
                <a:lnTo>
                  <a:pt x="18564" y="356980"/>
                </a:lnTo>
                <a:lnTo>
                  <a:pt x="17927" y="356114"/>
                </a:lnTo>
                <a:close/>
                <a:moveTo>
                  <a:pt x="39737" y="195962"/>
                </a:moveTo>
                <a:lnTo>
                  <a:pt x="40372" y="196872"/>
                </a:lnTo>
                <a:lnTo>
                  <a:pt x="39419" y="196417"/>
                </a:lnTo>
                <a:close/>
                <a:moveTo>
                  <a:pt x="16395" y="179096"/>
                </a:moveTo>
                <a:lnTo>
                  <a:pt x="18114" y="180135"/>
                </a:lnTo>
                <a:lnTo>
                  <a:pt x="15535" y="179616"/>
                </a:lnTo>
                <a:close/>
                <a:moveTo>
                  <a:pt x="88001" y="344184"/>
                </a:moveTo>
                <a:lnTo>
                  <a:pt x="89513" y="345751"/>
                </a:lnTo>
                <a:lnTo>
                  <a:pt x="87245" y="344967"/>
                </a:lnTo>
                <a:close/>
                <a:moveTo>
                  <a:pt x="53527" y="62587"/>
                </a:moveTo>
                <a:lnTo>
                  <a:pt x="54112" y="64102"/>
                </a:lnTo>
                <a:lnTo>
                  <a:pt x="53234" y="63345"/>
                </a:lnTo>
                <a:close/>
                <a:moveTo>
                  <a:pt x="824" y="9975"/>
                </a:moveTo>
                <a:lnTo>
                  <a:pt x="1727" y="11023"/>
                </a:lnTo>
                <a:lnTo>
                  <a:pt x="373" y="10499"/>
                </a:lnTo>
                <a:close/>
                <a:moveTo>
                  <a:pt x="117399" y="148209"/>
                </a:moveTo>
                <a:lnTo>
                  <a:pt x="118314" y="148745"/>
                </a:lnTo>
                <a:lnTo>
                  <a:pt x="116942" y="148477"/>
                </a:lnTo>
                <a:close/>
                <a:moveTo>
                  <a:pt x="121047" y="51498"/>
                </a:moveTo>
                <a:lnTo>
                  <a:pt x="121427" y="52288"/>
                </a:lnTo>
                <a:lnTo>
                  <a:pt x="120857" y="51893"/>
                </a:lnTo>
                <a:close/>
                <a:moveTo>
                  <a:pt x="18589" y="287342"/>
                </a:moveTo>
                <a:lnTo>
                  <a:pt x="19277" y="287981"/>
                </a:lnTo>
                <a:lnTo>
                  <a:pt x="18246" y="287661"/>
                </a:lnTo>
                <a:close/>
                <a:moveTo>
                  <a:pt x="49181" y="54534"/>
                </a:moveTo>
                <a:lnTo>
                  <a:pt x="50565" y="54838"/>
                </a:lnTo>
                <a:lnTo>
                  <a:pt x="48489" y="54686"/>
                </a:lnTo>
                <a:close/>
                <a:moveTo>
                  <a:pt x="117464" y="314046"/>
                </a:moveTo>
                <a:lnTo>
                  <a:pt x="118804" y="315030"/>
                </a:lnTo>
                <a:lnTo>
                  <a:pt x="116794" y="314538"/>
                </a:lnTo>
                <a:close/>
                <a:moveTo>
                  <a:pt x="138397" y="359339"/>
                </a:moveTo>
                <a:lnTo>
                  <a:pt x="139160" y="360593"/>
                </a:lnTo>
                <a:lnTo>
                  <a:pt x="138016" y="359966"/>
                </a:lnTo>
                <a:close/>
                <a:moveTo>
                  <a:pt x="116990" y="105479"/>
                </a:moveTo>
                <a:lnTo>
                  <a:pt x="118100" y="106508"/>
                </a:lnTo>
                <a:lnTo>
                  <a:pt x="116435" y="105993"/>
                </a:lnTo>
                <a:close/>
                <a:moveTo>
                  <a:pt x="6767" y="257145"/>
                </a:moveTo>
                <a:lnTo>
                  <a:pt x="7362" y="258925"/>
                </a:lnTo>
                <a:lnTo>
                  <a:pt x="6469" y="258035"/>
                </a:lnTo>
                <a:close/>
                <a:moveTo>
                  <a:pt x="55505" y="71556"/>
                </a:moveTo>
                <a:lnTo>
                  <a:pt x="57490" y="72766"/>
                </a:lnTo>
                <a:lnTo>
                  <a:pt x="54512" y="72161"/>
                </a:lnTo>
                <a:close/>
                <a:moveTo>
                  <a:pt x="114483" y="160513"/>
                </a:moveTo>
                <a:lnTo>
                  <a:pt x="116110" y="161842"/>
                </a:lnTo>
                <a:lnTo>
                  <a:pt x="113669" y="161177"/>
                </a:lnTo>
                <a:close/>
                <a:moveTo>
                  <a:pt x="73058" y="339679"/>
                </a:moveTo>
                <a:lnTo>
                  <a:pt x="74625" y="340185"/>
                </a:lnTo>
                <a:lnTo>
                  <a:pt x="72275" y="339932"/>
                </a:lnTo>
                <a:close/>
                <a:moveTo>
                  <a:pt x="9072" y="292852"/>
                </a:moveTo>
                <a:lnTo>
                  <a:pt x="10720" y="293273"/>
                </a:lnTo>
                <a:lnTo>
                  <a:pt x="8248" y="293062"/>
                </a:lnTo>
                <a:close/>
                <a:moveTo>
                  <a:pt x="2814" y="382441"/>
                </a:moveTo>
                <a:lnTo>
                  <a:pt x="4473" y="383903"/>
                </a:lnTo>
                <a:lnTo>
                  <a:pt x="1985" y="383172"/>
                </a:lnTo>
                <a:close/>
                <a:moveTo>
                  <a:pt x="92440" y="15860"/>
                </a:moveTo>
                <a:lnTo>
                  <a:pt x="94095" y="17266"/>
                </a:lnTo>
                <a:lnTo>
                  <a:pt x="91613" y="16563"/>
                </a:lnTo>
                <a:close/>
                <a:moveTo>
                  <a:pt x="105611" y="278979"/>
                </a:moveTo>
                <a:lnTo>
                  <a:pt x="106054" y="280013"/>
                </a:lnTo>
                <a:lnTo>
                  <a:pt x="105389" y="279496"/>
                </a:lnTo>
                <a:close/>
                <a:moveTo>
                  <a:pt x="136435" y="146138"/>
                </a:moveTo>
                <a:lnTo>
                  <a:pt x="137133" y="147737"/>
                </a:lnTo>
                <a:lnTo>
                  <a:pt x="136085" y="146937"/>
                </a:lnTo>
                <a:close/>
                <a:moveTo>
                  <a:pt x="44168" y="356060"/>
                </a:moveTo>
                <a:lnTo>
                  <a:pt x="45765" y="357428"/>
                </a:lnTo>
                <a:lnTo>
                  <a:pt x="43370" y="356744"/>
                </a:lnTo>
                <a:close/>
                <a:moveTo>
                  <a:pt x="141324" y="252095"/>
                </a:moveTo>
                <a:lnTo>
                  <a:pt x="142752" y="252805"/>
                </a:lnTo>
                <a:lnTo>
                  <a:pt x="140610" y="252450"/>
                </a:lnTo>
                <a:close/>
                <a:moveTo>
                  <a:pt x="87712" y="162828"/>
                </a:moveTo>
                <a:lnTo>
                  <a:pt x="88255" y="163195"/>
                </a:lnTo>
                <a:lnTo>
                  <a:pt x="87441" y="163012"/>
                </a:lnTo>
                <a:close/>
                <a:moveTo>
                  <a:pt x="75558" y="48246"/>
                </a:moveTo>
                <a:lnTo>
                  <a:pt x="76665" y="48850"/>
                </a:lnTo>
                <a:lnTo>
                  <a:pt x="75005" y="48548"/>
                </a:lnTo>
                <a:close/>
                <a:moveTo>
                  <a:pt x="41135" y="88576"/>
                </a:moveTo>
                <a:lnTo>
                  <a:pt x="42906" y="89132"/>
                </a:lnTo>
                <a:lnTo>
                  <a:pt x="40250" y="88854"/>
                </a:lnTo>
                <a:close/>
                <a:moveTo>
                  <a:pt x="127749" y="265379"/>
                </a:moveTo>
                <a:lnTo>
                  <a:pt x="129338" y="266314"/>
                </a:lnTo>
                <a:lnTo>
                  <a:pt x="126955" y="265847"/>
                </a:lnTo>
                <a:close/>
                <a:moveTo>
                  <a:pt x="62156" y="379926"/>
                </a:moveTo>
                <a:lnTo>
                  <a:pt x="63806" y="381192"/>
                </a:lnTo>
                <a:lnTo>
                  <a:pt x="61331" y="380559"/>
                </a:lnTo>
                <a:close/>
                <a:moveTo>
                  <a:pt x="2721" y="101531"/>
                </a:moveTo>
                <a:lnTo>
                  <a:pt x="4467" y="102800"/>
                </a:lnTo>
                <a:lnTo>
                  <a:pt x="1848" y="102165"/>
                </a:lnTo>
                <a:close/>
                <a:moveTo>
                  <a:pt x="81775" y="237067"/>
                </a:moveTo>
                <a:lnTo>
                  <a:pt x="83680" y="238452"/>
                </a:lnTo>
                <a:lnTo>
                  <a:pt x="80822" y="237760"/>
                </a:lnTo>
                <a:close/>
                <a:moveTo>
                  <a:pt x="127970" y="207787"/>
                </a:moveTo>
                <a:lnTo>
                  <a:pt x="130061" y="208362"/>
                </a:lnTo>
                <a:lnTo>
                  <a:pt x="126925" y="208075"/>
                </a:lnTo>
                <a:close/>
                <a:moveTo>
                  <a:pt x="66948" y="91867"/>
                </a:moveTo>
                <a:lnTo>
                  <a:pt x="67444" y="92506"/>
                </a:lnTo>
                <a:lnTo>
                  <a:pt x="66699" y="92187"/>
                </a:lnTo>
                <a:close/>
                <a:moveTo>
                  <a:pt x="66026" y="328858"/>
                </a:moveTo>
                <a:lnTo>
                  <a:pt x="66702" y="329565"/>
                </a:lnTo>
                <a:lnTo>
                  <a:pt x="65689" y="329211"/>
                </a:lnTo>
                <a:close/>
                <a:moveTo>
                  <a:pt x="25216" y="368058"/>
                </a:moveTo>
                <a:lnTo>
                  <a:pt x="27131" y="369374"/>
                </a:lnTo>
                <a:lnTo>
                  <a:pt x="24259" y="368716"/>
                </a:lnTo>
                <a:close/>
                <a:moveTo>
                  <a:pt x="131599" y="374509"/>
                </a:moveTo>
                <a:lnTo>
                  <a:pt x="133098" y="375387"/>
                </a:lnTo>
                <a:lnTo>
                  <a:pt x="130850" y="374948"/>
                </a:lnTo>
                <a:close/>
                <a:moveTo>
                  <a:pt x="82859" y="323864"/>
                </a:moveTo>
                <a:lnTo>
                  <a:pt x="84942" y="324832"/>
                </a:lnTo>
                <a:lnTo>
                  <a:pt x="81818" y="324348"/>
                </a:lnTo>
                <a:close/>
                <a:moveTo>
                  <a:pt x="4792" y="316383"/>
                </a:moveTo>
                <a:lnTo>
                  <a:pt x="5754" y="316962"/>
                </a:lnTo>
                <a:lnTo>
                  <a:pt x="4311" y="316673"/>
                </a:lnTo>
                <a:close/>
                <a:moveTo>
                  <a:pt x="130529" y="377716"/>
                </a:moveTo>
                <a:lnTo>
                  <a:pt x="131406" y="379195"/>
                </a:lnTo>
                <a:lnTo>
                  <a:pt x="130090" y="378455"/>
                </a:lnTo>
                <a:close/>
                <a:moveTo>
                  <a:pt x="9361" y="159199"/>
                </a:moveTo>
                <a:lnTo>
                  <a:pt x="9963" y="160938"/>
                </a:lnTo>
                <a:lnTo>
                  <a:pt x="9061" y="160068"/>
                </a:lnTo>
                <a:close/>
                <a:moveTo>
                  <a:pt x="76147" y="226174"/>
                </a:moveTo>
                <a:lnTo>
                  <a:pt x="77803" y="227862"/>
                </a:lnTo>
                <a:lnTo>
                  <a:pt x="75319" y="227018"/>
                </a:lnTo>
                <a:close/>
                <a:moveTo>
                  <a:pt x="83784" y="65371"/>
                </a:moveTo>
                <a:lnTo>
                  <a:pt x="84787" y="66347"/>
                </a:lnTo>
                <a:lnTo>
                  <a:pt x="83282" y="65859"/>
                </a:lnTo>
                <a:close/>
                <a:moveTo>
                  <a:pt x="95563" y="72958"/>
                </a:moveTo>
                <a:lnTo>
                  <a:pt x="96170" y="73850"/>
                </a:lnTo>
                <a:lnTo>
                  <a:pt x="95259" y="73404"/>
                </a:lnTo>
                <a:close/>
                <a:moveTo>
                  <a:pt x="108090" y="284928"/>
                </a:moveTo>
                <a:lnTo>
                  <a:pt x="109491" y="286647"/>
                </a:lnTo>
                <a:lnTo>
                  <a:pt x="107390" y="285788"/>
                </a:lnTo>
                <a:close/>
                <a:moveTo>
                  <a:pt x="86575" y="163587"/>
                </a:moveTo>
                <a:lnTo>
                  <a:pt x="87480" y="165257"/>
                </a:lnTo>
                <a:lnTo>
                  <a:pt x="86123" y="164422"/>
                </a:lnTo>
                <a:close/>
                <a:moveTo>
                  <a:pt x="2796" y="112471"/>
                </a:moveTo>
                <a:lnTo>
                  <a:pt x="3984" y="113706"/>
                </a:lnTo>
                <a:lnTo>
                  <a:pt x="2202" y="113089"/>
                </a:lnTo>
                <a:close/>
                <a:moveTo>
                  <a:pt x="34146" y="344537"/>
                </a:moveTo>
                <a:lnTo>
                  <a:pt x="34791" y="345098"/>
                </a:lnTo>
                <a:lnTo>
                  <a:pt x="33824" y="344818"/>
                </a:lnTo>
                <a:close/>
                <a:moveTo>
                  <a:pt x="26658" y="46358"/>
                </a:moveTo>
                <a:lnTo>
                  <a:pt x="27134" y="47659"/>
                </a:lnTo>
                <a:lnTo>
                  <a:pt x="26421" y="47008"/>
                </a:lnTo>
                <a:close/>
                <a:moveTo>
                  <a:pt x="139933" y="59910"/>
                </a:moveTo>
                <a:lnTo>
                  <a:pt x="141202" y="61464"/>
                </a:lnTo>
                <a:lnTo>
                  <a:pt x="139298" y="60687"/>
                </a:lnTo>
                <a:close/>
                <a:moveTo>
                  <a:pt x="127962" y="222013"/>
                </a:moveTo>
                <a:lnTo>
                  <a:pt x="129833" y="222714"/>
                </a:lnTo>
                <a:lnTo>
                  <a:pt x="127027" y="222364"/>
                </a:lnTo>
                <a:close/>
                <a:moveTo>
                  <a:pt x="67488" y="200777"/>
                </a:moveTo>
                <a:lnTo>
                  <a:pt x="69125" y="202296"/>
                </a:lnTo>
                <a:lnTo>
                  <a:pt x="66669" y="201536"/>
                </a:lnTo>
                <a:close/>
                <a:moveTo>
                  <a:pt x="10591" y="332916"/>
                </a:moveTo>
                <a:lnTo>
                  <a:pt x="11421" y="333947"/>
                </a:lnTo>
                <a:lnTo>
                  <a:pt x="10177" y="333431"/>
                </a:lnTo>
                <a:close/>
                <a:moveTo>
                  <a:pt x="135955" y="366536"/>
                </a:moveTo>
                <a:lnTo>
                  <a:pt x="138153" y="368167"/>
                </a:lnTo>
                <a:lnTo>
                  <a:pt x="134856" y="367351"/>
                </a:lnTo>
                <a:close/>
                <a:moveTo>
                  <a:pt x="10204" y="233038"/>
                </a:moveTo>
                <a:lnTo>
                  <a:pt x="11153" y="234653"/>
                </a:lnTo>
                <a:lnTo>
                  <a:pt x="9729" y="233846"/>
                </a:lnTo>
                <a:close/>
                <a:moveTo>
                  <a:pt x="135227" y="196231"/>
                </a:moveTo>
                <a:lnTo>
                  <a:pt x="136727" y="197417"/>
                </a:lnTo>
                <a:lnTo>
                  <a:pt x="134477" y="196824"/>
                </a:lnTo>
                <a:close/>
                <a:moveTo>
                  <a:pt x="112432" y="11307"/>
                </a:moveTo>
                <a:lnTo>
                  <a:pt x="112800" y="12490"/>
                </a:lnTo>
                <a:lnTo>
                  <a:pt x="112248" y="11898"/>
                </a:lnTo>
                <a:close/>
                <a:moveTo>
                  <a:pt x="37584" y="175224"/>
                </a:moveTo>
                <a:lnTo>
                  <a:pt x="39112" y="175965"/>
                </a:lnTo>
                <a:lnTo>
                  <a:pt x="36820" y="175595"/>
                </a:lnTo>
                <a:close/>
                <a:moveTo>
                  <a:pt x="140803" y="384115"/>
                </a:moveTo>
                <a:lnTo>
                  <a:pt x="142050" y="385577"/>
                </a:lnTo>
                <a:lnTo>
                  <a:pt x="140179" y="384846"/>
                </a:lnTo>
                <a:close/>
                <a:moveTo>
                  <a:pt x="131818" y="314972"/>
                </a:moveTo>
                <a:lnTo>
                  <a:pt x="132617" y="315788"/>
                </a:lnTo>
                <a:lnTo>
                  <a:pt x="131418" y="315380"/>
                </a:lnTo>
                <a:close/>
                <a:moveTo>
                  <a:pt x="100512" y="274627"/>
                </a:moveTo>
                <a:lnTo>
                  <a:pt x="101059" y="275188"/>
                </a:lnTo>
                <a:lnTo>
                  <a:pt x="100238" y="274907"/>
                </a:lnTo>
                <a:close/>
                <a:moveTo>
                  <a:pt x="62916" y="11682"/>
                </a:moveTo>
                <a:lnTo>
                  <a:pt x="64664" y="12629"/>
                </a:lnTo>
                <a:lnTo>
                  <a:pt x="62043" y="12156"/>
                </a:lnTo>
                <a:close/>
                <a:moveTo>
                  <a:pt x="59888" y="46189"/>
                </a:moveTo>
                <a:lnTo>
                  <a:pt x="60539" y="47331"/>
                </a:lnTo>
                <a:lnTo>
                  <a:pt x="59562" y="46760"/>
                </a:lnTo>
                <a:close/>
                <a:moveTo>
                  <a:pt x="124871" y="230361"/>
                </a:moveTo>
                <a:lnTo>
                  <a:pt x="125670" y="231292"/>
                </a:lnTo>
                <a:lnTo>
                  <a:pt x="124471" y="230826"/>
                </a:lnTo>
                <a:close/>
                <a:moveTo>
                  <a:pt x="68589" y="357799"/>
                </a:moveTo>
                <a:lnTo>
                  <a:pt x="69145" y="359142"/>
                </a:lnTo>
                <a:lnTo>
                  <a:pt x="68312" y="358470"/>
                </a:lnTo>
                <a:close/>
                <a:moveTo>
                  <a:pt x="135741" y="59754"/>
                </a:moveTo>
                <a:lnTo>
                  <a:pt x="136413" y="61148"/>
                </a:lnTo>
                <a:lnTo>
                  <a:pt x="135405" y="60451"/>
                </a:lnTo>
                <a:close/>
                <a:moveTo>
                  <a:pt x="141400" y="277425"/>
                </a:moveTo>
                <a:lnTo>
                  <a:pt x="141891" y="278008"/>
                </a:lnTo>
                <a:lnTo>
                  <a:pt x="141154" y="277717"/>
                </a:lnTo>
                <a:close/>
                <a:moveTo>
                  <a:pt x="53363" y="265474"/>
                </a:moveTo>
                <a:lnTo>
                  <a:pt x="54859" y="266367"/>
                </a:lnTo>
                <a:lnTo>
                  <a:pt x="52615" y="265920"/>
                </a:lnTo>
                <a:close/>
                <a:moveTo>
                  <a:pt x="57758" y="75452"/>
                </a:moveTo>
                <a:lnTo>
                  <a:pt x="59479" y="75957"/>
                </a:lnTo>
                <a:lnTo>
                  <a:pt x="56897" y="75705"/>
                </a:lnTo>
                <a:close/>
                <a:moveTo>
                  <a:pt x="130188" y="267287"/>
                </a:moveTo>
                <a:lnTo>
                  <a:pt x="132212" y="267898"/>
                </a:lnTo>
                <a:lnTo>
                  <a:pt x="129176" y="267592"/>
                </a:lnTo>
                <a:close/>
                <a:moveTo>
                  <a:pt x="129913" y="322752"/>
                </a:moveTo>
                <a:lnTo>
                  <a:pt x="131676" y="324231"/>
                </a:lnTo>
                <a:lnTo>
                  <a:pt x="129032" y="323492"/>
                </a:lnTo>
                <a:close/>
                <a:moveTo>
                  <a:pt x="48171" y="68684"/>
                </a:moveTo>
                <a:lnTo>
                  <a:pt x="49583" y="69676"/>
                </a:lnTo>
                <a:lnTo>
                  <a:pt x="47466" y="69180"/>
                </a:lnTo>
                <a:close/>
                <a:moveTo>
                  <a:pt x="124778" y="336787"/>
                </a:moveTo>
                <a:lnTo>
                  <a:pt x="125394" y="338140"/>
                </a:lnTo>
                <a:lnTo>
                  <a:pt x="124470" y="337464"/>
                </a:lnTo>
                <a:close/>
                <a:moveTo>
                  <a:pt x="86287" y="243291"/>
                </a:moveTo>
                <a:lnTo>
                  <a:pt x="88155" y="243858"/>
                </a:lnTo>
                <a:lnTo>
                  <a:pt x="85353" y="243575"/>
                </a:lnTo>
                <a:close/>
                <a:moveTo>
                  <a:pt x="107621" y="42856"/>
                </a:moveTo>
                <a:lnTo>
                  <a:pt x="108995" y="43333"/>
                </a:lnTo>
                <a:lnTo>
                  <a:pt x="106934" y="43095"/>
                </a:lnTo>
                <a:close/>
                <a:moveTo>
                  <a:pt x="122667" y="292173"/>
                </a:moveTo>
                <a:lnTo>
                  <a:pt x="124392" y="293528"/>
                </a:lnTo>
                <a:lnTo>
                  <a:pt x="121805" y="292850"/>
                </a:lnTo>
                <a:close/>
                <a:moveTo>
                  <a:pt x="123684" y="112159"/>
                </a:moveTo>
                <a:lnTo>
                  <a:pt x="125735" y="112966"/>
                </a:lnTo>
                <a:lnTo>
                  <a:pt x="122659" y="112563"/>
                </a:lnTo>
                <a:close/>
                <a:moveTo>
                  <a:pt x="58503" y="65313"/>
                </a:moveTo>
                <a:lnTo>
                  <a:pt x="60024" y="66934"/>
                </a:lnTo>
                <a:lnTo>
                  <a:pt x="57743" y="66124"/>
                </a:lnTo>
                <a:close/>
                <a:moveTo>
                  <a:pt x="84315" y="14871"/>
                </a:moveTo>
                <a:lnTo>
                  <a:pt x="85671" y="16488"/>
                </a:lnTo>
                <a:lnTo>
                  <a:pt x="83637" y="15680"/>
                </a:lnTo>
                <a:close/>
                <a:moveTo>
                  <a:pt x="38430" y="369667"/>
                </a:moveTo>
                <a:lnTo>
                  <a:pt x="39315" y="371141"/>
                </a:lnTo>
                <a:lnTo>
                  <a:pt x="37988" y="370404"/>
                </a:lnTo>
                <a:close/>
                <a:moveTo>
                  <a:pt x="12727" y="120570"/>
                </a:moveTo>
                <a:lnTo>
                  <a:pt x="13327" y="121357"/>
                </a:lnTo>
                <a:lnTo>
                  <a:pt x="12427" y="120964"/>
                </a:lnTo>
                <a:close/>
                <a:moveTo>
                  <a:pt x="144029" y="5840"/>
                </a:moveTo>
                <a:lnTo>
                  <a:pt x="145503" y="7604"/>
                </a:lnTo>
                <a:lnTo>
                  <a:pt x="143292" y="6722"/>
                </a:lnTo>
                <a:close/>
                <a:moveTo>
                  <a:pt x="14287" y="132404"/>
                </a:moveTo>
                <a:lnTo>
                  <a:pt x="15197" y="133195"/>
                </a:lnTo>
                <a:lnTo>
                  <a:pt x="13832" y="132800"/>
                </a:lnTo>
                <a:close/>
                <a:moveTo>
                  <a:pt x="82501" y="364198"/>
                </a:moveTo>
                <a:lnTo>
                  <a:pt x="84680" y="364972"/>
                </a:lnTo>
                <a:lnTo>
                  <a:pt x="81411" y="364585"/>
                </a:lnTo>
                <a:close/>
                <a:moveTo>
                  <a:pt x="19096" y="329124"/>
                </a:moveTo>
                <a:lnTo>
                  <a:pt x="19495" y="330891"/>
                </a:lnTo>
                <a:lnTo>
                  <a:pt x="18897" y="330007"/>
                </a:lnTo>
                <a:close/>
                <a:moveTo>
                  <a:pt x="141684" y="88549"/>
                </a:moveTo>
                <a:lnTo>
                  <a:pt x="142061" y="89983"/>
                </a:lnTo>
                <a:lnTo>
                  <a:pt x="141496" y="89266"/>
                </a:lnTo>
                <a:close/>
                <a:moveTo>
                  <a:pt x="129391" y="310540"/>
                </a:moveTo>
                <a:lnTo>
                  <a:pt x="131353" y="311204"/>
                </a:lnTo>
                <a:lnTo>
                  <a:pt x="128410" y="310872"/>
                </a:lnTo>
                <a:close/>
                <a:moveTo>
                  <a:pt x="63936" y="174466"/>
                </a:moveTo>
                <a:lnTo>
                  <a:pt x="65232" y="175018"/>
                </a:lnTo>
                <a:lnTo>
                  <a:pt x="63288" y="174742"/>
                </a:lnTo>
                <a:close/>
                <a:moveTo>
                  <a:pt x="69101" y="270217"/>
                </a:moveTo>
                <a:lnTo>
                  <a:pt x="70978" y="271724"/>
                </a:lnTo>
                <a:lnTo>
                  <a:pt x="68162" y="270970"/>
                </a:lnTo>
                <a:close/>
                <a:moveTo>
                  <a:pt x="125428" y="341760"/>
                </a:moveTo>
                <a:lnTo>
                  <a:pt x="126751" y="342352"/>
                </a:lnTo>
                <a:lnTo>
                  <a:pt x="124767" y="342056"/>
                </a:lnTo>
                <a:close/>
                <a:moveTo>
                  <a:pt x="5861" y="96021"/>
                </a:moveTo>
                <a:lnTo>
                  <a:pt x="7182" y="97766"/>
                </a:lnTo>
                <a:lnTo>
                  <a:pt x="5201" y="96894"/>
                </a:lnTo>
                <a:close/>
                <a:moveTo>
                  <a:pt x="125349" y="147786"/>
                </a:moveTo>
                <a:lnTo>
                  <a:pt x="126911" y="149011"/>
                </a:lnTo>
                <a:lnTo>
                  <a:pt x="124568" y="148399"/>
                </a:lnTo>
                <a:close/>
                <a:moveTo>
                  <a:pt x="101237" y="235084"/>
                </a:moveTo>
                <a:lnTo>
                  <a:pt x="102699" y="236691"/>
                </a:lnTo>
                <a:lnTo>
                  <a:pt x="100507" y="235887"/>
                </a:lnTo>
                <a:close/>
                <a:moveTo>
                  <a:pt x="139480" y="375712"/>
                </a:moveTo>
                <a:lnTo>
                  <a:pt x="140114" y="377004"/>
                </a:lnTo>
                <a:lnTo>
                  <a:pt x="139164" y="376358"/>
                </a:lnTo>
                <a:close/>
                <a:moveTo>
                  <a:pt x="119473" y="140932"/>
                </a:moveTo>
                <a:lnTo>
                  <a:pt x="120963" y="142221"/>
                </a:lnTo>
                <a:lnTo>
                  <a:pt x="118729" y="141577"/>
                </a:lnTo>
                <a:close/>
                <a:moveTo>
                  <a:pt x="108892" y="317959"/>
                </a:moveTo>
                <a:lnTo>
                  <a:pt x="110232" y="319020"/>
                </a:lnTo>
                <a:lnTo>
                  <a:pt x="108222" y="318490"/>
                </a:lnTo>
                <a:close/>
                <a:moveTo>
                  <a:pt x="79922" y="328775"/>
                </a:moveTo>
                <a:lnTo>
                  <a:pt x="81604" y="330554"/>
                </a:lnTo>
                <a:lnTo>
                  <a:pt x="79081" y="329664"/>
                </a:lnTo>
                <a:close/>
                <a:moveTo>
                  <a:pt x="37156" y="50585"/>
                </a:moveTo>
                <a:lnTo>
                  <a:pt x="38796" y="51200"/>
                </a:lnTo>
                <a:lnTo>
                  <a:pt x="36335" y="50893"/>
                </a:lnTo>
                <a:close/>
                <a:moveTo>
                  <a:pt x="39635" y="224570"/>
                </a:moveTo>
                <a:lnTo>
                  <a:pt x="41789" y="226022"/>
                </a:lnTo>
                <a:lnTo>
                  <a:pt x="38558" y="225296"/>
                </a:lnTo>
                <a:close/>
                <a:moveTo>
                  <a:pt x="50357" y="167617"/>
                </a:moveTo>
                <a:lnTo>
                  <a:pt x="50838" y="169405"/>
                </a:lnTo>
                <a:lnTo>
                  <a:pt x="50117" y="168511"/>
                </a:lnTo>
                <a:close/>
                <a:moveTo>
                  <a:pt x="135780" y="329121"/>
                </a:moveTo>
                <a:lnTo>
                  <a:pt x="136436" y="330826"/>
                </a:lnTo>
                <a:lnTo>
                  <a:pt x="135452" y="329974"/>
                </a:lnTo>
                <a:close/>
                <a:moveTo>
                  <a:pt x="140802" y="324825"/>
                </a:moveTo>
                <a:lnTo>
                  <a:pt x="141441" y="326187"/>
                </a:lnTo>
                <a:lnTo>
                  <a:pt x="140483" y="325506"/>
                </a:lnTo>
                <a:close/>
                <a:moveTo>
                  <a:pt x="78802" y="289572"/>
                </a:moveTo>
                <a:lnTo>
                  <a:pt x="80946" y="291219"/>
                </a:lnTo>
                <a:lnTo>
                  <a:pt x="77731" y="290396"/>
                </a:lnTo>
                <a:close/>
                <a:moveTo>
                  <a:pt x="28730" y="150391"/>
                </a:moveTo>
                <a:lnTo>
                  <a:pt x="29679" y="151087"/>
                </a:lnTo>
                <a:lnTo>
                  <a:pt x="28256" y="150739"/>
                </a:lnTo>
                <a:close/>
                <a:moveTo>
                  <a:pt x="96920" y="350985"/>
                </a:moveTo>
                <a:lnTo>
                  <a:pt x="97644" y="352396"/>
                </a:lnTo>
                <a:lnTo>
                  <a:pt x="96559" y="351690"/>
                </a:lnTo>
                <a:close/>
                <a:moveTo>
                  <a:pt x="126726" y="132529"/>
                </a:moveTo>
                <a:lnTo>
                  <a:pt x="128150" y="133552"/>
                </a:lnTo>
                <a:lnTo>
                  <a:pt x="126014" y="133041"/>
                </a:lnTo>
                <a:close/>
                <a:moveTo>
                  <a:pt x="30385" y="88296"/>
                </a:moveTo>
                <a:lnTo>
                  <a:pt x="31034" y="89275"/>
                </a:lnTo>
                <a:lnTo>
                  <a:pt x="30060" y="88786"/>
                </a:lnTo>
                <a:close/>
                <a:moveTo>
                  <a:pt x="116645" y="377452"/>
                </a:moveTo>
                <a:lnTo>
                  <a:pt x="117174" y="378960"/>
                </a:lnTo>
                <a:lnTo>
                  <a:pt x="116380" y="378206"/>
                </a:lnTo>
                <a:close/>
                <a:moveTo>
                  <a:pt x="119778" y="240682"/>
                </a:moveTo>
                <a:lnTo>
                  <a:pt x="121787" y="241778"/>
                </a:lnTo>
                <a:lnTo>
                  <a:pt x="118773" y="241230"/>
                </a:lnTo>
                <a:close/>
                <a:moveTo>
                  <a:pt x="71002" y="290060"/>
                </a:moveTo>
                <a:lnTo>
                  <a:pt x="72442" y="291123"/>
                </a:lnTo>
                <a:lnTo>
                  <a:pt x="70281" y="290592"/>
                </a:lnTo>
                <a:close/>
                <a:moveTo>
                  <a:pt x="47972" y="230382"/>
                </a:moveTo>
                <a:lnTo>
                  <a:pt x="49715" y="231655"/>
                </a:lnTo>
                <a:lnTo>
                  <a:pt x="47101" y="231018"/>
                </a:lnTo>
                <a:close/>
                <a:moveTo>
                  <a:pt x="98502" y="114533"/>
                </a:moveTo>
                <a:lnTo>
                  <a:pt x="99489" y="115478"/>
                </a:lnTo>
                <a:lnTo>
                  <a:pt x="98009" y="115005"/>
                </a:lnTo>
                <a:close/>
                <a:moveTo>
                  <a:pt x="2643" y="127072"/>
                </a:moveTo>
                <a:lnTo>
                  <a:pt x="4081" y="128775"/>
                </a:lnTo>
                <a:lnTo>
                  <a:pt x="1925" y="127923"/>
                </a:lnTo>
                <a:close/>
                <a:moveTo>
                  <a:pt x="2987" y="15545"/>
                </a:moveTo>
                <a:lnTo>
                  <a:pt x="4259" y="16182"/>
                </a:lnTo>
                <a:lnTo>
                  <a:pt x="2351" y="15863"/>
                </a:lnTo>
                <a:close/>
                <a:moveTo>
                  <a:pt x="15419" y="259681"/>
                </a:moveTo>
                <a:lnTo>
                  <a:pt x="16994" y="261250"/>
                </a:lnTo>
                <a:lnTo>
                  <a:pt x="14632" y="260466"/>
                </a:lnTo>
                <a:close/>
                <a:moveTo>
                  <a:pt x="125052" y="200944"/>
                </a:moveTo>
                <a:lnTo>
                  <a:pt x="125867" y="201494"/>
                </a:lnTo>
                <a:lnTo>
                  <a:pt x="124644" y="201219"/>
                </a:lnTo>
                <a:close/>
                <a:moveTo>
                  <a:pt x="113020" y="146936"/>
                </a:moveTo>
                <a:lnTo>
                  <a:pt x="114222" y="147546"/>
                </a:lnTo>
                <a:lnTo>
                  <a:pt x="112418" y="147241"/>
                </a:lnTo>
                <a:close/>
                <a:moveTo>
                  <a:pt x="44832" y="239892"/>
                </a:moveTo>
                <a:lnTo>
                  <a:pt x="46774" y="241409"/>
                </a:lnTo>
                <a:lnTo>
                  <a:pt x="43862" y="240650"/>
                </a:lnTo>
                <a:close/>
                <a:moveTo>
                  <a:pt x="85805" y="248011"/>
                </a:moveTo>
                <a:lnTo>
                  <a:pt x="87183" y="249771"/>
                </a:lnTo>
                <a:lnTo>
                  <a:pt x="85117" y="248891"/>
                </a:lnTo>
                <a:close/>
                <a:moveTo>
                  <a:pt x="2909" y="170545"/>
                </a:moveTo>
                <a:lnTo>
                  <a:pt x="3303" y="171728"/>
                </a:lnTo>
                <a:lnTo>
                  <a:pt x="2712" y="171136"/>
                </a:lnTo>
                <a:close/>
                <a:moveTo>
                  <a:pt x="140871" y="242614"/>
                </a:moveTo>
                <a:lnTo>
                  <a:pt x="141951" y="244047"/>
                </a:lnTo>
                <a:lnTo>
                  <a:pt x="140331" y="243331"/>
                </a:lnTo>
                <a:close/>
                <a:moveTo>
                  <a:pt x="27057" y="66112"/>
                </a:moveTo>
                <a:lnTo>
                  <a:pt x="28119" y="67522"/>
                </a:lnTo>
                <a:lnTo>
                  <a:pt x="26525" y="66817"/>
                </a:lnTo>
                <a:close/>
                <a:moveTo>
                  <a:pt x="14649" y="266139"/>
                </a:moveTo>
                <a:lnTo>
                  <a:pt x="16171" y="266774"/>
                </a:lnTo>
                <a:lnTo>
                  <a:pt x="13889" y="266457"/>
                </a:lnTo>
                <a:close/>
                <a:moveTo>
                  <a:pt x="29222" y="73757"/>
                </a:moveTo>
                <a:lnTo>
                  <a:pt x="30244" y="74171"/>
                </a:lnTo>
                <a:lnTo>
                  <a:pt x="28711" y="73964"/>
                </a:lnTo>
                <a:close/>
                <a:moveTo>
                  <a:pt x="66878" y="368796"/>
                </a:moveTo>
                <a:lnTo>
                  <a:pt x="68552" y="369769"/>
                </a:lnTo>
                <a:lnTo>
                  <a:pt x="66041" y="369282"/>
                </a:lnTo>
                <a:close/>
                <a:moveTo>
                  <a:pt x="137622" y="78233"/>
                </a:moveTo>
                <a:lnTo>
                  <a:pt x="139292" y="79425"/>
                </a:lnTo>
                <a:lnTo>
                  <a:pt x="136787" y="78829"/>
                </a:lnTo>
                <a:close/>
                <a:moveTo>
                  <a:pt x="78343" y="346329"/>
                </a:moveTo>
                <a:lnTo>
                  <a:pt x="79830" y="347770"/>
                </a:lnTo>
                <a:lnTo>
                  <a:pt x="77600" y="347050"/>
                </a:lnTo>
                <a:close/>
                <a:moveTo>
                  <a:pt x="83083" y="225898"/>
                </a:moveTo>
                <a:lnTo>
                  <a:pt x="84625" y="227373"/>
                </a:lnTo>
                <a:lnTo>
                  <a:pt x="82312" y="226636"/>
                </a:lnTo>
                <a:close/>
                <a:moveTo>
                  <a:pt x="95463" y="181537"/>
                </a:moveTo>
                <a:lnTo>
                  <a:pt x="96557" y="182682"/>
                </a:lnTo>
                <a:lnTo>
                  <a:pt x="94916" y="182109"/>
                </a:lnTo>
                <a:close/>
                <a:moveTo>
                  <a:pt x="9541" y="370284"/>
                </a:moveTo>
                <a:lnTo>
                  <a:pt x="10354" y="372041"/>
                </a:lnTo>
                <a:lnTo>
                  <a:pt x="9135" y="371163"/>
                </a:lnTo>
                <a:close/>
                <a:moveTo>
                  <a:pt x="78285" y="247535"/>
                </a:moveTo>
                <a:lnTo>
                  <a:pt x="78685" y="248552"/>
                </a:lnTo>
                <a:lnTo>
                  <a:pt x="78086" y="248043"/>
                </a:lnTo>
                <a:close/>
                <a:moveTo>
                  <a:pt x="122625" y="382501"/>
                </a:moveTo>
                <a:lnTo>
                  <a:pt x="123642" y="382881"/>
                </a:lnTo>
                <a:lnTo>
                  <a:pt x="122117" y="382691"/>
                </a:lnTo>
                <a:close/>
                <a:moveTo>
                  <a:pt x="79370" y="215531"/>
                </a:moveTo>
                <a:lnTo>
                  <a:pt x="80009" y="215873"/>
                </a:lnTo>
                <a:lnTo>
                  <a:pt x="79050" y="215702"/>
                </a:lnTo>
                <a:close/>
                <a:moveTo>
                  <a:pt x="68628" y="283811"/>
                </a:moveTo>
                <a:lnTo>
                  <a:pt x="69435" y="285567"/>
                </a:lnTo>
                <a:lnTo>
                  <a:pt x="68225" y="284689"/>
                </a:lnTo>
                <a:close/>
                <a:moveTo>
                  <a:pt x="103405" y="13325"/>
                </a:moveTo>
                <a:lnTo>
                  <a:pt x="104394" y="14652"/>
                </a:lnTo>
                <a:lnTo>
                  <a:pt x="102910" y="13988"/>
                </a:lnTo>
                <a:close/>
                <a:moveTo>
                  <a:pt x="99926" y="223746"/>
                </a:moveTo>
                <a:lnTo>
                  <a:pt x="101490" y="224938"/>
                </a:lnTo>
                <a:lnTo>
                  <a:pt x="99144" y="224342"/>
                </a:lnTo>
                <a:close/>
                <a:moveTo>
                  <a:pt x="9406" y="19884"/>
                </a:moveTo>
                <a:lnTo>
                  <a:pt x="9762" y="20319"/>
                </a:lnTo>
                <a:lnTo>
                  <a:pt x="9228" y="20101"/>
                </a:lnTo>
                <a:close/>
                <a:moveTo>
                  <a:pt x="50372" y="77389"/>
                </a:moveTo>
                <a:lnTo>
                  <a:pt x="52049" y="78941"/>
                </a:lnTo>
                <a:lnTo>
                  <a:pt x="49534" y="78165"/>
                </a:lnTo>
                <a:close/>
                <a:moveTo>
                  <a:pt x="118772" y="257468"/>
                </a:moveTo>
                <a:lnTo>
                  <a:pt x="119520" y="258072"/>
                </a:lnTo>
                <a:lnTo>
                  <a:pt x="118399" y="257770"/>
                </a:lnTo>
                <a:close/>
                <a:moveTo>
                  <a:pt x="1649" y="93584"/>
                </a:moveTo>
                <a:lnTo>
                  <a:pt x="3184" y="94178"/>
                </a:lnTo>
                <a:lnTo>
                  <a:pt x="881" y="93881"/>
                </a:lnTo>
                <a:close/>
                <a:moveTo>
                  <a:pt x="6519" y="365518"/>
                </a:moveTo>
                <a:lnTo>
                  <a:pt x="7822" y="366912"/>
                </a:lnTo>
                <a:lnTo>
                  <a:pt x="5868" y="366215"/>
                </a:lnTo>
                <a:close/>
                <a:moveTo>
                  <a:pt x="67000" y="340507"/>
                </a:moveTo>
                <a:lnTo>
                  <a:pt x="68061" y="340862"/>
                </a:lnTo>
                <a:lnTo>
                  <a:pt x="66470" y="340685"/>
                </a:lnTo>
                <a:close/>
                <a:moveTo>
                  <a:pt x="130179" y="260301"/>
                </a:moveTo>
                <a:lnTo>
                  <a:pt x="131160" y="261824"/>
                </a:lnTo>
                <a:lnTo>
                  <a:pt x="129688" y="261062"/>
                </a:lnTo>
                <a:close/>
                <a:moveTo>
                  <a:pt x="22544" y="133004"/>
                </a:moveTo>
                <a:lnTo>
                  <a:pt x="24237" y="134096"/>
                </a:lnTo>
                <a:lnTo>
                  <a:pt x="21697" y="133550"/>
                </a:lnTo>
                <a:close/>
                <a:moveTo>
                  <a:pt x="73141" y="292453"/>
                </a:moveTo>
                <a:lnTo>
                  <a:pt x="73511" y="293889"/>
                </a:lnTo>
                <a:lnTo>
                  <a:pt x="72956" y="293171"/>
                </a:lnTo>
                <a:close/>
                <a:moveTo>
                  <a:pt x="8409" y="381933"/>
                </a:moveTo>
                <a:lnTo>
                  <a:pt x="9390" y="383311"/>
                </a:lnTo>
                <a:lnTo>
                  <a:pt x="7919" y="382622"/>
                </a:lnTo>
                <a:close/>
                <a:moveTo>
                  <a:pt x="110570" y="325275"/>
                </a:moveTo>
                <a:lnTo>
                  <a:pt x="111038" y="326287"/>
                </a:lnTo>
                <a:lnTo>
                  <a:pt x="110336" y="325781"/>
                </a:lnTo>
                <a:close/>
                <a:moveTo>
                  <a:pt x="85579" y="354696"/>
                </a:moveTo>
                <a:lnTo>
                  <a:pt x="87080" y="355243"/>
                </a:lnTo>
                <a:lnTo>
                  <a:pt x="84829" y="354970"/>
                </a:lnTo>
                <a:close/>
                <a:moveTo>
                  <a:pt x="44987" y="109045"/>
                </a:moveTo>
                <a:lnTo>
                  <a:pt x="45640" y="109736"/>
                </a:lnTo>
                <a:lnTo>
                  <a:pt x="44661" y="109390"/>
                </a:lnTo>
                <a:close/>
                <a:moveTo>
                  <a:pt x="48878" y="191360"/>
                </a:moveTo>
                <a:lnTo>
                  <a:pt x="49720" y="191785"/>
                </a:lnTo>
                <a:lnTo>
                  <a:pt x="48457" y="191572"/>
                </a:lnTo>
                <a:close/>
                <a:moveTo>
                  <a:pt x="22098" y="221976"/>
                </a:moveTo>
                <a:lnTo>
                  <a:pt x="23657" y="222446"/>
                </a:lnTo>
                <a:lnTo>
                  <a:pt x="21318" y="222211"/>
                </a:lnTo>
                <a:close/>
                <a:moveTo>
                  <a:pt x="120148" y="37835"/>
                </a:moveTo>
                <a:lnTo>
                  <a:pt x="122272" y="38909"/>
                </a:lnTo>
                <a:lnTo>
                  <a:pt x="119086" y="38372"/>
                </a:lnTo>
                <a:close/>
                <a:moveTo>
                  <a:pt x="41596" y="36689"/>
                </a:moveTo>
                <a:lnTo>
                  <a:pt x="43247" y="38155"/>
                </a:lnTo>
                <a:lnTo>
                  <a:pt x="40771" y="37422"/>
                </a:lnTo>
                <a:close/>
                <a:moveTo>
                  <a:pt x="135042" y="362205"/>
                </a:moveTo>
                <a:lnTo>
                  <a:pt x="136643" y="362736"/>
                </a:lnTo>
                <a:lnTo>
                  <a:pt x="134242" y="362470"/>
                </a:lnTo>
                <a:close/>
                <a:moveTo>
                  <a:pt x="66292" y="179004"/>
                </a:moveTo>
                <a:lnTo>
                  <a:pt x="67808" y="179460"/>
                </a:lnTo>
                <a:lnTo>
                  <a:pt x="65533" y="179232"/>
                </a:lnTo>
                <a:close/>
                <a:moveTo>
                  <a:pt x="55325" y="280024"/>
                </a:moveTo>
                <a:lnTo>
                  <a:pt x="56127" y="280822"/>
                </a:lnTo>
                <a:lnTo>
                  <a:pt x="54923" y="280423"/>
                </a:lnTo>
                <a:close/>
                <a:moveTo>
                  <a:pt x="102399" y="279952"/>
                </a:moveTo>
                <a:lnTo>
                  <a:pt x="103293" y="281300"/>
                </a:lnTo>
                <a:lnTo>
                  <a:pt x="101952" y="280626"/>
                </a:lnTo>
                <a:close/>
                <a:moveTo>
                  <a:pt x="58614" y="182339"/>
                </a:moveTo>
                <a:lnTo>
                  <a:pt x="60044" y="183867"/>
                </a:lnTo>
                <a:lnTo>
                  <a:pt x="57900" y="183103"/>
                </a:lnTo>
                <a:close/>
                <a:moveTo>
                  <a:pt x="35150" y="216655"/>
                </a:moveTo>
                <a:lnTo>
                  <a:pt x="35874" y="217953"/>
                </a:lnTo>
                <a:lnTo>
                  <a:pt x="34788" y="217304"/>
                </a:lnTo>
                <a:close/>
                <a:moveTo>
                  <a:pt x="19454" y="151468"/>
                </a:moveTo>
                <a:lnTo>
                  <a:pt x="21285" y="151922"/>
                </a:lnTo>
                <a:lnTo>
                  <a:pt x="18539" y="151695"/>
                </a:lnTo>
                <a:close/>
                <a:moveTo>
                  <a:pt x="13571" y="85452"/>
                </a:moveTo>
                <a:lnTo>
                  <a:pt x="14143" y="86967"/>
                </a:lnTo>
                <a:lnTo>
                  <a:pt x="13284" y="86210"/>
                </a:lnTo>
                <a:close/>
                <a:moveTo>
                  <a:pt x="15991" y="332372"/>
                </a:moveTo>
                <a:lnTo>
                  <a:pt x="17696" y="333569"/>
                </a:lnTo>
                <a:lnTo>
                  <a:pt x="15138" y="332970"/>
                </a:lnTo>
                <a:close/>
                <a:moveTo>
                  <a:pt x="32466" y="39471"/>
                </a:moveTo>
                <a:lnTo>
                  <a:pt x="34634" y="41045"/>
                </a:lnTo>
                <a:lnTo>
                  <a:pt x="31382" y="40258"/>
                </a:lnTo>
                <a:close/>
                <a:moveTo>
                  <a:pt x="110108" y="306716"/>
                </a:moveTo>
                <a:lnTo>
                  <a:pt x="110600" y="308200"/>
                </a:lnTo>
                <a:lnTo>
                  <a:pt x="109862" y="307458"/>
                </a:lnTo>
                <a:close/>
                <a:moveTo>
                  <a:pt x="140450" y="89623"/>
                </a:moveTo>
                <a:lnTo>
                  <a:pt x="141840" y="90555"/>
                </a:lnTo>
                <a:lnTo>
                  <a:pt x="139755" y="90089"/>
                </a:lnTo>
                <a:close/>
                <a:moveTo>
                  <a:pt x="31853" y="188731"/>
                </a:moveTo>
                <a:lnTo>
                  <a:pt x="32647" y="189812"/>
                </a:lnTo>
                <a:lnTo>
                  <a:pt x="31456" y="189271"/>
                </a:lnTo>
                <a:close/>
                <a:moveTo>
                  <a:pt x="39799" y="205239"/>
                </a:moveTo>
                <a:lnTo>
                  <a:pt x="40510" y="205999"/>
                </a:lnTo>
                <a:lnTo>
                  <a:pt x="39443" y="205619"/>
                </a:lnTo>
                <a:close/>
                <a:moveTo>
                  <a:pt x="103689" y="14373"/>
                </a:moveTo>
                <a:lnTo>
                  <a:pt x="104407" y="15650"/>
                </a:lnTo>
                <a:lnTo>
                  <a:pt x="103330" y="15012"/>
                </a:lnTo>
                <a:close/>
                <a:moveTo>
                  <a:pt x="138473" y="339074"/>
                </a:moveTo>
                <a:lnTo>
                  <a:pt x="139681" y="340505"/>
                </a:lnTo>
                <a:lnTo>
                  <a:pt x="137869" y="339789"/>
                </a:lnTo>
                <a:close/>
                <a:moveTo>
                  <a:pt x="128653" y="326441"/>
                </a:moveTo>
                <a:lnTo>
                  <a:pt x="129666" y="327348"/>
                </a:lnTo>
                <a:lnTo>
                  <a:pt x="128146" y="326894"/>
                </a:lnTo>
                <a:close/>
                <a:moveTo>
                  <a:pt x="19824" y="282320"/>
                </a:moveTo>
                <a:lnTo>
                  <a:pt x="21965" y="282727"/>
                </a:lnTo>
                <a:lnTo>
                  <a:pt x="18753" y="282524"/>
                </a:lnTo>
                <a:close/>
                <a:moveTo>
                  <a:pt x="116103" y="106984"/>
                </a:moveTo>
                <a:lnTo>
                  <a:pt x="118083" y="108436"/>
                </a:lnTo>
                <a:lnTo>
                  <a:pt x="115113" y="107710"/>
                </a:lnTo>
                <a:close/>
                <a:moveTo>
                  <a:pt x="35361" y="355475"/>
                </a:moveTo>
                <a:lnTo>
                  <a:pt x="37095" y="356606"/>
                </a:lnTo>
                <a:lnTo>
                  <a:pt x="34494" y="356041"/>
                </a:lnTo>
                <a:close/>
                <a:moveTo>
                  <a:pt x="71864" y="177504"/>
                </a:moveTo>
                <a:lnTo>
                  <a:pt x="72548" y="178439"/>
                </a:lnTo>
                <a:lnTo>
                  <a:pt x="71521" y="177971"/>
                </a:lnTo>
                <a:close/>
                <a:moveTo>
                  <a:pt x="55843" y="153449"/>
                </a:moveTo>
                <a:lnTo>
                  <a:pt x="57912" y="155005"/>
                </a:lnTo>
                <a:lnTo>
                  <a:pt x="54808" y="154227"/>
                </a:lnTo>
                <a:close/>
                <a:moveTo>
                  <a:pt x="107631" y="351079"/>
                </a:moveTo>
                <a:lnTo>
                  <a:pt x="108449" y="352621"/>
                </a:lnTo>
                <a:lnTo>
                  <a:pt x="107223" y="351850"/>
                </a:lnTo>
                <a:close/>
                <a:moveTo>
                  <a:pt x="103790" y="257925"/>
                </a:moveTo>
                <a:lnTo>
                  <a:pt x="105780" y="258545"/>
                </a:lnTo>
                <a:lnTo>
                  <a:pt x="102794" y="258235"/>
                </a:lnTo>
                <a:close/>
                <a:moveTo>
                  <a:pt x="143729" y="231550"/>
                </a:moveTo>
                <a:lnTo>
                  <a:pt x="144477" y="232769"/>
                </a:lnTo>
                <a:lnTo>
                  <a:pt x="143355" y="232159"/>
                </a:lnTo>
                <a:close/>
                <a:moveTo>
                  <a:pt x="2656" y="228703"/>
                </a:moveTo>
                <a:lnTo>
                  <a:pt x="4296" y="230143"/>
                </a:lnTo>
                <a:lnTo>
                  <a:pt x="1836" y="229423"/>
                </a:lnTo>
                <a:close/>
                <a:moveTo>
                  <a:pt x="10568" y="292384"/>
                </a:moveTo>
                <a:lnTo>
                  <a:pt x="12728" y="293956"/>
                </a:lnTo>
                <a:lnTo>
                  <a:pt x="9489" y="293170"/>
                </a:lnTo>
                <a:close/>
                <a:moveTo>
                  <a:pt x="126085" y="254519"/>
                </a:moveTo>
                <a:lnTo>
                  <a:pt x="127589" y="255685"/>
                </a:lnTo>
                <a:lnTo>
                  <a:pt x="125333" y="255102"/>
                </a:lnTo>
                <a:close/>
                <a:moveTo>
                  <a:pt x="92199" y="37745"/>
                </a:moveTo>
                <a:lnTo>
                  <a:pt x="93312" y="39182"/>
                </a:lnTo>
                <a:lnTo>
                  <a:pt x="91643" y="38463"/>
                </a:lnTo>
                <a:close/>
                <a:moveTo>
                  <a:pt x="73816" y="226080"/>
                </a:moveTo>
                <a:lnTo>
                  <a:pt x="75182" y="226624"/>
                </a:lnTo>
                <a:lnTo>
                  <a:pt x="73132" y="226352"/>
                </a:lnTo>
                <a:close/>
                <a:moveTo>
                  <a:pt x="121466" y="296188"/>
                </a:moveTo>
                <a:lnTo>
                  <a:pt x="123516" y="297941"/>
                </a:lnTo>
                <a:lnTo>
                  <a:pt x="120441" y="297065"/>
                </a:lnTo>
                <a:close/>
                <a:moveTo>
                  <a:pt x="8603" y="202203"/>
                </a:moveTo>
                <a:lnTo>
                  <a:pt x="10335" y="203884"/>
                </a:lnTo>
                <a:lnTo>
                  <a:pt x="7738" y="203043"/>
                </a:lnTo>
                <a:close/>
                <a:moveTo>
                  <a:pt x="29995" y="74720"/>
                </a:moveTo>
                <a:lnTo>
                  <a:pt x="31971" y="75650"/>
                </a:lnTo>
                <a:lnTo>
                  <a:pt x="29007" y="75185"/>
                </a:lnTo>
                <a:close/>
                <a:moveTo>
                  <a:pt x="62370" y="136185"/>
                </a:moveTo>
                <a:lnTo>
                  <a:pt x="63848" y="137319"/>
                </a:lnTo>
                <a:lnTo>
                  <a:pt x="61631" y="136752"/>
                </a:lnTo>
                <a:close/>
                <a:moveTo>
                  <a:pt x="17405" y="7957"/>
                </a:moveTo>
                <a:lnTo>
                  <a:pt x="17936" y="9181"/>
                </a:lnTo>
                <a:lnTo>
                  <a:pt x="17139" y="8569"/>
                </a:lnTo>
                <a:close/>
                <a:moveTo>
                  <a:pt x="69064" y="381235"/>
                </a:moveTo>
                <a:lnTo>
                  <a:pt x="69852" y="382175"/>
                </a:lnTo>
                <a:lnTo>
                  <a:pt x="68670" y="381705"/>
                </a:lnTo>
                <a:close/>
                <a:moveTo>
                  <a:pt x="135173" y="204149"/>
                </a:moveTo>
                <a:lnTo>
                  <a:pt x="136218" y="204973"/>
                </a:lnTo>
                <a:lnTo>
                  <a:pt x="134651" y="204561"/>
                </a:lnTo>
                <a:close/>
                <a:moveTo>
                  <a:pt x="73356" y="297610"/>
                </a:moveTo>
                <a:lnTo>
                  <a:pt x="73873" y="298213"/>
                </a:lnTo>
                <a:lnTo>
                  <a:pt x="73097" y="297911"/>
                </a:lnTo>
                <a:close/>
                <a:moveTo>
                  <a:pt x="30483" y="196431"/>
                </a:moveTo>
                <a:lnTo>
                  <a:pt x="30928" y="197182"/>
                </a:lnTo>
                <a:lnTo>
                  <a:pt x="30261" y="196806"/>
                </a:lnTo>
                <a:close/>
                <a:moveTo>
                  <a:pt x="60720" y="103937"/>
                </a:moveTo>
                <a:lnTo>
                  <a:pt x="62254" y="104729"/>
                </a:lnTo>
                <a:lnTo>
                  <a:pt x="59953" y="104333"/>
                </a:lnTo>
                <a:close/>
                <a:moveTo>
                  <a:pt x="7772" y="330738"/>
                </a:moveTo>
                <a:lnTo>
                  <a:pt x="9856" y="332173"/>
                </a:lnTo>
                <a:lnTo>
                  <a:pt x="6730" y="331456"/>
                </a:lnTo>
                <a:close/>
                <a:moveTo>
                  <a:pt x="54615" y="141444"/>
                </a:moveTo>
                <a:lnTo>
                  <a:pt x="55874" y="142080"/>
                </a:lnTo>
                <a:lnTo>
                  <a:pt x="53986" y="141762"/>
                </a:lnTo>
                <a:close/>
                <a:moveTo>
                  <a:pt x="49168" y="54346"/>
                </a:moveTo>
                <a:lnTo>
                  <a:pt x="49904" y="55919"/>
                </a:lnTo>
                <a:lnTo>
                  <a:pt x="48800" y="55132"/>
                </a:lnTo>
                <a:close/>
                <a:moveTo>
                  <a:pt x="49893" y="250918"/>
                </a:moveTo>
                <a:lnTo>
                  <a:pt x="51991" y="252575"/>
                </a:lnTo>
                <a:lnTo>
                  <a:pt x="48843" y="251747"/>
                </a:lnTo>
                <a:close/>
                <a:moveTo>
                  <a:pt x="5223" y="256931"/>
                </a:moveTo>
                <a:lnTo>
                  <a:pt x="7231" y="257725"/>
                </a:lnTo>
                <a:lnTo>
                  <a:pt x="4219" y="257328"/>
                </a:lnTo>
                <a:close/>
                <a:moveTo>
                  <a:pt x="107785" y="373168"/>
                </a:moveTo>
                <a:lnTo>
                  <a:pt x="108643" y="374319"/>
                </a:lnTo>
                <a:lnTo>
                  <a:pt x="107356" y="373744"/>
                </a:lnTo>
                <a:close/>
                <a:moveTo>
                  <a:pt x="114200" y="348423"/>
                </a:moveTo>
                <a:lnTo>
                  <a:pt x="114714" y="348761"/>
                </a:lnTo>
                <a:lnTo>
                  <a:pt x="113944" y="348592"/>
                </a:lnTo>
                <a:close/>
                <a:moveTo>
                  <a:pt x="50462" y="319185"/>
                </a:moveTo>
                <a:lnTo>
                  <a:pt x="51015" y="319739"/>
                </a:lnTo>
                <a:lnTo>
                  <a:pt x="50185" y="319462"/>
                </a:lnTo>
                <a:close/>
                <a:moveTo>
                  <a:pt x="47922" y="130558"/>
                </a:moveTo>
                <a:lnTo>
                  <a:pt x="48637" y="131027"/>
                </a:lnTo>
                <a:lnTo>
                  <a:pt x="47564" y="130793"/>
                </a:lnTo>
                <a:close/>
                <a:moveTo>
                  <a:pt x="119083" y="368829"/>
                </a:moveTo>
                <a:lnTo>
                  <a:pt x="120917" y="369304"/>
                </a:lnTo>
                <a:lnTo>
                  <a:pt x="118166" y="369067"/>
                </a:lnTo>
                <a:close/>
                <a:moveTo>
                  <a:pt x="65660" y="178978"/>
                </a:moveTo>
                <a:lnTo>
                  <a:pt x="66675" y="180693"/>
                </a:lnTo>
                <a:lnTo>
                  <a:pt x="65152" y="179835"/>
                </a:lnTo>
                <a:close/>
                <a:moveTo>
                  <a:pt x="70912" y="372785"/>
                </a:moveTo>
                <a:lnTo>
                  <a:pt x="72810" y="373137"/>
                </a:lnTo>
                <a:lnTo>
                  <a:pt x="69963" y="372961"/>
                </a:lnTo>
                <a:close/>
                <a:moveTo>
                  <a:pt x="93253" y="175799"/>
                </a:moveTo>
                <a:lnTo>
                  <a:pt x="93965" y="177459"/>
                </a:lnTo>
                <a:lnTo>
                  <a:pt x="92896" y="176629"/>
                </a:lnTo>
                <a:close/>
                <a:moveTo>
                  <a:pt x="140939" y="221464"/>
                </a:moveTo>
                <a:lnTo>
                  <a:pt x="141655" y="222542"/>
                </a:lnTo>
                <a:lnTo>
                  <a:pt x="140581" y="222003"/>
                </a:lnTo>
                <a:close/>
                <a:moveTo>
                  <a:pt x="8380" y="356808"/>
                </a:moveTo>
                <a:lnTo>
                  <a:pt x="9697" y="357376"/>
                </a:lnTo>
                <a:lnTo>
                  <a:pt x="7722" y="357092"/>
                </a:lnTo>
                <a:close/>
                <a:moveTo>
                  <a:pt x="122587" y="328942"/>
                </a:moveTo>
                <a:lnTo>
                  <a:pt x="123426" y="330179"/>
                </a:lnTo>
                <a:lnTo>
                  <a:pt x="122168" y="329560"/>
                </a:lnTo>
                <a:close/>
                <a:moveTo>
                  <a:pt x="4395" y="159809"/>
                </a:moveTo>
                <a:lnTo>
                  <a:pt x="5777" y="161164"/>
                </a:lnTo>
                <a:lnTo>
                  <a:pt x="3703" y="160487"/>
                </a:lnTo>
                <a:close/>
                <a:moveTo>
                  <a:pt x="23101" y="302321"/>
                </a:moveTo>
                <a:lnTo>
                  <a:pt x="24221" y="303727"/>
                </a:lnTo>
                <a:lnTo>
                  <a:pt x="22542" y="303024"/>
                </a:lnTo>
                <a:close/>
                <a:moveTo>
                  <a:pt x="53198" y="209520"/>
                </a:moveTo>
                <a:lnTo>
                  <a:pt x="54151" y="210099"/>
                </a:lnTo>
                <a:lnTo>
                  <a:pt x="52721" y="209810"/>
                </a:lnTo>
                <a:close/>
                <a:moveTo>
                  <a:pt x="73719" y="141979"/>
                </a:moveTo>
                <a:lnTo>
                  <a:pt x="75188" y="143118"/>
                </a:lnTo>
                <a:lnTo>
                  <a:pt x="72985" y="142549"/>
                </a:lnTo>
                <a:close/>
                <a:moveTo>
                  <a:pt x="32663" y="19123"/>
                </a:moveTo>
                <a:lnTo>
                  <a:pt x="34741" y="20436"/>
                </a:lnTo>
                <a:lnTo>
                  <a:pt x="31624" y="19780"/>
                </a:lnTo>
                <a:close/>
                <a:moveTo>
                  <a:pt x="131658" y="340431"/>
                </a:moveTo>
                <a:lnTo>
                  <a:pt x="132320" y="341656"/>
                </a:lnTo>
                <a:lnTo>
                  <a:pt x="131327" y="341044"/>
                </a:lnTo>
                <a:close/>
                <a:moveTo>
                  <a:pt x="137403" y="252932"/>
                </a:moveTo>
                <a:lnTo>
                  <a:pt x="138561" y="254429"/>
                </a:lnTo>
                <a:lnTo>
                  <a:pt x="136825" y="253680"/>
                </a:lnTo>
                <a:close/>
                <a:moveTo>
                  <a:pt x="64939" y="33604"/>
                </a:moveTo>
                <a:lnTo>
                  <a:pt x="66780" y="34659"/>
                </a:lnTo>
                <a:lnTo>
                  <a:pt x="64018" y="34131"/>
                </a:lnTo>
                <a:close/>
                <a:moveTo>
                  <a:pt x="103026" y="206440"/>
                </a:moveTo>
                <a:lnTo>
                  <a:pt x="105076" y="207861"/>
                </a:lnTo>
                <a:lnTo>
                  <a:pt x="102001" y="207151"/>
                </a:lnTo>
                <a:close/>
                <a:moveTo>
                  <a:pt x="104855" y="354702"/>
                </a:moveTo>
                <a:lnTo>
                  <a:pt x="105748" y="356033"/>
                </a:lnTo>
                <a:lnTo>
                  <a:pt x="104409" y="355367"/>
                </a:lnTo>
                <a:close/>
                <a:moveTo>
                  <a:pt x="16811" y="311239"/>
                </a:moveTo>
                <a:lnTo>
                  <a:pt x="17741" y="311890"/>
                </a:lnTo>
                <a:lnTo>
                  <a:pt x="16345" y="311565"/>
                </a:lnTo>
                <a:close/>
                <a:moveTo>
                  <a:pt x="133725" y="371365"/>
                </a:moveTo>
                <a:lnTo>
                  <a:pt x="134920" y="372361"/>
                </a:lnTo>
                <a:lnTo>
                  <a:pt x="133128" y="371863"/>
                </a:lnTo>
                <a:close/>
                <a:moveTo>
                  <a:pt x="105289" y="204902"/>
                </a:moveTo>
                <a:lnTo>
                  <a:pt x="106748" y="205864"/>
                </a:lnTo>
                <a:lnTo>
                  <a:pt x="104560" y="205383"/>
                </a:lnTo>
                <a:close/>
                <a:moveTo>
                  <a:pt x="102305" y="139934"/>
                </a:moveTo>
                <a:lnTo>
                  <a:pt x="104496" y="140412"/>
                </a:lnTo>
                <a:lnTo>
                  <a:pt x="101210" y="140173"/>
                </a:lnTo>
                <a:close/>
                <a:moveTo>
                  <a:pt x="110094" y="361298"/>
                </a:moveTo>
                <a:lnTo>
                  <a:pt x="111348" y="362534"/>
                </a:lnTo>
                <a:lnTo>
                  <a:pt x="109467" y="361916"/>
                </a:lnTo>
                <a:close/>
                <a:moveTo>
                  <a:pt x="45409" y="26512"/>
                </a:moveTo>
                <a:lnTo>
                  <a:pt x="46982" y="27857"/>
                </a:lnTo>
                <a:lnTo>
                  <a:pt x="44622" y="27184"/>
                </a:lnTo>
                <a:close/>
                <a:moveTo>
                  <a:pt x="10013" y="104675"/>
                </a:moveTo>
                <a:lnTo>
                  <a:pt x="11893" y="105654"/>
                </a:lnTo>
                <a:lnTo>
                  <a:pt x="9072" y="105165"/>
                </a:lnTo>
                <a:close/>
                <a:moveTo>
                  <a:pt x="27666" y="294205"/>
                </a:moveTo>
                <a:lnTo>
                  <a:pt x="28918" y="294918"/>
                </a:lnTo>
                <a:lnTo>
                  <a:pt x="27040" y="294562"/>
                </a:lnTo>
                <a:close/>
                <a:moveTo>
                  <a:pt x="126070" y="245855"/>
                </a:moveTo>
                <a:lnTo>
                  <a:pt x="126916" y="247431"/>
                </a:lnTo>
                <a:lnTo>
                  <a:pt x="125647" y="246643"/>
                </a:lnTo>
                <a:close/>
                <a:moveTo>
                  <a:pt x="120069" y="221271"/>
                </a:moveTo>
                <a:lnTo>
                  <a:pt x="120476" y="222574"/>
                </a:lnTo>
                <a:lnTo>
                  <a:pt x="119865" y="221922"/>
                </a:lnTo>
                <a:close/>
                <a:moveTo>
                  <a:pt x="65851" y="318147"/>
                </a:moveTo>
                <a:lnTo>
                  <a:pt x="67458" y="319049"/>
                </a:lnTo>
                <a:lnTo>
                  <a:pt x="65048" y="318598"/>
                </a:lnTo>
                <a:close/>
                <a:moveTo>
                  <a:pt x="65344" y="151546"/>
                </a:moveTo>
                <a:lnTo>
                  <a:pt x="66244" y="152276"/>
                </a:lnTo>
                <a:lnTo>
                  <a:pt x="64894" y="151911"/>
                </a:lnTo>
                <a:close/>
                <a:moveTo>
                  <a:pt x="91064" y="245559"/>
                </a:moveTo>
                <a:lnTo>
                  <a:pt x="93074" y="246873"/>
                </a:lnTo>
                <a:lnTo>
                  <a:pt x="90059" y="246216"/>
                </a:lnTo>
                <a:close/>
                <a:moveTo>
                  <a:pt x="58031" y="391051"/>
                </a:moveTo>
                <a:lnTo>
                  <a:pt x="59095" y="392826"/>
                </a:lnTo>
                <a:lnTo>
                  <a:pt x="57499" y="391939"/>
                </a:lnTo>
                <a:close/>
                <a:moveTo>
                  <a:pt x="44161" y="168142"/>
                </a:moveTo>
                <a:lnTo>
                  <a:pt x="46252" y="169166"/>
                </a:lnTo>
                <a:lnTo>
                  <a:pt x="43116" y="168654"/>
                </a:lnTo>
                <a:close/>
                <a:moveTo>
                  <a:pt x="137519" y="339936"/>
                </a:moveTo>
                <a:lnTo>
                  <a:pt x="138330" y="340646"/>
                </a:lnTo>
                <a:lnTo>
                  <a:pt x="137113" y="340291"/>
                </a:lnTo>
                <a:close/>
                <a:moveTo>
                  <a:pt x="57876" y="288003"/>
                </a:moveTo>
                <a:lnTo>
                  <a:pt x="59800" y="288786"/>
                </a:lnTo>
                <a:lnTo>
                  <a:pt x="56914" y="288394"/>
                </a:lnTo>
                <a:close/>
                <a:moveTo>
                  <a:pt x="59086" y="273048"/>
                </a:moveTo>
                <a:lnTo>
                  <a:pt x="60218" y="274134"/>
                </a:lnTo>
                <a:lnTo>
                  <a:pt x="58520" y="273591"/>
                </a:lnTo>
                <a:close/>
                <a:moveTo>
                  <a:pt x="18020" y="236518"/>
                </a:moveTo>
                <a:lnTo>
                  <a:pt x="19154" y="237633"/>
                </a:lnTo>
                <a:lnTo>
                  <a:pt x="17452" y="237076"/>
                </a:lnTo>
                <a:close/>
                <a:moveTo>
                  <a:pt x="107670" y="194319"/>
                </a:moveTo>
                <a:lnTo>
                  <a:pt x="108482" y="195126"/>
                </a:lnTo>
                <a:lnTo>
                  <a:pt x="107264" y="194722"/>
                </a:lnTo>
                <a:close/>
                <a:moveTo>
                  <a:pt x="83021" y="182616"/>
                </a:moveTo>
                <a:lnTo>
                  <a:pt x="84315" y="183482"/>
                </a:lnTo>
                <a:lnTo>
                  <a:pt x="82375" y="183049"/>
                </a:lnTo>
                <a:close/>
                <a:moveTo>
                  <a:pt x="48460" y="366029"/>
                </a:moveTo>
                <a:lnTo>
                  <a:pt x="50571" y="366944"/>
                </a:lnTo>
                <a:lnTo>
                  <a:pt x="47405" y="366486"/>
                </a:lnTo>
                <a:close/>
                <a:moveTo>
                  <a:pt x="125669" y="347494"/>
                </a:moveTo>
                <a:lnTo>
                  <a:pt x="127286" y="348744"/>
                </a:lnTo>
                <a:lnTo>
                  <a:pt x="124861" y="348119"/>
                </a:lnTo>
                <a:close/>
                <a:moveTo>
                  <a:pt x="15735" y="12361"/>
                </a:moveTo>
                <a:lnTo>
                  <a:pt x="17222" y="13476"/>
                </a:lnTo>
                <a:lnTo>
                  <a:pt x="14992" y="12919"/>
                </a:lnTo>
                <a:close/>
                <a:moveTo>
                  <a:pt x="67866" y="30120"/>
                </a:moveTo>
                <a:lnTo>
                  <a:pt x="69888" y="30713"/>
                </a:lnTo>
                <a:lnTo>
                  <a:pt x="66855" y="30417"/>
                </a:lnTo>
                <a:close/>
                <a:moveTo>
                  <a:pt x="49440" y="234202"/>
                </a:moveTo>
                <a:lnTo>
                  <a:pt x="50533" y="234996"/>
                </a:lnTo>
                <a:lnTo>
                  <a:pt x="48893" y="234599"/>
                </a:lnTo>
                <a:close/>
                <a:moveTo>
                  <a:pt x="81852" y="267749"/>
                </a:moveTo>
                <a:lnTo>
                  <a:pt x="82514" y="268701"/>
                </a:lnTo>
                <a:lnTo>
                  <a:pt x="81522" y="268225"/>
                </a:lnTo>
                <a:close/>
                <a:moveTo>
                  <a:pt x="43921" y="219193"/>
                </a:moveTo>
                <a:lnTo>
                  <a:pt x="45019" y="219707"/>
                </a:lnTo>
                <a:lnTo>
                  <a:pt x="43371" y="219450"/>
                </a:lnTo>
                <a:close/>
                <a:moveTo>
                  <a:pt x="142296" y="271142"/>
                </a:moveTo>
                <a:lnTo>
                  <a:pt x="143449" y="272083"/>
                </a:lnTo>
                <a:lnTo>
                  <a:pt x="141719" y="271612"/>
                </a:lnTo>
                <a:close/>
                <a:moveTo>
                  <a:pt x="70929" y="162673"/>
                </a:moveTo>
                <a:lnTo>
                  <a:pt x="71357" y="163468"/>
                </a:lnTo>
                <a:lnTo>
                  <a:pt x="70715" y="163071"/>
                </a:lnTo>
                <a:close/>
                <a:moveTo>
                  <a:pt x="107863" y="314690"/>
                </a:moveTo>
                <a:lnTo>
                  <a:pt x="109719" y="315914"/>
                </a:lnTo>
                <a:lnTo>
                  <a:pt x="106935" y="315302"/>
                </a:lnTo>
                <a:close/>
                <a:moveTo>
                  <a:pt x="124781" y="62854"/>
                </a:moveTo>
                <a:lnTo>
                  <a:pt x="126124" y="64546"/>
                </a:lnTo>
                <a:lnTo>
                  <a:pt x="124109" y="63700"/>
                </a:lnTo>
                <a:close/>
                <a:moveTo>
                  <a:pt x="47831" y="253768"/>
                </a:moveTo>
                <a:lnTo>
                  <a:pt x="48974" y="254128"/>
                </a:lnTo>
                <a:lnTo>
                  <a:pt x="47259" y="253948"/>
                </a:lnTo>
                <a:close/>
                <a:moveTo>
                  <a:pt x="137425" y="352679"/>
                </a:moveTo>
                <a:lnTo>
                  <a:pt x="138629" y="354349"/>
                </a:lnTo>
                <a:lnTo>
                  <a:pt x="136823" y="353514"/>
                </a:lnTo>
                <a:close/>
                <a:moveTo>
                  <a:pt x="47325" y="140487"/>
                </a:moveTo>
                <a:lnTo>
                  <a:pt x="49322" y="141064"/>
                </a:lnTo>
                <a:lnTo>
                  <a:pt x="46326" y="140776"/>
                </a:lnTo>
                <a:close/>
                <a:moveTo>
                  <a:pt x="82149" y="162683"/>
                </a:moveTo>
                <a:lnTo>
                  <a:pt x="83729" y="163234"/>
                </a:lnTo>
                <a:lnTo>
                  <a:pt x="81359" y="162958"/>
                </a:lnTo>
                <a:close/>
                <a:moveTo>
                  <a:pt x="105581" y="131025"/>
                </a:moveTo>
                <a:lnTo>
                  <a:pt x="105960" y="131924"/>
                </a:lnTo>
                <a:lnTo>
                  <a:pt x="105392" y="131475"/>
                </a:lnTo>
                <a:close/>
                <a:moveTo>
                  <a:pt x="131324" y="31893"/>
                </a:moveTo>
                <a:lnTo>
                  <a:pt x="132570" y="33155"/>
                </a:lnTo>
                <a:lnTo>
                  <a:pt x="130701" y="32524"/>
                </a:lnTo>
                <a:close/>
                <a:moveTo>
                  <a:pt x="57067" y="7076"/>
                </a:moveTo>
                <a:lnTo>
                  <a:pt x="58472" y="8656"/>
                </a:lnTo>
                <a:lnTo>
                  <a:pt x="56365" y="7866"/>
                </a:lnTo>
                <a:close/>
                <a:moveTo>
                  <a:pt x="18356" y="324295"/>
                </a:moveTo>
                <a:lnTo>
                  <a:pt x="20392" y="326067"/>
                </a:lnTo>
                <a:lnTo>
                  <a:pt x="17338" y="325181"/>
                </a:lnTo>
                <a:close/>
                <a:moveTo>
                  <a:pt x="19696" y="264853"/>
                </a:moveTo>
                <a:lnTo>
                  <a:pt x="21002" y="265170"/>
                </a:lnTo>
                <a:lnTo>
                  <a:pt x="19044" y="265011"/>
                </a:lnTo>
                <a:close/>
                <a:moveTo>
                  <a:pt x="77976" y="84009"/>
                </a:moveTo>
                <a:lnTo>
                  <a:pt x="79423" y="85111"/>
                </a:lnTo>
                <a:lnTo>
                  <a:pt x="77252" y="84560"/>
                </a:lnTo>
                <a:close/>
                <a:moveTo>
                  <a:pt x="69345" y="80976"/>
                </a:moveTo>
                <a:lnTo>
                  <a:pt x="71486" y="81825"/>
                </a:lnTo>
                <a:lnTo>
                  <a:pt x="68274" y="81401"/>
                </a:lnTo>
                <a:close/>
                <a:moveTo>
                  <a:pt x="111767" y="65928"/>
                </a:moveTo>
                <a:lnTo>
                  <a:pt x="113848" y="66298"/>
                </a:lnTo>
                <a:lnTo>
                  <a:pt x="110726" y="66113"/>
                </a:lnTo>
                <a:close/>
                <a:moveTo>
                  <a:pt x="119104" y="59780"/>
                </a:moveTo>
                <a:lnTo>
                  <a:pt x="120378" y="60273"/>
                </a:lnTo>
                <a:lnTo>
                  <a:pt x="118467" y="60026"/>
                </a:lnTo>
                <a:close/>
                <a:moveTo>
                  <a:pt x="19868" y="272849"/>
                </a:moveTo>
                <a:lnTo>
                  <a:pt x="20489" y="274297"/>
                </a:lnTo>
                <a:lnTo>
                  <a:pt x="19558" y="273573"/>
                </a:lnTo>
                <a:close/>
                <a:moveTo>
                  <a:pt x="4878" y="335804"/>
                </a:moveTo>
                <a:lnTo>
                  <a:pt x="6856" y="337320"/>
                </a:lnTo>
                <a:lnTo>
                  <a:pt x="3888" y="336562"/>
                </a:lnTo>
                <a:close/>
                <a:moveTo>
                  <a:pt x="76729" y="126412"/>
                </a:moveTo>
                <a:lnTo>
                  <a:pt x="78662" y="126889"/>
                </a:lnTo>
                <a:lnTo>
                  <a:pt x="75762" y="126650"/>
                </a:lnTo>
                <a:close/>
                <a:moveTo>
                  <a:pt x="32880" y="195890"/>
                </a:moveTo>
                <a:lnTo>
                  <a:pt x="34434" y="196428"/>
                </a:lnTo>
                <a:lnTo>
                  <a:pt x="32103" y="196159"/>
                </a:lnTo>
                <a:close/>
                <a:moveTo>
                  <a:pt x="101333" y="134083"/>
                </a:moveTo>
                <a:lnTo>
                  <a:pt x="102608" y="134584"/>
                </a:lnTo>
                <a:lnTo>
                  <a:pt x="100696" y="134334"/>
                </a:lnTo>
                <a:close/>
                <a:moveTo>
                  <a:pt x="41333" y="193971"/>
                </a:moveTo>
                <a:lnTo>
                  <a:pt x="42495" y="195152"/>
                </a:lnTo>
                <a:lnTo>
                  <a:pt x="40752" y="194562"/>
                </a:lnTo>
                <a:close/>
                <a:moveTo>
                  <a:pt x="97191" y="31740"/>
                </a:moveTo>
                <a:lnTo>
                  <a:pt x="98863" y="32902"/>
                </a:lnTo>
                <a:lnTo>
                  <a:pt x="96355" y="32321"/>
                </a:lnTo>
                <a:close/>
                <a:moveTo>
                  <a:pt x="141377" y="195898"/>
                </a:moveTo>
                <a:lnTo>
                  <a:pt x="141821" y="196460"/>
                </a:lnTo>
                <a:lnTo>
                  <a:pt x="141154" y="196179"/>
                </a:lnTo>
                <a:close/>
                <a:moveTo>
                  <a:pt x="95763" y="21117"/>
                </a:moveTo>
                <a:lnTo>
                  <a:pt x="96933" y="22597"/>
                </a:lnTo>
                <a:lnTo>
                  <a:pt x="95179" y="21857"/>
                </a:lnTo>
                <a:close/>
                <a:moveTo>
                  <a:pt x="19321" y="235176"/>
                </a:moveTo>
                <a:lnTo>
                  <a:pt x="21471" y="236829"/>
                </a:lnTo>
                <a:lnTo>
                  <a:pt x="18245" y="236003"/>
                </a:lnTo>
                <a:close/>
                <a:moveTo>
                  <a:pt x="21168" y="185927"/>
                </a:moveTo>
                <a:lnTo>
                  <a:pt x="22402" y="187072"/>
                </a:lnTo>
                <a:lnTo>
                  <a:pt x="20551" y="186500"/>
                </a:lnTo>
                <a:close/>
                <a:moveTo>
                  <a:pt x="53090" y="228331"/>
                </a:moveTo>
                <a:lnTo>
                  <a:pt x="54808" y="229416"/>
                </a:lnTo>
                <a:lnTo>
                  <a:pt x="52231" y="228873"/>
                </a:lnTo>
                <a:close/>
                <a:moveTo>
                  <a:pt x="93546" y="101713"/>
                </a:moveTo>
                <a:lnTo>
                  <a:pt x="95000" y="103486"/>
                </a:lnTo>
                <a:lnTo>
                  <a:pt x="92819" y="102600"/>
                </a:lnTo>
                <a:close/>
                <a:moveTo>
                  <a:pt x="118308" y="304444"/>
                </a:moveTo>
                <a:lnTo>
                  <a:pt x="119987" y="306067"/>
                </a:lnTo>
                <a:lnTo>
                  <a:pt x="117469" y="305256"/>
                </a:lnTo>
                <a:close/>
                <a:moveTo>
                  <a:pt x="9216" y="57018"/>
                </a:moveTo>
                <a:lnTo>
                  <a:pt x="9997" y="58395"/>
                </a:lnTo>
                <a:lnTo>
                  <a:pt x="8825" y="57707"/>
                </a:lnTo>
                <a:close/>
                <a:moveTo>
                  <a:pt x="41152" y="219948"/>
                </a:moveTo>
                <a:lnTo>
                  <a:pt x="41603" y="220433"/>
                </a:lnTo>
                <a:lnTo>
                  <a:pt x="40926" y="220191"/>
                </a:lnTo>
                <a:close/>
                <a:moveTo>
                  <a:pt x="102152" y="290849"/>
                </a:moveTo>
                <a:lnTo>
                  <a:pt x="102790" y="292304"/>
                </a:lnTo>
                <a:lnTo>
                  <a:pt x="101834" y="291577"/>
                </a:lnTo>
                <a:close/>
                <a:moveTo>
                  <a:pt x="93427" y="155201"/>
                </a:moveTo>
                <a:lnTo>
                  <a:pt x="94257" y="156801"/>
                </a:lnTo>
                <a:lnTo>
                  <a:pt x="93012" y="156001"/>
                </a:lnTo>
                <a:close/>
                <a:moveTo>
                  <a:pt x="76307" y="31606"/>
                </a:moveTo>
                <a:lnTo>
                  <a:pt x="77963" y="33025"/>
                </a:lnTo>
                <a:lnTo>
                  <a:pt x="75478" y="32316"/>
                </a:lnTo>
                <a:close/>
                <a:moveTo>
                  <a:pt x="42882" y="113842"/>
                </a:moveTo>
                <a:lnTo>
                  <a:pt x="44113" y="115022"/>
                </a:lnTo>
                <a:lnTo>
                  <a:pt x="42267" y="114432"/>
                </a:lnTo>
                <a:close/>
                <a:moveTo>
                  <a:pt x="135367" y="229500"/>
                </a:moveTo>
                <a:lnTo>
                  <a:pt x="137256" y="230673"/>
                </a:lnTo>
                <a:lnTo>
                  <a:pt x="134422" y="230087"/>
                </a:lnTo>
                <a:close/>
                <a:moveTo>
                  <a:pt x="36561" y="162214"/>
                </a:moveTo>
                <a:lnTo>
                  <a:pt x="37146" y="163781"/>
                </a:lnTo>
                <a:lnTo>
                  <a:pt x="36269" y="162998"/>
                </a:lnTo>
                <a:close/>
                <a:moveTo>
                  <a:pt x="98774" y="240245"/>
                </a:moveTo>
                <a:lnTo>
                  <a:pt x="99955" y="241220"/>
                </a:lnTo>
                <a:lnTo>
                  <a:pt x="98183" y="240733"/>
                </a:lnTo>
                <a:close/>
                <a:moveTo>
                  <a:pt x="33292" y="261191"/>
                </a:moveTo>
                <a:lnTo>
                  <a:pt x="35064" y="262274"/>
                </a:lnTo>
                <a:lnTo>
                  <a:pt x="32405" y="261732"/>
                </a:lnTo>
                <a:close/>
                <a:moveTo>
                  <a:pt x="51914" y="319877"/>
                </a:moveTo>
                <a:lnTo>
                  <a:pt x="52614" y="321118"/>
                </a:lnTo>
                <a:lnTo>
                  <a:pt x="51564" y="320498"/>
                </a:lnTo>
                <a:close/>
                <a:moveTo>
                  <a:pt x="17202" y="154086"/>
                </a:moveTo>
                <a:lnTo>
                  <a:pt x="18671" y="155375"/>
                </a:lnTo>
                <a:lnTo>
                  <a:pt x="16468" y="154731"/>
                </a:lnTo>
                <a:close/>
                <a:moveTo>
                  <a:pt x="130327" y="246394"/>
                </a:moveTo>
                <a:lnTo>
                  <a:pt x="131154" y="246847"/>
                </a:lnTo>
                <a:lnTo>
                  <a:pt x="129913" y="246621"/>
                </a:lnTo>
                <a:close/>
                <a:moveTo>
                  <a:pt x="96169" y="379549"/>
                </a:moveTo>
                <a:lnTo>
                  <a:pt x="97532" y="380574"/>
                </a:lnTo>
                <a:lnTo>
                  <a:pt x="95488" y="380062"/>
                </a:lnTo>
                <a:close/>
                <a:moveTo>
                  <a:pt x="39185" y="75602"/>
                </a:moveTo>
                <a:lnTo>
                  <a:pt x="39671" y="76328"/>
                </a:lnTo>
                <a:lnTo>
                  <a:pt x="38941" y="75965"/>
                </a:lnTo>
                <a:close/>
                <a:moveTo>
                  <a:pt x="71639" y="285434"/>
                </a:moveTo>
                <a:lnTo>
                  <a:pt x="73476" y="286308"/>
                </a:lnTo>
                <a:lnTo>
                  <a:pt x="70720" y="285871"/>
                </a:lnTo>
                <a:close/>
                <a:moveTo>
                  <a:pt x="17377" y="4243"/>
                </a:moveTo>
                <a:lnTo>
                  <a:pt x="19259" y="5077"/>
                </a:lnTo>
                <a:lnTo>
                  <a:pt x="16436" y="4660"/>
                </a:lnTo>
                <a:close/>
                <a:moveTo>
                  <a:pt x="108802" y="263278"/>
                </a:moveTo>
                <a:lnTo>
                  <a:pt x="109388" y="263655"/>
                </a:lnTo>
                <a:lnTo>
                  <a:pt x="108509" y="263466"/>
                </a:lnTo>
                <a:close/>
                <a:moveTo>
                  <a:pt x="18376" y="295485"/>
                </a:moveTo>
                <a:lnTo>
                  <a:pt x="18793" y="297129"/>
                </a:lnTo>
                <a:lnTo>
                  <a:pt x="18168" y="296307"/>
                </a:lnTo>
                <a:close/>
                <a:moveTo>
                  <a:pt x="78283" y="64297"/>
                </a:moveTo>
                <a:lnTo>
                  <a:pt x="78813" y="64931"/>
                </a:lnTo>
                <a:lnTo>
                  <a:pt x="78017" y="64614"/>
                </a:lnTo>
                <a:close/>
                <a:moveTo>
                  <a:pt x="43750" y="378972"/>
                </a:moveTo>
                <a:lnTo>
                  <a:pt x="45730" y="380172"/>
                </a:lnTo>
                <a:lnTo>
                  <a:pt x="42760" y="379572"/>
                </a:lnTo>
                <a:close/>
                <a:moveTo>
                  <a:pt x="133776" y="273912"/>
                </a:moveTo>
                <a:lnTo>
                  <a:pt x="135502" y="275706"/>
                </a:lnTo>
                <a:lnTo>
                  <a:pt x="132913" y="274809"/>
                </a:lnTo>
                <a:close/>
                <a:moveTo>
                  <a:pt x="3341" y="106252"/>
                </a:moveTo>
                <a:lnTo>
                  <a:pt x="4084" y="106853"/>
                </a:lnTo>
                <a:lnTo>
                  <a:pt x="2969" y="106552"/>
                </a:lnTo>
                <a:close/>
                <a:moveTo>
                  <a:pt x="19527" y="259663"/>
                </a:moveTo>
                <a:lnTo>
                  <a:pt x="21252" y="260683"/>
                </a:lnTo>
                <a:lnTo>
                  <a:pt x="18665" y="260173"/>
                </a:lnTo>
                <a:close/>
                <a:moveTo>
                  <a:pt x="106162" y="178478"/>
                </a:moveTo>
                <a:lnTo>
                  <a:pt x="107974" y="180134"/>
                </a:lnTo>
                <a:lnTo>
                  <a:pt x="105255" y="179306"/>
                </a:lnTo>
                <a:close/>
                <a:moveTo>
                  <a:pt x="118405" y="214794"/>
                </a:moveTo>
                <a:lnTo>
                  <a:pt x="120506" y="216420"/>
                </a:lnTo>
                <a:lnTo>
                  <a:pt x="117355" y="215607"/>
                </a:lnTo>
                <a:close/>
                <a:moveTo>
                  <a:pt x="62297" y="382654"/>
                </a:moveTo>
                <a:lnTo>
                  <a:pt x="63132" y="384421"/>
                </a:lnTo>
                <a:lnTo>
                  <a:pt x="61880" y="383538"/>
                </a:lnTo>
                <a:close/>
                <a:moveTo>
                  <a:pt x="117227" y="225783"/>
                </a:moveTo>
                <a:lnTo>
                  <a:pt x="118180" y="226824"/>
                </a:lnTo>
                <a:lnTo>
                  <a:pt x="116750" y="226304"/>
                </a:lnTo>
                <a:close/>
                <a:moveTo>
                  <a:pt x="93424" y="29344"/>
                </a:moveTo>
                <a:lnTo>
                  <a:pt x="95232" y="30387"/>
                </a:lnTo>
                <a:lnTo>
                  <a:pt x="92520" y="29866"/>
                </a:lnTo>
                <a:close/>
                <a:moveTo>
                  <a:pt x="58899" y="878"/>
                </a:moveTo>
                <a:lnTo>
                  <a:pt x="60674" y="1708"/>
                </a:lnTo>
                <a:lnTo>
                  <a:pt x="58011" y="1293"/>
                </a:lnTo>
                <a:close/>
                <a:moveTo>
                  <a:pt x="122650" y="380316"/>
                </a:moveTo>
                <a:lnTo>
                  <a:pt x="124559" y="381574"/>
                </a:lnTo>
                <a:lnTo>
                  <a:pt x="121696" y="380945"/>
                </a:lnTo>
                <a:close/>
                <a:moveTo>
                  <a:pt x="36195" y="113189"/>
                </a:moveTo>
                <a:lnTo>
                  <a:pt x="37329" y="114787"/>
                </a:lnTo>
                <a:lnTo>
                  <a:pt x="35628" y="113988"/>
                </a:lnTo>
                <a:close/>
                <a:moveTo>
                  <a:pt x="13633" y="177070"/>
                </a:moveTo>
                <a:lnTo>
                  <a:pt x="14904" y="177592"/>
                </a:lnTo>
                <a:lnTo>
                  <a:pt x="12998" y="177331"/>
                </a:lnTo>
                <a:close/>
                <a:moveTo>
                  <a:pt x="88059" y="77536"/>
                </a:moveTo>
                <a:lnTo>
                  <a:pt x="88639" y="77856"/>
                </a:lnTo>
                <a:lnTo>
                  <a:pt x="87768" y="77696"/>
                </a:lnTo>
                <a:close/>
                <a:moveTo>
                  <a:pt x="139570" y="71872"/>
                </a:moveTo>
                <a:lnTo>
                  <a:pt x="141165" y="72937"/>
                </a:lnTo>
                <a:lnTo>
                  <a:pt x="138772" y="72404"/>
                </a:lnTo>
                <a:close/>
                <a:moveTo>
                  <a:pt x="129042" y="317612"/>
                </a:moveTo>
                <a:lnTo>
                  <a:pt x="130838" y="318852"/>
                </a:lnTo>
                <a:lnTo>
                  <a:pt x="128145" y="318232"/>
                </a:lnTo>
                <a:close/>
                <a:moveTo>
                  <a:pt x="131703" y="220304"/>
                </a:moveTo>
                <a:lnTo>
                  <a:pt x="133007" y="221689"/>
                </a:lnTo>
                <a:lnTo>
                  <a:pt x="131052" y="220997"/>
                </a:lnTo>
                <a:close/>
                <a:moveTo>
                  <a:pt x="67323" y="268800"/>
                </a:moveTo>
                <a:lnTo>
                  <a:pt x="69321" y="269495"/>
                </a:lnTo>
                <a:lnTo>
                  <a:pt x="66323" y="269147"/>
                </a:lnTo>
                <a:close/>
                <a:moveTo>
                  <a:pt x="129988" y="168781"/>
                </a:moveTo>
                <a:lnTo>
                  <a:pt x="131643" y="169548"/>
                </a:lnTo>
                <a:lnTo>
                  <a:pt x="129161" y="169164"/>
                </a:lnTo>
                <a:close/>
                <a:moveTo>
                  <a:pt x="83236" y="69175"/>
                </a:moveTo>
                <a:lnTo>
                  <a:pt x="85114" y="69561"/>
                </a:lnTo>
                <a:lnTo>
                  <a:pt x="82297" y="69368"/>
                </a:lnTo>
                <a:close/>
                <a:moveTo>
                  <a:pt x="15169" y="22091"/>
                </a:moveTo>
                <a:lnTo>
                  <a:pt x="16758" y="22509"/>
                </a:lnTo>
                <a:lnTo>
                  <a:pt x="14375" y="22300"/>
                </a:lnTo>
                <a:close/>
                <a:moveTo>
                  <a:pt x="24976" y="81396"/>
                </a:moveTo>
                <a:lnTo>
                  <a:pt x="26454" y="82171"/>
                </a:lnTo>
                <a:lnTo>
                  <a:pt x="24237" y="81784"/>
                </a:lnTo>
                <a:close/>
                <a:moveTo>
                  <a:pt x="109026" y="332560"/>
                </a:moveTo>
                <a:lnTo>
                  <a:pt x="109843" y="333850"/>
                </a:lnTo>
                <a:lnTo>
                  <a:pt x="108617" y="333205"/>
                </a:lnTo>
                <a:close/>
                <a:moveTo>
                  <a:pt x="116308" y="29333"/>
                </a:moveTo>
                <a:lnTo>
                  <a:pt x="117571" y="30865"/>
                </a:lnTo>
                <a:lnTo>
                  <a:pt x="115677" y="30099"/>
                </a:lnTo>
                <a:close/>
                <a:moveTo>
                  <a:pt x="50791" y="17162"/>
                </a:moveTo>
                <a:lnTo>
                  <a:pt x="52473" y="17735"/>
                </a:lnTo>
                <a:lnTo>
                  <a:pt x="49951" y="17449"/>
                </a:lnTo>
                <a:close/>
                <a:moveTo>
                  <a:pt x="141100" y="27804"/>
                </a:moveTo>
                <a:lnTo>
                  <a:pt x="142240" y="28611"/>
                </a:lnTo>
                <a:lnTo>
                  <a:pt x="140531" y="28207"/>
                </a:lnTo>
                <a:close/>
                <a:moveTo>
                  <a:pt x="59311" y="134016"/>
                </a:moveTo>
                <a:lnTo>
                  <a:pt x="60602" y="134819"/>
                </a:lnTo>
                <a:lnTo>
                  <a:pt x="58665" y="134418"/>
                </a:lnTo>
                <a:close/>
                <a:moveTo>
                  <a:pt x="93209" y="198355"/>
                </a:moveTo>
                <a:lnTo>
                  <a:pt x="93657" y="198667"/>
                </a:lnTo>
                <a:lnTo>
                  <a:pt x="92985" y="198511"/>
                </a:lnTo>
                <a:close/>
                <a:moveTo>
                  <a:pt x="116289" y="203141"/>
                </a:moveTo>
                <a:lnTo>
                  <a:pt x="117244" y="204762"/>
                </a:lnTo>
                <a:lnTo>
                  <a:pt x="115811" y="203952"/>
                </a:lnTo>
                <a:close/>
                <a:moveTo>
                  <a:pt x="9559" y="90804"/>
                </a:moveTo>
                <a:lnTo>
                  <a:pt x="10201" y="91409"/>
                </a:lnTo>
                <a:lnTo>
                  <a:pt x="9238" y="91107"/>
                </a:lnTo>
                <a:close/>
                <a:moveTo>
                  <a:pt x="13326" y="129773"/>
                </a:moveTo>
                <a:lnTo>
                  <a:pt x="13976" y="130231"/>
                </a:lnTo>
                <a:lnTo>
                  <a:pt x="13002" y="130002"/>
                </a:lnTo>
                <a:close/>
                <a:moveTo>
                  <a:pt x="66891" y="195535"/>
                </a:moveTo>
                <a:lnTo>
                  <a:pt x="68860" y="196427"/>
                </a:lnTo>
                <a:lnTo>
                  <a:pt x="65907" y="195981"/>
                </a:lnTo>
                <a:close/>
                <a:moveTo>
                  <a:pt x="45073" y="365575"/>
                </a:moveTo>
                <a:lnTo>
                  <a:pt x="46783" y="366388"/>
                </a:lnTo>
                <a:lnTo>
                  <a:pt x="44219" y="365981"/>
                </a:lnTo>
                <a:close/>
                <a:moveTo>
                  <a:pt x="60719" y="108730"/>
                </a:moveTo>
                <a:lnTo>
                  <a:pt x="61875" y="110281"/>
                </a:lnTo>
                <a:lnTo>
                  <a:pt x="60142" y="109505"/>
                </a:lnTo>
                <a:close/>
                <a:moveTo>
                  <a:pt x="122546" y="328833"/>
                </a:moveTo>
                <a:lnTo>
                  <a:pt x="123293" y="329920"/>
                </a:lnTo>
                <a:lnTo>
                  <a:pt x="122172" y="329377"/>
                </a:lnTo>
                <a:close/>
                <a:moveTo>
                  <a:pt x="22143" y="292771"/>
                </a:moveTo>
                <a:lnTo>
                  <a:pt x="23617" y="294209"/>
                </a:lnTo>
                <a:lnTo>
                  <a:pt x="21407" y="293490"/>
                </a:lnTo>
                <a:close/>
                <a:moveTo>
                  <a:pt x="139042" y="359513"/>
                </a:moveTo>
                <a:lnTo>
                  <a:pt x="140616" y="361126"/>
                </a:lnTo>
                <a:lnTo>
                  <a:pt x="138256" y="360320"/>
                </a:lnTo>
                <a:close/>
                <a:moveTo>
                  <a:pt x="114937" y="106418"/>
                </a:moveTo>
                <a:lnTo>
                  <a:pt x="117129" y="108132"/>
                </a:lnTo>
                <a:lnTo>
                  <a:pt x="113841" y="107275"/>
                </a:lnTo>
                <a:close/>
                <a:moveTo>
                  <a:pt x="51532" y="57121"/>
                </a:moveTo>
                <a:lnTo>
                  <a:pt x="52501" y="58813"/>
                </a:lnTo>
                <a:lnTo>
                  <a:pt x="51047" y="57967"/>
                </a:lnTo>
                <a:close/>
                <a:moveTo>
                  <a:pt x="24040" y="319935"/>
                </a:moveTo>
                <a:lnTo>
                  <a:pt x="26091" y="320805"/>
                </a:lnTo>
                <a:lnTo>
                  <a:pt x="23014" y="320370"/>
                </a:lnTo>
                <a:close/>
                <a:moveTo>
                  <a:pt x="71584" y="139248"/>
                </a:moveTo>
                <a:lnTo>
                  <a:pt x="72537" y="140471"/>
                </a:lnTo>
                <a:lnTo>
                  <a:pt x="71108" y="139859"/>
                </a:lnTo>
                <a:close/>
                <a:moveTo>
                  <a:pt x="127755" y="229038"/>
                </a:moveTo>
                <a:lnTo>
                  <a:pt x="128354" y="229580"/>
                </a:lnTo>
                <a:lnTo>
                  <a:pt x="127456" y="229309"/>
                </a:lnTo>
                <a:close/>
                <a:moveTo>
                  <a:pt x="990" y="285641"/>
                </a:moveTo>
                <a:lnTo>
                  <a:pt x="2969" y="286339"/>
                </a:lnTo>
                <a:lnTo>
                  <a:pt x="0" y="285990"/>
                </a:lnTo>
                <a:close/>
                <a:moveTo>
                  <a:pt x="48840" y="44161"/>
                </a:moveTo>
                <a:lnTo>
                  <a:pt x="50739" y="45866"/>
                </a:lnTo>
                <a:lnTo>
                  <a:pt x="47890" y="45013"/>
                </a:lnTo>
                <a:close/>
                <a:moveTo>
                  <a:pt x="20788" y="331720"/>
                </a:moveTo>
                <a:lnTo>
                  <a:pt x="22894" y="333446"/>
                </a:lnTo>
                <a:lnTo>
                  <a:pt x="19735" y="332583"/>
                </a:lnTo>
                <a:close/>
                <a:moveTo>
                  <a:pt x="43192" y="325391"/>
                </a:moveTo>
                <a:lnTo>
                  <a:pt x="45161" y="326978"/>
                </a:lnTo>
                <a:lnTo>
                  <a:pt x="42208" y="326185"/>
                </a:lnTo>
                <a:close/>
                <a:moveTo>
                  <a:pt x="4209" y="25249"/>
                </a:moveTo>
                <a:lnTo>
                  <a:pt x="4907" y="26416"/>
                </a:lnTo>
                <a:lnTo>
                  <a:pt x="3860" y="25832"/>
                </a:lnTo>
                <a:close/>
                <a:moveTo>
                  <a:pt x="87807" y="167120"/>
                </a:moveTo>
                <a:lnTo>
                  <a:pt x="88793" y="167845"/>
                </a:lnTo>
                <a:lnTo>
                  <a:pt x="87314" y="167482"/>
                </a:lnTo>
                <a:close/>
                <a:moveTo>
                  <a:pt x="36672" y="325092"/>
                </a:moveTo>
                <a:lnTo>
                  <a:pt x="38055" y="325527"/>
                </a:lnTo>
                <a:lnTo>
                  <a:pt x="35981" y="325309"/>
                </a:lnTo>
                <a:close/>
                <a:moveTo>
                  <a:pt x="120735" y="283219"/>
                </a:moveTo>
                <a:lnTo>
                  <a:pt x="122902" y="284567"/>
                </a:lnTo>
                <a:lnTo>
                  <a:pt x="119652" y="283893"/>
                </a:lnTo>
                <a:close/>
                <a:moveTo>
                  <a:pt x="124733" y="241905"/>
                </a:moveTo>
                <a:lnTo>
                  <a:pt x="125240" y="242459"/>
                </a:lnTo>
                <a:lnTo>
                  <a:pt x="124479" y="242182"/>
                </a:lnTo>
                <a:close/>
                <a:moveTo>
                  <a:pt x="17163" y="152513"/>
                </a:moveTo>
                <a:lnTo>
                  <a:pt x="19312" y="152942"/>
                </a:lnTo>
                <a:lnTo>
                  <a:pt x="16089" y="152728"/>
                </a:lnTo>
                <a:close/>
                <a:moveTo>
                  <a:pt x="10958" y="62451"/>
                </a:moveTo>
                <a:lnTo>
                  <a:pt x="11965" y="64089"/>
                </a:lnTo>
                <a:lnTo>
                  <a:pt x="10454" y="63270"/>
                </a:lnTo>
                <a:close/>
                <a:moveTo>
                  <a:pt x="20801" y="311164"/>
                </a:moveTo>
                <a:lnTo>
                  <a:pt x="21725" y="312156"/>
                </a:lnTo>
                <a:lnTo>
                  <a:pt x="20339" y="311660"/>
                </a:lnTo>
                <a:close/>
                <a:moveTo>
                  <a:pt x="18852" y="35722"/>
                </a:moveTo>
                <a:lnTo>
                  <a:pt x="20238" y="36913"/>
                </a:lnTo>
                <a:lnTo>
                  <a:pt x="18159" y="36318"/>
                </a:lnTo>
                <a:close/>
                <a:moveTo>
                  <a:pt x="122207" y="98646"/>
                </a:moveTo>
                <a:lnTo>
                  <a:pt x="124273" y="100153"/>
                </a:lnTo>
                <a:lnTo>
                  <a:pt x="121174" y="99400"/>
                </a:lnTo>
                <a:close/>
                <a:moveTo>
                  <a:pt x="21505" y="134428"/>
                </a:moveTo>
                <a:lnTo>
                  <a:pt x="22515" y="136147"/>
                </a:lnTo>
                <a:lnTo>
                  <a:pt x="21000" y="135288"/>
                </a:lnTo>
                <a:close/>
                <a:moveTo>
                  <a:pt x="20407" y="38389"/>
                </a:moveTo>
                <a:lnTo>
                  <a:pt x="22269" y="38978"/>
                </a:lnTo>
                <a:lnTo>
                  <a:pt x="19476" y="38683"/>
                </a:lnTo>
                <a:close/>
                <a:moveTo>
                  <a:pt x="70859" y="1540"/>
                </a:moveTo>
                <a:lnTo>
                  <a:pt x="72433" y="2843"/>
                </a:lnTo>
                <a:lnTo>
                  <a:pt x="70073" y="2191"/>
                </a:lnTo>
                <a:close/>
                <a:moveTo>
                  <a:pt x="26551" y="300709"/>
                </a:moveTo>
                <a:lnTo>
                  <a:pt x="28385" y="301547"/>
                </a:lnTo>
                <a:lnTo>
                  <a:pt x="25634" y="301128"/>
                </a:lnTo>
                <a:close/>
                <a:moveTo>
                  <a:pt x="105767" y="205996"/>
                </a:moveTo>
                <a:lnTo>
                  <a:pt x="107556" y="206715"/>
                </a:lnTo>
                <a:lnTo>
                  <a:pt x="104873" y="206355"/>
                </a:lnTo>
                <a:close/>
                <a:moveTo>
                  <a:pt x="10523" y="45753"/>
                </a:moveTo>
                <a:lnTo>
                  <a:pt x="12110" y="46374"/>
                </a:lnTo>
                <a:lnTo>
                  <a:pt x="9729" y="46063"/>
                </a:lnTo>
                <a:close/>
                <a:moveTo>
                  <a:pt x="129385" y="176465"/>
                </a:moveTo>
                <a:lnTo>
                  <a:pt x="129923" y="177951"/>
                </a:lnTo>
                <a:lnTo>
                  <a:pt x="129117" y="177208"/>
                </a:lnTo>
                <a:close/>
                <a:moveTo>
                  <a:pt x="85155" y="120280"/>
                </a:moveTo>
                <a:lnTo>
                  <a:pt x="86146" y="120935"/>
                </a:lnTo>
                <a:lnTo>
                  <a:pt x="84659" y="120608"/>
                </a:lnTo>
                <a:close/>
                <a:moveTo>
                  <a:pt x="139890" y="272468"/>
                </a:moveTo>
                <a:lnTo>
                  <a:pt x="140303" y="273458"/>
                </a:lnTo>
                <a:lnTo>
                  <a:pt x="139684" y="272963"/>
                </a:lnTo>
                <a:close/>
                <a:moveTo>
                  <a:pt x="7169" y="295814"/>
                </a:moveTo>
                <a:lnTo>
                  <a:pt x="8793" y="297521"/>
                </a:lnTo>
                <a:lnTo>
                  <a:pt x="6357" y="296667"/>
                </a:lnTo>
                <a:close/>
                <a:moveTo>
                  <a:pt x="56947" y="40311"/>
                </a:moveTo>
                <a:lnTo>
                  <a:pt x="58787" y="41942"/>
                </a:lnTo>
                <a:lnTo>
                  <a:pt x="56027" y="41127"/>
                </a:lnTo>
                <a:close/>
                <a:moveTo>
                  <a:pt x="110102" y="146791"/>
                </a:moveTo>
                <a:lnTo>
                  <a:pt x="111140" y="147268"/>
                </a:lnTo>
                <a:lnTo>
                  <a:pt x="109582" y="147029"/>
                </a:lnTo>
                <a:close/>
                <a:moveTo>
                  <a:pt x="117209" y="316267"/>
                </a:moveTo>
                <a:lnTo>
                  <a:pt x="118350" y="317246"/>
                </a:lnTo>
                <a:lnTo>
                  <a:pt x="116638" y="316756"/>
                </a:lnTo>
                <a:close/>
                <a:moveTo>
                  <a:pt x="59812" y="282468"/>
                </a:moveTo>
                <a:lnTo>
                  <a:pt x="61374" y="284068"/>
                </a:lnTo>
                <a:lnTo>
                  <a:pt x="59030" y="283268"/>
                </a:lnTo>
                <a:close/>
                <a:moveTo>
                  <a:pt x="104012" y="250273"/>
                </a:moveTo>
                <a:lnTo>
                  <a:pt x="104680" y="252056"/>
                </a:lnTo>
                <a:lnTo>
                  <a:pt x="103678" y="251165"/>
                </a:lnTo>
                <a:close/>
                <a:moveTo>
                  <a:pt x="141145" y="193272"/>
                </a:moveTo>
                <a:lnTo>
                  <a:pt x="143238" y="193915"/>
                </a:lnTo>
                <a:lnTo>
                  <a:pt x="140098" y="193594"/>
                </a:lnTo>
                <a:close/>
                <a:moveTo>
                  <a:pt x="96128" y="130610"/>
                </a:moveTo>
                <a:lnTo>
                  <a:pt x="97387" y="131110"/>
                </a:lnTo>
                <a:lnTo>
                  <a:pt x="95499" y="130860"/>
                </a:lnTo>
                <a:close/>
                <a:moveTo>
                  <a:pt x="109031" y="323628"/>
                </a:moveTo>
                <a:lnTo>
                  <a:pt x="111108" y="325409"/>
                </a:lnTo>
                <a:lnTo>
                  <a:pt x="107993" y="324518"/>
                </a:lnTo>
                <a:close/>
                <a:moveTo>
                  <a:pt x="14858" y="94686"/>
                </a:moveTo>
                <a:lnTo>
                  <a:pt x="16425" y="95875"/>
                </a:lnTo>
                <a:lnTo>
                  <a:pt x="14074" y="95281"/>
                </a:lnTo>
                <a:close/>
                <a:moveTo>
                  <a:pt x="21751" y="364676"/>
                </a:moveTo>
                <a:lnTo>
                  <a:pt x="23786" y="365456"/>
                </a:lnTo>
                <a:lnTo>
                  <a:pt x="20733" y="365066"/>
                </a:lnTo>
                <a:close/>
                <a:moveTo>
                  <a:pt x="112930" y="50820"/>
                </a:moveTo>
                <a:lnTo>
                  <a:pt x="114690" y="51491"/>
                </a:lnTo>
                <a:lnTo>
                  <a:pt x="112050" y="51155"/>
                </a:lnTo>
                <a:close/>
                <a:moveTo>
                  <a:pt x="52105" y="68026"/>
                </a:moveTo>
                <a:lnTo>
                  <a:pt x="53624" y="69394"/>
                </a:lnTo>
                <a:lnTo>
                  <a:pt x="51346" y="68710"/>
                </a:lnTo>
                <a:close/>
                <a:moveTo>
                  <a:pt x="15004" y="140906"/>
                </a:moveTo>
                <a:lnTo>
                  <a:pt x="16489" y="142359"/>
                </a:lnTo>
                <a:lnTo>
                  <a:pt x="14261" y="141632"/>
                </a:lnTo>
                <a:close/>
                <a:moveTo>
                  <a:pt x="27661" y="266816"/>
                </a:moveTo>
                <a:lnTo>
                  <a:pt x="29047" y="268369"/>
                </a:lnTo>
                <a:lnTo>
                  <a:pt x="26968" y="267592"/>
                </a:lnTo>
                <a:close/>
                <a:moveTo>
                  <a:pt x="54327" y="363060"/>
                </a:moveTo>
                <a:lnTo>
                  <a:pt x="55176" y="363799"/>
                </a:lnTo>
                <a:lnTo>
                  <a:pt x="53903" y="363429"/>
                </a:lnTo>
                <a:close/>
                <a:moveTo>
                  <a:pt x="126646" y="382020"/>
                </a:moveTo>
                <a:lnTo>
                  <a:pt x="128753" y="382759"/>
                </a:lnTo>
                <a:lnTo>
                  <a:pt x="125593" y="382390"/>
                </a:lnTo>
                <a:close/>
                <a:moveTo>
                  <a:pt x="6320" y="78498"/>
                </a:moveTo>
                <a:lnTo>
                  <a:pt x="7073" y="80181"/>
                </a:lnTo>
                <a:lnTo>
                  <a:pt x="5943" y="79339"/>
                </a:lnTo>
                <a:close/>
                <a:moveTo>
                  <a:pt x="118766" y="89731"/>
                </a:moveTo>
                <a:lnTo>
                  <a:pt x="120062" y="90971"/>
                </a:lnTo>
                <a:lnTo>
                  <a:pt x="118119" y="90351"/>
                </a:lnTo>
                <a:close/>
                <a:moveTo>
                  <a:pt x="121926" y="325751"/>
                </a:moveTo>
                <a:lnTo>
                  <a:pt x="124090" y="326523"/>
                </a:lnTo>
                <a:lnTo>
                  <a:pt x="120844" y="326137"/>
                </a:lnTo>
                <a:close/>
                <a:moveTo>
                  <a:pt x="98810" y="39917"/>
                </a:moveTo>
                <a:lnTo>
                  <a:pt x="99670" y="41240"/>
                </a:lnTo>
                <a:lnTo>
                  <a:pt x="98380" y="40578"/>
                </a:lnTo>
                <a:close/>
                <a:moveTo>
                  <a:pt x="65661" y="335345"/>
                </a:moveTo>
                <a:lnTo>
                  <a:pt x="67477" y="336867"/>
                </a:lnTo>
                <a:lnTo>
                  <a:pt x="64753" y="336106"/>
                </a:lnTo>
                <a:close/>
                <a:moveTo>
                  <a:pt x="131768" y="271968"/>
                </a:moveTo>
                <a:lnTo>
                  <a:pt x="133477" y="273318"/>
                </a:lnTo>
                <a:lnTo>
                  <a:pt x="130913" y="272643"/>
                </a:lnTo>
                <a:close/>
                <a:moveTo>
                  <a:pt x="6398" y="258737"/>
                </a:moveTo>
                <a:lnTo>
                  <a:pt x="8459" y="259542"/>
                </a:lnTo>
                <a:lnTo>
                  <a:pt x="5367" y="259139"/>
                </a:lnTo>
                <a:close/>
                <a:moveTo>
                  <a:pt x="98797" y="28844"/>
                </a:moveTo>
                <a:lnTo>
                  <a:pt x="99458" y="30009"/>
                </a:lnTo>
                <a:lnTo>
                  <a:pt x="98467" y="29426"/>
                </a:lnTo>
                <a:close/>
                <a:moveTo>
                  <a:pt x="96767" y="24914"/>
                </a:moveTo>
                <a:lnTo>
                  <a:pt x="97819" y="25545"/>
                </a:lnTo>
                <a:lnTo>
                  <a:pt x="96242" y="25230"/>
                </a:lnTo>
                <a:close/>
                <a:moveTo>
                  <a:pt x="120749" y="365721"/>
                </a:moveTo>
                <a:lnTo>
                  <a:pt x="122080" y="366299"/>
                </a:lnTo>
                <a:lnTo>
                  <a:pt x="120084" y="366010"/>
                </a:lnTo>
                <a:close/>
                <a:moveTo>
                  <a:pt x="61287" y="358239"/>
                </a:moveTo>
                <a:lnTo>
                  <a:pt x="63418" y="359594"/>
                </a:lnTo>
                <a:lnTo>
                  <a:pt x="60222" y="358916"/>
                </a:lnTo>
                <a:close/>
                <a:moveTo>
                  <a:pt x="1632" y="142785"/>
                </a:moveTo>
                <a:lnTo>
                  <a:pt x="3602" y="144251"/>
                </a:lnTo>
                <a:lnTo>
                  <a:pt x="647" y="143518"/>
                </a:lnTo>
                <a:close/>
                <a:moveTo>
                  <a:pt x="21751" y="40921"/>
                </a:moveTo>
                <a:lnTo>
                  <a:pt x="23658" y="41670"/>
                </a:lnTo>
                <a:lnTo>
                  <a:pt x="20798" y="41295"/>
                </a:lnTo>
                <a:close/>
                <a:moveTo>
                  <a:pt x="141090" y="381740"/>
                </a:moveTo>
                <a:lnTo>
                  <a:pt x="142187" y="383371"/>
                </a:lnTo>
                <a:lnTo>
                  <a:pt x="140542" y="382555"/>
                </a:lnTo>
                <a:close/>
                <a:moveTo>
                  <a:pt x="92312" y="182697"/>
                </a:moveTo>
                <a:lnTo>
                  <a:pt x="92865" y="183183"/>
                </a:lnTo>
                <a:lnTo>
                  <a:pt x="92036" y="182940"/>
                </a:lnTo>
                <a:close/>
                <a:moveTo>
                  <a:pt x="96252" y="376599"/>
                </a:moveTo>
                <a:lnTo>
                  <a:pt x="97427" y="377161"/>
                </a:lnTo>
                <a:lnTo>
                  <a:pt x="95664" y="376880"/>
                </a:lnTo>
                <a:close/>
                <a:moveTo>
                  <a:pt x="112571" y="159597"/>
                </a:moveTo>
                <a:lnTo>
                  <a:pt x="113144" y="161391"/>
                </a:lnTo>
                <a:lnTo>
                  <a:pt x="112285" y="160494"/>
                </a:lnTo>
                <a:close/>
                <a:moveTo>
                  <a:pt x="78794" y="1736"/>
                </a:moveTo>
                <a:lnTo>
                  <a:pt x="79787" y="2320"/>
                </a:lnTo>
                <a:lnTo>
                  <a:pt x="78298" y="2028"/>
                </a:lnTo>
                <a:close/>
                <a:moveTo>
                  <a:pt x="102660" y="72647"/>
                </a:moveTo>
                <a:lnTo>
                  <a:pt x="103677" y="73534"/>
                </a:lnTo>
                <a:lnTo>
                  <a:pt x="102151" y="73091"/>
                </a:lnTo>
                <a:close/>
                <a:moveTo>
                  <a:pt x="126713" y="119804"/>
                </a:moveTo>
                <a:lnTo>
                  <a:pt x="127260" y="121000"/>
                </a:lnTo>
                <a:lnTo>
                  <a:pt x="126439" y="120402"/>
                </a:lnTo>
                <a:close/>
                <a:moveTo>
                  <a:pt x="106187" y="132556"/>
                </a:moveTo>
                <a:lnTo>
                  <a:pt x="107565" y="134237"/>
                </a:lnTo>
                <a:lnTo>
                  <a:pt x="105498" y="133397"/>
                </a:lnTo>
                <a:close/>
                <a:moveTo>
                  <a:pt x="46702" y="300320"/>
                </a:moveTo>
                <a:lnTo>
                  <a:pt x="47997" y="301217"/>
                </a:lnTo>
                <a:lnTo>
                  <a:pt x="46054" y="300768"/>
                </a:lnTo>
                <a:close/>
                <a:moveTo>
                  <a:pt x="111276" y="134424"/>
                </a:moveTo>
                <a:lnTo>
                  <a:pt x="112545" y="136182"/>
                </a:lnTo>
                <a:lnTo>
                  <a:pt x="110641" y="135303"/>
                </a:lnTo>
                <a:close/>
                <a:moveTo>
                  <a:pt x="32249" y="55704"/>
                </a:moveTo>
                <a:lnTo>
                  <a:pt x="33496" y="56727"/>
                </a:lnTo>
                <a:lnTo>
                  <a:pt x="31626" y="56216"/>
                </a:lnTo>
                <a:close/>
                <a:moveTo>
                  <a:pt x="140419" y="365738"/>
                </a:moveTo>
                <a:lnTo>
                  <a:pt x="141747" y="367227"/>
                </a:lnTo>
                <a:lnTo>
                  <a:pt x="139755" y="366483"/>
                </a:lnTo>
                <a:close/>
                <a:moveTo>
                  <a:pt x="14689" y="162636"/>
                </a:moveTo>
                <a:lnTo>
                  <a:pt x="16375" y="163509"/>
                </a:lnTo>
                <a:lnTo>
                  <a:pt x="13847" y="163073"/>
                </a:lnTo>
                <a:close/>
                <a:moveTo>
                  <a:pt x="69367" y="107591"/>
                </a:moveTo>
                <a:lnTo>
                  <a:pt x="70141" y="109334"/>
                </a:lnTo>
                <a:lnTo>
                  <a:pt x="68980" y="108462"/>
                </a:lnTo>
                <a:close/>
                <a:moveTo>
                  <a:pt x="117994" y="381523"/>
                </a:moveTo>
                <a:lnTo>
                  <a:pt x="119418" y="381977"/>
                </a:lnTo>
                <a:lnTo>
                  <a:pt x="117283" y="381750"/>
                </a:lnTo>
                <a:close/>
                <a:moveTo>
                  <a:pt x="93553" y="346267"/>
                </a:moveTo>
                <a:lnTo>
                  <a:pt x="95251" y="347968"/>
                </a:lnTo>
                <a:lnTo>
                  <a:pt x="92704" y="347117"/>
                </a:lnTo>
                <a:close/>
                <a:moveTo>
                  <a:pt x="131179" y="260201"/>
                </a:moveTo>
                <a:lnTo>
                  <a:pt x="132526" y="261089"/>
                </a:lnTo>
                <a:lnTo>
                  <a:pt x="130505" y="260645"/>
                </a:lnTo>
                <a:close/>
                <a:moveTo>
                  <a:pt x="95435" y="182821"/>
                </a:moveTo>
                <a:lnTo>
                  <a:pt x="97093" y="184129"/>
                </a:lnTo>
                <a:lnTo>
                  <a:pt x="94606" y="183475"/>
                </a:lnTo>
                <a:close/>
                <a:moveTo>
                  <a:pt x="22425" y="139652"/>
                </a:moveTo>
                <a:lnTo>
                  <a:pt x="24569" y="141010"/>
                </a:lnTo>
                <a:lnTo>
                  <a:pt x="21352" y="140331"/>
                </a:lnTo>
                <a:close/>
                <a:moveTo>
                  <a:pt x="140965" y="189283"/>
                </a:moveTo>
                <a:lnTo>
                  <a:pt x="142649" y="190351"/>
                </a:lnTo>
                <a:lnTo>
                  <a:pt x="140123" y="189817"/>
                </a:lnTo>
                <a:close/>
                <a:moveTo>
                  <a:pt x="43779" y="304132"/>
                </a:moveTo>
                <a:lnTo>
                  <a:pt x="45853" y="305843"/>
                </a:lnTo>
                <a:lnTo>
                  <a:pt x="42742" y="304987"/>
                </a:lnTo>
                <a:close/>
                <a:moveTo>
                  <a:pt x="98416" y="115450"/>
                </a:moveTo>
                <a:lnTo>
                  <a:pt x="100469" y="116558"/>
                </a:lnTo>
                <a:lnTo>
                  <a:pt x="97390" y="116004"/>
                </a:lnTo>
                <a:close/>
                <a:moveTo>
                  <a:pt x="87542" y="284559"/>
                </a:moveTo>
                <a:lnTo>
                  <a:pt x="88761" y="285066"/>
                </a:lnTo>
                <a:lnTo>
                  <a:pt x="86933" y="284813"/>
                </a:lnTo>
                <a:close/>
                <a:moveTo>
                  <a:pt x="85990" y="374885"/>
                </a:moveTo>
                <a:lnTo>
                  <a:pt x="87808" y="376206"/>
                </a:lnTo>
                <a:lnTo>
                  <a:pt x="85081" y="375546"/>
                </a:lnTo>
                <a:close/>
                <a:moveTo>
                  <a:pt x="51156" y="232359"/>
                </a:moveTo>
                <a:lnTo>
                  <a:pt x="51906" y="233983"/>
                </a:lnTo>
                <a:lnTo>
                  <a:pt x="50781" y="233171"/>
                </a:lnTo>
                <a:close/>
                <a:moveTo>
                  <a:pt x="29480" y="10164"/>
                </a:moveTo>
                <a:lnTo>
                  <a:pt x="29950" y="10799"/>
                </a:lnTo>
                <a:lnTo>
                  <a:pt x="29246" y="10482"/>
                </a:lnTo>
                <a:close/>
                <a:moveTo>
                  <a:pt x="11867" y="34211"/>
                </a:moveTo>
                <a:lnTo>
                  <a:pt x="13247" y="34945"/>
                </a:lnTo>
                <a:lnTo>
                  <a:pt x="11177" y="34578"/>
                </a:lnTo>
                <a:close/>
                <a:moveTo>
                  <a:pt x="104038" y="82555"/>
                </a:moveTo>
                <a:lnTo>
                  <a:pt x="106007" y="84308"/>
                </a:lnTo>
                <a:lnTo>
                  <a:pt x="103054" y="83432"/>
                </a:lnTo>
                <a:close/>
                <a:moveTo>
                  <a:pt x="78433" y="13629"/>
                </a:moveTo>
                <a:lnTo>
                  <a:pt x="79302" y="14367"/>
                </a:lnTo>
                <a:lnTo>
                  <a:pt x="77999" y="13998"/>
                </a:lnTo>
                <a:close/>
                <a:moveTo>
                  <a:pt x="118504" y="6456"/>
                </a:moveTo>
                <a:lnTo>
                  <a:pt x="119881" y="7082"/>
                </a:lnTo>
                <a:lnTo>
                  <a:pt x="117816" y="6769"/>
                </a:lnTo>
                <a:close/>
                <a:moveTo>
                  <a:pt x="39783" y="158046"/>
                </a:moveTo>
                <a:lnTo>
                  <a:pt x="41912" y="159449"/>
                </a:lnTo>
                <a:lnTo>
                  <a:pt x="38718" y="158747"/>
                </a:lnTo>
                <a:close/>
                <a:moveTo>
                  <a:pt x="116480" y="37757"/>
                </a:moveTo>
                <a:lnTo>
                  <a:pt x="118382" y="38241"/>
                </a:lnTo>
                <a:lnTo>
                  <a:pt x="115529" y="37999"/>
                </a:lnTo>
                <a:close/>
                <a:moveTo>
                  <a:pt x="9621" y="194229"/>
                </a:moveTo>
                <a:lnTo>
                  <a:pt x="11503" y="195597"/>
                </a:lnTo>
                <a:lnTo>
                  <a:pt x="8679" y="194913"/>
                </a:lnTo>
                <a:close/>
                <a:moveTo>
                  <a:pt x="8127" y="212081"/>
                </a:moveTo>
                <a:lnTo>
                  <a:pt x="10154" y="213022"/>
                </a:lnTo>
                <a:lnTo>
                  <a:pt x="7114" y="212551"/>
                </a:lnTo>
                <a:close/>
                <a:moveTo>
                  <a:pt x="40449" y="59985"/>
                </a:moveTo>
                <a:lnTo>
                  <a:pt x="41460" y="61171"/>
                </a:lnTo>
                <a:lnTo>
                  <a:pt x="39944" y="60578"/>
                </a:lnTo>
                <a:close/>
                <a:moveTo>
                  <a:pt x="61814" y="6055"/>
                </a:moveTo>
                <a:lnTo>
                  <a:pt x="62470" y="6933"/>
                </a:lnTo>
                <a:lnTo>
                  <a:pt x="61486" y="6494"/>
                </a:lnTo>
                <a:close/>
                <a:moveTo>
                  <a:pt x="56480" y="154208"/>
                </a:moveTo>
                <a:lnTo>
                  <a:pt x="56854" y="154705"/>
                </a:lnTo>
                <a:lnTo>
                  <a:pt x="56293" y="154457"/>
                </a:lnTo>
                <a:close/>
                <a:moveTo>
                  <a:pt x="73552" y="211146"/>
                </a:moveTo>
                <a:lnTo>
                  <a:pt x="74653" y="211910"/>
                </a:lnTo>
                <a:lnTo>
                  <a:pt x="73001" y="211528"/>
                </a:lnTo>
                <a:close/>
                <a:moveTo>
                  <a:pt x="102512" y="39963"/>
                </a:moveTo>
                <a:lnTo>
                  <a:pt x="103105" y="40829"/>
                </a:lnTo>
                <a:lnTo>
                  <a:pt x="102216" y="40396"/>
                </a:lnTo>
                <a:close/>
                <a:moveTo>
                  <a:pt x="7198" y="23455"/>
                </a:moveTo>
                <a:lnTo>
                  <a:pt x="7645" y="25076"/>
                </a:lnTo>
                <a:lnTo>
                  <a:pt x="6974" y="24265"/>
                </a:lnTo>
                <a:close/>
                <a:moveTo>
                  <a:pt x="25895" y="284048"/>
                </a:moveTo>
                <a:lnTo>
                  <a:pt x="27734" y="285453"/>
                </a:lnTo>
                <a:lnTo>
                  <a:pt x="24975" y="284750"/>
                </a:lnTo>
                <a:close/>
                <a:moveTo>
                  <a:pt x="137803" y="179376"/>
                </a:moveTo>
                <a:lnTo>
                  <a:pt x="138978" y="179779"/>
                </a:lnTo>
                <a:lnTo>
                  <a:pt x="137215" y="179577"/>
                </a:lnTo>
                <a:close/>
                <a:moveTo>
                  <a:pt x="119052" y="337577"/>
                </a:moveTo>
                <a:lnTo>
                  <a:pt x="120163" y="337945"/>
                </a:lnTo>
                <a:lnTo>
                  <a:pt x="118497" y="337761"/>
                </a:lnTo>
                <a:close/>
                <a:moveTo>
                  <a:pt x="45567" y="143331"/>
                </a:moveTo>
                <a:lnTo>
                  <a:pt x="46788" y="144123"/>
                </a:lnTo>
                <a:lnTo>
                  <a:pt x="44957" y="143727"/>
                </a:lnTo>
                <a:close/>
                <a:moveTo>
                  <a:pt x="106667" y="243265"/>
                </a:moveTo>
                <a:lnTo>
                  <a:pt x="108780" y="244319"/>
                </a:lnTo>
                <a:lnTo>
                  <a:pt x="105611" y="243792"/>
                </a:lnTo>
                <a:close/>
                <a:moveTo>
                  <a:pt x="110420" y="151146"/>
                </a:moveTo>
                <a:lnTo>
                  <a:pt x="112192" y="151548"/>
                </a:lnTo>
                <a:lnTo>
                  <a:pt x="109533" y="151347"/>
                </a:lnTo>
                <a:close/>
                <a:moveTo>
                  <a:pt x="109739" y="219880"/>
                </a:moveTo>
                <a:lnTo>
                  <a:pt x="110670" y="221249"/>
                </a:lnTo>
                <a:lnTo>
                  <a:pt x="109274" y="220564"/>
                </a:lnTo>
                <a:close/>
                <a:moveTo>
                  <a:pt x="113659" y="176279"/>
                </a:moveTo>
                <a:lnTo>
                  <a:pt x="114555" y="177604"/>
                </a:lnTo>
                <a:lnTo>
                  <a:pt x="113211" y="176941"/>
                </a:lnTo>
                <a:close/>
                <a:moveTo>
                  <a:pt x="106522" y="70335"/>
                </a:moveTo>
                <a:lnTo>
                  <a:pt x="108296" y="70810"/>
                </a:lnTo>
                <a:lnTo>
                  <a:pt x="105635" y="70572"/>
                </a:lnTo>
                <a:close/>
                <a:moveTo>
                  <a:pt x="128929" y="300974"/>
                </a:moveTo>
                <a:lnTo>
                  <a:pt x="129316" y="302506"/>
                </a:lnTo>
                <a:lnTo>
                  <a:pt x="128735" y="301740"/>
                </a:lnTo>
                <a:close/>
                <a:moveTo>
                  <a:pt x="10947" y="231313"/>
                </a:moveTo>
                <a:lnTo>
                  <a:pt x="12172" y="232820"/>
                </a:lnTo>
                <a:lnTo>
                  <a:pt x="10335" y="232066"/>
                </a:lnTo>
                <a:close/>
                <a:moveTo>
                  <a:pt x="29224" y="150987"/>
                </a:moveTo>
                <a:lnTo>
                  <a:pt x="31188" y="151412"/>
                </a:lnTo>
                <a:lnTo>
                  <a:pt x="28242" y="151200"/>
                </a:lnTo>
                <a:close/>
                <a:moveTo>
                  <a:pt x="126229" y="42005"/>
                </a:moveTo>
                <a:lnTo>
                  <a:pt x="127285" y="42958"/>
                </a:lnTo>
                <a:lnTo>
                  <a:pt x="125701" y="42482"/>
                </a:lnTo>
                <a:close/>
                <a:moveTo>
                  <a:pt x="47283" y="219830"/>
                </a:moveTo>
                <a:lnTo>
                  <a:pt x="49267" y="221078"/>
                </a:lnTo>
                <a:lnTo>
                  <a:pt x="46291" y="220454"/>
                </a:lnTo>
                <a:close/>
                <a:moveTo>
                  <a:pt x="72836" y="16332"/>
                </a:moveTo>
                <a:lnTo>
                  <a:pt x="74246" y="16729"/>
                </a:lnTo>
                <a:lnTo>
                  <a:pt x="72131" y="16531"/>
                </a:lnTo>
                <a:close/>
                <a:moveTo>
                  <a:pt x="54435" y="346959"/>
                </a:moveTo>
                <a:lnTo>
                  <a:pt x="56554" y="347357"/>
                </a:lnTo>
                <a:lnTo>
                  <a:pt x="53375" y="347158"/>
                </a:lnTo>
                <a:close/>
                <a:moveTo>
                  <a:pt x="115539" y="322979"/>
                </a:moveTo>
                <a:lnTo>
                  <a:pt x="116690" y="324334"/>
                </a:lnTo>
                <a:lnTo>
                  <a:pt x="114964" y="323657"/>
                </a:lnTo>
                <a:close/>
                <a:moveTo>
                  <a:pt x="14047" y="237155"/>
                </a:moveTo>
                <a:lnTo>
                  <a:pt x="14918" y="238754"/>
                </a:lnTo>
                <a:lnTo>
                  <a:pt x="13611" y="237954"/>
                </a:lnTo>
                <a:close/>
                <a:moveTo>
                  <a:pt x="81893" y="213179"/>
                </a:moveTo>
                <a:lnTo>
                  <a:pt x="82545" y="213531"/>
                </a:lnTo>
                <a:lnTo>
                  <a:pt x="81567" y="213355"/>
                </a:lnTo>
                <a:close/>
                <a:moveTo>
                  <a:pt x="111990" y="64745"/>
                </a:moveTo>
                <a:lnTo>
                  <a:pt x="112509" y="66525"/>
                </a:lnTo>
                <a:lnTo>
                  <a:pt x="111730" y="65635"/>
                </a:lnTo>
                <a:close/>
                <a:moveTo>
                  <a:pt x="8106" y="289793"/>
                </a:moveTo>
                <a:lnTo>
                  <a:pt x="9219" y="291295"/>
                </a:lnTo>
                <a:lnTo>
                  <a:pt x="7549" y="290544"/>
                </a:lnTo>
                <a:close/>
                <a:moveTo>
                  <a:pt x="119312" y="286124"/>
                </a:moveTo>
                <a:lnTo>
                  <a:pt x="120991" y="287544"/>
                </a:lnTo>
                <a:lnTo>
                  <a:pt x="118472" y="286834"/>
                </a:lnTo>
                <a:close/>
                <a:moveTo>
                  <a:pt x="81975" y="135553"/>
                </a:moveTo>
                <a:lnTo>
                  <a:pt x="83303" y="137084"/>
                </a:lnTo>
                <a:lnTo>
                  <a:pt x="81311" y="136318"/>
                </a:lnTo>
                <a:close/>
                <a:moveTo>
                  <a:pt x="10271" y="322941"/>
                </a:moveTo>
                <a:lnTo>
                  <a:pt x="11051" y="323781"/>
                </a:lnTo>
                <a:lnTo>
                  <a:pt x="9880" y="323361"/>
                </a:lnTo>
                <a:close/>
                <a:moveTo>
                  <a:pt x="115434" y="276777"/>
                </a:moveTo>
                <a:lnTo>
                  <a:pt x="116504" y="277579"/>
                </a:lnTo>
                <a:lnTo>
                  <a:pt x="114899" y="277178"/>
                </a:lnTo>
                <a:close/>
                <a:moveTo>
                  <a:pt x="70393" y="66117"/>
                </a:moveTo>
                <a:lnTo>
                  <a:pt x="71584" y="66505"/>
                </a:lnTo>
                <a:lnTo>
                  <a:pt x="69797" y="66311"/>
                </a:lnTo>
                <a:close/>
                <a:moveTo>
                  <a:pt x="61343" y="276646"/>
                </a:moveTo>
                <a:lnTo>
                  <a:pt x="62278" y="278090"/>
                </a:lnTo>
                <a:lnTo>
                  <a:pt x="60875" y="277368"/>
                </a:lnTo>
                <a:close/>
                <a:moveTo>
                  <a:pt x="12360" y="134484"/>
                </a:moveTo>
                <a:lnTo>
                  <a:pt x="12897" y="136146"/>
                </a:lnTo>
                <a:lnTo>
                  <a:pt x="12092" y="135315"/>
                </a:lnTo>
                <a:close/>
                <a:moveTo>
                  <a:pt x="97793" y="376608"/>
                </a:moveTo>
                <a:lnTo>
                  <a:pt x="99158" y="378342"/>
                </a:lnTo>
                <a:lnTo>
                  <a:pt x="97110" y="377475"/>
                </a:lnTo>
                <a:close/>
                <a:moveTo>
                  <a:pt x="59403" y="237454"/>
                </a:moveTo>
                <a:lnTo>
                  <a:pt x="60234" y="238978"/>
                </a:lnTo>
                <a:lnTo>
                  <a:pt x="58987" y="238216"/>
                </a:lnTo>
                <a:close/>
                <a:moveTo>
                  <a:pt x="40107" y="28313"/>
                </a:moveTo>
                <a:lnTo>
                  <a:pt x="41200" y="29254"/>
                </a:lnTo>
                <a:lnTo>
                  <a:pt x="39561" y="28784"/>
                </a:lnTo>
                <a:close/>
                <a:moveTo>
                  <a:pt x="27921" y="141466"/>
                </a:moveTo>
                <a:lnTo>
                  <a:pt x="29071" y="142261"/>
                </a:lnTo>
                <a:lnTo>
                  <a:pt x="27346" y="141863"/>
                </a:lnTo>
                <a:close/>
                <a:moveTo>
                  <a:pt x="29395" y="189981"/>
                </a:moveTo>
                <a:lnTo>
                  <a:pt x="29752" y="190399"/>
                </a:lnTo>
                <a:lnTo>
                  <a:pt x="29217" y="190190"/>
                </a:lnTo>
                <a:close/>
                <a:moveTo>
                  <a:pt x="103003" y="354629"/>
                </a:moveTo>
                <a:lnTo>
                  <a:pt x="104933" y="355492"/>
                </a:lnTo>
                <a:lnTo>
                  <a:pt x="102038" y="355060"/>
                </a:lnTo>
                <a:close/>
                <a:moveTo>
                  <a:pt x="104911" y="31134"/>
                </a:moveTo>
                <a:lnTo>
                  <a:pt x="106016" y="31743"/>
                </a:lnTo>
                <a:lnTo>
                  <a:pt x="104358" y="31438"/>
                </a:lnTo>
                <a:close/>
                <a:moveTo>
                  <a:pt x="33399" y="255273"/>
                </a:moveTo>
                <a:lnTo>
                  <a:pt x="34572" y="255926"/>
                </a:lnTo>
                <a:lnTo>
                  <a:pt x="32812" y="255599"/>
                </a:lnTo>
                <a:close/>
                <a:moveTo>
                  <a:pt x="61363" y="269832"/>
                </a:moveTo>
                <a:lnTo>
                  <a:pt x="62530" y="271517"/>
                </a:lnTo>
                <a:lnTo>
                  <a:pt x="60780" y="270674"/>
                </a:lnTo>
                <a:close/>
                <a:moveTo>
                  <a:pt x="88038" y="142111"/>
                </a:moveTo>
                <a:lnTo>
                  <a:pt x="89410" y="142868"/>
                </a:lnTo>
                <a:lnTo>
                  <a:pt x="87353" y="142490"/>
                </a:lnTo>
                <a:close/>
                <a:moveTo>
                  <a:pt x="63620" y="3938"/>
                </a:moveTo>
                <a:lnTo>
                  <a:pt x="65597" y="4275"/>
                </a:lnTo>
                <a:lnTo>
                  <a:pt x="62632" y="4107"/>
                </a:lnTo>
                <a:close/>
                <a:moveTo>
                  <a:pt x="80509" y="362628"/>
                </a:moveTo>
                <a:lnTo>
                  <a:pt x="81502" y="363676"/>
                </a:lnTo>
                <a:lnTo>
                  <a:pt x="80012" y="363152"/>
                </a:lnTo>
                <a:close/>
                <a:moveTo>
                  <a:pt x="81997" y="133774"/>
                </a:moveTo>
                <a:lnTo>
                  <a:pt x="83749" y="135317"/>
                </a:lnTo>
                <a:lnTo>
                  <a:pt x="81121" y="134545"/>
                </a:lnTo>
                <a:close/>
                <a:moveTo>
                  <a:pt x="63954" y="208877"/>
                </a:moveTo>
                <a:lnTo>
                  <a:pt x="65567" y="210652"/>
                </a:lnTo>
                <a:lnTo>
                  <a:pt x="63147" y="209764"/>
                </a:lnTo>
                <a:close/>
                <a:moveTo>
                  <a:pt x="51694" y="67892"/>
                </a:moveTo>
                <a:lnTo>
                  <a:pt x="53447" y="68346"/>
                </a:lnTo>
                <a:lnTo>
                  <a:pt x="50817" y="68119"/>
                </a:lnTo>
                <a:close/>
                <a:moveTo>
                  <a:pt x="111270" y="81197"/>
                </a:moveTo>
                <a:lnTo>
                  <a:pt x="112343" y="82750"/>
                </a:lnTo>
                <a:lnTo>
                  <a:pt x="110733" y="81974"/>
                </a:lnTo>
                <a:close/>
                <a:moveTo>
                  <a:pt x="100355" y="216435"/>
                </a:moveTo>
                <a:lnTo>
                  <a:pt x="100829" y="217557"/>
                </a:lnTo>
                <a:lnTo>
                  <a:pt x="100118" y="216996"/>
                </a:lnTo>
                <a:close/>
                <a:moveTo>
                  <a:pt x="21648" y="223658"/>
                </a:moveTo>
                <a:lnTo>
                  <a:pt x="23494" y="225280"/>
                </a:lnTo>
                <a:lnTo>
                  <a:pt x="20725" y="224469"/>
                </a:lnTo>
                <a:close/>
                <a:moveTo>
                  <a:pt x="107309" y="89187"/>
                </a:moveTo>
                <a:lnTo>
                  <a:pt x="108807" y="90362"/>
                </a:lnTo>
                <a:lnTo>
                  <a:pt x="106560" y="89775"/>
                </a:lnTo>
                <a:close/>
                <a:moveTo>
                  <a:pt x="96916" y="140830"/>
                </a:moveTo>
                <a:lnTo>
                  <a:pt x="97935" y="141744"/>
                </a:lnTo>
                <a:lnTo>
                  <a:pt x="96407" y="141287"/>
                </a:lnTo>
                <a:close/>
                <a:moveTo>
                  <a:pt x="136662" y="367360"/>
                </a:moveTo>
                <a:lnTo>
                  <a:pt x="138237" y="367829"/>
                </a:lnTo>
                <a:lnTo>
                  <a:pt x="135874" y="367595"/>
                </a:lnTo>
                <a:close/>
                <a:moveTo>
                  <a:pt x="76433" y="384571"/>
                </a:moveTo>
                <a:lnTo>
                  <a:pt x="78158" y="384872"/>
                </a:lnTo>
                <a:lnTo>
                  <a:pt x="75571" y="384722"/>
                </a:lnTo>
                <a:close/>
                <a:moveTo>
                  <a:pt x="76807" y="32061"/>
                </a:moveTo>
                <a:lnTo>
                  <a:pt x="78339" y="32960"/>
                </a:lnTo>
                <a:lnTo>
                  <a:pt x="76041" y="32510"/>
                </a:lnTo>
                <a:close/>
                <a:moveTo>
                  <a:pt x="46476" y="352017"/>
                </a:moveTo>
                <a:lnTo>
                  <a:pt x="48606" y="352734"/>
                </a:lnTo>
                <a:lnTo>
                  <a:pt x="45411" y="352375"/>
                </a:lnTo>
                <a:close/>
                <a:moveTo>
                  <a:pt x="144733" y="73362"/>
                </a:moveTo>
                <a:lnTo>
                  <a:pt x="145112" y="74514"/>
                </a:lnTo>
                <a:lnTo>
                  <a:pt x="144544" y="73938"/>
                </a:lnTo>
                <a:close/>
                <a:moveTo>
                  <a:pt x="71848" y="321222"/>
                </a:moveTo>
                <a:lnTo>
                  <a:pt x="72277" y="322451"/>
                </a:lnTo>
                <a:lnTo>
                  <a:pt x="71634" y="321837"/>
                </a:lnTo>
                <a:close/>
                <a:moveTo>
                  <a:pt x="29440" y="166747"/>
                </a:moveTo>
                <a:lnTo>
                  <a:pt x="30779" y="167592"/>
                </a:lnTo>
                <a:lnTo>
                  <a:pt x="28771" y="167169"/>
                </a:lnTo>
                <a:close/>
                <a:moveTo>
                  <a:pt x="57316" y="48942"/>
                </a:moveTo>
                <a:lnTo>
                  <a:pt x="58031" y="49401"/>
                </a:lnTo>
                <a:lnTo>
                  <a:pt x="56958" y="49171"/>
                </a:lnTo>
                <a:close/>
                <a:moveTo>
                  <a:pt x="99565" y="388828"/>
                </a:moveTo>
                <a:lnTo>
                  <a:pt x="100707" y="389665"/>
                </a:lnTo>
                <a:lnTo>
                  <a:pt x="98994" y="389247"/>
                </a:lnTo>
                <a:close/>
                <a:moveTo>
                  <a:pt x="139775" y="166060"/>
                </a:moveTo>
                <a:lnTo>
                  <a:pt x="141913" y="167267"/>
                </a:lnTo>
                <a:lnTo>
                  <a:pt x="138706" y="166664"/>
                </a:lnTo>
                <a:close/>
                <a:moveTo>
                  <a:pt x="128820" y="53645"/>
                </a:moveTo>
                <a:lnTo>
                  <a:pt x="129689" y="54072"/>
                </a:lnTo>
                <a:lnTo>
                  <a:pt x="128386" y="53859"/>
                </a:lnTo>
                <a:close/>
                <a:moveTo>
                  <a:pt x="10742" y="380014"/>
                </a:moveTo>
                <a:lnTo>
                  <a:pt x="12378" y="380599"/>
                </a:lnTo>
                <a:lnTo>
                  <a:pt x="9924" y="380306"/>
                </a:lnTo>
                <a:close/>
                <a:moveTo>
                  <a:pt x="77155" y="374112"/>
                </a:moveTo>
                <a:lnTo>
                  <a:pt x="77979" y="374770"/>
                </a:lnTo>
                <a:lnTo>
                  <a:pt x="76743" y="374441"/>
                </a:lnTo>
                <a:close/>
                <a:moveTo>
                  <a:pt x="93174" y="176876"/>
                </a:moveTo>
                <a:lnTo>
                  <a:pt x="93728" y="177771"/>
                </a:lnTo>
                <a:lnTo>
                  <a:pt x="92896" y="177323"/>
                </a:lnTo>
                <a:close/>
                <a:moveTo>
                  <a:pt x="32274" y="989"/>
                </a:moveTo>
                <a:lnTo>
                  <a:pt x="33370" y="1544"/>
                </a:lnTo>
                <a:lnTo>
                  <a:pt x="31725" y="1267"/>
                </a:lnTo>
                <a:close/>
                <a:moveTo>
                  <a:pt x="139683" y="34373"/>
                </a:moveTo>
                <a:lnTo>
                  <a:pt x="140063" y="35330"/>
                </a:lnTo>
                <a:lnTo>
                  <a:pt x="139493" y="34851"/>
                </a:lnTo>
                <a:close/>
                <a:moveTo>
                  <a:pt x="114259" y="76131"/>
                </a:moveTo>
                <a:lnTo>
                  <a:pt x="114978" y="77110"/>
                </a:lnTo>
                <a:lnTo>
                  <a:pt x="113900" y="76621"/>
                </a:lnTo>
                <a:close/>
                <a:moveTo>
                  <a:pt x="94752" y="357606"/>
                </a:moveTo>
                <a:lnTo>
                  <a:pt x="96166" y="358009"/>
                </a:lnTo>
                <a:lnTo>
                  <a:pt x="94044" y="357807"/>
                </a:lnTo>
                <a:close/>
                <a:moveTo>
                  <a:pt x="81036" y="177585"/>
                </a:moveTo>
                <a:lnTo>
                  <a:pt x="82144" y="178287"/>
                </a:lnTo>
                <a:lnTo>
                  <a:pt x="80483" y="177936"/>
                </a:lnTo>
                <a:close/>
                <a:moveTo>
                  <a:pt x="34868" y="76525"/>
                </a:moveTo>
                <a:lnTo>
                  <a:pt x="36431" y="77913"/>
                </a:lnTo>
                <a:lnTo>
                  <a:pt x="34086" y="77219"/>
                </a:lnTo>
                <a:close/>
                <a:moveTo>
                  <a:pt x="126176" y="385785"/>
                </a:moveTo>
                <a:lnTo>
                  <a:pt x="127258" y="386159"/>
                </a:lnTo>
                <a:lnTo>
                  <a:pt x="125635" y="385972"/>
                </a:lnTo>
                <a:close/>
                <a:moveTo>
                  <a:pt x="43379" y="153876"/>
                </a:moveTo>
                <a:lnTo>
                  <a:pt x="45105" y="154804"/>
                </a:lnTo>
                <a:lnTo>
                  <a:pt x="42516" y="154340"/>
                </a:lnTo>
                <a:close/>
                <a:moveTo>
                  <a:pt x="51584" y="245263"/>
                </a:moveTo>
                <a:lnTo>
                  <a:pt x="53551" y="246159"/>
                </a:lnTo>
                <a:lnTo>
                  <a:pt x="50601" y="245711"/>
                </a:lnTo>
                <a:close/>
                <a:moveTo>
                  <a:pt x="101288" y="272169"/>
                </a:moveTo>
                <a:lnTo>
                  <a:pt x="102549" y="272694"/>
                </a:lnTo>
                <a:lnTo>
                  <a:pt x="100658" y="272432"/>
                </a:lnTo>
                <a:close/>
                <a:moveTo>
                  <a:pt x="42858" y="224224"/>
                </a:moveTo>
                <a:lnTo>
                  <a:pt x="44497" y="225114"/>
                </a:lnTo>
                <a:lnTo>
                  <a:pt x="42039" y="224669"/>
                </a:lnTo>
                <a:close/>
                <a:moveTo>
                  <a:pt x="128069" y="34056"/>
                </a:moveTo>
                <a:lnTo>
                  <a:pt x="128881" y="35392"/>
                </a:lnTo>
                <a:lnTo>
                  <a:pt x="127663" y="34724"/>
                </a:lnTo>
                <a:close/>
                <a:moveTo>
                  <a:pt x="14591" y="117953"/>
                </a:moveTo>
                <a:lnTo>
                  <a:pt x="15324" y="119209"/>
                </a:lnTo>
                <a:lnTo>
                  <a:pt x="14224" y="118581"/>
                </a:lnTo>
                <a:close/>
                <a:moveTo>
                  <a:pt x="97777" y="312975"/>
                </a:moveTo>
                <a:lnTo>
                  <a:pt x="98843" y="314697"/>
                </a:lnTo>
                <a:lnTo>
                  <a:pt x="97245" y="313836"/>
                </a:lnTo>
                <a:close/>
                <a:moveTo>
                  <a:pt x="89536" y="76622"/>
                </a:moveTo>
                <a:lnTo>
                  <a:pt x="91629" y="77480"/>
                </a:lnTo>
                <a:lnTo>
                  <a:pt x="88490" y="77051"/>
                </a:lnTo>
                <a:close/>
                <a:moveTo>
                  <a:pt x="132005" y="111436"/>
                </a:moveTo>
                <a:lnTo>
                  <a:pt x="133234" y="113113"/>
                </a:lnTo>
                <a:lnTo>
                  <a:pt x="131391" y="112274"/>
                </a:lnTo>
                <a:close/>
                <a:moveTo>
                  <a:pt x="71282" y="247642"/>
                </a:moveTo>
                <a:lnTo>
                  <a:pt x="72472" y="249360"/>
                </a:lnTo>
                <a:lnTo>
                  <a:pt x="70687" y="248501"/>
                </a:lnTo>
                <a:close/>
                <a:moveTo>
                  <a:pt x="74449" y="203673"/>
                </a:moveTo>
                <a:lnTo>
                  <a:pt x="74934" y="204624"/>
                </a:lnTo>
                <a:lnTo>
                  <a:pt x="74207" y="204149"/>
                </a:lnTo>
                <a:close/>
                <a:moveTo>
                  <a:pt x="8008" y="317502"/>
                </a:moveTo>
                <a:lnTo>
                  <a:pt x="9815" y="318326"/>
                </a:lnTo>
                <a:lnTo>
                  <a:pt x="7105" y="317914"/>
                </a:lnTo>
                <a:close/>
                <a:moveTo>
                  <a:pt x="83755" y="238210"/>
                </a:moveTo>
                <a:lnTo>
                  <a:pt x="84190" y="239876"/>
                </a:lnTo>
                <a:lnTo>
                  <a:pt x="83537" y="239043"/>
                </a:lnTo>
                <a:close/>
                <a:moveTo>
                  <a:pt x="80734" y="153396"/>
                </a:moveTo>
                <a:lnTo>
                  <a:pt x="81788" y="155114"/>
                </a:lnTo>
                <a:lnTo>
                  <a:pt x="80207" y="154255"/>
                </a:lnTo>
                <a:close/>
                <a:moveTo>
                  <a:pt x="65015" y="184320"/>
                </a:moveTo>
                <a:lnTo>
                  <a:pt x="66304" y="184989"/>
                </a:lnTo>
                <a:lnTo>
                  <a:pt x="64370" y="184655"/>
                </a:lnTo>
                <a:close/>
                <a:moveTo>
                  <a:pt x="129622" y="67374"/>
                </a:moveTo>
                <a:lnTo>
                  <a:pt x="131490" y="68769"/>
                </a:lnTo>
                <a:lnTo>
                  <a:pt x="128688" y="68071"/>
                </a:lnTo>
                <a:close/>
                <a:moveTo>
                  <a:pt x="22519" y="256206"/>
                </a:moveTo>
                <a:lnTo>
                  <a:pt x="23139" y="257067"/>
                </a:lnTo>
                <a:lnTo>
                  <a:pt x="22210" y="256636"/>
                </a:lnTo>
                <a:close/>
                <a:moveTo>
                  <a:pt x="33730" y="200964"/>
                </a:moveTo>
                <a:lnTo>
                  <a:pt x="34844" y="202406"/>
                </a:lnTo>
                <a:lnTo>
                  <a:pt x="33172" y="201685"/>
                </a:lnTo>
                <a:close/>
                <a:moveTo>
                  <a:pt x="11000" y="379617"/>
                </a:moveTo>
                <a:lnTo>
                  <a:pt x="11352" y="381258"/>
                </a:lnTo>
                <a:lnTo>
                  <a:pt x="10823" y="380437"/>
                </a:lnTo>
                <a:close/>
                <a:moveTo>
                  <a:pt x="61886" y="289816"/>
                </a:moveTo>
                <a:lnTo>
                  <a:pt x="64053" y="291572"/>
                </a:lnTo>
                <a:lnTo>
                  <a:pt x="60803" y="290694"/>
                </a:lnTo>
                <a:close/>
                <a:moveTo>
                  <a:pt x="40166" y="318828"/>
                </a:moveTo>
                <a:lnTo>
                  <a:pt x="41511" y="320580"/>
                </a:lnTo>
                <a:lnTo>
                  <a:pt x="39493" y="319704"/>
                </a:lnTo>
                <a:close/>
                <a:moveTo>
                  <a:pt x="135047" y="253482"/>
                </a:moveTo>
                <a:lnTo>
                  <a:pt x="136294" y="254555"/>
                </a:lnTo>
                <a:lnTo>
                  <a:pt x="134423" y="254019"/>
                </a:lnTo>
                <a:close/>
                <a:moveTo>
                  <a:pt x="63624" y="174477"/>
                </a:moveTo>
                <a:lnTo>
                  <a:pt x="65055" y="175074"/>
                </a:lnTo>
                <a:lnTo>
                  <a:pt x="62908" y="174775"/>
                </a:lnTo>
                <a:close/>
                <a:moveTo>
                  <a:pt x="12312" y="390957"/>
                </a:moveTo>
                <a:lnTo>
                  <a:pt x="13667" y="391738"/>
                </a:lnTo>
                <a:lnTo>
                  <a:pt x="11635" y="391348"/>
                </a:lnTo>
                <a:close/>
                <a:moveTo>
                  <a:pt x="103122" y="146320"/>
                </a:moveTo>
                <a:lnTo>
                  <a:pt x="104689" y="147528"/>
                </a:lnTo>
                <a:lnTo>
                  <a:pt x="102339" y="146924"/>
                </a:lnTo>
                <a:close/>
                <a:moveTo>
                  <a:pt x="43893" y="238671"/>
                </a:moveTo>
                <a:lnTo>
                  <a:pt x="44385" y="239717"/>
                </a:lnTo>
                <a:lnTo>
                  <a:pt x="43648" y="239194"/>
                </a:lnTo>
                <a:close/>
                <a:moveTo>
                  <a:pt x="33080" y="60205"/>
                </a:moveTo>
                <a:lnTo>
                  <a:pt x="35156" y="61611"/>
                </a:lnTo>
                <a:lnTo>
                  <a:pt x="32042" y="60908"/>
                </a:lnTo>
                <a:close/>
                <a:moveTo>
                  <a:pt x="138967" y="198354"/>
                </a:moveTo>
                <a:lnTo>
                  <a:pt x="139525" y="199476"/>
                </a:lnTo>
                <a:lnTo>
                  <a:pt x="138689" y="198915"/>
                </a:lnTo>
                <a:close/>
                <a:moveTo>
                  <a:pt x="70016" y="170978"/>
                </a:moveTo>
                <a:lnTo>
                  <a:pt x="71491" y="171411"/>
                </a:lnTo>
                <a:lnTo>
                  <a:pt x="69278" y="171195"/>
                </a:lnTo>
                <a:close/>
                <a:moveTo>
                  <a:pt x="80776" y="49916"/>
                </a:moveTo>
                <a:lnTo>
                  <a:pt x="81734" y="50673"/>
                </a:lnTo>
                <a:lnTo>
                  <a:pt x="80297" y="50295"/>
                </a:lnTo>
                <a:close/>
                <a:moveTo>
                  <a:pt x="94600" y="42521"/>
                </a:moveTo>
                <a:lnTo>
                  <a:pt x="96072" y="44286"/>
                </a:lnTo>
                <a:lnTo>
                  <a:pt x="93864" y="43403"/>
                </a:lnTo>
                <a:close/>
                <a:moveTo>
                  <a:pt x="91652" y="310924"/>
                </a:moveTo>
                <a:lnTo>
                  <a:pt x="92115" y="312576"/>
                </a:lnTo>
                <a:lnTo>
                  <a:pt x="91421" y="311750"/>
                </a:lnTo>
                <a:close/>
                <a:moveTo>
                  <a:pt x="106825" y="336339"/>
                </a:moveTo>
                <a:lnTo>
                  <a:pt x="107758" y="336700"/>
                </a:lnTo>
                <a:lnTo>
                  <a:pt x="106358" y="336519"/>
                </a:lnTo>
                <a:close/>
                <a:moveTo>
                  <a:pt x="66573" y="388576"/>
                </a:moveTo>
                <a:lnTo>
                  <a:pt x="68169" y="389511"/>
                </a:lnTo>
                <a:lnTo>
                  <a:pt x="65775" y="389044"/>
                </a:lnTo>
                <a:close/>
                <a:moveTo>
                  <a:pt x="12269" y="143372"/>
                </a:moveTo>
                <a:lnTo>
                  <a:pt x="12988" y="145033"/>
                </a:lnTo>
                <a:lnTo>
                  <a:pt x="11909" y="144202"/>
                </a:lnTo>
                <a:close/>
                <a:moveTo>
                  <a:pt x="79049" y="216494"/>
                </a:moveTo>
                <a:lnTo>
                  <a:pt x="79449" y="217938"/>
                </a:lnTo>
                <a:lnTo>
                  <a:pt x="78848" y="217216"/>
                </a:lnTo>
                <a:close/>
                <a:moveTo>
                  <a:pt x="21110" y="291555"/>
                </a:moveTo>
                <a:lnTo>
                  <a:pt x="21825" y="292298"/>
                </a:lnTo>
                <a:lnTo>
                  <a:pt x="20753" y="291926"/>
                </a:lnTo>
                <a:close/>
                <a:moveTo>
                  <a:pt x="129478" y="94616"/>
                </a:moveTo>
                <a:lnTo>
                  <a:pt x="130467" y="96411"/>
                </a:lnTo>
                <a:lnTo>
                  <a:pt x="128983" y="95513"/>
                </a:lnTo>
                <a:close/>
                <a:moveTo>
                  <a:pt x="142284" y="229230"/>
                </a:moveTo>
                <a:lnTo>
                  <a:pt x="143790" y="230999"/>
                </a:lnTo>
                <a:lnTo>
                  <a:pt x="141532" y="230114"/>
                </a:lnTo>
                <a:close/>
                <a:moveTo>
                  <a:pt x="123541" y="380603"/>
                </a:moveTo>
                <a:lnTo>
                  <a:pt x="125716" y="381634"/>
                </a:lnTo>
                <a:lnTo>
                  <a:pt x="122453" y="381118"/>
                </a:lnTo>
                <a:close/>
                <a:moveTo>
                  <a:pt x="101792" y="27581"/>
                </a:moveTo>
                <a:lnTo>
                  <a:pt x="102345" y="29147"/>
                </a:lnTo>
                <a:lnTo>
                  <a:pt x="101515" y="28364"/>
                </a:lnTo>
                <a:close/>
                <a:moveTo>
                  <a:pt x="32878" y="297924"/>
                </a:moveTo>
                <a:lnTo>
                  <a:pt x="33911" y="298380"/>
                </a:lnTo>
                <a:lnTo>
                  <a:pt x="32362" y="298152"/>
                </a:lnTo>
                <a:close/>
                <a:moveTo>
                  <a:pt x="52668" y="72956"/>
                </a:moveTo>
                <a:lnTo>
                  <a:pt x="54353" y="73731"/>
                </a:lnTo>
                <a:lnTo>
                  <a:pt x="51825" y="73343"/>
                </a:lnTo>
                <a:close/>
                <a:moveTo>
                  <a:pt x="37055" y="196092"/>
                </a:moveTo>
                <a:lnTo>
                  <a:pt x="38395" y="197028"/>
                </a:lnTo>
                <a:lnTo>
                  <a:pt x="36385" y="196560"/>
                </a:lnTo>
                <a:close/>
                <a:moveTo>
                  <a:pt x="78878" y="272232"/>
                </a:moveTo>
                <a:lnTo>
                  <a:pt x="80784" y="273820"/>
                </a:lnTo>
                <a:lnTo>
                  <a:pt x="77925" y="273026"/>
                </a:lnTo>
                <a:close/>
                <a:moveTo>
                  <a:pt x="46838" y="196942"/>
                </a:moveTo>
                <a:lnTo>
                  <a:pt x="48069" y="197870"/>
                </a:lnTo>
                <a:lnTo>
                  <a:pt x="46223" y="197406"/>
                </a:lnTo>
                <a:close/>
                <a:moveTo>
                  <a:pt x="89479" y="278797"/>
                </a:moveTo>
                <a:lnTo>
                  <a:pt x="90419" y="280285"/>
                </a:lnTo>
                <a:lnTo>
                  <a:pt x="89010" y="279541"/>
                </a:lnTo>
                <a:close/>
                <a:moveTo>
                  <a:pt x="130214" y="197235"/>
                </a:moveTo>
                <a:lnTo>
                  <a:pt x="132198" y="198501"/>
                </a:lnTo>
                <a:lnTo>
                  <a:pt x="129223" y="197868"/>
                </a:lnTo>
                <a:close/>
                <a:moveTo>
                  <a:pt x="95591" y="159929"/>
                </a:moveTo>
                <a:lnTo>
                  <a:pt x="97332" y="161641"/>
                </a:lnTo>
                <a:lnTo>
                  <a:pt x="94721" y="160785"/>
                </a:lnTo>
                <a:close/>
                <a:moveTo>
                  <a:pt x="61270" y="316468"/>
                </a:moveTo>
                <a:lnTo>
                  <a:pt x="62175" y="317769"/>
                </a:lnTo>
                <a:lnTo>
                  <a:pt x="60817" y="317119"/>
                </a:lnTo>
                <a:close/>
                <a:moveTo>
                  <a:pt x="134530" y="309936"/>
                </a:moveTo>
                <a:lnTo>
                  <a:pt x="135597" y="310239"/>
                </a:lnTo>
                <a:lnTo>
                  <a:pt x="133997" y="310087"/>
                </a:lnTo>
                <a:close/>
                <a:moveTo>
                  <a:pt x="41579" y="80014"/>
                </a:moveTo>
                <a:lnTo>
                  <a:pt x="42254" y="81454"/>
                </a:lnTo>
                <a:lnTo>
                  <a:pt x="41241" y="80734"/>
                </a:lnTo>
                <a:close/>
                <a:moveTo>
                  <a:pt x="16496" y="163313"/>
                </a:moveTo>
                <a:lnTo>
                  <a:pt x="18467" y="164584"/>
                </a:lnTo>
                <a:lnTo>
                  <a:pt x="15511" y="163948"/>
                </a:lnTo>
                <a:close/>
                <a:moveTo>
                  <a:pt x="143879" y="98155"/>
                </a:moveTo>
                <a:lnTo>
                  <a:pt x="145446" y="99630"/>
                </a:lnTo>
                <a:lnTo>
                  <a:pt x="143095" y="98892"/>
                </a:lnTo>
                <a:close/>
                <a:moveTo>
                  <a:pt x="77721" y="192353"/>
                </a:moveTo>
                <a:lnTo>
                  <a:pt x="79762" y="192845"/>
                </a:lnTo>
                <a:lnTo>
                  <a:pt x="76700" y="192599"/>
                </a:lnTo>
                <a:close/>
                <a:moveTo>
                  <a:pt x="19811" y="295667"/>
                </a:moveTo>
                <a:lnTo>
                  <a:pt x="21758" y="296896"/>
                </a:lnTo>
                <a:lnTo>
                  <a:pt x="18837" y="296281"/>
                </a:lnTo>
                <a:close/>
                <a:moveTo>
                  <a:pt x="84173" y="264319"/>
                </a:moveTo>
                <a:lnTo>
                  <a:pt x="85768" y="265165"/>
                </a:lnTo>
                <a:lnTo>
                  <a:pt x="83375" y="264742"/>
                </a:lnTo>
                <a:close/>
                <a:moveTo>
                  <a:pt x="143852" y="28778"/>
                </a:moveTo>
                <a:lnTo>
                  <a:pt x="144658" y="29439"/>
                </a:lnTo>
                <a:lnTo>
                  <a:pt x="143449" y="29109"/>
                </a:lnTo>
                <a:close/>
                <a:moveTo>
                  <a:pt x="69125" y="131540"/>
                </a:moveTo>
                <a:lnTo>
                  <a:pt x="70235" y="133053"/>
                </a:lnTo>
                <a:lnTo>
                  <a:pt x="68570" y="132296"/>
                </a:lnTo>
                <a:close/>
                <a:moveTo>
                  <a:pt x="32128" y="328102"/>
                </a:moveTo>
                <a:lnTo>
                  <a:pt x="33448" y="328902"/>
                </a:lnTo>
                <a:lnTo>
                  <a:pt x="31468" y="328502"/>
                </a:lnTo>
                <a:close/>
                <a:moveTo>
                  <a:pt x="127128" y="55920"/>
                </a:moveTo>
                <a:lnTo>
                  <a:pt x="127617" y="57298"/>
                </a:lnTo>
                <a:lnTo>
                  <a:pt x="126883" y="56609"/>
                </a:lnTo>
                <a:close/>
                <a:moveTo>
                  <a:pt x="92745" y="95177"/>
                </a:moveTo>
                <a:lnTo>
                  <a:pt x="94580" y="96977"/>
                </a:lnTo>
                <a:lnTo>
                  <a:pt x="91828" y="96077"/>
                </a:lnTo>
                <a:close/>
                <a:moveTo>
                  <a:pt x="72550" y="314915"/>
                </a:moveTo>
                <a:lnTo>
                  <a:pt x="74392" y="316369"/>
                </a:lnTo>
                <a:lnTo>
                  <a:pt x="71630" y="315642"/>
                </a:lnTo>
                <a:close/>
                <a:moveTo>
                  <a:pt x="72321" y="361889"/>
                </a:moveTo>
                <a:lnTo>
                  <a:pt x="72751" y="362586"/>
                </a:lnTo>
                <a:lnTo>
                  <a:pt x="72106" y="362237"/>
                </a:lnTo>
                <a:close/>
                <a:moveTo>
                  <a:pt x="58605" y="180674"/>
                </a:moveTo>
                <a:lnTo>
                  <a:pt x="60768" y="181677"/>
                </a:lnTo>
                <a:lnTo>
                  <a:pt x="57524" y="181176"/>
                </a:lnTo>
                <a:close/>
                <a:moveTo>
                  <a:pt x="27374" y="289331"/>
                </a:moveTo>
                <a:lnTo>
                  <a:pt x="28554" y="290507"/>
                </a:lnTo>
                <a:lnTo>
                  <a:pt x="26783" y="289919"/>
                </a:lnTo>
                <a:close/>
                <a:moveTo>
                  <a:pt x="22173" y="267030"/>
                </a:moveTo>
                <a:lnTo>
                  <a:pt x="23929" y="267453"/>
                </a:lnTo>
                <a:lnTo>
                  <a:pt x="21295" y="267242"/>
                </a:lnTo>
                <a:close/>
                <a:moveTo>
                  <a:pt x="76517" y="299273"/>
                </a:moveTo>
                <a:lnTo>
                  <a:pt x="78456" y="299713"/>
                </a:lnTo>
                <a:lnTo>
                  <a:pt x="75548" y="299493"/>
                </a:lnTo>
                <a:close/>
                <a:moveTo>
                  <a:pt x="8703" y="276301"/>
                </a:moveTo>
                <a:lnTo>
                  <a:pt x="9438" y="276691"/>
                </a:lnTo>
                <a:lnTo>
                  <a:pt x="8335" y="276496"/>
                </a:lnTo>
                <a:close/>
                <a:moveTo>
                  <a:pt x="38355" y="205807"/>
                </a:moveTo>
                <a:lnTo>
                  <a:pt x="40274" y="206213"/>
                </a:lnTo>
                <a:lnTo>
                  <a:pt x="37396" y="206010"/>
                </a:lnTo>
                <a:close/>
                <a:moveTo>
                  <a:pt x="33971" y="15222"/>
                </a:moveTo>
                <a:lnTo>
                  <a:pt x="34562" y="15880"/>
                </a:lnTo>
                <a:lnTo>
                  <a:pt x="33676" y="15551"/>
                </a:lnTo>
                <a:close/>
                <a:moveTo>
                  <a:pt x="73705" y="44033"/>
                </a:moveTo>
                <a:lnTo>
                  <a:pt x="75218" y="44987"/>
                </a:lnTo>
                <a:lnTo>
                  <a:pt x="72949" y="44510"/>
                </a:lnTo>
                <a:close/>
                <a:moveTo>
                  <a:pt x="101820" y="274945"/>
                </a:moveTo>
                <a:lnTo>
                  <a:pt x="102456" y="276613"/>
                </a:lnTo>
                <a:lnTo>
                  <a:pt x="101501" y="275779"/>
                </a:lnTo>
                <a:close/>
                <a:moveTo>
                  <a:pt x="29990" y="72072"/>
                </a:moveTo>
                <a:lnTo>
                  <a:pt x="30972" y="73871"/>
                </a:lnTo>
                <a:lnTo>
                  <a:pt x="29498" y="72971"/>
                </a:lnTo>
                <a:close/>
                <a:moveTo>
                  <a:pt x="45749" y="141431"/>
                </a:moveTo>
                <a:lnTo>
                  <a:pt x="46984" y="142177"/>
                </a:lnTo>
                <a:lnTo>
                  <a:pt x="45131" y="141804"/>
                </a:lnTo>
                <a:close/>
                <a:moveTo>
                  <a:pt x="86905" y="256670"/>
                </a:moveTo>
                <a:lnTo>
                  <a:pt x="87778" y="257290"/>
                </a:lnTo>
                <a:lnTo>
                  <a:pt x="86469" y="256980"/>
                </a:lnTo>
                <a:close/>
                <a:moveTo>
                  <a:pt x="46304" y="284337"/>
                </a:moveTo>
                <a:lnTo>
                  <a:pt x="47300" y="285341"/>
                </a:lnTo>
                <a:lnTo>
                  <a:pt x="45806" y="284839"/>
                </a:lnTo>
                <a:close/>
                <a:moveTo>
                  <a:pt x="82345" y="13854"/>
                </a:moveTo>
                <a:lnTo>
                  <a:pt x="83808" y="15293"/>
                </a:lnTo>
                <a:lnTo>
                  <a:pt x="81614" y="14573"/>
                </a:lnTo>
                <a:close/>
                <a:moveTo>
                  <a:pt x="89902" y="319396"/>
                </a:moveTo>
                <a:lnTo>
                  <a:pt x="91404" y="320067"/>
                </a:lnTo>
                <a:lnTo>
                  <a:pt x="89152" y="319731"/>
                </a:lnTo>
                <a:close/>
                <a:moveTo>
                  <a:pt x="57094" y="172852"/>
                </a:moveTo>
                <a:lnTo>
                  <a:pt x="58898" y="174076"/>
                </a:lnTo>
                <a:lnTo>
                  <a:pt x="56193" y="173464"/>
                </a:lnTo>
                <a:close/>
                <a:moveTo>
                  <a:pt x="19352" y="262478"/>
                </a:moveTo>
                <a:lnTo>
                  <a:pt x="21454" y="263352"/>
                </a:lnTo>
                <a:lnTo>
                  <a:pt x="18301" y="262915"/>
                </a:lnTo>
                <a:close/>
                <a:moveTo>
                  <a:pt x="32538" y="343275"/>
                </a:moveTo>
                <a:lnTo>
                  <a:pt x="34426" y="344920"/>
                </a:lnTo>
                <a:lnTo>
                  <a:pt x="31595" y="344098"/>
                </a:lnTo>
                <a:close/>
                <a:moveTo>
                  <a:pt x="1013" y="40653"/>
                </a:moveTo>
                <a:lnTo>
                  <a:pt x="3009" y="42173"/>
                </a:lnTo>
                <a:lnTo>
                  <a:pt x="14" y="41413"/>
                </a:lnTo>
                <a:close/>
                <a:moveTo>
                  <a:pt x="80490" y="175378"/>
                </a:moveTo>
                <a:lnTo>
                  <a:pt x="81059" y="176350"/>
                </a:lnTo>
                <a:lnTo>
                  <a:pt x="80205" y="175864"/>
                </a:lnTo>
                <a:close/>
                <a:moveTo>
                  <a:pt x="49942" y="323965"/>
                </a:moveTo>
                <a:lnTo>
                  <a:pt x="51297" y="324888"/>
                </a:lnTo>
                <a:lnTo>
                  <a:pt x="49265" y="324427"/>
                </a:lnTo>
                <a:close/>
                <a:moveTo>
                  <a:pt x="115810" y="77011"/>
                </a:moveTo>
                <a:lnTo>
                  <a:pt x="117934" y="78126"/>
                </a:lnTo>
                <a:lnTo>
                  <a:pt x="114748" y="77568"/>
                </a:lnTo>
                <a:close/>
                <a:moveTo>
                  <a:pt x="23196" y="347611"/>
                </a:moveTo>
                <a:lnTo>
                  <a:pt x="25304" y="348805"/>
                </a:lnTo>
                <a:lnTo>
                  <a:pt x="22142" y="348208"/>
                </a:lnTo>
                <a:close/>
                <a:moveTo>
                  <a:pt x="5515" y="123441"/>
                </a:moveTo>
                <a:lnTo>
                  <a:pt x="6844" y="124297"/>
                </a:lnTo>
                <a:lnTo>
                  <a:pt x="4851" y="123869"/>
                </a:lnTo>
                <a:close/>
                <a:moveTo>
                  <a:pt x="121314" y="196240"/>
                </a:moveTo>
                <a:lnTo>
                  <a:pt x="122733" y="197451"/>
                </a:lnTo>
                <a:lnTo>
                  <a:pt x="120604" y="196846"/>
                </a:lnTo>
                <a:close/>
                <a:moveTo>
                  <a:pt x="93712" y="389909"/>
                </a:moveTo>
                <a:lnTo>
                  <a:pt x="94120" y="391519"/>
                </a:lnTo>
                <a:lnTo>
                  <a:pt x="93508" y="390714"/>
                </a:lnTo>
                <a:close/>
                <a:moveTo>
                  <a:pt x="116012" y="98071"/>
                </a:moveTo>
                <a:lnTo>
                  <a:pt x="118058" y="99132"/>
                </a:lnTo>
                <a:lnTo>
                  <a:pt x="114989" y="98601"/>
                </a:lnTo>
                <a:close/>
                <a:moveTo>
                  <a:pt x="57702" y="228031"/>
                </a:moveTo>
                <a:lnTo>
                  <a:pt x="58569" y="228811"/>
                </a:lnTo>
                <a:lnTo>
                  <a:pt x="57269" y="228421"/>
                </a:lnTo>
                <a:close/>
                <a:moveTo>
                  <a:pt x="47395" y="64299"/>
                </a:moveTo>
                <a:lnTo>
                  <a:pt x="48394" y="65174"/>
                </a:lnTo>
                <a:lnTo>
                  <a:pt x="46895" y="64736"/>
                </a:lnTo>
                <a:close/>
                <a:moveTo>
                  <a:pt x="47714" y="77736"/>
                </a:moveTo>
                <a:lnTo>
                  <a:pt x="49827" y="78627"/>
                </a:lnTo>
                <a:lnTo>
                  <a:pt x="46657" y="78182"/>
                </a:lnTo>
                <a:close/>
                <a:moveTo>
                  <a:pt x="16855" y="341516"/>
                </a:moveTo>
                <a:lnTo>
                  <a:pt x="18369" y="342141"/>
                </a:lnTo>
                <a:lnTo>
                  <a:pt x="16098" y="341829"/>
                </a:lnTo>
                <a:close/>
                <a:moveTo>
                  <a:pt x="127081" y="378809"/>
                </a:moveTo>
                <a:lnTo>
                  <a:pt x="128403" y="379842"/>
                </a:lnTo>
                <a:lnTo>
                  <a:pt x="126420" y="379326"/>
                </a:lnTo>
                <a:close/>
                <a:moveTo>
                  <a:pt x="58065" y="344291"/>
                </a:moveTo>
                <a:lnTo>
                  <a:pt x="59141" y="344745"/>
                </a:lnTo>
                <a:lnTo>
                  <a:pt x="57527" y="344518"/>
                </a:lnTo>
                <a:close/>
                <a:moveTo>
                  <a:pt x="94431" y="364083"/>
                </a:moveTo>
                <a:lnTo>
                  <a:pt x="95349" y="365755"/>
                </a:lnTo>
                <a:lnTo>
                  <a:pt x="93973" y="364919"/>
                </a:lnTo>
                <a:close/>
                <a:moveTo>
                  <a:pt x="48971" y="195322"/>
                </a:moveTo>
                <a:lnTo>
                  <a:pt x="50759" y="196184"/>
                </a:lnTo>
                <a:lnTo>
                  <a:pt x="48077" y="195753"/>
                </a:lnTo>
                <a:close/>
                <a:moveTo>
                  <a:pt x="108702" y="51514"/>
                </a:moveTo>
                <a:lnTo>
                  <a:pt x="110789" y="52404"/>
                </a:lnTo>
                <a:lnTo>
                  <a:pt x="107659" y="51959"/>
                </a:lnTo>
                <a:close/>
                <a:moveTo>
                  <a:pt x="81772" y="189624"/>
                </a:moveTo>
                <a:lnTo>
                  <a:pt x="83682" y="191231"/>
                </a:lnTo>
                <a:lnTo>
                  <a:pt x="80817" y="190427"/>
                </a:lnTo>
                <a:close/>
                <a:moveTo>
                  <a:pt x="141454" y="261891"/>
                </a:moveTo>
                <a:lnTo>
                  <a:pt x="143274" y="262797"/>
                </a:lnTo>
                <a:lnTo>
                  <a:pt x="140543" y="262344"/>
                </a:lnTo>
                <a:close/>
                <a:moveTo>
                  <a:pt x="113543" y="151469"/>
                </a:moveTo>
                <a:lnTo>
                  <a:pt x="113921" y="152701"/>
                </a:lnTo>
                <a:lnTo>
                  <a:pt x="113354" y="152085"/>
                </a:lnTo>
                <a:close/>
                <a:moveTo>
                  <a:pt x="138201" y="37227"/>
                </a:moveTo>
                <a:lnTo>
                  <a:pt x="139502" y="37756"/>
                </a:lnTo>
                <a:lnTo>
                  <a:pt x="137551" y="37491"/>
                </a:lnTo>
                <a:close/>
                <a:moveTo>
                  <a:pt x="107058" y="320938"/>
                </a:moveTo>
                <a:lnTo>
                  <a:pt x="107908" y="321730"/>
                </a:lnTo>
                <a:lnTo>
                  <a:pt x="106633" y="321334"/>
                </a:lnTo>
                <a:close/>
                <a:moveTo>
                  <a:pt x="102542" y="254671"/>
                </a:moveTo>
                <a:lnTo>
                  <a:pt x="103916" y="255821"/>
                </a:lnTo>
                <a:lnTo>
                  <a:pt x="101854" y="255246"/>
                </a:lnTo>
                <a:close/>
                <a:moveTo>
                  <a:pt x="29878" y="154498"/>
                </a:moveTo>
                <a:lnTo>
                  <a:pt x="30522" y="155346"/>
                </a:lnTo>
                <a:lnTo>
                  <a:pt x="29556" y="154922"/>
                </a:lnTo>
                <a:close/>
                <a:moveTo>
                  <a:pt x="8492" y="147486"/>
                </a:moveTo>
                <a:lnTo>
                  <a:pt x="10128" y="148847"/>
                </a:lnTo>
                <a:lnTo>
                  <a:pt x="7674" y="148167"/>
                </a:lnTo>
                <a:close/>
                <a:moveTo>
                  <a:pt x="85963" y="61628"/>
                </a:moveTo>
                <a:lnTo>
                  <a:pt x="86970" y="62160"/>
                </a:lnTo>
                <a:lnTo>
                  <a:pt x="85459" y="61894"/>
                </a:lnTo>
                <a:close/>
                <a:moveTo>
                  <a:pt x="39229" y="26414"/>
                </a:moveTo>
                <a:lnTo>
                  <a:pt x="39831" y="27073"/>
                </a:lnTo>
                <a:lnTo>
                  <a:pt x="38927" y="26744"/>
                </a:lnTo>
                <a:close/>
                <a:moveTo>
                  <a:pt x="118595" y="291053"/>
                </a:moveTo>
                <a:lnTo>
                  <a:pt x="119574" y="291594"/>
                </a:lnTo>
                <a:lnTo>
                  <a:pt x="118106" y="291324"/>
                </a:lnTo>
                <a:close/>
                <a:moveTo>
                  <a:pt x="132699" y="47535"/>
                </a:moveTo>
                <a:lnTo>
                  <a:pt x="134693" y="47922"/>
                </a:lnTo>
                <a:lnTo>
                  <a:pt x="131703" y="47728"/>
                </a:lnTo>
                <a:close/>
                <a:moveTo>
                  <a:pt x="34229" y="149469"/>
                </a:moveTo>
                <a:lnTo>
                  <a:pt x="34787" y="150961"/>
                </a:lnTo>
                <a:lnTo>
                  <a:pt x="33950" y="150215"/>
                </a:lnTo>
                <a:close/>
                <a:moveTo>
                  <a:pt x="42076" y="290446"/>
                </a:moveTo>
                <a:lnTo>
                  <a:pt x="42717" y="291576"/>
                </a:lnTo>
                <a:lnTo>
                  <a:pt x="41756" y="291011"/>
                </a:lnTo>
                <a:close/>
                <a:moveTo>
                  <a:pt x="59335" y="248652"/>
                </a:moveTo>
                <a:lnTo>
                  <a:pt x="61519" y="249340"/>
                </a:lnTo>
                <a:lnTo>
                  <a:pt x="58243" y="248996"/>
                </a:lnTo>
                <a:close/>
                <a:moveTo>
                  <a:pt x="130484" y="89076"/>
                </a:moveTo>
                <a:lnTo>
                  <a:pt x="131679" y="90591"/>
                </a:lnTo>
                <a:lnTo>
                  <a:pt x="129887" y="89834"/>
                </a:lnTo>
                <a:close/>
                <a:moveTo>
                  <a:pt x="82269" y="309856"/>
                </a:moveTo>
                <a:lnTo>
                  <a:pt x="84285" y="310364"/>
                </a:lnTo>
                <a:lnTo>
                  <a:pt x="81261" y="310110"/>
                </a:lnTo>
                <a:close/>
                <a:moveTo>
                  <a:pt x="133996" y="280145"/>
                </a:moveTo>
                <a:lnTo>
                  <a:pt x="135120" y="280608"/>
                </a:lnTo>
                <a:lnTo>
                  <a:pt x="133434" y="280377"/>
                </a:lnTo>
                <a:close/>
                <a:moveTo>
                  <a:pt x="135227" y="213310"/>
                </a:moveTo>
                <a:lnTo>
                  <a:pt x="136917" y="214264"/>
                </a:lnTo>
                <a:lnTo>
                  <a:pt x="134383" y="213787"/>
                </a:lnTo>
                <a:close/>
                <a:moveTo>
                  <a:pt x="82221" y="204196"/>
                </a:moveTo>
                <a:lnTo>
                  <a:pt x="82879" y="205887"/>
                </a:lnTo>
                <a:lnTo>
                  <a:pt x="81892" y="205042"/>
                </a:lnTo>
                <a:close/>
                <a:moveTo>
                  <a:pt x="108091" y="358830"/>
                </a:moveTo>
                <a:lnTo>
                  <a:pt x="110033" y="359667"/>
                </a:lnTo>
                <a:lnTo>
                  <a:pt x="107120" y="359248"/>
                </a:lnTo>
                <a:close/>
                <a:moveTo>
                  <a:pt x="83100" y="110376"/>
                </a:moveTo>
                <a:lnTo>
                  <a:pt x="84948" y="111129"/>
                </a:lnTo>
                <a:lnTo>
                  <a:pt x="82176" y="110753"/>
                </a:lnTo>
                <a:close/>
                <a:moveTo>
                  <a:pt x="108010" y="27954"/>
                </a:moveTo>
                <a:lnTo>
                  <a:pt x="109654" y="29687"/>
                </a:lnTo>
                <a:lnTo>
                  <a:pt x="107188" y="28820"/>
                </a:lnTo>
                <a:close/>
                <a:moveTo>
                  <a:pt x="131338" y="199974"/>
                </a:moveTo>
                <a:lnTo>
                  <a:pt x="133437" y="200467"/>
                </a:lnTo>
                <a:lnTo>
                  <a:pt x="130288" y="200221"/>
                </a:lnTo>
                <a:close/>
                <a:moveTo>
                  <a:pt x="76773" y="245997"/>
                </a:moveTo>
                <a:lnTo>
                  <a:pt x="78207" y="247304"/>
                </a:lnTo>
                <a:lnTo>
                  <a:pt x="76056" y="246651"/>
                </a:lnTo>
                <a:close/>
                <a:moveTo>
                  <a:pt x="98529" y="6953"/>
                </a:moveTo>
                <a:lnTo>
                  <a:pt x="99492" y="7885"/>
                </a:lnTo>
                <a:lnTo>
                  <a:pt x="98047" y="7419"/>
                </a:lnTo>
                <a:close/>
                <a:moveTo>
                  <a:pt x="87422" y="149552"/>
                </a:moveTo>
                <a:lnTo>
                  <a:pt x="88885" y="151321"/>
                </a:lnTo>
                <a:lnTo>
                  <a:pt x="86690" y="150436"/>
                </a:lnTo>
                <a:close/>
                <a:moveTo>
                  <a:pt x="90272" y="255429"/>
                </a:moveTo>
                <a:lnTo>
                  <a:pt x="90853" y="255836"/>
                </a:lnTo>
                <a:lnTo>
                  <a:pt x="89982" y="255633"/>
                </a:lnTo>
                <a:close/>
                <a:moveTo>
                  <a:pt x="9016" y="18436"/>
                </a:moveTo>
                <a:lnTo>
                  <a:pt x="9923" y="18788"/>
                </a:lnTo>
                <a:lnTo>
                  <a:pt x="8562" y="18612"/>
                </a:lnTo>
                <a:close/>
                <a:moveTo>
                  <a:pt x="51422" y="342859"/>
                </a:moveTo>
                <a:lnTo>
                  <a:pt x="53008" y="343236"/>
                </a:lnTo>
                <a:lnTo>
                  <a:pt x="50628" y="343047"/>
                </a:lnTo>
                <a:close/>
                <a:moveTo>
                  <a:pt x="4914" y="182350"/>
                </a:moveTo>
                <a:lnTo>
                  <a:pt x="5908" y="183391"/>
                </a:lnTo>
                <a:lnTo>
                  <a:pt x="4416" y="182870"/>
                </a:lnTo>
                <a:close/>
                <a:moveTo>
                  <a:pt x="23158" y="88014"/>
                </a:moveTo>
                <a:lnTo>
                  <a:pt x="24807" y="88613"/>
                </a:lnTo>
                <a:lnTo>
                  <a:pt x="22334" y="88314"/>
                </a:lnTo>
                <a:close/>
                <a:moveTo>
                  <a:pt x="78203" y="192348"/>
                </a:moveTo>
                <a:lnTo>
                  <a:pt x="79083" y="193689"/>
                </a:lnTo>
                <a:lnTo>
                  <a:pt x="77763" y="193018"/>
                </a:lnTo>
                <a:close/>
                <a:moveTo>
                  <a:pt x="63811" y="306340"/>
                </a:moveTo>
                <a:lnTo>
                  <a:pt x="64471" y="307484"/>
                </a:lnTo>
                <a:lnTo>
                  <a:pt x="63482" y="306912"/>
                </a:lnTo>
                <a:close/>
                <a:moveTo>
                  <a:pt x="77195" y="104000"/>
                </a:moveTo>
                <a:lnTo>
                  <a:pt x="78566" y="105602"/>
                </a:lnTo>
                <a:lnTo>
                  <a:pt x="76509" y="104801"/>
                </a:lnTo>
                <a:close/>
                <a:moveTo>
                  <a:pt x="22379" y="96705"/>
                </a:moveTo>
                <a:lnTo>
                  <a:pt x="23388" y="97416"/>
                </a:lnTo>
                <a:lnTo>
                  <a:pt x="21875" y="97060"/>
                </a:lnTo>
                <a:close/>
                <a:moveTo>
                  <a:pt x="119922" y="330404"/>
                </a:moveTo>
                <a:lnTo>
                  <a:pt x="121967" y="330954"/>
                </a:lnTo>
                <a:lnTo>
                  <a:pt x="118899" y="330679"/>
                </a:lnTo>
                <a:close/>
                <a:moveTo>
                  <a:pt x="62241" y="86559"/>
                </a:moveTo>
                <a:lnTo>
                  <a:pt x="63097" y="86864"/>
                </a:lnTo>
                <a:lnTo>
                  <a:pt x="61813" y="86711"/>
                </a:lnTo>
                <a:close/>
                <a:moveTo>
                  <a:pt x="72899" y="34316"/>
                </a:moveTo>
                <a:lnTo>
                  <a:pt x="73393" y="35923"/>
                </a:lnTo>
                <a:lnTo>
                  <a:pt x="72653" y="35119"/>
                </a:lnTo>
                <a:close/>
                <a:moveTo>
                  <a:pt x="89711" y="331139"/>
                </a:moveTo>
                <a:lnTo>
                  <a:pt x="90519" y="331641"/>
                </a:lnTo>
                <a:lnTo>
                  <a:pt x="89306" y="331390"/>
                </a:lnTo>
                <a:close/>
                <a:moveTo>
                  <a:pt x="94728" y="321299"/>
                </a:moveTo>
                <a:lnTo>
                  <a:pt x="96746" y="322924"/>
                </a:lnTo>
                <a:lnTo>
                  <a:pt x="93718" y="322112"/>
                </a:lnTo>
                <a:close/>
                <a:moveTo>
                  <a:pt x="39881" y="53454"/>
                </a:moveTo>
                <a:lnTo>
                  <a:pt x="41388" y="54665"/>
                </a:lnTo>
                <a:lnTo>
                  <a:pt x="39128" y="54060"/>
                </a:lnTo>
                <a:close/>
                <a:moveTo>
                  <a:pt x="95902" y="133402"/>
                </a:moveTo>
                <a:lnTo>
                  <a:pt x="97447" y="134417"/>
                </a:lnTo>
                <a:lnTo>
                  <a:pt x="95129" y="133910"/>
                </a:lnTo>
                <a:close/>
                <a:moveTo>
                  <a:pt x="49613" y="6509"/>
                </a:moveTo>
                <a:lnTo>
                  <a:pt x="51336" y="7854"/>
                </a:lnTo>
                <a:lnTo>
                  <a:pt x="48752" y="7181"/>
                </a:lnTo>
                <a:close/>
                <a:moveTo>
                  <a:pt x="100346" y="373492"/>
                </a:moveTo>
                <a:lnTo>
                  <a:pt x="101682" y="375279"/>
                </a:lnTo>
                <a:lnTo>
                  <a:pt x="99678" y="374385"/>
                </a:lnTo>
                <a:close/>
                <a:moveTo>
                  <a:pt x="28670" y="296115"/>
                </a:moveTo>
                <a:lnTo>
                  <a:pt x="29847" y="297768"/>
                </a:lnTo>
                <a:lnTo>
                  <a:pt x="28082" y="296942"/>
                </a:lnTo>
                <a:close/>
                <a:moveTo>
                  <a:pt x="29039" y="362505"/>
                </a:moveTo>
                <a:lnTo>
                  <a:pt x="29901" y="363316"/>
                </a:lnTo>
                <a:lnTo>
                  <a:pt x="28608" y="362911"/>
                </a:lnTo>
                <a:close/>
                <a:moveTo>
                  <a:pt x="113362" y="129684"/>
                </a:moveTo>
                <a:lnTo>
                  <a:pt x="114609" y="130320"/>
                </a:lnTo>
                <a:lnTo>
                  <a:pt x="112738" y="130002"/>
                </a:lnTo>
                <a:close/>
                <a:moveTo>
                  <a:pt x="28583" y="59821"/>
                </a:moveTo>
                <a:lnTo>
                  <a:pt x="29912" y="61567"/>
                </a:lnTo>
                <a:lnTo>
                  <a:pt x="27918" y="60694"/>
                </a:lnTo>
                <a:close/>
                <a:moveTo>
                  <a:pt x="68151" y="353183"/>
                </a:moveTo>
                <a:lnTo>
                  <a:pt x="69862" y="354695"/>
                </a:lnTo>
                <a:lnTo>
                  <a:pt x="67296" y="353939"/>
                </a:lnTo>
                <a:close/>
                <a:moveTo>
                  <a:pt x="85866" y="22717"/>
                </a:moveTo>
                <a:lnTo>
                  <a:pt x="86819" y="23972"/>
                </a:lnTo>
                <a:lnTo>
                  <a:pt x="85390" y="23345"/>
                </a:lnTo>
                <a:close/>
                <a:moveTo>
                  <a:pt x="75591" y="44276"/>
                </a:moveTo>
                <a:lnTo>
                  <a:pt x="76451" y="44576"/>
                </a:lnTo>
                <a:lnTo>
                  <a:pt x="75161" y="44426"/>
                </a:lnTo>
                <a:close/>
                <a:moveTo>
                  <a:pt x="95638" y="57380"/>
                </a:moveTo>
                <a:lnTo>
                  <a:pt x="96749" y="58422"/>
                </a:lnTo>
                <a:lnTo>
                  <a:pt x="95083" y="57901"/>
                </a:lnTo>
                <a:close/>
                <a:moveTo>
                  <a:pt x="59464" y="346400"/>
                </a:moveTo>
                <a:lnTo>
                  <a:pt x="60019" y="347649"/>
                </a:lnTo>
                <a:lnTo>
                  <a:pt x="59186" y="347024"/>
                </a:lnTo>
                <a:close/>
                <a:moveTo>
                  <a:pt x="57184" y="250833"/>
                </a:moveTo>
                <a:lnTo>
                  <a:pt x="57598" y="252619"/>
                </a:lnTo>
                <a:lnTo>
                  <a:pt x="56977" y="251726"/>
                </a:lnTo>
                <a:close/>
                <a:moveTo>
                  <a:pt x="27320" y="256610"/>
                </a:moveTo>
                <a:lnTo>
                  <a:pt x="28790" y="257019"/>
                </a:lnTo>
                <a:lnTo>
                  <a:pt x="26586" y="256814"/>
                </a:lnTo>
                <a:close/>
                <a:moveTo>
                  <a:pt x="77499" y="365908"/>
                </a:moveTo>
                <a:lnTo>
                  <a:pt x="79609" y="367515"/>
                </a:lnTo>
                <a:lnTo>
                  <a:pt x="76444" y="366711"/>
                </a:lnTo>
                <a:close/>
                <a:moveTo>
                  <a:pt x="94539" y="34243"/>
                </a:moveTo>
                <a:lnTo>
                  <a:pt x="96412" y="34693"/>
                </a:lnTo>
                <a:lnTo>
                  <a:pt x="93603" y="34468"/>
                </a:lnTo>
                <a:close/>
                <a:moveTo>
                  <a:pt x="95457" y="90917"/>
                </a:moveTo>
                <a:lnTo>
                  <a:pt x="95998" y="91441"/>
                </a:lnTo>
                <a:lnTo>
                  <a:pt x="95187" y="91179"/>
                </a:lnTo>
                <a:close/>
                <a:moveTo>
                  <a:pt x="59200" y="259870"/>
                </a:moveTo>
                <a:lnTo>
                  <a:pt x="60386" y="260582"/>
                </a:lnTo>
                <a:lnTo>
                  <a:pt x="58608" y="260226"/>
                </a:lnTo>
                <a:close/>
                <a:moveTo>
                  <a:pt x="29222" y="133496"/>
                </a:moveTo>
                <a:lnTo>
                  <a:pt x="29796" y="134570"/>
                </a:lnTo>
                <a:lnTo>
                  <a:pt x="28934" y="134033"/>
                </a:lnTo>
                <a:close/>
                <a:moveTo>
                  <a:pt x="104631" y="11560"/>
                </a:moveTo>
                <a:lnTo>
                  <a:pt x="106590" y="13115"/>
                </a:lnTo>
                <a:lnTo>
                  <a:pt x="103651" y="12337"/>
                </a:lnTo>
                <a:close/>
                <a:moveTo>
                  <a:pt x="5093" y="214284"/>
                </a:moveTo>
                <a:lnTo>
                  <a:pt x="5495" y="215180"/>
                </a:lnTo>
                <a:lnTo>
                  <a:pt x="4892" y="214732"/>
                </a:lnTo>
                <a:close/>
                <a:moveTo>
                  <a:pt x="142119" y="913"/>
                </a:moveTo>
                <a:lnTo>
                  <a:pt x="142924" y="2373"/>
                </a:lnTo>
                <a:lnTo>
                  <a:pt x="141716" y="1643"/>
                </a:lnTo>
                <a:close/>
                <a:moveTo>
                  <a:pt x="65723" y="88395"/>
                </a:moveTo>
                <a:lnTo>
                  <a:pt x="67436" y="89571"/>
                </a:lnTo>
                <a:lnTo>
                  <a:pt x="64866" y="88983"/>
                </a:lnTo>
                <a:close/>
                <a:moveTo>
                  <a:pt x="88389" y="342568"/>
                </a:moveTo>
                <a:lnTo>
                  <a:pt x="89815" y="343069"/>
                </a:lnTo>
                <a:lnTo>
                  <a:pt x="87677" y="342818"/>
                </a:lnTo>
                <a:close/>
                <a:moveTo>
                  <a:pt x="95282" y="131793"/>
                </a:moveTo>
                <a:lnTo>
                  <a:pt x="96856" y="133278"/>
                </a:lnTo>
                <a:lnTo>
                  <a:pt x="94495" y="132536"/>
                </a:lnTo>
                <a:close/>
                <a:moveTo>
                  <a:pt x="85668" y="389550"/>
                </a:moveTo>
                <a:lnTo>
                  <a:pt x="87084" y="390641"/>
                </a:lnTo>
                <a:lnTo>
                  <a:pt x="84959" y="390096"/>
                </a:lnTo>
                <a:close/>
                <a:moveTo>
                  <a:pt x="136298" y="265252"/>
                </a:moveTo>
                <a:lnTo>
                  <a:pt x="136661" y="266226"/>
                </a:lnTo>
                <a:lnTo>
                  <a:pt x="136117" y="265739"/>
                </a:lnTo>
                <a:close/>
                <a:moveTo>
                  <a:pt x="116912" y="321863"/>
                </a:moveTo>
                <a:lnTo>
                  <a:pt x="118615" y="322799"/>
                </a:lnTo>
                <a:lnTo>
                  <a:pt x="116061" y="322331"/>
                </a:lnTo>
                <a:close/>
                <a:moveTo>
                  <a:pt x="34436" y="207961"/>
                </a:moveTo>
                <a:lnTo>
                  <a:pt x="36059" y="208872"/>
                </a:lnTo>
                <a:lnTo>
                  <a:pt x="33624" y="208416"/>
                </a:lnTo>
                <a:close/>
                <a:moveTo>
                  <a:pt x="71091" y="121317"/>
                </a:moveTo>
                <a:lnTo>
                  <a:pt x="72878" y="122896"/>
                </a:lnTo>
                <a:lnTo>
                  <a:pt x="70197" y="122107"/>
                </a:lnTo>
                <a:close/>
                <a:moveTo>
                  <a:pt x="38069" y="78016"/>
                </a:moveTo>
                <a:lnTo>
                  <a:pt x="39200" y="79397"/>
                </a:lnTo>
                <a:lnTo>
                  <a:pt x="37503" y="78706"/>
                </a:lnTo>
                <a:close/>
                <a:moveTo>
                  <a:pt x="53920" y="276070"/>
                </a:moveTo>
                <a:lnTo>
                  <a:pt x="54471" y="277366"/>
                </a:lnTo>
                <a:lnTo>
                  <a:pt x="53644" y="276718"/>
                </a:lnTo>
                <a:close/>
                <a:moveTo>
                  <a:pt x="116921" y="86664"/>
                </a:moveTo>
                <a:lnTo>
                  <a:pt x="117390" y="87361"/>
                </a:lnTo>
                <a:lnTo>
                  <a:pt x="116686" y="87012"/>
                </a:lnTo>
                <a:close/>
                <a:moveTo>
                  <a:pt x="57733" y="64616"/>
                </a:moveTo>
                <a:lnTo>
                  <a:pt x="59375" y="64985"/>
                </a:lnTo>
                <a:lnTo>
                  <a:pt x="56913" y="64800"/>
                </a:lnTo>
                <a:close/>
                <a:moveTo>
                  <a:pt x="113119" y="11804"/>
                </a:moveTo>
                <a:lnTo>
                  <a:pt x="113964" y="12533"/>
                </a:lnTo>
                <a:lnTo>
                  <a:pt x="112697" y="12168"/>
                </a:lnTo>
                <a:close/>
                <a:moveTo>
                  <a:pt x="72423" y="41285"/>
                </a:moveTo>
                <a:lnTo>
                  <a:pt x="72829" y="42667"/>
                </a:lnTo>
                <a:lnTo>
                  <a:pt x="72220" y="41976"/>
                </a:lnTo>
                <a:close/>
                <a:moveTo>
                  <a:pt x="5054" y="216875"/>
                </a:moveTo>
                <a:lnTo>
                  <a:pt x="7107" y="217577"/>
                </a:lnTo>
                <a:lnTo>
                  <a:pt x="4028" y="217226"/>
                </a:lnTo>
                <a:close/>
                <a:moveTo>
                  <a:pt x="35086" y="129079"/>
                </a:moveTo>
                <a:lnTo>
                  <a:pt x="37252" y="129955"/>
                </a:lnTo>
                <a:lnTo>
                  <a:pt x="34003" y="129517"/>
                </a:lnTo>
                <a:close/>
                <a:moveTo>
                  <a:pt x="2872" y="168514"/>
                </a:moveTo>
                <a:lnTo>
                  <a:pt x="4513" y="169013"/>
                </a:lnTo>
                <a:lnTo>
                  <a:pt x="2052" y="168764"/>
                </a:lnTo>
                <a:close/>
                <a:moveTo>
                  <a:pt x="97992" y="157477"/>
                </a:moveTo>
                <a:lnTo>
                  <a:pt x="99404" y="157856"/>
                </a:lnTo>
                <a:lnTo>
                  <a:pt x="97285" y="157667"/>
                </a:lnTo>
                <a:close/>
                <a:moveTo>
                  <a:pt x="16963" y="260758"/>
                </a:moveTo>
                <a:lnTo>
                  <a:pt x="18813" y="262485"/>
                </a:lnTo>
                <a:lnTo>
                  <a:pt x="16039" y="261622"/>
                </a:lnTo>
                <a:close/>
                <a:moveTo>
                  <a:pt x="76083" y="196030"/>
                </a:moveTo>
                <a:lnTo>
                  <a:pt x="77783" y="196752"/>
                </a:lnTo>
                <a:lnTo>
                  <a:pt x="75233" y="196391"/>
                </a:lnTo>
                <a:close/>
                <a:moveTo>
                  <a:pt x="18288" y="201301"/>
                </a:moveTo>
                <a:lnTo>
                  <a:pt x="19546" y="201626"/>
                </a:lnTo>
                <a:lnTo>
                  <a:pt x="17659" y="201463"/>
                </a:lnTo>
                <a:close/>
                <a:moveTo>
                  <a:pt x="134194" y="277148"/>
                </a:moveTo>
                <a:lnTo>
                  <a:pt x="136260" y="277594"/>
                </a:lnTo>
                <a:lnTo>
                  <a:pt x="133160" y="277371"/>
                </a:lnTo>
                <a:close/>
                <a:moveTo>
                  <a:pt x="139034" y="54457"/>
                </a:moveTo>
                <a:lnTo>
                  <a:pt x="141108" y="54974"/>
                </a:lnTo>
                <a:lnTo>
                  <a:pt x="137998" y="54716"/>
                </a:lnTo>
                <a:close/>
                <a:moveTo>
                  <a:pt x="19235" y="218781"/>
                </a:moveTo>
                <a:lnTo>
                  <a:pt x="20550" y="219280"/>
                </a:lnTo>
                <a:lnTo>
                  <a:pt x="18578" y="219031"/>
                </a:lnTo>
                <a:close/>
                <a:moveTo>
                  <a:pt x="16581" y="224071"/>
                </a:moveTo>
                <a:lnTo>
                  <a:pt x="18582" y="224718"/>
                </a:lnTo>
                <a:lnTo>
                  <a:pt x="15580" y="224395"/>
                </a:lnTo>
                <a:close/>
                <a:moveTo>
                  <a:pt x="100933" y="23056"/>
                </a:moveTo>
                <a:lnTo>
                  <a:pt x="101504" y="23558"/>
                </a:lnTo>
                <a:lnTo>
                  <a:pt x="100648" y="23307"/>
                </a:lnTo>
                <a:close/>
                <a:moveTo>
                  <a:pt x="142124" y="12645"/>
                </a:moveTo>
                <a:lnTo>
                  <a:pt x="143028" y="14188"/>
                </a:lnTo>
                <a:lnTo>
                  <a:pt x="141672" y="13417"/>
                </a:lnTo>
                <a:close/>
                <a:moveTo>
                  <a:pt x="4578" y="55036"/>
                </a:moveTo>
                <a:lnTo>
                  <a:pt x="6765" y="56613"/>
                </a:lnTo>
                <a:lnTo>
                  <a:pt x="3484" y="55824"/>
                </a:lnTo>
                <a:close/>
                <a:moveTo>
                  <a:pt x="94597" y="363192"/>
                </a:moveTo>
                <a:lnTo>
                  <a:pt x="95554" y="364313"/>
                </a:lnTo>
                <a:lnTo>
                  <a:pt x="94119" y="363752"/>
                </a:lnTo>
                <a:close/>
                <a:moveTo>
                  <a:pt x="95047" y="28196"/>
                </a:moveTo>
                <a:lnTo>
                  <a:pt x="95979" y="29762"/>
                </a:lnTo>
                <a:lnTo>
                  <a:pt x="94581" y="28979"/>
                </a:lnTo>
                <a:close/>
                <a:moveTo>
                  <a:pt x="58623" y="42029"/>
                </a:moveTo>
                <a:lnTo>
                  <a:pt x="59281" y="42838"/>
                </a:lnTo>
                <a:lnTo>
                  <a:pt x="58294" y="42434"/>
                </a:lnTo>
                <a:close/>
                <a:moveTo>
                  <a:pt x="81355" y="282725"/>
                </a:moveTo>
                <a:lnTo>
                  <a:pt x="82781" y="283686"/>
                </a:lnTo>
                <a:lnTo>
                  <a:pt x="80642" y="283205"/>
                </a:lnTo>
                <a:close/>
                <a:moveTo>
                  <a:pt x="43680" y="120100"/>
                </a:moveTo>
                <a:lnTo>
                  <a:pt x="45564" y="120990"/>
                </a:lnTo>
                <a:lnTo>
                  <a:pt x="42737" y="120545"/>
                </a:lnTo>
                <a:close/>
                <a:moveTo>
                  <a:pt x="107170" y="91739"/>
                </a:moveTo>
                <a:lnTo>
                  <a:pt x="109151" y="93293"/>
                </a:lnTo>
                <a:lnTo>
                  <a:pt x="106180" y="92516"/>
                </a:lnTo>
                <a:close/>
                <a:moveTo>
                  <a:pt x="62876" y="152215"/>
                </a:moveTo>
                <a:lnTo>
                  <a:pt x="63559" y="153023"/>
                </a:lnTo>
                <a:lnTo>
                  <a:pt x="62534" y="152619"/>
                </a:lnTo>
                <a:close/>
                <a:moveTo>
                  <a:pt x="57710" y="23460"/>
                </a:moveTo>
                <a:lnTo>
                  <a:pt x="58372" y="24355"/>
                </a:lnTo>
                <a:lnTo>
                  <a:pt x="57379" y="23907"/>
                </a:lnTo>
                <a:close/>
                <a:moveTo>
                  <a:pt x="96645" y="339787"/>
                </a:moveTo>
                <a:lnTo>
                  <a:pt x="98567" y="341441"/>
                </a:lnTo>
                <a:lnTo>
                  <a:pt x="95683" y="340614"/>
                </a:lnTo>
                <a:close/>
                <a:moveTo>
                  <a:pt x="52978" y="268186"/>
                </a:moveTo>
                <a:lnTo>
                  <a:pt x="54229" y="269240"/>
                </a:lnTo>
                <a:lnTo>
                  <a:pt x="52353" y="268713"/>
                </a:lnTo>
                <a:close/>
                <a:moveTo>
                  <a:pt x="11940" y="250278"/>
                </a:moveTo>
                <a:lnTo>
                  <a:pt x="12735" y="250701"/>
                </a:lnTo>
                <a:lnTo>
                  <a:pt x="11543" y="250490"/>
                </a:lnTo>
                <a:close/>
                <a:moveTo>
                  <a:pt x="66731" y="291004"/>
                </a:moveTo>
                <a:lnTo>
                  <a:pt x="67190" y="291840"/>
                </a:lnTo>
                <a:lnTo>
                  <a:pt x="66502" y="291422"/>
                </a:lnTo>
                <a:close/>
                <a:moveTo>
                  <a:pt x="15866" y="132364"/>
                </a:moveTo>
                <a:lnTo>
                  <a:pt x="17330" y="133042"/>
                </a:lnTo>
                <a:lnTo>
                  <a:pt x="15134" y="132703"/>
                </a:lnTo>
                <a:close/>
                <a:moveTo>
                  <a:pt x="48916" y="54395"/>
                </a:moveTo>
                <a:lnTo>
                  <a:pt x="50933" y="55905"/>
                </a:lnTo>
                <a:lnTo>
                  <a:pt x="47908" y="55150"/>
                </a:lnTo>
                <a:close/>
                <a:moveTo>
                  <a:pt x="43571" y="298263"/>
                </a:moveTo>
                <a:lnTo>
                  <a:pt x="44225" y="298712"/>
                </a:lnTo>
                <a:lnTo>
                  <a:pt x="43244" y="298488"/>
                </a:lnTo>
                <a:close/>
                <a:moveTo>
                  <a:pt x="110355" y="297423"/>
                </a:moveTo>
                <a:lnTo>
                  <a:pt x="110740" y="298027"/>
                </a:lnTo>
                <a:lnTo>
                  <a:pt x="110162" y="297725"/>
                </a:lnTo>
                <a:close/>
                <a:moveTo>
                  <a:pt x="38412" y="133727"/>
                </a:moveTo>
                <a:lnTo>
                  <a:pt x="39005" y="135208"/>
                </a:lnTo>
                <a:lnTo>
                  <a:pt x="38116" y="134467"/>
                </a:lnTo>
                <a:close/>
                <a:moveTo>
                  <a:pt x="56434" y="60276"/>
                </a:moveTo>
                <a:lnTo>
                  <a:pt x="57086" y="61539"/>
                </a:lnTo>
                <a:lnTo>
                  <a:pt x="56107" y="60907"/>
                </a:lnTo>
                <a:close/>
                <a:moveTo>
                  <a:pt x="7706" y="200292"/>
                </a:moveTo>
                <a:lnTo>
                  <a:pt x="9668" y="201668"/>
                </a:lnTo>
                <a:lnTo>
                  <a:pt x="6726" y="200980"/>
                </a:lnTo>
                <a:close/>
                <a:moveTo>
                  <a:pt x="81058" y="337185"/>
                </a:moveTo>
                <a:lnTo>
                  <a:pt x="82345" y="337591"/>
                </a:lnTo>
                <a:lnTo>
                  <a:pt x="80415" y="337388"/>
                </a:lnTo>
                <a:close/>
                <a:moveTo>
                  <a:pt x="124859" y="192525"/>
                </a:moveTo>
                <a:lnTo>
                  <a:pt x="125608" y="194299"/>
                </a:lnTo>
                <a:lnTo>
                  <a:pt x="124484" y="193412"/>
                </a:lnTo>
                <a:close/>
                <a:moveTo>
                  <a:pt x="9909" y="363787"/>
                </a:moveTo>
                <a:lnTo>
                  <a:pt x="10268" y="364239"/>
                </a:lnTo>
                <a:lnTo>
                  <a:pt x="9730" y="364013"/>
                </a:lnTo>
                <a:close/>
                <a:moveTo>
                  <a:pt x="97618" y="154889"/>
                </a:moveTo>
                <a:lnTo>
                  <a:pt x="98298" y="156201"/>
                </a:lnTo>
                <a:lnTo>
                  <a:pt x="97277" y="155545"/>
                </a:lnTo>
                <a:close/>
                <a:moveTo>
                  <a:pt x="13530" y="336175"/>
                </a:moveTo>
                <a:lnTo>
                  <a:pt x="15232" y="336912"/>
                </a:lnTo>
                <a:lnTo>
                  <a:pt x="12678" y="336544"/>
                </a:lnTo>
                <a:close/>
                <a:moveTo>
                  <a:pt x="124404" y="228084"/>
                </a:moveTo>
                <a:lnTo>
                  <a:pt x="124893" y="229353"/>
                </a:lnTo>
                <a:lnTo>
                  <a:pt x="124160" y="228718"/>
                </a:lnTo>
                <a:close/>
                <a:moveTo>
                  <a:pt x="37040" y="142029"/>
                </a:moveTo>
                <a:lnTo>
                  <a:pt x="38571" y="143261"/>
                </a:lnTo>
                <a:lnTo>
                  <a:pt x="36274" y="142645"/>
                </a:lnTo>
                <a:close/>
                <a:moveTo>
                  <a:pt x="66604" y="347170"/>
                </a:moveTo>
                <a:lnTo>
                  <a:pt x="67722" y="348679"/>
                </a:lnTo>
                <a:lnTo>
                  <a:pt x="66045" y="347925"/>
                </a:lnTo>
                <a:close/>
                <a:moveTo>
                  <a:pt x="134605" y="364763"/>
                </a:moveTo>
                <a:lnTo>
                  <a:pt x="135796" y="366348"/>
                </a:lnTo>
                <a:lnTo>
                  <a:pt x="134010" y="365556"/>
                </a:lnTo>
                <a:close/>
                <a:moveTo>
                  <a:pt x="136070" y="128306"/>
                </a:moveTo>
                <a:lnTo>
                  <a:pt x="137080" y="128895"/>
                </a:lnTo>
                <a:lnTo>
                  <a:pt x="135566" y="128600"/>
                </a:lnTo>
                <a:close/>
                <a:moveTo>
                  <a:pt x="30550" y="297216"/>
                </a:moveTo>
                <a:lnTo>
                  <a:pt x="32582" y="298744"/>
                </a:lnTo>
                <a:lnTo>
                  <a:pt x="29534" y="297980"/>
                </a:lnTo>
                <a:close/>
                <a:moveTo>
                  <a:pt x="68193" y="250712"/>
                </a:moveTo>
                <a:lnTo>
                  <a:pt x="69928" y="252263"/>
                </a:lnTo>
                <a:lnTo>
                  <a:pt x="67325" y="251488"/>
                </a:lnTo>
                <a:close/>
                <a:moveTo>
                  <a:pt x="42327" y="337172"/>
                </a:moveTo>
                <a:lnTo>
                  <a:pt x="43939" y="338480"/>
                </a:lnTo>
                <a:lnTo>
                  <a:pt x="41522" y="337826"/>
                </a:lnTo>
                <a:close/>
                <a:moveTo>
                  <a:pt x="129868" y="19256"/>
                </a:moveTo>
                <a:lnTo>
                  <a:pt x="131678" y="20718"/>
                </a:lnTo>
                <a:lnTo>
                  <a:pt x="128963" y="19987"/>
                </a:lnTo>
                <a:close/>
                <a:moveTo>
                  <a:pt x="119896" y="79034"/>
                </a:moveTo>
                <a:lnTo>
                  <a:pt x="121008" y="79763"/>
                </a:lnTo>
                <a:lnTo>
                  <a:pt x="119340" y="79399"/>
                </a:lnTo>
                <a:close/>
                <a:moveTo>
                  <a:pt x="20217" y="119528"/>
                </a:moveTo>
                <a:lnTo>
                  <a:pt x="21989" y="120841"/>
                </a:lnTo>
                <a:lnTo>
                  <a:pt x="19330" y="120184"/>
                </a:lnTo>
                <a:close/>
                <a:moveTo>
                  <a:pt x="93609" y="283621"/>
                </a:moveTo>
                <a:lnTo>
                  <a:pt x="95091" y="284128"/>
                </a:lnTo>
                <a:lnTo>
                  <a:pt x="92868" y="283874"/>
                </a:lnTo>
                <a:close/>
                <a:moveTo>
                  <a:pt x="89446" y="232866"/>
                </a:moveTo>
                <a:lnTo>
                  <a:pt x="91529" y="233479"/>
                </a:lnTo>
                <a:lnTo>
                  <a:pt x="88405" y="233173"/>
                </a:lnTo>
                <a:close/>
                <a:moveTo>
                  <a:pt x="63261" y="182986"/>
                </a:moveTo>
                <a:lnTo>
                  <a:pt x="64532" y="184064"/>
                </a:lnTo>
                <a:lnTo>
                  <a:pt x="62626" y="183525"/>
                </a:lnTo>
                <a:close/>
                <a:moveTo>
                  <a:pt x="48189" y="373583"/>
                </a:moveTo>
                <a:lnTo>
                  <a:pt x="49751" y="375313"/>
                </a:lnTo>
                <a:lnTo>
                  <a:pt x="47407" y="374448"/>
                </a:lnTo>
                <a:close/>
                <a:moveTo>
                  <a:pt x="56284" y="127867"/>
                </a:moveTo>
                <a:lnTo>
                  <a:pt x="58187" y="129639"/>
                </a:lnTo>
                <a:lnTo>
                  <a:pt x="55333" y="128753"/>
                </a:lnTo>
                <a:close/>
                <a:moveTo>
                  <a:pt x="5259" y="107829"/>
                </a:moveTo>
                <a:lnTo>
                  <a:pt x="7276" y="108860"/>
                </a:lnTo>
                <a:lnTo>
                  <a:pt x="4250" y="108345"/>
                </a:lnTo>
                <a:close/>
                <a:moveTo>
                  <a:pt x="98805" y="19311"/>
                </a:moveTo>
                <a:lnTo>
                  <a:pt x="99298" y="21068"/>
                </a:lnTo>
                <a:lnTo>
                  <a:pt x="98559" y="20189"/>
                </a:lnTo>
                <a:close/>
                <a:moveTo>
                  <a:pt x="82636" y="250986"/>
                </a:moveTo>
                <a:lnTo>
                  <a:pt x="83988" y="251506"/>
                </a:lnTo>
                <a:lnTo>
                  <a:pt x="81959" y="251246"/>
                </a:lnTo>
                <a:close/>
                <a:moveTo>
                  <a:pt x="13458" y="358777"/>
                </a:moveTo>
                <a:lnTo>
                  <a:pt x="14335" y="359788"/>
                </a:lnTo>
                <a:lnTo>
                  <a:pt x="13020" y="359282"/>
                </a:lnTo>
                <a:close/>
                <a:moveTo>
                  <a:pt x="5495" y="120542"/>
                </a:moveTo>
                <a:lnTo>
                  <a:pt x="7634" y="121473"/>
                </a:lnTo>
                <a:lnTo>
                  <a:pt x="4426" y="121007"/>
                </a:lnTo>
                <a:close/>
                <a:moveTo>
                  <a:pt x="67796" y="197392"/>
                </a:moveTo>
                <a:lnTo>
                  <a:pt x="69330" y="198844"/>
                </a:lnTo>
                <a:lnTo>
                  <a:pt x="67029" y="198118"/>
                </a:lnTo>
                <a:close/>
                <a:moveTo>
                  <a:pt x="100241" y="15138"/>
                </a:moveTo>
                <a:lnTo>
                  <a:pt x="100738" y="15930"/>
                </a:lnTo>
                <a:lnTo>
                  <a:pt x="99993" y="15534"/>
                </a:lnTo>
                <a:close/>
                <a:moveTo>
                  <a:pt x="119909" y="101301"/>
                </a:moveTo>
                <a:lnTo>
                  <a:pt x="120611" y="102861"/>
                </a:lnTo>
                <a:lnTo>
                  <a:pt x="119558" y="102081"/>
                </a:lnTo>
                <a:close/>
                <a:moveTo>
                  <a:pt x="122462" y="112054"/>
                </a:moveTo>
                <a:lnTo>
                  <a:pt x="123090" y="113732"/>
                </a:lnTo>
                <a:lnTo>
                  <a:pt x="122148" y="112893"/>
                </a:lnTo>
                <a:close/>
                <a:moveTo>
                  <a:pt x="116841" y="206432"/>
                </a:moveTo>
                <a:lnTo>
                  <a:pt x="117828" y="208034"/>
                </a:lnTo>
                <a:lnTo>
                  <a:pt x="116348" y="207233"/>
                </a:lnTo>
                <a:close/>
                <a:moveTo>
                  <a:pt x="65327" y="85354"/>
                </a:moveTo>
                <a:lnTo>
                  <a:pt x="66258" y="86479"/>
                </a:lnTo>
                <a:lnTo>
                  <a:pt x="64862" y="85916"/>
                </a:lnTo>
                <a:close/>
                <a:moveTo>
                  <a:pt x="6038" y="382598"/>
                </a:moveTo>
                <a:lnTo>
                  <a:pt x="7915" y="384121"/>
                </a:lnTo>
                <a:lnTo>
                  <a:pt x="5099" y="383359"/>
                </a:lnTo>
                <a:close/>
                <a:moveTo>
                  <a:pt x="55381" y="156777"/>
                </a:moveTo>
                <a:lnTo>
                  <a:pt x="57154" y="157836"/>
                </a:lnTo>
                <a:lnTo>
                  <a:pt x="54494" y="157307"/>
                </a:lnTo>
                <a:close/>
                <a:moveTo>
                  <a:pt x="22378" y="234834"/>
                </a:moveTo>
                <a:lnTo>
                  <a:pt x="24233" y="235400"/>
                </a:lnTo>
                <a:lnTo>
                  <a:pt x="21450" y="235117"/>
                </a:lnTo>
                <a:close/>
                <a:moveTo>
                  <a:pt x="112955" y="121723"/>
                </a:moveTo>
                <a:lnTo>
                  <a:pt x="113317" y="122325"/>
                </a:lnTo>
                <a:lnTo>
                  <a:pt x="112774" y="122024"/>
                </a:lnTo>
                <a:close/>
                <a:moveTo>
                  <a:pt x="63945" y="69283"/>
                </a:moveTo>
                <a:lnTo>
                  <a:pt x="65303" y="69938"/>
                </a:lnTo>
                <a:lnTo>
                  <a:pt x="63266" y="69610"/>
                </a:lnTo>
                <a:close/>
                <a:moveTo>
                  <a:pt x="101037" y="311822"/>
                </a:moveTo>
                <a:lnTo>
                  <a:pt x="102417" y="313077"/>
                </a:lnTo>
                <a:lnTo>
                  <a:pt x="100348" y="312449"/>
                </a:lnTo>
                <a:close/>
                <a:moveTo>
                  <a:pt x="59687" y="286602"/>
                </a:moveTo>
                <a:lnTo>
                  <a:pt x="60466" y="288281"/>
                </a:lnTo>
                <a:lnTo>
                  <a:pt x="59298" y="287442"/>
                </a:lnTo>
                <a:close/>
                <a:moveTo>
                  <a:pt x="135615" y="45275"/>
                </a:moveTo>
                <a:lnTo>
                  <a:pt x="136665" y="45825"/>
                </a:lnTo>
                <a:lnTo>
                  <a:pt x="135090" y="45550"/>
                </a:lnTo>
                <a:close/>
                <a:moveTo>
                  <a:pt x="69404" y="174156"/>
                </a:moveTo>
                <a:lnTo>
                  <a:pt x="70022" y="174731"/>
                </a:lnTo>
                <a:lnTo>
                  <a:pt x="69094" y="174443"/>
                </a:lnTo>
                <a:close/>
                <a:moveTo>
                  <a:pt x="42803" y="25789"/>
                </a:moveTo>
                <a:lnTo>
                  <a:pt x="43496" y="27364"/>
                </a:lnTo>
                <a:lnTo>
                  <a:pt x="42456" y="26576"/>
                </a:lnTo>
                <a:close/>
                <a:moveTo>
                  <a:pt x="69591" y="280981"/>
                </a:moveTo>
                <a:lnTo>
                  <a:pt x="71116" y="282408"/>
                </a:lnTo>
                <a:lnTo>
                  <a:pt x="68828" y="281694"/>
                </a:lnTo>
                <a:close/>
                <a:moveTo>
                  <a:pt x="5667" y="236408"/>
                </a:moveTo>
                <a:lnTo>
                  <a:pt x="7584" y="237436"/>
                </a:lnTo>
                <a:lnTo>
                  <a:pt x="4709" y="236922"/>
                </a:lnTo>
                <a:close/>
                <a:moveTo>
                  <a:pt x="74933" y="214397"/>
                </a:moveTo>
                <a:lnTo>
                  <a:pt x="76365" y="215428"/>
                </a:lnTo>
                <a:lnTo>
                  <a:pt x="74217" y="214913"/>
                </a:lnTo>
                <a:close/>
                <a:moveTo>
                  <a:pt x="5627" y="376473"/>
                </a:moveTo>
                <a:lnTo>
                  <a:pt x="6149" y="376985"/>
                </a:lnTo>
                <a:lnTo>
                  <a:pt x="5366" y="376729"/>
                </a:lnTo>
                <a:close/>
                <a:moveTo>
                  <a:pt x="15602" y="93818"/>
                </a:moveTo>
                <a:lnTo>
                  <a:pt x="17164" y="94434"/>
                </a:lnTo>
                <a:lnTo>
                  <a:pt x="14821" y="94126"/>
                </a:lnTo>
                <a:close/>
                <a:moveTo>
                  <a:pt x="123653" y="245009"/>
                </a:moveTo>
                <a:lnTo>
                  <a:pt x="125372" y="246433"/>
                </a:lnTo>
                <a:lnTo>
                  <a:pt x="122793" y="245721"/>
                </a:lnTo>
                <a:close/>
                <a:moveTo>
                  <a:pt x="103472" y="170257"/>
                </a:moveTo>
                <a:lnTo>
                  <a:pt x="104682" y="170648"/>
                </a:lnTo>
                <a:lnTo>
                  <a:pt x="102867" y="170452"/>
                </a:lnTo>
                <a:close/>
                <a:moveTo>
                  <a:pt x="16320" y="379051"/>
                </a:moveTo>
                <a:lnTo>
                  <a:pt x="17379" y="379412"/>
                </a:lnTo>
                <a:lnTo>
                  <a:pt x="15790" y="379232"/>
                </a:lnTo>
                <a:close/>
                <a:moveTo>
                  <a:pt x="20328" y="277133"/>
                </a:moveTo>
                <a:lnTo>
                  <a:pt x="21143" y="277533"/>
                </a:lnTo>
                <a:lnTo>
                  <a:pt x="19920" y="277333"/>
                </a:lnTo>
                <a:close/>
                <a:moveTo>
                  <a:pt x="115941" y="120994"/>
                </a:moveTo>
                <a:lnTo>
                  <a:pt x="116876" y="121671"/>
                </a:lnTo>
                <a:lnTo>
                  <a:pt x="115474" y="121332"/>
                </a:lnTo>
                <a:close/>
                <a:moveTo>
                  <a:pt x="135960" y="172599"/>
                </a:moveTo>
                <a:lnTo>
                  <a:pt x="137387" y="173580"/>
                </a:lnTo>
                <a:lnTo>
                  <a:pt x="135246" y="173090"/>
                </a:lnTo>
                <a:close/>
                <a:moveTo>
                  <a:pt x="43860" y="313129"/>
                </a:moveTo>
                <a:lnTo>
                  <a:pt x="44683" y="314021"/>
                </a:lnTo>
                <a:lnTo>
                  <a:pt x="43449" y="313575"/>
                </a:lnTo>
                <a:close/>
                <a:moveTo>
                  <a:pt x="105961" y="3819"/>
                </a:moveTo>
                <a:lnTo>
                  <a:pt x="107854" y="5090"/>
                </a:lnTo>
                <a:lnTo>
                  <a:pt x="105014" y="4455"/>
                </a:lnTo>
                <a:close/>
                <a:moveTo>
                  <a:pt x="73407" y="167171"/>
                </a:moveTo>
                <a:lnTo>
                  <a:pt x="75583" y="168839"/>
                </a:lnTo>
                <a:lnTo>
                  <a:pt x="72319" y="168005"/>
                </a:lnTo>
                <a:close/>
                <a:moveTo>
                  <a:pt x="134342" y="154382"/>
                </a:moveTo>
                <a:lnTo>
                  <a:pt x="134774" y="154728"/>
                </a:lnTo>
                <a:lnTo>
                  <a:pt x="134126" y="154555"/>
                </a:lnTo>
                <a:close/>
                <a:moveTo>
                  <a:pt x="29945" y="334428"/>
                </a:moveTo>
                <a:lnTo>
                  <a:pt x="31495" y="334837"/>
                </a:lnTo>
                <a:lnTo>
                  <a:pt x="29170" y="334632"/>
                </a:lnTo>
                <a:close/>
                <a:moveTo>
                  <a:pt x="24689" y="206165"/>
                </a:moveTo>
                <a:lnTo>
                  <a:pt x="26817" y="206987"/>
                </a:lnTo>
                <a:lnTo>
                  <a:pt x="23625" y="206576"/>
                </a:lnTo>
                <a:close/>
                <a:moveTo>
                  <a:pt x="125033" y="146812"/>
                </a:moveTo>
                <a:lnTo>
                  <a:pt x="127153" y="147889"/>
                </a:lnTo>
                <a:lnTo>
                  <a:pt x="123973" y="147351"/>
                </a:lnTo>
                <a:close/>
                <a:moveTo>
                  <a:pt x="6210" y="298839"/>
                </a:moveTo>
                <a:lnTo>
                  <a:pt x="6643" y="299630"/>
                </a:lnTo>
                <a:lnTo>
                  <a:pt x="5993" y="299235"/>
                </a:lnTo>
                <a:close/>
                <a:moveTo>
                  <a:pt x="20917" y="293664"/>
                </a:moveTo>
                <a:lnTo>
                  <a:pt x="22503" y="295093"/>
                </a:lnTo>
                <a:lnTo>
                  <a:pt x="20125" y="294379"/>
                </a:lnTo>
                <a:close/>
                <a:moveTo>
                  <a:pt x="53055" y="259516"/>
                </a:moveTo>
                <a:lnTo>
                  <a:pt x="54001" y="260589"/>
                </a:lnTo>
                <a:lnTo>
                  <a:pt x="52583" y="260053"/>
                </a:lnTo>
                <a:close/>
                <a:moveTo>
                  <a:pt x="63015" y="20825"/>
                </a:moveTo>
                <a:lnTo>
                  <a:pt x="65169" y="22007"/>
                </a:lnTo>
                <a:lnTo>
                  <a:pt x="61938" y="21416"/>
                </a:lnTo>
                <a:close/>
                <a:moveTo>
                  <a:pt x="45518" y="96775"/>
                </a:moveTo>
                <a:lnTo>
                  <a:pt x="47677" y="97710"/>
                </a:lnTo>
                <a:lnTo>
                  <a:pt x="44439" y="97243"/>
                </a:lnTo>
                <a:close/>
                <a:moveTo>
                  <a:pt x="33356" y="354962"/>
                </a:moveTo>
                <a:lnTo>
                  <a:pt x="34374" y="355685"/>
                </a:lnTo>
                <a:lnTo>
                  <a:pt x="32846" y="355324"/>
                </a:lnTo>
                <a:close/>
                <a:moveTo>
                  <a:pt x="134291" y="307375"/>
                </a:moveTo>
                <a:lnTo>
                  <a:pt x="136228" y="309050"/>
                </a:lnTo>
                <a:lnTo>
                  <a:pt x="133323" y="308212"/>
                </a:lnTo>
                <a:close/>
                <a:moveTo>
                  <a:pt x="36308" y="53383"/>
                </a:moveTo>
                <a:lnTo>
                  <a:pt x="36725" y="53834"/>
                </a:lnTo>
                <a:lnTo>
                  <a:pt x="36099" y="53609"/>
                </a:lnTo>
                <a:close/>
                <a:moveTo>
                  <a:pt x="133050" y="191542"/>
                </a:moveTo>
                <a:lnTo>
                  <a:pt x="134099" y="192727"/>
                </a:lnTo>
                <a:lnTo>
                  <a:pt x="132525" y="192134"/>
                </a:lnTo>
                <a:close/>
                <a:moveTo>
                  <a:pt x="142397" y="11995"/>
                </a:moveTo>
                <a:lnTo>
                  <a:pt x="143296" y="12839"/>
                </a:lnTo>
                <a:lnTo>
                  <a:pt x="141948" y="12417"/>
                </a:lnTo>
                <a:close/>
                <a:moveTo>
                  <a:pt x="104066" y="186655"/>
                </a:moveTo>
                <a:lnTo>
                  <a:pt x="106097" y="187502"/>
                </a:lnTo>
                <a:lnTo>
                  <a:pt x="103051" y="187078"/>
                </a:lnTo>
                <a:close/>
                <a:moveTo>
                  <a:pt x="108192" y="140467"/>
                </a:moveTo>
                <a:lnTo>
                  <a:pt x="108945" y="141854"/>
                </a:lnTo>
                <a:lnTo>
                  <a:pt x="107816" y="141160"/>
                </a:lnTo>
                <a:close/>
                <a:moveTo>
                  <a:pt x="1996" y="338057"/>
                </a:moveTo>
                <a:lnTo>
                  <a:pt x="2991" y="339558"/>
                </a:lnTo>
                <a:lnTo>
                  <a:pt x="1498" y="338808"/>
                </a:lnTo>
                <a:close/>
                <a:moveTo>
                  <a:pt x="18734" y="311032"/>
                </a:moveTo>
                <a:lnTo>
                  <a:pt x="20588" y="312437"/>
                </a:lnTo>
                <a:lnTo>
                  <a:pt x="17806" y="311734"/>
                </a:lnTo>
                <a:close/>
                <a:moveTo>
                  <a:pt x="112633" y="126773"/>
                </a:moveTo>
                <a:lnTo>
                  <a:pt x="113690" y="127616"/>
                </a:lnTo>
                <a:lnTo>
                  <a:pt x="112104" y="127195"/>
                </a:lnTo>
                <a:close/>
                <a:moveTo>
                  <a:pt x="96730" y="37087"/>
                </a:moveTo>
                <a:lnTo>
                  <a:pt x="98762" y="38407"/>
                </a:lnTo>
                <a:lnTo>
                  <a:pt x="95715" y="37747"/>
                </a:lnTo>
                <a:close/>
                <a:moveTo>
                  <a:pt x="49518" y="388584"/>
                </a:moveTo>
                <a:lnTo>
                  <a:pt x="50532" y="389358"/>
                </a:lnTo>
                <a:lnTo>
                  <a:pt x="49011" y="388971"/>
                </a:lnTo>
                <a:close/>
                <a:moveTo>
                  <a:pt x="74235" y="33446"/>
                </a:moveTo>
                <a:lnTo>
                  <a:pt x="74603" y="34843"/>
                </a:lnTo>
                <a:lnTo>
                  <a:pt x="74051" y="34145"/>
                </a:lnTo>
                <a:close/>
                <a:moveTo>
                  <a:pt x="85717" y="297647"/>
                </a:moveTo>
                <a:lnTo>
                  <a:pt x="87027" y="298013"/>
                </a:lnTo>
                <a:lnTo>
                  <a:pt x="85062" y="297830"/>
                </a:lnTo>
                <a:close/>
                <a:moveTo>
                  <a:pt x="72387" y="273024"/>
                </a:moveTo>
                <a:lnTo>
                  <a:pt x="73270" y="274244"/>
                </a:lnTo>
                <a:lnTo>
                  <a:pt x="71945" y="273634"/>
                </a:lnTo>
                <a:close/>
                <a:moveTo>
                  <a:pt x="15334" y="275799"/>
                </a:moveTo>
                <a:lnTo>
                  <a:pt x="17229" y="276781"/>
                </a:lnTo>
                <a:lnTo>
                  <a:pt x="14386" y="276290"/>
                </a:lnTo>
                <a:close/>
                <a:moveTo>
                  <a:pt x="123909" y="64045"/>
                </a:moveTo>
                <a:lnTo>
                  <a:pt x="124532" y="65634"/>
                </a:lnTo>
                <a:lnTo>
                  <a:pt x="123597" y="64839"/>
                </a:lnTo>
                <a:close/>
                <a:moveTo>
                  <a:pt x="131022" y="329258"/>
                </a:moveTo>
                <a:lnTo>
                  <a:pt x="132085" y="329572"/>
                </a:lnTo>
                <a:lnTo>
                  <a:pt x="130491" y="329415"/>
                </a:lnTo>
                <a:close/>
                <a:moveTo>
                  <a:pt x="37342" y="39972"/>
                </a:moveTo>
                <a:lnTo>
                  <a:pt x="37745" y="41222"/>
                </a:lnTo>
                <a:lnTo>
                  <a:pt x="37140" y="40597"/>
                </a:lnTo>
                <a:close/>
                <a:moveTo>
                  <a:pt x="28454" y="316820"/>
                </a:moveTo>
                <a:lnTo>
                  <a:pt x="30376" y="318291"/>
                </a:lnTo>
                <a:lnTo>
                  <a:pt x="27493" y="317556"/>
                </a:lnTo>
                <a:close/>
                <a:moveTo>
                  <a:pt x="126989" y="2582"/>
                </a:moveTo>
                <a:lnTo>
                  <a:pt x="127525" y="3717"/>
                </a:lnTo>
                <a:lnTo>
                  <a:pt x="126721" y="3150"/>
                </a:lnTo>
                <a:close/>
                <a:moveTo>
                  <a:pt x="33226" y="390713"/>
                </a:moveTo>
                <a:lnTo>
                  <a:pt x="34035" y="391177"/>
                </a:lnTo>
                <a:lnTo>
                  <a:pt x="32822" y="390945"/>
                </a:lnTo>
                <a:close/>
                <a:moveTo>
                  <a:pt x="17632" y="130043"/>
                </a:moveTo>
                <a:lnTo>
                  <a:pt x="18493" y="131242"/>
                </a:lnTo>
                <a:lnTo>
                  <a:pt x="17202" y="130642"/>
                </a:lnTo>
                <a:close/>
                <a:moveTo>
                  <a:pt x="5510" y="211774"/>
                </a:moveTo>
                <a:lnTo>
                  <a:pt x="6665" y="213413"/>
                </a:lnTo>
                <a:lnTo>
                  <a:pt x="4932" y="212594"/>
                </a:lnTo>
                <a:close/>
                <a:moveTo>
                  <a:pt x="60074" y="235560"/>
                </a:moveTo>
                <a:lnTo>
                  <a:pt x="61879" y="236463"/>
                </a:lnTo>
                <a:lnTo>
                  <a:pt x="59171" y="236011"/>
                </a:lnTo>
                <a:close/>
                <a:moveTo>
                  <a:pt x="27988" y="61751"/>
                </a:moveTo>
                <a:lnTo>
                  <a:pt x="29048" y="62596"/>
                </a:lnTo>
                <a:lnTo>
                  <a:pt x="27458" y="62174"/>
                </a:lnTo>
                <a:close/>
                <a:moveTo>
                  <a:pt x="42629" y="141642"/>
                </a:moveTo>
                <a:lnTo>
                  <a:pt x="44589" y="142377"/>
                </a:lnTo>
                <a:lnTo>
                  <a:pt x="41649" y="142010"/>
                </a:lnTo>
                <a:close/>
                <a:moveTo>
                  <a:pt x="93371" y="116499"/>
                </a:moveTo>
                <a:lnTo>
                  <a:pt x="95315" y="117294"/>
                </a:lnTo>
                <a:lnTo>
                  <a:pt x="92399" y="116896"/>
                </a:lnTo>
                <a:close/>
                <a:moveTo>
                  <a:pt x="3721" y="212315"/>
                </a:moveTo>
                <a:lnTo>
                  <a:pt x="4629" y="213665"/>
                </a:lnTo>
                <a:lnTo>
                  <a:pt x="3267" y="212990"/>
                </a:lnTo>
                <a:close/>
                <a:moveTo>
                  <a:pt x="139727" y="237626"/>
                </a:moveTo>
                <a:lnTo>
                  <a:pt x="140404" y="238402"/>
                </a:lnTo>
                <a:lnTo>
                  <a:pt x="139388" y="238014"/>
                </a:lnTo>
                <a:close/>
                <a:moveTo>
                  <a:pt x="57721" y="244450"/>
                </a:moveTo>
                <a:lnTo>
                  <a:pt x="58918" y="245940"/>
                </a:lnTo>
                <a:lnTo>
                  <a:pt x="57122" y="245195"/>
                </a:lnTo>
                <a:close/>
                <a:moveTo>
                  <a:pt x="123871" y="314575"/>
                </a:moveTo>
                <a:lnTo>
                  <a:pt x="125262" y="316124"/>
                </a:lnTo>
                <a:lnTo>
                  <a:pt x="123176" y="315350"/>
                </a:lnTo>
                <a:close/>
                <a:moveTo>
                  <a:pt x="144184" y="281277"/>
                </a:moveTo>
                <a:lnTo>
                  <a:pt x="146200" y="282476"/>
                </a:lnTo>
                <a:lnTo>
                  <a:pt x="143175" y="281876"/>
                </a:lnTo>
                <a:close/>
                <a:moveTo>
                  <a:pt x="60437" y="357444"/>
                </a:moveTo>
                <a:lnTo>
                  <a:pt x="61701" y="359213"/>
                </a:lnTo>
                <a:lnTo>
                  <a:pt x="59805" y="358329"/>
                </a:lnTo>
                <a:close/>
                <a:moveTo>
                  <a:pt x="50604" y="124685"/>
                </a:moveTo>
                <a:lnTo>
                  <a:pt x="52137" y="125082"/>
                </a:lnTo>
                <a:lnTo>
                  <a:pt x="49838" y="124883"/>
                </a:lnTo>
                <a:close/>
                <a:moveTo>
                  <a:pt x="109274" y="239992"/>
                </a:moveTo>
                <a:lnTo>
                  <a:pt x="110729" y="240541"/>
                </a:lnTo>
                <a:lnTo>
                  <a:pt x="108546" y="240266"/>
                </a:lnTo>
                <a:close/>
                <a:moveTo>
                  <a:pt x="11686" y="12152"/>
                </a:moveTo>
                <a:lnTo>
                  <a:pt x="12256" y="12707"/>
                </a:lnTo>
                <a:lnTo>
                  <a:pt x="11401" y="12430"/>
                </a:lnTo>
                <a:close/>
                <a:moveTo>
                  <a:pt x="83786" y="58112"/>
                </a:moveTo>
                <a:lnTo>
                  <a:pt x="84903" y="59321"/>
                </a:lnTo>
                <a:lnTo>
                  <a:pt x="83227" y="58717"/>
                </a:lnTo>
                <a:close/>
                <a:moveTo>
                  <a:pt x="32326" y="170603"/>
                </a:moveTo>
                <a:lnTo>
                  <a:pt x="33156" y="172161"/>
                </a:lnTo>
                <a:lnTo>
                  <a:pt x="31911" y="171382"/>
                </a:lnTo>
                <a:close/>
                <a:moveTo>
                  <a:pt x="78393" y="281894"/>
                </a:moveTo>
                <a:lnTo>
                  <a:pt x="79098" y="283031"/>
                </a:lnTo>
                <a:lnTo>
                  <a:pt x="78041" y="282463"/>
                </a:lnTo>
                <a:close/>
                <a:moveTo>
                  <a:pt x="53437" y="391606"/>
                </a:moveTo>
                <a:lnTo>
                  <a:pt x="54203" y="392041"/>
                </a:lnTo>
                <a:lnTo>
                  <a:pt x="53054" y="391824"/>
                </a:lnTo>
                <a:close/>
                <a:moveTo>
                  <a:pt x="74345" y="248734"/>
                </a:moveTo>
                <a:lnTo>
                  <a:pt x="74759" y="249899"/>
                </a:lnTo>
                <a:lnTo>
                  <a:pt x="74139" y="249316"/>
                </a:lnTo>
                <a:close/>
                <a:moveTo>
                  <a:pt x="31916" y="82941"/>
                </a:moveTo>
                <a:lnTo>
                  <a:pt x="33334" y="84048"/>
                </a:lnTo>
                <a:lnTo>
                  <a:pt x="31207" y="83494"/>
                </a:lnTo>
                <a:close/>
                <a:moveTo>
                  <a:pt x="67119" y="636"/>
                </a:moveTo>
                <a:lnTo>
                  <a:pt x="67728" y="1926"/>
                </a:lnTo>
                <a:lnTo>
                  <a:pt x="66815" y="1281"/>
                </a:lnTo>
                <a:close/>
                <a:moveTo>
                  <a:pt x="32401" y="229775"/>
                </a:moveTo>
                <a:lnTo>
                  <a:pt x="33606" y="230489"/>
                </a:lnTo>
                <a:lnTo>
                  <a:pt x="31798" y="230132"/>
                </a:lnTo>
                <a:close/>
                <a:moveTo>
                  <a:pt x="27607" y="93249"/>
                </a:moveTo>
                <a:lnTo>
                  <a:pt x="28621" y="93950"/>
                </a:lnTo>
                <a:lnTo>
                  <a:pt x="27100" y="93599"/>
                </a:lnTo>
                <a:close/>
                <a:moveTo>
                  <a:pt x="40749" y="289698"/>
                </a:moveTo>
                <a:lnTo>
                  <a:pt x="41173" y="291411"/>
                </a:lnTo>
                <a:lnTo>
                  <a:pt x="40537" y="290555"/>
                </a:lnTo>
                <a:close/>
                <a:moveTo>
                  <a:pt x="65976" y="168859"/>
                </a:moveTo>
                <a:lnTo>
                  <a:pt x="67910" y="169350"/>
                </a:lnTo>
                <a:lnTo>
                  <a:pt x="65008" y="169104"/>
                </a:lnTo>
                <a:close/>
                <a:moveTo>
                  <a:pt x="71286" y="123439"/>
                </a:moveTo>
                <a:lnTo>
                  <a:pt x="72325" y="125213"/>
                </a:lnTo>
                <a:lnTo>
                  <a:pt x="70767" y="124326"/>
                </a:lnTo>
                <a:close/>
                <a:moveTo>
                  <a:pt x="75549" y="119079"/>
                </a:moveTo>
                <a:lnTo>
                  <a:pt x="76895" y="119903"/>
                </a:lnTo>
                <a:lnTo>
                  <a:pt x="74875" y="119491"/>
                </a:lnTo>
                <a:close/>
                <a:moveTo>
                  <a:pt x="65465" y="106550"/>
                </a:moveTo>
                <a:lnTo>
                  <a:pt x="67140" y="108273"/>
                </a:lnTo>
                <a:lnTo>
                  <a:pt x="64627" y="107412"/>
                </a:lnTo>
                <a:close/>
                <a:moveTo>
                  <a:pt x="142161" y="355990"/>
                </a:moveTo>
                <a:lnTo>
                  <a:pt x="142744" y="357057"/>
                </a:lnTo>
                <a:lnTo>
                  <a:pt x="141870" y="356524"/>
                </a:lnTo>
                <a:close/>
                <a:moveTo>
                  <a:pt x="138642" y="259675"/>
                </a:moveTo>
                <a:lnTo>
                  <a:pt x="139895" y="260729"/>
                </a:lnTo>
                <a:lnTo>
                  <a:pt x="138016" y="260202"/>
                </a:lnTo>
                <a:close/>
                <a:moveTo>
                  <a:pt x="93240" y="324276"/>
                </a:moveTo>
                <a:lnTo>
                  <a:pt x="94261" y="324967"/>
                </a:lnTo>
                <a:lnTo>
                  <a:pt x="92729" y="324622"/>
                </a:lnTo>
                <a:close/>
                <a:moveTo>
                  <a:pt x="143801" y="81253"/>
                </a:moveTo>
                <a:lnTo>
                  <a:pt x="145646" y="81604"/>
                </a:lnTo>
                <a:lnTo>
                  <a:pt x="142879" y="81428"/>
                </a:lnTo>
                <a:close/>
                <a:moveTo>
                  <a:pt x="9568" y="21780"/>
                </a:moveTo>
                <a:lnTo>
                  <a:pt x="10192" y="22644"/>
                </a:lnTo>
                <a:lnTo>
                  <a:pt x="9256" y="22212"/>
                </a:lnTo>
                <a:close/>
                <a:moveTo>
                  <a:pt x="135034" y="160649"/>
                </a:moveTo>
                <a:lnTo>
                  <a:pt x="135968" y="161295"/>
                </a:lnTo>
                <a:lnTo>
                  <a:pt x="134568" y="160972"/>
                </a:lnTo>
                <a:close/>
                <a:moveTo>
                  <a:pt x="5966" y="203283"/>
                </a:moveTo>
                <a:lnTo>
                  <a:pt x="6904" y="204762"/>
                </a:lnTo>
                <a:lnTo>
                  <a:pt x="5497" y="204023"/>
                </a:lnTo>
                <a:close/>
                <a:moveTo>
                  <a:pt x="17060" y="15218"/>
                </a:moveTo>
                <a:lnTo>
                  <a:pt x="17419" y="16923"/>
                </a:lnTo>
                <a:lnTo>
                  <a:pt x="16881" y="16071"/>
                </a:lnTo>
                <a:close/>
                <a:moveTo>
                  <a:pt x="69399" y="129102"/>
                </a:moveTo>
                <a:lnTo>
                  <a:pt x="70080" y="129823"/>
                </a:lnTo>
                <a:lnTo>
                  <a:pt x="69059" y="129463"/>
                </a:lnTo>
                <a:close/>
                <a:moveTo>
                  <a:pt x="83570" y="324183"/>
                </a:moveTo>
                <a:lnTo>
                  <a:pt x="84472" y="325706"/>
                </a:lnTo>
                <a:lnTo>
                  <a:pt x="83120" y="324945"/>
                </a:lnTo>
                <a:close/>
                <a:moveTo>
                  <a:pt x="91052" y="199956"/>
                </a:moveTo>
                <a:lnTo>
                  <a:pt x="91601" y="200694"/>
                </a:lnTo>
                <a:lnTo>
                  <a:pt x="90777" y="200325"/>
                </a:lnTo>
                <a:close/>
                <a:moveTo>
                  <a:pt x="96147" y="20240"/>
                </a:moveTo>
                <a:lnTo>
                  <a:pt x="98104" y="20775"/>
                </a:lnTo>
                <a:lnTo>
                  <a:pt x="95168" y="20508"/>
                </a:lnTo>
                <a:close/>
                <a:moveTo>
                  <a:pt x="117738" y="314496"/>
                </a:moveTo>
                <a:lnTo>
                  <a:pt x="119379" y="315765"/>
                </a:lnTo>
                <a:lnTo>
                  <a:pt x="116918" y="315130"/>
                </a:lnTo>
                <a:close/>
                <a:moveTo>
                  <a:pt x="20515" y="278807"/>
                </a:moveTo>
                <a:lnTo>
                  <a:pt x="22264" y="279462"/>
                </a:lnTo>
                <a:lnTo>
                  <a:pt x="19641" y="279134"/>
                </a:lnTo>
                <a:close/>
                <a:moveTo>
                  <a:pt x="17173" y="94220"/>
                </a:moveTo>
                <a:lnTo>
                  <a:pt x="18681" y="94940"/>
                </a:lnTo>
                <a:lnTo>
                  <a:pt x="16419" y="94580"/>
                </a:lnTo>
                <a:close/>
                <a:moveTo>
                  <a:pt x="35373" y="189870"/>
                </a:moveTo>
                <a:lnTo>
                  <a:pt x="37437" y="191171"/>
                </a:lnTo>
                <a:lnTo>
                  <a:pt x="34341" y="190521"/>
                </a:lnTo>
                <a:close/>
                <a:moveTo>
                  <a:pt x="41467" y="346188"/>
                </a:moveTo>
                <a:lnTo>
                  <a:pt x="42982" y="347349"/>
                </a:lnTo>
                <a:lnTo>
                  <a:pt x="40710" y="346768"/>
                </a:lnTo>
                <a:close/>
                <a:moveTo>
                  <a:pt x="12571" y="209706"/>
                </a:moveTo>
                <a:lnTo>
                  <a:pt x="14385" y="211464"/>
                </a:lnTo>
                <a:lnTo>
                  <a:pt x="11664" y="210585"/>
                </a:lnTo>
                <a:close/>
                <a:moveTo>
                  <a:pt x="83515" y="122994"/>
                </a:moveTo>
                <a:lnTo>
                  <a:pt x="83882" y="123552"/>
                </a:lnTo>
                <a:lnTo>
                  <a:pt x="83332" y="123273"/>
                </a:lnTo>
                <a:close/>
                <a:moveTo>
                  <a:pt x="98779" y="161424"/>
                </a:moveTo>
                <a:lnTo>
                  <a:pt x="99852" y="162755"/>
                </a:lnTo>
                <a:lnTo>
                  <a:pt x="98242" y="162089"/>
                </a:lnTo>
                <a:close/>
                <a:moveTo>
                  <a:pt x="123408" y="4429"/>
                </a:moveTo>
                <a:lnTo>
                  <a:pt x="124918" y="5914"/>
                </a:lnTo>
                <a:lnTo>
                  <a:pt x="122652" y="5172"/>
                </a:lnTo>
                <a:close/>
                <a:moveTo>
                  <a:pt x="21679" y="3845"/>
                </a:moveTo>
                <a:lnTo>
                  <a:pt x="22151" y="5054"/>
                </a:lnTo>
                <a:lnTo>
                  <a:pt x="21444" y="4450"/>
                </a:lnTo>
                <a:close/>
                <a:moveTo>
                  <a:pt x="118619" y="84359"/>
                </a:moveTo>
                <a:lnTo>
                  <a:pt x="119410" y="85867"/>
                </a:lnTo>
                <a:lnTo>
                  <a:pt x="118224" y="85113"/>
                </a:lnTo>
                <a:close/>
                <a:moveTo>
                  <a:pt x="107539" y="366740"/>
                </a:moveTo>
                <a:lnTo>
                  <a:pt x="107923" y="367821"/>
                </a:lnTo>
                <a:lnTo>
                  <a:pt x="107347" y="367280"/>
                </a:lnTo>
                <a:close/>
                <a:moveTo>
                  <a:pt x="38071" y="179747"/>
                </a:moveTo>
                <a:lnTo>
                  <a:pt x="39206" y="180555"/>
                </a:lnTo>
                <a:lnTo>
                  <a:pt x="37504" y="180151"/>
                </a:lnTo>
                <a:close/>
                <a:moveTo>
                  <a:pt x="37955" y="388364"/>
                </a:moveTo>
                <a:lnTo>
                  <a:pt x="38647" y="389516"/>
                </a:lnTo>
                <a:lnTo>
                  <a:pt x="37609" y="388940"/>
                </a:lnTo>
                <a:close/>
                <a:moveTo>
                  <a:pt x="109255" y="195861"/>
                </a:moveTo>
                <a:lnTo>
                  <a:pt x="110297" y="197415"/>
                </a:lnTo>
                <a:lnTo>
                  <a:pt x="108734" y="196638"/>
                </a:lnTo>
                <a:close/>
                <a:moveTo>
                  <a:pt x="3450" y="15261"/>
                </a:moveTo>
                <a:lnTo>
                  <a:pt x="5296" y="16844"/>
                </a:lnTo>
                <a:lnTo>
                  <a:pt x="2527" y="16052"/>
                </a:lnTo>
                <a:close/>
                <a:moveTo>
                  <a:pt x="60868" y="378170"/>
                </a:moveTo>
                <a:lnTo>
                  <a:pt x="61446" y="378620"/>
                </a:lnTo>
                <a:lnTo>
                  <a:pt x="60579" y="378395"/>
                </a:lnTo>
                <a:close/>
                <a:moveTo>
                  <a:pt x="11151" y="29028"/>
                </a:moveTo>
                <a:lnTo>
                  <a:pt x="12243" y="30073"/>
                </a:lnTo>
                <a:lnTo>
                  <a:pt x="10605" y="29550"/>
                </a:lnTo>
                <a:close/>
                <a:moveTo>
                  <a:pt x="112065" y="40821"/>
                </a:moveTo>
                <a:lnTo>
                  <a:pt x="113504" y="42420"/>
                </a:lnTo>
                <a:lnTo>
                  <a:pt x="111345" y="41620"/>
                </a:lnTo>
                <a:close/>
                <a:moveTo>
                  <a:pt x="101439" y="160095"/>
                </a:moveTo>
                <a:lnTo>
                  <a:pt x="103226" y="161432"/>
                </a:lnTo>
                <a:lnTo>
                  <a:pt x="100546" y="160763"/>
                </a:lnTo>
                <a:close/>
                <a:moveTo>
                  <a:pt x="51209" y="335780"/>
                </a:moveTo>
                <a:lnTo>
                  <a:pt x="52458" y="337282"/>
                </a:lnTo>
                <a:lnTo>
                  <a:pt x="50585" y="336531"/>
                </a:lnTo>
                <a:close/>
                <a:moveTo>
                  <a:pt x="45698" y="374190"/>
                </a:moveTo>
                <a:lnTo>
                  <a:pt x="47471" y="375399"/>
                </a:lnTo>
                <a:lnTo>
                  <a:pt x="44811" y="374795"/>
                </a:lnTo>
                <a:close/>
                <a:moveTo>
                  <a:pt x="47751" y="330669"/>
                </a:moveTo>
                <a:lnTo>
                  <a:pt x="49790" y="331618"/>
                </a:lnTo>
                <a:lnTo>
                  <a:pt x="46731" y="331144"/>
                </a:lnTo>
                <a:close/>
                <a:moveTo>
                  <a:pt x="97260" y="289608"/>
                </a:moveTo>
                <a:lnTo>
                  <a:pt x="99400" y="290188"/>
                </a:lnTo>
                <a:lnTo>
                  <a:pt x="96190" y="289898"/>
                </a:lnTo>
                <a:close/>
                <a:moveTo>
                  <a:pt x="57503" y="91490"/>
                </a:moveTo>
                <a:lnTo>
                  <a:pt x="59336" y="92906"/>
                </a:lnTo>
                <a:lnTo>
                  <a:pt x="56586" y="92198"/>
                </a:lnTo>
                <a:close/>
                <a:moveTo>
                  <a:pt x="39695" y="300252"/>
                </a:moveTo>
                <a:lnTo>
                  <a:pt x="41326" y="300662"/>
                </a:lnTo>
                <a:lnTo>
                  <a:pt x="38880" y="300457"/>
                </a:lnTo>
                <a:close/>
                <a:moveTo>
                  <a:pt x="86220" y="196651"/>
                </a:moveTo>
                <a:lnTo>
                  <a:pt x="87485" y="197729"/>
                </a:lnTo>
                <a:lnTo>
                  <a:pt x="85588" y="197190"/>
                </a:lnTo>
                <a:close/>
                <a:moveTo>
                  <a:pt x="122720" y="349036"/>
                </a:moveTo>
                <a:lnTo>
                  <a:pt x="123966" y="349796"/>
                </a:lnTo>
                <a:lnTo>
                  <a:pt x="122097" y="349416"/>
                </a:lnTo>
                <a:close/>
                <a:moveTo>
                  <a:pt x="12752" y="308697"/>
                </a:moveTo>
                <a:lnTo>
                  <a:pt x="13334" y="309652"/>
                </a:lnTo>
                <a:lnTo>
                  <a:pt x="12461" y="309174"/>
                </a:lnTo>
                <a:close/>
                <a:moveTo>
                  <a:pt x="119430" y="157129"/>
                </a:moveTo>
                <a:lnTo>
                  <a:pt x="120024" y="157906"/>
                </a:lnTo>
                <a:lnTo>
                  <a:pt x="119133" y="157517"/>
                </a:lnTo>
                <a:close/>
                <a:moveTo>
                  <a:pt x="24429" y="178919"/>
                </a:moveTo>
                <a:lnTo>
                  <a:pt x="24893" y="180665"/>
                </a:lnTo>
                <a:lnTo>
                  <a:pt x="24197" y="179792"/>
                </a:lnTo>
                <a:close/>
                <a:moveTo>
                  <a:pt x="91407" y="342834"/>
                </a:moveTo>
                <a:lnTo>
                  <a:pt x="91845" y="343481"/>
                </a:lnTo>
                <a:lnTo>
                  <a:pt x="91189" y="343157"/>
                </a:lnTo>
                <a:close/>
                <a:moveTo>
                  <a:pt x="82260" y="236941"/>
                </a:moveTo>
                <a:lnTo>
                  <a:pt x="83050" y="237280"/>
                </a:lnTo>
                <a:lnTo>
                  <a:pt x="81865" y="237111"/>
                </a:lnTo>
                <a:close/>
                <a:moveTo>
                  <a:pt x="61502" y="210840"/>
                </a:moveTo>
                <a:lnTo>
                  <a:pt x="63572" y="212193"/>
                </a:lnTo>
                <a:lnTo>
                  <a:pt x="60467" y="211516"/>
                </a:lnTo>
                <a:close/>
                <a:moveTo>
                  <a:pt x="116335" y="183223"/>
                </a:moveTo>
                <a:lnTo>
                  <a:pt x="118386" y="183949"/>
                </a:lnTo>
                <a:lnTo>
                  <a:pt x="115310" y="183586"/>
                </a:lnTo>
                <a:close/>
                <a:moveTo>
                  <a:pt x="5265" y="225106"/>
                </a:moveTo>
                <a:lnTo>
                  <a:pt x="6818" y="225425"/>
                </a:lnTo>
                <a:lnTo>
                  <a:pt x="4488" y="225265"/>
                </a:lnTo>
                <a:close/>
                <a:moveTo>
                  <a:pt x="75437" y="98206"/>
                </a:moveTo>
                <a:lnTo>
                  <a:pt x="77592" y="99342"/>
                </a:lnTo>
                <a:lnTo>
                  <a:pt x="74360" y="98774"/>
                </a:lnTo>
                <a:close/>
                <a:moveTo>
                  <a:pt x="30048" y="135621"/>
                </a:moveTo>
                <a:lnTo>
                  <a:pt x="30414" y="137062"/>
                </a:lnTo>
                <a:lnTo>
                  <a:pt x="29864" y="136342"/>
                </a:lnTo>
                <a:close/>
                <a:moveTo>
                  <a:pt x="33857" y="230095"/>
                </a:moveTo>
                <a:lnTo>
                  <a:pt x="34977" y="231503"/>
                </a:lnTo>
                <a:lnTo>
                  <a:pt x="33297" y="230799"/>
                </a:lnTo>
                <a:close/>
                <a:moveTo>
                  <a:pt x="98359" y="200258"/>
                </a:moveTo>
                <a:lnTo>
                  <a:pt x="99195" y="201165"/>
                </a:lnTo>
                <a:lnTo>
                  <a:pt x="97941" y="200712"/>
                </a:lnTo>
                <a:close/>
                <a:moveTo>
                  <a:pt x="63840" y="313673"/>
                </a:moveTo>
                <a:lnTo>
                  <a:pt x="66026" y="314782"/>
                </a:lnTo>
                <a:lnTo>
                  <a:pt x="62747" y="314228"/>
                </a:lnTo>
                <a:close/>
                <a:moveTo>
                  <a:pt x="91815" y="308987"/>
                </a:moveTo>
                <a:lnTo>
                  <a:pt x="93228" y="310670"/>
                </a:lnTo>
                <a:lnTo>
                  <a:pt x="91109" y="309829"/>
                </a:lnTo>
                <a:close/>
                <a:moveTo>
                  <a:pt x="34514" y="252952"/>
                </a:moveTo>
                <a:lnTo>
                  <a:pt x="35290" y="254283"/>
                </a:lnTo>
                <a:lnTo>
                  <a:pt x="34126" y="253617"/>
                </a:lnTo>
                <a:close/>
                <a:moveTo>
                  <a:pt x="17035" y="202078"/>
                </a:moveTo>
                <a:lnTo>
                  <a:pt x="18525" y="203324"/>
                </a:lnTo>
                <a:lnTo>
                  <a:pt x="16290" y="202701"/>
                </a:lnTo>
                <a:close/>
                <a:moveTo>
                  <a:pt x="62335" y="260081"/>
                </a:moveTo>
                <a:lnTo>
                  <a:pt x="64235" y="261880"/>
                </a:lnTo>
                <a:lnTo>
                  <a:pt x="61385" y="260981"/>
                </a:lnTo>
                <a:close/>
                <a:moveTo>
                  <a:pt x="74824" y="147169"/>
                </a:moveTo>
                <a:lnTo>
                  <a:pt x="76162" y="148591"/>
                </a:lnTo>
                <a:lnTo>
                  <a:pt x="74155" y="147880"/>
                </a:lnTo>
                <a:close/>
                <a:moveTo>
                  <a:pt x="22135" y="174847"/>
                </a:moveTo>
                <a:lnTo>
                  <a:pt x="22523" y="175829"/>
                </a:lnTo>
                <a:lnTo>
                  <a:pt x="21940" y="175338"/>
                </a:lnTo>
                <a:close/>
                <a:moveTo>
                  <a:pt x="98323" y="102669"/>
                </a:moveTo>
                <a:lnTo>
                  <a:pt x="99082" y="103349"/>
                </a:lnTo>
                <a:lnTo>
                  <a:pt x="97943" y="103009"/>
                </a:lnTo>
                <a:close/>
                <a:moveTo>
                  <a:pt x="131534" y="189981"/>
                </a:moveTo>
                <a:lnTo>
                  <a:pt x="131973" y="190561"/>
                </a:lnTo>
                <a:lnTo>
                  <a:pt x="131314" y="190271"/>
                </a:lnTo>
                <a:close/>
                <a:moveTo>
                  <a:pt x="33515" y="173769"/>
                </a:moveTo>
                <a:lnTo>
                  <a:pt x="34428" y="174463"/>
                </a:lnTo>
                <a:lnTo>
                  <a:pt x="33059" y="174116"/>
                </a:lnTo>
                <a:close/>
                <a:moveTo>
                  <a:pt x="1861" y="205809"/>
                </a:moveTo>
                <a:lnTo>
                  <a:pt x="2577" y="206530"/>
                </a:lnTo>
                <a:lnTo>
                  <a:pt x="1504" y="206169"/>
                </a:lnTo>
                <a:close/>
                <a:moveTo>
                  <a:pt x="90213" y="215752"/>
                </a:moveTo>
                <a:lnTo>
                  <a:pt x="92103" y="216055"/>
                </a:lnTo>
                <a:lnTo>
                  <a:pt x="89268" y="215903"/>
                </a:lnTo>
                <a:close/>
                <a:moveTo>
                  <a:pt x="14665" y="302703"/>
                </a:moveTo>
                <a:lnTo>
                  <a:pt x="15030" y="303863"/>
                </a:lnTo>
                <a:lnTo>
                  <a:pt x="14482" y="303283"/>
                </a:lnTo>
                <a:close/>
                <a:moveTo>
                  <a:pt x="125984" y="383180"/>
                </a:moveTo>
                <a:lnTo>
                  <a:pt x="127205" y="383826"/>
                </a:lnTo>
                <a:lnTo>
                  <a:pt x="125374" y="383503"/>
                </a:lnTo>
                <a:close/>
                <a:moveTo>
                  <a:pt x="57071" y="228685"/>
                </a:moveTo>
                <a:lnTo>
                  <a:pt x="57783" y="230018"/>
                </a:lnTo>
                <a:lnTo>
                  <a:pt x="56715" y="229351"/>
                </a:lnTo>
                <a:close/>
                <a:moveTo>
                  <a:pt x="71394" y="271566"/>
                </a:moveTo>
                <a:lnTo>
                  <a:pt x="72170" y="272277"/>
                </a:lnTo>
                <a:lnTo>
                  <a:pt x="71007" y="271921"/>
                </a:lnTo>
                <a:close/>
                <a:moveTo>
                  <a:pt x="67168" y="10166"/>
                </a:moveTo>
                <a:lnTo>
                  <a:pt x="68593" y="10678"/>
                </a:lnTo>
                <a:lnTo>
                  <a:pt x="66455" y="10422"/>
                </a:lnTo>
                <a:close/>
                <a:moveTo>
                  <a:pt x="68177" y="136276"/>
                </a:moveTo>
                <a:lnTo>
                  <a:pt x="69887" y="136882"/>
                </a:lnTo>
                <a:lnTo>
                  <a:pt x="67322" y="136579"/>
                </a:lnTo>
                <a:close/>
                <a:moveTo>
                  <a:pt x="103882" y="251017"/>
                </a:moveTo>
                <a:lnTo>
                  <a:pt x="104591" y="252065"/>
                </a:lnTo>
                <a:lnTo>
                  <a:pt x="103528" y="251541"/>
                </a:lnTo>
                <a:close/>
                <a:moveTo>
                  <a:pt x="12376" y="306860"/>
                </a:moveTo>
                <a:lnTo>
                  <a:pt x="14404" y="308604"/>
                </a:lnTo>
                <a:lnTo>
                  <a:pt x="11362" y="307732"/>
                </a:lnTo>
                <a:close/>
                <a:moveTo>
                  <a:pt x="114202" y="59837"/>
                </a:moveTo>
                <a:lnTo>
                  <a:pt x="115290" y="61175"/>
                </a:lnTo>
                <a:lnTo>
                  <a:pt x="113658" y="60506"/>
                </a:lnTo>
                <a:close/>
                <a:moveTo>
                  <a:pt x="55263" y="303794"/>
                </a:moveTo>
                <a:lnTo>
                  <a:pt x="57053" y="305017"/>
                </a:lnTo>
                <a:lnTo>
                  <a:pt x="54368" y="304405"/>
                </a:lnTo>
                <a:close/>
                <a:moveTo>
                  <a:pt x="40784" y="77211"/>
                </a:moveTo>
                <a:lnTo>
                  <a:pt x="42006" y="77615"/>
                </a:lnTo>
                <a:lnTo>
                  <a:pt x="40173" y="77413"/>
                </a:lnTo>
                <a:close/>
                <a:moveTo>
                  <a:pt x="6848" y="193563"/>
                </a:moveTo>
                <a:lnTo>
                  <a:pt x="8940" y="194374"/>
                </a:lnTo>
                <a:lnTo>
                  <a:pt x="5802" y="193968"/>
                </a:lnTo>
                <a:close/>
                <a:moveTo>
                  <a:pt x="43786" y="259992"/>
                </a:moveTo>
                <a:lnTo>
                  <a:pt x="44909" y="260678"/>
                </a:lnTo>
                <a:lnTo>
                  <a:pt x="43225" y="260335"/>
                </a:lnTo>
                <a:close/>
                <a:moveTo>
                  <a:pt x="75234" y="319004"/>
                </a:moveTo>
                <a:lnTo>
                  <a:pt x="76551" y="320001"/>
                </a:lnTo>
                <a:lnTo>
                  <a:pt x="74576" y="319503"/>
                </a:lnTo>
                <a:close/>
                <a:moveTo>
                  <a:pt x="122270" y="4384"/>
                </a:moveTo>
                <a:lnTo>
                  <a:pt x="123068" y="6101"/>
                </a:lnTo>
                <a:lnTo>
                  <a:pt x="121871" y="5243"/>
                </a:lnTo>
                <a:close/>
                <a:moveTo>
                  <a:pt x="22702" y="365042"/>
                </a:moveTo>
                <a:lnTo>
                  <a:pt x="23671" y="365559"/>
                </a:lnTo>
                <a:lnTo>
                  <a:pt x="22218" y="365300"/>
                </a:lnTo>
                <a:close/>
                <a:moveTo>
                  <a:pt x="117529" y="45969"/>
                </a:moveTo>
                <a:lnTo>
                  <a:pt x="118843" y="47167"/>
                </a:lnTo>
                <a:lnTo>
                  <a:pt x="116871" y="46568"/>
                </a:lnTo>
                <a:close/>
                <a:moveTo>
                  <a:pt x="32158" y="233412"/>
                </a:moveTo>
                <a:lnTo>
                  <a:pt x="34276" y="234023"/>
                </a:lnTo>
                <a:lnTo>
                  <a:pt x="31099" y="233717"/>
                </a:lnTo>
                <a:close/>
                <a:moveTo>
                  <a:pt x="104558" y="113982"/>
                </a:moveTo>
                <a:lnTo>
                  <a:pt x="105213" y="115703"/>
                </a:lnTo>
                <a:lnTo>
                  <a:pt x="104230" y="114843"/>
                </a:lnTo>
                <a:close/>
                <a:moveTo>
                  <a:pt x="11755" y="301089"/>
                </a:moveTo>
                <a:lnTo>
                  <a:pt x="13377" y="302656"/>
                </a:lnTo>
                <a:lnTo>
                  <a:pt x="10945" y="301873"/>
                </a:lnTo>
                <a:close/>
                <a:moveTo>
                  <a:pt x="134558" y="85550"/>
                </a:moveTo>
                <a:lnTo>
                  <a:pt x="135346" y="86550"/>
                </a:lnTo>
                <a:lnTo>
                  <a:pt x="134164" y="86050"/>
                </a:lnTo>
                <a:close/>
                <a:moveTo>
                  <a:pt x="117545" y="340210"/>
                </a:moveTo>
                <a:lnTo>
                  <a:pt x="119577" y="340714"/>
                </a:lnTo>
                <a:lnTo>
                  <a:pt x="116528" y="340462"/>
                </a:lnTo>
                <a:close/>
                <a:moveTo>
                  <a:pt x="75652" y="94827"/>
                </a:moveTo>
                <a:lnTo>
                  <a:pt x="77183" y="96257"/>
                </a:lnTo>
                <a:lnTo>
                  <a:pt x="74886" y="95542"/>
                </a:lnTo>
                <a:close/>
                <a:moveTo>
                  <a:pt x="52642" y="46187"/>
                </a:moveTo>
                <a:lnTo>
                  <a:pt x="54261" y="46804"/>
                </a:lnTo>
                <a:lnTo>
                  <a:pt x="51832" y="46496"/>
                </a:lnTo>
                <a:close/>
                <a:moveTo>
                  <a:pt x="18929" y="48780"/>
                </a:moveTo>
                <a:lnTo>
                  <a:pt x="20850" y="49664"/>
                </a:lnTo>
                <a:lnTo>
                  <a:pt x="17969" y="49222"/>
                </a:lnTo>
                <a:close/>
                <a:moveTo>
                  <a:pt x="96733" y="174251"/>
                </a:moveTo>
                <a:lnTo>
                  <a:pt x="98330" y="174684"/>
                </a:lnTo>
                <a:lnTo>
                  <a:pt x="95935" y="174468"/>
                </a:lnTo>
                <a:close/>
                <a:moveTo>
                  <a:pt x="128770" y="361882"/>
                </a:moveTo>
                <a:lnTo>
                  <a:pt x="129223" y="362711"/>
                </a:lnTo>
                <a:lnTo>
                  <a:pt x="128544" y="362296"/>
                </a:lnTo>
                <a:close/>
                <a:moveTo>
                  <a:pt x="59679" y="33427"/>
                </a:moveTo>
                <a:lnTo>
                  <a:pt x="61048" y="35027"/>
                </a:lnTo>
                <a:lnTo>
                  <a:pt x="58995" y="34227"/>
                </a:lnTo>
                <a:close/>
                <a:moveTo>
                  <a:pt x="66162" y="296934"/>
                </a:moveTo>
                <a:lnTo>
                  <a:pt x="66696" y="297367"/>
                </a:lnTo>
                <a:lnTo>
                  <a:pt x="65895" y="297150"/>
                </a:lnTo>
                <a:close/>
                <a:moveTo>
                  <a:pt x="127614" y="303909"/>
                </a:moveTo>
                <a:lnTo>
                  <a:pt x="129244" y="305671"/>
                </a:lnTo>
                <a:lnTo>
                  <a:pt x="126799" y="304790"/>
                </a:lnTo>
                <a:close/>
                <a:moveTo>
                  <a:pt x="7689" y="14737"/>
                </a:moveTo>
                <a:lnTo>
                  <a:pt x="9606" y="15756"/>
                </a:lnTo>
                <a:lnTo>
                  <a:pt x="6731" y="15247"/>
                </a:lnTo>
                <a:close/>
                <a:moveTo>
                  <a:pt x="108563" y="295114"/>
                </a:moveTo>
                <a:lnTo>
                  <a:pt x="109485" y="295437"/>
                </a:lnTo>
                <a:lnTo>
                  <a:pt x="108103" y="295276"/>
                </a:lnTo>
                <a:close/>
                <a:moveTo>
                  <a:pt x="26138" y="192500"/>
                </a:moveTo>
                <a:lnTo>
                  <a:pt x="27823" y="193282"/>
                </a:lnTo>
                <a:lnTo>
                  <a:pt x="25296" y="192891"/>
                </a:lnTo>
                <a:close/>
                <a:moveTo>
                  <a:pt x="26060" y="276986"/>
                </a:moveTo>
                <a:lnTo>
                  <a:pt x="27522" y="277913"/>
                </a:lnTo>
                <a:lnTo>
                  <a:pt x="25329" y="277450"/>
                </a:lnTo>
                <a:close/>
                <a:moveTo>
                  <a:pt x="15043" y="162515"/>
                </a:moveTo>
                <a:lnTo>
                  <a:pt x="16009" y="163311"/>
                </a:lnTo>
                <a:lnTo>
                  <a:pt x="14560" y="162913"/>
                </a:lnTo>
                <a:close/>
                <a:moveTo>
                  <a:pt x="87803" y="202646"/>
                </a:moveTo>
                <a:lnTo>
                  <a:pt x="88423" y="203381"/>
                </a:lnTo>
                <a:lnTo>
                  <a:pt x="87494" y="203014"/>
                </a:lnTo>
                <a:close/>
                <a:moveTo>
                  <a:pt x="6106" y="45362"/>
                </a:moveTo>
                <a:lnTo>
                  <a:pt x="6622" y="46915"/>
                </a:lnTo>
                <a:lnTo>
                  <a:pt x="5849" y="46139"/>
                </a:lnTo>
                <a:close/>
                <a:moveTo>
                  <a:pt x="39720" y="295813"/>
                </a:moveTo>
                <a:lnTo>
                  <a:pt x="40328" y="297199"/>
                </a:lnTo>
                <a:lnTo>
                  <a:pt x="39416" y="296506"/>
                </a:lnTo>
                <a:close/>
                <a:moveTo>
                  <a:pt x="101156" y="187205"/>
                </a:moveTo>
                <a:lnTo>
                  <a:pt x="102082" y="188508"/>
                </a:lnTo>
                <a:lnTo>
                  <a:pt x="100693" y="187856"/>
                </a:lnTo>
                <a:close/>
                <a:moveTo>
                  <a:pt x="30735" y="146950"/>
                </a:moveTo>
                <a:lnTo>
                  <a:pt x="31138" y="148098"/>
                </a:lnTo>
                <a:lnTo>
                  <a:pt x="30533" y="147524"/>
                </a:lnTo>
                <a:close/>
                <a:moveTo>
                  <a:pt x="18418" y="316638"/>
                </a:moveTo>
                <a:lnTo>
                  <a:pt x="19165" y="316985"/>
                </a:lnTo>
                <a:lnTo>
                  <a:pt x="18044" y="316811"/>
                </a:lnTo>
                <a:close/>
                <a:moveTo>
                  <a:pt x="16881" y="354555"/>
                </a:moveTo>
                <a:lnTo>
                  <a:pt x="17535" y="355006"/>
                </a:lnTo>
                <a:lnTo>
                  <a:pt x="16554" y="354780"/>
                </a:lnTo>
                <a:close/>
                <a:moveTo>
                  <a:pt x="82632" y="323622"/>
                </a:moveTo>
                <a:lnTo>
                  <a:pt x="84132" y="325031"/>
                </a:lnTo>
                <a:lnTo>
                  <a:pt x="81883" y="324327"/>
                </a:lnTo>
                <a:close/>
                <a:moveTo>
                  <a:pt x="20804" y="80810"/>
                </a:moveTo>
                <a:lnTo>
                  <a:pt x="21208" y="81341"/>
                </a:lnTo>
                <a:lnTo>
                  <a:pt x="20602" y="81075"/>
                </a:lnTo>
                <a:close/>
                <a:moveTo>
                  <a:pt x="111925" y="49697"/>
                </a:moveTo>
                <a:lnTo>
                  <a:pt x="112799" y="51001"/>
                </a:lnTo>
                <a:lnTo>
                  <a:pt x="111488" y="50349"/>
                </a:lnTo>
                <a:close/>
                <a:moveTo>
                  <a:pt x="83596" y="95012"/>
                </a:moveTo>
                <a:lnTo>
                  <a:pt x="85163" y="96496"/>
                </a:lnTo>
                <a:lnTo>
                  <a:pt x="82813" y="95754"/>
                </a:lnTo>
                <a:close/>
                <a:moveTo>
                  <a:pt x="75538" y="284941"/>
                </a:moveTo>
                <a:lnTo>
                  <a:pt x="76031" y="286293"/>
                </a:lnTo>
                <a:lnTo>
                  <a:pt x="75292" y="285617"/>
                </a:lnTo>
                <a:close/>
                <a:moveTo>
                  <a:pt x="43899" y="133991"/>
                </a:moveTo>
                <a:lnTo>
                  <a:pt x="44772" y="134751"/>
                </a:lnTo>
                <a:lnTo>
                  <a:pt x="43463" y="134371"/>
                </a:lnTo>
                <a:close/>
                <a:moveTo>
                  <a:pt x="63946" y="104095"/>
                </a:moveTo>
                <a:lnTo>
                  <a:pt x="65787" y="104801"/>
                </a:lnTo>
                <a:lnTo>
                  <a:pt x="63025" y="104448"/>
                </a:lnTo>
                <a:close/>
                <a:moveTo>
                  <a:pt x="111325" y="13647"/>
                </a:moveTo>
                <a:lnTo>
                  <a:pt x="112031" y="14638"/>
                </a:lnTo>
                <a:lnTo>
                  <a:pt x="110973" y="14143"/>
                </a:lnTo>
                <a:close/>
                <a:moveTo>
                  <a:pt x="50909" y="152286"/>
                </a:moveTo>
                <a:lnTo>
                  <a:pt x="51307" y="152798"/>
                </a:lnTo>
                <a:lnTo>
                  <a:pt x="50710" y="152542"/>
                </a:lnTo>
                <a:close/>
                <a:moveTo>
                  <a:pt x="15642" y="269892"/>
                </a:moveTo>
                <a:lnTo>
                  <a:pt x="16038" y="271686"/>
                </a:lnTo>
                <a:lnTo>
                  <a:pt x="15444" y="270789"/>
                </a:lnTo>
                <a:close/>
                <a:moveTo>
                  <a:pt x="4488" y="136166"/>
                </a:moveTo>
                <a:lnTo>
                  <a:pt x="6366" y="137695"/>
                </a:lnTo>
                <a:lnTo>
                  <a:pt x="3550" y="136930"/>
                </a:lnTo>
                <a:close/>
                <a:moveTo>
                  <a:pt x="120805" y="290605"/>
                </a:moveTo>
                <a:lnTo>
                  <a:pt x="121600" y="291753"/>
                </a:lnTo>
                <a:lnTo>
                  <a:pt x="120407" y="291179"/>
                </a:lnTo>
                <a:close/>
                <a:moveTo>
                  <a:pt x="3577" y="86885"/>
                </a:moveTo>
                <a:lnTo>
                  <a:pt x="4000" y="88671"/>
                </a:lnTo>
                <a:lnTo>
                  <a:pt x="3365" y="87778"/>
                </a:lnTo>
                <a:close/>
                <a:moveTo>
                  <a:pt x="105490" y="277139"/>
                </a:moveTo>
                <a:lnTo>
                  <a:pt x="106304" y="277599"/>
                </a:lnTo>
                <a:lnTo>
                  <a:pt x="105083" y="277369"/>
                </a:lnTo>
                <a:close/>
                <a:moveTo>
                  <a:pt x="93592" y="64133"/>
                </a:moveTo>
                <a:lnTo>
                  <a:pt x="95067" y="64686"/>
                </a:lnTo>
                <a:lnTo>
                  <a:pt x="92855" y="64409"/>
                </a:lnTo>
                <a:close/>
                <a:moveTo>
                  <a:pt x="49556" y="49841"/>
                </a:moveTo>
                <a:lnTo>
                  <a:pt x="51373" y="50224"/>
                </a:lnTo>
                <a:lnTo>
                  <a:pt x="48648" y="50033"/>
                </a:lnTo>
                <a:close/>
                <a:moveTo>
                  <a:pt x="81614" y="198094"/>
                </a:moveTo>
                <a:lnTo>
                  <a:pt x="82438" y="199147"/>
                </a:lnTo>
                <a:lnTo>
                  <a:pt x="81201" y="198621"/>
                </a:lnTo>
                <a:close/>
                <a:moveTo>
                  <a:pt x="5338" y="1749"/>
                </a:moveTo>
                <a:lnTo>
                  <a:pt x="7005" y="2557"/>
                </a:lnTo>
                <a:lnTo>
                  <a:pt x="4505" y="2153"/>
                </a:lnTo>
                <a:close/>
                <a:moveTo>
                  <a:pt x="67466" y="117464"/>
                </a:moveTo>
                <a:lnTo>
                  <a:pt x="67959" y="118014"/>
                </a:lnTo>
                <a:lnTo>
                  <a:pt x="67219" y="117739"/>
                </a:lnTo>
                <a:close/>
                <a:moveTo>
                  <a:pt x="10556" y="372697"/>
                </a:moveTo>
                <a:lnTo>
                  <a:pt x="12210" y="374132"/>
                </a:lnTo>
                <a:lnTo>
                  <a:pt x="9728" y="373414"/>
                </a:lnTo>
                <a:close/>
                <a:moveTo>
                  <a:pt x="70188" y="295162"/>
                </a:moveTo>
                <a:lnTo>
                  <a:pt x="70788" y="296634"/>
                </a:lnTo>
                <a:lnTo>
                  <a:pt x="69888" y="295898"/>
                </a:lnTo>
                <a:close/>
                <a:moveTo>
                  <a:pt x="60434" y="311449"/>
                </a:moveTo>
                <a:lnTo>
                  <a:pt x="62446" y="311918"/>
                </a:lnTo>
                <a:lnTo>
                  <a:pt x="59427" y="311683"/>
                </a:lnTo>
                <a:close/>
                <a:moveTo>
                  <a:pt x="97901" y="276929"/>
                </a:moveTo>
                <a:lnTo>
                  <a:pt x="98990" y="277744"/>
                </a:lnTo>
                <a:lnTo>
                  <a:pt x="97357" y="277336"/>
                </a:lnTo>
                <a:close/>
                <a:moveTo>
                  <a:pt x="84547" y="0"/>
                </a:moveTo>
                <a:lnTo>
                  <a:pt x="86130" y="1474"/>
                </a:lnTo>
                <a:lnTo>
                  <a:pt x="83755" y="737"/>
                </a:lnTo>
                <a:close/>
                <a:moveTo>
                  <a:pt x="31695" y="193788"/>
                </a:moveTo>
                <a:lnTo>
                  <a:pt x="33504" y="194973"/>
                </a:lnTo>
                <a:lnTo>
                  <a:pt x="30791" y="194381"/>
                </a:lnTo>
                <a:close/>
                <a:moveTo>
                  <a:pt x="48164" y="233613"/>
                </a:moveTo>
                <a:lnTo>
                  <a:pt x="50210" y="233960"/>
                </a:lnTo>
                <a:lnTo>
                  <a:pt x="47140" y="233786"/>
                </a:lnTo>
                <a:close/>
                <a:moveTo>
                  <a:pt x="70201" y="107409"/>
                </a:moveTo>
                <a:lnTo>
                  <a:pt x="72128" y="108758"/>
                </a:lnTo>
                <a:lnTo>
                  <a:pt x="69237" y="108084"/>
                </a:lnTo>
                <a:close/>
                <a:moveTo>
                  <a:pt x="7609" y="342687"/>
                </a:moveTo>
                <a:lnTo>
                  <a:pt x="9423" y="344324"/>
                </a:lnTo>
                <a:lnTo>
                  <a:pt x="6703" y="343506"/>
                </a:lnTo>
                <a:close/>
                <a:moveTo>
                  <a:pt x="78123" y="34098"/>
                </a:moveTo>
                <a:lnTo>
                  <a:pt x="79151" y="35138"/>
                </a:lnTo>
                <a:lnTo>
                  <a:pt x="77609" y="34618"/>
                </a:lnTo>
                <a:close/>
                <a:moveTo>
                  <a:pt x="125438" y="89507"/>
                </a:moveTo>
                <a:lnTo>
                  <a:pt x="126335" y="90951"/>
                </a:lnTo>
                <a:lnTo>
                  <a:pt x="124989" y="90229"/>
                </a:lnTo>
                <a:close/>
                <a:moveTo>
                  <a:pt x="18699" y="89972"/>
                </a:moveTo>
                <a:lnTo>
                  <a:pt x="20084" y="90659"/>
                </a:lnTo>
                <a:lnTo>
                  <a:pt x="18006" y="90315"/>
                </a:lnTo>
                <a:close/>
                <a:moveTo>
                  <a:pt x="143636" y="13007"/>
                </a:moveTo>
                <a:lnTo>
                  <a:pt x="144324" y="13846"/>
                </a:lnTo>
                <a:lnTo>
                  <a:pt x="143293" y="13426"/>
                </a:lnTo>
                <a:close/>
                <a:moveTo>
                  <a:pt x="84109" y="77532"/>
                </a:moveTo>
                <a:lnTo>
                  <a:pt x="86138" y="77891"/>
                </a:lnTo>
                <a:lnTo>
                  <a:pt x="83094" y="77712"/>
                </a:lnTo>
                <a:close/>
                <a:moveTo>
                  <a:pt x="53299" y="234063"/>
                </a:moveTo>
                <a:lnTo>
                  <a:pt x="54493" y="234672"/>
                </a:lnTo>
                <a:lnTo>
                  <a:pt x="52701" y="234368"/>
                </a:lnTo>
                <a:close/>
                <a:moveTo>
                  <a:pt x="125848" y="306632"/>
                </a:moveTo>
                <a:lnTo>
                  <a:pt x="127504" y="307298"/>
                </a:lnTo>
                <a:lnTo>
                  <a:pt x="125020" y="306965"/>
                </a:lnTo>
                <a:close/>
                <a:moveTo>
                  <a:pt x="14499" y="59414"/>
                </a:moveTo>
                <a:lnTo>
                  <a:pt x="15233" y="59783"/>
                </a:lnTo>
                <a:lnTo>
                  <a:pt x="14132" y="59599"/>
                </a:lnTo>
                <a:close/>
                <a:moveTo>
                  <a:pt x="113077" y="45877"/>
                </a:moveTo>
                <a:lnTo>
                  <a:pt x="114978" y="47109"/>
                </a:lnTo>
                <a:lnTo>
                  <a:pt x="112127" y="46493"/>
                </a:lnTo>
                <a:close/>
                <a:moveTo>
                  <a:pt x="83483" y="250831"/>
                </a:moveTo>
                <a:lnTo>
                  <a:pt x="84131" y="251561"/>
                </a:lnTo>
                <a:lnTo>
                  <a:pt x="83159" y="251196"/>
                </a:lnTo>
                <a:close/>
                <a:moveTo>
                  <a:pt x="28503" y="56120"/>
                </a:moveTo>
                <a:lnTo>
                  <a:pt x="28909" y="56923"/>
                </a:lnTo>
                <a:lnTo>
                  <a:pt x="28301" y="56521"/>
                </a:lnTo>
                <a:close/>
                <a:moveTo>
                  <a:pt x="6977" y="82825"/>
                </a:moveTo>
                <a:lnTo>
                  <a:pt x="8560" y="83920"/>
                </a:lnTo>
                <a:lnTo>
                  <a:pt x="6186" y="83372"/>
                </a:lnTo>
                <a:close/>
                <a:moveTo>
                  <a:pt x="62670" y="18550"/>
                </a:moveTo>
                <a:lnTo>
                  <a:pt x="63694" y="19408"/>
                </a:lnTo>
                <a:lnTo>
                  <a:pt x="62158" y="18979"/>
                </a:lnTo>
                <a:close/>
                <a:moveTo>
                  <a:pt x="139827" y="1324"/>
                </a:moveTo>
                <a:lnTo>
                  <a:pt x="141744" y="2004"/>
                </a:lnTo>
                <a:lnTo>
                  <a:pt x="138869" y="1664"/>
                </a:lnTo>
                <a:close/>
                <a:moveTo>
                  <a:pt x="23764" y="5713"/>
                </a:moveTo>
                <a:lnTo>
                  <a:pt x="25022" y="7484"/>
                </a:lnTo>
                <a:lnTo>
                  <a:pt x="23135" y="6599"/>
                </a:lnTo>
                <a:close/>
                <a:moveTo>
                  <a:pt x="135597" y="135159"/>
                </a:moveTo>
                <a:lnTo>
                  <a:pt x="136485" y="136280"/>
                </a:lnTo>
                <a:lnTo>
                  <a:pt x="135152" y="135720"/>
                </a:lnTo>
                <a:close/>
                <a:moveTo>
                  <a:pt x="88153" y="170164"/>
                </a:moveTo>
                <a:lnTo>
                  <a:pt x="90077" y="170895"/>
                </a:lnTo>
                <a:lnTo>
                  <a:pt x="87191" y="170530"/>
                </a:lnTo>
                <a:close/>
                <a:moveTo>
                  <a:pt x="32112" y="111503"/>
                </a:moveTo>
                <a:lnTo>
                  <a:pt x="34287" y="112658"/>
                </a:lnTo>
                <a:lnTo>
                  <a:pt x="31025" y="112081"/>
                </a:lnTo>
                <a:close/>
                <a:moveTo>
                  <a:pt x="33944" y="362592"/>
                </a:moveTo>
                <a:lnTo>
                  <a:pt x="35908" y="363295"/>
                </a:lnTo>
                <a:lnTo>
                  <a:pt x="32962" y="362944"/>
                </a:lnTo>
                <a:close/>
                <a:moveTo>
                  <a:pt x="92676" y="119807"/>
                </a:moveTo>
                <a:lnTo>
                  <a:pt x="94391" y="120240"/>
                </a:lnTo>
                <a:lnTo>
                  <a:pt x="91819" y="120023"/>
                </a:lnTo>
                <a:close/>
                <a:moveTo>
                  <a:pt x="54103" y="365587"/>
                </a:moveTo>
                <a:lnTo>
                  <a:pt x="55828" y="367273"/>
                </a:lnTo>
                <a:lnTo>
                  <a:pt x="53241" y="366430"/>
                </a:lnTo>
                <a:close/>
                <a:moveTo>
                  <a:pt x="65735" y="184780"/>
                </a:moveTo>
                <a:lnTo>
                  <a:pt x="67753" y="186338"/>
                </a:lnTo>
                <a:lnTo>
                  <a:pt x="64726" y="185559"/>
                </a:lnTo>
                <a:close/>
                <a:moveTo>
                  <a:pt x="103512" y="174324"/>
                </a:moveTo>
                <a:lnTo>
                  <a:pt x="104411" y="175921"/>
                </a:lnTo>
                <a:lnTo>
                  <a:pt x="103062" y="175122"/>
                </a:lnTo>
                <a:close/>
                <a:moveTo>
                  <a:pt x="6747" y="257032"/>
                </a:moveTo>
                <a:lnTo>
                  <a:pt x="7993" y="257657"/>
                </a:lnTo>
                <a:lnTo>
                  <a:pt x="6124" y="257345"/>
                </a:lnTo>
                <a:close/>
                <a:moveTo>
                  <a:pt x="33016" y="31365"/>
                </a:moveTo>
                <a:lnTo>
                  <a:pt x="33926" y="32850"/>
                </a:lnTo>
                <a:lnTo>
                  <a:pt x="32561" y="32108"/>
                </a:lnTo>
                <a:close/>
                <a:moveTo>
                  <a:pt x="90532" y="306073"/>
                </a:moveTo>
                <a:lnTo>
                  <a:pt x="91646" y="307548"/>
                </a:lnTo>
                <a:lnTo>
                  <a:pt x="89975" y="306811"/>
                </a:lnTo>
                <a:close/>
                <a:moveTo>
                  <a:pt x="54712" y="329471"/>
                </a:moveTo>
                <a:lnTo>
                  <a:pt x="56385" y="330489"/>
                </a:lnTo>
                <a:lnTo>
                  <a:pt x="53875" y="329980"/>
                </a:lnTo>
                <a:close/>
                <a:moveTo>
                  <a:pt x="57950" y="238185"/>
                </a:moveTo>
                <a:lnTo>
                  <a:pt x="58389" y="238624"/>
                </a:lnTo>
                <a:lnTo>
                  <a:pt x="57731" y="238404"/>
                </a:lnTo>
                <a:close/>
                <a:moveTo>
                  <a:pt x="103929" y="157772"/>
                </a:moveTo>
                <a:lnTo>
                  <a:pt x="104716" y="158747"/>
                </a:lnTo>
                <a:lnTo>
                  <a:pt x="103536" y="158259"/>
                </a:lnTo>
                <a:close/>
                <a:moveTo>
                  <a:pt x="137172" y="366687"/>
                </a:moveTo>
                <a:lnTo>
                  <a:pt x="139213" y="367023"/>
                </a:lnTo>
                <a:lnTo>
                  <a:pt x="136152" y="366855"/>
                </a:lnTo>
                <a:close/>
                <a:moveTo>
                  <a:pt x="123251" y="386172"/>
                </a:moveTo>
                <a:lnTo>
                  <a:pt x="124179" y="387500"/>
                </a:lnTo>
                <a:lnTo>
                  <a:pt x="122786" y="386836"/>
                </a:lnTo>
                <a:close/>
                <a:moveTo>
                  <a:pt x="30859" y="46528"/>
                </a:moveTo>
                <a:lnTo>
                  <a:pt x="32590" y="46947"/>
                </a:lnTo>
                <a:lnTo>
                  <a:pt x="29993" y="46737"/>
                </a:lnTo>
                <a:close/>
                <a:moveTo>
                  <a:pt x="132398" y="29816"/>
                </a:moveTo>
                <a:lnTo>
                  <a:pt x="134182" y="30318"/>
                </a:lnTo>
                <a:lnTo>
                  <a:pt x="131505" y="30067"/>
                </a:lnTo>
                <a:close/>
                <a:moveTo>
                  <a:pt x="16217" y="343776"/>
                </a:moveTo>
                <a:lnTo>
                  <a:pt x="18000" y="345117"/>
                </a:lnTo>
                <a:lnTo>
                  <a:pt x="15325" y="344446"/>
                </a:lnTo>
                <a:close/>
                <a:moveTo>
                  <a:pt x="94859" y="172271"/>
                </a:moveTo>
                <a:lnTo>
                  <a:pt x="96485" y="173712"/>
                </a:lnTo>
                <a:lnTo>
                  <a:pt x="94046" y="172992"/>
                </a:lnTo>
                <a:close/>
                <a:moveTo>
                  <a:pt x="111168" y="41168"/>
                </a:moveTo>
                <a:lnTo>
                  <a:pt x="112182" y="42612"/>
                </a:lnTo>
                <a:lnTo>
                  <a:pt x="110662" y="41890"/>
                </a:lnTo>
                <a:close/>
                <a:moveTo>
                  <a:pt x="18666" y="32822"/>
                </a:moveTo>
                <a:lnTo>
                  <a:pt x="20249" y="34443"/>
                </a:lnTo>
                <a:lnTo>
                  <a:pt x="17874" y="33633"/>
                </a:lnTo>
                <a:close/>
                <a:moveTo>
                  <a:pt x="117250" y="100993"/>
                </a:moveTo>
                <a:lnTo>
                  <a:pt x="118441" y="101550"/>
                </a:lnTo>
                <a:lnTo>
                  <a:pt x="116654" y="101271"/>
                </a:lnTo>
                <a:close/>
                <a:moveTo>
                  <a:pt x="95972" y="112677"/>
                </a:moveTo>
                <a:lnTo>
                  <a:pt x="96878" y="113268"/>
                </a:lnTo>
                <a:lnTo>
                  <a:pt x="95520" y="112972"/>
                </a:lnTo>
                <a:close/>
                <a:moveTo>
                  <a:pt x="84551" y="34853"/>
                </a:moveTo>
                <a:lnTo>
                  <a:pt x="85651" y="35730"/>
                </a:lnTo>
                <a:lnTo>
                  <a:pt x="84001" y="35291"/>
                </a:lnTo>
                <a:close/>
                <a:moveTo>
                  <a:pt x="53309" y="201409"/>
                </a:moveTo>
                <a:lnTo>
                  <a:pt x="53782" y="202595"/>
                </a:lnTo>
                <a:lnTo>
                  <a:pt x="53073" y="202002"/>
                </a:lnTo>
                <a:close/>
                <a:moveTo>
                  <a:pt x="87354" y="54449"/>
                </a:moveTo>
                <a:lnTo>
                  <a:pt x="88362" y="54777"/>
                </a:lnTo>
                <a:lnTo>
                  <a:pt x="86849" y="54613"/>
                </a:lnTo>
                <a:close/>
                <a:moveTo>
                  <a:pt x="2877" y="156909"/>
                </a:moveTo>
                <a:lnTo>
                  <a:pt x="4191" y="157283"/>
                </a:lnTo>
                <a:lnTo>
                  <a:pt x="2219" y="157096"/>
                </a:lnTo>
                <a:close/>
                <a:moveTo>
                  <a:pt x="115952" y="37768"/>
                </a:moveTo>
                <a:lnTo>
                  <a:pt x="116567" y="39167"/>
                </a:lnTo>
                <a:lnTo>
                  <a:pt x="115645" y="38468"/>
                </a:lnTo>
                <a:close/>
                <a:moveTo>
                  <a:pt x="80446" y="169205"/>
                </a:moveTo>
                <a:lnTo>
                  <a:pt x="80899" y="169589"/>
                </a:lnTo>
                <a:lnTo>
                  <a:pt x="80220" y="169397"/>
                </a:lnTo>
                <a:close/>
                <a:moveTo>
                  <a:pt x="119610" y="172529"/>
                </a:moveTo>
                <a:lnTo>
                  <a:pt x="120231" y="174183"/>
                </a:lnTo>
                <a:lnTo>
                  <a:pt x="119299" y="173356"/>
                </a:lnTo>
                <a:close/>
                <a:moveTo>
                  <a:pt x="51566" y="223546"/>
                </a:moveTo>
                <a:lnTo>
                  <a:pt x="52699" y="224697"/>
                </a:lnTo>
                <a:lnTo>
                  <a:pt x="51000" y="224122"/>
                </a:lnTo>
                <a:close/>
                <a:moveTo>
                  <a:pt x="15341" y="321139"/>
                </a:moveTo>
                <a:lnTo>
                  <a:pt x="17424" y="321443"/>
                </a:lnTo>
                <a:lnTo>
                  <a:pt x="14300" y="321291"/>
                </a:lnTo>
                <a:close/>
                <a:moveTo>
                  <a:pt x="13920" y="52879"/>
                </a:moveTo>
                <a:lnTo>
                  <a:pt x="15313" y="53322"/>
                </a:lnTo>
                <a:lnTo>
                  <a:pt x="13224" y="53101"/>
                </a:lnTo>
                <a:close/>
                <a:moveTo>
                  <a:pt x="42992" y="225994"/>
                </a:moveTo>
                <a:lnTo>
                  <a:pt x="45165" y="227664"/>
                </a:lnTo>
                <a:lnTo>
                  <a:pt x="41906" y="226829"/>
                </a:lnTo>
                <a:close/>
                <a:moveTo>
                  <a:pt x="60724" y="270136"/>
                </a:moveTo>
                <a:lnTo>
                  <a:pt x="62744" y="271809"/>
                </a:lnTo>
                <a:lnTo>
                  <a:pt x="59714" y="270972"/>
                </a:lnTo>
                <a:close/>
                <a:moveTo>
                  <a:pt x="11913" y="281484"/>
                </a:moveTo>
                <a:lnTo>
                  <a:pt x="12455" y="282243"/>
                </a:lnTo>
                <a:lnTo>
                  <a:pt x="11642" y="281864"/>
                </a:lnTo>
                <a:close/>
                <a:moveTo>
                  <a:pt x="1166" y="363084"/>
                </a:moveTo>
                <a:lnTo>
                  <a:pt x="2606" y="364584"/>
                </a:lnTo>
                <a:lnTo>
                  <a:pt x="446" y="363834"/>
                </a:lnTo>
                <a:close/>
                <a:moveTo>
                  <a:pt x="77149" y="252135"/>
                </a:moveTo>
                <a:lnTo>
                  <a:pt x="77781" y="253018"/>
                </a:lnTo>
                <a:lnTo>
                  <a:pt x="76833" y="252577"/>
                </a:lnTo>
                <a:close/>
                <a:moveTo>
                  <a:pt x="97599" y="56122"/>
                </a:moveTo>
                <a:lnTo>
                  <a:pt x="99284" y="56996"/>
                </a:lnTo>
                <a:lnTo>
                  <a:pt x="96757" y="56559"/>
                </a:lnTo>
                <a:close/>
                <a:moveTo>
                  <a:pt x="49061" y="349994"/>
                </a:moveTo>
                <a:lnTo>
                  <a:pt x="50966" y="350536"/>
                </a:lnTo>
                <a:lnTo>
                  <a:pt x="48108" y="350265"/>
                </a:lnTo>
                <a:close/>
                <a:moveTo>
                  <a:pt x="50253" y="163033"/>
                </a:moveTo>
                <a:lnTo>
                  <a:pt x="50905" y="164054"/>
                </a:lnTo>
                <a:lnTo>
                  <a:pt x="49928" y="163543"/>
                </a:lnTo>
                <a:close/>
                <a:moveTo>
                  <a:pt x="115119" y="137197"/>
                </a:moveTo>
                <a:lnTo>
                  <a:pt x="116090" y="137744"/>
                </a:lnTo>
                <a:lnTo>
                  <a:pt x="114633" y="137470"/>
                </a:lnTo>
                <a:close/>
                <a:moveTo>
                  <a:pt x="83353" y="132829"/>
                </a:moveTo>
                <a:lnTo>
                  <a:pt x="84458" y="133257"/>
                </a:lnTo>
                <a:lnTo>
                  <a:pt x="82801" y="133043"/>
                </a:lnTo>
                <a:close/>
                <a:moveTo>
                  <a:pt x="130635" y="202933"/>
                </a:moveTo>
                <a:lnTo>
                  <a:pt x="132625" y="203258"/>
                </a:lnTo>
                <a:lnTo>
                  <a:pt x="129640" y="203096"/>
                </a:lnTo>
                <a:close/>
                <a:moveTo>
                  <a:pt x="31303" y="291419"/>
                </a:moveTo>
                <a:lnTo>
                  <a:pt x="33226" y="292189"/>
                </a:lnTo>
                <a:lnTo>
                  <a:pt x="30342" y="291804"/>
                </a:lnTo>
                <a:close/>
                <a:moveTo>
                  <a:pt x="71439" y="54607"/>
                </a:moveTo>
                <a:lnTo>
                  <a:pt x="71908" y="55205"/>
                </a:lnTo>
                <a:lnTo>
                  <a:pt x="71204" y="54906"/>
                </a:lnTo>
                <a:close/>
                <a:moveTo>
                  <a:pt x="122810" y="117632"/>
                </a:moveTo>
                <a:lnTo>
                  <a:pt x="123680" y="118776"/>
                </a:lnTo>
                <a:lnTo>
                  <a:pt x="122376" y="118204"/>
                </a:lnTo>
                <a:close/>
                <a:moveTo>
                  <a:pt x="94352" y="28931"/>
                </a:moveTo>
                <a:lnTo>
                  <a:pt x="95326" y="29374"/>
                </a:lnTo>
                <a:lnTo>
                  <a:pt x="93865" y="29152"/>
                </a:lnTo>
                <a:close/>
                <a:moveTo>
                  <a:pt x="110366" y="219258"/>
                </a:moveTo>
                <a:lnTo>
                  <a:pt x="112515" y="220494"/>
                </a:lnTo>
                <a:lnTo>
                  <a:pt x="109291" y="219876"/>
                </a:lnTo>
                <a:close/>
                <a:moveTo>
                  <a:pt x="20566" y="164436"/>
                </a:moveTo>
                <a:lnTo>
                  <a:pt x="21065" y="164834"/>
                </a:lnTo>
                <a:lnTo>
                  <a:pt x="20316" y="164635"/>
                </a:lnTo>
                <a:close/>
                <a:moveTo>
                  <a:pt x="53770" y="216584"/>
                </a:moveTo>
                <a:lnTo>
                  <a:pt x="55626" y="217796"/>
                </a:lnTo>
                <a:lnTo>
                  <a:pt x="52842" y="217190"/>
                </a:lnTo>
                <a:close/>
                <a:moveTo>
                  <a:pt x="117982" y="60603"/>
                </a:moveTo>
                <a:lnTo>
                  <a:pt x="118865" y="61193"/>
                </a:lnTo>
                <a:lnTo>
                  <a:pt x="117540" y="60898"/>
                </a:lnTo>
                <a:close/>
                <a:moveTo>
                  <a:pt x="78527" y="256314"/>
                </a:moveTo>
                <a:lnTo>
                  <a:pt x="80361" y="257420"/>
                </a:lnTo>
                <a:lnTo>
                  <a:pt x="77610" y="256867"/>
                </a:lnTo>
                <a:close/>
                <a:moveTo>
                  <a:pt x="95616" y="122295"/>
                </a:moveTo>
                <a:lnTo>
                  <a:pt x="96408" y="123533"/>
                </a:lnTo>
                <a:lnTo>
                  <a:pt x="95220" y="122914"/>
                </a:lnTo>
                <a:close/>
                <a:moveTo>
                  <a:pt x="71804" y="114858"/>
                </a:moveTo>
                <a:lnTo>
                  <a:pt x="73237" y="116527"/>
                </a:lnTo>
                <a:lnTo>
                  <a:pt x="71088" y="115692"/>
                </a:lnTo>
                <a:close/>
                <a:moveTo>
                  <a:pt x="52739" y="363927"/>
                </a:moveTo>
                <a:lnTo>
                  <a:pt x="53266" y="364351"/>
                </a:lnTo>
                <a:lnTo>
                  <a:pt x="52475" y="364139"/>
                </a:lnTo>
                <a:close/>
                <a:moveTo>
                  <a:pt x="115329" y="359773"/>
                </a:moveTo>
                <a:lnTo>
                  <a:pt x="116279" y="360830"/>
                </a:lnTo>
                <a:lnTo>
                  <a:pt x="114853" y="360302"/>
                </a:lnTo>
                <a:close/>
                <a:moveTo>
                  <a:pt x="38292" y="125626"/>
                </a:moveTo>
                <a:lnTo>
                  <a:pt x="39303" y="126185"/>
                </a:lnTo>
                <a:lnTo>
                  <a:pt x="37787" y="125906"/>
                </a:lnTo>
                <a:close/>
                <a:moveTo>
                  <a:pt x="129942" y="22960"/>
                </a:moveTo>
                <a:lnTo>
                  <a:pt x="130818" y="23905"/>
                </a:lnTo>
                <a:lnTo>
                  <a:pt x="129504" y="23432"/>
                </a:lnTo>
                <a:close/>
                <a:moveTo>
                  <a:pt x="92356" y="263075"/>
                </a:moveTo>
                <a:lnTo>
                  <a:pt x="92817" y="263985"/>
                </a:lnTo>
                <a:lnTo>
                  <a:pt x="92126" y="263530"/>
                </a:lnTo>
                <a:close/>
                <a:moveTo>
                  <a:pt x="36065" y="230064"/>
                </a:moveTo>
                <a:lnTo>
                  <a:pt x="37339" y="230792"/>
                </a:lnTo>
                <a:lnTo>
                  <a:pt x="35429" y="230428"/>
                </a:lnTo>
                <a:close/>
                <a:moveTo>
                  <a:pt x="60644" y="170475"/>
                </a:moveTo>
                <a:lnTo>
                  <a:pt x="61034" y="170885"/>
                </a:lnTo>
                <a:lnTo>
                  <a:pt x="60449" y="170680"/>
                </a:lnTo>
                <a:close/>
                <a:moveTo>
                  <a:pt x="71130" y="232319"/>
                </a:moveTo>
                <a:lnTo>
                  <a:pt x="73136" y="233768"/>
                </a:lnTo>
                <a:lnTo>
                  <a:pt x="70128" y="233044"/>
                </a:lnTo>
                <a:close/>
                <a:moveTo>
                  <a:pt x="85095" y="260439"/>
                </a:moveTo>
                <a:lnTo>
                  <a:pt x="86595" y="261070"/>
                </a:lnTo>
                <a:lnTo>
                  <a:pt x="84345" y="260754"/>
                </a:lnTo>
                <a:close/>
                <a:moveTo>
                  <a:pt x="91074" y="69461"/>
                </a:moveTo>
                <a:lnTo>
                  <a:pt x="91670" y="70153"/>
                </a:lnTo>
                <a:lnTo>
                  <a:pt x="90776" y="69807"/>
                </a:lnTo>
                <a:close/>
                <a:moveTo>
                  <a:pt x="58066" y="240868"/>
                </a:moveTo>
                <a:lnTo>
                  <a:pt x="59230" y="242017"/>
                </a:lnTo>
                <a:lnTo>
                  <a:pt x="57485" y="241443"/>
                </a:lnTo>
                <a:close/>
                <a:moveTo>
                  <a:pt x="121159" y="305467"/>
                </a:moveTo>
                <a:lnTo>
                  <a:pt x="121723" y="305769"/>
                </a:lnTo>
                <a:lnTo>
                  <a:pt x="120878" y="305618"/>
                </a:lnTo>
                <a:close/>
                <a:moveTo>
                  <a:pt x="122364" y="220118"/>
                </a:moveTo>
                <a:lnTo>
                  <a:pt x="123180" y="221081"/>
                </a:lnTo>
                <a:lnTo>
                  <a:pt x="121956" y="220599"/>
                </a:lnTo>
                <a:close/>
                <a:moveTo>
                  <a:pt x="132266" y="359408"/>
                </a:moveTo>
                <a:lnTo>
                  <a:pt x="134298" y="360444"/>
                </a:lnTo>
                <a:lnTo>
                  <a:pt x="131250" y="359926"/>
                </a:lnTo>
                <a:close/>
                <a:moveTo>
                  <a:pt x="102391" y="127986"/>
                </a:moveTo>
                <a:lnTo>
                  <a:pt x="104119" y="128504"/>
                </a:lnTo>
                <a:lnTo>
                  <a:pt x="101527" y="128245"/>
                </a:lnTo>
                <a:close/>
                <a:moveTo>
                  <a:pt x="17845" y="214516"/>
                </a:moveTo>
                <a:lnTo>
                  <a:pt x="19420" y="216226"/>
                </a:lnTo>
                <a:lnTo>
                  <a:pt x="17057" y="215371"/>
                </a:lnTo>
                <a:close/>
                <a:moveTo>
                  <a:pt x="106332" y="219653"/>
                </a:moveTo>
                <a:lnTo>
                  <a:pt x="107842" y="220255"/>
                </a:lnTo>
                <a:lnTo>
                  <a:pt x="105576" y="219954"/>
                </a:lnTo>
                <a:close/>
                <a:moveTo>
                  <a:pt x="79386" y="292598"/>
                </a:moveTo>
                <a:lnTo>
                  <a:pt x="81137" y="293750"/>
                </a:lnTo>
                <a:lnTo>
                  <a:pt x="78510" y="293174"/>
                </a:lnTo>
                <a:close/>
                <a:moveTo>
                  <a:pt x="92469" y="290766"/>
                </a:moveTo>
                <a:lnTo>
                  <a:pt x="93939" y="291803"/>
                </a:lnTo>
                <a:lnTo>
                  <a:pt x="91734" y="291285"/>
                </a:lnTo>
                <a:close/>
                <a:moveTo>
                  <a:pt x="39654" y="375384"/>
                </a:moveTo>
                <a:lnTo>
                  <a:pt x="40641" y="376673"/>
                </a:lnTo>
                <a:lnTo>
                  <a:pt x="39160" y="376028"/>
                </a:lnTo>
                <a:close/>
                <a:moveTo>
                  <a:pt x="108666" y="309529"/>
                </a:moveTo>
                <a:lnTo>
                  <a:pt x="109224" y="310592"/>
                </a:lnTo>
                <a:lnTo>
                  <a:pt x="108387" y="310060"/>
                </a:lnTo>
                <a:close/>
                <a:moveTo>
                  <a:pt x="104957" y="102304"/>
                </a:moveTo>
                <a:lnTo>
                  <a:pt x="106913" y="103025"/>
                </a:lnTo>
                <a:lnTo>
                  <a:pt x="103979" y="102664"/>
                </a:lnTo>
                <a:close/>
                <a:moveTo>
                  <a:pt x="132672" y="378221"/>
                </a:moveTo>
                <a:lnTo>
                  <a:pt x="133297" y="378976"/>
                </a:lnTo>
                <a:lnTo>
                  <a:pt x="132360" y="378599"/>
                </a:lnTo>
                <a:close/>
                <a:moveTo>
                  <a:pt x="60644" y="60682"/>
                </a:moveTo>
                <a:lnTo>
                  <a:pt x="62356" y="61996"/>
                </a:lnTo>
                <a:lnTo>
                  <a:pt x="59788" y="61339"/>
                </a:lnTo>
                <a:close/>
                <a:moveTo>
                  <a:pt x="15445" y="387883"/>
                </a:moveTo>
                <a:lnTo>
                  <a:pt x="16845" y="389282"/>
                </a:lnTo>
                <a:lnTo>
                  <a:pt x="14745" y="388582"/>
                </a:lnTo>
                <a:close/>
                <a:moveTo>
                  <a:pt x="8084" y="35847"/>
                </a:moveTo>
                <a:lnTo>
                  <a:pt x="8472" y="37213"/>
                </a:lnTo>
                <a:lnTo>
                  <a:pt x="7889" y="36530"/>
                </a:lnTo>
                <a:close/>
                <a:moveTo>
                  <a:pt x="88592" y="271255"/>
                </a:moveTo>
                <a:lnTo>
                  <a:pt x="89499" y="273012"/>
                </a:lnTo>
                <a:lnTo>
                  <a:pt x="88139" y="272133"/>
                </a:lnTo>
                <a:close/>
                <a:moveTo>
                  <a:pt x="112612" y="364577"/>
                </a:moveTo>
                <a:lnTo>
                  <a:pt x="114797" y="366011"/>
                </a:lnTo>
                <a:lnTo>
                  <a:pt x="111520" y="365294"/>
                </a:lnTo>
                <a:close/>
                <a:moveTo>
                  <a:pt x="84985" y="305216"/>
                </a:moveTo>
                <a:lnTo>
                  <a:pt x="85639" y="306569"/>
                </a:lnTo>
                <a:lnTo>
                  <a:pt x="84658" y="305893"/>
                </a:lnTo>
                <a:close/>
                <a:moveTo>
                  <a:pt x="29147" y="63036"/>
                </a:moveTo>
                <a:lnTo>
                  <a:pt x="31187" y="63809"/>
                </a:lnTo>
                <a:lnTo>
                  <a:pt x="28127" y="63423"/>
                </a:lnTo>
                <a:close/>
                <a:moveTo>
                  <a:pt x="93982" y="323194"/>
                </a:moveTo>
                <a:lnTo>
                  <a:pt x="95288" y="323515"/>
                </a:lnTo>
                <a:lnTo>
                  <a:pt x="93330" y="323354"/>
                </a:lnTo>
                <a:close/>
                <a:moveTo>
                  <a:pt x="62002" y="282922"/>
                </a:moveTo>
                <a:lnTo>
                  <a:pt x="63040" y="283421"/>
                </a:lnTo>
                <a:lnTo>
                  <a:pt x="61483" y="283172"/>
                </a:lnTo>
                <a:close/>
                <a:moveTo>
                  <a:pt x="58058" y="56083"/>
                </a:moveTo>
                <a:lnTo>
                  <a:pt x="59849" y="57382"/>
                </a:lnTo>
                <a:lnTo>
                  <a:pt x="57163" y="56733"/>
                </a:lnTo>
                <a:close/>
                <a:moveTo>
                  <a:pt x="66366" y="285520"/>
                </a:moveTo>
                <a:lnTo>
                  <a:pt x="67503" y="286741"/>
                </a:lnTo>
                <a:lnTo>
                  <a:pt x="65798" y="286131"/>
                </a:lnTo>
                <a:close/>
                <a:moveTo>
                  <a:pt x="36680" y="147767"/>
                </a:moveTo>
                <a:lnTo>
                  <a:pt x="37325" y="148776"/>
                </a:lnTo>
                <a:lnTo>
                  <a:pt x="36358" y="148272"/>
                </a:lnTo>
                <a:close/>
                <a:moveTo>
                  <a:pt x="5313" y="309865"/>
                </a:moveTo>
                <a:lnTo>
                  <a:pt x="7413" y="311279"/>
                </a:lnTo>
                <a:lnTo>
                  <a:pt x="4263" y="310572"/>
                </a:lnTo>
                <a:close/>
                <a:moveTo>
                  <a:pt x="127196" y="351154"/>
                </a:moveTo>
                <a:lnTo>
                  <a:pt x="128956" y="352530"/>
                </a:lnTo>
                <a:lnTo>
                  <a:pt x="126316" y="351842"/>
                </a:lnTo>
                <a:close/>
                <a:moveTo>
                  <a:pt x="131084" y="85680"/>
                </a:moveTo>
                <a:lnTo>
                  <a:pt x="132681" y="86271"/>
                </a:lnTo>
                <a:lnTo>
                  <a:pt x="130285" y="85975"/>
                </a:lnTo>
                <a:close/>
                <a:moveTo>
                  <a:pt x="115570" y="168558"/>
                </a:moveTo>
                <a:lnTo>
                  <a:pt x="116873" y="169109"/>
                </a:lnTo>
                <a:lnTo>
                  <a:pt x="114919" y="168833"/>
                </a:lnTo>
                <a:close/>
                <a:moveTo>
                  <a:pt x="117242" y="242148"/>
                </a:moveTo>
                <a:lnTo>
                  <a:pt x="118471" y="242823"/>
                </a:lnTo>
                <a:lnTo>
                  <a:pt x="116628" y="242486"/>
                </a:lnTo>
                <a:close/>
                <a:moveTo>
                  <a:pt x="112687" y="182793"/>
                </a:moveTo>
                <a:lnTo>
                  <a:pt x="114871" y="183604"/>
                </a:lnTo>
                <a:lnTo>
                  <a:pt x="111594" y="183198"/>
                </a:lnTo>
                <a:close/>
                <a:moveTo>
                  <a:pt x="88849" y="216239"/>
                </a:moveTo>
                <a:lnTo>
                  <a:pt x="90377" y="217512"/>
                </a:lnTo>
                <a:lnTo>
                  <a:pt x="88085" y="216875"/>
                </a:lnTo>
                <a:close/>
                <a:moveTo>
                  <a:pt x="18411" y="353588"/>
                </a:moveTo>
                <a:lnTo>
                  <a:pt x="20361" y="354559"/>
                </a:lnTo>
                <a:lnTo>
                  <a:pt x="17435" y="354074"/>
                </a:lnTo>
                <a:close/>
                <a:moveTo>
                  <a:pt x="111952" y="225064"/>
                </a:moveTo>
                <a:lnTo>
                  <a:pt x="112575" y="225648"/>
                </a:lnTo>
                <a:lnTo>
                  <a:pt x="111640" y="225356"/>
                </a:lnTo>
                <a:close/>
                <a:moveTo>
                  <a:pt x="38241" y="311428"/>
                </a:moveTo>
                <a:lnTo>
                  <a:pt x="39545" y="312328"/>
                </a:lnTo>
                <a:lnTo>
                  <a:pt x="37589" y="311878"/>
                </a:lnTo>
                <a:close/>
                <a:moveTo>
                  <a:pt x="78025" y="72164"/>
                </a:moveTo>
                <a:lnTo>
                  <a:pt x="79456" y="73052"/>
                </a:lnTo>
                <a:lnTo>
                  <a:pt x="77309" y="72608"/>
                </a:lnTo>
                <a:close/>
                <a:moveTo>
                  <a:pt x="6588" y="367628"/>
                </a:moveTo>
                <a:lnTo>
                  <a:pt x="7707" y="368245"/>
                </a:lnTo>
                <a:lnTo>
                  <a:pt x="6029" y="367936"/>
                </a:lnTo>
                <a:close/>
                <a:moveTo>
                  <a:pt x="17870" y="317346"/>
                </a:moveTo>
                <a:lnTo>
                  <a:pt x="18516" y="318314"/>
                </a:lnTo>
                <a:lnTo>
                  <a:pt x="17547" y="317830"/>
                </a:lnTo>
                <a:close/>
                <a:moveTo>
                  <a:pt x="53028" y="198263"/>
                </a:moveTo>
                <a:lnTo>
                  <a:pt x="53780" y="199640"/>
                </a:lnTo>
                <a:lnTo>
                  <a:pt x="52653" y="198951"/>
                </a:lnTo>
                <a:close/>
                <a:moveTo>
                  <a:pt x="8943" y="176118"/>
                </a:moveTo>
                <a:lnTo>
                  <a:pt x="10069" y="176504"/>
                </a:lnTo>
                <a:lnTo>
                  <a:pt x="8380" y="176311"/>
                </a:lnTo>
                <a:close/>
                <a:moveTo>
                  <a:pt x="75272" y="27763"/>
                </a:moveTo>
                <a:lnTo>
                  <a:pt x="77398" y="29395"/>
                </a:lnTo>
                <a:lnTo>
                  <a:pt x="74209" y="28579"/>
                </a:lnTo>
                <a:close/>
                <a:moveTo>
                  <a:pt x="98366" y="78897"/>
                </a:moveTo>
                <a:lnTo>
                  <a:pt x="99221" y="80447"/>
                </a:lnTo>
                <a:lnTo>
                  <a:pt x="97938" y="79672"/>
                </a:lnTo>
                <a:close/>
                <a:moveTo>
                  <a:pt x="53191" y="47706"/>
                </a:moveTo>
                <a:lnTo>
                  <a:pt x="53589" y="49430"/>
                </a:lnTo>
                <a:lnTo>
                  <a:pt x="52992" y="48568"/>
                </a:lnTo>
                <a:close/>
                <a:moveTo>
                  <a:pt x="17488" y="390504"/>
                </a:moveTo>
                <a:lnTo>
                  <a:pt x="18645" y="391316"/>
                </a:lnTo>
                <a:lnTo>
                  <a:pt x="16909" y="390910"/>
                </a:lnTo>
                <a:close/>
                <a:moveTo>
                  <a:pt x="22616" y="163000"/>
                </a:moveTo>
                <a:lnTo>
                  <a:pt x="24300" y="163366"/>
                </a:lnTo>
                <a:lnTo>
                  <a:pt x="21774" y="163183"/>
                </a:lnTo>
                <a:close/>
                <a:moveTo>
                  <a:pt x="22809" y="386987"/>
                </a:moveTo>
                <a:lnTo>
                  <a:pt x="24713" y="388157"/>
                </a:lnTo>
                <a:lnTo>
                  <a:pt x="21857" y="387572"/>
                </a:lnTo>
                <a:close/>
                <a:moveTo>
                  <a:pt x="59067" y="286280"/>
                </a:moveTo>
                <a:lnTo>
                  <a:pt x="60491" y="286701"/>
                </a:lnTo>
                <a:lnTo>
                  <a:pt x="58355" y="286490"/>
                </a:lnTo>
                <a:close/>
                <a:moveTo>
                  <a:pt x="25871" y="57912"/>
                </a:moveTo>
                <a:lnTo>
                  <a:pt x="26856" y="59361"/>
                </a:lnTo>
                <a:lnTo>
                  <a:pt x="25379" y="58637"/>
                </a:lnTo>
                <a:close/>
                <a:moveTo>
                  <a:pt x="59503" y="380428"/>
                </a:moveTo>
                <a:lnTo>
                  <a:pt x="60833" y="381464"/>
                </a:lnTo>
                <a:lnTo>
                  <a:pt x="58837" y="380946"/>
                </a:lnTo>
                <a:close/>
                <a:moveTo>
                  <a:pt x="14786" y="299232"/>
                </a:moveTo>
                <a:lnTo>
                  <a:pt x="16283" y="299727"/>
                </a:lnTo>
                <a:lnTo>
                  <a:pt x="14037" y="299480"/>
                </a:lnTo>
                <a:close/>
                <a:moveTo>
                  <a:pt x="70952" y="289854"/>
                </a:moveTo>
                <a:lnTo>
                  <a:pt x="71611" y="290450"/>
                </a:lnTo>
                <a:lnTo>
                  <a:pt x="70623" y="290152"/>
                </a:lnTo>
                <a:close/>
                <a:moveTo>
                  <a:pt x="83835" y="292409"/>
                </a:moveTo>
                <a:lnTo>
                  <a:pt x="84842" y="293609"/>
                </a:lnTo>
                <a:lnTo>
                  <a:pt x="83332" y="293009"/>
                </a:lnTo>
                <a:close/>
                <a:moveTo>
                  <a:pt x="954" y="247477"/>
                </a:moveTo>
                <a:lnTo>
                  <a:pt x="2098" y="247930"/>
                </a:lnTo>
                <a:lnTo>
                  <a:pt x="382" y="247704"/>
                </a:lnTo>
                <a:close/>
                <a:moveTo>
                  <a:pt x="129686" y="358022"/>
                </a:moveTo>
                <a:lnTo>
                  <a:pt x="130964" y="358349"/>
                </a:lnTo>
                <a:lnTo>
                  <a:pt x="129046" y="358185"/>
                </a:lnTo>
                <a:close/>
                <a:moveTo>
                  <a:pt x="102418" y="136291"/>
                </a:moveTo>
                <a:lnTo>
                  <a:pt x="103304" y="137606"/>
                </a:lnTo>
                <a:lnTo>
                  <a:pt x="101974" y="136948"/>
                </a:lnTo>
                <a:close/>
                <a:moveTo>
                  <a:pt x="126142" y="118793"/>
                </a:moveTo>
                <a:lnTo>
                  <a:pt x="126613" y="119704"/>
                </a:lnTo>
                <a:lnTo>
                  <a:pt x="125906" y="119249"/>
                </a:lnTo>
                <a:close/>
                <a:moveTo>
                  <a:pt x="141621" y="268799"/>
                </a:moveTo>
                <a:lnTo>
                  <a:pt x="142472" y="269887"/>
                </a:lnTo>
                <a:lnTo>
                  <a:pt x="141196" y="269343"/>
                </a:lnTo>
                <a:close/>
                <a:moveTo>
                  <a:pt x="85207" y="89713"/>
                </a:moveTo>
                <a:lnTo>
                  <a:pt x="86046" y="90264"/>
                </a:lnTo>
                <a:lnTo>
                  <a:pt x="84787" y="89988"/>
                </a:lnTo>
                <a:close/>
                <a:moveTo>
                  <a:pt x="73122" y="31215"/>
                </a:moveTo>
                <a:lnTo>
                  <a:pt x="75180" y="32435"/>
                </a:lnTo>
                <a:lnTo>
                  <a:pt x="72093" y="31825"/>
                </a:lnTo>
                <a:close/>
                <a:moveTo>
                  <a:pt x="101728" y="263170"/>
                </a:moveTo>
                <a:lnTo>
                  <a:pt x="103432" y="263805"/>
                </a:lnTo>
                <a:lnTo>
                  <a:pt x="100876" y="263488"/>
                </a:lnTo>
                <a:close/>
                <a:moveTo>
                  <a:pt x="51343" y="386296"/>
                </a:moveTo>
                <a:lnTo>
                  <a:pt x="52730" y="387009"/>
                </a:lnTo>
                <a:lnTo>
                  <a:pt x="50649" y="386653"/>
                </a:lnTo>
                <a:close/>
                <a:moveTo>
                  <a:pt x="31712" y="111964"/>
                </a:moveTo>
                <a:lnTo>
                  <a:pt x="33012" y="112353"/>
                </a:lnTo>
                <a:lnTo>
                  <a:pt x="31063" y="112158"/>
                </a:lnTo>
                <a:close/>
                <a:moveTo>
                  <a:pt x="37884" y="45723"/>
                </a:moveTo>
                <a:lnTo>
                  <a:pt x="39929" y="46722"/>
                </a:lnTo>
                <a:lnTo>
                  <a:pt x="36862" y="46222"/>
                </a:lnTo>
                <a:close/>
                <a:moveTo>
                  <a:pt x="72609" y="70233"/>
                </a:moveTo>
                <a:lnTo>
                  <a:pt x="73406" y="70621"/>
                </a:lnTo>
                <a:lnTo>
                  <a:pt x="72211" y="70427"/>
                </a:lnTo>
                <a:close/>
                <a:moveTo>
                  <a:pt x="137527" y="291160"/>
                </a:moveTo>
                <a:lnTo>
                  <a:pt x="138407" y="292636"/>
                </a:lnTo>
                <a:lnTo>
                  <a:pt x="137087" y="291898"/>
                </a:lnTo>
                <a:close/>
                <a:moveTo>
                  <a:pt x="88898" y="229433"/>
                </a:moveTo>
                <a:lnTo>
                  <a:pt x="90458" y="230554"/>
                </a:lnTo>
                <a:lnTo>
                  <a:pt x="88119" y="229993"/>
                </a:lnTo>
                <a:close/>
                <a:moveTo>
                  <a:pt x="94000" y="307061"/>
                </a:moveTo>
                <a:lnTo>
                  <a:pt x="94858" y="307406"/>
                </a:lnTo>
                <a:lnTo>
                  <a:pt x="93570" y="307234"/>
                </a:lnTo>
                <a:close/>
                <a:moveTo>
                  <a:pt x="26955" y="64878"/>
                </a:moveTo>
                <a:lnTo>
                  <a:pt x="28788" y="65454"/>
                </a:lnTo>
                <a:lnTo>
                  <a:pt x="26039" y="65166"/>
                </a:lnTo>
                <a:close/>
                <a:moveTo>
                  <a:pt x="82288" y="271229"/>
                </a:moveTo>
                <a:lnTo>
                  <a:pt x="82772" y="272391"/>
                </a:lnTo>
                <a:lnTo>
                  <a:pt x="82046" y="271810"/>
                </a:lnTo>
                <a:close/>
                <a:moveTo>
                  <a:pt x="65116" y="341204"/>
                </a:moveTo>
                <a:lnTo>
                  <a:pt x="67025" y="341786"/>
                </a:lnTo>
                <a:lnTo>
                  <a:pt x="64162" y="341495"/>
                </a:lnTo>
                <a:close/>
                <a:moveTo>
                  <a:pt x="41470" y="216475"/>
                </a:moveTo>
                <a:lnTo>
                  <a:pt x="43182" y="217778"/>
                </a:lnTo>
                <a:lnTo>
                  <a:pt x="40614" y="217126"/>
                </a:lnTo>
                <a:close/>
                <a:moveTo>
                  <a:pt x="105502" y="172595"/>
                </a:moveTo>
                <a:lnTo>
                  <a:pt x="106138" y="172918"/>
                </a:lnTo>
                <a:lnTo>
                  <a:pt x="105184" y="172757"/>
                </a:lnTo>
                <a:close/>
                <a:moveTo>
                  <a:pt x="96316" y="76934"/>
                </a:moveTo>
                <a:lnTo>
                  <a:pt x="98257" y="77536"/>
                </a:lnTo>
                <a:lnTo>
                  <a:pt x="95346" y="77235"/>
                </a:lnTo>
                <a:close/>
                <a:moveTo>
                  <a:pt x="18313" y="375547"/>
                </a:moveTo>
                <a:lnTo>
                  <a:pt x="19155" y="376758"/>
                </a:lnTo>
                <a:lnTo>
                  <a:pt x="17891" y="376152"/>
                </a:lnTo>
                <a:close/>
                <a:moveTo>
                  <a:pt x="8337" y="49674"/>
                </a:moveTo>
                <a:lnTo>
                  <a:pt x="10440" y="51387"/>
                </a:lnTo>
                <a:lnTo>
                  <a:pt x="7286" y="50531"/>
                </a:lnTo>
                <a:close/>
                <a:moveTo>
                  <a:pt x="83143" y="90712"/>
                </a:moveTo>
                <a:lnTo>
                  <a:pt x="83524" y="91411"/>
                </a:lnTo>
                <a:lnTo>
                  <a:pt x="82952" y="91062"/>
                </a:lnTo>
                <a:close/>
                <a:moveTo>
                  <a:pt x="143062" y="16954"/>
                </a:moveTo>
                <a:lnTo>
                  <a:pt x="143838" y="18226"/>
                </a:lnTo>
                <a:lnTo>
                  <a:pt x="142674" y="17590"/>
                </a:lnTo>
                <a:close/>
                <a:moveTo>
                  <a:pt x="39514" y="222430"/>
                </a:moveTo>
                <a:lnTo>
                  <a:pt x="40702" y="224022"/>
                </a:lnTo>
                <a:lnTo>
                  <a:pt x="38921" y="223226"/>
                </a:lnTo>
                <a:close/>
                <a:moveTo>
                  <a:pt x="138296" y="380640"/>
                </a:moveTo>
                <a:lnTo>
                  <a:pt x="140127" y="381209"/>
                </a:lnTo>
                <a:lnTo>
                  <a:pt x="137381" y="380924"/>
                </a:lnTo>
                <a:close/>
                <a:moveTo>
                  <a:pt x="49366" y="125143"/>
                </a:moveTo>
                <a:lnTo>
                  <a:pt x="51300" y="126311"/>
                </a:lnTo>
                <a:lnTo>
                  <a:pt x="48399" y="125727"/>
                </a:lnTo>
                <a:close/>
                <a:moveTo>
                  <a:pt x="7788" y="299951"/>
                </a:moveTo>
                <a:lnTo>
                  <a:pt x="9154" y="300735"/>
                </a:lnTo>
                <a:lnTo>
                  <a:pt x="7105" y="300343"/>
                </a:lnTo>
                <a:close/>
                <a:moveTo>
                  <a:pt x="136110" y="246049"/>
                </a:moveTo>
                <a:lnTo>
                  <a:pt x="136554" y="246846"/>
                </a:lnTo>
                <a:lnTo>
                  <a:pt x="135888" y="246447"/>
                </a:lnTo>
                <a:close/>
                <a:moveTo>
                  <a:pt x="68283" y="215796"/>
                </a:moveTo>
                <a:lnTo>
                  <a:pt x="68840" y="216154"/>
                </a:lnTo>
                <a:lnTo>
                  <a:pt x="68005" y="215975"/>
                </a:lnTo>
                <a:close/>
                <a:moveTo>
                  <a:pt x="46392" y="291038"/>
                </a:moveTo>
                <a:lnTo>
                  <a:pt x="47515" y="291579"/>
                </a:lnTo>
                <a:lnTo>
                  <a:pt x="45831" y="291309"/>
                </a:lnTo>
                <a:close/>
                <a:moveTo>
                  <a:pt x="77057" y="324703"/>
                </a:moveTo>
                <a:lnTo>
                  <a:pt x="78351" y="325460"/>
                </a:lnTo>
                <a:lnTo>
                  <a:pt x="76410" y="325082"/>
                </a:lnTo>
                <a:close/>
                <a:moveTo>
                  <a:pt x="26673" y="276164"/>
                </a:moveTo>
                <a:lnTo>
                  <a:pt x="27312" y="277344"/>
                </a:lnTo>
                <a:lnTo>
                  <a:pt x="26354" y="276754"/>
                </a:lnTo>
                <a:close/>
                <a:moveTo>
                  <a:pt x="10065" y="266230"/>
                </a:moveTo>
                <a:lnTo>
                  <a:pt x="10994" y="267390"/>
                </a:lnTo>
                <a:lnTo>
                  <a:pt x="9601" y="266810"/>
                </a:lnTo>
                <a:close/>
                <a:moveTo>
                  <a:pt x="86373" y="319196"/>
                </a:moveTo>
                <a:lnTo>
                  <a:pt x="86887" y="320199"/>
                </a:lnTo>
                <a:lnTo>
                  <a:pt x="86116" y="319698"/>
                </a:lnTo>
                <a:close/>
                <a:moveTo>
                  <a:pt x="120664" y="192242"/>
                </a:moveTo>
                <a:lnTo>
                  <a:pt x="121779" y="193746"/>
                </a:lnTo>
                <a:lnTo>
                  <a:pt x="120107" y="192994"/>
                </a:lnTo>
                <a:close/>
                <a:moveTo>
                  <a:pt x="56672" y="346188"/>
                </a:moveTo>
                <a:lnTo>
                  <a:pt x="58436" y="347316"/>
                </a:lnTo>
                <a:lnTo>
                  <a:pt x="55790" y="346752"/>
                </a:lnTo>
                <a:close/>
                <a:moveTo>
                  <a:pt x="44586" y="142711"/>
                </a:moveTo>
                <a:lnTo>
                  <a:pt x="46130" y="143196"/>
                </a:lnTo>
                <a:lnTo>
                  <a:pt x="43814" y="142954"/>
                </a:lnTo>
                <a:close/>
                <a:moveTo>
                  <a:pt x="79559" y="331815"/>
                </a:moveTo>
                <a:lnTo>
                  <a:pt x="80522" y="333473"/>
                </a:lnTo>
                <a:lnTo>
                  <a:pt x="79078" y="332644"/>
                </a:lnTo>
                <a:close/>
                <a:moveTo>
                  <a:pt x="24050" y="81937"/>
                </a:moveTo>
                <a:lnTo>
                  <a:pt x="24682" y="83255"/>
                </a:lnTo>
                <a:lnTo>
                  <a:pt x="23734" y="82596"/>
                </a:lnTo>
                <a:close/>
                <a:moveTo>
                  <a:pt x="88977" y="271886"/>
                </a:moveTo>
                <a:lnTo>
                  <a:pt x="90016" y="272413"/>
                </a:lnTo>
                <a:lnTo>
                  <a:pt x="88457" y="272149"/>
                </a:lnTo>
                <a:close/>
                <a:moveTo>
                  <a:pt x="71842" y="300549"/>
                </a:moveTo>
                <a:lnTo>
                  <a:pt x="73322" y="302193"/>
                </a:lnTo>
                <a:lnTo>
                  <a:pt x="71103" y="301371"/>
                </a:lnTo>
                <a:close/>
                <a:moveTo>
                  <a:pt x="34771" y="325801"/>
                </a:moveTo>
                <a:lnTo>
                  <a:pt x="36886" y="327308"/>
                </a:lnTo>
                <a:lnTo>
                  <a:pt x="33714" y="326555"/>
                </a:lnTo>
                <a:close/>
                <a:moveTo>
                  <a:pt x="136315" y="369025"/>
                </a:moveTo>
                <a:lnTo>
                  <a:pt x="137974" y="370080"/>
                </a:lnTo>
                <a:lnTo>
                  <a:pt x="135486" y="369552"/>
                </a:lnTo>
                <a:close/>
                <a:moveTo>
                  <a:pt x="110519" y="160064"/>
                </a:moveTo>
                <a:lnTo>
                  <a:pt x="112663" y="161208"/>
                </a:lnTo>
                <a:lnTo>
                  <a:pt x="109447" y="160636"/>
                </a:lnTo>
                <a:close/>
                <a:moveTo>
                  <a:pt x="102691" y="54494"/>
                </a:moveTo>
                <a:lnTo>
                  <a:pt x="103430" y="55029"/>
                </a:lnTo>
                <a:lnTo>
                  <a:pt x="102321" y="54761"/>
                </a:lnTo>
                <a:close/>
                <a:moveTo>
                  <a:pt x="79897" y="65004"/>
                </a:moveTo>
                <a:lnTo>
                  <a:pt x="81295" y="65608"/>
                </a:lnTo>
                <a:lnTo>
                  <a:pt x="79198" y="65306"/>
                </a:lnTo>
                <a:close/>
                <a:moveTo>
                  <a:pt x="87762" y="320563"/>
                </a:moveTo>
                <a:lnTo>
                  <a:pt x="88979" y="321176"/>
                </a:lnTo>
                <a:lnTo>
                  <a:pt x="87153" y="320869"/>
                </a:lnTo>
                <a:close/>
                <a:moveTo>
                  <a:pt x="136129" y="382024"/>
                </a:moveTo>
                <a:lnTo>
                  <a:pt x="136499" y="382380"/>
                </a:lnTo>
                <a:lnTo>
                  <a:pt x="135944" y="382202"/>
                </a:lnTo>
                <a:close/>
                <a:moveTo>
                  <a:pt x="41146" y="122639"/>
                </a:moveTo>
                <a:lnTo>
                  <a:pt x="43065" y="123510"/>
                </a:lnTo>
                <a:lnTo>
                  <a:pt x="40187" y="123074"/>
                </a:lnTo>
                <a:close/>
                <a:moveTo>
                  <a:pt x="69889" y="234096"/>
                </a:moveTo>
                <a:lnTo>
                  <a:pt x="71887" y="235304"/>
                </a:lnTo>
                <a:lnTo>
                  <a:pt x="68890" y="234700"/>
                </a:lnTo>
                <a:close/>
                <a:moveTo>
                  <a:pt x="86589" y="138073"/>
                </a:moveTo>
                <a:lnTo>
                  <a:pt x="87497" y="139071"/>
                </a:lnTo>
                <a:lnTo>
                  <a:pt x="86134" y="138572"/>
                </a:lnTo>
                <a:close/>
                <a:moveTo>
                  <a:pt x="5186" y="316201"/>
                </a:moveTo>
                <a:lnTo>
                  <a:pt x="5604" y="317693"/>
                </a:lnTo>
                <a:lnTo>
                  <a:pt x="4977" y="316947"/>
                </a:lnTo>
                <a:close/>
                <a:moveTo>
                  <a:pt x="96583" y="365540"/>
                </a:moveTo>
                <a:lnTo>
                  <a:pt x="98559" y="366038"/>
                </a:lnTo>
                <a:lnTo>
                  <a:pt x="95595" y="365789"/>
                </a:lnTo>
                <a:close/>
                <a:moveTo>
                  <a:pt x="74712" y="16509"/>
                </a:moveTo>
                <a:lnTo>
                  <a:pt x="76873" y="16934"/>
                </a:lnTo>
                <a:lnTo>
                  <a:pt x="73631" y="16721"/>
                </a:lnTo>
                <a:close/>
                <a:moveTo>
                  <a:pt x="16811" y="303476"/>
                </a:moveTo>
                <a:lnTo>
                  <a:pt x="18875" y="303919"/>
                </a:lnTo>
                <a:lnTo>
                  <a:pt x="15779" y="303697"/>
                </a:lnTo>
                <a:close/>
                <a:moveTo>
                  <a:pt x="51670" y="15129"/>
                </a:moveTo>
                <a:lnTo>
                  <a:pt x="52589" y="15715"/>
                </a:lnTo>
                <a:lnTo>
                  <a:pt x="51210" y="15422"/>
                </a:lnTo>
                <a:close/>
                <a:moveTo>
                  <a:pt x="106249" y="312367"/>
                </a:moveTo>
                <a:lnTo>
                  <a:pt x="106605" y="313038"/>
                </a:lnTo>
                <a:lnTo>
                  <a:pt x="106071" y="312703"/>
                </a:lnTo>
                <a:close/>
                <a:moveTo>
                  <a:pt x="75070" y="35495"/>
                </a:moveTo>
                <a:lnTo>
                  <a:pt x="75796" y="36799"/>
                </a:lnTo>
                <a:lnTo>
                  <a:pt x="74707" y="36147"/>
                </a:lnTo>
                <a:close/>
                <a:moveTo>
                  <a:pt x="132246" y="181269"/>
                </a:moveTo>
                <a:lnTo>
                  <a:pt x="132977" y="181615"/>
                </a:lnTo>
                <a:lnTo>
                  <a:pt x="131881" y="181442"/>
                </a:lnTo>
                <a:close/>
                <a:moveTo>
                  <a:pt x="85072" y="50987"/>
                </a:moveTo>
                <a:lnTo>
                  <a:pt x="85801" y="52026"/>
                </a:lnTo>
                <a:lnTo>
                  <a:pt x="84708" y="51506"/>
                </a:lnTo>
                <a:close/>
                <a:moveTo>
                  <a:pt x="16020" y="319307"/>
                </a:moveTo>
                <a:lnTo>
                  <a:pt x="17829" y="320865"/>
                </a:lnTo>
                <a:lnTo>
                  <a:pt x="15115" y="320086"/>
                </a:lnTo>
                <a:close/>
                <a:moveTo>
                  <a:pt x="11883" y="7363"/>
                </a:moveTo>
                <a:lnTo>
                  <a:pt x="12841" y="7918"/>
                </a:lnTo>
                <a:lnTo>
                  <a:pt x="11404" y="7640"/>
                </a:lnTo>
                <a:close/>
                <a:moveTo>
                  <a:pt x="38588" y="360482"/>
                </a:moveTo>
                <a:lnTo>
                  <a:pt x="39134" y="361928"/>
                </a:lnTo>
                <a:lnTo>
                  <a:pt x="38315" y="361205"/>
                </a:lnTo>
                <a:close/>
                <a:moveTo>
                  <a:pt x="48094" y="7681"/>
                </a:moveTo>
                <a:lnTo>
                  <a:pt x="48531" y="9037"/>
                </a:lnTo>
                <a:lnTo>
                  <a:pt x="47876" y="8359"/>
                </a:lnTo>
                <a:close/>
                <a:moveTo>
                  <a:pt x="104962" y="265143"/>
                </a:moveTo>
                <a:lnTo>
                  <a:pt x="105530" y="266774"/>
                </a:lnTo>
                <a:lnTo>
                  <a:pt x="104678" y="265959"/>
                </a:lnTo>
                <a:close/>
                <a:moveTo>
                  <a:pt x="36301" y="236366"/>
                </a:moveTo>
                <a:lnTo>
                  <a:pt x="37366" y="236860"/>
                </a:lnTo>
                <a:lnTo>
                  <a:pt x="35769" y="236613"/>
                </a:lnTo>
                <a:close/>
                <a:moveTo>
                  <a:pt x="96348" y="375835"/>
                </a:moveTo>
                <a:lnTo>
                  <a:pt x="98408" y="376670"/>
                </a:lnTo>
                <a:lnTo>
                  <a:pt x="95318" y="376253"/>
                </a:lnTo>
                <a:close/>
                <a:moveTo>
                  <a:pt x="112839" y="245158"/>
                </a:moveTo>
                <a:lnTo>
                  <a:pt x="114312" y="246339"/>
                </a:lnTo>
                <a:lnTo>
                  <a:pt x="112102" y="245748"/>
                </a:lnTo>
                <a:close/>
                <a:moveTo>
                  <a:pt x="127445" y="209791"/>
                </a:moveTo>
                <a:lnTo>
                  <a:pt x="128006" y="210663"/>
                </a:lnTo>
                <a:lnTo>
                  <a:pt x="127165" y="210227"/>
                </a:lnTo>
                <a:close/>
                <a:moveTo>
                  <a:pt x="142702" y="327405"/>
                </a:moveTo>
                <a:lnTo>
                  <a:pt x="143086" y="328424"/>
                </a:lnTo>
                <a:lnTo>
                  <a:pt x="142511" y="327915"/>
                </a:lnTo>
                <a:close/>
                <a:moveTo>
                  <a:pt x="114880" y="30718"/>
                </a:moveTo>
                <a:lnTo>
                  <a:pt x="115521" y="31535"/>
                </a:lnTo>
                <a:lnTo>
                  <a:pt x="114559" y="31127"/>
                </a:lnTo>
                <a:close/>
                <a:moveTo>
                  <a:pt x="75990" y="257903"/>
                </a:moveTo>
                <a:lnTo>
                  <a:pt x="76702" y="259429"/>
                </a:lnTo>
                <a:lnTo>
                  <a:pt x="75634" y="258666"/>
                </a:lnTo>
                <a:close/>
                <a:moveTo>
                  <a:pt x="41705" y="24530"/>
                </a:moveTo>
                <a:lnTo>
                  <a:pt x="43563" y="25366"/>
                </a:lnTo>
                <a:lnTo>
                  <a:pt x="40776" y="24948"/>
                </a:lnTo>
                <a:close/>
                <a:moveTo>
                  <a:pt x="14793" y="73057"/>
                </a:moveTo>
                <a:lnTo>
                  <a:pt x="15197" y="74096"/>
                </a:lnTo>
                <a:lnTo>
                  <a:pt x="14592" y="73577"/>
                </a:lnTo>
                <a:close/>
                <a:moveTo>
                  <a:pt x="96528" y="55369"/>
                </a:moveTo>
                <a:lnTo>
                  <a:pt x="97513" y="56510"/>
                </a:lnTo>
                <a:lnTo>
                  <a:pt x="96036" y="55939"/>
                </a:lnTo>
                <a:close/>
                <a:moveTo>
                  <a:pt x="104157" y="10981"/>
                </a:moveTo>
                <a:lnTo>
                  <a:pt x="105285" y="12243"/>
                </a:lnTo>
                <a:lnTo>
                  <a:pt x="103593" y="11612"/>
                </a:lnTo>
                <a:close/>
                <a:moveTo>
                  <a:pt x="46680" y="140824"/>
                </a:moveTo>
                <a:lnTo>
                  <a:pt x="47846" y="141209"/>
                </a:lnTo>
                <a:lnTo>
                  <a:pt x="46097" y="141016"/>
                </a:lnTo>
                <a:close/>
                <a:moveTo>
                  <a:pt x="7138" y="243477"/>
                </a:moveTo>
                <a:lnTo>
                  <a:pt x="7626" y="243967"/>
                </a:lnTo>
                <a:lnTo>
                  <a:pt x="6894" y="243722"/>
                </a:lnTo>
                <a:close/>
                <a:moveTo>
                  <a:pt x="78294" y="2730"/>
                </a:moveTo>
                <a:lnTo>
                  <a:pt x="79308" y="4073"/>
                </a:lnTo>
                <a:lnTo>
                  <a:pt x="77787" y="3402"/>
                </a:lnTo>
                <a:close/>
                <a:moveTo>
                  <a:pt x="10981" y="182776"/>
                </a:moveTo>
                <a:lnTo>
                  <a:pt x="11433" y="183109"/>
                </a:lnTo>
                <a:lnTo>
                  <a:pt x="10756" y="182942"/>
                </a:lnTo>
                <a:close/>
                <a:moveTo>
                  <a:pt x="77381" y="89620"/>
                </a:moveTo>
                <a:lnTo>
                  <a:pt x="79339" y="91027"/>
                </a:lnTo>
                <a:lnTo>
                  <a:pt x="76403" y="90324"/>
                </a:lnTo>
                <a:close/>
                <a:moveTo>
                  <a:pt x="35959" y="280996"/>
                </a:moveTo>
                <a:lnTo>
                  <a:pt x="37726" y="281911"/>
                </a:lnTo>
                <a:lnTo>
                  <a:pt x="35075" y="281454"/>
                </a:lnTo>
                <a:close/>
                <a:moveTo>
                  <a:pt x="49079" y="203934"/>
                </a:moveTo>
                <a:lnTo>
                  <a:pt x="50788" y="204919"/>
                </a:lnTo>
                <a:lnTo>
                  <a:pt x="48224" y="204426"/>
                </a:lnTo>
                <a:close/>
                <a:moveTo>
                  <a:pt x="113458" y="252829"/>
                </a:moveTo>
                <a:lnTo>
                  <a:pt x="115103" y="253582"/>
                </a:lnTo>
                <a:lnTo>
                  <a:pt x="112636" y="253205"/>
                </a:lnTo>
                <a:close/>
                <a:moveTo>
                  <a:pt x="143281" y="30507"/>
                </a:moveTo>
                <a:lnTo>
                  <a:pt x="144086" y="31578"/>
                </a:lnTo>
                <a:lnTo>
                  <a:pt x="142878" y="31043"/>
                </a:lnTo>
                <a:close/>
                <a:moveTo>
                  <a:pt x="22054" y="104051"/>
                </a:moveTo>
                <a:lnTo>
                  <a:pt x="23242" y="104539"/>
                </a:lnTo>
                <a:lnTo>
                  <a:pt x="21460" y="104295"/>
                </a:lnTo>
                <a:close/>
                <a:moveTo>
                  <a:pt x="58613" y="368388"/>
                </a:moveTo>
                <a:lnTo>
                  <a:pt x="59991" y="369939"/>
                </a:lnTo>
                <a:lnTo>
                  <a:pt x="57923" y="369164"/>
                </a:lnTo>
                <a:close/>
                <a:moveTo>
                  <a:pt x="116407" y="134149"/>
                </a:moveTo>
                <a:lnTo>
                  <a:pt x="118261" y="135311"/>
                </a:lnTo>
                <a:lnTo>
                  <a:pt x="115479" y="134730"/>
                </a:lnTo>
                <a:close/>
                <a:moveTo>
                  <a:pt x="7078" y="223534"/>
                </a:moveTo>
                <a:lnTo>
                  <a:pt x="8325" y="225280"/>
                </a:lnTo>
                <a:lnTo>
                  <a:pt x="6454" y="224407"/>
                </a:lnTo>
                <a:close/>
                <a:moveTo>
                  <a:pt x="118533" y="124704"/>
                </a:moveTo>
                <a:lnTo>
                  <a:pt x="120664" y="125363"/>
                </a:lnTo>
                <a:lnTo>
                  <a:pt x="117468" y="125033"/>
                </a:lnTo>
                <a:close/>
                <a:moveTo>
                  <a:pt x="101781" y="220645"/>
                </a:moveTo>
                <a:lnTo>
                  <a:pt x="102791" y="222099"/>
                </a:lnTo>
                <a:lnTo>
                  <a:pt x="101275" y="221372"/>
                </a:lnTo>
                <a:close/>
                <a:moveTo>
                  <a:pt x="8508" y="101095"/>
                </a:moveTo>
                <a:lnTo>
                  <a:pt x="10461" y="102249"/>
                </a:lnTo>
                <a:lnTo>
                  <a:pt x="7532" y="101672"/>
                </a:lnTo>
                <a:close/>
                <a:moveTo>
                  <a:pt x="12254" y="184023"/>
                </a:moveTo>
                <a:lnTo>
                  <a:pt x="13641" y="184537"/>
                </a:lnTo>
                <a:lnTo>
                  <a:pt x="11560" y="184280"/>
                </a:lnTo>
                <a:close/>
                <a:moveTo>
                  <a:pt x="133170" y="161304"/>
                </a:moveTo>
                <a:lnTo>
                  <a:pt x="133958" y="161751"/>
                </a:lnTo>
                <a:lnTo>
                  <a:pt x="132776" y="161527"/>
                </a:lnTo>
                <a:close/>
                <a:moveTo>
                  <a:pt x="18692" y="41781"/>
                </a:moveTo>
                <a:lnTo>
                  <a:pt x="20091" y="42573"/>
                </a:lnTo>
                <a:lnTo>
                  <a:pt x="17992" y="42177"/>
                </a:lnTo>
                <a:close/>
                <a:moveTo>
                  <a:pt x="800" y="160096"/>
                </a:moveTo>
                <a:lnTo>
                  <a:pt x="2355" y="160641"/>
                </a:lnTo>
                <a:lnTo>
                  <a:pt x="22" y="160369"/>
                </a:lnTo>
                <a:close/>
                <a:moveTo>
                  <a:pt x="131420" y="19456"/>
                </a:moveTo>
                <a:lnTo>
                  <a:pt x="131817" y="20487"/>
                </a:lnTo>
                <a:lnTo>
                  <a:pt x="131221" y="19972"/>
                </a:lnTo>
                <a:close/>
                <a:moveTo>
                  <a:pt x="53890" y="281693"/>
                </a:moveTo>
                <a:lnTo>
                  <a:pt x="54365" y="282543"/>
                </a:lnTo>
                <a:lnTo>
                  <a:pt x="53653" y="282118"/>
                </a:lnTo>
                <a:close/>
                <a:moveTo>
                  <a:pt x="43948" y="21420"/>
                </a:moveTo>
                <a:lnTo>
                  <a:pt x="45430" y="22009"/>
                </a:lnTo>
                <a:lnTo>
                  <a:pt x="43207" y="21714"/>
                </a:lnTo>
                <a:close/>
                <a:moveTo>
                  <a:pt x="51265" y="236312"/>
                </a:moveTo>
                <a:lnTo>
                  <a:pt x="51958" y="237282"/>
                </a:lnTo>
                <a:lnTo>
                  <a:pt x="50919" y="236797"/>
                </a:lnTo>
                <a:close/>
                <a:moveTo>
                  <a:pt x="74766" y="267035"/>
                </a:moveTo>
                <a:lnTo>
                  <a:pt x="75888" y="268539"/>
                </a:lnTo>
                <a:lnTo>
                  <a:pt x="74204" y="267787"/>
                </a:lnTo>
                <a:close/>
                <a:moveTo>
                  <a:pt x="92698" y="123524"/>
                </a:moveTo>
                <a:lnTo>
                  <a:pt x="94116" y="123864"/>
                </a:lnTo>
                <a:lnTo>
                  <a:pt x="91990" y="123694"/>
                </a:lnTo>
                <a:close/>
                <a:moveTo>
                  <a:pt x="18387" y="26996"/>
                </a:moveTo>
                <a:lnTo>
                  <a:pt x="20198" y="27715"/>
                </a:lnTo>
                <a:lnTo>
                  <a:pt x="17481" y="27355"/>
                </a:lnTo>
                <a:close/>
                <a:moveTo>
                  <a:pt x="65367" y="97276"/>
                </a:moveTo>
                <a:lnTo>
                  <a:pt x="67380" y="98079"/>
                </a:lnTo>
                <a:lnTo>
                  <a:pt x="64360" y="97677"/>
                </a:lnTo>
                <a:close/>
                <a:moveTo>
                  <a:pt x="53132" y="189206"/>
                </a:moveTo>
                <a:lnTo>
                  <a:pt x="55204" y="190655"/>
                </a:lnTo>
                <a:lnTo>
                  <a:pt x="52095" y="189930"/>
                </a:lnTo>
                <a:close/>
                <a:moveTo>
                  <a:pt x="121859" y="88755"/>
                </a:moveTo>
                <a:lnTo>
                  <a:pt x="122931" y="90508"/>
                </a:lnTo>
                <a:lnTo>
                  <a:pt x="121322" y="89631"/>
                </a:lnTo>
                <a:close/>
                <a:moveTo>
                  <a:pt x="137023" y="48624"/>
                </a:moveTo>
                <a:lnTo>
                  <a:pt x="137415" y="49392"/>
                </a:lnTo>
                <a:lnTo>
                  <a:pt x="136827" y="49008"/>
                </a:lnTo>
                <a:close/>
                <a:moveTo>
                  <a:pt x="5026" y="376068"/>
                </a:moveTo>
                <a:lnTo>
                  <a:pt x="6450" y="376793"/>
                </a:lnTo>
                <a:lnTo>
                  <a:pt x="4313" y="376431"/>
                </a:lnTo>
                <a:close/>
                <a:moveTo>
                  <a:pt x="118711" y="99884"/>
                </a:moveTo>
                <a:lnTo>
                  <a:pt x="119402" y="100673"/>
                </a:lnTo>
                <a:lnTo>
                  <a:pt x="118365" y="100278"/>
                </a:lnTo>
                <a:close/>
                <a:moveTo>
                  <a:pt x="61383" y="309108"/>
                </a:moveTo>
                <a:lnTo>
                  <a:pt x="62308" y="309520"/>
                </a:lnTo>
                <a:lnTo>
                  <a:pt x="60920" y="309314"/>
                </a:lnTo>
                <a:close/>
                <a:moveTo>
                  <a:pt x="26908" y="139449"/>
                </a:moveTo>
                <a:lnTo>
                  <a:pt x="28901" y="140602"/>
                </a:lnTo>
                <a:lnTo>
                  <a:pt x="25911" y="140026"/>
                </a:lnTo>
                <a:close/>
                <a:moveTo>
                  <a:pt x="129627" y="354180"/>
                </a:moveTo>
                <a:lnTo>
                  <a:pt x="130262" y="355543"/>
                </a:lnTo>
                <a:lnTo>
                  <a:pt x="129309" y="354862"/>
                </a:lnTo>
                <a:close/>
                <a:moveTo>
                  <a:pt x="41761" y="225209"/>
                </a:moveTo>
                <a:lnTo>
                  <a:pt x="42973" y="226559"/>
                </a:lnTo>
                <a:lnTo>
                  <a:pt x="41155" y="225884"/>
                </a:lnTo>
                <a:close/>
                <a:moveTo>
                  <a:pt x="49167" y="94143"/>
                </a:moveTo>
                <a:lnTo>
                  <a:pt x="51136" y="95355"/>
                </a:lnTo>
                <a:lnTo>
                  <a:pt x="48182" y="94749"/>
                </a:lnTo>
                <a:close/>
                <a:moveTo>
                  <a:pt x="8805" y="368555"/>
                </a:moveTo>
                <a:lnTo>
                  <a:pt x="9957" y="369044"/>
                </a:lnTo>
                <a:lnTo>
                  <a:pt x="8230" y="368800"/>
                </a:lnTo>
                <a:close/>
                <a:moveTo>
                  <a:pt x="58615" y="199498"/>
                </a:moveTo>
                <a:lnTo>
                  <a:pt x="59591" y="200947"/>
                </a:lnTo>
                <a:lnTo>
                  <a:pt x="58127" y="200222"/>
                </a:lnTo>
                <a:close/>
                <a:moveTo>
                  <a:pt x="21647" y="191536"/>
                </a:moveTo>
                <a:lnTo>
                  <a:pt x="23283" y="192024"/>
                </a:lnTo>
                <a:lnTo>
                  <a:pt x="20830" y="191780"/>
                </a:lnTo>
                <a:close/>
                <a:moveTo>
                  <a:pt x="78805" y="285468"/>
                </a:moveTo>
                <a:lnTo>
                  <a:pt x="80533" y="286838"/>
                </a:lnTo>
                <a:lnTo>
                  <a:pt x="77940" y="286153"/>
                </a:lnTo>
                <a:close/>
                <a:moveTo>
                  <a:pt x="120907" y="172431"/>
                </a:moveTo>
                <a:lnTo>
                  <a:pt x="121436" y="174130"/>
                </a:lnTo>
                <a:lnTo>
                  <a:pt x="120642" y="173281"/>
                </a:lnTo>
                <a:close/>
                <a:moveTo>
                  <a:pt x="87376" y="165846"/>
                </a:moveTo>
                <a:lnTo>
                  <a:pt x="88610" y="166489"/>
                </a:lnTo>
                <a:lnTo>
                  <a:pt x="86759" y="166167"/>
                </a:lnTo>
                <a:close/>
                <a:moveTo>
                  <a:pt x="26340" y="207738"/>
                </a:moveTo>
                <a:lnTo>
                  <a:pt x="28148" y="208765"/>
                </a:lnTo>
                <a:lnTo>
                  <a:pt x="25436" y="208252"/>
                </a:lnTo>
                <a:close/>
                <a:moveTo>
                  <a:pt x="117933" y="147084"/>
                </a:moveTo>
                <a:lnTo>
                  <a:pt x="119192" y="148260"/>
                </a:lnTo>
                <a:lnTo>
                  <a:pt x="117304" y="147672"/>
                </a:lnTo>
                <a:close/>
                <a:moveTo>
                  <a:pt x="18464" y="223536"/>
                </a:moveTo>
                <a:lnTo>
                  <a:pt x="20248" y="224223"/>
                </a:lnTo>
                <a:lnTo>
                  <a:pt x="17572" y="223880"/>
                </a:lnTo>
                <a:close/>
                <a:moveTo>
                  <a:pt x="36190" y="94319"/>
                </a:moveTo>
                <a:lnTo>
                  <a:pt x="36610" y="95770"/>
                </a:lnTo>
                <a:lnTo>
                  <a:pt x="35980" y="95044"/>
                </a:lnTo>
                <a:close/>
                <a:moveTo>
                  <a:pt x="52145" y="119321"/>
                </a:moveTo>
                <a:lnTo>
                  <a:pt x="52922" y="120725"/>
                </a:lnTo>
                <a:lnTo>
                  <a:pt x="51756" y="120023"/>
                </a:lnTo>
                <a:close/>
                <a:moveTo>
                  <a:pt x="93255" y="391519"/>
                </a:moveTo>
                <a:lnTo>
                  <a:pt x="93687" y="392104"/>
                </a:lnTo>
                <a:lnTo>
                  <a:pt x="93038" y="391812"/>
                </a:lnTo>
                <a:close/>
                <a:moveTo>
                  <a:pt x="58851" y="184831"/>
                </a:moveTo>
                <a:lnTo>
                  <a:pt x="59351" y="185428"/>
                </a:lnTo>
                <a:lnTo>
                  <a:pt x="58601" y="185129"/>
                </a:lnTo>
                <a:close/>
                <a:moveTo>
                  <a:pt x="124070" y="5157"/>
                </a:moveTo>
                <a:lnTo>
                  <a:pt x="125913" y="5707"/>
                </a:lnTo>
                <a:lnTo>
                  <a:pt x="123148" y="5432"/>
                </a:lnTo>
                <a:close/>
                <a:moveTo>
                  <a:pt x="25845" y="343839"/>
                </a:moveTo>
                <a:lnTo>
                  <a:pt x="27104" y="345394"/>
                </a:lnTo>
                <a:lnTo>
                  <a:pt x="25215" y="344616"/>
                </a:lnTo>
                <a:close/>
                <a:moveTo>
                  <a:pt x="99504" y="122484"/>
                </a:moveTo>
                <a:lnTo>
                  <a:pt x="101350" y="123732"/>
                </a:lnTo>
                <a:lnTo>
                  <a:pt x="98581" y="123108"/>
                </a:lnTo>
                <a:close/>
                <a:moveTo>
                  <a:pt x="107107" y="3777"/>
                </a:moveTo>
                <a:lnTo>
                  <a:pt x="107618" y="4921"/>
                </a:lnTo>
                <a:lnTo>
                  <a:pt x="106852" y="4349"/>
                </a:lnTo>
                <a:close/>
                <a:moveTo>
                  <a:pt x="73264" y="69722"/>
                </a:moveTo>
                <a:lnTo>
                  <a:pt x="75215" y="71043"/>
                </a:lnTo>
                <a:lnTo>
                  <a:pt x="72288" y="70383"/>
                </a:lnTo>
                <a:close/>
                <a:moveTo>
                  <a:pt x="68410" y="195174"/>
                </a:moveTo>
                <a:lnTo>
                  <a:pt x="68859" y="196715"/>
                </a:lnTo>
                <a:lnTo>
                  <a:pt x="68186" y="195945"/>
                </a:lnTo>
                <a:close/>
                <a:moveTo>
                  <a:pt x="74479" y="248959"/>
                </a:moveTo>
                <a:lnTo>
                  <a:pt x="75981" y="250339"/>
                </a:lnTo>
                <a:lnTo>
                  <a:pt x="73728" y="249649"/>
                </a:lnTo>
                <a:close/>
                <a:moveTo>
                  <a:pt x="129051" y="299039"/>
                </a:moveTo>
                <a:lnTo>
                  <a:pt x="129911" y="299810"/>
                </a:lnTo>
                <a:lnTo>
                  <a:pt x="128620" y="299425"/>
                </a:lnTo>
                <a:close/>
                <a:moveTo>
                  <a:pt x="12474" y="365066"/>
                </a:moveTo>
                <a:lnTo>
                  <a:pt x="14175" y="366471"/>
                </a:lnTo>
                <a:lnTo>
                  <a:pt x="11623" y="365768"/>
                </a:lnTo>
                <a:close/>
                <a:moveTo>
                  <a:pt x="91086" y="383595"/>
                </a:moveTo>
                <a:lnTo>
                  <a:pt x="92143" y="384905"/>
                </a:lnTo>
                <a:lnTo>
                  <a:pt x="90558" y="384250"/>
                </a:lnTo>
                <a:close/>
                <a:moveTo>
                  <a:pt x="143903" y="291009"/>
                </a:moveTo>
                <a:lnTo>
                  <a:pt x="144938" y="291461"/>
                </a:lnTo>
                <a:lnTo>
                  <a:pt x="143385" y="291235"/>
                </a:lnTo>
                <a:close/>
                <a:moveTo>
                  <a:pt x="5572" y="133988"/>
                </a:moveTo>
                <a:lnTo>
                  <a:pt x="6487" y="135028"/>
                </a:lnTo>
                <a:lnTo>
                  <a:pt x="5115" y="134508"/>
                </a:lnTo>
                <a:close/>
                <a:moveTo>
                  <a:pt x="5610" y="388379"/>
                </a:moveTo>
                <a:lnTo>
                  <a:pt x="7058" y="389346"/>
                </a:lnTo>
                <a:lnTo>
                  <a:pt x="4886" y="388862"/>
                </a:lnTo>
                <a:close/>
                <a:moveTo>
                  <a:pt x="10029" y="141277"/>
                </a:moveTo>
                <a:lnTo>
                  <a:pt x="10645" y="142952"/>
                </a:lnTo>
                <a:lnTo>
                  <a:pt x="9721" y="142114"/>
                </a:lnTo>
                <a:close/>
                <a:moveTo>
                  <a:pt x="8390" y="214455"/>
                </a:moveTo>
                <a:lnTo>
                  <a:pt x="9150" y="215644"/>
                </a:lnTo>
                <a:lnTo>
                  <a:pt x="8011" y="215050"/>
                </a:lnTo>
                <a:close/>
                <a:moveTo>
                  <a:pt x="56868" y="53567"/>
                </a:moveTo>
                <a:lnTo>
                  <a:pt x="58321" y="54782"/>
                </a:lnTo>
                <a:lnTo>
                  <a:pt x="56142" y="54174"/>
                </a:lnTo>
                <a:close/>
                <a:moveTo>
                  <a:pt x="35837" y="271459"/>
                </a:moveTo>
                <a:lnTo>
                  <a:pt x="36666" y="272711"/>
                </a:lnTo>
                <a:lnTo>
                  <a:pt x="35422" y="272085"/>
                </a:lnTo>
                <a:close/>
                <a:moveTo>
                  <a:pt x="12920" y="215596"/>
                </a:moveTo>
                <a:lnTo>
                  <a:pt x="14539" y="216878"/>
                </a:lnTo>
                <a:lnTo>
                  <a:pt x="12111" y="216237"/>
                </a:lnTo>
                <a:close/>
                <a:moveTo>
                  <a:pt x="93804" y="382733"/>
                </a:moveTo>
                <a:lnTo>
                  <a:pt x="95779" y="383292"/>
                </a:lnTo>
                <a:lnTo>
                  <a:pt x="92817" y="383012"/>
                </a:lnTo>
                <a:close/>
                <a:moveTo>
                  <a:pt x="54004" y="375286"/>
                </a:moveTo>
                <a:lnTo>
                  <a:pt x="55068" y="376290"/>
                </a:lnTo>
                <a:lnTo>
                  <a:pt x="53471" y="375788"/>
                </a:lnTo>
                <a:close/>
                <a:moveTo>
                  <a:pt x="81940" y="225509"/>
                </a:moveTo>
                <a:lnTo>
                  <a:pt x="83570" y="226654"/>
                </a:lnTo>
                <a:lnTo>
                  <a:pt x="81125" y="226081"/>
                </a:lnTo>
                <a:close/>
                <a:moveTo>
                  <a:pt x="59282" y="302876"/>
                </a:moveTo>
                <a:lnTo>
                  <a:pt x="60967" y="304435"/>
                </a:lnTo>
                <a:lnTo>
                  <a:pt x="58440" y="303656"/>
                </a:lnTo>
                <a:close/>
                <a:moveTo>
                  <a:pt x="11682" y="130490"/>
                </a:moveTo>
                <a:lnTo>
                  <a:pt x="12267" y="131573"/>
                </a:lnTo>
                <a:lnTo>
                  <a:pt x="11389" y="131031"/>
                </a:lnTo>
                <a:close/>
                <a:moveTo>
                  <a:pt x="78899" y="18028"/>
                </a:moveTo>
                <a:lnTo>
                  <a:pt x="79332" y="19486"/>
                </a:lnTo>
                <a:lnTo>
                  <a:pt x="78682" y="18757"/>
                </a:lnTo>
                <a:close/>
                <a:moveTo>
                  <a:pt x="134885" y="39155"/>
                </a:moveTo>
                <a:lnTo>
                  <a:pt x="136792" y="39726"/>
                </a:lnTo>
                <a:lnTo>
                  <a:pt x="133931" y="39441"/>
                </a:lnTo>
                <a:close/>
                <a:moveTo>
                  <a:pt x="128105" y="287929"/>
                </a:moveTo>
                <a:lnTo>
                  <a:pt x="128562" y="288612"/>
                </a:lnTo>
                <a:lnTo>
                  <a:pt x="127876" y="288270"/>
                </a:lnTo>
                <a:close/>
                <a:moveTo>
                  <a:pt x="123408" y="176474"/>
                </a:moveTo>
                <a:lnTo>
                  <a:pt x="124111" y="178190"/>
                </a:lnTo>
                <a:lnTo>
                  <a:pt x="123056" y="177332"/>
                </a:lnTo>
                <a:close/>
                <a:moveTo>
                  <a:pt x="1862" y="13321"/>
                </a:moveTo>
                <a:lnTo>
                  <a:pt x="3191" y="14495"/>
                </a:lnTo>
                <a:lnTo>
                  <a:pt x="1197" y="13908"/>
                </a:lnTo>
                <a:close/>
                <a:moveTo>
                  <a:pt x="130210" y="110551"/>
                </a:moveTo>
                <a:lnTo>
                  <a:pt x="130986" y="112250"/>
                </a:lnTo>
                <a:lnTo>
                  <a:pt x="129822" y="111400"/>
                </a:lnTo>
                <a:close/>
                <a:moveTo>
                  <a:pt x="14688" y="196418"/>
                </a:moveTo>
                <a:lnTo>
                  <a:pt x="16161" y="197695"/>
                </a:lnTo>
                <a:lnTo>
                  <a:pt x="13952" y="197057"/>
                </a:lnTo>
                <a:close/>
                <a:moveTo>
                  <a:pt x="138140" y="351648"/>
                </a:moveTo>
                <a:lnTo>
                  <a:pt x="139014" y="352913"/>
                </a:lnTo>
                <a:lnTo>
                  <a:pt x="137702" y="352280"/>
                </a:lnTo>
                <a:close/>
                <a:moveTo>
                  <a:pt x="71935" y="376403"/>
                </a:moveTo>
                <a:lnTo>
                  <a:pt x="73591" y="377166"/>
                </a:lnTo>
                <a:lnTo>
                  <a:pt x="71106" y="376784"/>
                </a:lnTo>
                <a:close/>
                <a:moveTo>
                  <a:pt x="134223" y="68126"/>
                </a:moveTo>
                <a:lnTo>
                  <a:pt x="135339" y="68697"/>
                </a:lnTo>
                <a:lnTo>
                  <a:pt x="133666" y="68411"/>
                </a:lnTo>
                <a:close/>
                <a:moveTo>
                  <a:pt x="57293" y="50215"/>
                </a:moveTo>
                <a:lnTo>
                  <a:pt x="58477" y="51466"/>
                </a:lnTo>
                <a:lnTo>
                  <a:pt x="56701" y="50840"/>
                </a:lnTo>
                <a:close/>
                <a:moveTo>
                  <a:pt x="83341" y="358203"/>
                </a:moveTo>
                <a:lnTo>
                  <a:pt x="84998" y="359709"/>
                </a:lnTo>
                <a:lnTo>
                  <a:pt x="82512" y="358956"/>
                </a:lnTo>
                <a:close/>
                <a:moveTo>
                  <a:pt x="118374" y="70601"/>
                </a:moveTo>
                <a:lnTo>
                  <a:pt x="119311" y="71974"/>
                </a:lnTo>
                <a:lnTo>
                  <a:pt x="117906" y="71287"/>
                </a:lnTo>
                <a:close/>
                <a:moveTo>
                  <a:pt x="60478" y="264349"/>
                </a:moveTo>
                <a:lnTo>
                  <a:pt x="62444" y="265128"/>
                </a:lnTo>
                <a:lnTo>
                  <a:pt x="59496" y="264738"/>
                </a:lnTo>
                <a:close/>
                <a:moveTo>
                  <a:pt x="57501" y="87747"/>
                </a:moveTo>
                <a:lnTo>
                  <a:pt x="59336" y="89151"/>
                </a:lnTo>
                <a:lnTo>
                  <a:pt x="56584" y="88449"/>
                </a:lnTo>
                <a:close/>
                <a:moveTo>
                  <a:pt x="72342" y="387333"/>
                </a:moveTo>
                <a:lnTo>
                  <a:pt x="73994" y="388550"/>
                </a:lnTo>
                <a:lnTo>
                  <a:pt x="71516" y="387942"/>
                </a:lnTo>
                <a:close/>
                <a:moveTo>
                  <a:pt x="96892" y="378508"/>
                </a:moveTo>
                <a:lnTo>
                  <a:pt x="98358" y="379591"/>
                </a:lnTo>
                <a:lnTo>
                  <a:pt x="96159" y="379049"/>
                </a:lnTo>
                <a:close/>
                <a:moveTo>
                  <a:pt x="107750" y="197788"/>
                </a:moveTo>
                <a:lnTo>
                  <a:pt x="108987" y="198493"/>
                </a:lnTo>
                <a:lnTo>
                  <a:pt x="107131" y="198141"/>
                </a:lnTo>
                <a:close/>
                <a:moveTo>
                  <a:pt x="64076" y="79012"/>
                </a:moveTo>
                <a:lnTo>
                  <a:pt x="64518" y="80711"/>
                </a:lnTo>
                <a:lnTo>
                  <a:pt x="63855" y="79861"/>
                </a:lnTo>
                <a:close/>
                <a:moveTo>
                  <a:pt x="72312" y="8619"/>
                </a:moveTo>
                <a:lnTo>
                  <a:pt x="73575" y="10364"/>
                </a:lnTo>
                <a:lnTo>
                  <a:pt x="71681" y="9492"/>
                </a:lnTo>
                <a:close/>
                <a:moveTo>
                  <a:pt x="83302" y="320"/>
                </a:moveTo>
                <a:lnTo>
                  <a:pt x="83846" y="1232"/>
                </a:lnTo>
                <a:lnTo>
                  <a:pt x="83030" y="776"/>
                </a:lnTo>
                <a:close/>
                <a:moveTo>
                  <a:pt x="67085" y="188781"/>
                </a:moveTo>
                <a:lnTo>
                  <a:pt x="67457" y="189316"/>
                </a:lnTo>
                <a:lnTo>
                  <a:pt x="66900" y="189049"/>
                </a:lnTo>
                <a:close/>
                <a:moveTo>
                  <a:pt x="1148" y="273372"/>
                </a:moveTo>
                <a:lnTo>
                  <a:pt x="2885" y="274132"/>
                </a:lnTo>
                <a:lnTo>
                  <a:pt x="279" y="273752"/>
                </a:lnTo>
                <a:close/>
                <a:moveTo>
                  <a:pt x="61120" y="42745"/>
                </a:moveTo>
                <a:lnTo>
                  <a:pt x="62285" y="43844"/>
                </a:lnTo>
                <a:lnTo>
                  <a:pt x="60538" y="43294"/>
                </a:lnTo>
                <a:close/>
                <a:moveTo>
                  <a:pt x="64216" y="276315"/>
                </a:moveTo>
                <a:lnTo>
                  <a:pt x="66100" y="277189"/>
                </a:lnTo>
                <a:lnTo>
                  <a:pt x="63273" y="276752"/>
                </a:lnTo>
                <a:close/>
                <a:moveTo>
                  <a:pt x="52869" y="388349"/>
                </a:moveTo>
                <a:lnTo>
                  <a:pt x="54096" y="390045"/>
                </a:lnTo>
                <a:lnTo>
                  <a:pt x="52256" y="389197"/>
                </a:lnTo>
                <a:close/>
                <a:moveTo>
                  <a:pt x="35407" y="226529"/>
                </a:moveTo>
                <a:lnTo>
                  <a:pt x="37151" y="227924"/>
                </a:lnTo>
                <a:lnTo>
                  <a:pt x="34534" y="227227"/>
                </a:lnTo>
                <a:close/>
                <a:moveTo>
                  <a:pt x="5176" y="153232"/>
                </a:moveTo>
                <a:lnTo>
                  <a:pt x="7268" y="154209"/>
                </a:lnTo>
                <a:lnTo>
                  <a:pt x="4131" y="153721"/>
                </a:lnTo>
                <a:close/>
                <a:moveTo>
                  <a:pt x="12104" y="220972"/>
                </a:moveTo>
                <a:lnTo>
                  <a:pt x="13385" y="221361"/>
                </a:lnTo>
                <a:lnTo>
                  <a:pt x="11463" y="221167"/>
                </a:lnTo>
                <a:close/>
                <a:moveTo>
                  <a:pt x="51259" y="167126"/>
                </a:moveTo>
                <a:lnTo>
                  <a:pt x="52577" y="167474"/>
                </a:lnTo>
                <a:lnTo>
                  <a:pt x="50599" y="167300"/>
                </a:lnTo>
                <a:close/>
                <a:moveTo>
                  <a:pt x="75294" y="46352"/>
                </a:moveTo>
                <a:lnTo>
                  <a:pt x="76581" y="46921"/>
                </a:lnTo>
                <a:lnTo>
                  <a:pt x="74651" y="46637"/>
                </a:lnTo>
                <a:close/>
                <a:moveTo>
                  <a:pt x="17115" y="314666"/>
                </a:moveTo>
                <a:lnTo>
                  <a:pt x="18511" y="316204"/>
                </a:lnTo>
                <a:lnTo>
                  <a:pt x="16417" y="315435"/>
                </a:lnTo>
                <a:close/>
                <a:moveTo>
                  <a:pt x="81025" y="372228"/>
                </a:moveTo>
                <a:lnTo>
                  <a:pt x="81768" y="372960"/>
                </a:lnTo>
                <a:lnTo>
                  <a:pt x="80653" y="372594"/>
                </a:lnTo>
                <a:close/>
                <a:moveTo>
                  <a:pt x="55747" y="167839"/>
                </a:moveTo>
                <a:lnTo>
                  <a:pt x="56972" y="168592"/>
                </a:lnTo>
                <a:lnTo>
                  <a:pt x="55135" y="168215"/>
                </a:lnTo>
                <a:close/>
                <a:moveTo>
                  <a:pt x="69116" y="108424"/>
                </a:moveTo>
                <a:lnTo>
                  <a:pt x="70750" y="110109"/>
                </a:lnTo>
                <a:lnTo>
                  <a:pt x="68299" y="109267"/>
                </a:lnTo>
                <a:close/>
                <a:moveTo>
                  <a:pt x="60123" y="67330"/>
                </a:moveTo>
                <a:lnTo>
                  <a:pt x="60938" y="67865"/>
                </a:lnTo>
                <a:lnTo>
                  <a:pt x="59715" y="67598"/>
                </a:lnTo>
                <a:close/>
                <a:moveTo>
                  <a:pt x="140272" y="200696"/>
                </a:moveTo>
                <a:lnTo>
                  <a:pt x="141080" y="201999"/>
                </a:lnTo>
                <a:lnTo>
                  <a:pt x="139867" y="201347"/>
                </a:lnTo>
                <a:close/>
                <a:moveTo>
                  <a:pt x="87363" y="246992"/>
                </a:moveTo>
                <a:lnTo>
                  <a:pt x="88334" y="247967"/>
                </a:lnTo>
                <a:lnTo>
                  <a:pt x="86878" y="247480"/>
                </a:lnTo>
                <a:close/>
                <a:moveTo>
                  <a:pt x="110181" y="345622"/>
                </a:moveTo>
                <a:lnTo>
                  <a:pt x="111524" y="346106"/>
                </a:lnTo>
                <a:lnTo>
                  <a:pt x="109509" y="345864"/>
                </a:lnTo>
                <a:close/>
                <a:moveTo>
                  <a:pt x="45738" y="59787"/>
                </a:moveTo>
                <a:lnTo>
                  <a:pt x="47490" y="61021"/>
                </a:lnTo>
                <a:lnTo>
                  <a:pt x="44862" y="60404"/>
                </a:lnTo>
                <a:close/>
                <a:moveTo>
                  <a:pt x="47066" y="222104"/>
                </a:moveTo>
                <a:lnTo>
                  <a:pt x="48125" y="223439"/>
                </a:lnTo>
                <a:lnTo>
                  <a:pt x="46537" y="222771"/>
                </a:lnTo>
                <a:close/>
                <a:moveTo>
                  <a:pt x="11304" y="152629"/>
                </a:moveTo>
                <a:lnTo>
                  <a:pt x="13158" y="154080"/>
                </a:lnTo>
                <a:lnTo>
                  <a:pt x="10377" y="153354"/>
                </a:lnTo>
                <a:close/>
                <a:moveTo>
                  <a:pt x="116186" y="287684"/>
                </a:moveTo>
                <a:lnTo>
                  <a:pt x="117192" y="288193"/>
                </a:lnTo>
                <a:lnTo>
                  <a:pt x="115683" y="287939"/>
                </a:lnTo>
                <a:close/>
                <a:moveTo>
                  <a:pt x="10599" y="257993"/>
                </a:moveTo>
                <a:lnTo>
                  <a:pt x="11312" y="259543"/>
                </a:lnTo>
                <a:lnTo>
                  <a:pt x="10243" y="258768"/>
                </a:lnTo>
                <a:close/>
                <a:moveTo>
                  <a:pt x="137177" y="170926"/>
                </a:moveTo>
                <a:lnTo>
                  <a:pt x="138131" y="172488"/>
                </a:lnTo>
                <a:lnTo>
                  <a:pt x="136699" y="171707"/>
                </a:lnTo>
                <a:close/>
                <a:moveTo>
                  <a:pt x="15419" y="261609"/>
                </a:moveTo>
                <a:lnTo>
                  <a:pt x="17026" y="262691"/>
                </a:lnTo>
                <a:lnTo>
                  <a:pt x="14615" y="262150"/>
                </a:lnTo>
                <a:close/>
                <a:moveTo>
                  <a:pt x="121067" y="57168"/>
                </a:moveTo>
                <a:lnTo>
                  <a:pt x="123122" y="57628"/>
                </a:lnTo>
                <a:lnTo>
                  <a:pt x="120040" y="57398"/>
                </a:lnTo>
                <a:close/>
                <a:moveTo>
                  <a:pt x="95638" y="317089"/>
                </a:moveTo>
                <a:lnTo>
                  <a:pt x="96921" y="317409"/>
                </a:lnTo>
                <a:lnTo>
                  <a:pt x="94997" y="317249"/>
                </a:lnTo>
                <a:close/>
                <a:moveTo>
                  <a:pt x="143626" y="220696"/>
                </a:moveTo>
                <a:lnTo>
                  <a:pt x="145433" y="222205"/>
                </a:lnTo>
                <a:lnTo>
                  <a:pt x="142722" y="221451"/>
                </a:lnTo>
                <a:close/>
                <a:moveTo>
                  <a:pt x="143496" y="269912"/>
                </a:moveTo>
                <a:lnTo>
                  <a:pt x="144084" y="271189"/>
                </a:lnTo>
                <a:lnTo>
                  <a:pt x="143202" y="270550"/>
                </a:lnTo>
                <a:close/>
                <a:moveTo>
                  <a:pt x="58902" y="190619"/>
                </a:moveTo>
                <a:lnTo>
                  <a:pt x="59691" y="191157"/>
                </a:lnTo>
                <a:lnTo>
                  <a:pt x="58508" y="190888"/>
                </a:lnTo>
                <a:close/>
                <a:moveTo>
                  <a:pt x="95537" y="285348"/>
                </a:moveTo>
                <a:lnTo>
                  <a:pt x="96897" y="285933"/>
                </a:lnTo>
                <a:lnTo>
                  <a:pt x="94858" y="285640"/>
                </a:lnTo>
                <a:close/>
                <a:moveTo>
                  <a:pt x="29413" y="305049"/>
                </a:moveTo>
                <a:lnTo>
                  <a:pt x="30969" y="306372"/>
                </a:lnTo>
                <a:lnTo>
                  <a:pt x="28636" y="305710"/>
                </a:lnTo>
                <a:close/>
                <a:moveTo>
                  <a:pt x="51178" y="173666"/>
                </a:moveTo>
                <a:lnTo>
                  <a:pt x="52251" y="174636"/>
                </a:lnTo>
                <a:lnTo>
                  <a:pt x="50641" y="174151"/>
                </a:lnTo>
                <a:close/>
                <a:moveTo>
                  <a:pt x="108260" y="209607"/>
                </a:moveTo>
                <a:lnTo>
                  <a:pt x="110183" y="210433"/>
                </a:lnTo>
                <a:lnTo>
                  <a:pt x="107298" y="210020"/>
                </a:lnTo>
                <a:close/>
                <a:moveTo>
                  <a:pt x="65758" y="130907"/>
                </a:moveTo>
                <a:lnTo>
                  <a:pt x="67205" y="131788"/>
                </a:lnTo>
                <a:lnTo>
                  <a:pt x="65035" y="131347"/>
                </a:lnTo>
                <a:close/>
                <a:moveTo>
                  <a:pt x="119924" y="48484"/>
                </a:moveTo>
                <a:lnTo>
                  <a:pt x="121028" y="49176"/>
                </a:lnTo>
                <a:lnTo>
                  <a:pt x="119372" y="48830"/>
                </a:lnTo>
                <a:close/>
                <a:moveTo>
                  <a:pt x="51044" y="8525"/>
                </a:moveTo>
                <a:lnTo>
                  <a:pt x="52359" y="10182"/>
                </a:lnTo>
                <a:lnTo>
                  <a:pt x="50386" y="9354"/>
                </a:lnTo>
                <a:close/>
                <a:moveTo>
                  <a:pt x="72165" y="191183"/>
                </a:moveTo>
                <a:lnTo>
                  <a:pt x="72642" y="191798"/>
                </a:lnTo>
                <a:lnTo>
                  <a:pt x="71926" y="191490"/>
                </a:lnTo>
                <a:close/>
                <a:moveTo>
                  <a:pt x="64952" y="335955"/>
                </a:moveTo>
                <a:lnTo>
                  <a:pt x="66796" y="337003"/>
                </a:lnTo>
                <a:lnTo>
                  <a:pt x="64030" y="336479"/>
                </a:lnTo>
                <a:close/>
                <a:moveTo>
                  <a:pt x="3848" y="209155"/>
                </a:moveTo>
                <a:lnTo>
                  <a:pt x="6001" y="210245"/>
                </a:lnTo>
                <a:lnTo>
                  <a:pt x="2771" y="209700"/>
                </a:lnTo>
                <a:close/>
                <a:moveTo>
                  <a:pt x="36059" y="169795"/>
                </a:moveTo>
                <a:lnTo>
                  <a:pt x="36692" y="170890"/>
                </a:lnTo>
                <a:lnTo>
                  <a:pt x="35743" y="170342"/>
                </a:lnTo>
                <a:close/>
                <a:moveTo>
                  <a:pt x="129230" y="221873"/>
                </a:moveTo>
                <a:lnTo>
                  <a:pt x="130120" y="222485"/>
                </a:lnTo>
                <a:lnTo>
                  <a:pt x="128786" y="222179"/>
                </a:lnTo>
                <a:close/>
                <a:moveTo>
                  <a:pt x="33640" y="327821"/>
                </a:moveTo>
                <a:lnTo>
                  <a:pt x="34809" y="328626"/>
                </a:lnTo>
                <a:lnTo>
                  <a:pt x="33056" y="328224"/>
                </a:lnTo>
                <a:close/>
                <a:moveTo>
                  <a:pt x="41359" y="347056"/>
                </a:moveTo>
                <a:lnTo>
                  <a:pt x="42079" y="348791"/>
                </a:lnTo>
                <a:lnTo>
                  <a:pt x="40999" y="347923"/>
                </a:lnTo>
                <a:close/>
                <a:moveTo>
                  <a:pt x="129231" y="278857"/>
                </a:moveTo>
                <a:lnTo>
                  <a:pt x="130163" y="280590"/>
                </a:lnTo>
                <a:lnTo>
                  <a:pt x="128765" y="279724"/>
                </a:lnTo>
                <a:close/>
                <a:moveTo>
                  <a:pt x="54919" y="253819"/>
                </a:moveTo>
                <a:lnTo>
                  <a:pt x="55939" y="254273"/>
                </a:lnTo>
                <a:lnTo>
                  <a:pt x="54408" y="254046"/>
                </a:lnTo>
                <a:close/>
                <a:moveTo>
                  <a:pt x="86609" y="103407"/>
                </a:moveTo>
                <a:lnTo>
                  <a:pt x="87842" y="104578"/>
                </a:lnTo>
                <a:lnTo>
                  <a:pt x="85992" y="103993"/>
                </a:lnTo>
                <a:close/>
                <a:moveTo>
                  <a:pt x="78510" y="290322"/>
                </a:moveTo>
                <a:lnTo>
                  <a:pt x="79611" y="290641"/>
                </a:lnTo>
                <a:lnTo>
                  <a:pt x="77960" y="290481"/>
                </a:lnTo>
                <a:close/>
                <a:moveTo>
                  <a:pt x="99774" y="367259"/>
                </a:moveTo>
                <a:lnTo>
                  <a:pt x="101483" y="367649"/>
                </a:lnTo>
                <a:lnTo>
                  <a:pt x="98920" y="367454"/>
                </a:lnTo>
                <a:close/>
                <a:moveTo>
                  <a:pt x="25166" y="12926"/>
                </a:moveTo>
                <a:lnTo>
                  <a:pt x="25731" y="13456"/>
                </a:lnTo>
                <a:lnTo>
                  <a:pt x="24883" y="13191"/>
                </a:lnTo>
                <a:close/>
                <a:moveTo>
                  <a:pt x="84145" y="54444"/>
                </a:moveTo>
                <a:lnTo>
                  <a:pt x="85785" y="55197"/>
                </a:lnTo>
                <a:lnTo>
                  <a:pt x="83324" y="54820"/>
                </a:lnTo>
                <a:close/>
                <a:moveTo>
                  <a:pt x="98931" y="246896"/>
                </a:moveTo>
                <a:lnTo>
                  <a:pt x="99475" y="248675"/>
                </a:lnTo>
                <a:lnTo>
                  <a:pt x="98658" y="247786"/>
                </a:lnTo>
                <a:close/>
                <a:moveTo>
                  <a:pt x="137214" y="266561"/>
                </a:moveTo>
                <a:lnTo>
                  <a:pt x="139269" y="267386"/>
                </a:lnTo>
                <a:lnTo>
                  <a:pt x="136186" y="266973"/>
                </a:lnTo>
                <a:close/>
                <a:moveTo>
                  <a:pt x="6672" y="43325"/>
                </a:moveTo>
                <a:lnTo>
                  <a:pt x="7613" y="44682"/>
                </a:lnTo>
                <a:lnTo>
                  <a:pt x="6202" y="44003"/>
                </a:lnTo>
                <a:close/>
                <a:moveTo>
                  <a:pt x="112072" y="14175"/>
                </a:moveTo>
                <a:lnTo>
                  <a:pt x="113485" y="14507"/>
                </a:lnTo>
                <a:lnTo>
                  <a:pt x="111365" y="14341"/>
                </a:lnTo>
                <a:close/>
                <a:moveTo>
                  <a:pt x="98078" y="145272"/>
                </a:moveTo>
                <a:lnTo>
                  <a:pt x="99582" y="146835"/>
                </a:lnTo>
                <a:lnTo>
                  <a:pt x="97327" y="146054"/>
                </a:lnTo>
                <a:close/>
                <a:moveTo>
                  <a:pt x="141668" y="373626"/>
                </a:moveTo>
                <a:lnTo>
                  <a:pt x="142911" y="375006"/>
                </a:lnTo>
                <a:lnTo>
                  <a:pt x="141046" y="374316"/>
                </a:lnTo>
                <a:close/>
                <a:moveTo>
                  <a:pt x="78262" y="126764"/>
                </a:moveTo>
                <a:lnTo>
                  <a:pt x="80054" y="128277"/>
                </a:lnTo>
                <a:lnTo>
                  <a:pt x="77367" y="127521"/>
                </a:lnTo>
                <a:close/>
                <a:moveTo>
                  <a:pt x="60845" y="335844"/>
                </a:moveTo>
                <a:lnTo>
                  <a:pt x="61604" y="337133"/>
                </a:lnTo>
                <a:lnTo>
                  <a:pt x="60466" y="336488"/>
                </a:lnTo>
                <a:close/>
                <a:moveTo>
                  <a:pt x="133301" y="278884"/>
                </a:moveTo>
                <a:lnTo>
                  <a:pt x="135077" y="280377"/>
                </a:lnTo>
                <a:lnTo>
                  <a:pt x="132412" y="279631"/>
                </a:lnTo>
                <a:close/>
                <a:moveTo>
                  <a:pt x="131912" y="161495"/>
                </a:moveTo>
                <a:lnTo>
                  <a:pt x="133252" y="162116"/>
                </a:lnTo>
                <a:lnTo>
                  <a:pt x="131242" y="161805"/>
                </a:lnTo>
                <a:close/>
                <a:moveTo>
                  <a:pt x="27839" y="129589"/>
                </a:moveTo>
                <a:lnTo>
                  <a:pt x="28589" y="130244"/>
                </a:lnTo>
                <a:lnTo>
                  <a:pt x="27465" y="129917"/>
                </a:lnTo>
                <a:close/>
                <a:moveTo>
                  <a:pt x="48735" y="211741"/>
                </a:moveTo>
                <a:lnTo>
                  <a:pt x="50474" y="212103"/>
                </a:lnTo>
                <a:lnTo>
                  <a:pt x="47865" y="211922"/>
                </a:lnTo>
                <a:close/>
                <a:moveTo>
                  <a:pt x="88829" y="67408"/>
                </a:moveTo>
                <a:lnTo>
                  <a:pt x="90419" y="68973"/>
                </a:lnTo>
                <a:lnTo>
                  <a:pt x="88034" y="68190"/>
                </a:lnTo>
                <a:close/>
                <a:moveTo>
                  <a:pt x="31114" y="110857"/>
                </a:moveTo>
                <a:lnTo>
                  <a:pt x="32810" y="112500"/>
                </a:lnTo>
                <a:lnTo>
                  <a:pt x="30266" y="111678"/>
                </a:lnTo>
                <a:close/>
                <a:moveTo>
                  <a:pt x="112988" y="199881"/>
                </a:moveTo>
                <a:lnTo>
                  <a:pt x="115082" y="200418"/>
                </a:lnTo>
                <a:lnTo>
                  <a:pt x="111941" y="200149"/>
                </a:lnTo>
                <a:close/>
                <a:moveTo>
                  <a:pt x="89355" y="61530"/>
                </a:moveTo>
                <a:lnTo>
                  <a:pt x="90301" y="62295"/>
                </a:lnTo>
                <a:lnTo>
                  <a:pt x="88882" y="61912"/>
                </a:lnTo>
                <a:close/>
                <a:moveTo>
                  <a:pt x="59877" y="35769"/>
                </a:moveTo>
                <a:lnTo>
                  <a:pt x="61326" y="37002"/>
                </a:lnTo>
                <a:lnTo>
                  <a:pt x="59153" y="36385"/>
                </a:lnTo>
                <a:close/>
                <a:moveTo>
                  <a:pt x="18202" y="97740"/>
                </a:moveTo>
                <a:lnTo>
                  <a:pt x="19008" y="98741"/>
                </a:lnTo>
                <a:lnTo>
                  <a:pt x="17799" y="98241"/>
                </a:lnTo>
                <a:close/>
                <a:moveTo>
                  <a:pt x="48041" y="87552"/>
                </a:moveTo>
                <a:lnTo>
                  <a:pt x="48478" y="88423"/>
                </a:lnTo>
                <a:lnTo>
                  <a:pt x="47822" y="87987"/>
                </a:lnTo>
                <a:close/>
                <a:moveTo>
                  <a:pt x="25064" y="301822"/>
                </a:moveTo>
                <a:lnTo>
                  <a:pt x="25512" y="302992"/>
                </a:lnTo>
                <a:lnTo>
                  <a:pt x="24840" y="302407"/>
                </a:lnTo>
                <a:close/>
                <a:moveTo>
                  <a:pt x="73738" y="243561"/>
                </a:moveTo>
                <a:lnTo>
                  <a:pt x="75042" y="244797"/>
                </a:lnTo>
                <a:lnTo>
                  <a:pt x="73087" y="244179"/>
                </a:lnTo>
                <a:close/>
                <a:moveTo>
                  <a:pt x="50372" y="98357"/>
                </a:moveTo>
                <a:lnTo>
                  <a:pt x="51301" y="99225"/>
                </a:lnTo>
                <a:lnTo>
                  <a:pt x="49907" y="98791"/>
                </a:lnTo>
                <a:close/>
                <a:moveTo>
                  <a:pt x="117398" y="189897"/>
                </a:moveTo>
                <a:lnTo>
                  <a:pt x="118821" y="191038"/>
                </a:lnTo>
                <a:lnTo>
                  <a:pt x="116687" y="190468"/>
                </a:lnTo>
                <a:close/>
                <a:moveTo>
                  <a:pt x="136448" y="336316"/>
                </a:moveTo>
                <a:lnTo>
                  <a:pt x="138337" y="336991"/>
                </a:lnTo>
                <a:lnTo>
                  <a:pt x="135504" y="336654"/>
                </a:lnTo>
                <a:close/>
                <a:moveTo>
                  <a:pt x="129239" y="376161"/>
                </a:moveTo>
                <a:lnTo>
                  <a:pt x="130880" y="377109"/>
                </a:lnTo>
                <a:lnTo>
                  <a:pt x="128418" y="376635"/>
                </a:lnTo>
                <a:close/>
                <a:moveTo>
                  <a:pt x="25292" y="111347"/>
                </a:moveTo>
                <a:lnTo>
                  <a:pt x="26208" y="112627"/>
                </a:lnTo>
                <a:lnTo>
                  <a:pt x="24834" y="111987"/>
                </a:lnTo>
                <a:close/>
                <a:moveTo>
                  <a:pt x="94264" y="87766"/>
                </a:moveTo>
                <a:lnTo>
                  <a:pt x="95554" y="88881"/>
                </a:lnTo>
                <a:lnTo>
                  <a:pt x="93619" y="88323"/>
                </a:lnTo>
                <a:close/>
                <a:moveTo>
                  <a:pt x="83930" y="151770"/>
                </a:moveTo>
                <a:lnTo>
                  <a:pt x="86118" y="152453"/>
                </a:lnTo>
                <a:lnTo>
                  <a:pt x="82836" y="152112"/>
                </a:lnTo>
                <a:close/>
                <a:moveTo>
                  <a:pt x="114721" y="162602"/>
                </a:moveTo>
                <a:lnTo>
                  <a:pt x="115361" y="163410"/>
                </a:lnTo>
                <a:lnTo>
                  <a:pt x="114401" y="163006"/>
                </a:lnTo>
                <a:close/>
                <a:moveTo>
                  <a:pt x="41723" y="220134"/>
                </a:moveTo>
                <a:lnTo>
                  <a:pt x="43457" y="221487"/>
                </a:lnTo>
                <a:lnTo>
                  <a:pt x="40856" y="220810"/>
                </a:lnTo>
                <a:close/>
                <a:moveTo>
                  <a:pt x="94215" y="286605"/>
                </a:moveTo>
                <a:lnTo>
                  <a:pt x="94889" y="288218"/>
                </a:lnTo>
                <a:lnTo>
                  <a:pt x="93878" y="287411"/>
                </a:lnTo>
                <a:close/>
                <a:moveTo>
                  <a:pt x="112799" y="249537"/>
                </a:moveTo>
                <a:lnTo>
                  <a:pt x="114127" y="250021"/>
                </a:lnTo>
                <a:lnTo>
                  <a:pt x="112135" y="249779"/>
                </a:lnTo>
                <a:close/>
                <a:moveTo>
                  <a:pt x="50004" y="12792"/>
                </a:moveTo>
                <a:lnTo>
                  <a:pt x="52031" y="13461"/>
                </a:lnTo>
                <a:lnTo>
                  <a:pt x="48991" y="13126"/>
                </a:lnTo>
                <a:close/>
                <a:moveTo>
                  <a:pt x="30377" y="258364"/>
                </a:moveTo>
                <a:lnTo>
                  <a:pt x="31456" y="259121"/>
                </a:lnTo>
                <a:lnTo>
                  <a:pt x="29838" y="258742"/>
                </a:lnTo>
                <a:close/>
                <a:moveTo>
                  <a:pt x="18514" y="182599"/>
                </a:moveTo>
                <a:lnTo>
                  <a:pt x="19842" y="183450"/>
                </a:lnTo>
                <a:lnTo>
                  <a:pt x="17851" y="183025"/>
                </a:lnTo>
                <a:close/>
                <a:moveTo>
                  <a:pt x="78232" y="98740"/>
                </a:moveTo>
                <a:lnTo>
                  <a:pt x="79919" y="99892"/>
                </a:lnTo>
                <a:lnTo>
                  <a:pt x="77389" y="99316"/>
                </a:lnTo>
                <a:close/>
                <a:moveTo>
                  <a:pt x="15931" y="10127"/>
                </a:moveTo>
                <a:lnTo>
                  <a:pt x="17189" y="11787"/>
                </a:lnTo>
                <a:lnTo>
                  <a:pt x="15301" y="10957"/>
                </a:lnTo>
                <a:close/>
                <a:moveTo>
                  <a:pt x="27744" y="346302"/>
                </a:moveTo>
                <a:lnTo>
                  <a:pt x="29068" y="347479"/>
                </a:lnTo>
                <a:lnTo>
                  <a:pt x="27082" y="346891"/>
                </a:lnTo>
                <a:close/>
                <a:moveTo>
                  <a:pt x="27378" y="182205"/>
                </a:moveTo>
                <a:lnTo>
                  <a:pt x="28611" y="183605"/>
                </a:lnTo>
                <a:lnTo>
                  <a:pt x="26762" y="182905"/>
                </a:lnTo>
                <a:close/>
                <a:moveTo>
                  <a:pt x="103298" y="266774"/>
                </a:moveTo>
                <a:lnTo>
                  <a:pt x="104245" y="268514"/>
                </a:lnTo>
                <a:lnTo>
                  <a:pt x="102824" y="267644"/>
                </a:lnTo>
                <a:close/>
                <a:moveTo>
                  <a:pt x="12917" y="17854"/>
                </a:moveTo>
                <a:lnTo>
                  <a:pt x="13959" y="18523"/>
                </a:lnTo>
                <a:lnTo>
                  <a:pt x="12396" y="18188"/>
                </a:lnTo>
                <a:close/>
                <a:moveTo>
                  <a:pt x="111673" y="200210"/>
                </a:moveTo>
                <a:lnTo>
                  <a:pt x="112632" y="201117"/>
                </a:lnTo>
                <a:lnTo>
                  <a:pt x="111194" y="200663"/>
                </a:lnTo>
                <a:close/>
                <a:moveTo>
                  <a:pt x="89520" y="316235"/>
                </a:moveTo>
                <a:lnTo>
                  <a:pt x="90089" y="317932"/>
                </a:lnTo>
                <a:lnTo>
                  <a:pt x="89235" y="317084"/>
                </a:lnTo>
                <a:close/>
                <a:moveTo>
                  <a:pt x="85230" y="193691"/>
                </a:moveTo>
                <a:lnTo>
                  <a:pt x="87076" y="194658"/>
                </a:lnTo>
                <a:lnTo>
                  <a:pt x="84307" y="194175"/>
                </a:lnTo>
                <a:close/>
                <a:moveTo>
                  <a:pt x="27142" y="129014"/>
                </a:moveTo>
                <a:lnTo>
                  <a:pt x="28775" y="129416"/>
                </a:lnTo>
                <a:lnTo>
                  <a:pt x="26325" y="129215"/>
                </a:lnTo>
                <a:close/>
                <a:moveTo>
                  <a:pt x="119223" y="92159"/>
                </a:moveTo>
                <a:lnTo>
                  <a:pt x="121285" y="93570"/>
                </a:lnTo>
                <a:lnTo>
                  <a:pt x="118191" y="92864"/>
                </a:lnTo>
                <a:close/>
                <a:moveTo>
                  <a:pt x="13632" y="31028"/>
                </a:moveTo>
                <a:lnTo>
                  <a:pt x="14092" y="32382"/>
                </a:lnTo>
                <a:lnTo>
                  <a:pt x="13402" y="31705"/>
                </a:lnTo>
                <a:close/>
                <a:moveTo>
                  <a:pt x="65239" y="117858"/>
                </a:moveTo>
                <a:lnTo>
                  <a:pt x="65947" y="119613"/>
                </a:lnTo>
                <a:lnTo>
                  <a:pt x="64885" y="118735"/>
                </a:lnTo>
                <a:close/>
                <a:moveTo>
                  <a:pt x="47820" y="243224"/>
                </a:moveTo>
                <a:lnTo>
                  <a:pt x="49537" y="244039"/>
                </a:lnTo>
                <a:lnTo>
                  <a:pt x="46961" y="243632"/>
                </a:lnTo>
                <a:close/>
                <a:moveTo>
                  <a:pt x="118645" y="298968"/>
                </a:moveTo>
                <a:lnTo>
                  <a:pt x="120230" y="299458"/>
                </a:lnTo>
                <a:lnTo>
                  <a:pt x="117852" y="299213"/>
                </a:lnTo>
                <a:close/>
                <a:moveTo>
                  <a:pt x="141173" y="180908"/>
                </a:moveTo>
                <a:lnTo>
                  <a:pt x="141690" y="182477"/>
                </a:lnTo>
                <a:lnTo>
                  <a:pt x="140915" y="181693"/>
                </a:lnTo>
                <a:close/>
                <a:moveTo>
                  <a:pt x="56503" y="54775"/>
                </a:moveTo>
                <a:lnTo>
                  <a:pt x="58490" y="55259"/>
                </a:lnTo>
                <a:lnTo>
                  <a:pt x="55509" y="55017"/>
                </a:lnTo>
                <a:close/>
                <a:moveTo>
                  <a:pt x="36575" y="281695"/>
                </a:moveTo>
                <a:lnTo>
                  <a:pt x="37560" y="283455"/>
                </a:lnTo>
                <a:lnTo>
                  <a:pt x="36083" y="282575"/>
                </a:lnTo>
                <a:close/>
                <a:moveTo>
                  <a:pt x="5262" y="250873"/>
                </a:moveTo>
                <a:lnTo>
                  <a:pt x="5676" y="251532"/>
                </a:lnTo>
                <a:lnTo>
                  <a:pt x="5054" y="251202"/>
                </a:lnTo>
                <a:close/>
                <a:moveTo>
                  <a:pt x="33521" y="61675"/>
                </a:moveTo>
                <a:lnTo>
                  <a:pt x="34259" y="62259"/>
                </a:lnTo>
                <a:lnTo>
                  <a:pt x="33153" y="61967"/>
                </a:lnTo>
                <a:close/>
                <a:moveTo>
                  <a:pt x="10739" y="66872"/>
                </a:moveTo>
                <a:lnTo>
                  <a:pt x="11387" y="68050"/>
                </a:lnTo>
                <a:lnTo>
                  <a:pt x="10415" y="67461"/>
                </a:lnTo>
                <a:close/>
                <a:moveTo>
                  <a:pt x="53832" y="167482"/>
                </a:moveTo>
                <a:lnTo>
                  <a:pt x="56028" y="167889"/>
                </a:lnTo>
                <a:lnTo>
                  <a:pt x="52734" y="167686"/>
                </a:lnTo>
                <a:close/>
                <a:moveTo>
                  <a:pt x="120513" y="295246"/>
                </a:moveTo>
                <a:lnTo>
                  <a:pt x="122335" y="296578"/>
                </a:lnTo>
                <a:lnTo>
                  <a:pt x="119601" y="295912"/>
                </a:lnTo>
                <a:close/>
                <a:moveTo>
                  <a:pt x="131220" y="239719"/>
                </a:moveTo>
                <a:lnTo>
                  <a:pt x="131663" y="240973"/>
                </a:lnTo>
                <a:lnTo>
                  <a:pt x="130999" y="240346"/>
                </a:lnTo>
                <a:close/>
                <a:moveTo>
                  <a:pt x="28692" y="323631"/>
                </a:moveTo>
                <a:lnTo>
                  <a:pt x="30728" y="324809"/>
                </a:lnTo>
                <a:lnTo>
                  <a:pt x="27674" y="324220"/>
                </a:lnTo>
                <a:close/>
                <a:moveTo>
                  <a:pt x="103225" y="109626"/>
                </a:moveTo>
                <a:lnTo>
                  <a:pt x="105235" y="110493"/>
                </a:lnTo>
                <a:lnTo>
                  <a:pt x="102220" y="110060"/>
                </a:lnTo>
                <a:close/>
                <a:moveTo>
                  <a:pt x="40289" y="266567"/>
                </a:moveTo>
                <a:lnTo>
                  <a:pt x="42473" y="267609"/>
                </a:lnTo>
                <a:lnTo>
                  <a:pt x="39198" y="267088"/>
                </a:lnTo>
                <a:close/>
                <a:moveTo>
                  <a:pt x="121934" y="52824"/>
                </a:moveTo>
                <a:lnTo>
                  <a:pt x="122329" y="53160"/>
                </a:lnTo>
                <a:lnTo>
                  <a:pt x="121736" y="52992"/>
                </a:lnTo>
                <a:close/>
                <a:moveTo>
                  <a:pt x="91080" y="351208"/>
                </a:moveTo>
                <a:lnTo>
                  <a:pt x="92815" y="352477"/>
                </a:lnTo>
                <a:lnTo>
                  <a:pt x="90213" y="351842"/>
                </a:lnTo>
                <a:close/>
                <a:moveTo>
                  <a:pt x="116139" y="232542"/>
                </a:moveTo>
                <a:lnTo>
                  <a:pt x="117007" y="233352"/>
                </a:lnTo>
                <a:lnTo>
                  <a:pt x="115705" y="232947"/>
                </a:lnTo>
                <a:close/>
                <a:moveTo>
                  <a:pt x="130270" y="21498"/>
                </a:moveTo>
                <a:lnTo>
                  <a:pt x="131815" y="21931"/>
                </a:lnTo>
                <a:lnTo>
                  <a:pt x="129497" y="21714"/>
                </a:lnTo>
                <a:close/>
                <a:moveTo>
                  <a:pt x="136591" y="311930"/>
                </a:moveTo>
                <a:lnTo>
                  <a:pt x="136982" y="313722"/>
                </a:lnTo>
                <a:lnTo>
                  <a:pt x="136396" y="312826"/>
                </a:lnTo>
                <a:close/>
                <a:moveTo>
                  <a:pt x="49354" y="277944"/>
                </a:moveTo>
                <a:lnTo>
                  <a:pt x="50003" y="279321"/>
                </a:lnTo>
                <a:lnTo>
                  <a:pt x="49029" y="278632"/>
                </a:lnTo>
                <a:close/>
                <a:moveTo>
                  <a:pt x="28329" y="231012"/>
                </a:moveTo>
                <a:lnTo>
                  <a:pt x="28985" y="232802"/>
                </a:lnTo>
                <a:lnTo>
                  <a:pt x="28001" y="231907"/>
                </a:lnTo>
                <a:close/>
                <a:moveTo>
                  <a:pt x="134403" y="38332"/>
                </a:moveTo>
                <a:lnTo>
                  <a:pt x="136156" y="39704"/>
                </a:lnTo>
                <a:lnTo>
                  <a:pt x="133527" y="39018"/>
                </a:lnTo>
                <a:close/>
                <a:moveTo>
                  <a:pt x="62287" y="292305"/>
                </a:moveTo>
                <a:lnTo>
                  <a:pt x="64461" y="293011"/>
                </a:lnTo>
                <a:lnTo>
                  <a:pt x="61200" y="292658"/>
                </a:lnTo>
                <a:close/>
                <a:moveTo>
                  <a:pt x="68023" y="263346"/>
                </a:moveTo>
                <a:lnTo>
                  <a:pt x="68831" y="263864"/>
                </a:lnTo>
                <a:lnTo>
                  <a:pt x="67619" y="263605"/>
                </a:lnTo>
                <a:close/>
                <a:moveTo>
                  <a:pt x="47728" y="5913"/>
                </a:moveTo>
                <a:lnTo>
                  <a:pt x="49707" y="7684"/>
                </a:lnTo>
                <a:lnTo>
                  <a:pt x="46739" y="6799"/>
                </a:lnTo>
                <a:close/>
                <a:moveTo>
                  <a:pt x="56120" y="130839"/>
                </a:moveTo>
                <a:lnTo>
                  <a:pt x="56573" y="131746"/>
                </a:lnTo>
                <a:lnTo>
                  <a:pt x="55893" y="131293"/>
                </a:lnTo>
                <a:close/>
                <a:moveTo>
                  <a:pt x="37152" y="75453"/>
                </a:moveTo>
                <a:lnTo>
                  <a:pt x="39219" y="76602"/>
                </a:lnTo>
                <a:lnTo>
                  <a:pt x="36118" y="76027"/>
                </a:lnTo>
                <a:close/>
                <a:moveTo>
                  <a:pt x="35955" y="11568"/>
                </a:moveTo>
                <a:lnTo>
                  <a:pt x="38151" y="12295"/>
                </a:lnTo>
                <a:lnTo>
                  <a:pt x="34858" y="11932"/>
                </a:lnTo>
                <a:close/>
                <a:moveTo>
                  <a:pt x="101893" y="324950"/>
                </a:moveTo>
                <a:lnTo>
                  <a:pt x="102685" y="325724"/>
                </a:lnTo>
                <a:lnTo>
                  <a:pt x="101498" y="325337"/>
                </a:lnTo>
                <a:close/>
                <a:moveTo>
                  <a:pt x="8560" y="333878"/>
                </a:moveTo>
                <a:lnTo>
                  <a:pt x="9513" y="335057"/>
                </a:lnTo>
                <a:lnTo>
                  <a:pt x="8084" y="334468"/>
                </a:lnTo>
                <a:close/>
                <a:moveTo>
                  <a:pt x="114357" y="51225"/>
                </a:moveTo>
                <a:lnTo>
                  <a:pt x="116183" y="52769"/>
                </a:lnTo>
                <a:lnTo>
                  <a:pt x="113444" y="51997"/>
                </a:lnTo>
                <a:close/>
                <a:moveTo>
                  <a:pt x="45850" y="220248"/>
                </a:moveTo>
                <a:lnTo>
                  <a:pt x="46513" y="221424"/>
                </a:lnTo>
                <a:lnTo>
                  <a:pt x="45518" y="220836"/>
                </a:lnTo>
                <a:close/>
                <a:moveTo>
                  <a:pt x="2559" y="92658"/>
                </a:moveTo>
                <a:lnTo>
                  <a:pt x="4115" y="93945"/>
                </a:lnTo>
                <a:lnTo>
                  <a:pt x="1780" y="93302"/>
                </a:lnTo>
                <a:close/>
                <a:moveTo>
                  <a:pt x="101322" y="56274"/>
                </a:moveTo>
                <a:lnTo>
                  <a:pt x="103087" y="57996"/>
                </a:lnTo>
                <a:lnTo>
                  <a:pt x="100439" y="57135"/>
                </a:lnTo>
                <a:close/>
                <a:moveTo>
                  <a:pt x="13091" y="250613"/>
                </a:moveTo>
                <a:lnTo>
                  <a:pt x="13706" y="252050"/>
                </a:lnTo>
                <a:lnTo>
                  <a:pt x="12783" y="251331"/>
                </a:lnTo>
                <a:close/>
                <a:moveTo>
                  <a:pt x="90991" y="219118"/>
                </a:moveTo>
                <a:lnTo>
                  <a:pt x="92352" y="220884"/>
                </a:lnTo>
                <a:lnTo>
                  <a:pt x="90311" y="220001"/>
                </a:lnTo>
                <a:close/>
                <a:moveTo>
                  <a:pt x="109522" y="88468"/>
                </a:moveTo>
                <a:lnTo>
                  <a:pt x="111196" y="88775"/>
                </a:lnTo>
                <a:lnTo>
                  <a:pt x="108685" y="88622"/>
                </a:lnTo>
                <a:close/>
                <a:moveTo>
                  <a:pt x="53309" y="190909"/>
                </a:moveTo>
                <a:lnTo>
                  <a:pt x="54543" y="191878"/>
                </a:lnTo>
                <a:lnTo>
                  <a:pt x="52691" y="191393"/>
                </a:lnTo>
                <a:close/>
                <a:moveTo>
                  <a:pt x="73629" y="376559"/>
                </a:moveTo>
                <a:lnTo>
                  <a:pt x="74503" y="377421"/>
                </a:lnTo>
                <a:lnTo>
                  <a:pt x="73192" y="376990"/>
                </a:lnTo>
                <a:close/>
                <a:moveTo>
                  <a:pt x="143897" y="89088"/>
                </a:moveTo>
                <a:lnTo>
                  <a:pt x="144856" y="89396"/>
                </a:lnTo>
                <a:lnTo>
                  <a:pt x="143417" y="89242"/>
                </a:lnTo>
                <a:close/>
                <a:moveTo>
                  <a:pt x="109086" y="353412"/>
                </a:moveTo>
                <a:lnTo>
                  <a:pt x="110675" y="354125"/>
                </a:lnTo>
                <a:lnTo>
                  <a:pt x="108292" y="353769"/>
                </a:lnTo>
                <a:close/>
                <a:moveTo>
                  <a:pt x="101121" y="49806"/>
                </a:moveTo>
                <a:lnTo>
                  <a:pt x="101918" y="50132"/>
                </a:lnTo>
                <a:lnTo>
                  <a:pt x="100723" y="49969"/>
                </a:lnTo>
                <a:close/>
                <a:moveTo>
                  <a:pt x="59128" y="335320"/>
                </a:moveTo>
                <a:lnTo>
                  <a:pt x="59769" y="335687"/>
                </a:lnTo>
                <a:lnTo>
                  <a:pt x="58808" y="335503"/>
                </a:lnTo>
                <a:close/>
                <a:moveTo>
                  <a:pt x="130924" y="353648"/>
                </a:moveTo>
                <a:lnTo>
                  <a:pt x="131407" y="354898"/>
                </a:lnTo>
                <a:lnTo>
                  <a:pt x="130683" y="354273"/>
                </a:lnTo>
                <a:close/>
                <a:moveTo>
                  <a:pt x="35910" y="87050"/>
                </a:moveTo>
                <a:lnTo>
                  <a:pt x="37251" y="87556"/>
                </a:lnTo>
                <a:lnTo>
                  <a:pt x="35239" y="87303"/>
                </a:lnTo>
                <a:close/>
                <a:moveTo>
                  <a:pt x="102942" y="150209"/>
                </a:moveTo>
                <a:lnTo>
                  <a:pt x="103957" y="150815"/>
                </a:lnTo>
                <a:lnTo>
                  <a:pt x="102435" y="150512"/>
                </a:lnTo>
                <a:close/>
                <a:moveTo>
                  <a:pt x="52665" y="285094"/>
                </a:moveTo>
                <a:lnTo>
                  <a:pt x="54061" y="286260"/>
                </a:lnTo>
                <a:lnTo>
                  <a:pt x="51967" y="285677"/>
                </a:lnTo>
                <a:close/>
                <a:moveTo>
                  <a:pt x="105644" y="229444"/>
                </a:moveTo>
                <a:lnTo>
                  <a:pt x="106078" y="230381"/>
                </a:lnTo>
                <a:lnTo>
                  <a:pt x="105426" y="229912"/>
                </a:lnTo>
                <a:close/>
                <a:moveTo>
                  <a:pt x="53035" y="257317"/>
                </a:moveTo>
                <a:lnTo>
                  <a:pt x="54870" y="257804"/>
                </a:lnTo>
                <a:lnTo>
                  <a:pt x="52117" y="257561"/>
                </a:lnTo>
                <a:close/>
                <a:moveTo>
                  <a:pt x="49307" y="184671"/>
                </a:moveTo>
                <a:lnTo>
                  <a:pt x="49700" y="185119"/>
                </a:lnTo>
                <a:lnTo>
                  <a:pt x="49110" y="184895"/>
                </a:lnTo>
                <a:close/>
                <a:moveTo>
                  <a:pt x="9382" y="175497"/>
                </a:moveTo>
                <a:lnTo>
                  <a:pt x="10616" y="176132"/>
                </a:lnTo>
                <a:lnTo>
                  <a:pt x="8765" y="175815"/>
                </a:lnTo>
                <a:close/>
                <a:moveTo>
                  <a:pt x="37993" y="121626"/>
                </a:moveTo>
                <a:lnTo>
                  <a:pt x="39667" y="122984"/>
                </a:lnTo>
                <a:lnTo>
                  <a:pt x="37155" y="122305"/>
                </a:lnTo>
                <a:close/>
                <a:moveTo>
                  <a:pt x="62810" y="85"/>
                </a:moveTo>
                <a:lnTo>
                  <a:pt x="64846" y="1672"/>
                </a:lnTo>
                <a:lnTo>
                  <a:pt x="61792" y="878"/>
                </a:lnTo>
                <a:close/>
                <a:moveTo>
                  <a:pt x="129260" y="160182"/>
                </a:moveTo>
                <a:lnTo>
                  <a:pt x="130652" y="161441"/>
                </a:lnTo>
                <a:lnTo>
                  <a:pt x="128564" y="160812"/>
                </a:lnTo>
                <a:close/>
                <a:moveTo>
                  <a:pt x="109841" y="158568"/>
                </a:moveTo>
                <a:lnTo>
                  <a:pt x="110524" y="159868"/>
                </a:lnTo>
                <a:lnTo>
                  <a:pt x="109499" y="159218"/>
                </a:lnTo>
                <a:close/>
                <a:moveTo>
                  <a:pt x="118424" y="391040"/>
                </a:moveTo>
                <a:lnTo>
                  <a:pt x="119872" y="392767"/>
                </a:lnTo>
                <a:lnTo>
                  <a:pt x="117700" y="391903"/>
                </a:lnTo>
                <a:close/>
                <a:moveTo>
                  <a:pt x="66881" y="251924"/>
                </a:moveTo>
                <a:lnTo>
                  <a:pt x="68649" y="253126"/>
                </a:lnTo>
                <a:lnTo>
                  <a:pt x="65997" y="252525"/>
                </a:lnTo>
                <a:close/>
                <a:moveTo>
                  <a:pt x="61973" y="184745"/>
                </a:moveTo>
                <a:lnTo>
                  <a:pt x="63134" y="185048"/>
                </a:lnTo>
                <a:lnTo>
                  <a:pt x="61393" y="184896"/>
                </a:lnTo>
                <a:close/>
                <a:moveTo>
                  <a:pt x="51574" y="371192"/>
                </a:moveTo>
                <a:lnTo>
                  <a:pt x="53496" y="372979"/>
                </a:lnTo>
                <a:lnTo>
                  <a:pt x="50613" y="372085"/>
                </a:lnTo>
                <a:close/>
                <a:moveTo>
                  <a:pt x="17194" y="159857"/>
                </a:moveTo>
                <a:lnTo>
                  <a:pt x="19227" y="160443"/>
                </a:lnTo>
                <a:lnTo>
                  <a:pt x="16177" y="160150"/>
                </a:lnTo>
                <a:close/>
                <a:moveTo>
                  <a:pt x="8925" y="60188"/>
                </a:moveTo>
                <a:lnTo>
                  <a:pt x="9562" y="61006"/>
                </a:lnTo>
                <a:lnTo>
                  <a:pt x="8607" y="60597"/>
                </a:lnTo>
                <a:close/>
                <a:moveTo>
                  <a:pt x="44643" y="90126"/>
                </a:moveTo>
                <a:lnTo>
                  <a:pt x="46244" y="91169"/>
                </a:lnTo>
                <a:lnTo>
                  <a:pt x="43842" y="90647"/>
                </a:lnTo>
                <a:close/>
                <a:moveTo>
                  <a:pt x="82319" y="179577"/>
                </a:moveTo>
                <a:lnTo>
                  <a:pt x="84501" y="180735"/>
                </a:lnTo>
                <a:lnTo>
                  <a:pt x="81229" y="180156"/>
                </a:lnTo>
                <a:close/>
                <a:moveTo>
                  <a:pt x="134128" y="341051"/>
                </a:moveTo>
                <a:lnTo>
                  <a:pt x="134759" y="341721"/>
                </a:lnTo>
                <a:lnTo>
                  <a:pt x="133813" y="341386"/>
                </a:lnTo>
                <a:close/>
                <a:moveTo>
                  <a:pt x="35732" y="374859"/>
                </a:moveTo>
                <a:lnTo>
                  <a:pt x="37532" y="375200"/>
                </a:lnTo>
                <a:lnTo>
                  <a:pt x="34832" y="375030"/>
                </a:lnTo>
                <a:close/>
                <a:moveTo>
                  <a:pt x="119646" y="356857"/>
                </a:moveTo>
                <a:lnTo>
                  <a:pt x="121503" y="357815"/>
                </a:lnTo>
                <a:lnTo>
                  <a:pt x="118717" y="357336"/>
                </a:lnTo>
                <a:close/>
                <a:moveTo>
                  <a:pt x="18980" y="352357"/>
                </a:moveTo>
                <a:lnTo>
                  <a:pt x="20677" y="353991"/>
                </a:lnTo>
                <a:lnTo>
                  <a:pt x="18132" y="353174"/>
                </a:lnTo>
                <a:close/>
                <a:moveTo>
                  <a:pt x="60214" y="105725"/>
                </a:moveTo>
                <a:lnTo>
                  <a:pt x="61509" y="107078"/>
                </a:lnTo>
                <a:lnTo>
                  <a:pt x="59566" y="106401"/>
                </a:lnTo>
                <a:close/>
                <a:moveTo>
                  <a:pt x="142493" y="120066"/>
                </a:moveTo>
                <a:lnTo>
                  <a:pt x="144218" y="121602"/>
                </a:lnTo>
                <a:lnTo>
                  <a:pt x="141630" y="120834"/>
                </a:lnTo>
                <a:close/>
                <a:moveTo>
                  <a:pt x="26824" y="48007"/>
                </a:moveTo>
                <a:lnTo>
                  <a:pt x="28625" y="48867"/>
                </a:lnTo>
                <a:lnTo>
                  <a:pt x="25923" y="48437"/>
                </a:lnTo>
                <a:close/>
                <a:moveTo>
                  <a:pt x="106561" y="45024"/>
                </a:moveTo>
                <a:lnTo>
                  <a:pt x="107823" y="45535"/>
                </a:lnTo>
                <a:lnTo>
                  <a:pt x="105931" y="45280"/>
                </a:lnTo>
                <a:close/>
                <a:moveTo>
                  <a:pt x="42011" y="277553"/>
                </a:moveTo>
                <a:lnTo>
                  <a:pt x="43752" y="277986"/>
                </a:lnTo>
                <a:lnTo>
                  <a:pt x="41140" y="277770"/>
                </a:lnTo>
                <a:close/>
                <a:moveTo>
                  <a:pt x="36896" y="269770"/>
                </a:moveTo>
                <a:lnTo>
                  <a:pt x="38261" y="271201"/>
                </a:lnTo>
                <a:lnTo>
                  <a:pt x="36214" y="270486"/>
                </a:lnTo>
                <a:close/>
                <a:moveTo>
                  <a:pt x="31017" y="149553"/>
                </a:moveTo>
                <a:lnTo>
                  <a:pt x="32520" y="150172"/>
                </a:lnTo>
                <a:lnTo>
                  <a:pt x="30266" y="149863"/>
                </a:lnTo>
                <a:close/>
                <a:moveTo>
                  <a:pt x="83204" y="171509"/>
                </a:moveTo>
                <a:lnTo>
                  <a:pt x="84659" y="172265"/>
                </a:lnTo>
                <a:lnTo>
                  <a:pt x="82477" y="171887"/>
                </a:lnTo>
                <a:close/>
                <a:moveTo>
                  <a:pt x="22824" y="61804"/>
                </a:moveTo>
                <a:lnTo>
                  <a:pt x="23706" y="62285"/>
                </a:lnTo>
                <a:lnTo>
                  <a:pt x="22383" y="62044"/>
                </a:lnTo>
                <a:close/>
                <a:moveTo>
                  <a:pt x="93373" y="77007"/>
                </a:moveTo>
                <a:lnTo>
                  <a:pt x="93853" y="78236"/>
                </a:lnTo>
                <a:lnTo>
                  <a:pt x="93133" y="77622"/>
                </a:lnTo>
                <a:close/>
                <a:moveTo>
                  <a:pt x="114165" y="152508"/>
                </a:moveTo>
                <a:lnTo>
                  <a:pt x="115825" y="153091"/>
                </a:lnTo>
                <a:lnTo>
                  <a:pt x="113334" y="152799"/>
                </a:lnTo>
                <a:close/>
                <a:moveTo>
                  <a:pt x="9181" y="319751"/>
                </a:moveTo>
                <a:lnTo>
                  <a:pt x="10072" y="321151"/>
                </a:lnTo>
                <a:lnTo>
                  <a:pt x="8736" y="320451"/>
                </a:lnTo>
                <a:close/>
                <a:moveTo>
                  <a:pt x="63942" y="3382"/>
                </a:moveTo>
                <a:lnTo>
                  <a:pt x="66082" y="3929"/>
                </a:lnTo>
                <a:lnTo>
                  <a:pt x="62872" y="3655"/>
                </a:lnTo>
                <a:close/>
                <a:moveTo>
                  <a:pt x="123899" y="150878"/>
                </a:moveTo>
                <a:lnTo>
                  <a:pt x="124258" y="152024"/>
                </a:lnTo>
                <a:lnTo>
                  <a:pt x="123719" y="151451"/>
                </a:lnTo>
                <a:close/>
                <a:moveTo>
                  <a:pt x="53972" y="199200"/>
                </a:moveTo>
                <a:lnTo>
                  <a:pt x="55837" y="200655"/>
                </a:lnTo>
                <a:lnTo>
                  <a:pt x="53040" y="199928"/>
                </a:lnTo>
                <a:close/>
                <a:moveTo>
                  <a:pt x="121312" y="217275"/>
                </a:moveTo>
                <a:lnTo>
                  <a:pt x="122767" y="218937"/>
                </a:lnTo>
                <a:lnTo>
                  <a:pt x="120584" y="218106"/>
                </a:lnTo>
                <a:close/>
                <a:moveTo>
                  <a:pt x="75241" y="177601"/>
                </a:moveTo>
                <a:lnTo>
                  <a:pt x="77093" y="178631"/>
                </a:lnTo>
                <a:lnTo>
                  <a:pt x="74316" y="178116"/>
                </a:lnTo>
                <a:close/>
                <a:moveTo>
                  <a:pt x="32936" y="305537"/>
                </a:moveTo>
                <a:lnTo>
                  <a:pt x="34838" y="306801"/>
                </a:lnTo>
                <a:lnTo>
                  <a:pt x="31985" y="306169"/>
                </a:lnTo>
                <a:close/>
                <a:moveTo>
                  <a:pt x="51850" y="36802"/>
                </a:moveTo>
                <a:lnTo>
                  <a:pt x="52460" y="37614"/>
                </a:lnTo>
                <a:lnTo>
                  <a:pt x="51545" y="37208"/>
                </a:lnTo>
                <a:close/>
                <a:moveTo>
                  <a:pt x="132582" y="84000"/>
                </a:moveTo>
                <a:lnTo>
                  <a:pt x="134073" y="84961"/>
                </a:lnTo>
                <a:lnTo>
                  <a:pt x="131837" y="84480"/>
                </a:lnTo>
                <a:close/>
                <a:moveTo>
                  <a:pt x="5687" y="28136"/>
                </a:moveTo>
                <a:lnTo>
                  <a:pt x="6900" y="28916"/>
                </a:lnTo>
                <a:lnTo>
                  <a:pt x="5080" y="28526"/>
                </a:lnTo>
                <a:close/>
                <a:moveTo>
                  <a:pt x="67791" y="48417"/>
                </a:moveTo>
                <a:lnTo>
                  <a:pt x="68350" y="49904"/>
                </a:lnTo>
                <a:lnTo>
                  <a:pt x="67511" y="49161"/>
                </a:lnTo>
                <a:close/>
                <a:moveTo>
                  <a:pt x="76990" y="244674"/>
                </a:moveTo>
                <a:lnTo>
                  <a:pt x="79072" y="245056"/>
                </a:lnTo>
                <a:lnTo>
                  <a:pt x="75949" y="244865"/>
                </a:lnTo>
                <a:close/>
                <a:moveTo>
                  <a:pt x="132263" y="371807"/>
                </a:moveTo>
                <a:lnTo>
                  <a:pt x="134405" y="372758"/>
                </a:lnTo>
                <a:lnTo>
                  <a:pt x="131192" y="372283"/>
                </a:lnTo>
                <a:close/>
                <a:moveTo>
                  <a:pt x="86449" y="61343"/>
                </a:moveTo>
                <a:lnTo>
                  <a:pt x="87345" y="62417"/>
                </a:lnTo>
                <a:lnTo>
                  <a:pt x="86001" y="61880"/>
                </a:lnTo>
                <a:close/>
                <a:moveTo>
                  <a:pt x="110175" y="355001"/>
                </a:moveTo>
                <a:lnTo>
                  <a:pt x="112116" y="355966"/>
                </a:lnTo>
                <a:lnTo>
                  <a:pt x="109204" y="355484"/>
                </a:lnTo>
                <a:close/>
                <a:moveTo>
                  <a:pt x="69260" y="258068"/>
                </a:moveTo>
                <a:lnTo>
                  <a:pt x="69922" y="259606"/>
                </a:lnTo>
                <a:lnTo>
                  <a:pt x="68930" y="258837"/>
                </a:lnTo>
                <a:close/>
                <a:moveTo>
                  <a:pt x="7638" y="380559"/>
                </a:moveTo>
                <a:lnTo>
                  <a:pt x="8160" y="381748"/>
                </a:lnTo>
                <a:lnTo>
                  <a:pt x="7378" y="381153"/>
                </a:lnTo>
                <a:close/>
                <a:moveTo>
                  <a:pt x="111655" y="17906"/>
                </a:moveTo>
                <a:lnTo>
                  <a:pt x="112946" y="18588"/>
                </a:lnTo>
                <a:lnTo>
                  <a:pt x="111010" y="18247"/>
                </a:lnTo>
                <a:close/>
                <a:moveTo>
                  <a:pt x="29806" y="339601"/>
                </a:moveTo>
                <a:lnTo>
                  <a:pt x="31822" y="340393"/>
                </a:lnTo>
                <a:lnTo>
                  <a:pt x="28798" y="339997"/>
                </a:lnTo>
                <a:close/>
                <a:moveTo>
                  <a:pt x="127736" y="316711"/>
                </a:moveTo>
                <a:lnTo>
                  <a:pt x="128755" y="318070"/>
                </a:lnTo>
                <a:lnTo>
                  <a:pt x="127226" y="317391"/>
                </a:lnTo>
                <a:close/>
                <a:moveTo>
                  <a:pt x="8500" y="133323"/>
                </a:moveTo>
                <a:lnTo>
                  <a:pt x="9420" y="134519"/>
                </a:lnTo>
                <a:lnTo>
                  <a:pt x="8040" y="133921"/>
                </a:lnTo>
                <a:close/>
                <a:moveTo>
                  <a:pt x="144331" y="366270"/>
                </a:moveTo>
                <a:lnTo>
                  <a:pt x="145939" y="367876"/>
                </a:lnTo>
                <a:lnTo>
                  <a:pt x="143527" y="367073"/>
                </a:lnTo>
                <a:close/>
                <a:moveTo>
                  <a:pt x="42947" y="125208"/>
                </a:moveTo>
                <a:lnTo>
                  <a:pt x="43849" y="126750"/>
                </a:lnTo>
                <a:lnTo>
                  <a:pt x="42496" y="125979"/>
                </a:lnTo>
                <a:close/>
                <a:moveTo>
                  <a:pt x="62388" y="309860"/>
                </a:moveTo>
                <a:lnTo>
                  <a:pt x="63880" y="310414"/>
                </a:lnTo>
                <a:lnTo>
                  <a:pt x="61642" y="310137"/>
                </a:lnTo>
                <a:close/>
                <a:moveTo>
                  <a:pt x="8133" y="265030"/>
                </a:moveTo>
                <a:lnTo>
                  <a:pt x="9702" y="266437"/>
                </a:lnTo>
                <a:lnTo>
                  <a:pt x="7349" y="265733"/>
                </a:lnTo>
                <a:close/>
                <a:moveTo>
                  <a:pt x="114547" y="337804"/>
                </a:moveTo>
                <a:lnTo>
                  <a:pt x="115110" y="338863"/>
                </a:lnTo>
                <a:lnTo>
                  <a:pt x="114266" y="338333"/>
                </a:lnTo>
                <a:close/>
                <a:moveTo>
                  <a:pt x="16288" y="281103"/>
                </a:moveTo>
                <a:lnTo>
                  <a:pt x="17945" y="282536"/>
                </a:lnTo>
                <a:lnTo>
                  <a:pt x="15460" y="281819"/>
                </a:lnTo>
                <a:close/>
                <a:moveTo>
                  <a:pt x="41882" y="111468"/>
                </a:moveTo>
                <a:lnTo>
                  <a:pt x="42423" y="112401"/>
                </a:lnTo>
                <a:lnTo>
                  <a:pt x="41611" y="111934"/>
                </a:lnTo>
                <a:close/>
                <a:moveTo>
                  <a:pt x="32746" y="169231"/>
                </a:moveTo>
                <a:lnTo>
                  <a:pt x="34663" y="170522"/>
                </a:lnTo>
                <a:lnTo>
                  <a:pt x="31787" y="169876"/>
                </a:lnTo>
                <a:close/>
                <a:moveTo>
                  <a:pt x="111532" y="328064"/>
                </a:moveTo>
                <a:lnTo>
                  <a:pt x="113329" y="329248"/>
                </a:lnTo>
                <a:lnTo>
                  <a:pt x="110634" y="328656"/>
                </a:lnTo>
                <a:close/>
                <a:moveTo>
                  <a:pt x="31870" y="266597"/>
                </a:moveTo>
                <a:lnTo>
                  <a:pt x="32745" y="268080"/>
                </a:lnTo>
                <a:lnTo>
                  <a:pt x="31432" y="267338"/>
                </a:lnTo>
                <a:close/>
                <a:moveTo>
                  <a:pt x="134178" y="137489"/>
                </a:moveTo>
                <a:lnTo>
                  <a:pt x="136071" y="138451"/>
                </a:lnTo>
                <a:lnTo>
                  <a:pt x="133232" y="137970"/>
                </a:lnTo>
                <a:close/>
                <a:moveTo>
                  <a:pt x="24391" y="259904"/>
                </a:moveTo>
                <a:lnTo>
                  <a:pt x="26373" y="261486"/>
                </a:lnTo>
                <a:lnTo>
                  <a:pt x="23400" y="260695"/>
                </a:lnTo>
                <a:close/>
                <a:moveTo>
                  <a:pt x="85582" y="6616"/>
                </a:moveTo>
                <a:lnTo>
                  <a:pt x="86307" y="8200"/>
                </a:lnTo>
                <a:lnTo>
                  <a:pt x="85219" y="7408"/>
                </a:lnTo>
                <a:close/>
                <a:moveTo>
                  <a:pt x="84120" y="47740"/>
                </a:moveTo>
                <a:lnTo>
                  <a:pt x="85933" y="49407"/>
                </a:lnTo>
                <a:lnTo>
                  <a:pt x="83214" y="48573"/>
                </a:lnTo>
                <a:close/>
                <a:moveTo>
                  <a:pt x="95102" y="216095"/>
                </a:moveTo>
                <a:lnTo>
                  <a:pt x="96740" y="216900"/>
                </a:lnTo>
                <a:lnTo>
                  <a:pt x="94282" y="216497"/>
                </a:lnTo>
                <a:close/>
                <a:moveTo>
                  <a:pt x="131123" y="89628"/>
                </a:moveTo>
                <a:lnTo>
                  <a:pt x="131775" y="90041"/>
                </a:lnTo>
                <a:lnTo>
                  <a:pt x="130796" y="89834"/>
                </a:lnTo>
                <a:close/>
                <a:moveTo>
                  <a:pt x="135344" y="153974"/>
                </a:moveTo>
                <a:lnTo>
                  <a:pt x="136722" y="155148"/>
                </a:lnTo>
                <a:lnTo>
                  <a:pt x="134656" y="154561"/>
                </a:lnTo>
                <a:close/>
                <a:moveTo>
                  <a:pt x="73708" y="381276"/>
                </a:moveTo>
                <a:lnTo>
                  <a:pt x="74608" y="381740"/>
                </a:lnTo>
                <a:lnTo>
                  <a:pt x="73258" y="381508"/>
                </a:lnTo>
                <a:close/>
                <a:moveTo>
                  <a:pt x="30902" y="299677"/>
                </a:moveTo>
                <a:lnTo>
                  <a:pt x="31549" y="301218"/>
                </a:lnTo>
                <a:lnTo>
                  <a:pt x="30578" y="300448"/>
                </a:lnTo>
                <a:close/>
                <a:moveTo>
                  <a:pt x="109998" y="94341"/>
                </a:moveTo>
                <a:lnTo>
                  <a:pt x="111592" y="94669"/>
                </a:lnTo>
                <a:lnTo>
                  <a:pt x="109201" y="94505"/>
                </a:lnTo>
                <a:close/>
                <a:moveTo>
                  <a:pt x="10841" y="205276"/>
                </a:moveTo>
                <a:lnTo>
                  <a:pt x="13036" y="205769"/>
                </a:lnTo>
                <a:lnTo>
                  <a:pt x="9743" y="205522"/>
                </a:lnTo>
                <a:close/>
                <a:moveTo>
                  <a:pt x="22277" y="257157"/>
                </a:moveTo>
                <a:lnTo>
                  <a:pt x="23091" y="258281"/>
                </a:lnTo>
                <a:lnTo>
                  <a:pt x="21870" y="257719"/>
                </a:lnTo>
                <a:close/>
                <a:moveTo>
                  <a:pt x="126986" y="82721"/>
                </a:moveTo>
                <a:lnTo>
                  <a:pt x="127879" y="83058"/>
                </a:lnTo>
                <a:lnTo>
                  <a:pt x="126540" y="82890"/>
                </a:lnTo>
                <a:close/>
                <a:moveTo>
                  <a:pt x="119643" y="203838"/>
                </a:moveTo>
                <a:lnTo>
                  <a:pt x="121791" y="204548"/>
                </a:lnTo>
                <a:lnTo>
                  <a:pt x="118569" y="204193"/>
                </a:lnTo>
                <a:close/>
                <a:moveTo>
                  <a:pt x="84177" y="300595"/>
                </a:moveTo>
                <a:lnTo>
                  <a:pt x="85162" y="301496"/>
                </a:lnTo>
                <a:lnTo>
                  <a:pt x="83684" y="301045"/>
                </a:lnTo>
                <a:close/>
                <a:moveTo>
                  <a:pt x="8684" y="25585"/>
                </a:moveTo>
                <a:lnTo>
                  <a:pt x="10146" y="27152"/>
                </a:lnTo>
                <a:lnTo>
                  <a:pt x="7952" y="26369"/>
                </a:lnTo>
                <a:close/>
                <a:moveTo>
                  <a:pt x="87428" y="304436"/>
                </a:moveTo>
                <a:lnTo>
                  <a:pt x="89546" y="305201"/>
                </a:lnTo>
                <a:lnTo>
                  <a:pt x="86370" y="304819"/>
                </a:lnTo>
                <a:close/>
                <a:moveTo>
                  <a:pt x="12551" y="328649"/>
                </a:moveTo>
                <a:lnTo>
                  <a:pt x="13107" y="330073"/>
                </a:lnTo>
                <a:lnTo>
                  <a:pt x="12273" y="329361"/>
                </a:lnTo>
                <a:close/>
                <a:moveTo>
                  <a:pt x="140049" y="262367"/>
                </a:moveTo>
                <a:lnTo>
                  <a:pt x="141593" y="263241"/>
                </a:lnTo>
                <a:lnTo>
                  <a:pt x="139276" y="262804"/>
                </a:lnTo>
                <a:close/>
                <a:moveTo>
                  <a:pt x="54597" y="58682"/>
                </a:moveTo>
                <a:lnTo>
                  <a:pt x="56373" y="60274"/>
                </a:lnTo>
                <a:lnTo>
                  <a:pt x="53709" y="59478"/>
                </a:lnTo>
                <a:close/>
                <a:moveTo>
                  <a:pt x="75672" y="86219"/>
                </a:moveTo>
                <a:lnTo>
                  <a:pt x="77100" y="86632"/>
                </a:lnTo>
                <a:lnTo>
                  <a:pt x="74958" y="86426"/>
                </a:lnTo>
                <a:close/>
                <a:moveTo>
                  <a:pt x="21014" y="25580"/>
                </a:moveTo>
                <a:lnTo>
                  <a:pt x="22232" y="26449"/>
                </a:lnTo>
                <a:lnTo>
                  <a:pt x="20405" y="26015"/>
                </a:lnTo>
                <a:close/>
                <a:moveTo>
                  <a:pt x="110682" y="24748"/>
                </a:moveTo>
                <a:lnTo>
                  <a:pt x="112552" y="26366"/>
                </a:lnTo>
                <a:lnTo>
                  <a:pt x="109747" y="25557"/>
                </a:lnTo>
                <a:close/>
                <a:moveTo>
                  <a:pt x="105254" y="59067"/>
                </a:moveTo>
                <a:lnTo>
                  <a:pt x="107029" y="60360"/>
                </a:lnTo>
                <a:lnTo>
                  <a:pt x="104366" y="59714"/>
                </a:lnTo>
                <a:close/>
                <a:moveTo>
                  <a:pt x="78794" y="282498"/>
                </a:moveTo>
                <a:lnTo>
                  <a:pt x="79880" y="282906"/>
                </a:lnTo>
                <a:lnTo>
                  <a:pt x="78251" y="282702"/>
                </a:lnTo>
                <a:close/>
                <a:moveTo>
                  <a:pt x="20409" y="328454"/>
                </a:moveTo>
                <a:lnTo>
                  <a:pt x="22285" y="328925"/>
                </a:lnTo>
                <a:lnTo>
                  <a:pt x="19472" y="328689"/>
                </a:lnTo>
                <a:close/>
                <a:moveTo>
                  <a:pt x="54184" y="172150"/>
                </a:moveTo>
                <a:lnTo>
                  <a:pt x="55521" y="172734"/>
                </a:lnTo>
                <a:lnTo>
                  <a:pt x="53515" y="172442"/>
                </a:lnTo>
                <a:close/>
                <a:moveTo>
                  <a:pt x="99872" y="346278"/>
                </a:moveTo>
                <a:lnTo>
                  <a:pt x="100874" y="347581"/>
                </a:lnTo>
                <a:lnTo>
                  <a:pt x="99371" y="346929"/>
                </a:lnTo>
                <a:close/>
                <a:moveTo>
                  <a:pt x="119762" y="85948"/>
                </a:moveTo>
                <a:lnTo>
                  <a:pt x="121153" y="86633"/>
                </a:lnTo>
                <a:lnTo>
                  <a:pt x="119067" y="86291"/>
                </a:lnTo>
                <a:close/>
                <a:moveTo>
                  <a:pt x="137039" y="11207"/>
                </a:moveTo>
                <a:lnTo>
                  <a:pt x="137528" y="12993"/>
                </a:lnTo>
                <a:lnTo>
                  <a:pt x="136794" y="12100"/>
                </a:lnTo>
                <a:close/>
                <a:moveTo>
                  <a:pt x="8259" y="273736"/>
                </a:moveTo>
                <a:lnTo>
                  <a:pt x="9560" y="274773"/>
                </a:lnTo>
                <a:lnTo>
                  <a:pt x="7609" y="274254"/>
                </a:lnTo>
                <a:close/>
                <a:moveTo>
                  <a:pt x="121395" y="18815"/>
                </a:moveTo>
                <a:lnTo>
                  <a:pt x="122277" y="20204"/>
                </a:lnTo>
                <a:lnTo>
                  <a:pt x="120955" y="19510"/>
                </a:lnTo>
                <a:close/>
                <a:moveTo>
                  <a:pt x="4413" y="375599"/>
                </a:moveTo>
                <a:lnTo>
                  <a:pt x="6063" y="376133"/>
                </a:lnTo>
                <a:lnTo>
                  <a:pt x="3588" y="375866"/>
                </a:lnTo>
                <a:close/>
                <a:moveTo>
                  <a:pt x="29133" y="232646"/>
                </a:moveTo>
                <a:lnTo>
                  <a:pt x="30353" y="233877"/>
                </a:lnTo>
                <a:lnTo>
                  <a:pt x="28523" y="233262"/>
                </a:lnTo>
                <a:close/>
                <a:moveTo>
                  <a:pt x="26042" y="202485"/>
                </a:moveTo>
                <a:lnTo>
                  <a:pt x="26618" y="203809"/>
                </a:lnTo>
                <a:lnTo>
                  <a:pt x="25755" y="203147"/>
                </a:lnTo>
                <a:close/>
                <a:moveTo>
                  <a:pt x="120282" y="277448"/>
                </a:moveTo>
                <a:lnTo>
                  <a:pt x="122374" y="278390"/>
                </a:lnTo>
                <a:lnTo>
                  <a:pt x="119236" y="277919"/>
                </a:lnTo>
                <a:close/>
                <a:moveTo>
                  <a:pt x="32909" y="276258"/>
                </a:moveTo>
                <a:lnTo>
                  <a:pt x="34531" y="277440"/>
                </a:lnTo>
                <a:lnTo>
                  <a:pt x="32098" y="276849"/>
                </a:lnTo>
                <a:close/>
                <a:moveTo>
                  <a:pt x="35206" y="74151"/>
                </a:moveTo>
                <a:lnTo>
                  <a:pt x="36974" y="75172"/>
                </a:lnTo>
                <a:lnTo>
                  <a:pt x="34322" y="74661"/>
                </a:lnTo>
                <a:close/>
                <a:moveTo>
                  <a:pt x="143510" y="342634"/>
                </a:moveTo>
                <a:lnTo>
                  <a:pt x="145439" y="343423"/>
                </a:lnTo>
                <a:lnTo>
                  <a:pt x="142546" y="343028"/>
                </a:lnTo>
                <a:close/>
                <a:moveTo>
                  <a:pt x="100019" y="100541"/>
                </a:moveTo>
                <a:lnTo>
                  <a:pt x="101411" y="100957"/>
                </a:lnTo>
                <a:lnTo>
                  <a:pt x="99322" y="100749"/>
                </a:lnTo>
                <a:close/>
                <a:moveTo>
                  <a:pt x="21228" y="158282"/>
                </a:moveTo>
                <a:lnTo>
                  <a:pt x="23182" y="158733"/>
                </a:lnTo>
                <a:lnTo>
                  <a:pt x="20251" y="158507"/>
                </a:lnTo>
                <a:close/>
                <a:moveTo>
                  <a:pt x="83780" y="381572"/>
                </a:moveTo>
                <a:lnTo>
                  <a:pt x="85344" y="382887"/>
                </a:lnTo>
                <a:lnTo>
                  <a:pt x="82998" y="382229"/>
                </a:lnTo>
                <a:close/>
                <a:moveTo>
                  <a:pt x="31382" y="379497"/>
                </a:moveTo>
                <a:lnTo>
                  <a:pt x="33389" y="380475"/>
                </a:lnTo>
                <a:lnTo>
                  <a:pt x="30378" y="379986"/>
                </a:lnTo>
                <a:close/>
                <a:moveTo>
                  <a:pt x="46569" y="353734"/>
                </a:moveTo>
                <a:lnTo>
                  <a:pt x="46973" y="354731"/>
                </a:lnTo>
                <a:lnTo>
                  <a:pt x="46367" y="354233"/>
                </a:lnTo>
                <a:close/>
                <a:moveTo>
                  <a:pt x="38608" y="313948"/>
                </a:moveTo>
                <a:lnTo>
                  <a:pt x="40509" y="315175"/>
                </a:lnTo>
                <a:lnTo>
                  <a:pt x="37657" y="314562"/>
                </a:lnTo>
                <a:close/>
                <a:moveTo>
                  <a:pt x="116539" y="21278"/>
                </a:moveTo>
                <a:lnTo>
                  <a:pt x="118297" y="21893"/>
                </a:lnTo>
                <a:lnTo>
                  <a:pt x="115660" y="21586"/>
                </a:lnTo>
                <a:close/>
                <a:moveTo>
                  <a:pt x="86358" y="223030"/>
                </a:moveTo>
                <a:lnTo>
                  <a:pt x="86876" y="223767"/>
                </a:lnTo>
                <a:lnTo>
                  <a:pt x="86099" y="223398"/>
                </a:lnTo>
                <a:close/>
                <a:moveTo>
                  <a:pt x="46766" y="157652"/>
                </a:moveTo>
                <a:lnTo>
                  <a:pt x="47170" y="158198"/>
                </a:lnTo>
                <a:lnTo>
                  <a:pt x="46564" y="157925"/>
                </a:lnTo>
                <a:close/>
                <a:moveTo>
                  <a:pt x="5016" y="72796"/>
                </a:moveTo>
                <a:lnTo>
                  <a:pt x="6770" y="73616"/>
                </a:lnTo>
                <a:lnTo>
                  <a:pt x="4139" y="73206"/>
                </a:lnTo>
                <a:close/>
                <a:moveTo>
                  <a:pt x="142408" y="376531"/>
                </a:moveTo>
                <a:lnTo>
                  <a:pt x="143787" y="377313"/>
                </a:lnTo>
                <a:lnTo>
                  <a:pt x="141719" y="376922"/>
                </a:lnTo>
                <a:close/>
                <a:moveTo>
                  <a:pt x="89604" y="237685"/>
                </a:moveTo>
                <a:lnTo>
                  <a:pt x="90212" y="238521"/>
                </a:lnTo>
                <a:lnTo>
                  <a:pt x="89300" y="238103"/>
                </a:lnTo>
                <a:close/>
                <a:moveTo>
                  <a:pt x="39762" y="197895"/>
                </a:moveTo>
                <a:lnTo>
                  <a:pt x="40948" y="199619"/>
                </a:lnTo>
                <a:lnTo>
                  <a:pt x="39169" y="198757"/>
                </a:lnTo>
                <a:close/>
                <a:moveTo>
                  <a:pt x="112951" y="110949"/>
                </a:moveTo>
                <a:lnTo>
                  <a:pt x="114684" y="112371"/>
                </a:lnTo>
                <a:lnTo>
                  <a:pt x="112084" y="111660"/>
                </a:lnTo>
                <a:close/>
                <a:moveTo>
                  <a:pt x="14152" y="345217"/>
                </a:moveTo>
                <a:lnTo>
                  <a:pt x="14885" y="346072"/>
                </a:lnTo>
                <a:lnTo>
                  <a:pt x="13785" y="345645"/>
                </a:lnTo>
                <a:close/>
                <a:moveTo>
                  <a:pt x="74550" y="316274"/>
                </a:moveTo>
                <a:lnTo>
                  <a:pt x="76322" y="317074"/>
                </a:lnTo>
                <a:lnTo>
                  <a:pt x="73664" y="316674"/>
                </a:lnTo>
                <a:close/>
                <a:moveTo>
                  <a:pt x="96449" y="20717"/>
                </a:moveTo>
                <a:lnTo>
                  <a:pt x="97281" y="22474"/>
                </a:lnTo>
                <a:lnTo>
                  <a:pt x="96034" y="21595"/>
                </a:lnTo>
                <a:close/>
                <a:moveTo>
                  <a:pt x="129748" y="330377"/>
                </a:moveTo>
                <a:lnTo>
                  <a:pt x="130224" y="331971"/>
                </a:lnTo>
                <a:lnTo>
                  <a:pt x="129509" y="331174"/>
                </a:lnTo>
                <a:close/>
                <a:moveTo>
                  <a:pt x="52962" y="246165"/>
                </a:moveTo>
                <a:lnTo>
                  <a:pt x="54392" y="247782"/>
                </a:lnTo>
                <a:lnTo>
                  <a:pt x="52247" y="246973"/>
                </a:lnTo>
                <a:close/>
                <a:moveTo>
                  <a:pt x="115210" y="246962"/>
                </a:moveTo>
                <a:lnTo>
                  <a:pt x="117259" y="248602"/>
                </a:lnTo>
                <a:lnTo>
                  <a:pt x="114185" y="247782"/>
                </a:lnTo>
                <a:close/>
                <a:moveTo>
                  <a:pt x="16448" y="108819"/>
                </a:moveTo>
                <a:lnTo>
                  <a:pt x="17447" y="109230"/>
                </a:lnTo>
                <a:lnTo>
                  <a:pt x="15948" y="109025"/>
                </a:lnTo>
                <a:close/>
                <a:moveTo>
                  <a:pt x="98403" y="318087"/>
                </a:moveTo>
                <a:lnTo>
                  <a:pt x="99123" y="319339"/>
                </a:lnTo>
                <a:lnTo>
                  <a:pt x="98043" y="318713"/>
                </a:lnTo>
                <a:close/>
                <a:moveTo>
                  <a:pt x="65732" y="4472"/>
                </a:moveTo>
                <a:lnTo>
                  <a:pt x="66551" y="5154"/>
                </a:lnTo>
                <a:lnTo>
                  <a:pt x="65322" y="4813"/>
                </a:lnTo>
                <a:close/>
                <a:moveTo>
                  <a:pt x="30384" y="301235"/>
                </a:moveTo>
                <a:lnTo>
                  <a:pt x="32170" y="302304"/>
                </a:lnTo>
                <a:lnTo>
                  <a:pt x="29490" y="301769"/>
                </a:lnTo>
                <a:close/>
                <a:moveTo>
                  <a:pt x="8753" y="148614"/>
                </a:moveTo>
                <a:lnTo>
                  <a:pt x="9839" y="149293"/>
                </a:lnTo>
                <a:lnTo>
                  <a:pt x="8210" y="148953"/>
                </a:lnTo>
                <a:close/>
                <a:moveTo>
                  <a:pt x="82224" y="290562"/>
                </a:moveTo>
                <a:lnTo>
                  <a:pt x="82693" y="292231"/>
                </a:lnTo>
                <a:lnTo>
                  <a:pt x="81990" y="291396"/>
                </a:lnTo>
                <a:close/>
                <a:moveTo>
                  <a:pt x="1818" y="113421"/>
                </a:moveTo>
                <a:lnTo>
                  <a:pt x="3799" y="114733"/>
                </a:lnTo>
                <a:lnTo>
                  <a:pt x="828" y="114077"/>
                </a:lnTo>
                <a:close/>
                <a:moveTo>
                  <a:pt x="8386" y="49986"/>
                </a:moveTo>
                <a:lnTo>
                  <a:pt x="9285" y="50713"/>
                </a:lnTo>
                <a:lnTo>
                  <a:pt x="7936" y="50350"/>
                </a:lnTo>
                <a:close/>
                <a:moveTo>
                  <a:pt x="15453" y="246706"/>
                </a:moveTo>
                <a:lnTo>
                  <a:pt x="16741" y="247245"/>
                </a:lnTo>
                <a:lnTo>
                  <a:pt x="14810" y="246975"/>
                </a:lnTo>
                <a:close/>
                <a:moveTo>
                  <a:pt x="68310" y="208330"/>
                </a:moveTo>
                <a:lnTo>
                  <a:pt x="69959" y="210097"/>
                </a:lnTo>
                <a:lnTo>
                  <a:pt x="67486" y="209214"/>
                </a:lnTo>
                <a:close/>
                <a:moveTo>
                  <a:pt x="99219" y="81597"/>
                </a:moveTo>
                <a:lnTo>
                  <a:pt x="100845" y="82590"/>
                </a:lnTo>
                <a:lnTo>
                  <a:pt x="98406" y="82093"/>
                </a:lnTo>
                <a:close/>
                <a:moveTo>
                  <a:pt x="5682" y="130055"/>
                </a:moveTo>
                <a:lnTo>
                  <a:pt x="6379" y="131613"/>
                </a:lnTo>
                <a:lnTo>
                  <a:pt x="5333" y="130834"/>
                </a:lnTo>
                <a:close/>
                <a:moveTo>
                  <a:pt x="122679" y="147868"/>
                </a:moveTo>
                <a:lnTo>
                  <a:pt x="124579" y="148456"/>
                </a:lnTo>
                <a:lnTo>
                  <a:pt x="121728" y="148162"/>
                </a:lnTo>
                <a:close/>
                <a:moveTo>
                  <a:pt x="118959" y="65636"/>
                </a:moveTo>
                <a:lnTo>
                  <a:pt x="119408" y="66099"/>
                </a:lnTo>
                <a:lnTo>
                  <a:pt x="118734" y="65868"/>
                </a:lnTo>
                <a:close/>
                <a:moveTo>
                  <a:pt x="83969" y="279243"/>
                </a:moveTo>
                <a:lnTo>
                  <a:pt x="84358" y="280720"/>
                </a:lnTo>
                <a:lnTo>
                  <a:pt x="83775" y="279981"/>
                </a:lnTo>
                <a:close/>
                <a:moveTo>
                  <a:pt x="141031" y="9144"/>
                </a:moveTo>
                <a:lnTo>
                  <a:pt x="141932" y="10031"/>
                </a:lnTo>
                <a:lnTo>
                  <a:pt x="140580" y="9587"/>
                </a:lnTo>
                <a:close/>
                <a:moveTo>
                  <a:pt x="17332" y="327157"/>
                </a:moveTo>
                <a:lnTo>
                  <a:pt x="19261" y="328169"/>
                </a:lnTo>
                <a:lnTo>
                  <a:pt x="16367" y="327663"/>
                </a:lnTo>
                <a:close/>
                <a:moveTo>
                  <a:pt x="4681" y="264924"/>
                </a:moveTo>
                <a:lnTo>
                  <a:pt x="6613" y="265597"/>
                </a:lnTo>
                <a:lnTo>
                  <a:pt x="3714" y="265260"/>
                </a:lnTo>
                <a:close/>
                <a:moveTo>
                  <a:pt x="42715" y="307112"/>
                </a:moveTo>
                <a:lnTo>
                  <a:pt x="44266" y="307785"/>
                </a:lnTo>
                <a:lnTo>
                  <a:pt x="41940" y="307449"/>
                </a:lnTo>
                <a:close/>
                <a:moveTo>
                  <a:pt x="32300" y="141605"/>
                </a:moveTo>
                <a:lnTo>
                  <a:pt x="33729" y="142805"/>
                </a:lnTo>
                <a:lnTo>
                  <a:pt x="31585" y="142205"/>
                </a:lnTo>
                <a:close/>
                <a:moveTo>
                  <a:pt x="83990" y="65078"/>
                </a:moveTo>
                <a:lnTo>
                  <a:pt x="84489" y="65496"/>
                </a:lnTo>
                <a:lnTo>
                  <a:pt x="83740" y="65287"/>
                </a:lnTo>
                <a:close/>
                <a:moveTo>
                  <a:pt x="31643" y="331815"/>
                </a:moveTo>
                <a:lnTo>
                  <a:pt x="32776" y="333164"/>
                </a:lnTo>
                <a:lnTo>
                  <a:pt x="31077" y="332489"/>
                </a:lnTo>
                <a:close/>
                <a:moveTo>
                  <a:pt x="98678" y="128369"/>
                </a:moveTo>
                <a:lnTo>
                  <a:pt x="99566" y="129584"/>
                </a:lnTo>
                <a:lnTo>
                  <a:pt x="98233" y="128977"/>
                </a:lnTo>
                <a:close/>
                <a:moveTo>
                  <a:pt x="46734" y="170280"/>
                </a:moveTo>
                <a:lnTo>
                  <a:pt x="48563" y="171655"/>
                </a:lnTo>
                <a:lnTo>
                  <a:pt x="45819" y="170968"/>
                </a:lnTo>
                <a:close/>
                <a:moveTo>
                  <a:pt x="50999" y="109009"/>
                </a:moveTo>
                <a:lnTo>
                  <a:pt x="51488" y="110641"/>
                </a:lnTo>
                <a:lnTo>
                  <a:pt x="50754" y="109825"/>
                </a:lnTo>
                <a:close/>
                <a:moveTo>
                  <a:pt x="48279" y="385578"/>
                </a:moveTo>
                <a:lnTo>
                  <a:pt x="50194" y="387174"/>
                </a:lnTo>
                <a:lnTo>
                  <a:pt x="47321" y="386376"/>
                </a:lnTo>
                <a:close/>
                <a:moveTo>
                  <a:pt x="25283" y="95420"/>
                </a:moveTo>
                <a:lnTo>
                  <a:pt x="26843" y="96635"/>
                </a:lnTo>
                <a:lnTo>
                  <a:pt x="24502" y="96028"/>
                </a:lnTo>
                <a:close/>
                <a:moveTo>
                  <a:pt x="72115" y="86331"/>
                </a:moveTo>
                <a:lnTo>
                  <a:pt x="73751" y="87539"/>
                </a:lnTo>
                <a:lnTo>
                  <a:pt x="71296" y="86935"/>
                </a:lnTo>
                <a:close/>
                <a:moveTo>
                  <a:pt x="125955" y="124866"/>
                </a:moveTo>
                <a:lnTo>
                  <a:pt x="127120" y="126314"/>
                </a:lnTo>
                <a:lnTo>
                  <a:pt x="125373" y="125590"/>
                </a:lnTo>
                <a:close/>
                <a:moveTo>
                  <a:pt x="32458" y="136025"/>
                </a:moveTo>
                <a:lnTo>
                  <a:pt x="32933" y="137454"/>
                </a:lnTo>
                <a:lnTo>
                  <a:pt x="32220" y="136740"/>
                </a:lnTo>
                <a:close/>
                <a:moveTo>
                  <a:pt x="102179" y="59973"/>
                </a:moveTo>
                <a:lnTo>
                  <a:pt x="103822" y="61575"/>
                </a:lnTo>
                <a:lnTo>
                  <a:pt x="101357" y="60774"/>
                </a:lnTo>
                <a:close/>
                <a:moveTo>
                  <a:pt x="41589" y="6305"/>
                </a:moveTo>
                <a:lnTo>
                  <a:pt x="41965" y="7165"/>
                </a:lnTo>
                <a:lnTo>
                  <a:pt x="41401" y="6735"/>
                </a:lnTo>
                <a:close/>
                <a:moveTo>
                  <a:pt x="46691" y="89121"/>
                </a:moveTo>
                <a:lnTo>
                  <a:pt x="47947" y="89607"/>
                </a:lnTo>
                <a:lnTo>
                  <a:pt x="46063" y="89364"/>
                </a:lnTo>
                <a:close/>
                <a:moveTo>
                  <a:pt x="44633" y="241157"/>
                </a:moveTo>
                <a:lnTo>
                  <a:pt x="45155" y="241521"/>
                </a:lnTo>
                <a:lnTo>
                  <a:pt x="44372" y="241339"/>
                </a:lnTo>
                <a:close/>
                <a:moveTo>
                  <a:pt x="115825" y="130430"/>
                </a:moveTo>
                <a:lnTo>
                  <a:pt x="116321" y="130972"/>
                </a:lnTo>
                <a:lnTo>
                  <a:pt x="115577" y="130701"/>
                </a:lnTo>
                <a:close/>
                <a:moveTo>
                  <a:pt x="10052" y="222044"/>
                </a:moveTo>
                <a:lnTo>
                  <a:pt x="11915" y="223687"/>
                </a:lnTo>
                <a:lnTo>
                  <a:pt x="9121" y="222866"/>
                </a:lnTo>
                <a:close/>
                <a:moveTo>
                  <a:pt x="15512" y="156959"/>
                </a:moveTo>
                <a:lnTo>
                  <a:pt x="15939" y="158679"/>
                </a:lnTo>
                <a:lnTo>
                  <a:pt x="15299" y="157819"/>
                </a:lnTo>
                <a:close/>
                <a:moveTo>
                  <a:pt x="99975" y="339069"/>
                </a:moveTo>
                <a:lnTo>
                  <a:pt x="100604" y="340244"/>
                </a:lnTo>
                <a:lnTo>
                  <a:pt x="99660" y="339657"/>
                </a:lnTo>
                <a:close/>
                <a:moveTo>
                  <a:pt x="101201" y="389754"/>
                </a:moveTo>
                <a:lnTo>
                  <a:pt x="102277" y="390769"/>
                </a:lnTo>
                <a:lnTo>
                  <a:pt x="100662" y="390262"/>
                </a:lnTo>
                <a:close/>
                <a:moveTo>
                  <a:pt x="22036" y="284915"/>
                </a:moveTo>
                <a:lnTo>
                  <a:pt x="24193" y="285998"/>
                </a:lnTo>
                <a:lnTo>
                  <a:pt x="20958" y="285456"/>
                </a:lnTo>
                <a:close/>
                <a:moveTo>
                  <a:pt x="48085" y="312433"/>
                </a:moveTo>
                <a:lnTo>
                  <a:pt x="48590" y="313028"/>
                </a:lnTo>
                <a:lnTo>
                  <a:pt x="47832" y="312731"/>
                </a:lnTo>
                <a:close/>
                <a:moveTo>
                  <a:pt x="144702" y="20402"/>
                </a:moveTo>
                <a:lnTo>
                  <a:pt x="146016" y="22102"/>
                </a:lnTo>
                <a:lnTo>
                  <a:pt x="144045" y="21252"/>
                </a:lnTo>
                <a:close/>
                <a:moveTo>
                  <a:pt x="92823" y="24334"/>
                </a:moveTo>
                <a:lnTo>
                  <a:pt x="93268" y="25604"/>
                </a:lnTo>
                <a:lnTo>
                  <a:pt x="92601" y="24969"/>
                </a:lnTo>
                <a:close/>
                <a:moveTo>
                  <a:pt x="108473" y="365323"/>
                </a:moveTo>
                <a:lnTo>
                  <a:pt x="110642" y="365924"/>
                </a:lnTo>
                <a:lnTo>
                  <a:pt x="107388" y="365624"/>
                </a:lnTo>
                <a:close/>
                <a:moveTo>
                  <a:pt x="76892" y="103073"/>
                </a:moveTo>
                <a:lnTo>
                  <a:pt x="78105" y="103860"/>
                </a:lnTo>
                <a:lnTo>
                  <a:pt x="76286" y="103467"/>
                </a:lnTo>
                <a:close/>
                <a:moveTo>
                  <a:pt x="12457" y="491"/>
                </a:moveTo>
                <a:lnTo>
                  <a:pt x="13690" y="1573"/>
                </a:lnTo>
                <a:lnTo>
                  <a:pt x="11840" y="1032"/>
                </a:lnTo>
                <a:close/>
                <a:moveTo>
                  <a:pt x="114010" y="20962"/>
                </a:moveTo>
                <a:lnTo>
                  <a:pt x="114605" y="22501"/>
                </a:lnTo>
                <a:lnTo>
                  <a:pt x="113712" y="21731"/>
                </a:lnTo>
                <a:close/>
                <a:moveTo>
                  <a:pt x="122343" y="386421"/>
                </a:moveTo>
                <a:lnTo>
                  <a:pt x="123078" y="387840"/>
                </a:lnTo>
                <a:lnTo>
                  <a:pt x="121975" y="387131"/>
                </a:lnTo>
                <a:close/>
                <a:moveTo>
                  <a:pt x="142045" y="375993"/>
                </a:moveTo>
                <a:lnTo>
                  <a:pt x="142601" y="376818"/>
                </a:lnTo>
                <a:lnTo>
                  <a:pt x="141767" y="376405"/>
                </a:lnTo>
                <a:close/>
                <a:moveTo>
                  <a:pt x="52909" y="73573"/>
                </a:moveTo>
                <a:lnTo>
                  <a:pt x="54071" y="74470"/>
                </a:lnTo>
                <a:lnTo>
                  <a:pt x="52328" y="74022"/>
                </a:lnTo>
                <a:close/>
                <a:moveTo>
                  <a:pt x="23189" y="212814"/>
                </a:moveTo>
                <a:lnTo>
                  <a:pt x="24623" y="213550"/>
                </a:lnTo>
                <a:lnTo>
                  <a:pt x="22471" y="213182"/>
                </a:lnTo>
                <a:close/>
                <a:moveTo>
                  <a:pt x="60357" y="302911"/>
                </a:moveTo>
                <a:lnTo>
                  <a:pt x="60710" y="303742"/>
                </a:lnTo>
                <a:lnTo>
                  <a:pt x="60180" y="303327"/>
                </a:lnTo>
                <a:close/>
                <a:moveTo>
                  <a:pt x="20400" y="46882"/>
                </a:moveTo>
                <a:lnTo>
                  <a:pt x="21007" y="48390"/>
                </a:lnTo>
                <a:lnTo>
                  <a:pt x="20096" y="47636"/>
                </a:lnTo>
                <a:close/>
                <a:moveTo>
                  <a:pt x="111257" y="194543"/>
                </a:moveTo>
                <a:lnTo>
                  <a:pt x="111628" y="196240"/>
                </a:lnTo>
                <a:lnTo>
                  <a:pt x="111072" y="195392"/>
                </a:lnTo>
                <a:close/>
                <a:moveTo>
                  <a:pt x="40840" y="175166"/>
                </a:moveTo>
                <a:lnTo>
                  <a:pt x="41374" y="176066"/>
                </a:lnTo>
                <a:lnTo>
                  <a:pt x="40573" y="175616"/>
                </a:lnTo>
                <a:close/>
                <a:moveTo>
                  <a:pt x="3328" y="363920"/>
                </a:moveTo>
                <a:lnTo>
                  <a:pt x="3994" y="365372"/>
                </a:lnTo>
                <a:lnTo>
                  <a:pt x="2995" y="364646"/>
                </a:lnTo>
                <a:close/>
                <a:moveTo>
                  <a:pt x="40214" y="235850"/>
                </a:moveTo>
                <a:lnTo>
                  <a:pt x="42041" y="237541"/>
                </a:lnTo>
                <a:lnTo>
                  <a:pt x="39300" y="236695"/>
                </a:lnTo>
                <a:close/>
                <a:moveTo>
                  <a:pt x="23354" y="164023"/>
                </a:moveTo>
                <a:lnTo>
                  <a:pt x="23777" y="165632"/>
                </a:lnTo>
                <a:lnTo>
                  <a:pt x="23143" y="164827"/>
                </a:lnTo>
                <a:close/>
                <a:moveTo>
                  <a:pt x="7218" y="235641"/>
                </a:moveTo>
                <a:lnTo>
                  <a:pt x="9073" y="237171"/>
                </a:lnTo>
                <a:lnTo>
                  <a:pt x="6291" y="236406"/>
                </a:lnTo>
                <a:close/>
                <a:moveTo>
                  <a:pt x="78191" y="184354"/>
                </a:moveTo>
                <a:lnTo>
                  <a:pt x="79911" y="184875"/>
                </a:lnTo>
                <a:lnTo>
                  <a:pt x="77332" y="184614"/>
                </a:lnTo>
                <a:close/>
                <a:moveTo>
                  <a:pt x="76657" y="164746"/>
                </a:moveTo>
                <a:lnTo>
                  <a:pt x="78018" y="166243"/>
                </a:lnTo>
                <a:lnTo>
                  <a:pt x="75977" y="165495"/>
                </a:lnTo>
                <a:close/>
                <a:moveTo>
                  <a:pt x="84367" y="181802"/>
                </a:moveTo>
                <a:lnTo>
                  <a:pt x="85547" y="182998"/>
                </a:lnTo>
                <a:lnTo>
                  <a:pt x="83776" y="182400"/>
                </a:lnTo>
                <a:close/>
                <a:moveTo>
                  <a:pt x="2331" y="354554"/>
                </a:moveTo>
                <a:lnTo>
                  <a:pt x="3875" y="355424"/>
                </a:lnTo>
                <a:lnTo>
                  <a:pt x="1558" y="354989"/>
                </a:lnTo>
                <a:close/>
                <a:moveTo>
                  <a:pt x="28177" y="67033"/>
                </a:moveTo>
                <a:lnTo>
                  <a:pt x="30224" y="68374"/>
                </a:lnTo>
                <a:lnTo>
                  <a:pt x="27153" y="67703"/>
                </a:lnTo>
                <a:close/>
                <a:moveTo>
                  <a:pt x="129201" y="274105"/>
                </a:moveTo>
                <a:lnTo>
                  <a:pt x="130550" y="275601"/>
                </a:lnTo>
                <a:lnTo>
                  <a:pt x="128526" y="274853"/>
                </a:lnTo>
                <a:close/>
                <a:moveTo>
                  <a:pt x="28337" y="68315"/>
                </a:moveTo>
                <a:lnTo>
                  <a:pt x="29552" y="68873"/>
                </a:lnTo>
                <a:lnTo>
                  <a:pt x="27729" y="68594"/>
                </a:lnTo>
                <a:close/>
                <a:moveTo>
                  <a:pt x="1594" y="77888"/>
                </a:moveTo>
                <a:lnTo>
                  <a:pt x="3720" y="78894"/>
                </a:lnTo>
                <a:lnTo>
                  <a:pt x="530" y="78391"/>
                </a:lnTo>
                <a:close/>
                <a:moveTo>
                  <a:pt x="109340" y="181357"/>
                </a:moveTo>
                <a:lnTo>
                  <a:pt x="110762" y="182276"/>
                </a:lnTo>
                <a:lnTo>
                  <a:pt x="108629" y="181817"/>
                </a:lnTo>
                <a:close/>
                <a:moveTo>
                  <a:pt x="94546" y="23030"/>
                </a:moveTo>
                <a:lnTo>
                  <a:pt x="95049" y="24356"/>
                </a:lnTo>
                <a:lnTo>
                  <a:pt x="94294" y="23693"/>
                </a:lnTo>
                <a:close/>
                <a:moveTo>
                  <a:pt x="81904" y="215000"/>
                </a:moveTo>
                <a:lnTo>
                  <a:pt x="83717" y="216421"/>
                </a:lnTo>
                <a:lnTo>
                  <a:pt x="80998" y="215711"/>
                </a:lnTo>
                <a:close/>
                <a:moveTo>
                  <a:pt x="33450" y="80962"/>
                </a:moveTo>
                <a:lnTo>
                  <a:pt x="34999" y="82347"/>
                </a:lnTo>
                <a:lnTo>
                  <a:pt x="32675" y="81655"/>
                </a:lnTo>
                <a:close/>
                <a:moveTo>
                  <a:pt x="38249" y="228615"/>
                </a:moveTo>
                <a:lnTo>
                  <a:pt x="40394" y="229796"/>
                </a:lnTo>
                <a:lnTo>
                  <a:pt x="37176" y="229206"/>
                </a:lnTo>
                <a:close/>
                <a:moveTo>
                  <a:pt x="34597" y="40809"/>
                </a:moveTo>
                <a:lnTo>
                  <a:pt x="35136" y="41721"/>
                </a:lnTo>
                <a:lnTo>
                  <a:pt x="34328" y="41265"/>
                </a:lnTo>
                <a:close/>
                <a:moveTo>
                  <a:pt x="72593" y="238574"/>
                </a:moveTo>
                <a:lnTo>
                  <a:pt x="73765" y="239827"/>
                </a:lnTo>
                <a:lnTo>
                  <a:pt x="72007" y="239200"/>
                </a:lnTo>
                <a:close/>
                <a:moveTo>
                  <a:pt x="49941" y="326510"/>
                </a:moveTo>
                <a:lnTo>
                  <a:pt x="50306" y="327342"/>
                </a:lnTo>
                <a:lnTo>
                  <a:pt x="49759" y="326926"/>
                </a:lnTo>
                <a:close/>
                <a:moveTo>
                  <a:pt x="98437" y="332934"/>
                </a:moveTo>
                <a:lnTo>
                  <a:pt x="99052" y="334246"/>
                </a:lnTo>
                <a:lnTo>
                  <a:pt x="98130" y="333590"/>
                </a:lnTo>
                <a:close/>
                <a:moveTo>
                  <a:pt x="98071" y="109629"/>
                </a:moveTo>
                <a:lnTo>
                  <a:pt x="98664" y="110414"/>
                </a:lnTo>
                <a:lnTo>
                  <a:pt x="97775" y="110021"/>
                </a:lnTo>
                <a:close/>
                <a:moveTo>
                  <a:pt x="122879" y="142932"/>
                </a:moveTo>
                <a:lnTo>
                  <a:pt x="124601" y="144658"/>
                </a:lnTo>
                <a:lnTo>
                  <a:pt x="122018" y="143795"/>
                </a:lnTo>
                <a:close/>
                <a:moveTo>
                  <a:pt x="93758" y="6054"/>
                </a:moveTo>
                <a:lnTo>
                  <a:pt x="95315" y="7642"/>
                </a:lnTo>
                <a:lnTo>
                  <a:pt x="92980" y="6848"/>
                </a:lnTo>
                <a:close/>
                <a:moveTo>
                  <a:pt x="87238" y="377983"/>
                </a:moveTo>
                <a:lnTo>
                  <a:pt x="89111" y="378338"/>
                </a:lnTo>
                <a:lnTo>
                  <a:pt x="86302" y="378160"/>
                </a:lnTo>
                <a:close/>
                <a:moveTo>
                  <a:pt x="80312" y="82056"/>
                </a:moveTo>
                <a:lnTo>
                  <a:pt x="81667" y="83724"/>
                </a:lnTo>
                <a:lnTo>
                  <a:pt x="79635" y="82890"/>
                </a:lnTo>
                <a:close/>
                <a:moveTo>
                  <a:pt x="50004" y="384398"/>
                </a:moveTo>
                <a:lnTo>
                  <a:pt x="50446" y="385943"/>
                </a:lnTo>
                <a:lnTo>
                  <a:pt x="49784" y="385170"/>
                </a:lnTo>
                <a:close/>
                <a:moveTo>
                  <a:pt x="108175" y="5207"/>
                </a:moveTo>
                <a:lnTo>
                  <a:pt x="108798" y="5748"/>
                </a:lnTo>
                <a:lnTo>
                  <a:pt x="107864" y="5478"/>
                </a:lnTo>
                <a:close/>
                <a:moveTo>
                  <a:pt x="8763" y="385996"/>
                </a:moveTo>
                <a:lnTo>
                  <a:pt x="10391" y="386562"/>
                </a:lnTo>
                <a:lnTo>
                  <a:pt x="7949" y="386279"/>
                </a:lnTo>
                <a:close/>
                <a:moveTo>
                  <a:pt x="10020" y="347544"/>
                </a:moveTo>
                <a:lnTo>
                  <a:pt x="11066" y="348845"/>
                </a:lnTo>
                <a:lnTo>
                  <a:pt x="9496" y="348194"/>
                </a:lnTo>
                <a:close/>
                <a:moveTo>
                  <a:pt x="115795" y="52138"/>
                </a:moveTo>
                <a:lnTo>
                  <a:pt x="116987" y="52755"/>
                </a:lnTo>
                <a:lnTo>
                  <a:pt x="115198" y="52447"/>
                </a:lnTo>
                <a:close/>
                <a:moveTo>
                  <a:pt x="127133" y="133721"/>
                </a:moveTo>
                <a:lnTo>
                  <a:pt x="128577" y="134353"/>
                </a:lnTo>
                <a:lnTo>
                  <a:pt x="126412" y="134037"/>
                </a:lnTo>
                <a:close/>
                <a:moveTo>
                  <a:pt x="92428" y="29478"/>
                </a:moveTo>
                <a:lnTo>
                  <a:pt x="93067" y="30999"/>
                </a:lnTo>
                <a:lnTo>
                  <a:pt x="92109" y="30239"/>
                </a:lnTo>
                <a:close/>
                <a:moveTo>
                  <a:pt x="92164" y="249390"/>
                </a:moveTo>
                <a:lnTo>
                  <a:pt x="92521" y="250374"/>
                </a:lnTo>
                <a:lnTo>
                  <a:pt x="91985" y="249882"/>
                </a:lnTo>
                <a:close/>
                <a:moveTo>
                  <a:pt x="60928" y="213438"/>
                </a:moveTo>
                <a:lnTo>
                  <a:pt x="62183" y="214539"/>
                </a:lnTo>
                <a:lnTo>
                  <a:pt x="60300" y="213988"/>
                </a:lnTo>
                <a:close/>
                <a:moveTo>
                  <a:pt x="84827" y="310669"/>
                </a:moveTo>
                <a:lnTo>
                  <a:pt x="85534" y="312061"/>
                </a:lnTo>
                <a:lnTo>
                  <a:pt x="84474" y="311365"/>
                </a:lnTo>
                <a:close/>
                <a:moveTo>
                  <a:pt x="74327" y="119304"/>
                </a:moveTo>
                <a:lnTo>
                  <a:pt x="75229" y="120937"/>
                </a:lnTo>
                <a:lnTo>
                  <a:pt x="73876" y="120121"/>
                </a:lnTo>
                <a:close/>
                <a:moveTo>
                  <a:pt x="16945" y="232408"/>
                </a:moveTo>
                <a:lnTo>
                  <a:pt x="18079" y="233298"/>
                </a:lnTo>
                <a:lnTo>
                  <a:pt x="16378" y="232853"/>
                </a:lnTo>
                <a:close/>
                <a:moveTo>
                  <a:pt x="106627" y="304600"/>
                </a:moveTo>
                <a:lnTo>
                  <a:pt x="108569" y="305315"/>
                </a:lnTo>
                <a:lnTo>
                  <a:pt x="105655" y="304957"/>
                </a:lnTo>
                <a:close/>
                <a:moveTo>
                  <a:pt x="12655" y="324847"/>
                </a:moveTo>
                <a:lnTo>
                  <a:pt x="13959" y="325659"/>
                </a:lnTo>
                <a:lnTo>
                  <a:pt x="12003" y="325253"/>
                </a:lnTo>
                <a:close/>
                <a:moveTo>
                  <a:pt x="98855" y="9802"/>
                </a:moveTo>
                <a:lnTo>
                  <a:pt x="99857" y="10156"/>
                </a:lnTo>
                <a:lnTo>
                  <a:pt x="98354" y="9979"/>
                </a:lnTo>
                <a:close/>
                <a:moveTo>
                  <a:pt x="53715" y="76318"/>
                </a:moveTo>
                <a:lnTo>
                  <a:pt x="54188" y="77789"/>
                </a:lnTo>
                <a:lnTo>
                  <a:pt x="53478" y="77054"/>
                </a:lnTo>
                <a:close/>
                <a:moveTo>
                  <a:pt x="50995" y="79404"/>
                </a:moveTo>
                <a:lnTo>
                  <a:pt x="53115" y="81075"/>
                </a:lnTo>
                <a:lnTo>
                  <a:pt x="49935" y="80239"/>
                </a:lnTo>
                <a:close/>
                <a:moveTo>
                  <a:pt x="50989" y="67607"/>
                </a:moveTo>
                <a:lnTo>
                  <a:pt x="52552" y="68456"/>
                </a:lnTo>
                <a:lnTo>
                  <a:pt x="50207" y="68032"/>
                </a:lnTo>
                <a:close/>
                <a:moveTo>
                  <a:pt x="26350" y="231957"/>
                </a:moveTo>
                <a:lnTo>
                  <a:pt x="28499" y="233313"/>
                </a:lnTo>
                <a:lnTo>
                  <a:pt x="25276" y="232635"/>
                </a:lnTo>
                <a:close/>
                <a:moveTo>
                  <a:pt x="15805" y="119407"/>
                </a:moveTo>
                <a:lnTo>
                  <a:pt x="16629" y="119975"/>
                </a:lnTo>
                <a:lnTo>
                  <a:pt x="15393" y="119691"/>
                </a:lnTo>
                <a:close/>
                <a:moveTo>
                  <a:pt x="112720" y="34213"/>
                </a:moveTo>
                <a:lnTo>
                  <a:pt x="114814" y="35451"/>
                </a:lnTo>
                <a:lnTo>
                  <a:pt x="111674" y="34832"/>
                </a:lnTo>
                <a:close/>
                <a:moveTo>
                  <a:pt x="61836" y="128990"/>
                </a:moveTo>
                <a:lnTo>
                  <a:pt x="64013" y="129805"/>
                </a:lnTo>
                <a:lnTo>
                  <a:pt x="60747" y="129398"/>
                </a:lnTo>
                <a:close/>
                <a:moveTo>
                  <a:pt x="27082" y="45597"/>
                </a:moveTo>
                <a:lnTo>
                  <a:pt x="28875" y="46814"/>
                </a:lnTo>
                <a:lnTo>
                  <a:pt x="26186" y="46205"/>
                </a:lnTo>
                <a:close/>
                <a:moveTo>
                  <a:pt x="91876" y="113071"/>
                </a:moveTo>
                <a:lnTo>
                  <a:pt x="93647" y="114131"/>
                </a:lnTo>
                <a:lnTo>
                  <a:pt x="90991" y="113601"/>
                </a:lnTo>
                <a:close/>
                <a:moveTo>
                  <a:pt x="130426" y="308379"/>
                </a:moveTo>
                <a:lnTo>
                  <a:pt x="132092" y="309745"/>
                </a:lnTo>
                <a:lnTo>
                  <a:pt x="129592" y="309062"/>
                </a:lnTo>
                <a:close/>
                <a:moveTo>
                  <a:pt x="75266" y="256382"/>
                </a:moveTo>
                <a:lnTo>
                  <a:pt x="76266" y="258151"/>
                </a:lnTo>
                <a:lnTo>
                  <a:pt x="74766" y="257267"/>
                </a:lnTo>
                <a:close/>
                <a:moveTo>
                  <a:pt x="90038" y="235227"/>
                </a:moveTo>
                <a:lnTo>
                  <a:pt x="91051" y="235941"/>
                </a:lnTo>
                <a:lnTo>
                  <a:pt x="89531" y="235584"/>
                </a:lnTo>
                <a:close/>
                <a:moveTo>
                  <a:pt x="91622" y="383025"/>
                </a:moveTo>
                <a:lnTo>
                  <a:pt x="93536" y="384713"/>
                </a:lnTo>
                <a:lnTo>
                  <a:pt x="90665" y="383869"/>
                </a:lnTo>
                <a:close/>
                <a:moveTo>
                  <a:pt x="103747" y="357095"/>
                </a:moveTo>
                <a:lnTo>
                  <a:pt x="104134" y="358112"/>
                </a:lnTo>
                <a:lnTo>
                  <a:pt x="103553" y="357604"/>
                </a:lnTo>
                <a:close/>
                <a:moveTo>
                  <a:pt x="137170" y="258731"/>
                </a:moveTo>
                <a:lnTo>
                  <a:pt x="138642" y="259598"/>
                </a:lnTo>
                <a:lnTo>
                  <a:pt x="136434" y="259164"/>
                </a:lnTo>
                <a:close/>
                <a:moveTo>
                  <a:pt x="9794" y="16933"/>
                </a:moveTo>
                <a:lnTo>
                  <a:pt x="10476" y="17653"/>
                </a:lnTo>
                <a:lnTo>
                  <a:pt x="9454" y="17293"/>
                </a:lnTo>
                <a:close/>
                <a:moveTo>
                  <a:pt x="71802" y="141604"/>
                </a:moveTo>
                <a:lnTo>
                  <a:pt x="72207" y="142549"/>
                </a:lnTo>
                <a:lnTo>
                  <a:pt x="71600" y="142076"/>
                </a:lnTo>
                <a:close/>
                <a:moveTo>
                  <a:pt x="37381" y="253445"/>
                </a:moveTo>
                <a:lnTo>
                  <a:pt x="37910" y="255090"/>
                </a:lnTo>
                <a:lnTo>
                  <a:pt x="37117" y="254268"/>
                </a:lnTo>
                <a:close/>
                <a:moveTo>
                  <a:pt x="76868" y="35695"/>
                </a:moveTo>
                <a:lnTo>
                  <a:pt x="77871" y="36762"/>
                </a:lnTo>
                <a:lnTo>
                  <a:pt x="76366" y="36229"/>
                </a:lnTo>
                <a:close/>
                <a:moveTo>
                  <a:pt x="109572" y="149467"/>
                </a:moveTo>
                <a:lnTo>
                  <a:pt x="110701" y="150201"/>
                </a:lnTo>
                <a:lnTo>
                  <a:pt x="109008" y="149834"/>
                </a:lnTo>
                <a:close/>
                <a:moveTo>
                  <a:pt x="62823" y="29761"/>
                </a:moveTo>
                <a:lnTo>
                  <a:pt x="64163" y="30413"/>
                </a:lnTo>
                <a:lnTo>
                  <a:pt x="62152" y="30087"/>
                </a:lnTo>
                <a:close/>
                <a:moveTo>
                  <a:pt x="67050" y="44527"/>
                </a:moveTo>
                <a:lnTo>
                  <a:pt x="67658" y="45415"/>
                </a:lnTo>
                <a:lnTo>
                  <a:pt x="66746" y="44971"/>
                </a:lnTo>
                <a:close/>
                <a:moveTo>
                  <a:pt x="97127" y="287329"/>
                </a:moveTo>
                <a:lnTo>
                  <a:pt x="99074" y="289028"/>
                </a:lnTo>
                <a:lnTo>
                  <a:pt x="96153" y="288179"/>
                </a:lnTo>
                <a:close/>
                <a:moveTo>
                  <a:pt x="2123" y="195564"/>
                </a:moveTo>
                <a:lnTo>
                  <a:pt x="4310" y="196235"/>
                </a:lnTo>
                <a:lnTo>
                  <a:pt x="1029" y="195900"/>
                </a:lnTo>
                <a:close/>
                <a:moveTo>
                  <a:pt x="117415" y="122257"/>
                </a:moveTo>
                <a:lnTo>
                  <a:pt x="118171" y="123431"/>
                </a:lnTo>
                <a:lnTo>
                  <a:pt x="117038" y="122844"/>
                </a:lnTo>
                <a:close/>
                <a:moveTo>
                  <a:pt x="99568" y="268504"/>
                </a:moveTo>
                <a:lnTo>
                  <a:pt x="100278" y="269480"/>
                </a:lnTo>
                <a:lnTo>
                  <a:pt x="99213" y="268992"/>
                </a:lnTo>
                <a:close/>
                <a:moveTo>
                  <a:pt x="131458" y="184994"/>
                </a:moveTo>
                <a:lnTo>
                  <a:pt x="132777" y="186393"/>
                </a:lnTo>
                <a:lnTo>
                  <a:pt x="130799" y="185694"/>
                </a:lnTo>
                <a:close/>
                <a:moveTo>
                  <a:pt x="52291" y="116892"/>
                </a:moveTo>
                <a:lnTo>
                  <a:pt x="52713" y="117318"/>
                </a:lnTo>
                <a:lnTo>
                  <a:pt x="52081" y="117105"/>
                </a:lnTo>
                <a:close/>
                <a:moveTo>
                  <a:pt x="90568" y="224305"/>
                </a:moveTo>
                <a:lnTo>
                  <a:pt x="92476" y="226026"/>
                </a:lnTo>
                <a:lnTo>
                  <a:pt x="89615" y="225165"/>
                </a:lnTo>
                <a:close/>
                <a:moveTo>
                  <a:pt x="18327" y="219513"/>
                </a:moveTo>
                <a:lnTo>
                  <a:pt x="19880" y="220787"/>
                </a:lnTo>
                <a:lnTo>
                  <a:pt x="17551" y="220150"/>
                </a:lnTo>
                <a:close/>
                <a:moveTo>
                  <a:pt x="36945" y="231564"/>
                </a:moveTo>
                <a:lnTo>
                  <a:pt x="37998" y="231949"/>
                </a:lnTo>
                <a:lnTo>
                  <a:pt x="36419" y="231757"/>
                </a:lnTo>
                <a:close/>
                <a:moveTo>
                  <a:pt x="48190" y="181746"/>
                </a:moveTo>
                <a:lnTo>
                  <a:pt x="49036" y="183402"/>
                </a:lnTo>
                <a:lnTo>
                  <a:pt x="47767" y="182574"/>
                </a:lnTo>
                <a:close/>
                <a:moveTo>
                  <a:pt x="105109" y="258221"/>
                </a:moveTo>
                <a:lnTo>
                  <a:pt x="106321" y="258852"/>
                </a:lnTo>
                <a:lnTo>
                  <a:pt x="104503" y="258537"/>
                </a:lnTo>
                <a:close/>
                <a:moveTo>
                  <a:pt x="55839" y="240889"/>
                </a:moveTo>
                <a:lnTo>
                  <a:pt x="57490" y="242454"/>
                </a:lnTo>
                <a:lnTo>
                  <a:pt x="55014" y="241672"/>
                </a:lnTo>
                <a:close/>
                <a:moveTo>
                  <a:pt x="126002" y="135562"/>
                </a:moveTo>
                <a:lnTo>
                  <a:pt x="126356" y="136894"/>
                </a:lnTo>
                <a:lnTo>
                  <a:pt x="125825" y="136228"/>
                </a:lnTo>
                <a:close/>
                <a:moveTo>
                  <a:pt x="141564" y="132640"/>
                </a:moveTo>
                <a:lnTo>
                  <a:pt x="143406" y="133514"/>
                </a:lnTo>
                <a:lnTo>
                  <a:pt x="140643" y="133077"/>
                </a:lnTo>
                <a:close/>
                <a:moveTo>
                  <a:pt x="2768" y="199119"/>
                </a:moveTo>
                <a:lnTo>
                  <a:pt x="4471" y="200351"/>
                </a:lnTo>
                <a:lnTo>
                  <a:pt x="1917" y="199735"/>
                </a:lnTo>
                <a:close/>
                <a:moveTo>
                  <a:pt x="25375" y="123967"/>
                </a:moveTo>
                <a:lnTo>
                  <a:pt x="26565" y="124458"/>
                </a:lnTo>
                <a:lnTo>
                  <a:pt x="24780" y="124213"/>
                </a:lnTo>
                <a:close/>
                <a:moveTo>
                  <a:pt x="19724" y="263551"/>
                </a:moveTo>
                <a:lnTo>
                  <a:pt x="21132" y="264814"/>
                </a:lnTo>
                <a:lnTo>
                  <a:pt x="19020" y="264183"/>
                </a:lnTo>
                <a:close/>
                <a:moveTo>
                  <a:pt x="3201" y="375256"/>
                </a:moveTo>
                <a:lnTo>
                  <a:pt x="4618" y="376747"/>
                </a:lnTo>
                <a:lnTo>
                  <a:pt x="2493" y="376002"/>
                </a:lnTo>
                <a:close/>
                <a:moveTo>
                  <a:pt x="122996" y="301408"/>
                </a:moveTo>
                <a:lnTo>
                  <a:pt x="124625" y="302416"/>
                </a:lnTo>
                <a:lnTo>
                  <a:pt x="122181" y="301912"/>
                </a:lnTo>
                <a:close/>
                <a:moveTo>
                  <a:pt x="3117" y="324436"/>
                </a:moveTo>
                <a:lnTo>
                  <a:pt x="3799" y="325043"/>
                </a:lnTo>
                <a:lnTo>
                  <a:pt x="2776" y="324739"/>
                </a:lnTo>
                <a:close/>
                <a:moveTo>
                  <a:pt x="48724" y="381178"/>
                </a:moveTo>
                <a:lnTo>
                  <a:pt x="49515" y="382850"/>
                </a:lnTo>
                <a:lnTo>
                  <a:pt x="48328" y="382014"/>
                </a:lnTo>
                <a:close/>
              </a:path>
            </a:pathLst>
          </a:custGeom>
          <a:solidFill>
            <a:srgbClr val="777777">
              <a:alpha val="20000"/>
            </a:srgbClr>
          </a:solidFill>
          <a:ln w="0" cap="rnd" cmpd="sng" algn="ctr">
            <a:solidFill>
              <a:srgbClr val="FFFFFF">
                <a:alpha val="0"/>
              </a:srgbClr>
            </a:solidFill>
            <a:round/>
            <a:headEnd type="none"/>
            <a:tailEnd type="none"/>
          </a:ln>
        </p:spPr>
      </p:sp>
      <p:sp>
        <p:nvSpPr>
          <p:cNvPr id="947" name="neuron-level models / 0933 paper texture"/>
          <p:cNvSpPr/>
          <p:nvPr/>
        </p:nvSpPr>
        <p:spPr>
          <a:xfrm>
            <a:off x="12812907" y="1411638"/>
            <a:ext cx="1338762" cy="3589081"/>
          </a:xfrm>
          <a:custGeom>
            <a:avLst/>
            <a:gdLst/>
            <a:ahLst/>
            <a:cxnLst/>
            <a:rect l="0" t="0" r="r" b="b"/>
            <a:pathLst>
              <a:path w="146409" h="392507" fill="norm" stroke="1" extrusionOk="0">
                <a:moveTo>
                  <a:pt x="62997" y="309509"/>
                </a:moveTo>
                <a:lnTo>
                  <a:pt x="64794" y="310667"/>
                </a:lnTo>
                <a:lnTo>
                  <a:pt x="62098" y="310088"/>
                </a:lnTo>
                <a:close/>
                <a:moveTo>
                  <a:pt x="91236" y="323809"/>
                </a:moveTo>
                <a:lnTo>
                  <a:pt x="91939" y="325382"/>
                </a:lnTo>
                <a:lnTo>
                  <a:pt x="90884" y="324596"/>
                </a:lnTo>
                <a:close/>
                <a:moveTo>
                  <a:pt x="27372" y="42798"/>
                </a:moveTo>
                <a:lnTo>
                  <a:pt x="29458" y="43307"/>
                </a:lnTo>
                <a:lnTo>
                  <a:pt x="26330" y="43052"/>
                </a:lnTo>
                <a:close/>
                <a:moveTo>
                  <a:pt x="8260" y="267805"/>
                </a:moveTo>
                <a:lnTo>
                  <a:pt x="8649" y="269281"/>
                </a:lnTo>
                <a:lnTo>
                  <a:pt x="8065" y="268543"/>
                </a:lnTo>
                <a:close/>
                <a:moveTo>
                  <a:pt x="85762" y="346085"/>
                </a:moveTo>
                <a:lnTo>
                  <a:pt x="87610" y="346895"/>
                </a:lnTo>
                <a:lnTo>
                  <a:pt x="84838" y="346490"/>
                </a:lnTo>
                <a:close/>
                <a:moveTo>
                  <a:pt x="82898" y="1898"/>
                </a:moveTo>
                <a:lnTo>
                  <a:pt x="84911" y="3485"/>
                </a:lnTo>
                <a:lnTo>
                  <a:pt x="81891" y="2691"/>
                </a:lnTo>
                <a:close/>
                <a:moveTo>
                  <a:pt x="5935" y="228237"/>
                </a:moveTo>
                <a:lnTo>
                  <a:pt x="7825" y="228733"/>
                </a:lnTo>
                <a:lnTo>
                  <a:pt x="4989" y="228485"/>
                </a:lnTo>
                <a:close/>
                <a:moveTo>
                  <a:pt x="115364" y="151776"/>
                </a:moveTo>
                <a:lnTo>
                  <a:pt x="116183" y="152755"/>
                </a:lnTo>
                <a:lnTo>
                  <a:pt x="114954" y="152266"/>
                </a:lnTo>
                <a:close/>
                <a:moveTo>
                  <a:pt x="27554" y="17517"/>
                </a:moveTo>
                <a:lnTo>
                  <a:pt x="28692" y="18688"/>
                </a:lnTo>
                <a:lnTo>
                  <a:pt x="26985" y="18103"/>
                </a:lnTo>
                <a:close/>
                <a:moveTo>
                  <a:pt x="22630" y="190638"/>
                </a:moveTo>
                <a:lnTo>
                  <a:pt x="24318" y="191961"/>
                </a:lnTo>
                <a:lnTo>
                  <a:pt x="21787" y="191300"/>
                </a:lnTo>
                <a:close/>
                <a:moveTo>
                  <a:pt x="49870" y="114453"/>
                </a:moveTo>
                <a:lnTo>
                  <a:pt x="50580" y="115671"/>
                </a:lnTo>
                <a:lnTo>
                  <a:pt x="49515" y="115062"/>
                </a:lnTo>
                <a:close/>
                <a:moveTo>
                  <a:pt x="55321" y="281963"/>
                </a:moveTo>
                <a:lnTo>
                  <a:pt x="56782" y="283748"/>
                </a:lnTo>
                <a:lnTo>
                  <a:pt x="54591" y="282855"/>
                </a:lnTo>
                <a:close/>
                <a:moveTo>
                  <a:pt x="32010" y="237873"/>
                </a:moveTo>
                <a:lnTo>
                  <a:pt x="33057" y="239126"/>
                </a:lnTo>
                <a:lnTo>
                  <a:pt x="31486" y="238500"/>
                </a:lnTo>
                <a:close/>
                <a:moveTo>
                  <a:pt x="11761" y="147873"/>
                </a:moveTo>
                <a:lnTo>
                  <a:pt x="13063" y="149408"/>
                </a:lnTo>
                <a:lnTo>
                  <a:pt x="11110" y="148640"/>
                </a:lnTo>
                <a:close/>
                <a:moveTo>
                  <a:pt x="59629" y="36952"/>
                </a:moveTo>
                <a:lnTo>
                  <a:pt x="61573" y="38352"/>
                </a:lnTo>
                <a:lnTo>
                  <a:pt x="58657" y="37652"/>
                </a:lnTo>
                <a:close/>
                <a:moveTo>
                  <a:pt x="49154" y="314462"/>
                </a:moveTo>
                <a:lnTo>
                  <a:pt x="51205" y="314854"/>
                </a:lnTo>
                <a:lnTo>
                  <a:pt x="48129" y="314658"/>
                </a:lnTo>
                <a:close/>
                <a:moveTo>
                  <a:pt x="1695" y="54284"/>
                </a:moveTo>
                <a:lnTo>
                  <a:pt x="2700" y="54996"/>
                </a:lnTo>
                <a:lnTo>
                  <a:pt x="1193" y="54640"/>
                </a:lnTo>
                <a:close/>
                <a:moveTo>
                  <a:pt x="13972" y="298255"/>
                </a:moveTo>
                <a:lnTo>
                  <a:pt x="14332" y="299921"/>
                </a:lnTo>
                <a:lnTo>
                  <a:pt x="13792" y="299088"/>
                </a:lnTo>
                <a:close/>
                <a:moveTo>
                  <a:pt x="12745" y="321192"/>
                </a:moveTo>
                <a:lnTo>
                  <a:pt x="13659" y="321632"/>
                </a:lnTo>
                <a:lnTo>
                  <a:pt x="12287" y="321412"/>
                </a:lnTo>
                <a:close/>
                <a:moveTo>
                  <a:pt x="47635" y="152893"/>
                </a:moveTo>
                <a:lnTo>
                  <a:pt x="49196" y="153767"/>
                </a:lnTo>
                <a:lnTo>
                  <a:pt x="46854" y="153330"/>
                </a:lnTo>
                <a:close/>
                <a:moveTo>
                  <a:pt x="66761" y="79270"/>
                </a:moveTo>
                <a:lnTo>
                  <a:pt x="68393" y="80989"/>
                </a:lnTo>
                <a:lnTo>
                  <a:pt x="65945" y="80130"/>
                </a:lnTo>
                <a:close/>
                <a:moveTo>
                  <a:pt x="88221" y="170162"/>
                </a:moveTo>
                <a:lnTo>
                  <a:pt x="89483" y="171584"/>
                </a:lnTo>
                <a:lnTo>
                  <a:pt x="87590" y="170873"/>
                </a:lnTo>
                <a:close/>
                <a:moveTo>
                  <a:pt x="21198" y="184344"/>
                </a:moveTo>
                <a:lnTo>
                  <a:pt x="23236" y="185550"/>
                </a:lnTo>
                <a:lnTo>
                  <a:pt x="20179" y="184947"/>
                </a:lnTo>
                <a:close/>
                <a:moveTo>
                  <a:pt x="37800" y="193619"/>
                </a:moveTo>
                <a:lnTo>
                  <a:pt x="38332" y="195316"/>
                </a:lnTo>
                <a:lnTo>
                  <a:pt x="37534" y="194467"/>
                </a:lnTo>
                <a:close/>
                <a:moveTo>
                  <a:pt x="26598" y="98046"/>
                </a:moveTo>
                <a:lnTo>
                  <a:pt x="27028" y="98807"/>
                </a:lnTo>
                <a:lnTo>
                  <a:pt x="26383" y="98427"/>
                </a:lnTo>
                <a:close/>
                <a:moveTo>
                  <a:pt x="121977" y="251398"/>
                </a:moveTo>
                <a:lnTo>
                  <a:pt x="122330" y="252028"/>
                </a:lnTo>
                <a:lnTo>
                  <a:pt x="121800" y="251713"/>
                </a:lnTo>
                <a:close/>
                <a:moveTo>
                  <a:pt x="118801" y="158680"/>
                </a:moveTo>
                <a:lnTo>
                  <a:pt x="119362" y="159922"/>
                </a:lnTo>
                <a:lnTo>
                  <a:pt x="118521" y="159301"/>
                </a:lnTo>
                <a:close/>
                <a:moveTo>
                  <a:pt x="9697" y="253790"/>
                </a:moveTo>
                <a:lnTo>
                  <a:pt x="11401" y="254723"/>
                </a:lnTo>
                <a:lnTo>
                  <a:pt x="8845" y="254257"/>
                </a:lnTo>
                <a:close/>
                <a:moveTo>
                  <a:pt x="115090" y="325479"/>
                </a:moveTo>
                <a:lnTo>
                  <a:pt x="115834" y="326250"/>
                </a:lnTo>
                <a:lnTo>
                  <a:pt x="114719" y="325865"/>
                </a:lnTo>
                <a:close/>
                <a:moveTo>
                  <a:pt x="23312" y="215405"/>
                </a:moveTo>
                <a:lnTo>
                  <a:pt x="25163" y="217150"/>
                </a:lnTo>
                <a:lnTo>
                  <a:pt x="22386" y="216278"/>
                </a:lnTo>
                <a:close/>
                <a:moveTo>
                  <a:pt x="45025" y="386295"/>
                </a:moveTo>
                <a:lnTo>
                  <a:pt x="45682" y="387196"/>
                </a:lnTo>
                <a:lnTo>
                  <a:pt x="44696" y="386745"/>
                </a:lnTo>
                <a:close/>
                <a:moveTo>
                  <a:pt x="15342" y="207974"/>
                </a:moveTo>
                <a:lnTo>
                  <a:pt x="16164" y="208618"/>
                </a:lnTo>
                <a:lnTo>
                  <a:pt x="14932" y="208296"/>
                </a:lnTo>
                <a:close/>
                <a:moveTo>
                  <a:pt x="93748" y="79289"/>
                </a:moveTo>
                <a:lnTo>
                  <a:pt x="94974" y="80831"/>
                </a:lnTo>
                <a:lnTo>
                  <a:pt x="93135" y="80060"/>
                </a:lnTo>
                <a:close/>
                <a:moveTo>
                  <a:pt x="4117" y="171733"/>
                </a:moveTo>
                <a:lnTo>
                  <a:pt x="5351" y="172076"/>
                </a:lnTo>
                <a:lnTo>
                  <a:pt x="3500" y="171905"/>
                </a:lnTo>
                <a:close/>
                <a:moveTo>
                  <a:pt x="84554" y="159362"/>
                </a:moveTo>
                <a:lnTo>
                  <a:pt x="85689" y="160944"/>
                </a:lnTo>
                <a:lnTo>
                  <a:pt x="83987" y="160153"/>
                </a:lnTo>
                <a:close/>
                <a:moveTo>
                  <a:pt x="15794" y="16802"/>
                </a:moveTo>
                <a:lnTo>
                  <a:pt x="16513" y="17238"/>
                </a:lnTo>
                <a:lnTo>
                  <a:pt x="15434" y="17020"/>
                </a:lnTo>
                <a:close/>
                <a:moveTo>
                  <a:pt x="84852" y="176273"/>
                </a:moveTo>
                <a:lnTo>
                  <a:pt x="86611" y="177741"/>
                </a:lnTo>
                <a:lnTo>
                  <a:pt x="83972" y="177007"/>
                </a:lnTo>
                <a:close/>
                <a:moveTo>
                  <a:pt x="53518" y="255077"/>
                </a:moveTo>
                <a:lnTo>
                  <a:pt x="54370" y="255627"/>
                </a:lnTo>
                <a:lnTo>
                  <a:pt x="53093" y="255352"/>
                </a:lnTo>
                <a:close/>
                <a:moveTo>
                  <a:pt x="9523" y="160138"/>
                </a:moveTo>
                <a:lnTo>
                  <a:pt x="10411" y="161565"/>
                </a:lnTo>
                <a:lnTo>
                  <a:pt x="9078" y="160851"/>
                </a:lnTo>
                <a:close/>
                <a:moveTo>
                  <a:pt x="135245" y="78945"/>
                </a:moveTo>
                <a:lnTo>
                  <a:pt x="136245" y="79924"/>
                </a:lnTo>
                <a:lnTo>
                  <a:pt x="134745" y="79435"/>
                </a:lnTo>
                <a:close/>
                <a:moveTo>
                  <a:pt x="57507" y="231807"/>
                </a:moveTo>
                <a:lnTo>
                  <a:pt x="58564" y="232887"/>
                </a:lnTo>
                <a:lnTo>
                  <a:pt x="56978" y="232347"/>
                </a:lnTo>
                <a:close/>
                <a:moveTo>
                  <a:pt x="84251" y="216948"/>
                </a:moveTo>
                <a:lnTo>
                  <a:pt x="84650" y="218147"/>
                </a:lnTo>
                <a:lnTo>
                  <a:pt x="84052" y="217548"/>
                </a:lnTo>
                <a:close/>
                <a:moveTo>
                  <a:pt x="99604" y="132364"/>
                </a:moveTo>
                <a:lnTo>
                  <a:pt x="100547" y="133878"/>
                </a:lnTo>
                <a:lnTo>
                  <a:pt x="99133" y="133121"/>
                </a:lnTo>
                <a:close/>
                <a:moveTo>
                  <a:pt x="100722" y="189546"/>
                </a:moveTo>
                <a:lnTo>
                  <a:pt x="101496" y="190217"/>
                </a:lnTo>
                <a:lnTo>
                  <a:pt x="100335" y="189881"/>
                </a:lnTo>
                <a:close/>
                <a:moveTo>
                  <a:pt x="30812" y="368058"/>
                </a:moveTo>
                <a:lnTo>
                  <a:pt x="31702" y="369106"/>
                </a:lnTo>
                <a:lnTo>
                  <a:pt x="30367" y="368582"/>
                </a:lnTo>
                <a:close/>
                <a:moveTo>
                  <a:pt x="51493" y="68311"/>
                </a:moveTo>
                <a:lnTo>
                  <a:pt x="53464" y="68787"/>
                </a:lnTo>
                <a:lnTo>
                  <a:pt x="50507" y="68549"/>
                </a:lnTo>
                <a:close/>
                <a:moveTo>
                  <a:pt x="129636" y="122381"/>
                </a:moveTo>
                <a:lnTo>
                  <a:pt x="130204" y="123193"/>
                </a:lnTo>
                <a:lnTo>
                  <a:pt x="129352" y="122787"/>
                </a:lnTo>
                <a:close/>
                <a:moveTo>
                  <a:pt x="36572" y="337597"/>
                </a:moveTo>
                <a:lnTo>
                  <a:pt x="38318" y="338040"/>
                </a:lnTo>
                <a:lnTo>
                  <a:pt x="35699" y="337819"/>
                </a:lnTo>
                <a:close/>
                <a:moveTo>
                  <a:pt x="60546" y="134718"/>
                </a:moveTo>
                <a:lnTo>
                  <a:pt x="62472" y="136231"/>
                </a:lnTo>
                <a:lnTo>
                  <a:pt x="59583" y="135474"/>
                </a:lnTo>
                <a:close/>
                <a:moveTo>
                  <a:pt x="94369" y="17572"/>
                </a:moveTo>
                <a:lnTo>
                  <a:pt x="95945" y="18355"/>
                </a:lnTo>
                <a:lnTo>
                  <a:pt x="93582" y="17963"/>
                </a:lnTo>
                <a:close/>
                <a:moveTo>
                  <a:pt x="41472" y="134819"/>
                </a:moveTo>
                <a:lnTo>
                  <a:pt x="41876" y="135402"/>
                </a:lnTo>
                <a:lnTo>
                  <a:pt x="41269" y="135110"/>
                </a:lnTo>
                <a:close/>
                <a:moveTo>
                  <a:pt x="119091" y="348541"/>
                </a:moveTo>
                <a:lnTo>
                  <a:pt x="120888" y="349616"/>
                </a:lnTo>
                <a:lnTo>
                  <a:pt x="118192" y="349078"/>
                </a:lnTo>
                <a:close/>
                <a:moveTo>
                  <a:pt x="36032" y="346283"/>
                </a:moveTo>
                <a:lnTo>
                  <a:pt x="38104" y="347591"/>
                </a:lnTo>
                <a:lnTo>
                  <a:pt x="34996" y="346937"/>
                </a:lnTo>
                <a:close/>
                <a:moveTo>
                  <a:pt x="103802" y="276890"/>
                </a:moveTo>
                <a:lnTo>
                  <a:pt x="104899" y="277431"/>
                </a:lnTo>
                <a:lnTo>
                  <a:pt x="103253" y="277161"/>
                </a:lnTo>
                <a:close/>
                <a:moveTo>
                  <a:pt x="113858" y="301713"/>
                </a:moveTo>
                <a:lnTo>
                  <a:pt x="115027" y="302963"/>
                </a:lnTo>
                <a:lnTo>
                  <a:pt x="113274" y="302338"/>
                </a:lnTo>
                <a:close/>
                <a:moveTo>
                  <a:pt x="77380" y="107161"/>
                </a:moveTo>
                <a:lnTo>
                  <a:pt x="77814" y="108305"/>
                </a:lnTo>
                <a:lnTo>
                  <a:pt x="77164" y="107733"/>
                </a:lnTo>
                <a:close/>
                <a:moveTo>
                  <a:pt x="95518" y="353632"/>
                </a:moveTo>
                <a:lnTo>
                  <a:pt x="96143" y="354947"/>
                </a:lnTo>
                <a:lnTo>
                  <a:pt x="95205" y="354289"/>
                </a:lnTo>
                <a:close/>
                <a:moveTo>
                  <a:pt x="79664" y="159484"/>
                </a:moveTo>
                <a:lnTo>
                  <a:pt x="80837" y="161175"/>
                </a:lnTo>
                <a:lnTo>
                  <a:pt x="79077" y="160329"/>
                </a:lnTo>
                <a:close/>
                <a:moveTo>
                  <a:pt x="41915" y="42861"/>
                </a:moveTo>
                <a:lnTo>
                  <a:pt x="42907" y="43228"/>
                </a:lnTo>
                <a:lnTo>
                  <a:pt x="41419" y="43045"/>
                </a:lnTo>
                <a:close/>
                <a:moveTo>
                  <a:pt x="144474" y="293697"/>
                </a:moveTo>
                <a:lnTo>
                  <a:pt x="144945" y="294922"/>
                </a:lnTo>
                <a:lnTo>
                  <a:pt x="144239" y="294310"/>
                </a:lnTo>
                <a:close/>
                <a:moveTo>
                  <a:pt x="69292" y="22913"/>
                </a:moveTo>
                <a:lnTo>
                  <a:pt x="70102" y="23339"/>
                </a:lnTo>
                <a:lnTo>
                  <a:pt x="68887" y="23126"/>
                </a:lnTo>
                <a:close/>
                <a:moveTo>
                  <a:pt x="115550" y="386632"/>
                </a:moveTo>
                <a:lnTo>
                  <a:pt x="117111" y="387629"/>
                </a:lnTo>
                <a:lnTo>
                  <a:pt x="114770" y="387130"/>
                </a:lnTo>
                <a:close/>
                <a:moveTo>
                  <a:pt x="48554" y="22121"/>
                </a:moveTo>
                <a:lnTo>
                  <a:pt x="50210" y="23699"/>
                </a:lnTo>
                <a:lnTo>
                  <a:pt x="47726" y="22910"/>
                </a:lnTo>
                <a:close/>
                <a:moveTo>
                  <a:pt x="41876" y="192282"/>
                </a:moveTo>
                <a:lnTo>
                  <a:pt x="43306" y="193628"/>
                </a:lnTo>
                <a:lnTo>
                  <a:pt x="41160" y="192955"/>
                </a:lnTo>
                <a:close/>
                <a:moveTo>
                  <a:pt x="5682" y="272719"/>
                </a:moveTo>
                <a:lnTo>
                  <a:pt x="6283" y="274197"/>
                </a:lnTo>
                <a:lnTo>
                  <a:pt x="5382" y="273458"/>
                </a:lnTo>
                <a:close/>
                <a:moveTo>
                  <a:pt x="143495" y="254305"/>
                </a:moveTo>
                <a:lnTo>
                  <a:pt x="145461" y="255804"/>
                </a:lnTo>
                <a:lnTo>
                  <a:pt x="142512" y="255055"/>
                </a:lnTo>
                <a:close/>
                <a:moveTo>
                  <a:pt x="17300" y="95"/>
                </a:moveTo>
                <a:lnTo>
                  <a:pt x="18841" y="1338"/>
                </a:lnTo>
                <a:lnTo>
                  <a:pt x="16530" y="717"/>
                </a:lnTo>
                <a:close/>
                <a:moveTo>
                  <a:pt x="20185" y="52745"/>
                </a:moveTo>
                <a:lnTo>
                  <a:pt x="20877" y="54062"/>
                </a:lnTo>
                <a:lnTo>
                  <a:pt x="19839" y="53403"/>
                </a:lnTo>
                <a:close/>
                <a:moveTo>
                  <a:pt x="135149" y="116485"/>
                </a:moveTo>
                <a:lnTo>
                  <a:pt x="137227" y="117171"/>
                </a:lnTo>
                <a:lnTo>
                  <a:pt x="134109" y="116828"/>
                </a:lnTo>
                <a:close/>
                <a:moveTo>
                  <a:pt x="110740" y="135004"/>
                </a:moveTo>
                <a:lnTo>
                  <a:pt x="111937" y="135425"/>
                </a:lnTo>
                <a:lnTo>
                  <a:pt x="110142" y="135214"/>
                </a:lnTo>
                <a:close/>
                <a:moveTo>
                  <a:pt x="95511" y="293032"/>
                </a:moveTo>
                <a:lnTo>
                  <a:pt x="96877" y="294072"/>
                </a:lnTo>
                <a:lnTo>
                  <a:pt x="94827" y="293552"/>
                </a:lnTo>
                <a:close/>
                <a:moveTo>
                  <a:pt x="140652" y="194424"/>
                </a:moveTo>
                <a:lnTo>
                  <a:pt x="142093" y="196108"/>
                </a:lnTo>
                <a:lnTo>
                  <a:pt x="139931" y="195266"/>
                </a:lnTo>
                <a:close/>
                <a:moveTo>
                  <a:pt x="58250" y="31013"/>
                </a:moveTo>
                <a:lnTo>
                  <a:pt x="60214" y="32039"/>
                </a:lnTo>
                <a:lnTo>
                  <a:pt x="57268" y="31526"/>
                </a:lnTo>
                <a:close/>
                <a:moveTo>
                  <a:pt x="14360" y="175113"/>
                </a:moveTo>
                <a:lnTo>
                  <a:pt x="15729" y="175794"/>
                </a:lnTo>
                <a:lnTo>
                  <a:pt x="13675" y="175454"/>
                </a:lnTo>
                <a:close/>
                <a:moveTo>
                  <a:pt x="37743" y="205286"/>
                </a:moveTo>
                <a:lnTo>
                  <a:pt x="38746" y="206231"/>
                </a:lnTo>
                <a:lnTo>
                  <a:pt x="37241" y="205758"/>
                </a:lnTo>
                <a:close/>
                <a:moveTo>
                  <a:pt x="86527" y="187263"/>
                </a:moveTo>
                <a:lnTo>
                  <a:pt x="87104" y="188990"/>
                </a:lnTo>
                <a:lnTo>
                  <a:pt x="86238" y="188126"/>
                </a:lnTo>
                <a:close/>
                <a:moveTo>
                  <a:pt x="18405" y="173891"/>
                </a:moveTo>
                <a:lnTo>
                  <a:pt x="19855" y="174435"/>
                </a:lnTo>
                <a:lnTo>
                  <a:pt x="17680" y="174163"/>
                </a:lnTo>
                <a:close/>
                <a:moveTo>
                  <a:pt x="3620" y="245866"/>
                </a:moveTo>
                <a:lnTo>
                  <a:pt x="4315" y="247508"/>
                </a:lnTo>
                <a:lnTo>
                  <a:pt x="3273" y="246687"/>
                </a:lnTo>
                <a:close/>
                <a:moveTo>
                  <a:pt x="143526" y="308871"/>
                </a:moveTo>
                <a:lnTo>
                  <a:pt x="145416" y="309527"/>
                </a:lnTo>
                <a:lnTo>
                  <a:pt x="142581" y="309199"/>
                </a:lnTo>
                <a:close/>
                <a:moveTo>
                  <a:pt x="138662" y="70973"/>
                </a:moveTo>
                <a:lnTo>
                  <a:pt x="139422" y="72211"/>
                </a:lnTo>
                <a:lnTo>
                  <a:pt x="138282" y="71592"/>
                </a:lnTo>
                <a:close/>
                <a:moveTo>
                  <a:pt x="24621" y="292813"/>
                </a:moveTo>
                <a:lnTo>
                  <a:pt x="25903" y="294361"/>
                </a:lnTo>
                <a:lnTo>
                  <a:pt x="23979" y="293587"/>
                </a:lnTo>
                <a:close/>
                <a:moveTo>
                  <a:pt x="106332" y="142805"/>
                </a:moveTo>
                <a:lnTo>
                  <a:pt x="108356" y="144454"/>
                </a:lnTo>
                <a:lnTo>
                  <a:pt x="105320" y="143630"/>
                </a:lnTo>
                <a:close/>
                <a:moveTo>
                  <a:pt x="1739" y="38045"/>
                </a:moveTo>
                <a:lnTo>
                  <a:pt x="2783" y="38439"/>
                </a:lnTo>
                <a:lnTo>
                  <a:pt x="1218" y="38242"/>
                </a:lnTo>
                <a:close/>
                <a:moveTo>
                  <a:pt x="28741" y="357442"/>
                </a:moveTo>
                <a:lnTo>
                  <a:pt x="30168" y="358061"/>
                </a:lnTo>
                <a:lnTo>
                  <a:pt x="28027" y="357752"/>
                </a:lnTo>
                <a:close/>
                <a:moveTo>
                  <a:pt x="57117" y="45585"/>
                </a:moveTo>
                <a:lnTo>
                  <a:pt x="57869" y="46759"/>
                </a:lnTo>
                <a:lnTo>
                  <a:pt x="56741" y="46172"/>
                </a:lnTo>
                <a:close/>
                <a:moveTo>
                  <a:pt x="142771" y="17246"/>
                </a:moveTo>
                <a:lnTo>
                  <a:pt x="144099" y="18706"/>
                </a:lnTo>
                <a:lnTo>
                  <a:pt x="142108" y="17976"/>
                </a:lnTo>
                <a:close/>
                <a:moveTo>
                  <a:pt x="22465" y="117784"/>
                </a:moveTo>
                <a:lnTo>
                  <a:pt x="23209" y="118896"/>
                </a:lnTo>
                <a:lnTo>
                  <a:pt x="22093" y="118340"/>
                </a:lnTo>
                <a:close/>
                <a:moveTo>
                  <a:pt x="85874" y="69337"/>
                </a:moveTo>
                <a:lnTo>
                  <a:pt x="86433" y="70644"/>
                </a:lnTo>
                <a:lnTo>
                  <a:pt x="85595" y="69991"/>
                </a:lnTo>
                <a:close/>
                <a:moveTo>
                  <a:pt x="44266" y="303621"/>
                </a:moveTo>
                <a:lnTo>
                  <a:pt x="45578" y="303992"/>
                </a:lnTo>
                <a:lnTo>
                  <a:pt x="43610" y="303807"/>
                </a:lnTo>
                <a:close/>
                <a:moveTo>
                  <a:pt x="133205" y="176291"/>
                </a:moveTo>
                <a:lnTo>
                  <a:pt x="134488" y="177116"/>
                </a:lnTo>
                <a:lnTo>
                  <a:pt x="132563" y="176704"/>
                </a:lnTo>
                <a:close/>
                <a:moveTo>
                  <a:pt x="93240" y="76359"/>
                </a:moveTo>
                <a:lnTo>
                  <a:pt x="95144" y="77389"/>
                </a:lnTo>
                <a:lnTo>
                  <a:pt x="92289" y="76874"/>
                </a:lnTo>
                <a:close/>
                <a:moveTo>
                  <a:pt x="58142" y="155997"/>
                </a:moveTo>
                <a:lnTo>
                  <a:pt x="59273" y="157132"/>
                </a:lnTo>
                <a:lnTo>
                  <a:pt x="57577" y="156565"/>
                </a:lnTo>
                <a:close/>
                <a:moveTo>
                  <a:pt x="69173" y="73118"/>
                </a:moveTo>
                <a:lnTo>
                  <a:pt x="70307" y="74411"/>
                </a:lnTo>
                <a:lnTo>
                  <a:pt x="68606" y="73764"/>
                </a:lnTo>
                <a:close/>
                <a:moveTo>
                  <a:pt x="15199" y="42746"/>
                </a:moveTo>
                <a:lnTo>
                  <a:pt x="16981" y="43565"/>
                </a:lnTo>
                <a:lnTo>
                  <a:pt x="14309" y="43156"/>
                </a:lnTo>
                <a:close/>
                <a:moveTo>
                  <a:pt x="28042" y="85405"/>
                </a:moveTo>
                <a:lnTo>
                  <a:pt x="28759" y="86784"/>
                </a:lnTo>
                <a:lnTo>
                  <a:pt x="27683" y="86095"/>
                </a:lnTo>
                <a:close/>
                <a:moveTo>
                  <a:pt x="97853" y="212519"/>
                </a:moveTo>
                <a:lnTo>
                  <a:pt x="98521" y="214152"/>
                </a:lnTo>
                <a:lnTo>
                  <a:pt x="97519" y="213335"/>
                </a:lnTo>
                <a:close/>
                <a:moveTo>
                  <a:pt x="130328" y="386486"/>
                </a:moveTo>
                <a:lnTo>
                  <a:pt x="131172" y="388001"/>
                </a:lnTo>
                <a:lnTo>
                  <a:pt x="129906" y="387244"/>
                </a:lnTo>
                <a:close/>
                <a:moveTo>
                  <a:pt x="48549" y="81063"/>
                </a:moveTo>
                <a:lnTo>
                  <a:pt x="50401" y="82434"/>
                </a:lnTo>
                <a:lnTo>
                  <a:pt x="47623" y="81749"/>
                </a:lnTo>
                <a:close/>
                <a:moveTo>
                  <a:pt x="133362" y="203673"/>
                </a:moveTo>
                <a:lnTo>
                  <a:pt x="134063" y="204770"/>
                </a:lnTo>
                <a:lnTo>
                  <a:pt x="133011" y="204222"/>
                </a:lnTo>
                <a:close/>
                <a:moveTo>
                  <a:pt x="103463" y="365117"/>
                </a:moveTo>
                <a:lnTo>
                  <a:pt x="104661" y="365824"/>
                </a:lnTo>
                <a:lnTo>
                  <a:pt x="102865" y="365470"/>
                </a:lnTo>
                <a:close/>
                <a:moveTo>
                  <a:pt x="93446" y="207052"/>
                </a:moveTo>
                <a:lnTo>
                  <a:pt x="93944" y="208272"/>
                </a:lnTo>
                <a:lnTo>
                  <a:pt x="93197" y="207662"/>
                </a:lnTo>
                <a:close/>
                <a:moveTo>
                  <a:pt x="64704" y="330805"/>
                </a:moveTo>
                <a:lnTo>
                  <a:pt x="66434" y="331447"/>
                </a:lnTo>
                <a:lnTo>
                  <a:pt x="63839" y="331126"/>
                </a:lnTo>
                <a:close/>
                <a:moveTo>
                  <a:pt x="58061" y="361437"/>
                </a:moveTo>
                <a:lnTo>
                  <a:pt x="60091" y="361994"/>
                </a:lnTo>
                <a:lnTo>
                  <a:pt x="57046" y="361715"/>
                </a:lnTo>
                <a:close/>
                <a:moveTo>
                  <a:pt x="11899" y="296444"/>
                </a:moveTo>
                <a:lnTo>
                  <a:pt x="12729" y="297022"/>
                </a:lnTo>
                <a:lnTo>
                  <a:pt x="11484" y="296733"/>
                </a:lnTo>
                <a:close/>
                <a:moveTo>
                  <a:pt x="31030" y="93549"/>
                </a:moveTo>
                <a:lnTo>
                  <a:pt x="31764" y="94185"/>
                </a:lnTo>
                <a:lnTo>
                  <a:pt x="30663" y="93867"/>
                </a:lnTo>
                <a:close/>
                <a:moveTo>
                  <a:pt x="66753" y="54924"/>
                </a:moveTo>
                <a:lnTo>
                  <a:pt x="67896" y="55576"/>
                </a:lnTo>
                <a:lnTo>
                  <a:pt x="66182" y="55250"/>
                </a:lnTo>
                <a:close/>
                <a:moveTo>
                  <a:pt x="9170" y="346312"/>
                </a:moveTo>
                <a:lnTo>
                  <a:pt x="10132" y="346950"/>
                </a:lnTo>
                <a:lnTo>
                  <a:pt x="8690" y="346631"/>
                </a:lnTo>
                <a:close/>
                <a:moveTo>
                  <a:pt x="135576" y="257794"/>
                </a:moveTo>
                <a:lnTo>
                  <a:pt x="136120" y="258832"/>
                </a:lnTo>
                <a:lnTo>
                  <a:pt x="135304" y="258313"/>
                </a:lnTo>
                <a:close/>
                <a:moveTo>
                  <a:pt x="123486" y="96459"/>
                </a:moveTo>
                <a:lnTo>
                  <a:pt x="123964" y="97335"/>
                </a:lnTo>
                <a:lnTo>
                  <a:pt x="123248" y="96897"/>
                </a:lnTo>
                <a:close/>
                <a:moveTo>
                  <a:pt x="74744" y="9091"/>
                </a:moveTo>
                <a:lnTo>
                  <a:pt x="75582" y="10707"/>
                </a:lnTo>
                <a:lnTo>
                  <a:pt x="74325" y="9899"/>
                </a:lnTo>
                <a:close/>
                <a:moveTo>
                  <a:pt x="8377" y="116569"/>
                </a:moveTo>
                <a:lnTo>
                  <a:pt x="9863" y="117180"/>
                </a:lnTo>
                <a:lnTo>
                  <a:pt x="7634" y="116875"/>
                </a:lnTo>
                <a:close/>
                <a:moveTo>
                  <a:pt x="92689" y="91875"/>
                </a:moveTo>
                <a:lnTo>
                  <a:pt x="93394" y="92839"/>
                </a:lnTo>
                <a:lnTo>
                  <a:pt x="92337" y="92357"/>
                </a:lnTo>
                <a:close/>
                <a:moveTo>
                  <a:pt x="76697" y="189960"/>
                </a:moveTo>
                <a:lnTo>
                  <a:pt x="77315" y="191259"/>
                </a:lnTo>
                <a:lnTo>
                  <a:pt x="76388" y="190609"/>
                </a:lnTo>
                <a:close/>
                <a:moveTo>
                  <a:pt x="127778" y="361"/>
                </a:moveTo>
                <a:lnTo>
                  <a:pt x="128675" y="1316"/>
                </a:lnTo>
                <a:lnTo>
                  <a:pt x="127330" y="838"/>
                </a:lnTo>
                <a:close/>
                <a:moveTo>
                  <a:pt x="19704" y="376518"/>
                </a:moveTo>
                <a:lnTo>
                  <a:pt x="20347" y="378018"/>
                </a:lnTo>
                <a:lnTo>
                  <a:pt x="19382" y="377268"/>
                </a:lnTo>
                <a:close/>
                <a:moveTo>
                  <a:pt x="62169" y="185551"/>
                </a:moveTo>
                <a:lnTo>
                  <a:pt x="62592" y="186617"/>
                </a:lnTo>
                <a:lnTo>
                  <a:pt x="61957" y="186084"/>
                </a:lnTo>
                <a:close/>
                <a:moveTo>
                  <a:pt x="24378" y="272069"/>
                </a:moveTo>
                <a:lnTo>
                  <a:pt x="25333" y="273572"/>
                </a:lnTo>
                <a:lnTo>
                  <a:pt x="23901" y="272820"/>
                </a:lnTo>
                <a:close/>
                <a:moveTo>
                  <a:pt x="100354" y="130832"/>
                </a:moveTo>
                <a:lnTo>
                  <a:pt x="100734" y="132522"/>
                </a:lnTo>
                <a:lnTo>
                  <a:pt x="100164" y="131677"/>
                </a:lnTo>
                <a:close/>
                <a:moveTo>
                  <a:pt x="102580" y="239032"/>
                </a:moveTo>
                <a:lnTo>
                  <a:pt x="103599" y="240512"/>
                </a:lnTo>
                <a:lnTo>
                  <a:pt x="102071" y="239772"/>
                </a:lnTo>
                <a:close/>
                <a:moveTo>
                  <a:pt x="87514" y="328663"/>
                </a:moveTo>
                <a:lnTo>
                  <a:pt x="88736" y="329788"/>
                </a:lnTo>
                <a:lnTo>
                  <a:pt x="86903" y="329226"/>
                </a:lnTo>
                <a:close/>
                <a:moveTo>
                  <a:pt x="41128" y="207801"/>
                </a:moveTo>
                <a:lnTo>
                  <a:pt x="43281" y="208903"/>
                </a:lnTo>
                <a:lnTo>
                  <a:pt x="40052" y="208352"/>
                </a:lnTo>
                <a:close/>
                <a:moveTo>
                  <a:pt x="139133" y="376693"/>
                </a:moveTo>
                <a:lnTo>
                  <a:pt x="140232" y="377191"/>
                </a:lnTo>
                <a:lnTo>
                  <a:pt x="138583" y="376942"/>
                </a:lnTo>
                <a:close/>
                <a:moveTo>
                  <a:pt x="125809" y="359519"/>
                </a:moveTo>
                <a:lnTo>
                  <a:pt x="126597" y="361123"/>
                </a:lnTo>
                <a:lnTo>
                  <a:pt x="125415" y="360321"/>
                </a:lnTo>
                <a:close/>
                <a:moveTo>
                  <a:pt x="19303" y="76963"/>
                </a:moveTo>
                <a:lnTo>
                  <a:pt x="20340" y="77875"/>
                </a:lnTo>
                <a:lnTo>
                  <a:pt x="18785" y="77419"/>
                </a:lnTo>
                <a:close/>
                <a:moveTo>
                  <a:pt x="20290" y="169559"/>
                </a:moveTo>
                <a:lnTo>
                  <a:pt x="21734" y="170167"/>
                </a:lnTo>
                <a:lnTo>
                  <a:pt x="19568" y="169863"/>
                </a:lnTo>
                <a:close/>
                <a:moveTo>
                  <a:pt x="121681" y="189990"/>
                </a:moveTo>
                <a:lnTo>
                  <a:pt x="123349" y="191000"/>
                </a:lnTo>
                <a:lnTo>
                  <a:pt x="120846" y="190495"/>
                </a:lnTo>
                <a:close/>
                <a:moveTo>
                  <a:pt x="32538" y="86262"/>
                </a:moveTo>
                <a:lnTo>
                  <a:pt x="33089" y="87160"/>
                </a:lnTo>
                <a:lnTo>
                  <a:pt x="32263" y="86711"/>
                </a:lnTo>
                <a:close/>
                <a:moveTo>
                  <a:pt x="113335" y="219630"/>
                </a:moveTo>
                <a:lnTo>
                  <a:pt x="114649" y="221398"/>
                </a:lnTo>
                <a:lnTo>
                  <a:pt x="112678" y="220514"/>
                </a:lnTo>
                <a:close/>
                <a:moveTo>
                  <a:pt x="49631" y="51680"/>
                </a:moveTo>
                <a:lnTo>
                  <a:pt x="51136" y="52543"/>
                </a:lnTo>
                <a:lnTo>
                  <a:pt x="48879" y="52111"/>
                </a:lnTo>
                <a:close/>
                <a:moveTo>
                  <a:pt x="66603" y="132817"/>
                </a:moveTo>
                <a:lnTo>
                  <a:pt x="67060" y="133999"/>
                </a:lnTo>
                <a:lnTo>
                  <a:pt x="66375" y="133408"/>
                </a:lnTo>
                <a:close/>
                <a:moveTo>
                  <a:pt x="82625" y="62629"/>
                </a:moveTo>
                <a:lnTo>
                  <a:pt x="84717" y="62956"/>
                </a:lnTo>
                <a:lnTo>
                  <a:pt x="81579" y="62792"/>
                </a:lnTo>
                <a:close/>
                <a:moveTo>
                  <a:pt x="45109" y="376458"/>
                </a:moveTo>
                <a:lnTo>
                  <a:pt x="47094" y="376929"/>
                </a:lnTo>
                <a:lnTo>
                  <a:pt x="44117" y="376694"/>
                </a:lnTo>
                <a:close/>
                <a:moveTo>
                  <a:pt x="20831" y="95855"/>
                </a:moveTo>
                <a:lnTo>
                  <a:pt x="22732" y="96207"/>
                </a:lnTo>
                <a:lnTo>
                  <a:pt x="19880" y="96031"/>
                </a:lnTo>
                <a:close/>
                <a:moveTo>
                  <a:pt x="133504" y="120155"/>
                </a:moveTo>
                <a:lnTo>
                  <a:pt x="134944" y="121578"/>
                </a:lnTo>
                <a:lnTo>
                  <a:pt x="132783" y="120867"/>
                </a:lnTo>
                <a:close/>
                <a:moveTo>
                  <a:pt x="49827" y="13898"/>
                </a:moveTo>
                <a:lnTo>
                  <a:pt x="50356" y="15312"/>
                </a:lnTo>
                <a:lnTo>
                  <a:pt x="49563" y="14605"/>
                </a:lnTo>
                <a:close/>
                <a:moveTo>
                  <a:pt x="38785" y="171829"/>
                </a:moveTo>
                <a:lnTo>
                  <a:pt x="40414" y="173206"/>
                </a:lnTo>
                <a:lnTo>
                  <a:pt x="37970" y="172518"/>
                </a:lnTo>
                <a:close/>
                <a:moveTo>
                  <a:pt x="88732" y="103456"/>
                </a:moveTo>
                <a:lnTo>
                  <a:pt x="90771" y="104466"/>
                </a:lnTo>
                <a:lnTo>
                  <a:pt x="87712" y="103961"/>
                </a:lnTo>
                <a:close/>
                <a:moveTo>
                  <a:pt x="3789" y="157696"/>
                </a:moveTo>
                <a:lnTo>
                  <a:pt x="4327" y="158943"/>
                </a:lnTo>
                <a:lnTo>
                  <a:pt x="3519" y="158320"/>
                </a:lnTo>
                <a:close/>
                <a:moveTo>
                  <a:pt x="120577" y="155763"/>
                </a:moveTo>
                <a:lnTo>
                  <a:pt x="121315" y="156111"/>
                </a:lnTo>
                <a:lnTo>
                  <a:pt x="120209" y="155937"/>
                </a:lnTo>
                <a:close/>
                <a:moveTo>
                  <a:pt x="73242" y="67909"/>
                </a:moveTo>
                <a:lnTo>
                  <a:pt x="74638" y="68954"/>
                </a:lnTo>
                <a:lnTo>
                  <a:pt x="72544" y="68432"/>
                </a:lnTo>
                <a:close/>
                <a:moveTo>
                  <a:pt x="79823" y="187830"/>
                </a:moveTo>
                <a:lnTo>
                  <a:pt x="81557" y="188845"/>
                </a:lnTo>
                <a:lnTo>
                  <a:pt x="78956" y="188338"/>
                </a:lnTo>
                <a:close/>
                <a:moveTo>
                  <a:pt x="128942" y="132682"/>
                </a:moveTo>
                <a:lnTo>
                  <a:pt x="131003" y="133337"/>
                </a:lnTo>
                <a:lnTo>
                  <a:pt x="127911" y="133009"/>
                </a:lnTo>
                <a:close/>
                <a:moveTo>
                  <a:pt x="137028" y="113885"/>
                </a:moveTo>
                <a:lnTo>
                  <a:pt x="139226" y="114252"/>
                </a:lnTo>
                <a:lnTo>
                  <a:pt x="135929" y="114068"/>
                </a:lnTo>
                <a:close/>
                <a:moveTo>
                  <a:pt x="62010" y="316293"/>
                </a:moveTo>
                <a:lnTo>
                  <a:pt x="63486" y="316620"/>
                </a:lnTo>
                <a:lnTo>
                  <a:pt x="61272" y="316456"/>
                </a:lnTo>
                <a:close/>
                <a:moveTo>
                  <a:pt x="134832" y="65577"/>
                </a:moveTo>
                <a:lnTo>
                  <a:pt x="135485" y="66401"/>
                </a:lnTo>
                <a:lnTo>
                  <a:pt x="134505" y="65989"/>
                </a:lnTo>
                <a:close/>
                <a:moveTo>
                  <a:pt x="82387" y="194834"/>
                </a:moveTo>
                <a:lnTo>
                  <a:pt x="84015" y="196046"/>
                </a:lnTo>
                <a:lnTo>
                  <a:pt x="81574" y="195440"/>
                </a:lnTo>
                <a:close/>
                <a:moveTo>
                  <a:pt x="69734" y="346122"/>
                </a:moveTo>
                <a:lnTo>
                  <a:pt x="70717" y="347310"/>
                </a:lnTo>
                <a:lnTo>
                  <a:pt x="69243" y="346716"/>
                </a:lnTo>
                <a:close/>
                <a:moveTo>
                  <a:pt x="68489" y="197714"/>
                </a:moveTo>
                <a:lnTo>
                  <a:pt x="69841" y="198967"/>
                </a:lnTo>
                <a:lnTo>
                  <a:pt x="67813" y="198341"/>
                </a:lnTo>
                <a:close/>
                <a:moveTo>
                  <a:pt x="124752" y="183996"/>
                </a:moveTo>
                <a:lnTo>
                  <a:pt x="126484" y="185120"/>
                </a:lnTo>
                <a:lnTo>
                  <a:pt x="123885" y="184558"/>
                </a:lnTo>
                <a:close/>
                <a:moveTo>
                  <a:pt x="64641" y="101335"/>
                </a:moveTo>
                <a:lnTo>
                  <a:pt x="65835" y="101774"/>
                </a:lnTo>
                <a:lnTo>
                  <a:pt x="64044" y="101555"/>
                </a:lnTo>
                <a:close/>
                <a:moveTo>
                  <a:pt x="140429" y="45037"/>
                </a:moveTo>
                <a:lnTo>
                  <a:pt x="141589" y="46164"/>
                </a:lnTo>
                <a:lnTo>
                  <a:pt x="139849" y="45600"/>
                </a:lnTo>
                <a:close/>
                <a:moveTo>
                  <a:pt x="63464" y="34147"/>
                </a:moveTo>
                <a:lnTo>
                  <a:pt x="64989" y="34797"/>
                </a:lnTo>
                <a:lnTo>
                  <a:pt x="62701" y="34472"/>
                </a:lnTo>
                <a:close/>
                <a:moveTo>
                  <a:pt x="4989" y="128663"/>
                </a:moveTo>
                <a:lnTo>
                  <a:pt x="5670" y="130195"/>
                </a:lnTo>
                <a:lnTo>
                  <a:pt x="4649" y="129429"/>
                </a:lnTo>
                <a:close/>
                <a:moveTo>
                  <a:pt x="95757" y="69954"/>
                </a:moveTo>
                <a:lnTo>
                  <a:pt x="96930" y="70847"/>
                </a:lnTo>
                <a:lnTo>
                  <a:pt x="95170" y="70400"/>
                </a:lnTo>
                <a:close/>
                <a:moveTo>
                  <a:pt x="20325" y="48581"/>
                </a:moveTo>
                <a:lnTo>
                  <a:pt x="20861" y="48932"/>
                </a:lnTo>
                <a:lnTo>
                  <a:pt x="20057" y="48756"/>
                </a:lnTo>
                <a:close/>
                <a:moveTo>
                  <a:pt x="20092" y="257437"/>
                </a:moveTo>
                <a:lnTo>
                  <a:pt x="22028" y="259111"/>
                </a:lnTo>
                <a:lnTo>
                  <a:pt x="19123" y="258274"/>
                </a:lnTo>
                <a:close/>
                <a:moveTo>
                  <a:pt x="74602" y="308915"/>
                </a:moveTo>
                <a:lnTo>
                  <a:pt x="76008" y="309240"/>
                </a:lnTo>
                <a:lnTo>
                  <a:pt x="73899" y="309077"/>
                </a:lnTo>
                <a:close/>
                <a:moveTo>
                  <a:pt x="96205" y="16567"/>
                </a:moveTo>
                <a:lnTo>
                  <a:pt x="98022" y="17665"/>
                </a:lnTo>
                <a:lnTo>
                  <a:pt x="95296" y="17116"/>
                </a:lnTo>
                <a:close/>
                <a:moveTo>
                  <a:pt x="62581" y="288069"/>
                </a:moveTo>
                <a:lnTo>
                  <a:pt x="64183" y="288949"/>
                </a:lnTo>
                <a:lnTo>
                  <a:pt x="61781" y="288509"/>
                </a:lnTo>
                <a:close/>
                <a:moveTo>
                  <a:pt x="139773" y="142393"/>
                </a:moveTo>
                <a:lnTo>
                  <a:pt x="141675" y="144112"/>
                </a:lnTo>
                <a:lnTo>
                  <a:pt x="138821" y="143253"/>
                </a:lnTo>
                <a:close/>
                <a:moveTo>
                  <a:pt x="17476" y="208197"/>
                </a:moveTo>
                <a:lnTo>
                  <a:pt x="19441" y="209165"/>
                </a:lnTo>
                <a:lnTo>
                  <a:pt x="16493" y="208681"/>
                </a:lnTo>
                <a:close/>
                <a:moveTo>
                  <a:pt x="993" y="81943"/>
                </a:moveTo>
                <a:lnTo>
                  <a:pt x="2978" y="82444"/>
                </a:lnTo>
                <a:lnTo>
                  <a:pt x="0" y="82193"/>
                </a:lnTo>
                <a:close/>
                <a:moveTo>
                  <a:pt x="61306" y="115198"/>
                </a:moveTo>
                <a:lnTo>
                  <a:pt x="61799" y="116407"/>
                </a:lnTo>
                <a:lnTo>
                  <a:pt x="61060" y="115802"/>
                </a:lnTo>
                <a:close/>
                <a:moveTo>
                  <a:pt x="99222" y="364938"/>
                </a:moveTo>
                <a:lnTo>
                  <a:pt x="99861" y="365315"/>
                </a:lnTo>
                <a:lnTo>
                  <a:pt x="98903" y="365127"/>
                </a:lnTo>
                <a:close/>
                <a:moveTo>
                  <a:pt x="46749" y="328096"/>
                </a:moveTo>
                <a:lnTo>
                  <a:pt x="48445" y="329757"/>
                </a:lnTo>
                <a:lnTo>
                  <a:pt x="45901" y="328926"/>
                </a:lnTo>
                <a:close/>
                <a:moveTo>
                  <a:pt x="28576" y="108060"/>
                </a:moveTo>
                <a:lnTo>
                  <a:pt x="30487" y="109119"/>
                </a:lnTo>
                <a:lnTo>
                  <a:pt x="27621" y="108590"/>
                </a:lnTo>
                <a:close/>
                <a:moveTo>
                  <a:pt x="132307" y="237200"/>
                </a:moveTo>
                <a:lnTo>
                  <a:pt x="134319" y="238039"/>
                </a:lnTo>
                <a:lnTo>
                  <a:pt x="131301" y="237619"/>
                </a:lnTo>
                <a:close/>
                <a:moveTo>
                  <a:pt x="27002" y="148012"/>
                </a:moveTo>
                <a:lnTo>
                  <a:pt x="27930" y="148941"/>
                </a:lnTo>
                <a:lnTo>
                  <a:pt x="26538" y="148476"/>
                </a:lnTo>
                <a:close/>
                <a:moveTo>
                  <a:pt x="138041" y="324461"/>
                </a:moveTo>
                <a:lnTo>
                  <a:pt x="139739" y="325348"/>
                </a:lnTo>
                <a:lnTo>
                  <a:pt x="137192" y="324904"/>
                </a:lnTo>
                <a:close/>
                <a:moveTo>
                  <a:pt x="129885" y="125895"/>
                </a:moveTo>
                <a:lnTo>
                  <a:pt x="131382" y="126290"/>
                </a:lnTo>
                <a:lnTo>
                  <a:pt x="129137" y="126093"/>
                </a:lnTo>
                <a:close/>
                <a:moveTo>
                  <a:pt x="70477" y="58691"/>
                </a:moveTo>
                <a:lnTo>
                  <a:pt x="71979" y="60360"/>
                </a:lnTo>
                <a:lnTo>
                  <a:pt x="69726" y="59525"/>
                </a:lnTo>
                <a:close/>
                <a:moveTo>
                  <a:pt x="30680" y="230689"/>
                </a:moveTo>
                <a:lnTo>
                  <a:pt x="32108" y="232439"/>
                </a:lnTo>
                <a:lnTo>
                  <a:pt x="29966" y="231564"/>
                </a:lnTo>
                <a:close/>
                <a:moveTo>
                  <a:pt x="8691" y="328722"/>
                </a:moveTo>
                <a:lnTo>
                  <a:pt x="10063" y="329459"/>
                </a:lnTo>
                <a:lnTo>
                  <a:pt x="8005" y="329091"/>
                </a:lnTo>
                <a:close/>
                <a:moveTo>
                  <a:pt x="83746" y="336864"/>
                </a:moveTo>
                <a:lnTo>
                  <a:pt x="84615" y="337502"/>
                </a:lnTo>
                <a:lnTo>
                  <a:pt x="83311" y="337183"/>
                </a:lnTo>
                <a:close/>
                <a:moveTo>
                  <a:pt x="107994" y="196069"/>
                </a:moveTo>
                <a:lnTo>
                  <a:pt x="108744" y="197301"/>
                </a:lnTo>
                <a:lnTo>
                  <a:pt x="107619" y="196685"/>
                </a:lnTo>
                <a:close/>
                <a:moveTo>
                  <a:pt x="108553" y="241305"/>
                </a:moveTo>
                <a:lnTo>
                  <a:pt x="109544" y="242381"/>
                </a:lnTo>
                <a:lnTo>
                  <a:pt x="108057" y="241843"/>
                </a:lnTo>
                <a:close/>
                <a:moveTo>
                  <a:pt x="1510" y="35725"/>
                </a:moveTo>
                <a:lnTo>
                  <a:pt x="2466" y="37126"/>
                </a:lnTo>
                <a:lnTo>
                  <a:pt x="1032" y="36426"/>
                </a:lnTo>
                <a:close/>
                <a:moveTo>
                  <a:pt x="23068" y="287171"/>
                </a:moveTo>
                <a:lnTo>
                  <a:pt x="24801" y="287488"/>
                </a:lnTo>
                <a:lnTo>
                  <a:pt x="22202" y="287330"/>
                </a:lnTo>
                <a:close/>
                <a:moveTo>
                  <a:pt x="18715" y="11606"/>
                </a:moveTo>
                <a:lnTo>
                  <a:pt x="20547" y="12641"/>
                </a:lnTo>
                <a:lnTo>
                  <a:pt x="17799" y="12123"/>
                </a:lnTo>
                <a:close/>
                <a:moveTo>
                  <a:pt x="90049" y="3522"/>
                </a:moveTo>
                <a:lnTo>
                  <a:pt x="91645" y="5203"/>
                </a:lnTo>
                <a:lnTo>
                  <a:pt x="89251" y="4362"/>
                </a:lnTo>
                <a:close/>
                <a:moveTo>
                  <a:pt x="86800" y="76083"/>
                </a:moveTo>
                <a:lnTo>
                  <a:pt x="87587" y="77111"/>
                </a:lnTo>
                <a:lnTo>
                  <a:pt x="86406" y="76597"/>
                </a:lnTo>
                <a:close/>
                <a:moveTo>
                  <a:pt x="54346" y="167271"/>
                </a:moveTo>
                <a:lnTo>
                  <a:pt x="56257" y="167987"/>
                </a:lnTo>
                <a:lnTo>
                  <a:pt x="53390" y="167629"/>
                </a:lnTo>
                <a:close/>
                <a:moveTo>
                  <a:pt x="27343" y="31982"/>
                </a:moveTo>
                <a:lnTo>
                  <a:pt x="29342" y="33427"/>
                </a:lnTo>
                <a:lnTo>
                  <a:pt x="26343" y="32705"/>
                </a:lnTo>
                <a:close/>
                <a:moveTo>
                  <a:pt x="36004" y="270902"/>
                </a:moveTo>
                <a:lnTo>
                  <a:pt x="36468" y="271907"/>
                </a:lnTo>
                <a:lnTo>
                  <a:pt x="35772" y="271405"/>
                </a:lnTo>
                <a:close/>
                <a:moveTo>
                  <a:pt x="138478" y="294179"/>
                </a:moveTo>
                <a:lnTo>
                  <a:pt x="138835" y="294808"/>
                </a:lnTo>
                <a:lnTo>
                  <a:pt x="138300" y="294494"/>
                </a:lnTo>
                <a:close/>
                <a:moveTo>
                  <a:pt x="67191" y="247317"/>
                </a:moveTo>
                <a:lnTo>
                  <a:pt x="68308" y="247658"/>
                </a:lnTo>
                <a:lnTo>
                  <a:pt x="66633" y="247487"/>
                </a:lnTo>
                <a:close/>
                <a:moveTo>
                  <a:pt x="108482" y="342556"/>
                </a:moveTo>
                <a:lnTo>
                  <a:pt x="109390" y="343547"/>
                </a:lnTo>
                <a:lnTo>
                  <a:pt x="108028" y="343051"/>
                </a:lnTo>
                <a:close/>
                <a:moveTo>
                  <a:pt x="57273" y="271747"/>
                </a:moveTo>
                <a:lnTo>
                  <a:pt x="59095" y="273098"/>
                </a:lnTo>
                <a:lnTo>
                  <a:pt x="56363" y="272422"/>
                </a:lnTo>
                <a:close/>
                <a:moveTo>
                  <a:pt x="51101" y="337922"/>
                </a:moveTo>
                <a:lnTo>
                  <a:pt x="51524" y="338727"/>
                </a:lnTo>
                <a:lnTo>
                  <a:pt x="50890" y="338324"/>
                </a:lnTo>
                <a:close/>
                <a:moveTo>
                  <a:pt x="133666" y="335150"/>
                </a:moveTo>
                <a:lnTo>
                  <a:pt x="135320" y="336798"/>
                </a:lnTo>
                <a:lnTo>
                  <a:pt x="132839" y="335974"/>
                </a:lnTo>
                <a:close/>
                <a:moveTo>
                  <a:pt x="76208" y="50444"/>
                </a:moveTo>
                <a:lnTo>
                  <a:pt x="77424" y="50965"/>
                </a:lnTo>
                <a:lnTo>
                  <a:pt x="75599" y="50705"/>
                </a:lnTo>
                <a:close/>
                <a:moveTo>
                  <a:pt x="54547" y="311137"/>
                </a:moveTo>
                <a:lnTo>
                  <a:pt x="54956" y="311698"/>
                </a:lnTo>
                <a:lnTo>
                  <a:pt x="54342" y="311418"/>
                </a:lnTo>
                <a:close/>
                <a:moveTo>
                  <a:pt x="75589" y="346092"/>
                </a:moveTo>
                <a:lnTo>
                  <a:pt x="77558" y="347513"/>
                </a:lnTo>
                <a:lnTo>
                  <a:pt x="74605" y="346803"/>
                </a:lnTo>
                <a:close/>
                <a:moveTo>
                  <a:pt x="109317" y="247459"/>
                </a:moveTo>
                <a:lnTo>
                  <a:pt x="109847" y="248436"/>
                </a:lnTo>
                <a:lnTo>
                  <a:pt x="109053" y="247947"/>
                </a:lnTo>
                <a:close/>
                <a:moveTo>
                  <a:pt x="56822" y="273373"/>
                </a:moveTo>
                <a:lnTo>
                  <a:pt x="57217" y="274135"/>
                </a:lnTo>
                <a:lnTo>
                  <a:pt x="56624" y="273754"/>
                </a:lnTo>
                <a:close/>
                <a:moveTo>
                  <a:pt x="36985" y="37775"/>
                </a:moveTo>
                <a:lnTo>
                  <a:pt x="38285" y="39414"/>
                </a:lnTo>
                <a:lnTo>
                  <a:pt x="36335" y="38594"/>
                </a:lnTo>
                <a:close/>
                <a:moveTo>
                  <a:pt x="60726" y="262314"/>
                </a:moveTo>
                <a:lnTo>
                  <a:pt x="62014" y="264003"/>
                </a:lnTo>
                <a:lnTo>
                  <a:pt x="60082" y="263158"/>
                </a:lnTo>
                <a:close/>
                <a:moveTo>
                  <a:pt x="46811" y="353669"/>
                </a:moveTo>
                <a:lnTo>
                  <a:pt x="48494" y="354609"/>
                </a:lnTo>
                <a:lnTo>
                  <a:pt x="45970" y="354139"/>
                </a:lnTo>
                <a:close/>
                <a:moveTo>
                  <a:pt x="39812" y="131965"/>
                </a:moveTo>
                <a:lnTo>
                  <a:pt x="41566" y="132784"/>
                </a:lnTo>
                <a:lnTo>
                  <a:pt x="38936" y="132374"/>
                </a:lnTo>
                <a:close/>
                <a:moveTo>
                  <a:pt x="68261" y="11140"/>
                </a:moveTo>
                <a:lnTo>
                  <a:pt x="69500" y="11801"/>
                </a:lnTo>
                <a:lnTo>
                  <a:pt x="67642" y="11470"/>
                </a:lnTo>
                <a:close/>
                <a:moveTo>
                  <a:pt x="141444" y="183695"/>
                </a:moveTo>
                <a:lnTo>
                  <a:pt x="142760" y="185439"/>
                </a:lnTo>
                <a:lnTo>
                  <a:pt x="140787" y="184567"/>
                </a:lnTo>
                <a:close/>
                <a:moveTo>
                  <a:pt x="13118" y="334460"/>
                </a:moveTo>
                <a:lnTo>
                  <a:pt x="14071" y="336112"/>
                </a:lnTo>
                <a:lnTo>
                  <a:pt x="12641" y="335286"/>
                </a:lnTo>
                <a:close/>
                <a:moveTo>
                  <a:pt x="12887" y="248260"/>
                </a:moveTo>
                <a:lnTo>
                  <a:pt x="13814" y="249693"/>
                </a:lnTo>
                <a:lnTo>
                  <a:pt x="12423" y="248976"/>
                </a:lnTo>
                <a:close/>
                <a:moveTo>
                  <a:pt x="56664" y="344345"/>
                </a:moveTo>
                <a:lnTo>
                  <a:pt x="57410" y="344667"/>
                </a:lnTo>
                <a:lnTo>
                  <a:pt x="56291" y="344506"/>
                </a:lnTo>
                <a:close/>
                <a:moveTo>
                  <a:pt x="3921" y="14331"/>
                </a:moveTo>
                <a:lnTo>
                  <a:pt x="4710" y="15447"/>
                </a:lnTo>
                <a:lnTo>
                  <a:pt x="3526" y="14889"/>
                </a:lnTo>
                <a:close/>
                <a:moveTo>
                  <a:pt x="18373" y="139987"/>
                </a:moveTo>
                <a:lnTo>
                  <a:pt x="19264" y="140866"/>
                </a:lnTo>
                <a:lnTo>
                  <a:pt x="17927" y="140426"/>
                </a:lnTo>
                <a:close/>
                <a:moveTo>
                  <a:pt x="38383" y="358254"/>
                </a:moveTo>
                <a:lnTo>
                  <a:pt x="40228" y="359111"/>
                </a:lnTo>
                <a:lnTo>
                  <a:pt x="37461" y="358683"/>
                </a:lnTo>
                <a:close/>
                <a:moveTo>
                  <a:pt x="123455" y="60506"/>
                </a:moveTo>
                <a:lnTo>
                  <a:pt x="125515" y="61455"/>
                </a:lnTo>
                <a:lnTo>
                  <a:pt x="122424" y="60981"/>
                </a:lnTo>
                <a:close/>
                <a:moveTo>
                  <a:pt x="144418" y="36398"/>
                </a:moveTo>
                <a:lnTo>
                  <a:pt x="145531" y="36850"/>
                </a:lnTo>
                <a:lnTo>
                  <a:pt x="143862" y="36624"/>
                </a:lnTo>
                <a:close/>
                <a:moveTo>
                  <a:pt x="122478" y="204556"/>
                </a:moveTo>
                <a:lnTo>
                  <a:pt x="123085" y="205730"/>
                </a:lnTo>
                <a:lnTo>
                  <a:pt x="122174" y="205143"/>
                </a:lnTo>
                <a:close/>
                <a:moveTo>
                  <a:pt x="115171" y="246938"/>
                </a:moveTo>
                <a:lnTo>
                  <a:pt x="116395" y="247697"/>
                </a:lnTo>
                <a:lnTo>
                  <a:pt x="114559" y="247318"/>
                </a:lnTo>
                <a:close/>
                <a:moveTo>
                  <a:pt x="136132" y="20191"/>
                </a:moveTo>
                <a:lnTo>
                  <a:pt x="136755" y="21678"/>
                </a:lnTo>
                <a:lnTo>
                  <a:pt x="135821" y="20934"/>
                </a:lnTo>
                <a:close/>
                <a:moveTo>
                  <a:pt x="89229" y="201279"/>
                </a:moveTo>
                <a:lnTo>
                  <a:pt x="90321" y="202644"/>
                </a:lnTo>
                <a:lnTo>
                  <a:pt x="88683" y="201962"/>
                </a:lnTo>
                <a:close/>
                <a:moveTo>
                  <a:pt x="92774" y="212051"/>
                </a:moveTo>
                <a:lnTo>
                  <a:pt x="94706" y="212991"/>
                </a:lnTo>
                <a:lnTo>
                  <a:pt x="91809" y="212521"/>
                </a:lnTo>
                <a:close/>
                <a:moveTo>
                  <a:pt x="134680" y="202355"/>
                </a:moveTo>
                <a:lnTo>
                  <a:pt x="136015" y="204119"/>
                </a:lnTo>
                <a:lnTo>
                  <a:pt x="134012" y="203237"/>
                </a:lnTo>
                <a:close/>
                <a:moveTo>
                  <a:pt x="99733" y="302871"/>
                </a:moveTo>
                <a:lnTo>
                  <a:pt x="101502" y="303408"/>
                </a:lnTo>
                <a:lnTo>
                  <a:pt x="98848" y="303139"/>
                </a:lnTo>
                <a:close/>
                <a:moveTo>
                  <a:pt x="143335" y="211365"/>
                </a:moveTo>
                <a:lnTo>
                  <a:pt x="143890" y="213150"/>
                </a:lnTo>
                <a:lnTo>
                  <a:pt x="143058" y="212257"/>
                </a:lnTo>
                <a:close/>
                <a:moveTo>
                  <a:pt x="80295" y="329894"/>
                </a:moveTo>
                <a:lnTo>
                  <a:pt x="82166" y="331051"/>
                </a:lnTo>
                <a:lnTo>
                  <a:pt x="79360" y="330473"/>
                </a:lnTo>
                <a:close/>
                <a:moveTo>
                  <a:pt x="48156" y="192243"/>
                </a:moveTo>
                <a:lnTo>
                  <a:pt x="49584" y="192680"/>
                </a:lnTo>
                <a:lnTo>
                  <a:pt x="47442" y="192461"/>
                </a:lnTo>
                <a:close/>
                <a:moveTo>
                  <a:pt x="28789" y="32809"/>
                </a:moveTo>
                <a:lnTo>
                  <a:pt x="29773" y="33955"/>
                </a:lnTo>
                <a:lnTo>
                  <a:pt x="28297" y="33382"/>
                </a:lnTo>
                <a:close/>
                <a:moveTo>
                  <a:pt x="24405" y="123845"/>
                </a:moveTo>
                <a:lnTo>
                  <a:pt x="26120" y="125395"/>
                </a:lnTo>
                <a:lnTo>
                  <a:pt x="23548" y="124620"/>
                </a:lnTo>
                <a:close/>
                <a:moveTo>
                  <a:pt x="71361" y="177740"/>
                </a:moveTo>
                <a:lnTo>
                  <a:pt x="72978" y="178526"/>
                </a:lnTo>
                <a:lnTo>
                  <a:pt x="70553" y="178133"/>
                </a:lnTo>
                <a:close/>
                <a:moveTo>
                  <a:pt x="123536" y="360407"/>
                </a:moveTo>
                <a:lnTo>
                  <a:pt x="124362" y="361729"/>
                </a:lnTo>
                <a:lnTo>
                  <a:pt x="123124" y="361068"/>
                </a:lnTo>
                <a:close/>
                <a:moveTo>
                  <a:pt x="138865" y="197748"/>
                </a:moveTo>
                <a:lnTo>
                  <a:pt x="139850" y="198129"/>
                </a:lnTo>
                <a:lnTo>
                  <a:pt x="138372" y="197938"/>
                </a:lnTo>
                <a:close/>
                <a:moveTo>
                  <a:pt x="16572" y="331969"/>
                </a:moveTo>
                <a:lnTo>
                  <a:pt x="17343" y="333323"/>
                </a:lnTo>
                <a:lnTo>
                  <a:pt x="16187" y="332646"/>
                </a:lnTo>
                <a:close/>
                <a:moveTo>
                  <a:pt x="9470" y="204397"/>
                </a:moveTo>
                <a:lnTo>
                  <a:pt x="10584" y="206120"/>
                </a:lnTo>
                <a:lnTo>
                  <a:pt x="8912" y="205259"/>
                </a:lnTo>
                <a:close/>
                <a:moveTo>
                  <a:pt x="74204" y="113413"/>
                </a:moveTo>
                <a:lnTo>
                  <a:pt x="76148" y="115147"/>
                </a:lnTo>
                <a:lnTo>
                  <a:pt x="73233" y="114280"/>
                </a:lnTo>
                <a:close/>
                <a:moveTo>
                  <a:pt x="10962" y="373463"/>
                </a:moveTo>
                <a:lnTo>
                  <a:pt x="11334" y="375165"/>
                </a:lnTo>
                <a:lnTo>
                  <a:pt x="10777" y="374314"/>
                </a:lnTo>
                <a:close/>
                <a:moveTo>
                  <a:pt x="50521" y="366182"/>
                </a:moveTo>
                <a:lnTo>
                  <a:pt x="52146" y="367117"/>
                </a:lnTo>
                <a:lnTo>
                  <a:pt x="49708" y="366650"/>
                </a:lnTo>
                <a:close/>
                <a:moveTo>
                  <a:pt x="97396" y="170627"/>
                </a:moveTo>
                <a:lnTo>
                  <a:pt x="98630" y="171703"/>
                </a:lnTo>
                <a:lnTo>
                  <a:pt x="96779" y="171165"/>
                </a:lnTo>
                <a:close/>
                <a:moveTo>
                  <a:pt x="46142" y="355291"/>
                </a:moveTo>
                <a:lnTo>
                  <a:pt x="47204" y="356007"/>
                </a:lnTo>
                <a:lnTo>
                  <a:pt x="45611" y="355649"/>
                </a:lnTo>
                <a:close/>
                <a:moveTo>
                  <a:pt x="107228" y="368745"/>
                </a:moveTo>
                <a:lnTo>
                  <a:pt x="107949" y="369566"/>
                </a:lnTo>
                <a:lnTo>
                  <a:pt x="106868" y="369155"/>
                </a:lnTo>
                <a:close/>
                <a:moveTo>
                  <a:pt x="7388" y="193368"/>
                </a:moveTo>
                <a:lnTo>
                  <a:pt x="8932" y="194141"/>
                </a:lnTo>
                <a:lnTo>
                  <a:pt x="6616" y="193755"/>
                </a:lnTo>
                <a:close/>
                <a:moveTo>
                  <a:pt x="109187" y="46397"/>
                </a:moveTo>
                <a:lnTo>
                  <a:pt x="110703" y="47932"/>
                </a:lnTo>
                <a:lnTo>
                  <a:pt x="108429" y="47164"/>
                </a:lnTo>
                <a:close/>
                <a:moveTo>
                  <a:pt x="100580" y="41330"/>
                </a:moveTo>
                <a:lnTo>
                  <a:pt x="102225" y="42025"/>
                </a:lnTo>
                <a:lnTo>
                  <a:pt x="99758" y="41678"/>
                </a:lnTo>
                <a:close/>
                <a:moveTo>
                  <a:pt x="116135" y="171741"/>
                </a:moveTo>
                <a:lnTo>
                  <a:pt x="116940" y="173174"/>
                </a:lnTo>
                <a:lnTo>
                  <a:pt x="115732" y="172457"/>
                </a:lnTo>
                <a:close/>
                <a:moveTo>
                  <a:pt x="39474" y="298430"/>
                </a:moveTo>
                <a:lnTo>
                  <a:pt x="39873" y="300012"/>
                </a:lnTo>
                <a:lnTo>
                  <a:pt x="39275" y="299221"/>
                </a:lnTo>
                <a:close/>
                <a:moveTo>
                  <a:pt x="5745" y="320414"/>
                </a:moveTo>
                <a:lnTo>
                  <a:pt x="7357" y="322039"/>
                </a:lnTo>
                <a:lnTo>
                  <a:pt x="4938" y="321227"/>
                </a:lnTo>
                <a:close/>
                <a:moveTo>
                  <a:pt x="60866" y="144411"/>
                </a:moveTo>
                <a:lnTo>
                  <a:pt x="62393" y="145300"/>
                </a:lnTo>
                <a:lnTo>
                  <a:pt x="60102" y="144855"/>
                </a:lnTo>
                <a:close/>
                <a:moveTo>
                  <a:pt x="67061" y="164956"/>
                </a:moveTo>
                <a:lnTo>
                  <a:pt x="68475" y="166050"/>
                </a:lnTo>
                <a:lnTo>
                  <a:pt x="66353" y="165503"/>
                </a:lnTo>
                <a:close/>
                <a:moveTo>
                  <a:pt x="98985" y="286820"/>
                </a:moveTo>
                <a:lnTo>
                  <a:pt x="100310" y="288265"/>
                </a:lnTo>
                <a:lnTo>
                  <a:pt x="98323" y="287543"/>
                </a:lnTo>
                <a:close/>
                <a:moveTo>
                  <a:pt x="42774" y="130412"/>
                </a:moveTo>
                <a:lnTo>
                  <a:pt x="43406" y="131246"/>
                </a:lnTo>
                <a:lnTo>
                  <a:pt x="42457" y="130829"/>
                </a:lnTo>
                <a:close/>
                <a:moveTo>
                  <a:pt x="26408" y="109561"/>
                </a:moveTo>
                <a:lnTo>
                  <a:pt x="27362" y="110080"/>
                </a:lnTo>
                <a:lnTo>
                  <a:pt x="25930" y="109820"/>
                </a:lnTo>
                <a:close/>
                <a:moveTo>
                  <a:pt x="125946" y="357843"/>
                </a:moveTo>
                <a:lnTo>
                  <a:pt x="126325" y="359536"/>
                </a:lnTo>
                <a:lnTo>
                  <a:pt x="125756" y="358689"/>
                </a:lnTo>
                <a:close/>
                <a:moveTo>
                  <a:pt x="13205" y="104907"/>
                </a:moveTo>
                <a:lnTo>
                  <a:pt x="15099" y="106580"/>
                </a:lnTo>
                <a:lnTo>
                  <a:pt x="12258" y="105743"/>
                </a:lnTo>
                <a:close/>
                <a:moveTo>
                  <a:pt x="64610" y="360389"/>
                </a:moveTo>
                <a:lnTo>
                  <a:pt x="66483" y="361430"/>
                </a:lnTo>
                <a:lnTo>
                  <a:pt x="63674" y="360910"/>
                </a:lnTo>
                <a:close/>
                <a:moveTo>
                  <a:pt x="24982" y="356408"/>
                </a:moveTo>
                <a:lnTo>
                  <a:pt x="26902" y="358008"/>
                </a:lnTo>
                <a:lnTo>
                  <a:pt x="24022" y="357208"/>
                </a:lnTo>
                <a:close/>
                <a:moveTo>
                  <a:pt x="64279" y="321676"/>
                </a:moveTo>
                <a:lnTo>
                  <a:pt x="65319" y="323049"/>
                </a:lnTo>
                <a:lnTo>
                  <a:pt x="63759" y="322362"/>
                </a:lnTo>
                <a:close/>
                <a:moveTo>
                  <a:pt x="22811" y="30748"/>
                </a:moveTo>
                <a:lnTo>
                  <a:pt x="24246" y="31517"/>
                </a:lnTo>
                <a:lnTo>
                  <a:pt x="22094" y="31133"/>
                </a:lnTo>
                <a:close/>
                <a:moveTo>
                  <a:pt x="141723" y="261843"/>
                </a:moveTo>
                <a:lnTo>
                  <a:pt x="142836" y="262425"/>
                </a:lnTo>
                <a:lnTo>
                  <a:pt x="141167" y="262134"/>
                </a:lnTo>
                <a:close/>
                <a:moveTo>
                  <a:pt x="83117" y="184920"/>
                </a:moveTo>
                <a:lnTo>
                  <a:pt x="84932" y="186093"/>
                </a:lnTo>
                <a:lnTo>
                  <a:pt x="82210" y="185507"/>
                </a:lnTo>
                <a:close/>
                <a:moveTo>
                  <a:pt x="20106" y="107558"/>
                </a:moveTo>
                <a:lnTo>
                  <a:pt x="20508" y="108461"/>
                </a:lnTo>
                <a:lnTo>
                  <a:pt x="19905" y="108009"/>
                </a:lnTo>
                <a:close/>
                <a:moveTo>
                  <a:pt x="24372" y="58880"/>
                </a:moveTo>
                <a:lnTo>
                  <a:pt x="25329" y="59202"/>
                </a:lnTo>
                <a:lnTo>
                  <a:pt x="23893" y="59041"/>
                </a:lnTo>
                <a:close/>
                <a:moveTo>
                  <a:pt x="74958" y="251863"/>
                </a:moveTo>
                <a:lnTo>
                  <a:pt x="75448" y="253375"/>
                </a:lnTo>
                <a:lnTo>
                  <a:pt x="74713" y="252619"/>
                </a:lnTo>
                <a:close/>
                <a:moveTo>
                  <a:pt x="7192" y="288666"/>
                </a:moveTo>
                <a:lnTo>
                  <a:pt x="8471" y="289892"/>
                </a:lnTo>
                <a:lnTo>
                  <a:pt x="6552" y="289279"/>
                </a:lnTo>
                <a:close/>
                <a:moveTo>
                  <a:pt x="8875" y="354673"/>
                </a:moveTo>
                <a:lnTo>
                  <a:pt x="10435" y="356405"/>
                </a:lnTo>
                <a:lnTo>
                  <a:pt x="8095" y="355539"/>
                </a:lnTo>
                <a:close/>
                <a:moveTo>
                  <a:pt x="120720" y="189084"/>
                </a:moveTo>
                <a:lnTo>
                  <a:pt x="121672" y="189820"/>
                </a:lnTo>
                <a:lnTo>
                  <a:pt x="120244" y="189452"/>
                </a:lnTo>
                <a:close/>
                <a:moveTo>
                  <a:pt x="53690" y="229892"/>
                </a:moveTo>
                <a:lnTo>
                  <a:pt x="54936" y="230288"/>
                </a:lnTo>
                <a:lnTo>
                  <a:pt x="53067" y="230090"/>
                </a:lnTo>
                <a:close/>
                <a:moveTo>
                  <a:pt x="58947" y="387211"/>
                </a:moveTo>
                <a:lnTo>
                  <a:pt x="60205" y="387694"/>
                </a:lnTo>
                <a:lnTo>
                  <a:pt x="58317" y="387453"/>
                </a:lnTo>
                <a:close/>
                <a:moveTo>
                  <a:pt x="112992" y="295857"/>
                </a:moveTo>
                <a:lnTo>
                  <a:pt x="114644" y="296737"/>
                </a:lnTo>
                <a:lnTo>
                  <a:pt x="112166" y="296297"/>
                </a:lnTo>
                <a:close/>
                <a:moveTo>
                  <a:pt x="7755" y="85977"/>
                </a:moveTo>
                <a:lnTo>
                  <a:pt x="8171" y="87541"/>
                </a:lnTo>
                <a:lnTo>
                  <a:pt x="7548" y="86759"/>
                </a:lnTo>
                <a:close/>
                <a:moveTo>
                  <a:pt x="10816" y="122140"/>
                </a:moveTo>
                <a:lnTo>
                  <a:pt x="11921" y="123807"/>
                </a:lnTo>
                <a:lnTo>
                  <a:pt x="10264" y="122974"/>
                </a:lnTo>
                <a:close/>
                <a:moveTo>
                  <a:pt x="89561" y="297881"/>
                </a:moveTo>
                <a:lnTo>
                  <a:pt x="90811" y="298422"/>
                </a:lnTo>
                <a:lnTo>
                  <a:pt x="88937" y="298152"/>
                </a:lnTo>
                <a:close/>
                <a:moveTo>
                  <a:pt x="133244" y="44480"/>
                </a:moveTo>
                <a:lnTo>
                  <a:pt x="134571" y="45657"/>
                </a:lnTo>
                <a:lnTo>
                  <a:pt x="132581" y="45068"/>
                </a:lnTo>
                <a:close/>
                <a:moveTo>
                  <a:pt x="60403" y="134236"/>
                </a:moveTo>
                <a:lnTo>
                  <a:pt x="62129" y="135514"/>
                </a:lnTo>
                <a:lnTo>
                  <a:pt x="59540" y="134875"/>
                </a:lnTo>
                <a:close/>
                <a:moveTo>
                  <a:pt x="143592" y="292368"/>
                </a:moveTo>
                <a:lnTo>
                  <a:pt x="144313" y="293278"/>
                </a:lnTo>
                <a:lnTo>
                  <a:pt x="143232" y="292823"/>
                </a:lnTo>
                <a:close/>
                <a:moveTo>
                  <a:pt x="75701" y="341268"/>
                </a:moveTo>
                <a:lnTo>
                  <a:pt x="77443" y="342655"/>
                </a:lnTo>
                <a:lnTo>
                  <a:pt x="74831" y="341961"/>
                </a:lnTo>
                <a:close/>
                <a:moveTo>
                  <a:pt x="72349" y="344835"/>
                </a:moveTo>
                <a:lnTo>
                  <a:pt x="73140" y="345966"/>
                </a:lnTo>
                <a:lnTo>
                  <a:pt x="71953" y="345401"/>
                </a:lnTo>
                <a:close/>
                <a:moveTo>
                  <a:pt x="111456" y="118938"/>
                </a:moveTo>
                <a:lnTo>
                  <a:pt x="111832" y="119498"/>
                </a:lnTo>
                <a:lnTo>
                  <a:pt x="111268" y="119218"/>
                </a:lnTo>
                <a:close/>
                <a:moveTo>
                  <a:pt x="16241" y="314572"/>
                </a:moveTo>
                <a:lnTo>
                  <a:pt x="16802" y="315573"/>
                </a:lnTo>
                <a:lnTo>
                  <a:pt x="15961" y="315073"/>
                </a:lnTo>
                <a:close/>
                <a:moveTo>
                  <a:pt x="91456" y="100872"/>
                </a:moveTo>
                <a:lnTo>
                  <a:pt x="92721" y="101323"/>
                </a:lnTo>
                <a:lnTo>
                  <a:pt x="90823" y="101097"/>
                </a:lnTo>
                <a:close/>
                <a:moveTo>
                  <a:pt x="58403" y="288347"/>
                </a:moveTo>
                <a:lnTo>
                  <a:pt x="59185" y="290059"/>
                </a:lnTo>
                <a:lnTo>
                  <a:pt x="58012" y="289203"/>
                </a:lnTo>
                <a:close/>
                <a:moveTo>
                  <a:pt x="100746" y="241771"/>
                </a:moveTo>
                <a:lnTo>
                  <a:pt x="101626" y="242138"/>
                </a:lnTo>
                <a:lnTo>
                  <a:pt x="100306" y="241955"/>
                </a:lnTo>
                <a:close/>
                <a:moveTo>
                  <a:pt x="116572" y="23089"/>
                </a:moveTo>
                <a:lnTo>
                  <a:pt x="117763" y="23967"/>
                </a:lnTo>
                <a:lnTo>
                  <a:pt x="115976" y="23528"/>
                </a:lnTo>
                <a:close/>
                <a:moveTo>
                  <a:pt x="17597" y="97442"/>
                </a:moveTo>
                <a:lnTo>
                  <a:pt x="19010" y="97980"/>
                </a:lnTo>
                <a:lnTo>
                  <a:pt x="16890" y="97711"/>
                </a:lnTo>
                <a:close/>
                <a:moveTo>
                  <a:pt x="42555" y="129675"/>
                </a:moveTo>
                <a:lnTo>
                  <a:pt x="44171" y="131285"/>
                </a:lnTo>
                <a:lnTo>
                  <a:pt x="41747" y="130480"/>
                </a:lnTo>
                <a:close/>
                <a:moveTo>
                  <a:pt x="9850" y="74912"/>
                </a:moveTo>
                <a:lnTo>
                  <a:pt x="11271" y="76496"/>
                </a:lnTo>
                <a:lnTo>
                  <a:pt x="9139" y="75704"/>
                </a:lnTo>
                <a:close/>
                <a:moveTo>
                  <a:pt x="142383" y="116447"/>
                </a:moveTo>
                <a:lnTo>
                  <a:pt x="143023" y="118138"/>
                </a:lnTo>
                <a:lnTo>
                  <a:pt x="142062" y="117292"/>
                </a:lnTo>
                <a:close/>
                <a:moveTo>
                  <a:pt x="25367" y="196379"/>
                </a:moveTo>
                <a:lnTo>
                  <a:pt x="25903" y="197807"/>
                </a:lnTo>
                <a:lnTo>
                  <a:pt x="25099" y="197093"/>
                </a:lnTo>
                <a:close/>
                <a:moveTo>
                  <a:pt x="29573" y="365997"/>
                </a:moveTo>
                <a:lnTo>
                  <a:pt x="30075" y="367691"/>
                </a:lnTo>
                <a:lnTo>
                  <a:pt x="29322" y="366844"/>
                </a:lnTo>
                <a:close/>
                <a:moveTo>
                  <a:pt x="52248" y="53143"/>
                </a:moveTo>
                <a:lnTo>
                  <a:pt x="53990" y="54881"/>
                </a:lnTo>
                <a:lnTo>
                  <a:pt x="51377" y="54012"/>
                </a:lnTo>
                <a:close/>
                <a:moveTo>
                  <a:pt x="79787" y="135446"/>
                </a:moveTo>
                <a:lnTo>
                  <a:pt x="80262" y="136168"/>
                </a:lnTo>
                <a:lnTo>
                  <a:pt x="79550" y="135807"/>
                </a:lnTo>
                <a:close/>
                <a:moveTo>
                  <a:pt x="71894" y="263001"/>
                </a:moveTo>
                <a:lnTo>
                  <a:pt x="72875" y="264671"/>
                </a:lnTo>
                <a:lnTo>
                  <a:pt x="71404" y="263836"/>
                </a:lnTo>
                <a:close/>
                <a:moveTo>
                  <a:pt x="61569" y="281208"/>
                </a:moveTo>
                <a:lnTo>
                  <a:pt x="63465" y="282686"/>
                </a:lnTo>
                <a:lnTo>
                  <a:pt x="60621" y="281947"/>
                </a:lnTo>
                <a:close/>
                <a:moveTo>
                  <a:pt x="109941" y="140356"/>
                </a:moveTo>
                <a:lnTo>
                  <a:pt x="110409" y="140838"/>
                </a:lnTo>
                <a:lnTo>
                  <a:pt x="109707" y="140597"/>
                </a:lnTo>
                <a:close/>
                <a:moveTo>
                  <a:pt x="90500" y="322004"/>
                </a:moveTo>
                <a:lnTo>
                  <a:pt x="91615" y="322740"/>
                </a:lnTo>
                <a:lnTo>
                  <a:pt x="89942" y="322372"/>
                </a:lnTo>
                <a:close/>
                <a:moveTo>
                  <a:pt x="39506" y="15342"/>
                </a:moveTo>
                <a:lnTo>
                  <a:pt x="40140" y="16370"/>
                </a:lnTo>
                <a:lnTo>
                  <a:pt x="39189" y="15856"/>
                </a:lnTo>
                <a:close/>
                <a:moveTo>
                  <a:pt x="135998" y="306598"/>
                </a:moveTo>
                <a:lnTo>
                  <a:pt x="137316" y="307392"/>
                </a:lnTo>
                <a:lnTo>
                  <a:pt x="135340" y="306995"/>
                </a:lnTo>
                <a:close/>
                <a:moveTo>
                  <a:pt x="126652" y="48476"/>
                </a:moveTo>
                <a:lnTo>
                  <a:pt x="128661" y="50081"/>
                </a:lnTo>
                <a:lnTo>
                  <a:pt x="125647" y="49278"/>
                </a:lnTo>
                <a:close/>
                <a:moveTo>
                  <a:pt x="15323" y="59153"/>
                </a:moveTo>
                <a:lnTo>
                  <a:pt x="16126" y="59741"/>
                </a:lnTo>
                <a:lnTo>
                  <a:pt x="14921" y="59447"/>
                </a:lnTo>
                <a:close/>
                <a:moveTo>
                  <a:pt x="136600" y="169265"/>
                </a:moveTo>
                <a:lnTo>
                  <a:pt x="137182" y="170107"/>
                </a:lnTo>
                <a:lnTo>
                  <a:pt x="136308" y="169686"/>
                </a:lnTo>
                <a:close/>
                <a:moveTo>
                  <a:pt x="14779" y="260120"/>
                </a:moveTo>
                <a:lnTo>
                  <a:pt x="16837" y="261616"/>
                </a:lnTo>
                <a:lnTo>
                  <a:pt x="13750" y="260868"/>
                </a:lnTo>
                <a:close/>
                <a:moveTo>
                  <a:pt x="99404" y="213120"/>
                </a:moveTo>
                <a:lnTo>
                  <a:pt x="101480" y="214772"/>
                </a:lnTo>
                <a:lnTo>
                  <a:pt x="98367" y="213946"/>
                </a:lnTo>
                <a:close/>
                <a:moveTo>
                  <a:pt x="142384" y="188882"/>
                </a:moveTo>
                <a:lnTo>
                  <a:pt x="143377" y="190474"/>
                </a:lnTo>
                <a:lnTo>
                  <a:pt x="141888" y="189678"/>
                </a:lnTo>
                <a:close/>
                <a:moveTo>
                  <a:pt x="93936" y="208855"/>
                </a:moveTo>
                <a:lnTo>
                  <a:pt x="95862" y="209171"/>
                </a:lnTo>
                <a:lnTo>
                  <a:pt x="92973" y="209013"/>
                </a:lnTo>
                <a:close/>
                <a:moveTo>
                  <a:pt x="118123" y="310329"/>
                </a:moveTo>
                <a:lnTo>
                  <a:pt x="119956" y="310806"/>
                </a:lnTo>
                <a:lnTo>
                  <a:pt x="117206" y="310567"/>
                </a:lnTo>
                <a:close/>
                <a:moveTo>
                  <a:pt x="99416" y="216842"/>
                </a:moveTo>
                <a:lnTo>
                  <a:pt x="100082" y="218233"/>
                </a:lnTo>
                <a:lnTo>
                  <a:pt x="99083" y="217538"/>
                </a:lnTo>
                <a:close/>
                <a:moveTo>
                  <a:pt x="90943" y="73891"/>
                </a:moveTo>
                <a:lnTo>
                  <a:pt x="92928" y="74814"/>
                </a:lnTo>
                <a:lnTo>
                  <a:pt x="89950" y="74352"/>
                </a:lnTo>
                <a:close/>
                <a:moveTo>
                  <a:pt x="86883" y="37503"/>
                </a:moveTo>
                <a:lnTo>
                  <a:pt x="87676" y="39289"/>
                </a:lnTo>
                <a:lnTo>
                  <a:pt x="86486" y="38396"/>
                </a:lnTo>
                <a:close/>
                <a:moveTo>
                  <a:pt x="137874" y="274557"/>
                </a:moveTo>
                <a:lnTo>
                  <a:pt x="139139" y="274999"/>
                </a:lnTo>
                <a:lnTo>
                  <a:pt x="137242" y="274778"/>
                </a:lnTo>
                <a:close/>
                <a:moveTo>
                  <a:pt x="49543" y="339525"/>
                </a:moveTo>
                <a:lnTo>
                  <a:pt x="50711" y="341319"/>
                </a:lnTo>
                <a:lnTo>
                  <a:pt x="48960" y="340422"/>
                </a:lnTo>
                <a:close/>
                <a:moveTo>
                  <a:pt x="139257" y="48654"/>
                </a:moveTo>
                <a:lnTo>
                  <a:pt x="139760" y="50297"/>
                </a:lnTo>
                <a:lnTo>
                  <a:pt x="139005" y="49476"/>
                </a:lnTo>
                <a:close/>
                <a:moveTo>
                  <a:pt x="66220" y="90524"/>
                </a:moveTo>
                <a:lnTo>
                  <a:pt x="67401" y="92022"/>
                </a:lnTo>
                <a:lnTo>
                  <a:pt x="65629" y="91273"/>
                </a:lnTo>
                <a:close/>
                <a:moveTo>
                  <a:pt x="122625" y="153086"/>
                </a:moveTo>
                <a:lnTo>
                  <a:pt x="124350" y="154776"/>
                </a:lnTo>
                <a:lnTo>
                  <a:pt x="121763" y="153931"/>
                </a:lnTo>
                <a:close/>
                <a:moveTo>
                  <a:pt x="23727" y="359612"/>
                </a:moveTo>
                <a:lnTo>
                  <a:pt x="25442" y="360686"/>
                </a:lnTo>
                <a:lnTo>
                  <a:pt x="22870" y="360149"/>
                </a:lnTo>
                <a:close/>
                <a:moveTo>
                  <a:pt x="80526" y="18657"/>
                </a:moveTo>
                <a:lnTo>
                  <a:pt x="82307" y="19268"/>
                </a:lnTo>
                <a:lnTo>
                  <a:pt x="79635" y="18962"/>
                </a:lnTo>
                <a:close/>
                <a:moveTo>
                  <a:pt x="133372" y="228020"/>
                </a:moveTo>
                <a:lnTo>
                  <a:pt x="135563" y="229023"/>
                </a:lnTo>
                <a:lnTo>
                  <a:pt x="132276" y="228521"/>
                </a:lnTo>
                <a:close/>
                <a:moveTo>
                  <a:pt x="77418" y="162292"/>
                </a:moveTo>
                <a:lnTo>
                  <a:pt x="78869" y="162714"/>
                </a:lnTo>
                <a:lnTo>
                  <a:pt x="76692" y="162503"/>
                </a:lnTo>
                <a:close/>
                <a:moveTo>
                  <a:pt x="120429" y="27110"/>
                </a:moveTo>
                <a:lnTo>
                  <a:pt x="122413" y="28101"/>
                </a:lnTo>
                <a:lnTo>
                  <a:pt x="119437" y="27605"/>
                </a:lnTo>
                <a:close/>
                <a:moveTo>
                  <a:pt x="36860" y="302395"/>
                </a:moveTo>
                <a:lnTo>
                  <a:pt x="37285" y="304058"/>
                </a:lnTo>
                <a:lnTo>
                  <a:pt x="36647" y="303227"/>
                </a:lnTo>
                <a:close/>
                <a:moveTo>
                  <a:pt x="96462" y="290092"/>
                </a:moveTo>
                <a:lnTo>
                  <a:pt x="97621" y="290657"/>
                </a:lnTo>
                <a:lnTo>
                  <a:pt x="95883" y="290374"/>
                </a:lnTo>
                <a:close/>
                <a:moveTo>
                  <a:pt x="135174" y="212823"/>
                </a:moveTo>
                <a:lnTo>
                  <a:pt x="136262" y="213263"/>
                </a:lnTo>
                <a:lnTo>
                  <a:pt x="134630" y="213043"/>
                </a:lnTo>
                <a:close/>
                <a:moveTo>
                  <a:pt x="37865" y="232487"/>
                </a:moveTo>
                <a:lnTo>
                  <a:pt x="38536" y="233710"/>
                </a:lnTo>
                <a:lnTo>
                  <a:pt x="37530" y="233099"/>
                </a:lnTo>
                <a:close/>
                <a:moveTo>
                  <a:pt x="48798" y="179415"/>
                </a:moveTo>
                <a:lnTo>
                  <a:pt x="49286" y="180007"/>
                </a:lnTo>
                <a:lnTo>
                  <a:pt x="48554" y="179711"/>
                </a:lnTo>
                <a:close/>
                <a:moveTo>
                  <a:pt x="55745" y="99790"/>
                </a:moveTo>
                <a:lnTo>
                  <a:pt x="56687" y="101558"/>
                </a:lnTo>
                <a:lnTo>
                  <a:pt x="55273" y="100674"/>
                </a:lnTo>
                <a:close/>
                <a:moveTo>
                  <a:pt x="40372" y="131248"/>
                </a:moveTo>
                <a:lnTo>
                  <a:pt x="42008" y="131981"/>
                </a:lnTo>
                <a:lnTo>
                  <a:pt x="39554" y="131614"/>
                </a:lnTo>
                <a:close/>
                <a:moveTo>
                  <a:pt x="124256" y="240016"/>
                </a:moveTo>
                <a:lnTo>
                  <a:pt x="124814" y="241321"/>
                </a:lnTo>
                <a:lnTo>
                  <a:pt x="123977" y="240668"/>
                </a:lnTo>
                <a:close/>
                <a:moveTo>
                  <a:pt x="88839" y="192467"/>
                </a:moveTo>
                <a:lnTo>
                  <a:pt x="90427" y="194008"/>
                </a:lnTo>
                <a:lnTo>
                  <a:pt x="88046" y="193237"/>
                </a:lnTo>
                <a:close/>
                <a:moveTo>
                  <a:pt x="9466" y="291337"/>
                </a:moveTo>
                <a:lnTo>
                  <a:pt x="11179" y="291848"/>
                </a:lnTo>
                <a:lnTo>
                  <a:pt x="8610" y="291592"/>
                </a:lnTo>
                <a:close/>
                <a:moveTo>
                  <a:pt x="78602" y="276790"/>
                </a:moveTo>
                <a:lnTo>
                  <a:pt x="80161" y="277197"/>
                </a:lnTo>
                <a:lnTo>
                  <a:pt x="77823" y="276993"/>
                </a:lnTo>
                <a:close/>
                <a:moveTo>
                  <a:pt x="77343" y="137443"/>
                </a:moveTo>
                <a:lnTo>
                  <a:pt x="78205" y="139034"/>
                </a:lnTo>
                <a:lnTo>
                  <a:pt x="76912" y="138239"/>
                </a:lnTo>
                <a:close/>
                <a:moveTo>
                  <a:pt x="21720" y="83304"/>
                </a:moveTo>
                <a:lnTo>
                  <a:pt x="23201" y="83875"/>
                </a:lnTo>
                <a:lnTo>
                  <a:pt x="20979" y="83589"/>
                </a:lnTo>
                <a:close/>
                <a:moveTo>
                  <a:pt x="98924" y="124198"/>
                </a:moveTo>
                <a:lnTo>
                  <a:pt x="100406" y="125936"/>
                </a:lnTo>
                <a:lnTo>
                  <a:pt x="98183" y="125067"/>
                </a:lnTo>
                <a:close/>
                <a:moveTo>
                  <a:pt x="19809" y="4810"/>
                </a:moveTo>
                <a:lnTo>
                  <a:pt x="21037" y="5137"/>
                </a:lnTo>
                <a:lnTo>
                  <a:pt x="19195" y="4974"/>
                </a:lnTo>
                <a:close/>
                <a:moveTo>
                  <a:pt x="132059" y="375172"/>
                </a:moveTo>
                <a:lnTo>
                  <a:pt x="133091" y="376508"/>
                </a:lnTo>
                <a:lnTo>
                  <a:pt x="131543" y="375840"/>
                </a:lnTo>
                <a:close/>
                <a:moveTo>
                  <a:pt x="104021" y="300299"/>
                </a:moveTo>
                <a:lnTo>
                  <a:pt x="106105" y="301123"/>
                </a:lnTo>
                <a:lnTo>
                  <a:pt x="102978" y="300711"/>
                </a:lnTo>
                <a:close/>
                <a:moveTo>
                  <a:pt x="134824" y="159924"/>
                </a:moveTo>
                <a:lnTo>
                  <a:pt x="136936" y="161109"/>
                </a:lnTo>
                <a:lnTo>
                  <a:pt x="133768" y="160516"/>
                </a:lnTo>
                <a:close/>
                <a:moveTo>
                  <a:pt x="3783" y="261698"/>
                </a:moveTo>
                <a:lnTo>
                  <a:pt x="5105" y="262768"/>
                </a:lnTo>
                <a:lnTo>
                  <a:pt x="3122" y="262233"/>
                </a:lnTo>
                <a:close/>
                <a:moveTo>
                  <a:pt x="57195" y="137197"/>
                </a:moveTo>
                <a:lnTo>
                  <a:pt x="57582" y="138843"/>
                </a:lnTo>
                <a:lnTo>
                  <a:pt x="57002" y="138020"/>
                </a:lnTo>
                <a:close/>
                <a:moveTo>
                  <a:pt x="82434" y="364912"/>
                </a:moveTo>
                <a:lnTo>
                  <a:pt x="83449" y="365427"/>
                </a:lnTo>
                <a:lnTo>
                  <a:pt x="81927" y="365169"/>
                </a:lnTo>
                <a:close/>
                <a:moveTo>
                  <a:pt x="106551" y="363425"/>
                </a:moveTo>
                <a:lnTo>
                  <a:pt x="108282" y="364363"/>
                </a:lnTo>
                <a:lnTo>
                  <a:pt x="105686" y="363894"/>
                </a:lnTo>
                <a:close/>
                <a:moveTo>
                  <a:pt x="23967" y="359032"/>
                </a:moveTo>
                <a:lnTo>
                  <a:pt x="25332" y="359956"/>
                </a:lnTo>
                <a:lnTo>
                  <a:pt x="23285" y="359494"/>
                </a:lnTo>
                <a:close/>
                <a:moveTo>
                  <a:pt x="3605" y="1451"/>
                </a:moveTo>
                <a:lnTo>
                  <a:pt x="4723" y="2711"/>
                </a:lnTo>
                <a:lnTo>
                  <a:pt x="3046" y="2081"/>
                </a:lnTo>
                <a:close/>
                <a:moveTo>
                  <a:pt x="117025" y="374079"/>
                </a:moveTo>
                <a:lnTo>
                  <a:pt x="117986" y="374487"/>
                </a:lnTo>
                <a:lnTo>
                  <a:pt x="116544" y="374283"/>
                </a:lnTo>
                <a:close/>
                <a:moveTo>
                  <a:pt x="103737" y="175594"/>
                </a:moveTo>
                <a:lnTo>
                  <a:pt x="104508" y="177092"/>
                </a:lnTo>
                <a:lnTo>
                  <a:pt x="103352" y="176343"/>
                </a:lnTo>
                <a:close/>
                <a:moveTo>
                  <a:pt x="101432" y="75466"/>
                </a:moveTo>
                <a:lnTo>
                  <a:pt x="102765" y="76019"/>
                </a:lnTo>
                <a:lnTo>
                  <a:pt x="100765" y="75742"/>
                </a:lnTo>
                <a:close/>
                <a:moveTo>
                  <a:pt x="24356" y="157438"/>
                </a:moveTo>
                <a:lnTo>
                  <a:pt x="24957" y="158875"/>
                </a:lnTo>
                <a:lnTo>
                  <a:pt x="24056" y="158157"/>
                </a:lnTo>
                <a:close/>
                <a:moveTo>
                  <a:pt x="104932" y="391084"/>
                </a:moveTo>
                <a:lnTo>
                  <a:pt x="106573" y="392507"/>
                </a:lnTo>
                <a:lnTo>
                  <a:pt x="104112" y="391795"/>
                </a:lnTo>
                <a:close/>
                <a:moveTo>
                  <a:pt x="67439" y="311974"/>
                </a:moveTo>
                <a:lnTo>
                  <a:pt x="68474" y="312529"/>
                </a:lnTo>
                <a:lnTo>
                  <a:pt x="66922" y="312252"/>
                </a:lnTo>
                <a:close/>
                <a:moveTo>
                  <a:pt x="82119" y="204443"/>
                </a:moveTo>
                <a:lnTo>
                  <a:pt x="83455" y="204996"/>
                </a:lnTo>
                <a:lnTo>
                  <a:pt x="81452" y="204720"/>
                </a:lnTo>
                <a:close/>
                <a:moveTo>
                  <a:pt x="34925" y="240992"/>
                </a:moveTo>
                <a:lnTo>
                  <a:pt x="36722" y="242520"/>
                </a:lnTo>
                <a:lnTo>
                  <a:pt x="34027" y="241756"/>
                </a:lnTo>
                <a:close/>
                <a:moveTo>
                  <a:pt x="10641" y="28470"/>
                </a:moveTo>
                <a:lnTo>
                  <a:pt x="11434" y="29298"/>
                </a:lnTo>
                <a:lnTo>
                  <a:pt x="10245" y="28884"/>
                </a:lnTo>
                <a:close/>
                <a:moveTo>
                  <a:pt x="16062" y="290367"/>
                </a:moveTo>
                <a:lnTo>
                  <a:pt x="16794" y="291456"/>
                </a:lnTo>
                <a:lnTo>
                  <a:pt x="15697" y="290912"/>
                </a:lnTo>
                <a:close/>
                <a:moveTo>
                  <a:pt x="69453" y="77805"/>
                </a:moveTo>
                <a:lnTo>
                  <a:pt x="70949" y="79524"/>
                </a:lnTo>
                <a:lnTo>
                  <a:pt x="68706" y="78665"/>
                </a:lnTo>
                <a:close/>
                <a:moveTo>
                  <a:pt x="96988" y="116440"/>
                </a:moveTo>
                <a:lnTo>
                  <a:pt x="97738" y="117867"/>
                </a:lnTo>
                <a:lnTo>
                  <a:pt x="96613" y="117154"/>
                </a:lnTo>
                <a:close/>
                <a:moveTo>
                  <a:pt x="110423" y="132717"/>
                </a:moveTo>
                <a:lnTo>
                  <a:pt x="111910" y="134103"/>
                </a:lnTo>
                <a:lnTo>
                  <a:pt x="109679" y="133410"/>
                </a:lnTo>
                <a:close/>
                <a:moveTo>
                  <a:pt x="66778" y="210770"/>
                </a:moveTo>
                <a:lnTo>
                  <a:pt x="68780" y="212281"/>
                </a:lnTo>
                <a:lnTo>
                  <a:pt x="65777" y="211525"/>
                </a:lnTo>
                <a:close/>
                <a:moveTo>
                  <a:pt x="38564" y="214108"/>
                </a:moveTo>
                <a:lnTo>
                  <a:pt x="40143" y="215109"/>
                </a:lnTo>
                <a:lnTo>
                  <a:pt x="37775" y="214609"/>
                </a:lnTo>
                <a:close/>
                <a:moveTo>
                  <a:pt x="143805" y="335795"/>
                </a:moveTo>
                <a:lnTo>
                  <a:pt x="144245" y="336531"/>
                </a:lnTo>
                <a:lnTo>
                  <a:pt x="143584" y="336163"/>
                </a:lnTo>
                <a:close/>
                <a:moveTo>
                  <a:pt x="121920" y="18513"/>
                </a:moveTo>
                <a:lnTo>
                  <a:pt x="123803" y="19591"/>
                </a:lnTo>
                <a:lnTo>
                  <a:pt x="120978" y="19052"/>
                </a:lnTo>
                <a:close/>
                <a:moveTo>
                  <a:pt x="57497" y="59791"/>
                </a:moveTo>
                <a:lnTo>
                  <a:pt x="59445" y="60527"/>
                </a:lnTo>
                <a:lnTo>
                  <a:pt x="56523" y="60159"/>
                </a:lnTo>
                <a:close/>
                <a:moveTo>
                  <a:pt x="21901" y="156935"/>
                </a:moveTo>
                <a:lnTo>
                  <a:pt x="23184" y="157666"/>
                </a:lnTo>
                <a:lnTo>
                  <a:pt x="21260" y="157300"/>
                </a:lnTo>
                <a:close/>
                <a:moveTo>
                  <a:pt x="43700" y="158786"/>
                </a:moveTo>
                <a:lnTo>
                  <a:pt x="45477" y="159295"/>
                </a:lnTo>
                <a:lnTo>
                  <a:pt x="42811" y="159040"/>
                </a:lnTo>
                <a:close/>
                <a:moveTo>
                  <a:pt x="10225" y="298303"/>
                </a:moveTo>
                <a:lnTo>
                  <a:pt x="11102" y="298781"/>
                </a:lnTo>
                <a:lnTo>
                  <a:pt x="9786" y="298542"/>
                </a:lnTo>
                <a:close/>
                <a:moveTo>
                  <a:pt x="46624" y="238968"/>
                </a:moveTo>
                <a:lnTo>
                  <a:pt x="48677" y="240339"/>
                </a:lnTo>
                <a:lnTo>
                  <a:pt x="45598" y="239654"/>
                </a:lnTo>
                <a:close/>
                <a:moveTo>
                  <a:pt x="5375" y="63068"/>
                </a:moveTo>
                <a:lnTo>
                  <a:pt x="6007" y="63583"/>
                </a:lnTo>
                <a:lnTo>
                  <a:pt x="5059" y="63326"/>
                </a:lnTo>
                <a:close/>
                <a:moveTo>
                  <a:pt x="123061" y="268865"/>
                </a:moveTo>
                <a:lnTo>
                  <a:pt x="125007" y="269165"/>
                </a:lnTo>
                <a:lnTo>
                  <a:pt x="122088" y="269015"/>
                </a:lnTo>
                <a:close/>
                <a:moveTo>
                  <a:pt x="130031" y="71281"/>
                </a:moveTo>
                <a:lnTo>
                  <a:pt x="131547" y="72552"/>
                </a:lnTo>
                <a:lnTo>
                  <a:pt x="129272" y="71916"/>
                </a:lnTo>
                <a:close/>
                <a:moveTo>
                  <a:pt x="26461" y="112806"/>
                </a:moveTo>
                <a:lnTo>
                  <a:pt x="27212" y="113661"/>
                </a:lnTo>
                <a:lnTo>
                  <a:pt x="26086" y="113234"/>
                </a:lnTo>
                <a:close/>
                <a:moveTo>
                  <a:pt x="41425" y="233216"/>
                </a:moveTo>
                <a:lnTo>
                  <a:pt x="42727" y="234320"/>
                </a:lnTo>
                <a:lnTo>
                  <a:pt x="40774" y="233768"/>
                </a:lnTo>
                <a:close/>
                <a:moveTo>
                  <a:pt x="22107" y="201809"/>
                </a:moveTo>
                <a:lnTo>
                  <a:pt x="24130" y="203156"/>
                </a:lnTo>
                <a:lnTo>
                  <a:pt x="21096" y="202483"/>
                </a:lnTo>
                <a:close/>
                <a:moveTo>
                  <a:pt x="141500" y="260919"/>
                </a:moveTo>
                <a:lnTo>
                  <a:pt x="143091" y="262274"/>
                </a:lnTo>
                <a:lnTo>
                  <a:pt x="140705" y="261597"/>
                </a:lnTo>
                <a:close/>
                <a:moveTo>
                  <a:pt x="48256" y="203685"/>
                </a:moveTo>
                <a:lnTo>
                  <a:pt x="49466" y="204416"/>
                </a:lnTo>
                <a:lnTo>
                  <a:pt x="47651" y="204050"/>
                </a:lnTo>
                <a:close/>
                <a:moveTo>
                  <a:pt x="7867" y="187013"/>
                </a:moveTo>
                <a:lnTo>
                  <a:pt x="9528" y="187978"/>
                </a:lnTo>
                <a:lnTo>
                  <a:pt x="7037" y="187495"/>
                </a:lnTo>
                <a:close/>
                <a:moveTo>
                  <a:pt x="49224" y="198607"/>
                </a:moveTo>
                <a:lnTo>
                  <a:pt x="49583" y="198948"/>
                </a:lnTo>
                <a:lnTo>
                  <a:pt x="49045" y="198778"/>
                </a:lnTo>
                <a:close/>
                <a:moveTo>
                  <a:pt x="134743" y="319937"/>
                </a:moveTo>
                <a:lnTo>
                  <a:pt x="136181" y="320745"/>
                </a:lnTo>
                <a:lnTo>
                  <a:pt x="134025" y="320341"/>
                </a:lnTo>
                <a:close/>
                <a:moveTo>
                  <a:pt x="26049" y="119565"/>
                </a:moveTo>
                <a:lnTo>
                  <a:pt x="27802" y="120587"/>
                </a:lnTo>
                <a:lnTo>
                  <a:pt x="25173" y="120076"/>
                </a:lnTo>
                <a:close/>
                <a:moveTo>
                  <a:pt x="127768" y="0"/>
                </a:moveTo>
                <a:lnTo>
                  <a:pt x="129298" y="1251"/>
                </a:lnTo>
                <a:lnTo>
                  <a:pt x="127004" y="625"/>
                </a:lnTo>
                <a:close/>
                <a:moveTo>
                  <a:pt x="56106" y="389405"/>
                </a:moveTo>
                <a:lnTo>
                  <a:pt x="57234" y="389780"/>
                </a:lnTo>
                <a:lnTo>
                  <a:pt x="55542" y="389593"/>
                </a:lnTo>
                <a:close/>
                <a:moveTo>
                  <a:pt x="136412" y="33361"/>
                </a:moveTo>
                <a:lnTo>
                  <a:pt x="138352" y="35145"/>
                </a:lnTo>
                <a:lnTo>
                  <a:pt x="135442" y="34253"/>
                </a:lnTo>
                <a:close/>
                <a:moveTo>
                  <a:pt x="105723" y="326664"/>
                </a:moveTo>
                <a:lnTo>
                  <a:pt x="107752" y="327962"/>
                </a:lnTo>
                <a:lnTo>
                  <a:pt x="104709" y="327313"/>
                </a:lnTo>
                <a:close/>
                <a:moveTo>
                  <a:pt x="59941" y="309723"/>
                </a:moveTo>
                <a:lnTo>
                  <a:pt x="60913" y="310856"/>
                </a:lnTo>
                <a:lnTo>
                  <a:pt x="59455" y="310290"/>
                </a:lnTo>
                <a:close/>
                <a:moveTo>
                  <a:pt x="68989" y="170603"/>
                </a:moveTo>
                <a:lnTo>
                  <a:pt x="69854" y="172070"/>
                </a:lnTo>
                <a:lnTo>
                  <a:pt x="68556" y="171337"/>
                </a:lnTo>
                <a:close/>
                <a:moveTo>
                  <a:pt x="40521" y="257232"/>
                </a:moveTo>
                <a:lnTo>
                  <a:pt x="41512" y="257944"/>
                </a:lnTo>
                <a:lnTo>
                  <a:pt x="40026" y="257588"/>
                </a:lnTo>
                <a:close/>
                <a:moveTo>
                  <a:pt x="28718" y="31720"/>
                </a:moveTo>
                <a:lnTo>
                  <a:pt x="30722" y="32112"/>
                </a:lnTo>
                <a:lnTo>
                  <a:pt x="27716" y="31916"/>
                </a:lnTo>
                <a:close/>
                <a:moveTo>
                  <a:pt x="133595" y="344341"/>
                </a:moveTo>
                <a:lnTo>
                  <a:pt x="134109" y="345493"/>
                </a:lnTo>
                <a:lnTo>
                  <a:pt x="133339" y="344917"/>
                </a:lnTo>
                <a:close/>
                <a:moveTo>
                  <a:pt x="106140" y="315793"/>
                </a:moveTo>
                <a:lnTo>
                  <a:pt x="106566" y="316150"/>
                </a:lnTo>
                <a:lnTo>
                  <a:pt x="105927" y="315972"/>
                </a:lnTo>
                <a:close/>
                <a:moveTo>
                  <a:pt x="49097" y="366121"/>
                </a:moveTo>
                <a:lnTo>
                  <a:pt x="49914" y="366455"/>
                </a:lnTo>
                <a:lnTo>
                  <a:pt x="48689" y="366288"/>
                </a:lnTo>
                <a:close/>
                <a:moveTo>
                  <a:pt x="124112" y="339020"/>
                </a:moveTo>
                <a:lnTo>
                  <a:pt x="125797" y="340381"/>
                </a:lnTo>
                <a:lnTo>
                  <a:pt x="123269" y="339700"/>
                </a:lnTo>
                <a:close/>
                <a:moveTo>
                  <a:pt x="107937" y="372458"/>
                </a:moveTo>
                <a:lnTo>
                  <a:pt x="108867" y="373425"/>
                </a:lnTo>
                <a:lnTo>
                  <a:pt x="107472" y="372942"/>
                </a:lnTo>
                <a:close/>
                <a:moveTo>
                  <a:pt x="85030" y="279355"/>
                </a:moveTo>
                <a:lnTo>
                  <a:pt x="86730" y="281081"/>
                </a:lnTo>
                <a:lnTo>
                  <a:pt x="84180" y="280218"/>
                </a:lnTo>
                <a:close/>
                <a:moveTo>
                  <a:pt x="91761" y="214370"/>
                </a:moveTo>
                <a:lnTo>
                  <a:pt x="92929" y="215617"/>
                </a:lnTo>
                <a:lnTo>
                  <a:pt x="91177" y="214994"/>
                </a:lnTo>
                <a:close/>
                <a:moveTo>
                  <a:pt x="86418" y="160693"/>
                </a:moveTo>
                <a:lnTo>
                  <a:pt x="87584" y="161783"/>
                </a:lnTo>
                <a:lnTo>
                  <a:pt x="85836" y="161238"/>
                </a:lnTo>
                <a:close/>
                <a:moveTo>
                  <a:pt x="35549" y="174130"/>
                </a:moveTo>
                <a:lnTo>
                  <a:pt x="37654" y="175584"/>
                </a:lnTo>
                <a:lnTo>
                  <a:pt x="34496" y="174857"/>
                </a:lnTo>
                <a:close/>
                <a:moveTo>
                  <a:pt x="55138" y="335783"/>
                </a:moveTo>
                <a:lnTo>
                  <a:pt x="56530" y="336758"/>
                </a:lnTo>
                <a:lnTo>
                  <a:pt x="54442" y="336270"/>
                </a:lnTo>
                <a:close/>
                <a:moveTo>
                  <a:pt x="103543" y="288232"/>
                </a:moveTo>
                <a:lnTo>
                  <a:pt x="104491" y="288943"/>
                </a:lnTo>
                <a:lnTo>
                  <a:pt x="103069" y="288588"/>
                </a:lnTo>
                <a:close/>
                <a:moveTo>
                  <a:pt x="67774" y="126306"/>
                </a:moveTo>
                <a:lnTo>
                  <a:pt x="69948" y="127307"/>
                </a:lnTo>
                <a:lnTo>
                  <a:pt x="66688" y="126807"/>
                </a:lnTo>
                <a:close/>
                <a:moveTo>
                  <a:pt x="121180" y="293754"/>
                </a:moveTo>
                <a:lnTo>
                  <a:pt x="123109" y="294388"/>
                </a:lnTo>
                <a:lnTo>
                  <a:pt x="120216" y="294071"/>
                </a:lnTo>
                <a:close/>
                <a:moveTo>
                  <a:pt x="99152" y="300883"/>
                </a:moveTo>
                <a:lnTo>
                  <a:pt x="100109" y="301307"/>
                </a:lnTo>
                <a:lnTo>
                  <a:pt x="98673" y="301095"/>
                </a:lnTo>
                <a:close/>
                <a:moveTo>
                  <a:pt x="101438" y="182517"/>
                </a:moveTo>
                <a:lnTo>
                  <a:pt x="103584" y="183202"/>
                </a:lnTo>
                <a:lnTo>
                  <a:pt x="100365" y="182860"/>
                </a:lnTo>
                <a:close/>
                <a:moveTo>
                  <a:pt x="135532" y="203393"/>
                </a:moveTo>
                <a:lnTo>
                  <a:pt x="136734" y="204487"/>
                </a:lnTo>
                <a:lnTo>
                  <a:pt x="134930" y="203940"/>
                </a:lnTo>
                <a:close/>
                <a:moveTo>
                  <a:pt x="20646" y="370284"/>
                </a:moveTo>
                <a:lnTo>
                  <a:pt x="21627" y="371637"/>
                </a:lnTo>
                <a:lnTo>
                  <a:pt x="20155" y="370960"/>
                </a:lnTo>
                <a:close/>
                <a:moveTo>
                  <a:pt x="1569" y="313752"/>
                </a:moveTo>
                <a:lnTo>
                  <a:pt x="3158" y="315178"/>
                </a:lnTo>
                <a:lnTo>
                  <a:pt x="774" y="314465"/>
                </a:lnTo>
                <a:close/>
                <a:moveTo>
                  <a:pt x="35181" y="56798"/>
                </a:moveTo>
                <a:lnTo>
                  <a:pt x="35880" y="57574"/>
                </a:lnTo>
                <a:lnTo>
                  <a:pt x="34831" y="57186"/>
                </a:lnTo>
                <a:close/>
                <a:moveTo>
                  <a:pt x="133373" y="37992"/>
                </a:moveTo>
                <a:lnTo>
                  <a:pt x="134446" y="38751"/>
                </a:lnTo>
                <a:lnTo>
                  <a:pt x="132837" y="38372"/>
                </a:lnTo>
                <a:close/>
                <a:moveTo>
                  <a:pt x="125233" y="215205"/>
                </a:moveTo>
                <a:lnTo>
                  <a:pt x="126446" y="216671"/>
                </a:lnTo>
                <a:lnTo>
                  <a:pt x="124626" y="215938"/>
                </a:lnTo>
                <a:close/>
                <a:moveTo>
                  <a:pt x="130834" y="109081"/>
                </a:moveTo>
                <a:lnTo>
                  <a:pt x="131219" y="109398"/>
                </a:lnTo>
                <a:lnTo>
                  <a:pt x="130642" y="109239"/>
                </a:lnTo>
                <a:close/>
                <a:moveTo>
                  <a:pt x="79883" y="120896"/>
                </a:moveTo>
                <a:lnTo>
                  <a:pt x="81251" y="121982"/>
                </a:lnTo>
                <a:lnTo>
                  <a:pt x="79199" y="121439"/>
                </a:lnTo>
                <a:close/>
                <a:moveTo>
                  <a:pt x="78752" y="222784"/>
                </a:moveTo>
                <a:lnTo>
                  <a:pt x="79984" y="223607"/>
                </a:lnTo>
                <a:lnTo>
                  <a:pt x="78136" y="223196"/>
                </a:lnTo>
                <a:close/>
                <a:moveTo>
                  <a:pt x="128165" y="345772"/>
                </a:moveTo>
                <a:lnTo>
                  <a:pt x="130232" y="347059"/>
                </a:lnTo>
                <a:lnTo>
                  <a:pt x="127131" y="346416"/>
                </a:lnTo>
                <a:close/>
                <a:moveTo>
                  <a:pt x="98353" y="236450"/>
                </a:moveTo>
                <a:lnTo>
                  <a:pt x="99788" y="237699"/>
                </a:lnTo>
                <a:lnTo>
                  <a:pt x="97636" y="237075"/>
                </a:lnTo>
                <a:close/>
                <a:moveTo>
                  <a:pt x="109135" y="228827"/>
                </a:moveTo>
                <a:lnTo>
                  <a:pt x="110618" y="230386"/>
                </a:lnTo>
                <a:lnTo>
                  <a:pt x="108394" y="229607"/>
                </a:lnTo>
                <a:close/>
                <a:moveTo>
                  <a:pt x="120915" y="308217"/>
                </a:moveTo>
                <a:lnTo>
                  <a:pt x="123040" y="309983"/>
                </a:lnTo>
                <a:lnTo>
                  <a:pt x="119853" y="309100"/>
                </a:lnTo>
                <a:close/>
                <a:moveTo>
                  <a:pt x="41686" y="102553"/>
                </a:moveTo>
                <a:lnTo>
                  <a:pt x="42288" y="103727"/>
                </a:lnTo>
                <a:lnTo>
                  <a:pt x="41385" y="103140"/>
                </a:lnTo>
                <a:close/>
                <a:moveTo>
                  <a:pt x="139631" y="48889"/>
                </a:moveTo>
                <a:lnTo>
                  <a:pt x="140891" y="50413"/>
                </a:lnTo>
                <a:lnTo>
                  <a:pt x="139001" y="49651"/>
                </a:lnTo>
                <a:close/>
                <a:moveTo>
                  <a:pt x="83976" y="46491"/>
                </a:moveTo>
                <a:lnTo>
                  <a:pt x="86023" y="48174"/>
                </a:lnTo>
                <a:lnTo>
                  <a:pt x="82952" y="47333"/>
                </a:lnTo>
                <a:close/>
                <a:moveTo>
                  <a:pt x="49475" y="231809"/>
                </a:moveTo>
                <a:lnTo>
                  <a:pt x="50690" y="233363"/>
                </a:lnTo>
                <a:lnTo>
                  <a:pt x="48867" y="232586"/>
                </a:lnTo>
                <a:close/>
                <a:moveTo>
                  <a:pt x="81859" y="17189"/>
                </a:moveTo>
                <a:lnTo>
                  <a:pt x="83000" y="17776"/>
                </a:lnTo>
                <a:lnTo>
                  <a:pt x="81289" y="17482"/>
                </a:lnTo>
                <a:close/>
                <a:moveTo>
                  <a:pt x="99040" y="169848"/>
                </a:moveTo>
                <a:lnTo>
                  <a:pt x="100061" y="170665"/>
                </a:lnTo>
                <a:lnTo>
                  <a:pt x="98529" y="170256"/>
                </a:lnTo>
                <a:close/>
                <a:moveTo>
                  <a:pt x="96004" y="293707"/>
                </a:moveTo>
                <a:lnTo>
                  <a:pt x="97036" y="295471"/>
                </a:lnTo>
                <a:lnTo>
                  <a:pt x="95488" y="294589"/>
                </a:lnTo>
                <a:close/>
                <a:moveTo>
                  <a:pt x="7331" y="334879"/>
                </a:moveTo>
                <a:lnTo>
                  <a:pt x="7705" y="335606"/>
                </a:lnTo>
                <a:lnTo>
                  <a:pt x="7145" y="335242"/>
                </a:lnTo>
                <a:close/>
                <a:moveTo>
                  <a:pt x="43571" y="151330"/>
                </a:moveTo>
                <a:lnTo>
                  <a:pt x="44078" y="152290"/>
                </a:lnTo>
                <a:lnTo>
                  <a:pt x="43317" y="151810"/>
                </a:lnTo>
                <a:close/>
                <a:moveTo>
                  <a:pt x="121154" y="9840"/>
                </a:moveTo>
                <a:lnTo>
                  <a:pt x="122058" y="11595"/>
                </a:lnTo>
                <a:lnTo>
                  <a:pt x="120702" y="10717"/>
                </a:lnTo>
                <a:close/>
                <a:moveTo>
                  <a:pt x="39646" y="373899"/>
                </a:moveTo>
                <a:lnTo>
                  <a:pt x="41311" y="374382"/>
                </a:lnTo>
                <a:lnTo>
                  <a:pt x="38814" y="374140"/>
                </a:lnTo>
                <a:close/>
                <a:moveTo>
                  <a:pt x="32314" y="100996"/>
                </a:moveTo>
                <a:lnTo>
                  <a:pt x="34370" y="102672"/>
                </a:lnTo>
                <a:lnTo>
                  <a:pt x="31286" y="101834"/>
                </a:lnTo>
                <a:close/>
                <a:moveTo>
                  <a:pt x="13481" y="374597"/>
                </a:moveTo>
                <a:lnTo>
                  <a:pt x="14942" y="376382"/>
                </a:lnTo>
                <a:lnTo>
                  <a:pt x="12750" y="375490"/>
                </a:lnTo>
                <a:close/>
                <a:moveTo>
                  <a:pt x="30803" y="75627"/>
                </a:moveTo>
                <a:lnTo>
                  <a:pt x="32852" y="76725"/>
                </a:lnTo>
                <a:lnTo>
                  <a:pt x="29779" y="76176"/>
                </a:lnTo>
                <a:close/>
                <a:moveTo>
                  <a:pt x="10472" y="56588"/>
                </a:moveTo>
                <a:lnTo>
                  <a:pt x="11089" y="57810"/>
                </a:lnTo>
                <a:lnTo>
                  <a:pt x="10163" y="57199"/>
                </a:lnTo>
                <a:close/>
                <a:moveTo>
                  <a:pt x="33465" y="159580"/>
                </a:moveTo>
                <a:lnTo>
                  <a:pt x="33987" y="160835"/>
                </a:lnTo>
                <a:lnTo>
                  <a:pt x="33204" y="160207"/>
                </a:lnTo>
                <a:close/>
                <a:moveTo>
                  <a:pt x="123918" y="169301"/>
                </a:moveTo>
                <a:lnTo>
                  <a:pt x="125885" y="169762"/>
                </a:lnTo>
                <a:lnTo>
                  <a:pt x="122934" y="169531"/>
                </a:lnTo>
                <a:close/>
                <a:moveTo>
                  <a:pt x="102418" y="15763"/>
                </a:moveTo>
                <a:lnTo>
                  <a:pt x="102820" y="16141"/>
                </a:lnTo>
                <a:lnTo>
                  <a:pt x="102217" y="15952"/>
                </a:lnTo>
                <a:close/>
                <a:moveTo>
                  <a:pt x="84750" y="23035"/>
                </a:moveTo>
                <a:lnTo>
                  <a:pt x="85789" y="24271"/>
                </a:lnTo>
                <a:lnTo>
                  <a:pt x="84231" y="23653"/>
                </a:lnTo>
                <a:close/>
                <a:moveTo>
                  <a:pt x="85304" y="121628"/>
                </a:moveTo>
                <a:lnTo>
                  <a:pt x="86689" y="122195"/>
                </a:lnTo>
                <a:lnTo>
                  <a:pt x="84611" y="121912"/>
                </a:lnTo>
                <a:close/>
                <a:moveTo>
                  <a:pt x="97749" y="169528"/>
                </a:moveTo>
                <a:lnTo>
                  <a:pt x="99622" y="169932"/>
                </a:lnTo>
                <a:lnTo>
                  <a:pt x="96812" y="169730"/>
                </a:lnTo>
                <a:close/>
                <a:moveTo>
                  <a:pt x="142606" y="138337"/>
                </a:moveTo>
                <a:lnTo>
                  <a:pt x="143672" y="139382"/>
                </a:lnTo>
                <a:lnTo>
                  <a:pt x="142074" y="138859"/>
                </a:lnTo>
                <a:close/>
                <a:moveTo>
                  <a:pt x="103208" y="342704"/>
                </a:moveTo>
                <a:lnTo>
                  <a:pt x="105238" y="343400"/>
                </a:lnTo>
                <a:lnTo>
                  <a:pt x="102193" y="343052"/>
                </a:lnTo>
                <a:close/>
                <a:moveTo>
                  <a:pt x="77214" y="27905"/>
                </a:moveTo>
                <a:lnTo>
                  <a:pt x="79237" y="28247"/>
                </a:lnTo>
                <a:lnTo>
                  <a:pt x="76203" y="28076"/>
                </a:lnTo>
                <a:close/>
                <a:moveTo>
                  <a:pt x="125055" y="2673"/>
                </a:moveTo>
                <a:lnTo>
                  <a:pt x="125573" y="4395"/>
                </a:lnTo>
                <a:lnTo>
                  <a:pt x="124796" y="3534"/>
                </a:lnTo>
                <a:close/>
                <a:moveTo>
                  <a:pt x="76264" y="82173"/>
                </a:moveTo>
                <a:lnTo>
                  <a:pt x="77938" y="83557"/>
                </a:lnTo>
                <a:lnTo>
                  <a:pt x="75427" y="82865"/>
                </a:lnTo>
                <a:close/>
                <a:moveTo>
                  <a:pt x="72812" y="78367"/>
                </a:moveTo>
                <a:lnTo>
                  <a:pt x="73173" y="80151"/>
                </a:lnTo>
                <a:lnTo>
                  <a:pt x="72631" y="79259"/>
                </a:lnTo>
                <a:close/>
                <a:moveTo>
                  <a:pt x="141560" y="183415"/>
                </a:moveTo>
                <a:lnTo>
                  <a:pt x="142087" y="183806"/>
                </a:lnTo>
                <a:lnTo>
                  <a:pt x="141297" y="183610"/>
                </a:lnTo>
                <a:close/>
                <a:moveTo>
                  <a:pt x="19032" y="318613"/>
                </a:moveTo>
                <a:lnTo>
                  <a:pt x="20727" y="319567"/>
                </a:lnTo>
                <a:lnTo>
                  <a:pt x="18184" y="319090"/>
                </a:lnTo>
                <a:close/>
                <a:moveTo>
                  <a:pt x="57395" y="15325"/>
                </a:moveTo>
                <a:lnTo>
                  <a:pt x="59076" y="16439"/>
                </a:lnTo>
                <a:lnTo>
                  <a:pt x="56554" y="15882"/>
                </a:lnTo>
                <a:close/>
                <a:moveTo>
                  <a:pt x="56383" y="56148"/>
                </a:moveTo>
                <a:lnTo>
                  <a:pt x="58440" y="56788"/>
                </a:lnTo>
                <a:lnTo>
                  <a:pt x="55355" y="56468"/>
                </a:lnTo>
                <a:close/>
                <a:moveTo>
                  <a:pt x="101036" y="128248"/>
                </a:moveTo>
                <a:lnTo>
                  <a:pt x="101494" y="129464"/>
                </a:lnTo>
                <a:lnTo>
                  <a:pt x="100807" y="128856"/>
                </a:lnTo>
                <a:close/>
                <a:moveTo>
                  <a:pt x="96791" y="156304"/>
                </a:moveTo>
                <a:lnTo>
                  <a:pt x="98171" y="157603"/>
                </a:lnTo>
                <a:lnTo>
                  <a:pt x="96101" y="156954"/>
                </a:lnTo>
                <a:close/>
                <a:moveTo>
                  <a:pt x="46959" y="287663"/>
                </a:moveTo>
                <a:lnTo>
                  <a:pt x="48120" y="288690"/>
                </a:lnTo>
                <a:lnTo>
                  <a:pt x="46379" y="288177"/>
                </a:lnTo>
                <a:close/>
                <a:moveTo>
                  <a:pt x="88437" y="242572"/>
                </a:moveTo>
                <a:lnTo>
                  <a:pt x="89963" y="244066"/>
                </a:lnTo>
                <a:lnTo>
                  <a:pt x="87674" y="243319"/>
                </a:lnTo>
                <a:close/>
                <a:moveTo>
                  <a:pt x="34098" y="307383"/>
                </a:moveTo>
                <a:lnTo>
                  <a:pt x="34764" y="308300"/>
                </a:lnTo>
                <a:lnTo>
                  <a:pt x="33765" y="307841"/>
                </a:lnTo>
                <a:close/>
                <a:moveTo>
                  <a:pt x="20929" y="22603"/>
                </a:moveTo>
                <a:lnTo>
                  <a:pt x="21708" y="23386"/>
                </a:lnTo>
                <a:lnTo>
                  <a:pt x="20539" y="22995"/>
                </a:lnTo>
                <a:close/>
                <a:moveTo>
                  <a:pt x="66499" y="237026"/>
                </a:moveTo>
                <a:lnTo>
                  <a:pt x="68477" y="237328"/>
                </a:lnTo>
                <a:lnTo>
                  <a:pt x="65510" y="237177"/>
                </a:lnTo>
                <a:close/>
                <a:moveTo>
                  <a:pt x="8651" y="308192"/>
                </a:moveTo>
                <a:lnTo>
                  <a:pt x="9459" y="308596"/>
                </a:lnTo>
                <a:lnTo>
                  <a:pt x="8246" y="308394"/>
                </a:lnTo>
                <a:close/>
                <a:moveTo>
                  <a:pt x="2405" y="143118"/>
                </a:moveTo>
                <a:lnTo>
                  <a:pt x="3640" y="143445"/>
                </a:lnTo>
                <a:lnTo>
                  <a:pt x="1788" y="143281"/>
                </a:lnTo>
                <a:close/>
                <a:moveTo>
                  <a:pt x="32988" y="19513"/>
                </a:moveTo>
                <a:lnTo>
                  <a:pt x="33631" y="21041"/>
                </a:lnTo>
                <a:lnTo>
                  <a:pt x="32667" y="20277"/>
                </a:lnTo>
                <a:close/>
                <a:moveTo>
                  <a:pt x="67184" y="14018"/>
                </a:moveTo>
                <a:lnTo>
                  <a:pt x="68528" y="15557"/>
                </a:lnTo>
                <a:lnTo>
                  <a:pt x="66512" y="14788"/>
                </a:lnTo>
                <a:close/>
                <a:moveTo>
                  <a:pt x="49842" y="277606"/>
                </a:moveTo>
                <a:lnTo>
                  <a:pt x="50791" y="279191"/>
                </a:lnTo>
                <a:lnTo>
                  <a:pt x="49367" y="278399"/>
                </a:lnTo>
                <a:close/>
                <a:moveTo>
                  <a:pt x="120668" y="380649"/>
                </a:moveTo>
                <a:lnTo>
                  <a:pt x="121590" y="381483"/>
                </a:lnTo>
                <a:lnTo>
                  <a:pt x="120206" y="381066"/>
                </a:lnTo>
                <a:close/>
                <a:moveTo>
                  <a:pt x="58370" y="161681"/>
                </a:moveTo>
                <a:lnTo>
                  <a:pt x="59777" y="162032"/>
                </a:lnTo>
                <a:lnTo>
                  <a:pt x="57666" y="161857"/>
                </a:lnTo>
                <a:close/>
                <a:moveTo>
                  <a:pt x="39213" y="65659"/>
                </a:moveTo>
                <a:lnTo>
                  <a:pt x="40761" y="66215"/>
                </a:lnTo>
                <a:lnTo>
                  <a:pt x="38439" y="65937"/>
                </a:lnTo>
                <a:close/>
                <a:moveTo>
                  <a:pt x="127759" y="40810"/>
                </a:moveTo>
                <a:lnTo>
                  <a:pt x="128904" y="42538"/>
                </a:lnTo>
                <a:lnTo>
                  <a:pt x="127187" y="41674"/>
                </a:lnTo>
                <a:close/>
                <a:moveTo>
                  <a:pt x="48059" y="52709"/>
                </a:moveTo>
                <a:lnTo>
                  <a:pt x="48458" y="53705"/>
                </a:lnTo>
                <a:lnTo>
                  <a:pt x="47860" y="53207"/>
                </a:lnTo>
                <a:close/>
                <a:moveTo>
                  <a:pt x="57338" y="138557"/>
                </a:moveTo>
                <a:lnTo>
                  <a:pt x="58507" y="140035"/>
                </a:lnTo>
                <a:lnTo>
                  <a:pt x="56753" y="139296"/>
                </a:lnTo>
                <a:close/>
                <a:moveTo>
                  <a:pt x="22540" y="227229"/>
                </a:moveTo>
                <a:lnTo>
                  <a:pt x="23711" y="227758"/>
                </a:lnTo>
                <a:lnTo>
                  <a:pt x="21955" y="227493"/>
                </a:lnTo>
                <a:close/>
                <a:moveTo>
                  <a:pt x="84466" y="238273"/>
                </a:moveTo>
                <a:lnTo>
                  <a:pt x="86148" y="238679"/>
                </a:lnTo>
                <a:lnTo>
                  <a:pt x="83625" y="238476"/>
                </a:lnTo>
                <a:close/>
                <a:moveTo>
                  <a:pt x="110473" y="77274"/>
                </a:moveTo>
                <a:lnTo>
                  <a:pt x="111214" y="77852"/>
                </a:lnTo>
                <a:lnTo>
                  <a:pt x="110102" y="77563"/>
                </a:lnTo>
                <a:close/>
                <a:moveTo>
                  <a:pt x="72527" y="181472"/>
                </a:moveTo>
                <a:lnTo>
                  <a:pt x="73857" y="182418"/>
                </a:lnTo>
                <a:lnTo>
                  <a:pt x="71862" y="181945"/>
                </a:lnTo>
                <a:close/>
                <a:moveTo>
                  <a:pt x="51933" y="139167"/>
                </a:moveTo>
                <a:lnTo>
                  <a:pt x="54077" y="140712"/>
                </a:lnTo>
                <a:lnTo>
                  <a:pt x="50861" y="139939"/>
                </a:lnTo>
                <a:close/>
                <a:moveTo>
                  <a:pt x="141713" y="56007"/>
                </a:moveTo>
                <a:lnTo>
                  <a:pt x="143585" y="56455"/>
                </a:lnTo>
                <a:lnTo>
                  <a:pt x="140777" y="56231"/>
                </a:lnTo>
                <a:close/>
                <a:moveTo>
                  <a:pt x="115124" y="226717"/>
                </a:moveTo>
                <a:lnTo>
                  <a:pt x="116581" y="227112"/>
                </a:lnTo>
                <a:lnTo>
                  <a:pt x="114395" y="226914"/>
                </a:lnTo>
                <a:close/>
                <a:moveTo>
                  <a:pt x="57044" y="141563"/>
                </a:moveTo>
                <a:lnTo>
                  <a:pt x="57727" y="142261"/>
                </a:lnTo>
                <a:lnTo>
                  <a:pt x="56703" y="141912"/>
                </a:lnTo>
                <a:close/>
                <a:moveTo>
                  <a:pt x="124065" y="190674"/>
                </a:moveTo>
                <a:lnTo>
                  <a:pt x="125218" y="191256"/>
                </a:lnTo>
                <a:lnTo>
                  <a:pt x="123489" y="190965"/>
                </a:lnTo>
                <a:close/>
                <a:moveTo>
                  <a:pt x="69447" y="294160"/>
                </a:moveTo>
                <a:lnTo>
                  <a:pt x="69981" y="294685"/>
                </a:lnTo>
                <a:lnTo>
                  <a:pt x="69179" y="294423"/>
                </a:lnTo>
                <a:close/>
                <a:moveTo>
                  <a:pt x="2668" y="192735"/>
                </a:moveTo>
                <a:lnTo>
                  <a:pt x="4746" y="193302"/>
                </a:lnTo>
                <a:lnTo>
                  <a:pt x="1630" y="193018"/>
                </a:lnTo>
                <a:close/>
                <a:moveTo>
                  <a:pt x="66713" y="116341"/>
                </a:moveTo>
                <a:lnTo>
                  <a:pt x="67101" y="117442"/>
                </a:lnTo>
                <a:lnTo>
                  <a:pt x="66519" y="116891"/>
                </a:lnTo>
                <a:close/>
                <a:moveTo>
                  <a:pt x="47813" y="340667"/>
                </a:moveTo>
                <a:lnTo>
                  <a:pt x="49784" y="341437"/>
                </a:lnTo>
                <a:lnTo>
                  <a:pt x="46827" y="341052"/>
                </a:lnTo>
                <a:close/>
                <a:moveTo>
                  <a:pt x="118582" y="106983"/>
                </a:moveTo>
                <a:lnTo>
                  <a:pt x="120688" y="108286"/>
                </a:lnTo>
                <a:lnTo>
                  <a:pt x="117528" y="107635"/>
                </a:lnTo>
                <a:close/>
                <a:moveTo>
                  <a:pt x="25594" y="51160"/>
                </a:moveTo>
                <a:lnTo>
                  <a:pt x="27604" y="51752"/>
                </a:lnTo>
                <a:lnTo>
                  <a:pt x="24589" y="51456"/>
                </a:lnTo>
                <a:close/>
                <a:moveTo>
                  <a:pt x="59947" y="279116"/>
                </a:moveTo>
                <a:lnTo>
                  <a:pt x="61554" y="280373"/>
                </a:lnTo>
                <a:lnTo>
                  <a:pt x="59143" y="279744"/>
                </a:lnTo>
                <a:close/>
                <a:moveTo>
                  <a:pt x="8531" y="131816"/>
                </a:moveTo>
                <a:lnTo>
                  <a:pt x="9075" y="132508"/>
                </a:lnTo>
                <a:lnTo>
                  <a:pt x="8260" y="132162"/>
                </a:lnTo>
                <a:close/>
                <a:moveTo>
                  <a:pt x="98791" y="366005"/>
                </a:moveTo>
                <a:lnTo>
                  <a:pt x="99900" y="366510"/>
                </a:lnTo>
                <a:lnTo>
                  <a:pt x="98236" y="366258"/>
                </a:lnTo>
                <a:close/>
                <a:moveTo>
                  <a:pt x="59385" y="176245"/>
                </a:moveTo>
                <a:lnTo>
                  <a:pt x="61486" y="177533"/>
                </a:lnTo>
                <a:lnTo>
                  <a:pt x="58335" y="176889"/>
                </a:lnTo>
                <a:close/>
                <a:moveTo>
                  <a:pt x="23765" y="90065"/>
                </a:moveTo>
                <a:lnTo>
                  <a:pt x="25169" y="91121"/>
                </a:lnTo>
                <a:lnTo>
                  <a:pt x="23063" y="90593"/>
                </a:lnTo>
                <a:close/>
                <a:moveTo>
                  <a:pt x="119259" y="374181"/>
                </a:moveTo>
                <a:lnTo>
                  <a:pt x="121171" y="375480"/>
                </a:lnTo>
                <a:lnTo>
                  <a:pt x="118304" y="374830"/>
                </a:lnTo>
                <a:close/>
                <a:moveTo>
                  <a:pt x="110168" y="3687"/>
                </a:moveTo>
                <a:lnTo>
                  <a:pt x="111564" y="4022"/>
                </a:lnTo>
                <a:lnTo>
                  <a:pt x="109470" y="3854"/>
                </a:lnTo>
                <a:close/>
                <a:moveTo>
                  <a:pt x="132739" y="220888"/>
                </a:moveTo>
                <a:lnTo>
                  <a:pt x="134806" y="222333"/>
                </a:lnTo>
                <a:lnTo>
                  <a:pt x="131705" y="221610"/>
                </a:lnTo>
                <a:close/>
                <a:moveTo>
                  <a:pt x="124266" y="153473"/>
                </a:moveTo>
                <a:lnTo>
                  <a:pt x="124724" y="154382"/>
                </a:lnTo>
                <a:lnTo>
                  <a:pt x="124037" y="153927"/>
                </a:lnTo>
                <a:close/>
                <a:moveTo>
                  <a:pt x="143162" y="20054"/>
                </a:moveTo>
                <a:lnTo>
                  <a:pt x="144574" y="20663"/>
                </a:lnTo>
                <a:lnTo>
                  <a:pt x="142456" y="20358"/>
                </a:lnTo>
                <a:close/>
                <a:moveTo>
                  <a:pt x="131370" y="305602"/>
                </a:moveTo>
                <a:lnTo>
                  <a:pt x="131825" y="307267"/>
                </a:lnTo>
                <a:lnTo>
                  <a:pt x="131143" y="306435"/>
                </a:lnTo>
                <a:close/>
                <a:moveTo>
                  <a:pt x="107711" y="123521"/>
                </a:moveTo>
                <a:lnTo>
                  <a:pt x="109019" y="123868"/>
                </a:lnTo>
                <a:lnTo>
                  <a:pt x="107056" y="123695"/>
                </a:lnTo>
                <a:close/>
                <a:moveTo>
                  <a:pt x="17812" y="144858"/>
                </a:moveTo>
                <a:lnTo>
                  <a:pt x="18830" y="146406"/>
                </a:lnTo>
                <a:lnTo>
                  <a:pt x="17303" y="145632"/>
                </a:lnTo>
                <a:close/>
                <a:moveTo>
                  <a:pt x="81075" y="321044"/>
                </a:moveTo>
                <a:lnTo>
                  <a:pt x="82864" y="321977"/>
                </a:lnTo>
                <a:lnTo>
                  <a:pt x="80180" y="321510"/>
                </a:lnTo>
                <a:close/>
                <a:moveTo>
                  <a:pt x="92977" y="7341"/>
                </a:moveTo>
                <a:lnTo>
                  <a:pt x="94750" y="7966"/>
                </a:lnTo>
                <a:lnTo>
                  <a:pt x="92091" y="7653"/>
                </a:lnTo>
                <a:close/>
                <a:moveTo>
                  <a:pt x="131973" y="90073"/>
                </a:moveTo>
                <a:lnTo>
                  <a:pt x="132903" y="90665"/>
                </a:lnTo>
                <a:lnTo>
                  <a:pt x="131507" y="90369"/>
                </a:lnTo>
                <a:close/>
                <a:moveTo>
                  <a:pt x="102305" y="210977"/>
                </a:moveTo>
                <a:lnTo>
                  <a:pt x="104429" y="211340"/>
                </a:lnTo>
                <a:lnTo>
                  <a:pt x="101243" y="211158"/>
                </a:lnTo>
                <a:close/>
                <a:moveTo>
                  <a:pt x="33618" y="186473"/>
                </a:moveTo>
                <a:lnTo>
                  <a:pt x="34918" y="187500"/>
                </a:lnTo>
                <a:lnTo>
                  <a:pt x="32967" y="186986"/>
                </a:lnTo>
                <a:close/>
                <a:moveTo>
                  <a:pt x="137791" y="188994"/>
                </a:moveTo>
                <a:lnTo>
                  <a:pt x="138676" y="189828"/>
                </a:lnTo>
                <a:lnTo>
                  <a:pt x="137349" y="189411"/>
                </a:lnTo>
                <a:close/>
                <a:moveTo>
                  <a:pt x="135371" y="263981"/>
                </a:moveTo>
                <a:lnTo>
                  <a:pt x="136295" y="265558"/>
                </a:lnTo>
                <a:lnTo>
                  <a:pt x="134909" y="264770"/>
                </a:lnTo>
                <a:close/>
                <a:moveTo>
                  <a:pt x="109905" y="77459"/>
                </a:moveTo>
                <a:lnTo>
                  <a:pt x="110477" y="77956"/>
                </a:lnTo>
                <a:lnTo>
                  <a:pt x="109619" y="77707"/>
                </a:lnTo>
                <a:close/>
                <a:moveTo>
                  <a:pt x="99363" y="162613"/>
                </a:moveTo>
                <a:lnTo>
                  <a:pt x="101285" y="163185"/>
                </a:lnTo>
                <a:lnTo>
                  <a:pt x="98402" y="162899"/>
                </a:lnTo>
                <a:close/>
                <a:moveTo>
                  <a:pt x="117525" y="46490"/>
                </a:moveTo>
                <a:lnTo>
                  <a:pt x="119306" y="47547"/>
                </a:lnTo>
                <a:lnTo>
                  <a:pt x="116635" y="47018"/>
                </a:lnTo>
                <a:close/>
                <a:moveTo>
                  <a:pt x="76349" y="116871"/>
                </a:moveTo>
                <a:lnTo>
                  <a:pt x="78057" y="118460"/>
                </a:lnTo>
                <a:lnTo>
                  <a:pt x="75495" y="117666"/>
                </a:lnTo>
                <a:close/>
                <a:moveTo>
                  <a:pt x="88526" y="202750"/>
                </a:moveTo>
                <a:lnTo>
                  <a:pt x="89278" y="204095"/>
                </a:lnTo>
                <a:lnTo>
                  <a:pt x="88150" y="203423"/>
                </a:lnTo>
                <a:close/>
                <a:moveTo>
                  <a:pt x="136058" y="320512"/>
                </a:moveTo>
                <a:lnTo>
                  <a:pt x="137808" y="321501"/>
                </a:lnTo>
                <a:lnTo>
                  <a:pt x="135183" y="321006"/>
                </a:lnTo>
                <a:close/>
                <a:moveTo>
                  <a:pt x="20865" y="303726"/>
                </a:moveTo>
                <a:lnTo>
                  <a:pt x="22633" y="304300"/>
                </a:lnTo>
                <a:lnTo>
                  <a:pt x="19980" y="304013"/>
                </a:lnTo>
                <a:close/>
                <a:moveTo>
                  <a:pt x="53515" y="181226"/>
                </a:moveTo>
                <a:lnTo>
                  <a:pt x="54837" y="182914"/>
                </a:lnTo>
                <a:lnTo>
                  <a:pt x="52854" y="182070"/>
                </a:lnTo>
                <a:close/>
                <a:moveTo>
                  <a:pt x="3094" y="30064"/>
                </a:moveTo>
                <a:lnTo>
                  <a:pt x="4460" y="30727"/>
                </a:lnTo>
                <a:lnTo>
                  <a:pt x="2411" y="30396"/>
                </a:lnTo>
                <a:close/>
                <a:moveTo>
                  <a:pt x="69475" y="204106"/>
                </a:moveTo>
                <a:lnTo>
                  <a:pt x="70975" y="205399"/>
                </a:lnTo>
                <a:lnTo>
                  <a:pt x="68725" y="204752"/>
                </a:lnTo>
                <a:close/>
                <a:moveTo>
                  <a:pt x="102067" y="327708"/>
                </a:moveTo>
                <a:lnTo>
                  <a:pt x="103708" y="328947"/>
                </a:lnTo>
                <a:lnTo>
                  <a:pt x="101247" y="328328"/>
                </a:lnTo>
                <a:close/>
                <a:moveTo>
                  <a:pt x="97837" y="123257"/>
                </a:moveTo>
                <a:lnTo>
                  <a:pt x="98381" y="123713"/>
                </a:lnTo>
                <a:lnTo>
                  <a:pt x="97564" y="123485"/>
                </a:lnTo>
                <a:close/>
                <a:moveTo>
                  <a:pt x="54006" y="378438"/>
                </a:moveTo>
                <a:lnTo>
                  <a:pt x="54459" y="379812"/>
                </a:lnTo>
                <a:lnTo>
                  <a:pt x="53779" y="379125"/>
                </a:lnTo>
                <a:close/>
                <a:moveTo>
                  <a:pt x="34649" y="263137"/>
                </a:moveTo>
                <a:lnTo>
                  <a:pt x="35334" y="264434"/>
                </a:lnTo>
                <a:lnTo>
                  <a:pt x="34307" y="263786"/>
                </a:lnTo>
                <a:close/>
                <a:moveTo>
                  <a:pt x="58120" y="49529"/>
                </a:moveTo>
                <a:lnTo>
                  <a:pt x="59320" y="50951"/>
                </a:lnTo>
                <a:lnTo>
                  <a:pt x="57520" y="50240"/>
                </a:lnTo>
                <a:close/>
                <a:moveTo>
                  <a:pt x="112655" y="384269"/>
                </a:moveTo>
                <a:lnTo>
                  <a:pt x="114225" y="385616"/>
                </a:lnTo>
                <a:lnTo>
                  <a:pt x="111870" y="384943"/>
                </a:lnTo>
                <a:close/>
                <a:moveTo>
                  <a:pt x="57884" y="355897"/>
                </a:moveTo>
                <a:lnTo>
                  <a:pt x="58833" y="357275"/>
                </a:lnTo>
                <a:lnTo>
                  <a:pt x="57410" y="356586"/>
                </a:lnTo>
                <a:close/>
                <a:moveTo>
                  <a:pt x="28680" y="239672"/>
                </a:moveTo>
                <a:lnTo>
                  <a:pt x="29341" y="240480"/>
                </a:lnTo>
                <a:lnTo>
                  <a:pt x="28349" y="240076"/>
                </a:lnTo>
                <a:close/>
                <a:moveTo>
                  <a:pt x="127946" y="371934"/>
                </a:moveTo>
                <a:lnTo>
                  <a:pt x="129514" y="372743"/>
                </a:lnTo>
                <a:lnTo>
                  <a:pt x="127162" y="372338"/>
                </a:lnTo>
                <a:close/>
                <a:moveTo>
                  <a:pt x="137759" y="251134"/>
                </a:moveTo>
                <a:lnTo>
                  <a:pt x="139305" y="252293"/>
                </a:lnTo>
                <a:lnTo>
                  <a:pt x="136986" y="251713"/>
                </a:lnTo>
                <a:close/>
                <a:moveTo>
                  <a:pt x="126712" y="89245"/>
                </a:moveTo>
                <a:lnTo>
                  <a:pt x="127698" y="90551"/>
                </a:lnTo>
                <a:lnTo>
                  <a:pt x="126219" y="89898"/>
                </a:lnTo>
                <a:close/>
                <a:moveTo>
                  <a:pt x="68572" y="26369"/>
                </a:moveTo>
                <a:lnTo>
                  <a:pt x="69081" y="26981"/>
                </a:lnTo>
                <a:lnTo>
                  <a:pt x="68318" y="26675"/>
                </a:lnTo>
                <a:close/>
                <a:moveTo>
                  <a:pt x="65323" y="370192"/>
                </a:moveTo>
                <a:lnTo>
                  <a:pt x="66688" y="371920"/>
                </a:lnTo>
                <a:lnTo>
                  <a:pt x="64640" y="371056"/>
                </a:lnTo>
                <a:close/>
                <a:moveTo>
                  <a:pt x="39880" y="310051"/>
                </a:moveTo>
                <a:lnTo>
                  <a:pt x="40655" y="311594"/>
                </a:lnTo>
                <a:lnTo>
                  <a:pt x="39492" y="310823"/>
                </a:lnTo>
                <a:close/>
                <a:moveTo>
                  <a:pt x="15730" y="82881"/>
                </a:moveTo>
                <a:lnTo>
                  <a:pt x="16142" y="83627"/>
                </a:lnTo>
                <a:lnTo>
                  <a:pt x="15524" y="83254"/>
                </a:lnTo>
                <a:close/>
                <a:moveTo>
                  <a:pt x="63712" y="139642"/>
                </a:moveTo>
                <a:lnTo>
                  <a:pt x="65288" y="141054"/>
                </a:lnTo>
                <a:lnTo>
                  <a:pt x="62925" y="140348"/>
                </a:lnTo>
                <a:close/>
                <a:moveTo>
                  <a:pt x="90975" y="262941"/>
                </a:moveTo>
                <a:lnTo>
                  <a:pt x="92746" y="264414"/>
                </a:lnTo>
                <a:lnTo>
                  <a:pt x="90089" y="263678"/>
                </a:lnTo>
                <a:close/>
                <a:moveTo>
                  <a:pt x="70606" y="32312"/>
                </a:moveTo>
                <a:lnTo>
                  <a:pt x="72031" y="32994"/>
                </a:lnTo>
                <a:lnTo>
                  <a:pt x="69894" y="32653"/>
                </a:lnTo>
                <a:close/>
                <a:moveTo>
                  <a:pt x="60582" y="336789"/>
                </a:moveTo>
                <a:lnTo>
                  <a:pt x="60991" y="337753"/>
                </a:lnTo>
                <a:lnTo>
                  <a:pt x="60377" y="337271"/>
                </a:lnTo>
                <a:close/>
                <a:moveTo>
                  <a:pt x="40572" y="315222"/>
                </a:moveTo>
                <a:lnTo>
                  <a:pt x="41371" y="315766"/>
                </a:lnTo>
                <a:lnTo>
                  <a:pt x="40172" y="315494"/>
                </a:lnTo>
                <a:close/>
                <a:moveTo>
                  <a:pt x="57600" y="151018"/>
                </a:moveTo>
                <a:lnTo>
                  <a:pt x="59728" y="151506"/>
                </a:lnTo>
                <a:lnTo>
                  <a:pt x="56536" y="151262"/>
                </a:lnTo>
                <a:close/>
                <a:moveTo>
                  <a:pt x="12967" y="310603"/>
                </a:moveTo>
                <a:lnTo>
                  <a:pt x="13883" y="311203"/>
                </a:lnTo>
                <a:lnTo>
                  <a:pt x="12510" y="310903"/>
                </a:lnTo>
                <a:close/>
                <a:moveTo>
                  <a:pt x="16885" y="175991"/>
                </a:moveTo>
                <a:lnTo>
                  <a:pt x="17422" y="176604"/>
                </a:lnTo>
                <a:lnTo>
                  <a:pt x="16616" y="176298"/>
                </a:lnTo>
                <a:close/>
                <a:moveTo>
                  <a:pt x="30883" y="282644"/>
                </a:moveTo>
                <a:lnTo>
                  <a:pt x="32200" y="282970"/>
                </a:lnTo>
                <a:lnTo>
                  <a:pt x="30225" y="282807"/>
                </a:lnTo>
                <a:close/>
                <a:moveTo>
                  <a:pt x="14441" y="31385"/>
                </a:moveTo>
                <a:lnTo>
                  <a:pt x="16001" y="31927"/>
                </a:lnTo>
                <a:lnTo>
                  <a:pt x="13661" y="31656"/>
                </a:lnTo>
                <a:close/>
                <a:moveTo>
                  <a:pt x="132181" y="45448"/>
                </a:moveTo>
                <a:lnTo>
                  <a:pt x="133928" y="46143"/>
                </a:lnTo>
                <a:lnTo>
                  <a:pt x="131307" y="45795"/>
                </a:lnTo>
                <a:close/>
                <a:moveTo>
                  <a:pt x="20171" y="198212"/>
                </a:moveTo>
                <a:lnTo>
                  <a:pt x="22144" y="198745"/>
                </a:lnTo>
                <a:lnTo>
                  <a:pt x="19184" y="198479"/>
                </a:lnTo>
                <a:close/>
                <a:moveTo>
                  <a:pt x="142309" y="216003"/>
                </a:moveTo>
                <a:lnTo>
                  <a:pt x="143782" y="217488"/>
                </a:lnTo>
                <a:lnTo>
                  <a:pt x="141573" y="216745"/>
                </a:lnTo>
                <a:close/>
                <a:moveTo>
                  <a:pt x="27568" y="4792"/>
                </a:moveTo>
                <a:lnTo>
                  <a:pt x="29050" y="6387"/>
                </a:lnTo>
                <a:lnTo>
                  <a:pt x="26827" y="5590"/>
                </a:lnTo>
                <a:close/>
                <a:moveTo>
                  <a:pt x="20935" y="213640"/>
                </a:moveTo>
                <a:lnTo>
                  <a:pt x="23099" y="214198"/>
                </a:lnTo>
                <a:lnTo>
                  <a:pt x="19853" y="213919"/>
                </a:lnTo>
                <a:close/>
                <a:moveTo>
                  <a:pt x="63018" y="249984"/>
                </a:moveTo>
                <a:lnTo>
                  <a:pt x="64609" y="250785"/>
                </a:lnTo>
                <a:lnTo>
                  <a:pt x="62223" y="250385"/>
                </a:lnTo>
                <a:close/>
                <a:moveTo>
                  <a:pt x="132256" y="376820"/>
                </a:moveTo>
                <a:lnTo>
                  <a:pt x="133477" y="377480"/>
                </a:lnTo>
                <a:lnTo>
                  <a:pt x="131646" y="377150"/>
                </a:lnTo>
                <a:close/>
                <a:moveTo>
                  <a:pt x="31151" y="216773"/>
                </a:moveTo>
                <a:lnTo>
                  <a:pt x="31546" y="218018"/>
                </a:lnTo>
                <a:lnTo>
                  <a:pt x="30953" y="217395"/>
                </a:lnTo>
                <a:close/>
                <a:moveTo>
                  <a:pt x="135460" y="121898"/>
                </a:moveTo>
                <a:lnTo>
                  <a:pt x="137442" y="123186"/>
                </a:lnTo>
                <a:lnTo>
                  <a:pt x="134469" y="122542"/>
                </a:lnTo>
                <a:close/>
                <a:moveTo>
                  <a:pt x="20584" y="350587"/>
                </a:moveTo>
                <a:lnTo>
                  <a:pt x="21458" y="351832"/>
                </a:lnTo>
                <a:lnTo>
                  <a:pt x="20147" y="351210"/>
                </a:lnTo>
                <a:close/>
                <a:moveTo>
                  <a:pt x="12560" y="94243"/>
                </a:moveTo>
                <a:lnTo>
                  <a:pt x="13207" y="95556"/>
                </a:lnTo>
                <a:lnTo>
                  <a:pt x="12237" y="94899"/>
                </a:lnTo>
                <a:close/>
                <a:moveTo>
                  <a:pt x="3555" y="371742"/>
                </a:moveTo>
                <a:lnTo>
                  <a:pt x="4180" y="372966"/>
                </a:lnTo>
                <a:lnTo>
                  <a:pt x="3243" y="372354"/>
                </a:lnTo>
                <a:close/>
                <a:moveTo>
                  <a:pt x="8363" y="335427"/>
                </a:moveTo>
                <a:lnTo>
                  <a:pt x="10292" y="336950"/>
                </a:lnTo>
                <a:lnTo>
                  <a:pt x="7399" y="336188"/>
                </a:lnTo>
                <a:close/>
                <a:moveTo>
                  <a:pt x="94668" y="84264"/>
                </a:moveTo>
                <a:lnTo>
                  <a:pt x="95334" y="84662"/>
                </a:lnTo>
                <a:lnTo>
                  <a:pt x="94335" y="84463"/>
                </a:lnTo>
                <a:close/>
                <a:moveTo>
                  <a:pt x="122510" y="198133"/>
                </a:moveTo>
                <a:lnTo>
                  <a:pt x="123684" y="199679"/>
                </a:lnTo>
                <a:lnTo>
                  <a:pt x="121922" y="198906"/>
                </a:lnTo>
                <a:close/>
                <a:moveTo>
                  <a:pt x="25421" y="352423"/>
                </a:moveTo>
                <a:lnTo>
                  <a:pt x="26018" y="353390"/>
                </a:lnTo>
                <a:lnTo>
                  <a:pt x="25123" y="352907"/>
                </a:lnTo>
                <a:close/>
                <a:moveTo>
                  <a:pt x="70267" y="103296"/>
                </a:moveTo>
                <a:lnTo>
                  <a:pt x="72416" y="104447"/>
                </a:lnTo>
                <a:lnTo>
                  <a:pt x="69192" y="103871"/>
                </a:lnTo>
                <a:close/>
                <a:moveTo>
                  <a:pt x="39833" y="317334"/>
                </a:moveTo>
                <a:lnTo>
                  <a:pt x="41137" y="318599"/>
                </a:lnTo>
                <a:lnTo>
                  <a:pt x="39182" y="317967"/>
                </a:lnTo>
                <a:close/>
                <a:moveTo>
                  <a:pt x="97727" y="390143"/>
                </a:moveTo>
                <a:lnTo>
                  <a:pt x="99907" y="390677"/>
                </a:lnTo>
                <a:lnTo>
                  <a:pt x="96637" y="390410"/>
                </a:lnTo>
                <a:close/>
                <a:moveTo>
                  <a:pt x="21877" y="74866"/>
                </a:moveTo>
                <a:lnTo>
                  <a:pt x="23573" y="75251"/>
                </a:lnTo>
                <a:lnTo>
                  <a:pt x="21029" y="75059"/>
                </a:lnTo>
                <a:close/>
                <a:moveTo>
                  <a:pt x="77020" y="291596"/>
                </a:moveTo>
                <a:lnTo>
                  <a:pt x="77791" y="292029"/>
                </a:lnTo>
                <a:lnTo>
                  <a:pt x="76634" y="291813"/>
                </a:lnTo>
                <a:close/>
                <a:moveTo>
                  <a:pt x="4346" y="139791"/>
                </a:moveTo>
                <a:lnTo>
                  <a:pt x="6018" y="141237"/>
                </a:lnTo>
                <a:lnTo>
                  <a:pt x="3509" y="140514"/>
                </a:lnTo>
                <a:close/>
                <a:moveTo>
                  <a:pt x="109504" y="326932"/>
                </a:moveTo>
                <a:lnTo>
                  <a:pt x="111173" y="327451"/>
                </a:lnTo>
                <a:lnTo>
                  <a:pt x="108669" y="327191"/>
                </a:lnTo>
                <a:close/>
                <a:moveTo>
                  <a:pt x="34109" y="378599"/>
                </a:moveTo>
                <a:lnTo>
                  <a:pt x="35991" y="379088"/>
                </a:lnTo>
                <a:lnTo>
                  <a:pt x="33168" y="378843"/>
                </a:lnTo>
                <a:close/>
                <a:moveTo>
                  <a:pt x="69987" y="55930"/>
                </a:moveTo>
                <a:lnTo>
                  <a:pt x="70795" y="56566"/>
                </a:lnTo>
                <a:lnTo>
                  <a:pt x="69583" y="56248"/>
                </a:lnTo>
                <a:close/>
                <a:moveTo>
                  <a:pt x="15275" y="357575"/>
                </a:moveTo>
                <a:lnTo>
                  <a:pt x="16779" y="358888"/>
                </a:lnTo>
                <a:lnTo>
                  <a:pt x="14523" y="358232"/>
                </a:lnTo>
                <a:close/>
                <a:moveTo>
                  <a:pt x="78240" y="44890"/>
                </a:moveTo>
                <a:lnTo>
                  <a:pt x="79886" y="46265"/>
                </a:lnTo>
                <a:lnTo>
                  <a:pt x="77417" y="45578"/>
                </a:lnTo>
                <a:close/>
                <a:moveTo>
                  <a:pt x="81500" y="303778"/>
                </a:moveTo>
                <a:lnTo>
                  <a:pt x="82264" y="305156"/>
                </a:lnTo>
                <a:lnTo>
                  <a:pt x="81118" y="304467"/>
                </a:lnTo>
                <a:close/>
                <a:moveTo>
                  <a:pt x="107294" y="29326"/>
                </a:moveTo>
                <a:lnTo>
                  <a:pt x="108737" y="30313"/>
                </a:lnTo>
                <a:lnTo>
                  <a:pt x="106573" y="29819"/>
                </a:lnTo>
                <a:close/>
                <a:moveTo>
                  <a:pt x="117362" y="56660"/>
                </a:moveTo>
                <a:lnTo>
                  <a:pt x="118239" y="57603"/>
                </a:lnTo>
                <a:lnTo>
                  <a:pt x="116923" y="57131"/>
                </a:lnTo>
                <a:close/>
                <a:moveTo>
                  <a:pt x="104615" y="324926"/>
                </a:moveTo>
                <a:lnTo>
                  <a:pt x="104990" y="325340"/>
                </a:lnTo>
                <a:lnTo>
                  <a:pt x="104427" y="325133"/>
                </a:lnTo>
                <a:close/>
                <a:moveTo>
                  <a:pt x="99037" y="299387"/>
                </a:moveTo>
                <a:lnTo>
                  <a:pt x="99820" y="300059"/>
                </a:lnTo>
                <a:lnTo>
                  <a:pt x="98645" y="299723"/>
                </a:lnTo>
                <a:close/>
                <a:moveTo>
                  <a:pt x="93582" y="58127"/>
                </a:moveTo>
                <a:lnTo>
                  <a:pt x="95227" y="58437"/>
                </a:lnTo>
                <a:lnTo>
                  <a:pt x="92759" y="58282"/>
                </a:lnTo>
                <a:close/>
                <a:moveTo>
                  <a:pt x="57447" y="157556"/>
                </a:moveTo>
                <a:lnTo>
                  <a:pt x="58388" y="159225"/>
                </a:lnTo>
                <a:lnTo>
                  <a:pt x="56976" y="158391"/>
                </a:lnTo>
                <a:close/>
                <a:moveTo>
                  <a:pt x="99481" y="150693"/>
                </a:moveTo>
                <a:lnTo>
                  <a:pt x="100962" y="151709"/>
                </a:lnTo>
                <a:lnTo>
                  <a:pt x="98740" y="151201"/>
                </a:lnTo>
                <a:close/>
                <a:moveTo>
                  <a:pt x="57241" y="155796"/>
                </a:moveTo>
                <a:lnTo>
                  <a:pt x="59058" y="156765"/>
                </a:lnTo>
                <a:lnTo>
                  <a:pt x="56333" y="156280"/>
                </a:lnTo>
                <a:close/>
                <a:moveTo>
                  <a:pt x="24343" y="153096"/>
                </a:moveTo>
                <a:lnTo>
                  <a:pt x="25239" y="153458"/>
                </a:lnTo>
                <a:lnTo>
                  <a:pt x="23894" y="153277"/>
                </a:lnTo>
                <a:close/>
                <a:moveTo>
                  <a:pt x="140072" y="119482"/>
                </a:moveTo>
                <a:lnTo>
                  <a:pt x="141446" y="119948"/>
                </a:lnTo>
                <a:lnTo>
                  <a:pt x="139385" y="119715"/>
                </a:lnTo>
                <a:close/>
                <a:moveTo>
                  <a:pt x="126384" y="321068"/>
                </a:moveTo>
                <a:lnTo>
                  <a:pt x="127002" y="322557"/>
                </a:lnTo>
                <a:lnTo>
                  <a:pt x="126075" y="321812"/>
                </a:lnTo>
                <a:close/>
                <a:moveTo>
                  <a:pt x="52527" y="44092"/>
                </a:moveTo>
                <a:lnTo>
                  <a:pt x="54482" y="45806"/>
                </a:lnTo>
                <a:lnTo>
                  <a:pt x="51549" y="44949"/>
                </a:lnTo>
                <a:close/>
                <a:moveTo>
                  <a:pt x="139985" y="142174"/>
                </a:moveTo>
                <a:lnTo>
                  <a:pt x="141236" y="143467"/>
                </a:lnTo>
                <a:lnTo>
                  <a:pt x="139360" y="142821"/>
                </a:lnTo>
                <a:close/>
                <a:moveTo>
                  <a:pt x="124285" y="387654"/>
                </a:moveTo>
                <a:lnTo>
                  <a:pt x="125596" y="389346"/>
                </a:lnTo>
                <a:lnTo>
                  <a:pt x="123630" y="388500"/>
                </a:lnTo>
                <a:close/>
                <a:moveTo>
                  <a:pt x="73608" y="300311"/>
                </a:moveTo>
                <a:lnTo>
                  <a:pt x="75641" y="300632"/>
                </a:lnTo>
                <a:lnTo>
                  <a:pt x="72591" y="300472"/>
                </a:lnTo>
                <a:close/>
                <a:moveTo>
                  <a:pt x="1667" y="185916"/>
                </a:moveTo>
                <a:lnTo>
                  <a:pt x="3631" y="187312"/>
                </a:lnTo>
                <a:lnTo>
                  <a:pt x="684" y="186614"/>
                </a:lnTo>
                <a:close/>
                <a:moveTo>
                  <a:pt x="127402" y="352409"/>
                </a:moveTo>
                <a:lnTo>
                  <a:pt x="127922" y="353792"/>
                </a:lnTo>
                <a:lnTo>
                  <a:pt x="127142" y="353101"/>
                </a:lnTo>
                <a:close/>
                <a:moveTo>
                  <a:pt x="64534" y="249803"/>
                </a:moveTo>
                <a:lnTo>
                  <a:pt x="65624" y="251459"/>
                </a:lnTo>
                <a:lnTo>
                  <a:pt x="63989" y="250631"/>
                </a:lnTo>
                <a:close/>
                <a:moveTo>
                  <a:pt x="118867" y="385206"/>
                </a:moveTo>
                <a:lnTo>
                  <a:pt x="120533" y="385684"/>
                </a:lnTo>
                <a:lnTo>
                  <a:pt x="118034" y="385445"/>
                </a:lnTo>
                <a:close/>
                <a:moveTo>
                  <a:pt x="59419" y="365904"/>
                </a:moveTo>
                <a:lnTo>
                  <a:pt x="60097" y="366271"/>
                </a:lnTo>
                <a:lnTo>
                  <a:pt x="59081" y="366087"/>
                </a:lnTo>
                <a:close/>
                <a:moveTo>
                  <a:pt x="92394" y="239897"/>
                </a:moveTo>
                <a:lnTo>
                  <a:pt x="92958" y="240518"/>
                </a:lnTo>
                <a:lnTo>
                  <a:pt x="92113" y="240207"/>
                </a:lnTo>
                <a:close/>
                <a:moveTo>
                  <a:pt x="143698" y="75175"/>
                </a:moveTo>
                <a:lnTo>
                  <a:pt x="145677" y="76817"/>
                </a:lnTo>
                <a:lnTo>
                  <a:pt x="142708" y="75996"/>
                </a:lnTo>
                <a:close/>
                <a:moveTo>
                  <a:pt x="72426" y="191575"/>
                </a:moveTo>
                <a:lnTo>
                  <a:pt x="73954" y="191934"/>
                </a:lnTo>
                <a:lnTo>
                  <a:pt x="71662" y="191754"/>
                </a:lnTo>
                <a:close/>
                <a:moveTo>
                  <a:pt x="75852" y="218549"/>
                </a:moveTo>
                <a:lnTo>
                  <a:pt x="77402" y="219093"/>
                </a:lnTo>
                <a:lnTo>
                  <a:pt x="75077" y="218821"/>
                </a:lnTo>
                <a:close/>
                <a:moveTo>
                  <a:pt x="108040" y="248745"/>
                </a:moveTo>
                <a:lnTo>
                  <a:pt x="109018" y="250326"/>
                </a:lnTo>
                <a:lnTo>
                  <a:pt x="107552" y="249535"/>
                </a:lnTo>
                <a:close/>
                <a:moveTo>
                  <a:pt x="41117" y="322272"/>
                </a:moveTo>
                <a:lnTo>
                  <a:pt x="41509" y="323046"/>
                </a:lnTo>
                <a:lnTo>
                  <a:pt x="40922" y="322659"/>
                </a:lnTo>
                <a:close/>
                <a:moveTo>
                  <a:pt x="102660" y="341781"/>
                </a:moveTo>
                <a:lnTo>
                  <a:pt x="103975" y="342561"/>
                </a:lnTo>
                <a:lnTo>
                  <a:pt x="102002" y="342171"/>
                </a:lnTo>
                <a:close/>
                <a:moveTo>
                  <a:pt x="106228" y="254204"/>
                </a:moveTo>
                <a:lnTo>
                  <a:pt x="106838" y="255862"/>
                </a:lnTo>
                <a:lnTo>
                  <a:pt x="105924" y="255033"/>
                </a:lnTo>
                <a:close/>
                <a:moveTo>
                  <a:pt x="109020" y="288775"/>
                </a:moveTo>
                <a:lnTo>
                  <a:pt x="110533" y="289868"/>
                </a:lnTo>
                <a:lnTo>
                  <a:pt x="108264" y="289321"/>
                </a:lnTo>
                <a:close/>
                <a:moveTo>
                  <a:pt x="31661" y="34307"/>
                </a:moveTo>
                <a:lnTo>
                  <a:pt x="32054" y="35321"/>
                </a:lnTo>
                <a:lnTo>
                  <a:pt x="31465" y="34814"/>
                </a:lnTo>
                <a:close/>
                <a:moveTo>
                  <a:pt x="112536" y="88169"/>
                </a:moveTo>
                <a:lnTo>
                  <a:pt x="113580" y="88750"/>
                </a:lnTo>
                <a:lnTo>
                  <a:pt x="112014" y="88460"/>
                </a:lnTo>
                <a:close/>
                <a:moveTo>
                  <a:pt x="9327" y="7267"/>
                </a:moveTo>
                <a:lnTo>
                  <a:pt x="10653" y="8793"/>
                </a:lnTo>
                <a:lnTo>
                  <a:pt x="8664" y="8030"/>
                </a:lnTo>
                <a:close/>
                <a:moveTo>
                  <a:pt x="37471" y="183004"/>
                </a:moveTo>
                <a:lnTo>
                  <a:pt x="37975" y="183427"/>
                </a:lnTo>
                <a:lnTo>
                  <a:pt x="37219" y="183216"/>
                </a:lnTo>
                <a:close/>
                <a:moveTo>
                  <a:pt x="11784" y="141996"/>
                </a:moveTo>
                <a:lnTo>
                  <a:pt x="13942" y="143311"/>
                </a:lnTo>
                <a:lnTo>
                  <a:pt x="10706" y="142654"/>
                </a:lnTo>
                <a:close/>
                <a:moveTo>
                  <a:pt x="81723" y="378944"/>
                </a:moveTo>
                <a:lnTo>
                  <a:pt x="82733" y="379712"/>
                </a:lnTo>
                <a:lnTo>
                  <a:pt x="81218" y="379328"/>
                </a:lnTo>
                <a:close/>
                <a:moveTo>
                  <a:pt x="28139" y="3931"/>
                </a:moveTo>
                <a:lnTo>
                  <a:pt x="28645" y="4835"/>
                </a:lnTo>
                <a:lnTo>
                  <a:pt x="27885" y="4383"/>
                </a:lnTo>
                <a:close/>
                <a:moveTo>
                  <a:pt x="138840" y="169889"/>
                </a:moveTo>
                <a:lnTo>
                  <a:pt x="140463" y="171339"/>
                </a:lnTo>
                <a:lnTo>
                  <a:pt x="138028" y="170614"/>
                </a:lnTo>
                <a:close/>
                <a:moveTo>
                  <a:pt x="73191" y="335609"/>
                </a:moveTo>
                <a:lnTo>
                  <a:pt x="73754" y="336141"/>
                </a:lnTo>
                <a:lnTo>
                  <a:pt x="72910" y="335875"/>
                </a:lnTo>
                <a:close/>
                <a:moveTo>
                  <a:pt x="122093" y="50180"/>
                </a:moveTo>
                <a:lnTo>
                  <a:pt x="122924" y="50960"/>
                </a:lnTo>
                <a:lnTo>
                  <a:pt x="121678" y="50570"/>
                </a:lnTo>
                <a:close/>
                <a:moveTo>
                  <a:pt x="55046" y="215786"/>
                </a:moveTo>
                <a:lnTo>
                  <a:pt x="56244" y="217091"/>
                </a:lnTo>
                <a:lnTo>
                  <a:pt x="54447" y="216439"/>
                </a:lnTo>
                <a:close/>
                <a:moveTo>
                  <a:pt x="115646" y="164802"/>
                </a:moveTo>
                <a:lnTo>
                  <a:pt x="116765" y="165710"/>
                </a:lnTo>
                <a:lnTo>
                  <a:pt x="115086" y="165256"/>
                </a:lnTo>
                <a:close/>
                <a:moveTo>
                  <a:pt x="8611" y="5634"/>
                </a:moveTo>
                <a:lnTo>
                  <a:pt x="9583" y="6928"/>
                </a:lnTo>
                <a:lnTo>
                  <a:pt x="8125" y="6281"/>
                </a:lnTo>
                <a:close/>
                <a:moveTo>
                  <a:pt x="126899" y="304668"/>
                </a:moveTo>
                <a:lnTo>
                  <a:pt x="127933" y="305213"/>
                </a:lnTo>
                <a:lnTo>
                  <a:pt x="126382" y="304941"/>
                </a:lnTo>
                <a:close/>
                <a:moveTo>
                  <a:pt x="50225" y="173267"/>
                </a:moveTo>
                <a:lnTo>
                  <a:pt x="51064" y="174214"/>
                </a:lnTo>
                <a:lnTo>
                  <a:pt x="49805" y="173740"/>
                </a:lnTo>
                <a:close/>
                <a:moveTo>
                  <a:pt x="60171" y="18567"/>
                </a:moveTo>
                <a:lnTo>
                  <a:pt x="61342" y="18995"/>
                </a:lnTo>
                <a:lnTo>
                  <a:pt x="59585" y="18781"/>
                </a:lnTo>
                <a:close/>
                <a:moveTo>
                  <a:pt x="76836" y="110892"/>
                </a:moveTo>
                <a:lnTo>
                  <a:pt x="78304" y="111571"/>
                </a:lnTo>
                <a:lnTo>
                  <a:pt x="76102" y="111232"/>
                </a:lnTo>
                <a:close/>
                <a:moveTo>
                  <a:pt x="71053" y="52972"/>
                </a:moveTo>
                <a:lnTo>
                  <a:pt x="72168" y="54037"/>
                </a:lnTo>
                <a:lnTo>
                  <a:pt x="70496" y="53504"/>
                </a:lnTo>
                <a:close/>
                <a:moveTo>
                  <a:pt x="111841" y="32694"/>
                </a:moveTo>
                <a:lnTo>
                  <a:pt x="112786" y="34326"/>
                </a:lnTo>
                <a:lnTo>
                  <a:pt x="111369" y="33510"/>
                </a:lnTo>
                <a:close/>
                <a:moveTo>
                  <a:pt x="90622" y="142738"/>
                </a:moveTo>
                <a:lnTo>
                  <a:pt x="91365" y="144132"/>
                </a:lnTo>
                <a:lnTo>
                  <a:pt x="90251" y="143435"/>
                </a:lnTo>
                <a:close/>
                <a:moveTo>
                  <a:pt x="77018" y="168245"/>
                </a:moveTo>
                <a:lnTo>
                  <a:pt x="77901" y="169300"/>
                </a:lnTo>
                <a:lnTo>
                  <a:pt x="76576" y="168772"/>
                </a:lnTo>
                <a:close/>
                <a:moveTo>
                  <a:pt x="68858" y="37777"/>
                </a:moveTo>
                <a:lnTo>
                  <a:pt x="70435" y="39090"/>
                </a:lnTo>
                <a:lnTo>
                  <a:pt x="68069" y="38433"/>
                </a:lnTo>
                <a:close/>
                <a:moveTo>
                  <a:pt x="72429" y="137719"/>
                </a:moveTo>
                <a:lnTo>
                  <a:pt x="73100" y="138722"/>
                </a:lnTo>
                <a:lnTo>
                  <a:pt x="72094" y="138220"/>
                </a:lnTo>
                <a:close/>
                <a:moveTo>
                  <a:pt x="47467" y="306252"/>
                </a:moveTo>
                <a:lnTo>
                  <a:pt x="49245" y="306620"/>
                </a:lnTo>
                <a:lnTo>
                  <a:pt x="46578" y="306436"/>
                </a:lnTo>
                <a:close/>
                <a:moveTo>
                  <a:pt x="8028" y="40983"/>
                </a:moveTo>
                <a:lnTo>
                  <a:pt x="9887" y="42136"/>
                </a:lnTo>
                <a:lnTo>
                  <a:pt x="7099" y="41560"/>
                </a:lnTo>
                <a:close/>
                <a:moveTo>
                  <a:pt x="36479" y="345789"/>
                </a:moveTo>
                <a:lnTo>
                  <a:pt x="37833" y="346691"/>
                </a:lnTo>
                <a:lnTo>
                  <a:pt x="35802" y="346240"/>
                </a:lnTo>
                <a:close/>
                <a:moveTo>
                  <a:pt x="7009" y="178273"/>
                </a:moveTo>
                <a:lnTo>
                  <a:pt x="7463" y="180039"/>
                </a:lnTo>
                <a:lnTo>
                  <a:pt x="6782" y="179156"/>
                </a:lnTo>
                <a:close/>
                <a:moveTo>
                  <a:pt x="122988" y="86961"/>
                </a:moveTo>
                <a:lnTo>
                  <a:pt x="123444" y="88283"/>
                </a:lnTo>
                <a:lnTo>
                  <a:pt x="122760" y="87622"/>
                </a:lnTo>
                <a:close/>
                <a:moveTo>
                  <a:pt x="74459" y="219072"/>
                </a:moveTo>
                <a:lnTo>
                  <a:pt x="76567" y="220201"/>
                </a:lnTo>
                <a:lnTo>
                  <a:pt x="73405" y="219637"/>
                </a:lnTo>
                <a:close/>
                <a:moveTo>
                  <a:pt x="109517" y="170089"/>
                </a:moveTo>
                <a:lnTo>
                  <a:pt x="110541" y="170941"/>
                </a:lnTo>
                <a:lnTo>
                  <a:pt x="109005" y="170515"/>
                </a:lnTo>
                <a:close/>
                <a:moveTo>
                  <a:pt x="57973" y="88861"/>
                </a:moveTo>
                <a:lnTo>
                  <a:pt x="60103" y="89925"/>
                </a:lnTo>
                <a:lnTo>
                  <a:pt x="56908" y="89393"/>
                </a:lnTo>
                <a:close/>
                <a:moveTo>
                  <a:pt x="83501" y="188279"/>
                </a:moveTo>
                <a:lnTo>
                  <a:pt x="85249" y="188842"/>
                </a:lnTo>
                <a:lnTo>
                  <a:pt x="82627" y="188561"/>
                </a:lnTo>
                <a:close/>
                <a:moveTo>
                  <a:pt x="92127" y="189892"/>
                </a:moveTo>
                <a:lnTo>
                  <a:pt x="92620" y="191623"/>
                </a:lnTo>
                <a:lnTo>
                  <a:pt x="91881" y="190758"/>
                </a:lnTo>
                <a:close/>
                <a:moveTo>
                  <a:pt x="51035" y="200510"/>
                </a:moveTo>
                <a:lnTo>
                  <a:pt x="53169" y="201706"/>
                </a:lnTo>
                <a:lnTo>
                  <a:pt x="49969" y="201108"/>
                </a:lnTo>
                <a:close/>
                <a:moveTo>
                  <a:pt x="122922" y="64773"/>
                </a:moveTo>
                <a:lnTo>
                  <a:pt x="123785" y="66290"/>
                </a:lnTo>
                <a:lnTo>
                  <a:pt x="122490" y="65531"/>
                </a:lnTo>
                <a:close/>
                <a:moveTo>
                  <a:pt x="92942" y="24445"/>
                </a:moveTo>
                <a:lnTo>
                  <a:pt x="94488" y="26118"/>
                </a:lnTo>
                <a:lnTo>
                  <a:pt x="92169" y="25282"/>
                </a:lnTo>
                <a:close/>
                <a:moveTo>
                  <a:pt x="129844" y="172776"/>
                </a:moveTo>
                <a:lnTo>
                  <a:pt x="131090" y="173233"/>
                </a:lnTo>
                <a:lnTo>
                  <a:pt x="129222" y="173005"/>
                </a:lnTo>
                <a:close/>
                <a:moveTo>
                  <a:pt x="97141" y="99505"/>
                </a:moveTo>
                <a:lnTo>
                  <a:pt x="99206" y="101154"/>
                </a:lnTo>
                <a:lnTo>
                  <a:pt x="96108" y="100329"/>
                </a:lnTo>
                <a:close/>
                <a:moveTo>
                  <a:pt x="54126" y="297631"/>
                </a:moveTo>
                <a:lnTo>
                  <a:pt x="55768" y="299065"/>
                </a:lnTo>
                <a:lnTo>
                  <a:pt x="53305" y="298348"/>
                </a:lnTo>
                <a:close/>
                <a:moveTo>
                  <a:pt x="68813" y="341685"/>
                </a:moveTo>
                <a:lnTo>
                  <a:pt x="69177" y="342443"/>
                </a:lnTo>
                <a:lnTo>
                  <a:pt x="68631" y="342064"/>
                </a:lnTo>
                <a:close/>
                <a:moveTo>
                  <a:pt x="26549" y="22854"/>
                </a:moveTo>
                <a:lnTo>
                  <a:pt x="27264" y="24345"/>
                </a:lnTo>
                <a:lnTo>
                  <a:pt x="26192" y="23599"/>
                </a:lnTo>
                <a:close/>
                <a:moveTo>
                  <a:pt x="55301" y="111957"/>
                </a:moveTo>
                <a:lnTo>
                  <a:pt x="57497" y="113580"/>
                </a:lnTo>
                <a:lnTo>
                  <a:pt x="54204" y="112769"/>
                </a:lnTo>
                <a:close/>
                <a:moveTo>
                  <a:pt x="105340" y="313500"/>
                </a:moveTo>
                <a:lnTo>
                  <a:pt x="107271" y="314899"/>
                </a:lnTo>
                <a:lnTo>
                  <a:pt x="104374" y="314199"/>
                </a:lnTo>
                <a:close/>
                <a:moveTo>
                  <a:pt x="2958" y="8556"/>
                </a:moveTo>
                <a:lnTo>
                  <a:pt x="3938" y="10135"/>
                </a:lnTo>
                <a:lnTo>
                  <a:pt x="2468" y="9346"/>
                </a:lnTo>
                <a:close/>
                <a:moveTo>
                  <a:pt x="1465" y="240646"/>
                </a:moveTo>
                <a:lnTo>
                  <a:pt x="3088" y="241845"/>
                </a:lnTo>
                <a:lnTo>
                  <a:pt x="654" y="241246"/>
                </a:lnTo>
                <a:close/>
                <a:moveTo>
                  <a:pt x="18981" y="329563"/>
                </a:moveTo>
                <a:lnTo>
                  <a:pt x="19369" y="330470"/>
                </a:lnTo>
                <a:lnTo>
                  <a:pt x="18788" y="330017"/>
                </a:lnTo>
                <a:close/>
                <a:moveTo>
                  <a:pt x="75935" y="232034"/>
                </a:moveTo>
                <a:lnTo>
                  <a:pt x="77381" y="233799"/>
                </a:lnTo>
                <a:lnTo>
                  <a:pt x="75212" y="232916"/>
                </a:lnTo>
                <a:close/>
                <a:moveTo>
                  <a:pt x="61186" y="176343"/>
                </a:moveTo>
                <a:lnTo>
                  <a:pt x="62996" y="177414"/>
                </a:lnTo>
                <a:lnTo>
                  <a:pt x="60281" y="176879"/>
                </a:lnTo>
                <a:close/>
                <a:moveTo>
                  <a:pt x="53778" y="199868"/>
                </a:moveTo>
                <a:lnTo>
                  <a:pt x="54556" y="200374"/>
                </a:lnTo>
                <a:lnTo>
                  <a:pt x="53390" y="200121"/>
                </a:lnTo>
                <a:close/>
                <a:moveTo>
                  <a:pt x="105023" y="60771"/>
                </a:moveTo>
                <a:lnTo>
                  <a:pt x="106749" y="61630"/>
                </a:lnTo>
                <a:lnTo>
                  <a:pt x="104160" y="61200"/>
                </a:lnTo>
                <a:close/>
                <a:moveTo>
                  <a:pt x="72593" y="8595"/>
                </a:moveTo>
                <a:lnTo>
                  <a:pt x="73641" y="9797"/>
                </a:lnTo>
                <a:lnTo>
                  <a:pt x="72068" y="9196"/>
                </a:lnTo>
                <a:close/>
                <a:moveTo>
                  <a:pt x="126845" y="238808"/>
                </a:moveTo>
                <a:lnTo>
                  <a:pt x="128657" y="239822"/>
                </a:lnTo>
                <a:lnTo>
                  <a:pt x="125939" y="239315"/>
                </a:lnTo>
                <a:close/>
                <a:moveTo>
                  <a:pt x="41470" y="383070"/>
                </a:moveTo>
                <a:lnTo>
                  <a:pt x="43020" y="383699"/>
                </a:lnTo>
                <a:lnTo>
                  <a:pt x="40695" y="383385"/>
                </a:lnTo>
                <a:close/>
                <a:moveTo>
                  <a:pt x="13040" y="165163"/>
                </a:moveTo>
                <a:lnTo>
                  <a:pt x="14203" y="166677"/>
                </a:lnTo>
                <a:lnTo>
                  <a:pt x="12458" y="165920"/>
                </a:lnTo>
                <a:close/>
                <a:moveTo>
                  <a:pt x="132029" y="388644"/>
                </a:moveTo>
                <a:lnTo>
                  <a:pt x="132914" y="388953"/>
                </a:lnTo>
                <a:lnTo>
                  <a:pt x="131586" y="388799"/>
                </a:lnTo>
                <a:close/>
                <a:moveTo>
                  <a:pt x="37397" y="218259"/>
                </a:moveTo>
                <a:lnTo>
                  <a:pt x="39078" y="219997"/>
                </a:lnTo>
                <a:lnTo>
                  <a:pt x="36556" y="219128"/>
                </a:lnTo>
                <a:close/>
                <a:moveTo>
                  <a:pt x="143699" y="228881"/>
                </a:moveTo>
                <a:lnTo>
                  <a:pt x="144185" y="229661"/>
                </a:lnTo>
                <a:lnTo>
                  <a:pt x="143456" y="229271"/>
                </a:lnTo>
                <a:close/>
                <a:moveTo>
                  <a:pt x="45545" y="338900"/>
                </a:moveTo>
                <a:lnTo>
                  <a:pt x="47007" y="339689"/>
                </a:lnTo>
                <a:lnTo>
                  <a:pt x="44813" y="339294"/>
                </a:lnTo>
                <a:close/>
                <a:moveTo>
                  <a:pt x="106301" y="68500"/>
                </a:moveTo>
                <a:lnTo>
                  <a:pt x="107474" y="69085"/>
                </a:lnTo>
                <a:lnTo>
                  <a:pt x="105715" y="68793"/>
                </a:lnTo>
                <a:close/>
                <a:moveTo>
                  <a:pt x="10144" y="184435"/>
                </a:moveTo>
                <a:lnTo>
                  <a:pt x="12338" y="185009"/>
                </a:lnTo>
                <a:lnTo>
                  <a:pt x="9046" y="184722"/>
                </a:lnTo>
                <a:close/>
                <a:moveTo>
                  <a:pt x="118067" y="215365"/>
                </a:moveTo>
                <a:lnTo>
                  <a:pt x="119008" y="216674"/>
                </a:lnTo>
                <a:lnTo>
                  <a:pt x="117597" y="216019"/>
                </a:lnTo>
                <a:close/>
                <a:moveTo>
                  <a:pt x="104433" y="5972"/>
                </a:moveTo>
                <a:lnTo>
                  <a:pt x="105936" y="6659"/>
                </a:lnTo>
                <a:lnTo>
                  <a:pt x="103681" y="6316"/>
                </a:lnTo>
                <a:close/>
                <a:moveTo>
                  <a:pt x="42786" y="158254"/>
                </a:moveTo>
                <a:lnTo>
                  <a:pt x="43962" y="159688"/>
                </a:lnTo>
                <a:lnTo>
                  <a:pt x="42198" y="158971"/>
                </a:lnTo>
                <a:close/>
                <a:moveTo>
                  <a:pt x="142277" y="34171"/>
                </a:moveTo>
                <a:lnTo>
                  <a:pt x="142847" y="35832"/>
                </a:lnTo>
                <a:lnTo>
                  <a:pt x="141993" y="35002"/>
                </a:lnTo>
                <a:close/>
                <a:moveTo>
                  <a:pt x="53736" y="213149"/>
                </a:moveTo>
                <a:lnTo>
                  <a:pt x="54310" y="214318"/>
                </a:lnTo>
                <a:lnTo>
                  <a:pt x="53449" y="213734"/>
                </a:lnTo>
                <a:close/>
                <a:moveTo>
                  <a:pt x="66865" y="251788"/>
                </a:moveTo>
                <a:lnTo>
                  <a:pt x="67529" y="253525"/>
                </a:lnTo>
                <a:lnTo>
                  <a:pt x="66533" y="252657"/>
                </a:lnTo>
                <a:close/>
                <a:moveTo>
                  <a:pt x="54860" y="264716"/>
                </a:moveTo>
                <a:lnTo>
                  <a:pt x="55659" y="266172"/>
                </a:lnTo>
                <a:lnTo>
                  <a:pt x="54461" y="265444"/>
                </a:lnTo>
                <a:close/>
                <a:moveTo>
                  <a:pt x="46648" y="1827"/>
                </a:moveTo>
                <a:lnTo>
                  <a:pt x="47254" y="2606"/>
                </a:lnTo>
                <a:lnTo>
                  <a:pt x="46345" y="2216"/>
                </a:lnTo>
                <a:close/>
                <a:moveTo>
                  <a:pt x="59304" y="232330"/>
                </a:moveTo>
                <a:lnTo>
                  <a:pt x="60446" y="233376"/>
                </a:lnTo>
                <a:lnTo>
                  <a:pt x="58733" y="232853"/>
                </a:lnTo>
                <a:close/>
                <a:moveTo>
                  <a:pt x="40863" y="59257"/>
                </a:moveTo>
                <a:lnTo>
                  <a:pt x="42510" y="60809"/>
                </a:lnTo>
                <a:lnTo>
                  <a:pt x="40040" y="60033"/>
                </a:lnTo>
                <a:close/>
                <a:moveTo>
                  <a:pt x="2716" y="166295"/>
                </a:moveTo>
                <a:lnTo>
                  <a:pt x="3317" y="168026"/>
                </a:lnTo>
                <a:lnTo>
                  <a:pt x="2415" y="167160"/>
                </a:lnTo>
                <a:close/>
                <a:moveTo>
                  <a:pt x="127721" y="339362"/>
                </a:moveTo>
                <a:lnTo>
                  <a:pt x="129763" y="340450"/>
                </a:lnTo>
                <a:lnTo>
                  <a:pt x="126700" y="339906"/>
                </a:lnTo>
                <a:close/>
                <a:moveTo>
                  <a:pt x="19921" y="235139"/>
                </a:moveTo>
                <a:lnTo>
                  <a:pt x="20923" y="235449"/>
                </a:lnTo>
                <a:lnTo>
                  <a:pt x="19420" y="235294"/>
                </a:lnTo>
                <a:close/>
                <a:moveTo>
                  <a:pt x="67555" y="50038"/>
                </a:moveTo>
                <a:lnTo>
                  <a:pt x="67937" y="50933"/>
                </a:lnTo>
                <a:lnTo>
                  <a:pt x="67364" y="50486"/>
                </a:lnTo>
                <a:close/>
                <a:moveTo>
                  <a:pt x="31828" y="73215"/>
                </a:moveTo>
                <a:lnTo>
                  <a:pt x="33033" y="74355"/>
                </a:lnTo>
                <a:lnTo>
                  <a:pt x="31226" y="73785"/>
                </a:lnTo>
                <a:close/>
                <a:moveTo>
                  <a:pt x="111125" y="303613"/>
                </a:moveTo>
                <a:lnTo>
                  <a:pt x="112153" y="304907"/>
                </a:lnTo>
                <a:lnTo>
                  <a:pt x="110611" y="304260"/>
                </a:lnTo>
                <a:close/>
                <a:moveTo>
                  <a:pt x="121348" y="17588"/>
                </a:moveTo>
                <a:lnTo>
                  <a:pt x="122958" y="19327"/>
                </a:lnTo>
                <a:lnTo>
                  <a:pt x="120544" y="18458"/>
                </a:lnTo>
                <a:close/>
                <a:moveTo>
                  <a:pt x="105330" y="71189"/>
                </a:moveTo>
                <a:lnTo>
                  <a:pt x="107403" y="72620"/>
                </a:lnTo>
                <a:lnTo>
                  <a:pt x="104293" y="71904"/>
                </a:lnTo>
                <a:close/>
                <a:moveTo>
                  <a:pt x="71475" y="347791"/>
                </a:moveTo>
                <a:lnTo>
                  <a:pt x="73160" y="348854"/>
                </a:lnTo>
                <a:lnTo>
                  <a:pt x="70632" y="348322"/>
                </a:lnTo>
                <a:close/>
                <a:moveTo>
                  <a:pt x="118777" y="314388"/>
                </a:moveTo>
                <a:lnTo>
                  <a:pt x="119352" y="315952"/>
                </a:lnTo>
                <a:lnTo>
                  <a:pt x="118490" y="315170"/>
                </a:lnTo>
                <a:close/>
                <a:moveTo>
                  <a:pt x="59917" y="258449"/>
                </a:moveTo>
                <a:lnTo>
                  <a:pt x="61703" y="259292"/>
                </a:lnTo>
                <a:lnTo>
                  <a:pt x="59023" y="258870"/>
                </a:lnTo>
                <a:close/>
                <a:moveTo>
                  <a:pt x="127793" y="222599"/>
                </a:moveTo>
                <a:lnTo>
                  <a:pt x="128638" y="224364"/>
                </a:lnTo>
                <a:lnTo>
                  <a:pt x="127371" y="223481"/>
                </a:lnTo>
                <a:close/>
                <a:moveTo>
                  <a:pt x="47409" y="97072"/>
                </a:moveTo>
                <a:lnTo>
                  <a:pt x="48443" y="98493"/>
                </a:lnTo>
                <a:lnTo>
                  <a:pt x="46892" y="97783"/>
                </a:lnTo>
                <a:close/>
                <a:moveTo>
                  <a:pt x="119561" y="295907"/>
                </a:moveTo>
                <a:lnTo>
                  <a:pt x="121198" y="297054"/>
                </a:lnTo>
                <a:lnTo>
                  <a:pt x="118743" y="296481"/>
                </a:lnTo>
                <a:close/>
                <a:moveTo>
                  <a:pt x="131958" y="339399"/>
                </a:moveTo>
                <a:lnTo>
                  <a:pt x="133138" y="340279"/>
                </a:lnTo>
                <a:lnTo>
                  <a:pt x="131368" y="339839"/>
                </a:lnTo>
                <a:close/>
                <a:moveTo>
                  <a:pt x="50741" y="340520"/>
                </a:moveTo>
                <a:lnTo>
                  <a:pt x="51921" y="342049"/>
                </a:lnTo>
                <a:lnTo>
                  <a:pt x="50151" y="341285"/>
                </a:lnTo>
                <a:close/>
                <a:moveTo>
                  <a:pt x="26881" y="201597"/>
                </a:moveTo>
                <a:lnTo>
                  <a:pt x="28206" y="202337"/>
                </a:lnTo>
                <a:lnTo>
                  <a:pt x="26219" y="201967"/>
                </a:lnTo>
                <a:close/>
                <a:moveTo>
                  <a:pt x="73386" y="28403"/>
                </a:moveTo>
                <a:lnTo>
                  <a:pt x="75324" y="30045"/>
                </a:lnTo>
                <a:lnTo>
                  <a:pt x="72416" y="29224"/>
                </a:lnTo>
                <a:close/>
                <a:moveTo>
                  <a:pt x="113051" y="226257"/>
                </a:moveTo>
                <a:lnTo>
                  <a:pt x="114177" y="226610"/>
                </a:lnTo>
                <a:lnTo>
                  <a:pt x="112488" y="226433"/>
                </a:lnTo>
                <a:close/>
                <a:moveTo>
                  <a:pt x="47166" y="344694"/>
                </a:moveTo>
                <a:lnTo>
                  <a:pt x="48099" y="345776"/>
                </a:lnTo>
                <a:lnTo>
                  <a:pt x="46700" y="345235"/>
                </a:lnTo>
                <a:close/>
                <a:moveTo>
                  <a:pt x="46285" y="28612"/>
                </a:moveTo>
                <a:lnTo>
                  <a:pt x="47690" y="29715"/>
                </a:lnTo>
                <a:lnTo>
                  <a:pt x="45583" y="29163"/>
                </a:lnTo>
                <a:close/>
                <a:moveTo>
                  <a:pt x="78181" y="336295"/>
                </a:moveTo>
                <a:lnTo>
                  <a:pt x="79434" y="336896"/>
                </a:lnTo>
                <a:lnTo>
                  <a:pt x="77555" y="336596"/>
                </a:lnTo>
                <a:close/>
                <a:moveTo>
                  <a:pt x="45147" y="129728"/>
                </a:moveTo>
                <a:lnTo>
                  <a:pt x="45662" y="130423"/>
                </a:lnTo>
                <a:lnTo>
                  <a:pt x="44889" y="130076"/>
                </a:lnTo>
                <a:close/>
                <a:moveTo>
                  <a:pt x="63507" y="29010"/>
                </a:moveTo>
                <a:lnTo>
                  <a:pt x="63873" y="30123"/>
                </a:lnTo>
                <a:lnTo>
                  <a:pt x="63324" y="29566"/>
                </a:lnTo>
                <a:close/>
                <a:moveTo>
                  <a:pt x="65555" y="305473"/>
                </a:moveTo>
                <a:lnTo>
                  <a:pt x="66021" y="306258"/>
                </a:lnTo>
                <a:lnTo>
                  <a:pt x="65323" y="305865"/>
                </a:lnTo>
                <a:close/>
                <a:moveTo>
                  <a:pt x="85263" y="357008"/>
                </a:moveTo>
                <a:lnTo>
                  <a:pt x="87014" y="358274"/>
                </a:lnTo>
                <a:lnTo>
                  <a:pt x="84387" y="357641"/>
                </a:lnTo>
                <a:close/>
                <a:moveTo>
                  <a:pt x="124842" y="284215"/>
                </a:moveTo>
                <a:lnTo>
                  <a:pt x="126295" y="285783"/>
                </a:lnTo>
                <a:lnTo>
                  <a:pt x="124116" y="284999"/>
                </a:lnTo>
                <a:close/>
                <a:moveTo>
                  <a:pt x="133057" y="266229"/>
                </a:moveTo>
                <a:lnTo>
                  <a:pt x="134489" y="266585"/>
                </a:lnTo>
                <a:lnTo>
                  <a:pt x="132340" y="266407"/>
                </a:lnTo>
                <a:close/>
                <a:moveTo>
                  <a:pt x="46128" y="359320"/>
                </a:moveTo>
                <a:lnTo>
                  <a:pt x="47359" y="360568"/>
                </a:lnTo>
                <a:lnTo>
                  <a:pt x="45513" y="359944"/>
                </a:lnTo>
                <a:close/>
                <a:moveTo>
                  <a:pt x="49983" y="176802"/>
                </a:moveTo>
                <a:lnTo>
                  <a:pt x="50353" y="177723"/>
                </a:lnTo>
                <a:lnTo>
                  <a:pt x="49798" y="177263"/>
                </a:lnTo>
                <a:close/>
                <a:moveTo>
                  <a:pt x="73722" y="177108"/>
                </a:moveTo>
                <a:lnTo>
                  <a:pt x="75024" y="177920"/>
                </a:lnTo>
                <a:lnTo>
                  <a:pt x="73070" y="177514"/>
                </a:lnTo>
                <a:close/>
                <a:moveTo>
                  <a:pt x="76736" y="328206"/>
                </a:moveTo>
                <a:lnTo>
                  <a:pt x="77493" y="329173"/>
                </a:lnTo>
                <a:lnTo>
                  <a:pt x="76358" y="328689"/>
                </a:lnTo>
                <a:close/>
                <a:moveTo>
                  <a:pt x="19029" y="387144"/>
                </a:moveTo>
                <a:lnTo>
                  <a:pt x="19457" y="387843"/>
                </a:lnTo>
                <a:lnTo>
                  <a:pt x="18815" y="387493"/>
                </a:lnTo>
                <a:close/>
                <a:moveTo>
                  <a:pt x="33927" y="252008"/>
                </a:moveTo>
                <a:lnTo>
                  <a:pt x="35916" y="252776"/>
                </a:lnTo>
                <a:lnTo>
                  <a:pt x="32932" y="252392"/>
                </a:lnTo>
                <a:close/>
                <a:moveTo>
                  <a:pt x="133811" y="171489"/>
                </a:moveTo>
                <a:lnTo>
                  <a:pt x="135946" y="172447"/>
                </a:lnTo>
                <a:lnTo>
                  <a:pt x="132744" y="171968"/>
                </a:lnTo>
                <a:close/>
                <a:moveTo>
                  <a:pt x="88036" y="236681"/>
                </a:moveTo>
                <a:lnTo>
                  <a:pt x="90121" y="237435"/>
                </a:lnTo>
                <a:lnTo>
                  <a:pt x="86993" y="237058"/>
                </a:lnTo>
                <a:close/>
                <a:moveTo>
                  <a:pt x="143836" y="257379"/>
                </a:moveTo>
                <a:lnTo>
                  <a:pt x="144885" y="258952"/>
                </a:lnTo>
                <a:lnTo>
                  <a:pt x="143311" y="258165"/>
                </a:lnTo>
                <a:close/>
                <a:moveTo>
                  <a:pt x="133746" y="354202"/>
                </a:moveTo>
                <a:lnTo>
                  <a:pt x="135433" y="355491"/>
                </a:lnTo>
                <a:lnTo>
                  <a:pt x="132902" y="354846"/>
                </a:lnTo>
                <a:close/>
                <a:moveTo>
                  <a:pt x="30921" y="330293"/>
                </a:moveTo>
                <a:lnTo>
                  <a:pt x="31957" y="330866"/>
                </a:lnTo>
                <a:lnTo>
                  <a:pt x="30403" y="330580"/>
                </a:lnTo>
                <a:close/>
                <a:moveTo>
                  <a:pt x="127640" y="317052"/>
                </a:moveTo>
                <a:lnTo>
                  <a:pt x="129019" y="317692"/>
                </a:lnTo>
                <a:lnTo>
                  <a:pt x="126951" y="317372"/>
                </a:lnTo>
                <a:close/>
                <a:moveTo>
                  <a:pt x="140273" y="65082"/>
                </a:moveTo>
                <a:lnTo>
                  <a:pt x="140709" y="66457"/>
                </a:lnTo>
                <a:lnTo>
                  <a:pt x="140055" y="65770"/>
                </a:lnTo>
                <a:close/>
                <a:moveTo>
                  <a:pt x="127317" y="113753"/>
                </a:moveTo>
                <a:lnTo>
                  <a:pt x="129480" y="114563"/>
                </a:lnTo>
                <a:lnTo>
                  <a:pt x="126236" y="114158"/>
                </a:lnTo>
                <a:close/>
                <a:moveTo>
                  <a:pt x="7020" y="93074"/>
                </a:moveTo>
                <a:lnTo>
                  <a:pt x="7936" y="94483"/>
                </a:lnTo>
                <a:lnTo>
                  <a:pt x="6562" y="93778"/>
                </a:lnTo>
                <a:close/>
                <a:moveTo>
                  <a:pt x="34233" y="106331"/>
                </a:moveTo>
                <a:lnTo>
                  <a:pt x="35972" y="107183"/>
                </a:lnTo>
                <a:lnTo>
                  <a:pt x="33364" y="106757"/>
                </a:lnTo>
                <a:close/>
                <a:moveTo>
                  <a:pt x="55232" y="103292"/>
                </a:moveTo>
                <a:lnTo>
                  <a:pt x="57022" y="104966"/>
                </a:lnTo>
                <a:lnTo>
                  <a:pt x="54336" y="104129"/>
                </a:lnTo>
                <a:close/>
                <a:moveTo>
                  <a:pt x="65042" y="174275"/>
                </a:moveTo>
                <a:lnTo>
                  <a:pt x="65775" y="176015"/>
                </a:lnTo>
                <a:lnTo>
                  <a:pt x="64676" y="175145"/>
                </a:lnTo>
                <a:close/>
                <a:moveTo>
                  <a:pt x="4865" y="1423"/>
                </a:moveTo>
                <a:lnTo>
                  <a:pt x="5799" y="2577"/>
                </a:lnTo>
                <a:lnTo>
                  <a:pt x="4397" y="2000"/>
                </a:lnTo>
                <a:close/>
                <a:moveTo>
                  <a:pt x="51106" y="389062"/>
                </a:moveTo>
                <a:lnTo>
                  <a:pt x="53135" y="389420"/>
                </a:lnTo>
                <a:lnTo>
                  <a:pt x="50092" y="389241"/>
                </a:lnTo>
                <a:close/>
                <a:moveTo>
                  <a:pt x="27140" y="112569"/>
                </a:moveTo>
                <a:lnTo>
                  <a:pt x="28196" y="113875"/>
                </a:lnTo>
                <a:lnTo>
                  <a:pt x="26611" y="113222"/>
                </a:lnTo>
                <a:close/>
                <a:moveTo>
                  <a:pt x="91834" y="378064"/>
                </a:moveTo>
                <a:lnTo>
                  <a:pt x="92250" y="378860"/>
                </a:lnTo>
                <a:lnTo>
                  <a:pt x="91626" y="378462"/>
                </a:lnTo>
                <a:close/>
                <a:moveTo>
                  <a:pt x="2208" y="360351"/>
                </a:moveTo>
                <a:lnTo>
                  <a:pt x="3827" y="360991"/>
                </a:lnTo>
                <a:lnTo>
                  <a:pt x="1399" y="360671"/>
                </a:lnTo>
                <a:close/>
                <a:moveTo>
                  <a:pt x="2410" y="365813"/>
                </a:moveTo>
                <a:lnTo>
                  <a:pt x="2912" y="366752"/>
                </a:lnTo>
                <a:lnTo>
                  <a:pt x="2159" y="366282"/>
                </a:lnTo>
                <a:close/>
                <a:moveTo>
                  <a:pt x="61828" y="389526"/>
                </a:moveTo>
                <a:lnTo>
                  <a:pt x="63491" y="390313"/>
                </a:lnTo>
                <a:lnTo>
                  <a:pt x="60997" y="389919"/>
                </a:lnTo>
                <a:close/>
                <a:moveTo>
                  <a:pt x="100746" y="243754"/>
                </a:moveTo>
                <a:lnTo>
                  <a:pt x="102590" y="245406"/>
                </a:lnTo>
                <a:lnTo>
                  <a:pt x="99825" y="244580"/>
                </a:lnTo>
                <a:close/>
                <a:moveTo>
                  <a:pt x="54839" y="188864"/>
                </a:moveTo>
                <a:lnTo>
                  <a:pt x="55866" y="190019"/>
                </a:lnTo>
                <a:lnTo>
                  <a:pt x="54326" y="189442"/>
                </a:lnTo>
                <a:close/>
                <a:moveTo>
                  <a:pt x="2149" y="225189"/>
                </a:moveTo>
                <a:lnTo>
                  <a:pt x="3972" y="226095"/>
                </a:lnTo>
                <a:lnTo>
                  <a:pt x="1237" y="225642"/>
                </a:lnTo>
                <a:close/>
                <a:moveTo>
                  <a:pt x="60278" y="305453"/>
                </a:moveTo>
                <a:lnTo>
                  <a:pt x="62122" y="305977"/>
                </a:lnTo>
                <a:lnTo>
                  <a:pt x="59355" y="305715"/>
                </a:lnTo>
                <a:close/>
                <a:moveTo>
                  <a:pt x="125474" y="212763"/>
                </a:moveTo>
                <a:lnTo>
                  <a:pt x="126714" y="214120"/>
                </a:lnTo>
                <a:lnTo>
                  <a:pt x="124855" y="213442"/>
                </a:lnTo>
                <a:close/>
                <a:moveTo>
                  <a:pt x="72719" y="347686"/>
                </a:moveTo>
                <a:lnTo>
                  <a:pt x="73554" y="348145"/>
                </a:lnTo>
                <a:lnTo>
                  <a:pt x="72302" y="347915"/>
                </a:lnTo>
                <a:close/>
                <a:moveTo>
                  <a:pt x="54365" y="140348"/>
                </a:moveTo>
                <a:lnTo>
                  <a:pt x="56372" y="140881"/>
                </a:lnTo>
                <a:lnTo>
                  <a:pt x="53361" y="140614"/>
                </a:lnTo>
                <a:close/>
                <a:moveTo>
                  <a:pt x="82145" y="165562"/>
                </a:moveTo>
                <a:lnTo>
                  <a:pt x="82867" y="166352"/>
                </a:lnTo>
                <a:lnTo>
                  <a:pt x="81784" y="165957"/>
                </a:lnTo>
                <a:close/>
                <a:moveTo>
                  <a:pt x="73934" y="334599"/>
                </a:moveTo>
                <a:lnTo>
                  <a:pt x="74843" y="335019"/>
                </a:lnTo>
                <a:lnTo>
                  <a:pt x="73479" y="334809"/>
                </a:lnTo>
                <a:close/>
                <a:moveTo>
                  <a:pt x="122767" y="225892"/>
                </a:moveTo>
                <a:lnTo>
                  <a:pt x="124714" y="226518"/>
                </a:lnTo>
                <a:lnTo>
                  <a:pt x="121794" y="226205"/>
                </a:lnTo>
                <a:close/>
                <a:moveTo>
                  <a:pt x="51183" y="213894"/>
                </a:moveTo>
                <a:lnTo>
                  <a:pt x="53068" y="215616"/>
                </a:lnTo>
                <a:lnTo>
                  <a:pt x="50240" y="214755"/>
                </a:lnTo>
                <a:close/>
                <a:moveTo>
                  <a:pt x="55377" y="271526"/>
                </a:moveTo>
                <a:lnTo>
                  <a:pt x="57273" y="273116"/>
                </a:lnTo>
                <a:lnTo>
                  <a:pt x="54429" y="272321"/>
                </a:lnTo>
                <a:close/>
                <a:moveTo>
                  <a:pt x="110706" y="88923"/>
                </a:moveTo>
                <a:lnTo>
                  <a:pt x="111212" y="90347"/>
                </a:lnTo>
                <a:lnTo>
                  <a:pt x="110452" y="89635"/>
                </a:lnTo>
                <a:close/>
                <a:moveTo>
                  <a:pt x="35721" y="123712"/>
                </a:moveTo>
                <a:lnTo>
                  <a:pt x="36277" y="124735"/>
                </a:lnTo>
                <a:lnTo>
                  <a:pt x="35443" y="124224"/>
                </a:lnTo>
                <a:close/>
                <a:moveTo>
                  <a:pt x="120763" y="78649"/>
                </a:moveTo>
                <a:lnTo>
                  <a:pt x="122329" y="79241"/>
                </a:lnTo>
                <a:lnTo>
                  <a:pt x="119979" y="78945"/>
                </a:lnTo>
                <a:close/>
                <a:moveTo>
                  <a:pt x="137584" y="240270"/>
                </a:moveTo>
                <a:lnTo>
                  <a:pt x="138273" y="241031"/>
                </a:lnTo>
                <a:lnTo>
                  <a:pt x="137239" y="240651"/>
                </a:lnTo>
                <a:close/>
                <a:moveTo>
                  <a:pt x="58109" y="327902"/>
                </a:moveTo>
                <a:lnTo>
                  <a:pt x="59807" y="328722"/>
                </a:lnTo>
                <a:lnTo>
                  <a:pt x="57260" y="328312"/>
                </a:lnTo>
                <a:close/>
                <a:moveTo>
                  <a:pt x="115152" y="201902"/>
                </a:moveTo>
                <a:lnTo>
                  <a:pt x="115618" y="202487"/>
                </a:lnTo>
                <a:lnTo>
                  <a:pt x="114919" y="202194"/>
                </a:lnTo>
                <a:close/>
                <a:moveTo>
                  <a:pt x="6047" y="121490"/>
                </a:moveTo>
                <a:lnTo>
                  <a:pt x="7528" y="123109"/>
                </a:lnTo>
                <a:lnTo>
                  <a:pt x="5306" y="122299"/>
                </a:lnTo>
                <a:close/>
                <a:moveTo>
                  <a:pt x="143565" y="99714"/>
                </a:moveTo>
                <a:lnTo>
                  <a:pt x="144694" y="101347"/>
                </a:lnTo>
                <a:lnTo>
                  <a:pt x="143001" y="100530"/>
                </a:lnTo>
                <a:close/>
                <a:moveTo>
                  <a:pt x="131272" y="85846"/>
                </a:moveTo>
                <a:lnTo>
                  <a:pt x="132733" y="86235"/>
                </a:lnTo>
                <a:lnTo>
                  <a:pt x="130542" y="86041"/>
                </a:lnTo>
                <a:close/>
                <a:moveTo>
                  <a:pt x="37157" y="76515"/>
                </a:moveTo>
                <a:lnTo>
                  <a:pt x="37844" y="77146"/>
                </a:lnTo>
                <a:lnTo>
                  <a:pt x="36814" y="76831"/>
                </a:lnTo>
                <a:close/>
                <a:moveTo>
                  <a:pt x="46176" y="51193"/>
                </a:moveTo>
                <a:lnTo>
                  <a:pt x="47808" y="51584"/>
                </a:lnTo>
                <a:lnTo>
                  <a:pt x="45361" y="51388"/>
                </a:lnTo>
                <a:close/>
                <a:moveTo>
                  <a:pt x="71626" y="101902"/>
                </a:moveTo>
                <a:lnTo>
                  <a:pt x="72605" y="102862"/>
                </a:lnTo>
                <a:lnTo>
                  <a:pt x="71136" y="102382"/>
                </a:lnTo>
                <a:close/>
                <a:moveTo>
                  <a:pt x="143764" y="339064"/>
                </a:moveTo>
                <a:lnTo>
                  <a:pt x="145623" y="339872"/>
                </a:lnTo>
                <a:lnTo>
                  <a:pt x="142834" y="339468"/>
                </a:lnTo>
                <a:close/>
                <a:moveTo>
                  <a:pt x="123051" y="348534"/>
                </a:moveTo>
                <a:lnTo>
                  <a:pt x="123625" y="350075"/>
                </a:lnTo>
                <a:lnTo>
                  <a:pt x="122764" y="349305"/>
                </a:lnTo>
                <a:close/>
                <a:moveTo>
                  <a:pt x="133491" y="294044"/>
                </a:moveTo>
                <a:lnTo>
                  <a:pt x="135150" y="295351"/>
                </a:lnTo>
                <a:lnTo>
                  <a:pt x="132661" y="294698"/>
                </a:lnTo>
                <a:close/>
                <a:moveTo>
                  <a:pt x="136106" y="171068"/>
                </a:moveTo>
                <a:lnTo>
                  <a:pt x="138020" y="172255"/>
                </a:lnTo>
                <a:lnTo>
                  <a:pt x="135149" y="171662"/>
                </a:lnTo>
                <a:close/>
                <a:moveTo>
                  <a:pt x="50529" y="113436"/>
                </a:moveTo>
                <a:lnTo>
                  <a:pt x="52684" y="114595"/>
                </a:lnTo>
                <a:lnTo>
                  <a:pt x="49452" y="114016"/>
                </a:lnTo>
                <a:close/>
                <a:moveTo>
                  <a:pt x="140637" y="111018"/>
                </a:moveTo>
                <a:lnTo>
                  <a:pt x="141732" y="111361"/>
                </a:lnTo>
                <a:lnTo>
                  <a:pt x="140089" y="111190"/>
                </a:lnTo>
                <a:close/>
                <a:moveTo>
                  <a:pt x="126310" y="346523"/>
                </a:moveTo>
                <a:lnTo>
                  <a:pt x="128408" y="347950"/>
                </a:lnTo>
                <a:lnTo>
                  <a:pt x="125261" y="347237"/>
                </a:lnTo>
                <a:close/>
                <a:moveTo>
                  <a:pt x="25097" y="85964"/>
                </a:moveTo>
                <a:lnTo>
                  <a:pt x="25898" y="86797"/>
                </a:lnTo>
                <a:lnTo>
                  <a:pt x="24696" y="86380"/>
                </a:lnTo>
                <a:close/>
                <a:moveTo>
                  <a:pt x="54464" y="335872"/>
                </a:moveTo>
                <a:lnTo>
                  <a:pt x="55814" y="337335"/>
                </a:lnTo>
                <a:lnTo>
                  <a:pt x="53790" y="336604"/>
                </a:lnTo>
                <a:close/>
                <a:moveTo>
                  <a:pt x="111854" y="228432"/>
                </a:moveTo>
                <a:lnTo>
                  <a:pt x="112763" y="229403"/>
                </a:lnTo>
                <a:lnTo>
                  <a:pt x="111400" y="228918"/>
                </a:lnTo>
                <a:close/>
                <a:moveTo>
                  <a:pt x="38231" y="390333"/>
                </a:moveTo>
                <a:lnTo>
                  <a:pt x="40267" y="391450"/>
                </a:lnTo>
                <a:lnTo>
                  <a:pt x="37212" y="390892"/>
                </a:lnTo>
                <a:close/>
                <a:moveTo>
                  <a:pt x="32350" y="129546"/>
                </a:moveTo>
                <a:lnTo>
                  <a:pt x="34435" y="130411"/>
                </a:lnTo>
                <a:lnTo>
                  <a:pt x="31308" y="129978"/>
                </a:lnTo>
                <a:close/>
                <a:moveTo>
                  <a:pt x="77703" y="232238"/>
                </a:moveTo>
                <a:lnTo>
                  <a:pt x="79895" y="233034"/>
                </a:lnTo>
                <a:lnTo>
                  <a:pt x="76607" y="232636"/>
                </a:lnTo>
                <a:close/>
                <a:moveTo>
                  <a:pt x="133180" y="134859"/>
                </a:moveTo>
                <a:lnTo>
                  <a:pt x="133621" y="135575"/>
                </a:lnTo>
                <a:lnTo>
                  <a:pt x="132960" y="135217"/>
                </a:lnTo>
                <a:close/>
                <a:moveTo>
                  <a:pt x="24293" y="78256"/>
                </a:moveTo>
                <a:lnTo>
                  <a:pt x="25720" y="79663"/>
                </a:lnTo>
                <a:lnTo>
                  <a:pt x="23580" y="78959"/>
                </a:lnTo>
                <a:close/>
                <a:moveTo>
                  <a:pt x="8972" y="145106"/>
                </a:moveTo>
                <a:lnTo>
                  <a:pt x="10838" y="145535"/>
                </a:lnTo>
                <a:lnTo>
                  <a:pt x="8039" y="145320"/>
                </a:lnTo>
                <a:close/>
                <a:moveTo>
                  <a:pt x="128012" y="169299"/>
                </a:moveTo>
                <a:lnTo>
                  <a:pt x="129547" y="170391"/>
                </a:lnTo>
                <a:lnTo>
                  <a:pt x="127244" y="169845"/>
                </a:lnTo>
                <a:close/>
                <a:moveTo>
                  <a:pt x="91389" y="10822"/>
                </a:moveTo>
                <a:lnTo>
                  <a:pt x="93145" y="11184"/>
                </a:lnTo>
                <a:lnTo>
                  <a:pt x="90511" y="11003"/>
                </a:lnTo>
                <a:close/>
                <a:moveTo>
                  <a:pt x="33034" y="41171"/>
                </a:moveTo>
                <a:lnTo>
                  <a:pt x="33754" y="42605"/>
                </a:lnTo>
                <a:lnTo>
                  <a:pt x="32674" y="41888"/>
                </a:lnTo>
                <a:close/>
                <a:moveTo>
                  <a:pt x="40132" y="294461"/>
                </a:moveTo>
                <a:lnTo>
                  <a:pt x="41586" y="296005"/>
                </a:lnTo>
                <a:lnTo>
                  <a:pt x="39404" y="295233"/>
                </a:lnTo>
                <a:close/>
                <a:moveTo>
                  <a:pt x="25026" y="26685"/>
                </a:moveTo>
                <a:lnTo>
                  <a:pt x="26176" y="28054"/>
                </a:lnTo>
                <a:lnTo>
                  <a:pt x="24451" y="27369"/>
                </a:lnTo>
                <a:close/>
                <a:moveTo>
                  <a:pt x="115261" y="130675"/>
                </a:moveTo>
                <a:lnTo>
                  <a:pt x="115684" y="131828"/>
                </a:lnTo>
                <a:lnTo>
                  <a:pt x="115050" y="131251"/>
                </a:lnTo>
                <a:close/>
                <a:moveTo>
                  <a:pt x="53792" y="100070"/>
                </a:moveTo>
                <a:lnTo>
                  <a:pt x="55506" y="101830"/>
                </a:lnTo>
                <a:lnTo>
                  <a:pt x="52935" y="100950"/>
                </a:lnTo>
                <a:close/>
                <a:moveTo>
                  <a:pt x="115779" y="145775"/>
                </a:moveTo>
                <a:lnTo>
                  <a:pt x="116504" y="146438"/>
                </a:lnTo>
                <a:lnTo>
                  <a:pt x="115417" y="146107"/>
                </a:lnTo>
                <a:close/>
                <a:moveTo>
                  <a:pt x="16744" y="380840"/>
                </a:moveTo>
                <a:lnTo>
                  <a:pt x="17186" y="381805"/>
                </a:lnTo>
                <a:lnTo>
                  <a:pt x="16524" y="381322"/>
                </a:lnTo>
                <a:close/>
                <a:moveTo>
                  <a:pt x="45618" y="53731"/>
                </a:moveTo>
                <a:lnTo>
                  <a:pt x="46505" y="55200"/>
                </a:lnTo>
                <a:lnTo>
                  <a:pt x="45174" y="54465"/>
                </a:lnTo>
                <a:close/>
                <a:moveTo>
                  <a:pt x="46515" y="206275"/>
                </a:moveTo>
                <a:lnTo>
                  <a:pt x="47887" y="207067"/>
                </a:lnTo>
                <a:lnTo>
                  <a:pt x="45829" y="206671"/>
                </a:lnTo>
                <a:close/>
                <a:moveTo>
                  <a:pt x="124619" y="299665"/>
                </a:moveTo>
                <a:lnTo>
                  <a:pt x="125041" y="300475"/>
                </a:lnTo>
                <a:lnTo>
                  <a:pt x="124408" y="300070"/>
                </a:lnTo>
                <a:close/>
                <a:moveTo>
                  <a:pt x="92022" y="381123"/>
                </a:moveTo>
                <a:lnTo>
                  <a:pt x="92778" y="382039"/>
                </a:lnTo>
                <a:lnTo>
                  <a:pt x="91644" y="381581"/>
                </a:lnTo>
                <a:close/>
                <a:moveTo>
                  <a:pt x="45492" y="18998"/>
                </a:moveTo>
                <a:lnTo>
                  <a:pt x="47679" y="19740"/>
                </a:lnTo>
                <a:lnTo>
                  <a:pt x="44399" y="19369"/>
                </a:lnTo>
                <a:close/>
                <a:moveTo>
                  <a:pt x="94791" y="49284"/>
                </a:moveTo>
                <a:lnTo>
                  <a:pt x="96952" y="50934"/>
                </a:lnTo>
                <a:lnTo>
                  <a:pt x="93710" y="50109"/>
                </a:lnTo>
                <a:close/>
                <a:moveTo>
                  <a:pt x="96888" y="240869"/>
                </a:moveTo>
                <a:lnTo>
                  <a:pt x="99041" y="241525"/>
                </a:lnTo>
                <a:lnTo>
                  <a:pt x="95811" y="241197"/>
                </a:lnTo>
                <a:close/>
                <a:moveTo>
                  <a:pt x="116668" y="229582"/>
                </a:moveTo>
                <a:lnTo>
                  <a:pt x="118183" y="230678"/>
                </a:lnTo>
                <a:lnTo>
                  <a:pt x="115911" y="230130"/>
                </a:lnTo>
                <a:close/>
                <a:moveTo>
                  <a:pt x="124166" y="235632"/>
                </a:moveTo>
                <a:lnTo>
                  <a:pt x="126105" y="237063"/>
                </a:lnTo>
                <a:lnTo>
                  <a:pt x="123197" y="236348"/>
                </a:lnTo>
                <a:close/>
                <a:moveTo>
                  <a:pt x="13967" y="328638"/>
                </a:moveTo>
                <a:lnTo>
                  <a:pt x="16072" y="329539"/>
                </a:lnTo>
                <a:lnTo>
                  <a:pt x="12915" y="329088"/>
                </a:lnTo>
                <a:close/>
                <a:moveTo>
                  <a:pt x="72657" y="325017"/>
                </a:moveTo>
                <a:lnTo>
                  <a:pt x="73581" y="326475"/>
                </a:lnTo>
                <a:lnTo>
                  <a:pt x="72195" y="325746"/>
                </a:lnTo>
                <a:close/>
                <a:moveTo>
                  <a:pt x="110875" y="252465"/>
                </a:moveTo>
                <a:lnTo>
                  <a:pt x="112499" y="253101"/>
                </a:lnTo>
                <a:lnTo>
                  <a:pt x="110063" y="252783"/>
                </a:lnTo>
                <a:close/>
                <a:moveTo>
                  <a:pt x="18666" y="97636"/>
                </a:moveTo>
                <a:lnTo>
                  <a:pt x="20757" y="98165"/>
                </a:lnTo>
                <a:lnTo>
                  <a:pt x="17621" y="97901"/>
                </a:lnTo>
                <a:close/>
                <a:moveTo>
                  <a:pt x="141883" y="110669"/>
                </a:moveTo>
                <a:lnTo>
                  <a:pt x="143797" y="112378"/>
                </a:lnTo>
                <a:lnTo>
                  <a:pt x="140926" y="111523"/>
                </a:lnTo>
                <a:close/>
                <a:moveTo>
                  <a:pt x="52919" y="262836"/>
                </a:moveTo>
                <a:lnTo>
                  <a:pt x="54959" y="264285"/>
                </a:lnTo>
                <a:lnTo>
                  <a:pt x="51899" y="263561"/>
                </a:lnTo>
                <a:close/>
                <a:moveTo>
                  <a:pt x="78257" y="306824"/>
                </a:moveTo>
                <a:lnTo>
                  <a:pt x="79310" y="308109"/>
                </a:lnTo>
                <a:lnTo>
                  <a:pt x="77730" y="307466"/>
                </a:lnTo>
                <a:close/>
                <a:moveTo>
                  <a:pt x="7295" y="45858"/>
                </a:moveTo>
                <a:lnTo>
                  <a:pt x="9485" y="46667"/>
                </a:lnTo>
                <a:lnTo>
                  <a:pt x="6200" y="46262"/>
                </a:lnTo>
                <a:close/>
                <a:moveTo>
                  <a:pt x="98212" y="354170"/>
                </a:moveTo>
                <a:lnTo>
                  <a:pt x="99533" y="355138"/>
                </a:lnTo>
                <a:lnTo>
                  <a:pt x="97551" y="354654"/>
                </a:lnTo>
                <a:close/>
                <a:moveTo>
                  <a:pt x="54395" y="128206"/>
                </a:moveTo>
                <a:lnTo>
                  <a:pt x="55498" y="129227"/>
                </a:lnTo>
                <a:lnTo>
                  <a:pt x="53843" y="128717"/>
                </a:lnTo>
                <a:close/>
                <a:moveTo>
                  <a:pt x="15812" y="345324"/>
                </a:moveTo>
                <a:lnTo>
                  <a:pt x="17610" y="346476"/>
                </a:lnTo>
                <a:lnTo>
                  <a:pt x="14913" y="345900"/>
                </a:lnTo>
                <a:close/>
                <a:moveTo>
                  <a:pt x="1090" y="368911"/>
                </a:moveTo>
                <a:lnTo>
                  <a:pt x="2716" y="370669"/>
                </a:lnTo>
                <a:lnTo>
                  <a:pt x="278" y="369790"/>
                </a:lnTo>
                <a:close/>
                <a:moveTo>
                  <a:pt x="124144" y="57657"/>
                </a:moveTo>
                <a:lnTo>
                  <a:pt x="125887" y="58219"/>
                </a:lnTo>
                <a:lnTo>
                  <a:pt x="123272" y="57938"/>
                </a:lnTo>
                <a:close/>
                <a:moveTo>
                  <a:pt x="49886" y="322322"/>
                </a:moveTo>
                <a:lnTo>
                  <a:pt x="51677" y="322775"/>
                </a:lnTo>
                <a:lnTo>
                  <a:pt x="48990" y="322548"/>
                </a:lnTo>
                <a:close/>
                <a:moveTo>
                  <a:pt x="63443" y="104174"/>
                </a:moveTo>
                <a:lnTo>
                  <a:pt x="65031" y="105771"/>
                </a:lnTo>
                <a:lnTo>
                  <a:pt x="62648" y="104972"/>
                </a:lnTo>
                <a:close/>
                <a:moveTo>
                  <a:pt x="92193" y="340379"/>
                </a:moveTo>
                <a:lnTo>
                  <a:pt x="93997" y="341488"/>
                </a:lnTo>
                <a:lnTo>
                  <a:pt x="91291" y="340933"/>
                </a:lnTo>
                <a:close/>
                <a:moveTo>
                  <a:pt x="139050" y="351332"/>
                </a:moveTo>
                <a:lnTo>
                  <a:pt x="139497" y="352825"/>
                </a:lnTo>
                <a:lnTo>
                  <a:pt x="138826" y="352078"/>
                </a:lnTo>
                <a:close/>
                <a:moveTo>
                  <a:pt x="94506" y="277644"/>
                </a:moveTo>
                <a:lnTo>
                  <a:pt x="96126" y="278208"/>
                </a:lnTo>
                <a:lnTo>
                  <a:pt x="93696" y="277926"/>
                </a:lnTo>
                <a:close/>
                <a:moveTo>
                  <a:pt x="27641" y="57988"/>
                </a:moveTo>
                <a:lnTo>
                  <a:pt x="29005" y="59102"/>
                </a:lnTo>
                <a:lnTo>
                  <a:pt x="26959" y="58545"/>
                </a:lnTo>
                <a:close/>
                <a:moveTo>
                  <a:pt x="1292" y="176585"/>
                </a:moveTo>
                <a:lnTo>
                  <a:pt x="2994" y="177668"/>
                </a:lnTo>
                <a:lnTo>
                  <a:pt x="441" y="177126"/>
                </a:lnTo>
                <a:close/>
                <a:moveTo>
                  <a:pt x="129473" y="167831"/>
                </a:moveTo>
                <a:lnTo>
                  <a:pt x="131312" y="168585"/>
                </a:lnTo>
                <a:lnTo>
                  <a:pt x="128554" y="168208"/>
                </a:lnTo>
                <a:close/>
                <a:moveTo>
                  <a:pt x="2948" y="9485"/>
                </a:moveTo>
                <a:lnTo>
                  <a:pt x="3613" y="10833"/>
                </a:lnTo>
                <a:lnTo>
                  <a:pt x="2616" y="10159"/>
                </a:lnTo>
                <a:close/>
                <a:moveTo>
                  <a:pt x="15492" y="56645"/>
                </a:moveTo>
                <a:lnTo>
                  <a:pt x="17096" y="57005"/>
                </a:lnTo>
                <a:lnTo>
                  <a:pt x="14689" y="56825"/>
                </a:lnTo>
                <a:close/>
                <a:moveTo>
                  <a:pt x="76398" y="89737"/>
                </a:moveTo>
                <a:lnTo>
                  <a:pt x="76939" y="90435"/>
                </a:lnTo>
                <a:lnTo>
                  <a:pt x="76128" y="90086"/>
                </a:lnTo>
                <a:close/>
                <a:moveTo>
                  <a:pt x="82007" y="231275"/>
                </a:moveTo>
                <a:lnTo>
                  <a:pt x="84114" y="232528"/>
                </a:lnTo>
                <a:lnTo>
                  <a:pt x="80953" y="231902"/>
                </a:lnTo>
                <a:close/>
                <a:moveTo>
                  <a:pt x="53544" y="353974"/>
                </a:moveTo>
                <a:lnTo>
                  <a:pt x="54875" y="354630"/>
                </a:lnTo>
                <a:lnTo>
                  <a:pt x="52878" y="354302"/>
                </a:lnTo>
                <a:close/>
                <a:moveTo>
                  <a:pt x="67655" y="1997"/>
                </a:moveTo>
                <a:lnTo>
                  <a:pt x="69507" y="3794"/>
                </a:lnTo>
                <a:lnTo>
                  <a:pt x="66729" y="2896"/>
                </a:lnTo>
                <a:close/>
                <a:moveTo>
                  <a:pt x="135233" y="154229"/>
                </a:moveTo>
                <a:lnTo>
                  <a:pt x="136340" y="154871"/>
                </a:lnTo>
                <a:lnTo>
                  <a:pt x="134680" y="154550"/>
                </a:lnTo>
                <a:close/>
                <a:moveTo>
                  <a:pt x="28882" y="332118"/>
                </a:moveTo>
                <a:lnTo>
                  <a:pt x="29822" y="332918"/>
                </a:lnTo>
                <a:lnTo>
                  <a:pt x="28412" y="332518"/>
                </a:lnTo>
                <a:close/>
                <a:moveTo>
                  <a:pt x="83351" y="303114"/>
                </a:moveTo>
                <a:lnTo>
                  <a:pt x="85443" y="304737"/>
                </a:lnTo>
                <a:lnTo>
                  <a:pt x="82305" y="303925"/>
                </a:lnTo>
                <a:close/>
                <a:moveTo>
                  <a:pt x="65449" y="52581"/>
                </a:moveTo>
                <a:lnTo>
                  <a:pt x="67212" y="53980"/>
                </a:lnTo>
                <a:lnTo>
                  <a:pt x="64568" y="53281"/>
                </a:lnTo>
                <a:close/>
                <a:moveTo>
                  <a:pt x="83891" y="233237"/>
                </a:moveTo>
                <a:lnTo>
                  <a:pt x="84858" y="234381"/>
                </a:lnTo>
                <a:lnTo>
                  <a:pt x="83408" y="233809"/>
                </a:lnTo>
                <a:close/>
                <a:moveTo>
                  <a:pt x="27238" y="150333"/>
                </a:moveTo>
                <a:lnTo>
                  <a:pt x="28328" y="151606"/>
                </a:lnTo>
                <a:lnTo>
                  <a:pt x="26692" y="150970"/>
                </a:lnTo>
                <a:close/>
                <a:moveTo>
                  <a:pt x="128464" y="240143"/>
                </a:moveTo>
                <a:lnTo>
                  <a:pt x="129671" y="241084"/>
                </a:lnTo>
                <a:lnTo>
                  <a:pt x="127861" y="240613"/>
                </a:lnTo>
                <a:close/>
                <a:moveTo>
                  <a:pt x="56175" y="382211"/>
                </a:moveTo>
                <a:lnTo>
                  <a:pt x="57559" y="383679"/>
                </a:lnTo>
                <a:lnTo>
                  <a:pt x="55483" y="382945"/>
                </a:lnTo>
                <a:close/>
                <a:moveTo>
                  <a:pt x="52549" y="40060"/>
                </a:moveTo>
                <a:lnTo>
                  <a:pt x="53906" y="40448"/>
                </a:lnTo>
                <a:lnTo>
                  <a:pt x="51871" y="40254"/>
                </a:lnTo>
                <a:close/>
                <a:moveTo>
                  <a:pt x="53407" y="86576"/>
                </a:moveTo>
                <a:lnTo>
                  <a:pt x="54188" y="87197"/>
                </a:lnTo>
                <a:lnTo>
                  <a:pt x="53017" y="86886"/>
                </a:lnTo>
                <a:close/>
                <a:moveTo>
                  <a:pt x="109775" y="356124"/>
                </a:moveTo>
                <a:lnTo>
                  <a:pt x="111557" y="356496"/>
                </a:lnTo>
                <a:lnTo>
                  <a:pt x="108884" y="356310"/>
                </a:lnTo>
                <a:close/>
                <a:moveTo>
                  <a:pt x="111059" y="293209"/>
                </a:moveTo>
                <a:lnTo>
                  <a:pt x="111494" y="294434"/>
                </a:lnTo>
                <a:lnTo>
                  <a:pt x="110842" y="293821"/>
                </a:lnTo>
                <a:close/>
                <a:moveTo>
                  <a:pt x="4555" y="122223"/>
                </a:moveTo>
                <a:lnTo>
                  <a:pt x="5519" y="123191"/>
                </a:lnTo>
                <a:lnTo>
                  <a:pt x="4073" y="122707"/>
                </a:lnTo>
                <a:close/>
                <a:moveTo>
                  <a:pt x="95728" y="141481"/>
                </a:moveTo>
                <a:lnTo>
                  <a:pt x="96417" y="143100"/>
                </a:lnTo>
                <a:lnTo>
                  <a:pt x="95383" y="142291"/>
                </a:lnTo>
                <a:close/>
                <a:moveTo>
                  <a:pt x="141425" y="346168"/>
                </a:moveTo>
                <a:lnTo>
                  <a:pt x="142491" y="347916"/>
                </a:lnTo>
                <a:lnTo>
                  <a:pt x="140892" y="347042"/>
                </a:lnTo>
                <a:close/>
                <a:moveTo>
                  <a:pt x="97923" y="262234"/>
                </a:moveTo>
                <a:lnTo>
                  <a:pt x="99956" y="262740"/>
                </a:lnTo>
                <a:lnTo>
                  <a:pt x="96906" y="262487"/>
                </a:lnTo>
                <a:close/>
                <a:moveTo>
                  <a:pt x="69355" y="379534"/>
                </a:moveTo>
                <a:lnTo>
                  <a:pt x="70672" y="380684"/>
                </a:lnTo>
                <a:lnTo>
                  <a:pt x="68697" y="380109"/>
                </a:lnTo>
                <a:close/>
                <a:moveTo>
                  <a:pt x="118130" y="277469"/>
                </a:moveTo>
                <a:lnTo>
                  <a:pt x="120266" y="278435"/>
                </a:lnTo>
                <a:lnTo>
                  <a:pt x="117061" y="277952"/>
                </a:lnTo>
                <a:close/>
                <a:moveTo>
                  <a:pt x="80184" y="186574"/>
                </a:moveTo>
                <a:lnTo>
                  <a:pt x="80770" y="187247"/>
                </a:lnTo>
                <a:lnTo>
                  <a:pt x="79892" y="186910"/>
                </a:lnTo>
                <a:close/>
                <a:moveTo>
                  <a:pt x="37200" y="71414"/>
                </a:moveTo>
                <a:lnTo>
                  <a:pt x="38008" y="72043"/>
                </a:lnTo>
                <a:lnTo>
                  <a:pt x="36796" y="71729"/>
                </a:lnTo>
                <a:close/>
                <a:moveTo>
                  <a:pt x="114076" y="369722"/>
                </a:moveTo>
                <a:lnTo>
                  <a:pt x="114519" y="371281"/>
                </a:lnTo>
                <a:lnTo>
                  <a:pt x="113855" y="370501"/>
                </a:lnTo>
                <a:close/>
                <a:moveTo>
                  <a:pt x="73471" y="30714"/>
                </a:moveTo>
                <a:lnTo>
                  <a:pt x="74300" y="31504"/>
                </a:lnTo>
                <a:lnTo>
                  <a:pt x="73056" y="31109"/>
                </a:lnTo>
                <a:close/>
                <a:moveTo>
                  <a:pt x="16906" y="345370"/>
                </a:moveTo>
                <a:lnTo>
                  <a:pt x="18574" y="346438"/>
                </a:lnTo>
                <a:lnTo>
                  <a:pt x="16071" y="345904"/>
                </a:lnTo>
                <a:close/>
                <a:moveTo>
                  <a:pt x="42693" y="334257"/>
                </a:moveTo>
                <a:lnTo>
                  <a:pt x="44067" y="336005"/>
                </a:lnTo>
                <a:lnTo>
                  <a:pt x="42006" y="335131"/>
                </a:lnTo>
                <a:close/>
                <a:moveTo>
                  <a:pt x="27288" y="207715"/>
                </a:moveTo>
                <a:lnTo>
                  <a:pt x="27872" y="209132"/>
                </a:lnTo>
                <a:lnTo>
                  <a:pt x="26996" y="208424"/>
                </a:lnTo>
                <a:close/>
                <a:moveTo>
                  <a:pt x="51381" y="209071"/>
                </a:moveTo>
                <a:lnTo>
                  <a:pt x="52627" y="209869"/>
                </a:lnTo>
                <a:lnTo>
                  <a:pt x="50759" y="209470"/>
                </a:lnTo>
                <a:close/>
                <a:moveTo>
                  <a:pt x="93781" y="155952"/>
                </a:moveTo>
                <a:lnTo>
                  <a:pt x="94721" y="156791"/>
                </a:lnTo>
                <a:lnTo>
                  <a:pt x="93310" y="156371"/>
                </a:lnTo>
                <a:close/>
                <a:moveTo>
                  <a:pt x="44374" y="271682"/>
                </a:moveTo>
                <a:lnTo>
                  <a:pt x="44862" y="272078"/>
                </a:lnTo>
                <a:lnTo>
                  <a:pt x="44130" y="271880"/>
                </a:lnTo>
                <a:close/>
                <a:moveTo>
                  <a:pt x="88099" y="79013"/>
                </a:moveTo>
                <a:lnTo>
                  <a:pt x="88693" y="80487"/>
                </a:lnTo>
                <a:lnTo>
                  <a:pt x="87802" y="79750"/>
                </a:lnTo>
                <a:close/>
                <a:moveTo>
                  <a:pt x="38925" y="297382"/>
                </a:moveTo>
                <a:lnTo>
                  <a:pt x="39647" y="298897"/>
                </a:lnTo>
                <a:lnTo>
                  <a:pt x="38563" y="298140"/>
                </a:lnTo>
                <a:close/>
                <a:moveTo>
                  <a:pt x="53701" y="182930"/>
                </a:moveTo>
                <a:lnTo>
                  <a:pt x="55680" y="183692"/>
                </a:lnTo>
                <a:lnTo>
                  <a:pt x="52712" y="183311"/>
                </a:lnTo>
                <a:close/>
                <a:moveTo>
                  <a:pt x="90259" y="191012"/>
                </a:moveTo>
                <a:lnTo>
                  <a:pt x="91379" y="192522"/>
                </a:lnTo>
                <a:lnTo>
                  <a:pt x="89698" y="191767"/>
                </a:lnTo>
                <a:close/>
                <a:moveTo>
                  <a:pt x="34589" y="325257"/>
                </a:moveTo>
                <a:lnTo>
                  <a:pt x="35559" y="326874"/>
                </a:lnTo>
                <a:lnTo>
                  <a:pt x="34104" y="326066"/>
                </a:lnTo>
                <a:close/>
                <a:moveTo>
                  <a:pt x="18795" y="66785"/>
                </a:moveTo>
                <a:lnTo>
                  <a:pt x="19940" y="67705"/>
                </a:lnTo>
                <a:lnTo>
                  <a:pt x="18223" y="67245"/>
                </a:lnTo>
                <a:close/>
                <a:moveTo>
                  <a:pt x="104770" y="306316"/>
                </a:moveTo>
                <a:lnTo>
                  <a:pt x="105667" y="306743"/>
                </a:lnTo>
                <a:lnTo>
                  <a:pt x="104321" y="306529"/>
                </a:lnTo>
                <a:close/>
                <a:moveTo>
                  <a:pt x="132837" y="363982"/>
                </a:moveTo>
                <a:lnTo>
                  <a:pt x="134775" y="364339"/>
                </a:lnTo>
                <a:lnTo>
                  <a:pt x="131869" y="364160"/>
                </a:lnTo>
                <a:close/>
                <a:moveTo>
                  <a:pt x="69506" y="210166"/>
                </a:moveTo>
                <a:lnTo>
                  <a:pt x="71311" y="211363"/>
                </a:lnTo>
                <a:lnTo>
                  <a:pt x="68604" y="210764"/>
                </a:lnTo>
                <a:close/>
                <a:moveTo>
                  <a:pt x="12145" y="243101"/>
                </a:moveTo>
                <a:lnTo>
                  <a:pt x="13174" y="244898"/>
                </a:lnTo>
                <a:lnTo>
                  <a:pt x="11631" y="243999"/>
                </a:lnTo>
                <a:close/>
                <a:moveTo>
                  <a:pt x="98974" y="169172"/>
                </a:moveTo>
                <a:lnTo>
                  <a:pt x="100912" y="170816"/>
                </a:lnTo>
                <a:lnTo>
                  <a:pt x="98005" y="169994"/>
                </a:lnTo>
                <a:close/>
                <a:moveTo>
                  <a:pt x="80993" y="281331"/>
                </a:moveTo>
                <a:lnTo>
                  <a:pt x="81549" y="282410"/>
                </a:lnTo>
                <a:lnTo>
                  <a:pt x="80715" y="281870"/>
                </a:lnTo>
                <a:close/>
                <a:moveTo>
                  <a:pt x="3539" y="116540"/>
                </a:moveTo>
                <a:lnTo>
                  <a:pt x="4484" y="117335"/>
                </a:lnTo>
                <a:lnTo>
                  <a:pt x="3066" y="116937"/>
                </a:lnTo>
                <a:close/>
                <a:moveTo>
                  <a:pt x="143563" y="284663"/>
                </a:moveTo>
                <a:lnTo>
                  <a:pt x="144208" y="285165"/>
                </a:lnTo>
                <a:lnTo>
                  <a:pt x="143240" y="284914"/>
                </a:lnTo>
                <a:close/>
                <a:moveTo>
                  <a:pt x="23666" y="185957"/>
                </a:moveTo>
                <a:lnTo>
                  <a:pt x="25333" y="187719"/>
                </a:lnTo>
                <a:lnTo>
                  <a:pt x="22832" y="186838"/>
                </a:lnTo>
                <a:close/>
                <a:moveTo>
                  <a:pt x="20258" y="50280"/>
                </a:moveTo>
                <a:lnTo>
                  <a:pt x="21989" y="50769"/>
                </a:lnTo>
                <a:lnTo>
                  <a:pt x="19393" y="50524"/>
                </a:lnTo>
                <a:close/>
                <a:moveTo>
                  <a:pt x="26390" y="342109"/>
                </a:moveTo>
                <a:lnTo>
                  <a:pt x="28332" y="343181"/>
                </a:lnTo>
                <a:lnTo>
                  <a:pt x="25420" y="342645"/>
                </a:lnTo>
                <a:close/>
                <a:moveTo>
                  <a:pt x="130925" y="184371"/>
                </a:moveTo>
                <a:lnTo>
                  <a:pt x="131621" y="184785"/>
                </a:lnTo>
                <a:lnTo>
                  <a:pt x="130577" y="184578"/>
                </a:lnTo>
                <a:close/>
                <a:moveTo>
                  <a:pt x="99481" y="344174"/>
                </a:moveTo>
                <a:lnTo>
                  <a:pt x="100633" y="344884"/>
                </a:lnTo>
                <a:lnTo>
                  <a:pt x="98906" y="344529"/>
                </a:lnTo>
                <a:close/>
                <a:moveTo>
                  <a:pt x="119823" y="16522"/>
                </a:moveTo>
                <a:lnTo>
                  <a:pt x="120319" y="17549"/>
                </a:lnTo>
                <a:lnTo>
                  <a:pt x="119576" y="17035"/>
                </a:lnTo>
                <a:close/>
                <a:moveTo>
                  <a:pt x="57721" y="16628"/>
                </a:moveTo>
                <a:lnTo>
                  <a:pt x="59242" y="17726"/>
                </a:lnTo>
                <a:lnTo>
                  <a:pt x="56960" y="17177"/>
                </a:lnTo>
                <a:close/>
                <a:moveTo>
                  <a:pt x="127877" y="50670"/>
                </a:moveTo>
                <a:lnTo>
                  <a:pt x="128597" y="51335"/>
                </a:lnTo>
                <a:lnTo>
                  <a:pt x="127516" y="51003"/>
                </a:lnTo>
                <a:close/>
                <a:moveTo>
                  <a:pt x="88598" y="218507"/>
                </a:moveTo>
                <a:lnTo>
                  <a:pt x="89506" y="219113"/>
                </a:lnTo>
                <a:lnTo>
                  <a:pt x="88145" y="218810"/>
                </a:lnTo>
                <a:close/>
                <a:moveTo>
                  <a:pt x="99795" y="336297"/>
                </a:moveTo>
                <a:lnTo>
                  <a:pt x="100365" y="337661"/>
                </a:lnTo>
                <a:lnTo>
                  <a:pt x="99510" y="336979"/>
                </a:lnTo>
                <a:close/>
                <a:moveTo>
                  <a:pt x="78285" y="339275"/>
                </a:moveTo>
                <a:lnTo>
                  <a:pt x="80375" y="340365"/>
                </a:lnTo>
                <a:lnTo>
                  <a:pt x="77240" y="339820"/>
                </a:lnTo>
                <a:close/>
                <a:moveTo>
                  <a:pt x="5792" y="96952"/>
                </a:moveTo>
                <a:lnTo>
                  <a:pt x="6487" y="97495"/>
                </a:lnTo>
                <a:lnTo>
                  <a:pt x="5444" y="97224"/>
                </a:lnTo>
                <a:close/>
                <a:moveTo>
                  <a:pt x="104018" y="361854"/>
                </a:moveTo>
                <a:lnTo>
                  <a:pt x="105933" y="362796"/>
                </a:lnTo>
                <a:lnTo>
                  <a:pt x="103061" y="362325"/>
                </a:lnTo>
                <a:close/>
                <a:moveTo>
                  <a:pt x="123396" y="160169"/>
                </a:moveTo>
                <a:lnTo>
                  <a:pt x="124042" y="160743"/>
                </a:lnTo>
                <a:lnTo>
                  <a:pt x="123072" y="160456"/>
                </a:lnTo>
                <a:close/>
                <a:moveTo>
                  <a:pt x="30255" y="164718"/>
                </a:moveTo>
                <a:lnTo>
                  <a:pt x="31835" y="165030"/>
                </a:lnTo>
                <a:lnTo>
                  <a:pt x="29464" y="164874"/>
                </a:lnTo>
                <a:close/>
                <a:moveTo>
                  <a:pt x="42129" y="295361"/>
                </a:moveTo>
                <a:lnTo>
                  <a:pt x="44002" y="295696"/>
                </a:lnTo>
                <a:lnTo>
                  <a:pt x="41193" y="295528"/>
                </a:lnTo>
                <a:close/>
                <a:moveTo>
                  <a:pt x="84820" y="327635"/>
                </a:moveTo>
                <a:lnTo>
                  <a:pt x="85270" y="328616"/>
                </a:lnTo>
                <a:lnTo>
                  <a:pt x="84595" y="328126"/>
                </a:lnTo>
                <a:close/>
                <a:moveTo>
                  <a:pt x="33836" y="364822"/>
                </a:moveTo>
                <a:lnTo>
                  <a:pt x="35366" y="365337"/>
                </a:lnTo>
                <a:lnTo>
                  <a:pt x="33071" y="365080"/>
                </a:lnTo>
                <a:close/>
                <a:moveTo>
                  <a:pt x="122459" y="868"/>
                </a:moveTo>
                <a:lnTo>
                  <a:pt x="123583" y="1875"/>
                </a:lnTo>
                <a:lnTo>
                  <a:pt x="121897" y="1371"/>
                </a:lnTo>
                <a:close/>
                <a:moveTo>
                  <a:pt x="101062" y="97271"/>
                </a:moveTo>
                <a:lnTo>
                  <a:pt x="102651" y="98949"/>
                </a:lnTo>
                <a:lnTo>
                  <a:pt x="100268" y="98110"/>
                </a:lnTo>
                <a:close/>
                <a:moveTo>
                  <a:pt x="127054" y="71998"/>
                </a:moveTo>
                <a:lnTo>
                  <a:pt x="127855" y="72410"/>
                </a:lnTo>
                <a:lnTo>
                  <a:pt x="126654" y="72204"/>
                </a:lnTo>
                <a:close/>
                <a:moveTo>
                  <a:pt x="35592" y="171421"/>
                </a:moveTo>
                <a:lnTo>
                  <a:pt x="37244" y="172116"/>
                </a:lnTo>
                <a:lnTo>
                  <a:pt x="34766" y="171768"/>
                </a:lnTo>
                <a:close/>
                <a:moveTo>
                  <a:pt x="129653" y="288033"/>
                </a:moveTo>
                <a:lnTo>
                  <a:pt x="130984" y="288989"/>
                </a:lnTo>
                <a:lnTo>
                  <a:pt x="128987" y="288511"/>
                </a:lnTo>
                <a:close/>
                <a:moveTo>
                  <a:pt x="82551" y="193455"/>
                </a:moveTo>
                <a:lnTo>
                  <a:pt x="84535" y="194259"/>
                </a:lnTo>
                <a:lnTo>
                  <a:pt x="81558" y="193857"/>
                </a:lnTo>
                <a:close/>
                <a:moveTo>
                  <a:pt x="41094" y="343284"/>
                </a:moveTo>
                <a:lnTo>
                  <a:pt x="42532" y="344701"/>
                </a:lnTo>
                <a:lnTo>
                  <a:pt x="40376" y="343992"/>
                </a:lnTo>
                <a:close/>
                <a:moveTo>
                  <a:pt x="118673" y="326025"/>
                </a:moveTo>
                <a:lnTo>
                  <a:pt x="119120" y="327514"/>
                </a:lnTo>
                <a:lnTo>
                  <a:pt x="118450" y="326769"/>
                </a:lnTo>
                <a:close/>
                <a:moveTo>
                  <a:pt x="121553" y="282910"/>
                </a:moveTo>
                <a:lnTo>
                  <a:pt x="122977" y="283741"/>
                </a:lnTo>
                <a:lnTo>
                  <a:pt x="120840" y="283326"/>
                </a:lnTo>
                <a:close/>
                <a:moveTo>
                  <a:pt x="25840" y="373801"/>
                </a:moveTo>
                <a:lnTo>
                  <a:pt x="27192" y="374413"/>
                </a:lnTo>
                <a:lnTo>
                  <a:pt x="25164" y="374107"/>
                </a:lnTo>
                <a:close/>
                <a:moveTo>
                  <a:pt x="64612" y="94453"/>
                </a:moveTo>
                <a:lnTo>
                  <a:pt x="66542" y="95320"/>
                </a:lnTo>
                <a:lnTo>
                  <a:pt x="63646" y="94886"/>
                </a:lnTo>
                <a:close/>
                <a:moveTo>
                  <a:pt x="118467" y="111632"/>
                </a:moveTo>
                <a:lnTo>
                  <a:pt x="120382" y="113011"/>
                </a:lnTo>
                <a:lnTo>
                  <a:pt x="117509" y="112322"/>
                </a:lnTo>
                <a:close/>
                <a:moveTo>
                  <a:pt x="22086" y="72404"/>
                </a:moveTo>
                <a:lnTo>
                  <a:pt x="22545" y="72932"/>
                </a:lnTo>
                <a:lnTo>
                  <a:pt x="21857" y="72668"/>
                </a:lnTo>
                <a:close/>
                <a:moveTo>
                  <a:pt x="92962" y="127192"/>
                </a:moveTo>
                <a:lnTo>
                  <a:pt x="93437" y="128867"/>
                </a:lnTo>
                <a:lnTo>
                  <a:pt x="92725" y="128029"/>
                </a:lnTo>
                <a:close/>
                <a:moveTo>
                  <a:pt x="94607" y="147956"/>
                </a:moveTo>
                <a:lnTo>
                  <a:pt x="95245" y="148997"/>
                </a:lnTo>
                <a:lnTo>
                  <a:pt x="94288" y="148477"/>
                </a:lnTo>
                <a:close/>
                <a:moveTo>
                  <a:pt x="144689" y="205717"/>
                </a:moveTo>
                <a:lnTo>
                  <a:pt x="145621" y="206887"/>
                </a:lnTo>
                <a:lnTo>
                  <a:pt x="144223" y="206302"/>
                </a:lnTo>
                <a:close/>
                <a:moveTo>
                  <a:pt x="139924" y="212408"/>
                </a:moveTo>
                <a:lnTo>
                  <a:pt x="141494" y="213825"/>
                </a:lnTo>
                <a:lnTo>
                  <a:pt x="139139" y="213116"/>
                </a:lnTo>
                <a:close/>
                <a:moveTo>
                  <a:pt x="142122" y="281602"/>
                </a:moveTo>
                <a:lnTo>
                  <a:pt x="142595" y="282009"/>
                </a:lnTo>
                <a:lnTo>
                  <a:pt x="141885" y="281805"/>
                </a:lnTo>
                <a:close/>
                <a:moveTo>
                  <a:pt x="36940" y="104821"/>
                </a:moveTo>
                <a:lnTo>
                  <a:pt x="38242" y="105749"/>
                </a:lnTo>
                <a:lnTo>
                  <a:pt x="36289" y="105285"/>
                </a:lnTo>
                <a:close/>
                <a:moveTo>
                  <a:pt x="111726" y="134493"/>
                </a:moveTo>
                <a:lnTo>
                  <a:pt x="113598" y="135776"/>
                </a:lnTo>
                <a:lnTo>
                  <a:pt x="110789" y="135135"/>
                </a:lnTo>
                <a:close/>
                <a:moveTo>
                  <a:pt x="82949" y="255431"/>
                </a:moveTo>
                <a:lnTo>
                  <a:pt x="83903" y="256572"/>
                </a:lnTo>
                <a:lnTo>
                  <a:pt x="82471" y="256001"/>
                </a:lnTo>
                <a:close/>
                <a:moveTo>
                  <a:pt x="100141" y="19188"/>
                </a:moveTo>
                <a:lnTo>
                  <a:pt x="101533" y="19573"/>
                </a:lnTo>
                <a:lnTo>
                  <a:pt x="99445" y="19380"/>
                </a:lnTo>
                <a:close/>
                <a:moveTo>
                  <a:pt x="5124" y="126399"/>
                </a:moveTo>
                <a:lnTo>
                  <a:pt x="6441" y="127988"/>
                </a:lnTo>
                <a:lnTo>
                  <a:pt x="4465" y="127193"/>
                </a:lnTo>
                <a:close/>
                <a:moveTo>
                  <a:pt x="134206" y="262118"/>
                </a:moveTo>
                <a:lnTo>
                  <a:pt x="135002" y="262671"/>
                </a:lnTo>
                <a:lnTo>
                  <a:pt x="133807" y="262395"/>
                </a:lnTo>
                <a:close/>
                <a:moveTo>
                  <a:pt x="6375" y="97305"/>
                </a:moveTo>
                <a:lnTo>
                  <a:pt x="7021" y="98693"/>
                </a:lnTo>
                <a:lnTo>
                  <a:pt x="6052" y="97999"/>
                </a:lnTo>
                <a:close/>
                <a:moveTo>
                  <a:pt x="66252" y="191911"/>
                </a:moveTo>
                <a:lnTo>
                  <a:pt x="67318" y="192976"/>
                </a:lnTo>
                <a:lnTo>
                  <a:pt x="65719" y="192443"/>
                </a:lnTo>
                <a:close/>
                <a:moveTo>
                  <a:pt x="88883" y="179851"/>
                </a:moveTo>
                <a:lnTo>
                  <a:pt x="89624" y="180972"/>
                </a:lnTo>
                <a:lnTo>
                  <a:pt x="88512" y="180411"/>
                </a:lnTo>
                <a:close/>
                <a:moveTo>
                  <a:pt x="84200" y="70699"/>
                </a:moveTo>
                <a:lnTo>
                  <a:pt x="85390" y="71462"/>
                </a:lnTo>
                <a:lnTo>
                  <a:pt x="83605" y="71081"/>
                </a:lnTo>
                <a:close/>
                <a:moveTo>
                  <a:pt x="87644" y="290226"/>
                </a:moveTo>
                <a:lnTo>
                  <a:pt x="88589" y="290800"/>
                </a:lnTo>
                <a:lnTo>
                  <a:pt x="87171" y="290513"/>
                </a:lnTo>
                <a:close/>
                <a:moveTo>
                  <a:pt x="61630" y="6231"/>
                </a:moveTo>
                <a:lnTo>
                  <a:pt x="63428" y="6535"/>
                </a:lnTo>
                <a:lnTo>
                  <a:pt x="60731" y="6383"/>
                </a:lnTo>
                <a:close/>
                <a:moveTo>
                  <a:pt x="40023" y="110932"/>
                </a:moveTo>
                <a:lnTo>
                  <a:pt x="41405" y="111354"/>
                </a:lnTo>
                <a:lnTo>
                  <a:pt x="39332" y="111143"/>
                </a:lnTo>
                <a:close/>
                <a:moveTo>
                  <a:pt x="67503" y="263534"/>
                </a:moveTo>
                <a:lnTo>
                  <a:pt x="68778" y="264855"/>
                </a:lnTo>
                <a:lnTo>
                  <a:pt x="66865" y="264194"/>
                </a:lnTo>
                <a:close/>
                <a:moveTo>
                  <a:pt x="16748" y="368540"/>
                </a:moveTo>
                <a:lnTo>
                  <a:pt x="17233" y="370068"/>
                </a:lnTo>
                <a:lnTo>
                  <a:pt x="16505" y="369304"/>
                </a:lnTo>
                <a:close/>
                <a:moveTo>
                  <a:pt x="74422" y="75733"/>
                </a:moveTo>
                <a:lnTo>
                  <a:pt x="76091" y="76656"/>
                </a:lnTo>
                <a:lnTo>
                  <a:pt x="73588" y="76194"/>
                </a:lnTo>
                <a:close/>
                <a:moveTo>
                  <a:pt x="63011" y="267478"/>
                </a:moveTo>
                <a:lnTo>
                  <a:pt x="64183" y="269254"/>
                </a:lnTo>
                <a:lnTo>
                  <a:pt x="62426" y="268366"/>
                </a:lnTo>
                <a:close/>
                <a:moveTo>
                  <a:pt x="92881" y="318836"/>
                </a:moveTo>
                <a:lnTo>
                  <a:pt x="94861" y="320422"/>
                </a:lnTo>
                <a:lnTo>
                  <a:pt x="91891" y="319629"/>
                </a:lnTo>
                <a:close/>
                <a:moveTo>
                  <a:pt x="37495" y="65864"/>
                </a:moveTo>
                <a:lnTo>
                  <a:pt x="38028" y="66386"/>
                </a:lnTo>
                <a:lnTo>
                  <a:pt x="37228" y="66125"/>
                </a:lnTo>
                <a:close/>
                <a:moveTo>
                  <a:pt x="64921" y="310117"/>
                </a:moveTo>
                <a:lnTo>
                  <a:pt x="65737" y="311183"/>
                </a:lnTo>
                <a:lnTo>
                  <a:pt x="64513" y="310650"/>
                </a:lnTo>
                <a:close/>
                <a:moveTo>
                  <a:pt x="48257" y="278539"/>
                </a:moveTo>
                <a:lnTo>
                  <a:pt x="50368" y="279776"/>
                </a:lnTo>
                <a:lnTo>
                  <a:pt x="47201" y="279158"/>
                </a:lnTo>
                <a:close/>
                <a:moveTo>
                  <a:pt x="110664" y="310024"/>
                </a:moveTo>
                <a:lnTo>
                  <a:pt x="111073" y="311685"/>
                </a:lnTo>
                <a:lnTo>
                  <a:pt x="110460" y="310854"/>
                </a:lnTo>
                <a:close/>
                <a:moveTo>
                  <a:pt x="92494" y="181903"/>
                </a:moveTo>
                <a:lnTo>
                  <a:pt x="93545" y="183491"/>
                </a:lnTo>
                <a:lnTo>
                  <a:pt x="91968" y="182697"/>
                </a:lnTo>
                <a:close/>
                <a:moveTo>
                  <a:pt x="59661" y="317226"/>
                </a:moveTo>
                <a:lnTo>
                  <a:pt x="60761" y="318447"/>
                </a:lnTo>
                <a:lnTo>
                  <a:pt x="59111" y="317836"/>
                </a:lnTo>
                <a:close/>
                <a:moveTo>
                  <a:pt x="134621" y="49989"/>
                </a:moveTo>
                <a:lnTo>
                  <a:pt x="136726" y="50481"/>
                </a:lnTo>
                <a:lnTo>
                  <a:pt x="133569" y="50235"/>
                </a:lnTo>
                <a:close/>
                <a:moveTo>
                  <a:pt x="76449" y="102925"/>
                </a:moveTo>
                <a:lnTo>
                  <a:pt x="78501" y="103967"/>
                </a:lnTo>
                <a:lnTo>
                  <a:pt x="75423" y="103446"/>
                </a:lnTo>
                <a:close/>
                <a:moveTo>
                  <a:pt x="106673" y="287908"/>
                </a:moveTo>
                <a:lnTo>
                  <a:pt x="108517" y="289221"/>
                </a:lnTo>
                <a:lnTo>
                  <a:pt x="105750" y="288564"/>
                </a:lnTo>
                <a:close/>
                <a:moveTo>
                  <a:pt x="65982" y="137197"/>
                </a:moveTo>
                <a:lnTo>
                  <a:pt x="66550" y="137564"/>
                </a:lnTo>
                <a:lnTo>
                  <a:pt x="65698" y="137380"/>
                </a:lnTo>
                <a:close/>
                <a:moveTo>
                  <a:pt x="79100" y="160200"/>
                </a:moveTo>
                <a:lnTo>
                  <a:pt x="79692" y="160747"/>
                </a:lnTo>
                <a:lnTo>
                  <a:pt x="78804" y="160474"/>
                </a:lnTo>
                <a:close/>
                <a:moveTo>
                  <a:pt x="36112" y="255223"/>
                </a:moveTo>
                <a:lnTo>
                  <a:pt x="37354" y="255536"/>
                </a:lnTo>
                <a:lnTo>
                  <a:pt x="35491" y="255380"/>
                </a:lnTo>
                <a:close/>
                <a:moveTo>
                  <a:pt x="69367" y="18221"/>
                </a:moveTo>
                <a:lnTo>
                  <a:pt x="70676" y="18761"/>
                </a:lnTo>
                <a:lnTo>
                  <a:pt x="68712" y="18491"/>
                </a:lnTo>
                <a:close/>
                <a:moveTo>
                  <a:pt x="42462" y="238140"/>
                </a:moveTo>
                <a:lnTo>
                  <a:pt x="44597" y="239855"/>
                </a:lnTo>
                <a:lnTo>
                  <a:pt x="41394" y="238997"/>
                </a:lnTo>
                <a:close/>
                <a:moveTo>
                  <a:pt x="71628" y="219124"/>
                </a:moveTo>
                <a:lnTo>
                  <a:pt x="72563" y="219454"/>
                </a:lnTo>
                <a:lnTo>
                  <a:pt x="71160" y="219289"/>
                </a:lnTo>
                <a:close/>
                <a:moveTo>
                  <a:pt x="50300" y="238479"/>
                </a:moveTo>
                <a:lnTo>
                  <a:pt x="51823" y="239187"/>
                </a:lnTo>
                <a:lnTo>
                  <a:pt x="49538" y="238833"/>
                </a:lnTo>
                <a:close/>
                <a:moveTo>
                  <a:pt x="21596" y="15587"/>
                </a:moveTo>
                <a:lnTo>
                  <a:pt x="22808" y="16914"/>
                </a:lnTo>
                <a:lnTo>
                  <a:pt x="20991" y="16251"/>
                </a:lnTo>
                <a:close/>
                <a:moveTo>
                  <a:pt x="38249" y="253684"/>
                </a:moveTo>
                <a:lnTo>
                  <a:pt x="40125" y="255250"/>
                </a:lnTo>
                <a:lnTo>
                  <a:pt x="37311" y="254467"/>
                </a:lnTo>
                <a:close/>
                <a:moveTo>
                  <a:pt x="61496" y="50218"/>
                </a:moveTo>
                <a:lnTo>
                  <a:pt x="62131" y="50999"/>
                </a:lnTo>
                <a:lnTo>
                  <a:pt x="61178" y="50609"/>
                </a:lnTo>
                <a:close/>
                <a:moveTo>
                  <a:pt x="95278" y="167489"/>
                </a:moveTo>
                <a:lnTo>
                  <a:pt x="96616" y="168016"/>
                </a:lnTo>
                <a:lnTo>
                  <a:pt x="94610" y="167752"/>
                </a:lnTo>
                <a:close/>
                <a:moveTo>
                  <a:pt x="73845" y="385587"/>
                </a:moveTo>
                <a:lnTo>
                  <a:pt x="75048" y="387376"/>
                </a:lnTo>
                <a:lnTo>
                  <a:pt x="73243" y="386481"/>
                </a:lnTo>
                <a:close/>
                <a:moveTo>
                  <a:pt x="94342" y="60472"/>
                </a:moveTo>
                <a:lnTo>
                  <a:pt x="95551" y="61180"/>
                </a:lnTo>
                <a:lnTo>
                  <a:pt x="93737" y="60826"/>
                </a:lnTo>
                <a:close/>
                <a:moveTo>
                  <a:pt x="12280" y="15440"/>
                </a:moveTo>
                <a:lnTo>
                  <a:pt x="14408" y="16366"/>
                </a:lnTo>
                <a:lnTo>
                  <a:pt x="11215" y="15903"/>
                </a:lnTo>
                <a:close/>
                <a:moveTo>
                  <a:pt x="5679" y="128586"/>
                </a:moveTo>
                <a:lnTo>
                  <a:pt x="6467" y="129466"/>
                </a:lnTo>
                <a:lnTo>
                  <a:pt x="5285" y="129026"/>
                </a:lnTo>
                <a:close/>
                <a:moveTo>
                  <a:pt x="2738" y="330003"/>
                </a:moveTo>
                <a:lnTo>
                  <a:pt x="3675" y="331282"/>
                </a:lnTo>
                <a:lnTo>
                  <a:pt x="2269" y="330643"/>
                </a:lnTo>
                <a:close/>
                <a:moveTo>
                  <a:pt x="130787" y="98739"/>
                </a:moveTo>
                <a:lnTo>
                  <a:pt x="132453" y="100205"/>
                </a:lnTo>
                <a:lnTo>
                  <a:pt x="129954" y="99472"/>
                </a:lnTo>
                <a:close/>
                <a:moveTo>
                  <a:pt x="71286" y="363800"/>
                </a:moveTo>
                <a:lnTo>
                  <a:pt x="73041" y="365593"/>
                </a:lnTo>
                <a:lnTo>
                  <a:pt x="70408" y="364697"/>
                </a:lnTo>
                <a:close/>
                <a:moveTo>
                  <a:pt x="38776" y="189851"/>
                </a:moveTo>
                <a:lnTo>
                  <a:pt x="39724" y="191205"/>
                </a:lnTo>
                <a:lnTo>
                  <a:pt x="38302" y="190528"/>
                </a:lnTo>
                <a:close/>
                <a:moveTo>
                  <a:pt x="45194" y="75482"/>
                </a:moveTo>
                <a:lnTo>
                  <a:pt x="46448" y="77228"/>
                </a:lnTo>
                <a:lnTo>
                  <a:pt x="44567" y="76355"/>
                </a:lnTo>
                <a:close/>
                <a:moveTo>
                  <a:pt x="93111" y="335597"/>
                </a:moveTo>
                <a:lnTo>
                  <a:pt x="95305" y="336732"/>
                </a:lnTo>
                <a:lnTo>
                  <a:pt x="92013" y="336164"/>
                </a:lnTo>
                <a:close/>
                <a:moveTo>
                  <a:pt x="8166" y="61055"/>
                </a:moveTo>
                <a:lnTo>
                  <a:pt x="9731" y="62420"/>
                </a:lnTo>
                <a:lnTo>
                  <a:pt x="7384" y="61737"/>
                </a:lnTo>
                <a:close/>
                <a:moveTo>
                  <a:pt x="124048" y="387707"/>
                </a:moveTo>
                <a:lnTo>
                  <a:pt x="125922" y="388309"/>
                </a:lnTo>
                <a:lnTo>
                  <a:pt x="123111" y="388008"/>
                </a:lnTo>
                <a:close/>
                <a:moveTo>
                  <a:pt x="61517" y="284021"/>
                </a:moveTo>
                <a:lnTo>
                  <a:pt x="62958" y="284733"/>
                </a:lnTo>
                <a:lnTo>
                  <a:pt x="60797" y="284377"/>
                </a:lnTo>
                <a:close/>
                <a:moveTo>
                  <a:pt x="104019" y="261895"/>
                </a:moveTo>
                <a:lnTo>
                  <a:pt x="104662" y="262347"/>
                </a:lnTo>
                <a:lnTo>
                  <a:pt x="103698" y="262121"/>
                </a:lnTo>
                <a:close/>
                <a:moveTo>
                  <a:pt x="119062" y="100006"/>
                </a:moveTo>
                <a:lnTo>
                  <a:pt x="120685" y="101105"/>
                </a:lnTo>
                <a:lnTo>
                  <a:pt x="118251" y="100555"/>
                </a:lnTo>
                <a:close/>
                <a:moveTo>
                  <a:pt x="34760" y="31565"/>
                </a:moveTo>
                <a:lnTo>
                  <a:pt x="36753" y="32839"/>
                </a:lnTo>
                <a:lnTo>
                  <a:pt x="33764" y="32202"/>
                </a:lnTo>
                <a:close/>
                <a:moveTo>
                  <a:pt x="110137" y="230012"/>
                </a:moveTo>
                <a:lnTo>
                  <a:pt x="111503" y="230696"/>
                </a:lnTo>
                <a:lnTo>
                  <a:pt x="109454" y="230354"/>
                </a:lnTo>
                <a:close/>
                <a:moveTo>
                  <a:pt x="31152" y="296129"/>
                </a:moveTo>
                <a:lnTo>
                  <a:pt x="32575" y="296934"/>
                </a:lnTo>
                <a:lnTo>
                  <a:pt x="30441" y="296532"/>
                </a:lnTo>
                <a:close/>
                <a:moveTo>
                  <a:pt x="50377" y="72228"/>
                </a:moveTo>
                <a:lnTo>
                  <a:pt x="50982" y="73513"/>
                </a:lnTo>
                <a:lnTo>
                  <a:pt x="50074" y="72870"/>
                </a:lnTo>
                <a:close/>
                <a:moveTo>
                  <a:pt x="111406" y="238373"/>
                </a:moveTo>
                <a:lnTo>
                  <a:pt x="113342" y="239064"/>
                </a:lnTo>
                <a:lnTo>
                  <a:pt x="110439" y="238718"/>
                </a:lnTo>
                <a:close/>
                <a:moveTo>
                  <a:pt x="83551" y="217840"/>
                </a:moveTo>
                <a:lnTo>
                  <a:pt x="85674" y="218971"/>
                </a:lnTo>
                <a:lnTo>
                  <a:pt x="82489" y="218405"/>
                </a:lnTo>
                <a:close/>
                <a:moveTo>
                  <a:pt x="95292" y="160566"/>
                </a:moveTo>
                <a:lnTo>
                  <a:pt x="96886" y="161156"/>
                </a:lnTo>
                <a:lnTo>
                  <a:pt x="94496" y="160861"/>
                </a:lnTo>
                <a:close/>
                <a:moveTo>
                  <a:pt x="109291" y="176674"/>
                </a:moveTo>
                <a:lnTo>
                  <a:pt x="111253" y="177328"/>
                </a:lnTo>
                <a:lnTo>
                  <a:pt x="108310" y="177001"/>
                </a:lnTo>
                <a:close/>
                <a:moveTo>
                  <a:pt x="78395" y="296105"/>
                </a:moveTo>
                <a:lnTo>
                  <a:pt x="79190" y="297512"/>
                </a:lnTo>
                <a:lnTo>
                  <a:pt x="77998" y="296809"/>
                </a:lnTo>
                <a:close/>
                <a:moveTo>
                  <a:pt x="87284" y="230763"/>
                </a:moveTo>
                <a:lnTo>
                  <a:pt x="87854" y="231240"/>
                </a:lnTo>
                <a:lnTo>
                  <a:pt x="86999" y="231001"/>
                </a:lnTo>
                <a:close/>
                <a:moveTo>
                  <a:pt x="83055" y="118296"/>
                </a:moveTo>
                <a:lnTo>
                  <a:pt x="83759" y="119597"/>
                </a:lnTo>
                <a:lnTo>
                  <a:pt x="82703" y="118947"/>
                </a:lnTo>
                <a:close/>
                <a:moveTo>
                  <a:pt x="118684" y="107337"/>
                </a:moveTo>
                <a:lnTo>
                  <a:pt x="120358" y="108131"/>
                </a:lnTo>
                <a:lnTo>
                  <a:pt x="117848" y="107734"/>
                </a:lnTo>
                <a:close/>
                <a:moveTo>
                  <a:pt x="24562" y="137983"/>
                </a:moveTo>
                <a:lnTo>
                  <a:pt x="26478" y="139245"/>
                </a:lnTo>
                <a:lnTo>
                  <a:pt x="23605" y="138614"/>
                </a:lnTo>
                <a:close/>
                <a:moveTo>
                  <a:pt x="2504" y="85787"/>
                </a:moveTo>
                <a:lnTo>
                  <a:pt x="3848" y="86748"/>
                </a:lnTo>
                <a:lnTo>
                  <a:pt x="1833" y="86268"/>
                </a:lnTo>
                <a:close/>
                <a:moveTo>
                  <a:pt x="133791" y="139089"/>
                </a:moveTo>
                <a:lnTo>
                  <a:pt x="134568" y="139726"/>
                </a:lnTo>
                <a:lnTo>
                  <a:pt x="133402" y="139407"/>
                </a:lnTo>
                <a:close/>
                <a:moveTo>
                  <a:pt x="143820" y="71201"/>
                </a:moveTo>
                <a:lnTo>
                  <a:pt x="144598" y="72632"/>
                </a:lnTo>
                <a:lnTo>
                  <a:pt x="143431" y="71916"/>
                </a:lnTo>
                <a:close/>
                <a:moveTo>
                  <a:pt x="19810" y="372392"/>
                </a:moveTo>
                <a:lnTo>
                  <a:pt x="20897" y="373006"/>
                </a:lnTo>
                <a:lnTo>
                  <a:pt x="19267" y="372699"/>
                </a:lnTo>
                <a:close/>
                <a:moveTo>
                  <a:pt x="96109" y="228911"/>
                </a:moveTo>
                <a:lnTo>
                  <a:pt x="97025" y="229316"/>
                </a:lnTo>
                <a:lnTo>
                  <a:pt x="95652" y="229114"/>
                </a:lnTo>
                <a:close/>
                <a:moveTo>
                  <a:pt x="80737" y="293362"/>
                </a:moveTo>
                <a:lnTo>
                  <a:pt x="82160" y="294515"/>
                </a:lnTo>
                <a:lnTo>
                  <a:pt x="80025" y="293938"/>
                </a:lnTo>
                <a:close/>
                <a:moveTo>
                  <a:pt x="98371" y="31374"/>
                </a:moveTo>
                <a:lnTo>
                  <a:pt x="100220" y="32203"/>
                </a:lnTo>
                <a:lnTo>
                  <a:pt x="97447" y="31788"/>
                </a:lnTo>
                <a:close/>
                <a:moveTo>
                  <a:pt x="7080" y="144461"/>
                </a:moveTo>
                <a:lnTo>
                  <a:pt x="7748" y="145372"/>
                </a:lnTo>
                <a:lnTo>
                  <a:pt x="6747" y="144916"/>
                </a:lnTo>
                <a:close/>
                <a:moveTo>
                  <a:pt x="53203" y="343048"/>
                </a:moveTo>
                <a:lnTo>
                  <a:pt x="53964" y="344069"/>
                </a:lnTo>
                <a:lnTo>
                  <a:pt x="52823" y="343559"/>
                </a:lnTo>
                <a:close/>
                <a:moveTo>
                  <a:pt x="60491" y="316306"/>
                </a:moveTo>
                <a:lnTo>
                  <a:pt x="61018" y="316988"/>
                </a:lnTo>
                <a:lnTo>
                  <a:pt x="60228" y="316647"/>
                </a:lnTo>
                <a:close/>
                <a:moveTo>
                  <a:pt x="16431" y="73277"/>
                </a:moveTo>
                <a:lnTo>
                  <a:pt x="17215" y="73653"/>
                </a:lnTo>
                <a:lnTo>
                  <a:pt x="16039" y="73465"/>
                </a:lnTo>
                <a:close/>
                <a:moveTo>
                  <a:pt x="56463" y="104671"/>
                </a:moveTo>
                <a:lnTo>
                  <a:pt x="58046" y="105962"/>
                </a:lnTo>
                <a:lnTo>
                  <a:pt x="55671" y="105316"/>
                </a:lnTo>
                <a:close/>
                <a:moveTo>
                  <a:pt x="69127" y="214676"/>
                </a:moveTo>
                <a:lnTo>
                  <a:pt x="69775" y="215344"/>
                </a:lnTo>
                <a:lnTo>
                  <a:pt x="68804" y="215010"/>
                </a:lnTo>
                <a:close/>
                <a:moveTo>
                  <a:pt x="43578" y="231919"/>
                </a:moveTo>
                <a:lnTo>
                  <a:pt x="44075" y="232434"/>
                </a:lnTo>
                <a:lnTo>
                  <a:pt x="43330" y="232176"/>
                </a:lnTo>
                <a:close/>
                <a:moveTo>
                  <a:pt x="86704" y="222493"/>
                </a:moveTo>
                <a:lnTo>
                  <a:pt x="87261" y="223665"/>
                </a:lnTo>
                <a:lnTo>
                  <a:pt x="86425" y="223079"/>
                </a:lnTo>
                <a:close/>
                <a:moveTo>
                  <a:pt x="67623" y="53700"/>
                </a:moveTo>
                <a:lnTo>
                  <a:pt x="69337" y="55325"/>
                </a:lnTo>
                <a:lnTo>
                  <a:pt x="66767" y="54512"/>
                </a:lnTo>
                <a:close/>
                <a:moveTo>
                  <a:pt x="140624" y="238248"/>
                </a:moveTo>
                <a:lnTo>
                  <a:pt x="141772" y="239819"/>
                </a:lnTo>
                <a:lnTo>
                  <a:pt x="140050" y="239034"/>
                </a:lnTo>
                <a:close/>
                <a:moveTo>
                  <a:pt x="105848" y="117798"/>
                </a:moveTo>
                <a:lnTo>
                  <a:pt x="106775" y="119288"/>
                </a:lnTo>
                <a:lnTo>
                  <a:pt x="105385" y="118543"/>
                </a:lnTo>
                <a:close/>
                <a:moveTo>
                  <a:pt x="46966" y="80059"/>
                </a:moveTo>
                <a:lnTo>
                  <a:pt x="48147" y="80398"/>
                </a:lnTo>
                <a:lnTo>
                  <a:pt x="46376" y="80229"/>
                </a:lnTo>
                <a:close/>
                <a:moveTo>
                  <a:pt x="119730" y="183283"/>
                </a:moveTo>
                <a:lnTo>
                  <a:pt x="121790" y="184718"/>
                </a:lnTo>
                <a:lnTo>
                  <a:pt x="118701" y="184000"/>
                </a:lnTo>
                <a:close/>
                <a:moveTo>
                  <a:pt x="34652" y="4358"/>
                </a:moveTo>
                <a:lnTo>
                  <a:pt x="36755" y="5140"/>
                </a:lnTo>
                <a:lnTo>
                  <a:pt x="33600" y="4749"/>
                </a:lnTo>
                <a:close/>
                <a:moveTo>
                  <a:pt x="63547" y="333243"/>
                </a:moveTo>
                <a:lnTo>
                  <a:pt x="64221" y="334059"/>
                </a:lnTo>
                <a:lnTo>
                  <a:pt x="63210" y="333651"/>
                </a:lnTo>
                <a:close/>
                <a:moveTo>
                  <a:pt x="54308" y="93366"/>
                </a:moveTo>
                <a:lnTo>
                  <a:pt x="54993" y="93985"/>
                </a:lnTo>
                <a:lnTo>
                  <a:pt x="53965" y="93675"/>
                </a:lnTo>
                <a:close/>
                <a:moveTo>
                  <a:pt x="81166" y="342719"/>
                </a:moveTo>
                <a:lnTo>
                  <a:pt x="83290" y="344183"/>
                </a:lnTo>
                <a:lnTo>
                  <a:pt x="80103" y="343451"/>
                </a:lnTo>
                <a:close/>
                <a:moveTo>
                  <a:pt x="7627" y="303482"/>
                </a:moveTo>
                <a:lnTo>
                  <a:pt x="8008" y="304611"/>
                </a:lnTo>
                <a:lnTo>
                  <a:pt x="7436" y="304046"/>
                </a:lnTo>
                <a:close/>
                <a:moveTo>
                  <a:pt x="123971" y="314774"/>
                </a:moveTo>
                <a:lnTo>
                  <a:pt x="126070" y="316224"/>
                </a:lnTo>
                <a:lnTo>
                  <a:pt x="122922" y="315499"/>
                </a:lnTo>
                <a:close/>
                <a:moveTo>
                  <a:pt x="103620" y="200753"/>
                </a:moveTo>
                <a:lnTo>
                  <a:pt x="105172" y="202538"/>
                </a:lnTo>
                <a:lnTo>
                  <a:pt x="102844" y="201646"/>
                </a:lnTo>
                <a:close/>
                <a:moveTo>
                  <a:pt x="14640" y="306509"/>
                </a:moveTo>
                <a:lnTo>
                  <a:pt x="15355" y="307690"/>
                </a:lnTo>
                <a:lnTo>
                  <a:pt x="14282" y="307099"/>
                </a:lnTo>
                <a:close/>
                <a:moveTo>
                  <a:pt x="127119" y="211568"/>
                </a:moveTo>
                <a:lnTo>
                  <a:pt x="128524" y="212224"/>
                </a:lnTo>
                <a:lnTo>
                  <a:pt x="126417" y="211896"/>
                </a:lnTo>
                <a:close/>
                <a:moveTo>
                  <a:pt x="76217" y="53413"/>
                </a:moveTo>
                <a:lnTo>
                  <a:pt x="77025" y="54808"/>
                </a:lnTo>
                <a:lnTo>
                  <a:pt x="75814" y="54110"/>
                </a:lnTo>
                <a:close/>
                <a:moveTo>
                  <a:pt x="136963" y="9108"/>
                </a:moveTo>
                <a:lnTo>
                  <a:pt x="137861" y="10028"/>
                </a:lnTo>
                <a:lnTo>
                  <a:pt x="136514" y="9568"/>
                </a:lnTo>
                <a:close/>
                <a:moveTo>
                  <a:pt x="132673" y="12109"/>
                </a:moveTo>
                <a:lnTo>
                  <a:pt x="134478" y="13836"/>
                </a:lnTo>
                <a:lnTo>
                  <a:pt x="131770" y="12973"/>
                </a:lnTo>
                <a:close/>
                <a:moveTo>
                  <a:pt x="12384" y="116143"/>
                </a:moveTo>
                <a:lnTo>
                  <a:pt x="13169" y="117417"/>
                </a:lnTo>
                <a:lnTo>
                  <a:pt x="11992" y="116780"/>
                </a:lnTo>
                <a:close/>
                <a:moveTo>
                  <a:pt x="99589" y="36878"/>
                </a:moveTo>
                <a:lnTo>
                  <a:pt x="100129" y="37742"/>
                </a:lnTo>
                <a:lnTo>
                  <a:pt x="99319" y="37310"/>
                </a:lnTo>
                <a:close/>
                <a:moveTo>
                  <a:pt x="19273" y="103933"/>
                </a:moveTo>
                <a:lnTo>
                  <a:pt x="19838" y="104983"/>
                </a:lnTo>
                <a:lnTo>
                  <a:pt x="18990" y="104458"/>
                </a:lnTo>
                <a:close/>
                <a:moveTo>
                  <a:pt x="82430" y="4007"/>
                </a:moveTo>
                <a:lnTo>
                  <a:pt x="84441" y="4789"/>
                </a:lnTo>
                <a:lnTo>
                  <a:pt x="81425" y="4398"/>
                </a:lnTo>
                <a:close/>
                <a:moveTo>
                  <a:pt x="63918" y="161953"/>
                </a:moveTo>
                <a:lnTo>
                  <a:pt x="64467" y="163045"/>
                </a:lnTo>
                <a:lnTo>
                  <a:pt x="63644" y="162499"/>
                </a:lnTo>
                <a:close/>
                <a:moveTo>
                  <a:pt x="39801" y="215068"/>
                </a:moveTo>
                <a:lnTo>
                  <a:pt x="40814" y="216132"/>
                </a:lnTo>
                <a:lnTo>
                  <a:pt x="39295" y="215600"/>
                </a:lnTo>
                <a:close/>
                <a:moveTo>
                  <a:pt x="7764" y="272063"/>
                </a:moveTo>
                <a:lnTo>
                  <a:pt x="9957" y="273735"/>
                </a:lnTo>
                <a:lnTo>
                  <a:pt x="6667" y="272899"/>
                </a:lnTo>
                <a:close/>
                <a:moveTo>
                  <a:pt x="15910" y="95421"/>
                </a:moveTo>
                <a:lnTo>
                  <a:pt x="16790" y="96323"/>
                </a:lnTo>
                <a:lnTo>
                  <a:pt x="15470" y="95872"/>
                </a:lnTo>
                <a:close/>
                <a:moveTo>
                  <a:pt x="47942" y="119213"/>
                </a:moveTo>
                <a:lnTo>
                  <a:pt x="49286" y="120891"/>
                </a:lnTo>
                <a:lnTo>
                  <a:pt x="47270" y="120052"/>
                </a:lnTo>
                <a:close/>
                <a:moveTo>
                  <a:pt x="34643" y="21938"/>
                </a:moveTo>
                <a:lnTo>
                  <a:pt x="36799" y="22790"/>
                </a:lnTo>
                <a:lnTo>
                  <a:pt x="33566" y="22364"/>
                </a:lnTo>
                <a:close/>
                <a:moveTo>
                  <a:pt x="61204" y="40923"/>
                </a:moveTo>
                <a:lnTo>
                  <a:pt x="62362" y="41928"/>
                </a:lnTo>
                <a:lnTo>
                  <a:pt x="60624" y="41425"/>
                </a:lnTo>
                <a:close/>
                <a:moveTo>
                  <a:pt x="122427" y="386069"/>
                </a:moveTo>
                <a:lnTo>
                  <a:pt x="123449" y="387511"/>
                </a:lnTo>
                <a:lnTo>
                  <a:pt x="121916" y="386790"/>
                </a:lnTo>
                <a:close/>
                <a:moveTo>
                  <a:pt x="34730" y="202312"/>
                </a:moveTo>
                <a:lnTo>
                  <a:pt x="35653" y="203301"/>
                </a:lnTo>
                <a:lnTo>
                  <a:pt x="34269" y="202806"/>
                </a:lnTo>
                <a:close/>
                <a:moveTo>
                  <a:pt x="94873" y="223523"/>
                </a:moveTo>
                <a:lnTo>
                  <a:pt x="96029" y="225044"/>
                </a:lnTo>
                <a:lnTo>
                  <a:pt x="94296" y="224284"/>
                </a:lnTo>
                <a:close/>
                <a:moveTo>
                  <a:pt x="100620" y="43102"/>
                </a:moveTo>
                <a:lnTo>
                  <a:pt x="102119" y="43506"/>
                </a:lnTo>
                <a:lnTo>
                  <a:pt x="99871" y="43304"/>
                </a:lnTo>
                <a:close/>
                <a:moveTo>
                  <a:pt x="86675" y="281902"/>
                </a:moveTo>
                <a:lnTo>
                  <a:pt x="87261" y="283592"/>
                </a:lnTo>
                <a:lnTo>
                  <a:pt x="86382" y="282747"/>
                </a:lnTo>
                <a:close/>
                <a:moveTo>
                  <a:pt x="12990" y="282169"/>
                </a:moveTo>
                <a:lnTo>
                  <a:pt x="15051" y="283861"/>
                </a:lnTo>
                <a:lnTo>
                  <a:pt x="11960" y="283015"/>
                </a:lnTo>
                <a:close/>
                <a:moveTo>
                  <a:pt x="50549" y="363534"/>
                </a:moveTo>
                <a:lnTo>
                  <a:pt x="51800" y="364151"/>
                </a:lnTo>
                <a:lnTo>
                  <a:pt x="49924" y="363843"/>
                </a:lnTo>
                <a:close/>
                <a:moveTo>
                  <a:pt x="52957" y="264647"/>
                </a:moveTo>
                <a:lnTo>
                  <a:pt x="53669" y="265443"/>
                </a:lnTo>
                <a:lnTo>
                  <a:pt x="52601" y="265045"/>
                </a:lnTo>
                <a:close/>
                <a:moveTo>
                  <a:pt x="7813" y="189616"/>
                </a:moveTo>
                <a:lnTo>
                  <a:pt x="9475" y="190351"/>
                </a:lnTo>
                <a:lnTo>
                  <a:pt x="6982" y="189984"/>
                </a:lnTo>
                <a:close/>
                <a:moveTo>
                  <a:pt x="50253" y="163915"/>
                </a:moveTo>
                <a:lnTo>
                  <a:pt x="51220" y="165227"/>
                </a:lnTo>
                <a:lnTo>
                  <a:pt x="49770" y="164571"/>
                </a:lnTo>
                <a:close/>
                <a:moveTo>
                  <a:pt x="82059" y="51534"/>
                </a:moveTo>
                <a:lnTo>
                  <a:pt x="83215" y="52475"/>
                </a:lnTo>
                <a:lnTo>
                  <a:pt x="81481" y="52004"/>
                </a:lnTo>
                <a:close/>
                <a:moveTo>
                  <a:pt x="116895" y="324740"/>
                </a:moveTo>
                <a:lnTo>
                  <a:pt x="118011" y="325997"/>
                </a:lnTo>
                <a:lnTo>
                  <a:pt x="116337" y="325369"/>
                </a:lnTo>
                <a:close/>
                <a:moveTo>
                  <a:pt x="126605" y="272948"/>
                </a:moveTo>
                <a:lnTo>
                  <a:pt x="128804" y="274742"/>
                </a:lnTo>
                <a:lnTo>
                  <a:pt x="125505" y="273845"/>
                </a:lnTo>
                <a:close/>
                <a:moveTo>
                  <a:pt x="19263" y="123047"/>
                </a:moveTo>
                <a:lnTo>
                  <a:pt x="21257" y="124402"/>
                </a:lnTo>
                <a:lnTo>
                  <a:pt x="18266" y="123725"/>
                </a:lnTo>
                <a:close/>
                <a:moveTo>
                  <a:pt x="21793" y="54293"/>
                </a:moveTo>
                <a:lnTo>
                  <a:pt x="23833" y="54678"/>
                </a:lnTo>
                <a:lnTo>
                  <a:pt x="20773" y="54485"/>
                </a:lnTo>
                <a:close/>
                <a:moveTo>
                  <a:pt x="31036" y="252103"/>
                </a:moveTo>
                <a:lnTo>
                  <a:pt x="31809" y="253370"/>
                </a:lnTo>
                <a:lnTo>
                  <a:pt x="30650" y="252737"/>
                </a:lnTo>
                <a:close/>
                <a:moveTo>
                  <a:pt x="93173" y="134868"/>
                </a:moveTo>
                <a:lnTo>
                  <a:pt x="93836" y="136614"/>
                </a:lnTo>
                <a:lnTo>
                  <a:pt x="92842" y="135741"/>
                </a:lnTo>
                <a:close/>
                <a:moveTo>
                  <a:pt x="105066" y="207909"/>
                </a:moveTo>
                <a:lnTo>
                  <a:pt x="107110" y="209660"/>
                </a:lnTo>
                <a:lnTo>
                  <a:pt x="104044" y="208784"/>
                </a:lnTo>
                <a:close/>
                <a:moveTo>
                  <a:pt x="90906" y="218206"/>
                </a:moveTo>
                <a:lnTo>
                  <a:pt x="91968" y="219409"/>
                </a:lnTo>
                <a:lnTo>
                  <a:pt x="90376" y="218808"/>
                </a:lnTo>
                <a:close/>
                <a:moveTo>
                  <a:pt x="104399" y="282065"/>
                </a:moveTo>
                <a:lnTo>
                  <a:pt x="105437" y="282684"/>
                </a:lnTo>
                <a:lnTo>
                  <a:pt x="103880" y="282375"/>
                </a:lnTo>
                <a:close/>
                <a:moveTo>
                  <a:pt x="22828" y="2976"/>
                </a:moveTo>
                <a:lnTo>
                  <a:pt x="24849" y="4292"/>
                </a:lnTo>
                <a:lnTo>
                  <a:pt x="21818" y="3634"/>
                </a:lnTo>
                <a:close/>
                <a:moveTo>
                  <a:pt x="71192" y="287243"/>
                </a:moveTo>
                <a:lnTo>
                  <a:pt x="71930" y="289033"/>
                </a:lnTo>
                <a:lnTo>
                  <a:pt x="70823" y="288138"/>
                </a:lnTo>
                <a:close/>
                <a:moveTo>
                  <a:pt x="115523" y="92421"/>
                </a:moveTo>
                <a:lnTo>
                  <a:pt x="117042" y="94208"/>
                </a:lnTo>
                <a:lnTo>
                  <a:pt x="114763" y="93315"/>
                </a:lnTo>
                <a:close/>
                <a:moveTo>
                  <a:pt x="143099" y="264460"/>
                </a:moveTo>
                <a:lnTo>
                  <a:pt x="143993" y="265531"/>
                </a:lnTo>
                <a:lnTo>
                  <a:pt x="142653" y="264996"/>
                </a:lnTo>
                <a:close/>
                <a:moveTo>
                  <a:pt x="80212" y="226556"/>
                </a:moveTo>
                <a:lnTo>
                  <a:pt x="81879" y="227298"/>
                </a:lnTo>
                <a:lnTo>
                  <a:pt x="79378" y="226927"/>
                </a:lnTo>
                <a:close/>
                <a:moveTo>
                  <a:pt x="16983" y="113035"/>
                </a:moveTo>
                <a:lnTo>
                  <a:pt x="18287" y="114252"/>
                </a:lnTo>
                <a:lnTo>
                  <a:pt x="16330" y="113644"/>
                </a:lnTo>
                <a:close/>
                <a:moveTo>
                  <a:pt x="60031" y="10401"/>
                </a:moveTo>
                <a:lnTo>
                  <a:pt x="61707" y="11167"/>
                </a:lnTo>
                <a:lnTo>
                  <a:pt x="59194" y="10784"/>
                </a:lnTo>
                <a:close/>
                <a:moveTo>
                  <a:pt x="27288" y="168828"/>
                </a:moveTo>
                <a:lnTo>
                  <a:pt x="29076" y="169209"/>
                </a:lnTo>
                <a:lnTo>
                  <a:pt x="26394" y="169018"/>
                </a:lnTo>
                <a:close/>
                <a:moveTo>
                  <a:pt x="89311" y="264199"/>
                </a:moveTo>
                <a:lnTo>
                  <a:pt x="90354" y="265137"/>
                </a:lnTo>
                <a:lnTo>
                  <a:pt x="88789" y="264668"/>
                </a:lnTo>
                <a:close/>
                <a:moveTo>
                  <a:pt x="119232" y="292999"/>
                </a:moveTo>
                <a:lnTo>
                  <a:pt x="120146" y="294426"/>
                </a:lnTo>
                <a:lnTo>
                  <a:pt x="118775" y="293713"/>
                </a:lnTo>
                <a:close/>
                <a:moveTo>
                  <a:pt x="142825" y="6107"/>
                </a:moveTo>
                <a:lnTo>
                  <a:pt x="143190" y="7500"/>
                </a:lnTo>
                <a:lnTo>
                  <a:pt x="142642" y="6804"/>
                </a:lnTo>
                <a:close/>
                <a:moveTo>
                  <a:pt x="54532" y="319310"/>
                </a:moveTo>
                <a:lnTo>
                  <a:pt x="56275" y="320558"/>
                </a:lnTo>
                <a:lnTo>
                  <a:pt x="53661" y="319934"/>
                </a:lnTo>
                <a:close/>
                <a:moveTo>
                  <a:pt x="1656" y="342883"/>
                </a:moveTo>
                <a:lnTo>
                  <a:pt x="3127" y="343742"/>
                </a:lnTo>
                <a:lnTo>
                  <a:pt x="921" y="343312"/>
                </a:lnTo>
                <a:close/>
                <a:moveTo>
                  <a:pt x="129860" y="252454"/>
                </a:moveTo>
                <a:lnTo>
                  <a:pt x="131567" y="253658"/>
                </a:lnTo>
                <a:lnTo>
                  <a:pt x="129006" y="253056"/>
                </a:lnTo>
                <a:close/>
                <a:moveTo>
                  <a:pt x="16496" y="207339"/>
                </a:moveTo>
                <a:lnTo>
                  <a:pt x="18532" y="208696"/>
                </a:lnTo>
                <a:lnTo>
                  <a:pt x="15478" y="208018"/>
                </a:lnTo>
                <a:close/>
                <a:moveTo>
                  <a:pt x="9853" y="50794"/>
                </a:moveTo>
                <a:lnTo>
                  <a:pt x="10625" y="51111"/>
                </a:lnTo>
                <a:lnTo>
                  <a:pt x="9467" y="50952"/>
                </a:lnTo>
                <a:close/>
                <a:moveTo>
                  <a:pt x="70489" y="10773"/>
                </a:moveTo>
                <a:lnTo>
                  <a:pt x="71876" y="11786"/>
                </a:lnTo>
                <a:lnTo>
                  <a:pt x="69796" y="11279"/>
                </a:lnTo>
                <a:close/>
                <a:moveTo>
                  <a:pt x="8607" y="104381"/>
                </a:moveTo>
                <a:lnTo>
                  <a:pt x="10453" y="105407"/>
                </a:lnTo>
                <a:lnTo>
                  <a:pt x="7684" y="104894"/>
                </a:lnTo>
                <a:close/>
                <a:moveTo>
                  <a:pt x="58713" y="166008"/>
                </a:moveTo>
                <a:lnTo>
                  <a:pt x="60025" y="166881"/>
                </a:lnTo>
                <a:lnTo>
                  <a:pt x="58057" y="166445"/>
                </a:lnTo>
                <a:close/>
                <a:moveTo>
                  <a:pt x="10739" y="282240"/>
                </a:moveTo>
                <a:lnTo>
                  <a:pt x="12480" y="283300"/>
                </a:lnTo>
                <a:lnTo>
                  <a:pt x="9869" y="282770"/>
                </a:lnTo>
                <a:close/>
                <a:moveTo>
                  <a:pt x="79102" y="243279"/>
                </a:moveTo>
                <a:lnTo>
                  <a:pt x="80026" y="244020"/>
                </a:lnTo>
                <a:lnTo>
                  <a:pt x="78640" y="243650"/>
                </a:lnTo>
                <a:close/>
                <a:moveTo>
                  <a:pt x="120586" y="245421"/>
                </a:moveTo>
                <a:lnTo>
                  <a:pt x="121776" y="246245"/>
                </a:lnTo>
                <a:lnTo>
                  <a:pt x="119990" y="245833"/>
                </a:lnTo>
                <a:close/>
                <a:moveTo>
                  <a:pt x="14631" y="240684"/>
                </a:moveTo>
                <a:lnTo>
                  <a:pt x="16135" y="241869"/>
                </a:lnTo>
                <a:lnTo>
                  <a:pt x="13880" y="241276"/>
                </a:lnTo>
                <a:close/>
                <a:moveTo>
                  <a:pt x="45654" y="195001"/>
                </a:moveTo>
                <a:lnTo>
                  <a:pt x="47394" y="196433"/>
                </a:lnTo>
                <a:lnTo>
                  <a:pt x="44784" y="195717"/>
                </a:lnTo>
                <a:close/>
                <a:moveTo>
                  <a:pt x="14243" y="97121"/>
                </a:moveTo>
                <a:lnTo>
                  <a:pt x="15722" y="98613"/>
                </a:lnTo>
                <a:lnTo>
                  <a:pt x="13503" y="97867"/>
                </a:lnTo>
                <a:close/>
                <a:moveTo>
                  <a:pt x="125093" y="155112"/>
                </a:moveTo>
                <a:lnTo>
                  <a:pt x="126303" y="155521"/>
                </a:lnTo>
                <a:lnTo>
                  <a:pt x="124488" y="155317"/>
                </a:lnTo>
                <a:close/>
                <a:moveTo>
                  <a:pt x="5629" y="44098"/>
                </a:moveTo>
                <a:lnTo>
                  <a:pt x="6896" y="45814"/>
                </a:lnTo>
                <a:lnTo>
                  <a:pt x="4996" y="44956"/>
                </a:lnTo>
                <a:close/>
                <a:moveTo>
                  <a:pt x="8332" y="127294"/>
                </a:moveTo>
                <a:lnTo>
                  <a:pt x="10257" y="128484"/>
                </a:lnTo>
                <a:lnTo>
                  <a:pt x="7369" y="127889"/>
                </a:lnTo>
                <a:close/>
                <a:moveTo>
                  <a:pt x="124606" y="243600"/>
                </a:moveTo>
                <a:lnTo>
                  <a:pt x="125433" y="244041"/>
                </a:lnTo>
                <a:lnTo>
                  <a:pt x="124193" y="243821"/>
                </a:lnTo>
                <a:close/>
                <a:moveTo>
                  <a:pt x="21085" y="94250"/>
                </a:moveTo>
                <a:lnTo>
                  <a:pt x="22778" y="95009"/>
                </a:lnTo>
                <a:lnTo>
                  <a:pt x="20239" y="94629"/>
                </a:lnTo>
                <a:close/>
                <a:moveTo>
                  <a:pt x="143728" y="166118"/>
                </a:moveTo>
                <a:lnTo>
                  <a:pt x="144319" y="166981"/>
                </a:lnTo>
                <a:lnTo>
                  <a:pt x="143432" y="166550"/>
                </a:lnTo>
                <a:close/>
                <a:moveTo>
                  <a:pt x="144253" y="162849"/>
                </a:moveTo>
                <a:lnTo>
                  <a:pt x="146307" y="164087"/>
                </a:lnTo>
                <a:lnTo>
                  <a:pt x="143226" y="163468"/>
                </a:lnTo>
                <a:close/>
                <a:moveTo>
                  <a:pt x="38979" y="87788"/>
                </a:moveTo>
                <a:lnTo>
                  <a:pt x="39334" y="89428"/>
                </a:lnTo>
                <a:lnTo>
                  <a:pt x="38801" y="88608"/>
                </a:lnTo>
                <a:close/>
                <a:moveTo>
                  <a:pt x="25110" y="113367"/>
                </a:moveTo>
                <a:lnTo>
                  <a:pt x="26571" y="114061"/>
                </a:lnTo>
                <a:lnTo>
                  <a:pt x="24380" y="113714"/>
                </a:lnTo>
                <a:close/>
                <a:moveTo>
                  <a:pt x="111993" y="66983"/>
                </a:moveTo>
                <a:lnTo>
                  <a:pt x="113124" y="68529"/>
                </a:lnTo>
                <a:lnTo>
                  <a:pt x="111428" y="67756"/>
                </a:lnTo>
                <a:close/>
                <a:moveTo>
                  <a:pt x="70897" y="26352"/>
                </a:moveTo>
                <a:lnTo>
                  <a:pt x="72132" y="27301"/>
                </a:lnTo>
                <a:lnTo>
                  <a:pt x="70279" y="26826"/>
                </a:lnTo>
                <a:close/>
                <a:moveTo>
                  <a:pt x="111852" y="266804"/>
                </a:moveTo>
                <a:lnTo>
                  <a:pt x="113356" y="268254"/>
                </a:lnTo>
                <a:lnTo>
                  <a:pt x="111099" y="267529"/>
                </a:lnTo>
                <a:close/>
                <a:moveTo>
                  <a:pt x="35391" y="911"/>
                </a:moveTo>
                <a:lnTo>
                  <a:pt x="35790" y="2621"/>
                </a:lnTo>
                <a:lnTo>
                  <a:pt x="35192" y="1766"/>
                </a:lnTo>
                <a:close/>
                <a:moveTo>
                  <a:pt x="4047" y="115669"/>
                </a:moveTo>
                <a:lnTo>
                  <a:pt x="5652" y="116389"/>
                </a:lnTo>
                <a:lnTo>
                  <a:pt x="3245" y="116029"/>
                </a:lnTo>
                <a:close/>
                <a:moveTo>
                  <a:pt x="12715" y="292580"/>
                </a:moveTo>
                <a:lnTo>
                  <a:pt x="14883" y="294345"/>
                </a:lnTo>
                <a:lnTo>
                  <a:pt x="11631" y="293463"/>
                </a:lnTo>
                <a:close/>
                <a:moveTo>
                  <a:pt x="63176" y="13310"/>
                </a:moveTo>
                <a:lnTo>
                  <a:pt x="64162" y="13815"/>
                </a:lnTo>
                <a:lnTo>
                  <a:pt x="62683" y="13562"/>
                </a:lnTo>
                <a:close/>
                <a:moveTo>
                  <a:pt x="57337" y="40850"/>
                </a:moveTo>
                <a:lnTo>
                  <a:pt x="58134" y="42575"/>
                </a:lnTo>
                <a:lnTo>
                  <a:pt x="56939" y="41712"/>
                </a:lnTo>
                <a:close/>
                <a:moveTo>
                  <a:pt x="10149" y="63624"/>
                </a:moveTo>
                <a:lnTo>
                  <a:pt x="12287" y="64168"/>
                </a:lnTo>
                <a:lnTo>
                  <a:pt x="9079" y="63896"/>
                </a:lnTo>
                <a:close/>
                <a:moveTo>
                  <a:pt x="3652" y="165952"/>
                </a:moveTo>
                <a:lnTo>
                  <a:pt x="4336" y="166612"/>
                </a:lnTo>
                <a:lnTo>
                  <a:pt x="3310" y="166282"/>
                </a:lnTo>
                <a:close/>
                <a:moveTo>
                  <a:pt x="31565" y="142533"/>
                </a:moveTo>
                <a:lnTo>
                  <a:pt x="32214" y="142872"/>
                </a:lnTo>
                <a:lnTo>
                  <a:pt x="31240" y="142703"/>
                </a:lnTo>
                <a:close/>
                <a:moveTo>
                  <a:pt x="108079" y="186165"/>
                </a:moveTo>
                <a:lnTo>
                  <a:pt x="109578" y="187593"/>
                </a:lnTo>
                <a:lnTo>
                  <a:pt x="107330" y="186879"/>
                </a:lnTo>
                <a:close/>
                <a:moveTo>
                  <a:pt x="63802" y="169751"/>
                </a:moveTo>
                <a:lnTo>
                  <a:pt x="64740" y="170083"/>
                </a:lnTo>
                <a:lnTo>
                  <a:pt x="63334" y="169917"/>
                </a:lnTo>
                <a:close/>
                <a:moveTo>
                  <a:pt x="81220" y="76654"/>
                </a:moveTo>
                <a:lnTo>
                  <a:pt x="82793" y="77777"/>
                </a:lnTo>
                <a:lnTo>
                  <a:pt x="80434" y="77215"/>
                </a:lnTo>
                <a:close/>
                <a:moveTo>
                  <a:pt x="21146" y="74780"/>
                </a:moveTo>
                <a:lnTo>
                  <a:pt x="22604" y="76250"/>
                </a:lnTo>
                <a:lnTo>
                  <a:pt x="20417" y="75515"/>
                </a:lnTo>
                <a:close/>
                <a:moveTo>
                  <a:pt x="89567" y="224916"/>
                </a:moveTo>
                <a:lnTo>
                  <a:pt x="91660" y="225923"/>
                </a:lnTo>
                <a:lnTo>
                  <a:pt x="88521" y="225420"/>
                </a:lnTo>
                <a:close/>
                <a:moveTo>
                  <a:pt x="3078" y="169616"/>
                </a:moveTo>
                <a:lnTo>
                  <a:pt x="4295" y="170907"/>
                </a:lnTo>
                <a:lnTo>
                  <a:pt x="2470" y="170262"/>
                </a:lnTo>
                <a:close/>
                <a:moveTo>
                  <a:pt x="63195" y="148413"/>
                </a:moveTo>
                <a:lnTo>
                  <a:pt x="63790" y="149503"/>
                </a:lnTo>
                <a:lnTo>
                  <a:pt x="62898" y="148958"/>
                </a:lnTo>
                <a:close/>
                <a:moveTo>
                  <a:pt x="28131" y="217369"/>
                </a:moveTo>
                <a:lnTo>
                  <a:pt x="28604" y="218677"/>
                </a:lnTo>
                <a:lnTo>
                  <a:pt x="27895" y="218023"/>
                </a:lnTo>
                <a:close/>
                <a:moveTo>
                  <a:pt x="29211" y="53303"/>
                </a:moveTo>
                <a:lnTo>
                  <a:pt x="30066" y="54268"/>
                </a:lnTo>
                <a:lnTo>
                  <a:pt x="28784" y="53785"/>
                </a:lnTo>
                <a:close/>
                <a:moveTo>
                  <a:pt x="30190" y="73142"/>
                </a:moveTo>
                <a:lnTo>
                  <a:pt x="31783" y="73778"/>
                </a:lnTo>
                <a:lnTo>
                  <a:pt x="29393" y="73460"/>
                </a:lnTo>
                <a:close/>
                <a:moveTo>
                  <a:pt x="76877" y="10385"/>
                </a:moveTo>
                <a:lnTo>
                  <a:pt x="79048" y="11004"/>
                </a:lnTo>
                <a:lnTo>
                  <a:pt x="75792" y="10694"/>
                </a:lnTo>
                <a:close/>
                <a:moveTo>
                  <a:pt x="42398" y="124022"/>
                </a:moveTo>
                <a:lnTo>
                  <a:pt x="43380" y="125468"/>
                </a:lnTo>
                <a:lnTo>
                  <a:pt x="41906" y="124745"/>
                </a:lnTo>
                <a:close/>
                <a:moveTo>
                  <a:pt x="60887" y="237120"/>
                </a:moveTo>
                <a:lnTo>
                  <a:pt x="62111" y="238497"/>
                </a:lnTo>
                <a:lnTo>
                  <a:pt x="60274" y="237809"/>
                </a:lnTo>
                <a:close/>
                <a:moveTo>
                  <a:pt x="24924" y="97437"/>
                </a:moveTo>
                <a:lnTo>
                  <a:pt x="26928" y="98861"/>
                </a:lnTo>
                <a:lnTo>
                  <a:pt x="23921" y="98149"/>
                </a:lnTo>
                <a:close/>
                <a:moveTo>
                  <a:pt x="121304" y="193542"/>
                </a:moveTo>
                <a:lnTo>
                  <a:pt x="122842" y="194531"/>
                </a:lnTo>
                <a:lnTo>
                  <a:pt x="120535" y="194036"/>
                </a:lnTo>
                <a:close/>
                <a:moveTo>
                  <a:pt x="54844" y="141014"/>
                </a:moveTo>
                <a:lnTo>
                  <a:pt x="55573" y="142530"/>
                </a:lnTo>
                <a:lnTo>
                  <a:pt x="54479" y="141772"/>
                </a:lnTo>
                <a:close/>
                <a:moveTo>
                  <a:pt x="48351" y="376292"/>
                </a:moveTo>
                <a:lnTo>
                  <a:pt x="50091" y="376998"/>
                </a:lnTo>
                <a:lnTo>
                  <a:pt x="47480" y="376645"/>
                </a:lnTo>
                <a:close/>
                <a:moveTo>
                  <a:pt x="33602" y="381864"/>
                </a:moveTo>
                <a:lnTo>
                  <a:pt x="35754" y="382688"/>
                </a:lnTo>
                <a:lnTo>
                  <a:pt x="32525" y="382276"/>
                </a:lnTo>
                <a:close/>
                <a:moveTo>
                  <a:pt x="97034" y="363315"/>
                </a:moveTo>
                <a:lnTo>
                  <a:pt x="98473" y="364273"/>
                </a:lnTo>
                <a:lnTo>
                  <a:pt x="96314" y="363794"/>
                </a:lnTo>
                <a:close/>
                <a:moveTo>
                  <a:pt x="13946" y="361999"/>
                </a:moveTo>
                <a:lnTo>
                  <a:pt x="15893" y="363182"/>
                </a:lnTo>
                <a:lnTo>
                  <a:pt x="12972" y="362590"/>
                </a:lnTo>
                <a:close/>
                <a:moveTo>
                  <a:pt x="27532" y="146287"/>
                </a:moveTo>
                <a:lnTo>
                  <a:pt x="27932" y="146642"/>
                </a:lnTo>
                <a:lnTo>
                  <a:pt x="27332" y="146465"/>
                </a:lnTo>
                <a:close/>
                <a:moveTo>
                  <a:pt x="79897" y="8659"/>
                </a:moveTo>
                <a:lnTo>
                  <a:pt x="81324" y="9258"/>
                </a:lnTo>
                <a:lnTo>
                  <a:pt x="79184" y="8959"/>
                </a:lnTo>
                <a:close/>
                <a:moveTo>
                  <a:pt x="75144" y="114845"/>
                </a:moveTo>
                <a:lnTo>
                  <a:pt x="75518" y="115373"/>
                </a:lnTo>
                <a:lnTo>
                  <a:pt x="74957" y="115109"/>
                </a:lnTo>
                <a:close/>
                <a:moveTo>
                  <a:pt x="89185" y="187648"/>
                </a:moveTo>
                <a:lnTo>
                  <a:pt x="90524" y="188781"/>
                </a:lnTo>
                <a:lnTo>
                  <a:pt x="88516" y="188215"/>
                </a:lnTo>
                <a:close/>
                <a:moveTo>
                  <a:pt x="135457" y="158118"/>
                </a:moveTo>
                <a:lnTo>
                  <a:pt x="136816" y="158519"/>
                </a:lnTo>
                <a:lnTo>
                  <a:pt x="134777" y="158318"/>
                </a:lnTo>
                <a:close/>
                <a:moveTo>
                  <a:pt x="53659" y="285306"/>
                </a:moveTo>
                <a:lnTo>
                  <a:pt x="55571" y="286950"/>
                </a:lnTo>
                <a:lnTo>
                  <a:pt x="52702" y="286128"/>
                </a:lnTo>
                <a:close/>
                <a:moveTo>
                  <a:pt x="79755" y="225899"/>
                </a:moveTo>
                <a:lnTo>
                  <a:pt x="81287" y="227099"/>
                </a:lnTo>
                <a:lnTo>
                  <a:pt x="78990" y="226499"/>
                </a:lnTo>
                <a:close/>
                <a:moveTo>
                  <a:pt x="11557" y="242322"/>
                </a:moveTo>
                <a:lnTo>
                  <a:pt x="13648" y="243633"/>
                </a:lnTo>
                <a:lnTo>
                  <a:pt x="10512" y="242978"/>
                </a:lnTo>
                <a:close/>
                <a:moveTo>
                  <a:pt x="5112" y="245919"/>
                </a:moveTo>
                <a:lnTo>
                  <a:pt x="6156" y="246366"/>
                </a:lnTo>
                <a:lnTo>
                  <a:pt x="4591" y="246142"/>
                </a:lnTo>
                <a:close/>
                <a:moveTo>
                  <a:pt x="102183" y="386353"/>
                </a:moveTo>
                <a:lnTo>
                  <a:pt x="102679" y="387581"/>
                </a:lnTo>
                <a:lnTo>
                  <a:pt x="101935" y="386967"/>
                </a:lnTo>
                <a:close/>
                <a:moveTo>
                  <a:pt x="42777" y="111673"/>
                </a:moveTo>
                <a:lnTo>
                  <a:pt x="43435" y="112196"/>
                </a:lnTo>
                <a:lnTo>
                  <a:pt x="42448" y="111934"/>
                </a:lnTo>
                <a:close/>
                <a:moveTo>
                  <a:pt x="26155" y="40106"/>
                </a:moveTo>
                <a:lnTo>
                  <a:pt x="28291" y="41362"/>
                </a:lnTo>
                <a:lnTo>
                  <a:pt x="25087" y="40734"/>
                </a:lnTo>
                <a:close/>
                <a:moveTo>
                  <a:pt x="27515" y="94531"/>
                </a:moveTo>
                <a:lnTo>
                  <a:pt x="29154" y="95453"/>
                </a:lnTo>
                <a:lnTo>
                  <a:pt x="26696" y="94992"/>
                </a:lnTo>
                <a:close/>
                <a:moveTo>
                  <a:pt x="4883" y="307181"/>
                </a:moveTo>
                <a:lnTo>
                  <a:pt x="5904" y="308461"/>
                </a:lnTo>
                <a:lnTo>
                  <a:pt x="4373" y="307821"/>
                </a:lnTo>
                <a:close/>
                <a:moveTo>
                  <a:pt x="112052" y="308291"/>
                </a:moveTo>
                <a:lnTo>
                  <a:pt x="113992" y="308734"/>
                </a:lnTo>
                <a:lnTo>
                  <a:pt x="111081" y="308513"/>
                </a:lnTo>
                <a:close/>
                <a:moveTo>
                  <a:pt x="66239" y="239460"/>
                </a:moveTo>
                <a:lnTo>
                  <a:pt x="66920" y="240584"/>
                </a:lnTo>
                <a:lnTo>
                  <a:pt x="65898" y="240022"/>
                </a:lnTo>
                <a:close/>
                <a:moveTo>
                  <a:pt x="35733" y="223855"/>
                </a:moveTo>
                <a:lnTo>
                  <a:pt x="36207" y="224367"/>
                </a:lnTo>
                <a:lnTo>
                  <a:pt x="35496" y="224111"/>
                </a:lnTo>
                <a:close/>
                <a:moveTo>
                  <a:pt x="47625" y="290833"/>
                </a:moveTo>
                <a:lnTo>
                  <a:pt x="48769" y="291316"/>
                </a:lnTo>
                <a:lnTo>
                  <a:pt x="47052" y="291075"/>
                </a:lnTo>
                <a:close/>
                <a:moveTo>
                  <a:pt x="133694" y="71594"/>
                </a:moveTo>
                <a:lnTo>
                  <a:pt x="134420" y="72931"/>
                </a:lnTo>
                <a:lnTo>
                  <a:pt x="133330" y="72262"/>
                </a:lnTo>
                <a:close/>
                <a:moveTo>
                  <a:pt x="132177" y="90439"/>
                </a:moveTo>
                <a:lnTo>
                  <a:pt x="133569" y="91357"/>
                </a:lnTo>
                <a:lnTo>
                  <a:pt x="131480" y="90898"/>
                </a:lnTo>
                <a:close/>
                <a:moveTo>
                  <a:pt x="82471" y="372887"/>
                </a:moveTo>
                <a:lnTo>
                  <a:pt x="83852" y="373423"/>
                </a:lnTo>
                <a:lnTo>
                  <a:pt x="81781" y="373155"/>
                </a:lnTo>
                <a:close/>
                <a:moveTo>
                  <a:pt x="135737" y="257680"/>
                </a:moveTo>
                <a:lnTo>
                  <a:pt x="136896" y="258470"/>
                </a:lnTo>
                <a:lnTo>
                  <a:pt x="135158" y="258075"/>
                </a:lnTo>
                <a:close/>
                <a:moveTo>
                  <a:pt x="60265" y="42600"/>
                </a:moveTo>
                <a:lnTo>
                  <a:pt x="62293" y="43895"/>
                </a:lnTo>
                <a:lnTo>
                  <a:pt x="59251" y="43247"/>
                </a:lnTo>
                <a:close/>
                <a:moveTo>
                  <a:pt x="95800" y="21020"/>
                </a:moveTo>
                <a:lnTo>
                  <a:pt x="97140" y="21746"/>
                </a:lnTo>
                <a:lnTo>
                  <a:pt x="95130" y="21383"/>
                </a:lnTo>
                <a:close/>
                <a:moveTo>
                  <a:pt x="135518" y="168039"/>
                </a:moveTo>
                <a:lnTo>
                  <a:pt x="137443" y="168475"/>
                </a:lnTo>
                <a:lnTo>
                  <a:pt x="134556" y="168257"/>
                </a:lnTo>
                <a:close/>
                <a:moveTo>
                  <a:pt x="131689" y="151941"/>
                </a:moveTo>
                <a:lnTo>
                  <a:pt x="133864" y="152369"/>
                </a:lnTo>
                <a:lnTo>
                  <a:pt x="130602" y="152155"/>
                </a:lnTo>
                <a:close/>
                <a:moveTo>
                  <a:pt x="73410" y="244665"/>
                </a:moveTo>
                <a:lnTo>
                  <a:pt x="75328" y="245970"/>
                </a:lnTo>
                <a:lnTo>
                  <a:pt x="72451" y="245318"/>
                </a:lnTo>
                <a:close/>
                <a:moveTo>
                  <a:pt x="112961" y="264920"/>
                </a:moveTo>
                <a:lnTo>
                  <a:pt x="114262" y="266347"/>
                </a:lnTo>
                <a:lnTo>
                  <a:pt x="112311" y="265633"/>
                </a:lnTo>
                <a:close/>
                <a:moveTo>
                  <a:pt x="95279" y="819"/>
                </a:moveTo>
                <a:lnTo>
                  <a:pt x="96986" y="1600"/>
                </a:lnTo>
                <a:lnTo>
                  <a:pt x="94425" y="1210"/>
                </a:lnTo>
                <a:close/>
                <a:moveTo>
                  <a:pt x="99359" y="258063"/>
                </a:moveTo>
                <a:lnTo>
                  <a:pt x="101073" y="259096"/>
                </a:lnTo>
                <a:lnTo>
                  <a:pt x="98502" y="258580"/>
                </a:lnTo>
                <a:close/>
                <a:moveTo>
                  <a:pt x="66527" y="83241"/>
                </a:moveTo>
                <a:lnTo>
                  <a:pt x="68186" y="84138"/>
                </a:lnTo>
                <a:lnTo>
                  <a:pt x="65697" y="83689"/>
                </a:lnTo>
                <a:close/>
                <a:moveTo>
                  <a:pt x="64034" y="41901"/>
                </a:moveTo>
                <a:lnTo>
                  <a:pt x="65290" y="42767"/>
                </a:lnTo>
                <a:lnTo>
                  <a:pt x="63406" y="42334"/>
                </a:lnTo>
                <a:close/>
                <a:moveTo>
                  <a:pt x="119896" y="236582"/>
                </a:moveTo>
                <a:lnTo>
                  <a:pt x="120356" y="237034"/>
                </a:lnTo>
                <a:lnTo>
                  <a:pt x="119666" y="236808"/>
                </a:lnTo>
                <a:close/>
                <a:moveTo>
                  <a:pt x="133496" y="227271"/>
                </a:moveTo>
                <a:lnTo>
                  <a:pt x="134654" y="228561"/>
                </a:lnTo>
                <a:lnTo>
                  <a:pt x="132917" y="227916"/>
                </a:lnTo>
                <a:close/>
                <a:moveTo>
                  <a:pt x="103204" y="69910"/>
                </a:moveTo>
                <a:lnTo>
                  <a:pt x="104893" y="71708"/>
                </a:lnTo>
                <a:lnTo>
                  <a:pt x="102359" y="70809"/>
                </a:lnTo>
                <a:close/>
                <a:moveTo>
                  <a:pt x="109136" y="29165"/>
                </a:moveTo>
                <a:lnTo>
                  <a:pt x="110895" y="29891"/>
                </a:lnTo>
                <a:lnTo>
                  <a:pt x="108257" y="29528"/>
                </a:lnTo>
                <a:close/>
                <a:moveTo>
                  <a:pt x="2348" y="221860"/>
                </a:moveTo>
                <a:lnTo>
                  <a:pt x="4129" y="223273"/>
                </a:lnTo>
                <a:lnTo>
                  <a:pt x="1457" y="222566"/>
                </a:lnTo>
                <a:close/>
                <a:moveTo>
                  <a:pt x="120605" y="146870"/>
                </a:moveTo>
                <a:lnTo>
                  <a:pt x="122547" y="148147"/>
                </a:lnTo>
                <a:lnTo>
                  <a:pt x="119635" y="147508"/>
                </a:lnTo>
                <a:close/>
                <a:moveTo>
                  <a:pt x="78774" y="44022"/>
                </a:moveTo>
                <a:lnTo>
                  <a:pt x="79861" y="44626"/>
                </a:lnTo>
                <a:lnTo>
                  <a:pt x="78231" y="44324"/>
                </a:lnTo>
                <a:close/>
                <a:moveTo>
                  <a:pt x="23812" y="17211"/>
                </a:moveTo>
                <a:lnTo>
                  <a:pt x="24852" y="18725"/>
                </a:lnTo>
                <a:lnTo>
                  <a:pt x="23291" y="17968"/>
                </a:lnTo>
                <a:close/>
                <a:moveTo>
                  <a:pt x="107812" y="269481"/>
                </a:moveTo>
                <a:lnTo>
                  <a:pt x="109992" y="270778"/>
                </a:lnTo>
                <a:lnTo>
                  <a:pt x="106722" y="270130"/>
                </a:lnTo>
                <a:close/>
                <a:moveTo>
                  <a:pt x="30468" y="343256"/>
                </a:moveTo>
                <a:lnTo>
                  <a:pt x="30927" y="344248"/>
                </a:lnTo>
                <a:lnTo>
                  <a:pt x="30238" y="343752"/>
                </a:lnTo>
                <a:close/>
                <a:moveTo>
                  <a:pt x="50038" y="180548"/>
                </a:moveTo>
                <a:lnTo>
                  <a:pt x="50798" y="181112"/>
                </a:lnTo>
                <a:lnTo>
                  <a:pt x="49659" y="180830"/>
                </a:lnTo>
                <a:close/>
                <a:moveTo>
                  <a:pt x="127788" y="298699"/>
                </a:moveTo>
                <a:lnTo>
                  <a:pt x="129848" y="299294"/>
                </a:lnTo>
                <a:lnTo>
                  <a:pt x="126758" y="298997"/>
                </a:lnTo>
                <a:close/>
                <a:moveTo>
                  <a:pt x="2761" y="295949"/>
                </a:moveTo>
                <a:lnTo>
                  <a:pt x="4288" y="296795"/>
                </a:lnTo>
                <a:lnTo>
                  <a:pt x="1998" y="296372"/>
                </a:lnTo>
                <a:close/>
                <a:moveTo>
                  <a:pt x="73140" y="15980"/>
                </a:moveTo>
                <a:lnTo>
                  <a:pt x="74667" y="17339"/>
                </a:lnTo>
                <a:lnTo>
                  <a:pt x="72376" y="16659"/>
                </a:lnTo>
                <a:close/>
                <a:moveTo>
                  <a:pt x="142616" y="40424"/>
                </a:moveTo>
                <a:lnTo>
                  <a:pt x="144175" y="41363"/>
                </a:lnTo>
                <a:lnTo>
                  <a:pt x="141836" y="40893"/>
                </a:lnTo>
                <a:close/>
                <a:moveTo>
                  <a:pt x="131092" y="226017"/>
                </a:moveTo>
                <a:lnTo>
                  <a:pt x="132058" y="227177"/>
                </a:lnTo>
                <a:lnTo>
                  <a:pt x="130609" y="226597"/>
                </a:lnTo>
                <a:close/>
                <a:moveTo>
                  <a:pt x="19447" y="376438"/>
                </a:moveTo>
                <a:lnTo>
                  <a:pt x="20590" y="378140"/>
                </a:lnTo>
                <a:lnTo>
                  <a:pt x="18875" y="377289"/>
                </a:lnTo>
                <a:close/>
                <a:moveTo>
                  <a:pt x="26848" y="36869"/>
                </a:moveTo>
                <a:lnTo>
                  <a:pt x="27510" y="38253"/>
                </a:lnTo>
                <a:lnTo>
                  <a:pt x="26517" y="37561"/>
                </a:lnTo>
                <a:close/>
                <a:moveTo>
                  <a:pt x="42424" y="201224"/>
                </a:moveTo>
                <a:lnTo>
                  <a:pt x="43236" y="201650"/>
                </a:lnTo>
                <a:lnTo>
                  <a:pt x="42018" y="201437"/>
                </a:lnTo>
                <a:close/>
                <a:moveTo>
                  <a:pt x="68660" y="189362"/>
                </a:moveTo>
                <a:lnTo>
                  <a:pt x="69653" y="190805"/>
                </a:lnTo>
                <a:lnTo>
                  <a:pt x="68163" y="190083"/>
                </a:lnTo>
                <a:close/>
                <a:moveTo>
                  <a:pt x="98775" y="163955"/>
                </a:moveTo>
                <a:lnTo>
                  <a:pt x="100861" y="165142"/>
                </a:lnTo>
                <a:lnTo>
                  <a:pt x="97732" y="164549"/>
                </a:lnTo>
                <a:close/>
                <a:moveTo>
                  <a:pt x="32705" y="325901"/>
                </a:moveTo>
                <a:lnTo>
                  <a:pt x="33283" y="327195"/>
                </a:lnTo>
                <a:lnTo>
                  <a:pt x="32416" y="326548"/>
                </a:lnTo>
                <a:close/>
                <a:moveTo>
                  <a:pt x="27373" y="360928"/>
                </a:moveTo>
                <a:lnTo>
                  <a:pt x="28076" y="361720"/>
                </a:lnTo>
                <a:lnTo>
                  <a:pt x="27022" y="361324"/>
                </a:lnTo>
                <a:close/>
                <a:moveTo>
                  <a:pt x="112675" y="353696"/>
                </a:moveTo>
                <a:lnTo>
                  <a:pt x="114673" y="355403"/>
                </a:lnTo>
                <a:lnTo>
                  <a:pt x="111676" y="354550"/>
                </a:lnTo>
                <a:close/>
                <a:moveTo>
                  <a:pt x="116360" y="335199"/>
                </a:moveTo>
                <a:lnTo>
                  <a:pt x="118363" y="336324"/>
                </a:lnTo>
                <a:lnTo>
                  <a:pt x="115358" y="335762"/>
                </a:lnTo>
                <a:close/>
                <a:moveTo>
                  <a:pt x="118539" y="156364"/>
                </a:moveTo>
                <a:lnTo>
                  <a:pt x="120687" y="156810"/>
                </a:lnTo>
                <a:lnTo>
                  <a:pt x="117465" y="156587"/>
                </a:lnTo>
                <a:close/>
                <a:moveTo>
                  <a:pt x="103226" y="96625"/>
                </a:moveTo>
                <a:lnTo>
                  <a:pt x="103995" y="98323"/>
                </a:lnTo>
                <a:lnTo>
                  <a:pt x="102842" y="97474"/>
                </a:lnTo>
                <a:close/>
                <a:moveTo>
                  <a:pt x="105088" y="52471"/>
                </a:moveTo>
                <a:lnTo>
                  <a:pt x="106025" y="53820"/>
                </a:lnTo>
                <a:lnTo>
                  <a:pt x="104619" y="53145"/>
                </a:lnTo>
                <a:close/>
                <a:moveTo>
                  <a:pt x="100651" y="62244"/>
                </a:moveTo>
                <a:lnTo>
                  <a:pt x="101032" y="62678"/>
                </a:lnTo>
                <a:lnTo>
                  <a:pt x="100461" y="62461"/>
                </a:lnTo>
                <a:close/>
                <a:moveTo>
                  <a:pt x="36552" y="261856"/>
                </a:moveTo>
                <a:lnTo>
                  <a:pt x="38406" y="262415"/>
                </a:lnTo>
                <a:lnTo>
                  <a:pt x="35625" y="262136"/>
                </a:lnTo>
                <a:close/>
                <a:moveTo>
                  <a:pt x="94231" y="326240"/>
                </a:moveTo>
                <a:lnTo>
                  <a:pt x="96102" y="326607"/>
                </a:lnTo>
                <a:lnTo>
                  <a:pt x="93296" y="326424"/>
                </a:lnTo>
                <a:close/>
                <a:moveTo>
                  <a:pt x="130722" y="3839"/>
                </a:moveTo>
                <a:lnTo>
                  <a:pt x="132429" y="4613"/>
                </a:lnTo>
                <a:lnTo>
                  <a:pt x="129868" y="4226"/>
                </a:lnTo>
                <a:close/>
                <a:moveTo>
                  <a:pt x="118105" y="238740"/>
                </a:moveTo>
                <a:lnTo>
                  <a:pt x="120124" y="239118"/>
                </a:lnTo>
                <a:lnTo>
                  <a:pt x="117095" y="238929"/>
                </a:lnTo>
                <a:close/>
                <a:moveTo>
                  <a:pt x="116443" y="217025"/>
                </a:moveTo>
                <a:lnTo>
                  <a:pt x="118229" y="218005"/>
                </a:lnTo>
                <a:lnTo>
                  <a:pt x="115550" y="217515"/>
                </a:lnTo>
                <a:close/>
                <a:moveTo>
                  <a:pt x="15924" y="94875"/>
                </a:moveTo>
                <a:lnTo>
                  <a:pt x="16679" y="96359"/>
                </a:lnTo>
                <a:lnTo>
                  <a:pt x="15546" y="95617"/>
                </a:lnTo>
                <a:close/>
                <a:moveTo>
                  <a:pt x="142428" y="3205"/>
                </a:moveTo>
                <a:lnTo>
                  <a:pt x="144278" y="4271"/>
                </a:lnTo>
                <a:lnTo>
                  <a:pt x="141503" y="3738"/>
                </a:lnTo>
                <a:close/>
                <a:moveTo>
                  <a:pt x="92388" y="301346"/>
                </a:moveTo>
                <a:lnTo>
                  <a:pt x="93834" y="302269"/>
                </a:lnTo>
                <a:lnTo>
                  <a:pt x="91665" y="301808"/>
                </a:lnTo>
                <a:close/>
                <a:moveTo>
                  <a:pt x="77081" y="333139"/>
                </a:moveTo>
                <a:lnTo>
                  <a:pt x="78620" y="334192"/>
                </a:lnTo>
                <a:lnTo>
                  <a:pt x="76312" y="333665"/>
                </a:lnTo>
                <a:close/>
                <a:moveTo>
                  <a:pt x="129506" y="272395"/>
                </a:moveTo>
                <a:lnTo>
                  <a:pt x="130413" y="274010"/>
                </a:lnTo>
                <a:lnTo>
                  <a:pt x="129052" y="273202"/>
                </a:lnTo>
                <a:close/>
                <a:moveTo>
                  <a:pt x="9558" y="193326"/>
                </a:moveTo>
                <a:lnTo>
                  <a:pt x="10035" y="194180"/>
                </a:lnTo>
                <a:lnTo>
                  <a:pt x="9319" y="193753"/>
                </a:lnTo>
                <a:close/>
                <a:moveTo>
                  <a:pt x="44358" y="207386"/>
                </a:moveTo>
                <a:lnTo>
                  <a:pt x="45736" y="207996"/>
                </a:lnTo>
                <a:lnTo>
                  <a:pt x="43670" y="207691"/>
                </a:lnTo>
                <a:close/>
                <a:moveTo>
                  <a:pt x="31890" y="381138"/>
                </a:moveTo>
                <a:lnTo>
                  <a:pt x="33834" y="381928"/>
                </a:lnTo>
                <a:lnTo>
                  <a:pt x="30918" y="381533"/>
                </a:lnTo>
                <a:close/>
                <a:moveTo>
                  <a:pt x="73318" y="316631"/>
                </a:moveTo>
                <a:lnTo>
                  <a:pt x="74604" y="318272"/>
                </a:lnTo>
                <a:lnTo>
                  <a:pt x="72675" y="317451"/>
                </a:lnTo>
                <a:close/>
                <a:moveTo>
                  <a:pt x="64687" y="87629"/>
                </a:moveTo>
                <a:lnTo>
                  <a:pt x="65805" y="89150"/>
                </a:lnTo>
                <a:lnTo>
                  <a:pt x="64127" y="88389"/>
                </a:lnTo>
                <a:close/>
                <a:moveTo>
                  <a:pt x="46969" y="69525"/>
                </a:moveTo>
                <a:lnTo>
                  <a:pt x="48168" y="70205"/>
                </a:lnTo>
                <a:lnTo>
                  <a:pt x="46369" y="69865"/>
                </a:lnTo>
                <a:close/>
                <a:moveTo>
                  <a:pt x="17796" y="341148"/>
                </a:moveTo>
                <a:lnTo>
                  <a:pt x="19872" y="342547"/>
                </a:lnTo>
                <a:lnTo>
                  <a:pt x="16757" y="341847"/>
                </a:lnTo>
                <a:close/>
                <a:moveTo>
                  <a:pt x="144389" y="73425"/>
                </a:moveTo>
                <a:lnTo>
                  <a:pt x="145401" y="74387"/>
                </a:lnTo>
                <a:lnTo>
                  <a:pt x="143883" y="73906"/>
                </a:lnTo>
                <a:close/>
                <a:moveTo>
                  <a:pt x="140846" y="359828"/>
                </a:moveTo>
                <a:lnTo>
                  <a:pt x="141747" y="361602"/>
                </a:lnTo>
                <a:lnTo>
                  <a:pt x="140396" y="360715"/>
                </a:lnTo>
                <a:close/>
                <a:moveTo>
                  <a:pt x="50407" y="78563"/>
                </a:moveTo>
                <a:lnTo>
                  <a:pt x="50845" y="79201"/>
                </a:lnTo>
                <a:lnTo>
                  <a:pt x="50187" y="78882"/>
                </a:lnTo>
                <a:close/>
                <a:moveTo>
                  <a:pt x="132182" y="138337"/>
                </a:moveTo>
                <a:lnTo>
                  <a:pt x="134288" y="138936"/>
                </a:lnTo>
                <a:lnTo>
                  <a:pt x="131129" y="138637"/>
                </a:lnTo>
                <a:close/>
                <a:moveTo>
                  <a:pt x="98291" y="51744"/>
                </a:moveTo>
                <a:lnTo>
                  <a:pt x="99964" y="52375"/>
                </a:lnTo>
                <a:lnTo>
                  <a:pt x="97455" y="52059"/>
                </a:lnTo>
                <a:close/>
                <a:moveTo>
                  <a:pt x="87699" y="76369"/>
                </a:moveTo>
                <a:lnTo>
                  <a:pt x="89476" y="77881"/>
                </a:lnTo>
                <a:lnTo>
                  <a:pt x="86811" y="77125"/>
                </a:lnTo>
                <a:close/>
                <a:moveTo>
                  <a:pt x="11643" y="317928"/>
                </a:moveTo>
                <a:lnTo>
                  <a:pt x="13054" y="319542"/>
                </a:lnTo>
                <a:lnTo>
                  <a:pt x="10938" y="318735"/>
                </a:lnTo>
                <a:close/>
                <a:moveTo>
                  <a:pt x="58957" y="129361"/>
                </a:moveTo>
                <a:lnTo>
                  <a:pt x="60635" y="130927"/>
                </a:lnTo>
                <a:lnTo>
                  <a:pt x="58118" y="130144"/>
                </a:lnTo>
                <a:close/>
                <a:moveTo>
                  <a:pt x="43061" y="132737"/>
                </a:moveTo>
                <a:lnTo>
                  <a:pt x="43525" y="133766"/>
                </a:lnTo>
                <a:lnTo>
                  <a:pt x="42829" y="133251"/>
                </a:lnTo>
                <a:close/>
                <a:moveTo>
                  <a:pt x="44504" y="148888"/>
                </a:moveTo>
                <a:lnTo>
                  <a:pt x="45170" y="150530"/>
                </a:lnTo>
                <a:lnTo>
                  <a:pt x="44171" y="149709"/>
                </a:lnTo>
                <a:close/>
                <a:moveTo>
                  <a:pt x="61140" y="80151"/>
                </a:moveTo>
                <a:lnTo>
                  <a:pt x="61701" y="80511"/>
                </a:lnTo>
                <a:lnTo>
                  <a:pt x="60860" y="80331"/>
                </a:lnTo>
                <a:close/>
                <a:moveTo>
                  <a:pt x="75118" y="260903"/>
                </a:moveTo>
                <a:lnTo>
                  <a:pt x="75918" y="261641"/>
                </a:lnTo>
                <a:lnTo>
                  <a:pt x="74718" y="261272"/>
                </a:lnTo>
                <a:close/>
                <a:moveTo>
                  <a:pt x="50646" y="19562"/>
                </a:moveTo>
                <a:lnTo>
                  <a:pt x="52303" y="20793"/>
                </a:lnTo>
                <a:lnTo>
                  <a:pt x="49818" y="20177"/>
                </a:lnTo>
                <a:close/>
                <a:moveTo>
                  <a:pt x="132881" y="54667"/>
                </a:moveTo>
                <a:lnTo>
                  <a:pt x="133657" y="55987"/>
                </a:lnTo>
                <a:lnTo>
                  <a:pt x="132493" y="55327"/>
                </a:lnTo>
                <a:close/>
                <a:moveTo>
                  <a:pt x="17945" y="384523"/>
                </a:moveTo>
                <a:lnTo>
                  <a:pt x="19932" y="386208"/>
                </a:lnTo>
                <a:lnTo>
                  <a:pt x="16951" y="385366"/>
                </a:lnTo>
                <a:close/>
                <a:moveTo>
                  <a:pt x="29297" y="10465"/>
                </a:moveTo>
                <a:lnTo>
                  <a:pt x="29706" y="11151"/>
                </a:lnTo>
                <a:lnTo>
                  <a:pt x="29093" y="10808"/>
                </a:lnTo>
                <a:close/>
                <a:moveTo>
                  <a:pt x="83375" y="244386"/>
                </a:moveTo>
                <a:lnTo>
                  <a:pt x="84374" y="245427"/>
                </a:lnTo>
                <a:lnTo>
                  <a:pt x="82876" y="244906"/>
                </a:lnTo>
                <a:close/>
                <a:moveTo>
                  <a:pt x="118758" y="315308"/>
                </a:moveTo>
                <a:lnTo>
                  <a:pt x="119772" y="316794"/>
                </a:lnTo>
                <a:lnTo>
                  <a:pt x="118251" y="316051"/>
                </a:lnTo>
                <a:close/>
                <a:moveTo>
                  <a:pt x="78705" y="56611"/>
                </a:moveTo>
                <a:lnTo>
                  <a:pt x="80718" y="57565"/>
                </a:lnTo>
                <a:lnTo>
                  <a:pt x="77699" y="57088"/>
                </a:lnTo>
                <a:close/>
                <a:moveTo>
                  <a:pt x="101360" y="387031"/>
                </a:moveTo>
                <a:lnTo>
                  <a:pt x="102303" y="388723"/>
                </a:lnTo>
                <a:lnTo>
                  <a:pt x="100889" y="387877"/>
                </a:lnTo>
                <a:close/>
                <a:moveTo>
                  <a:pt x="62881" y="2520"/>
                </a:moveTo>
                <a:lnTo>
                  <a:pt x="64905" y="3703"/>
                </a:lnTo>
                <a:lnTo>
                  <a:pt x="61869" y="3111"/>
                </a:lnTo>
                <a:close/>
                <a:moveTo>
                  <a:pt x="5420" y="216489"/>
                </a:moveTo>
                <a:lnTo>
                  <a:pt x="6301" y="217616"/>
                </a:lnTo>
                <a:lnTo>
                  <a:pt x="4980" y="217053"/>
                </a:lnTo>
                <a:close/>
                <a:moveTo>
                  <a:pt x="14826" y="339870"/>
                </a:moveTo>
                <a:lnTo>
                  <a:pt x="15633" y="340498"/>
                </a:lnTo>
                <a:lnTo>
                  <a:pt x="14422" y="340184"/>
                </a:lnTo>
                <a:close/>
                <a:moveTo>
                  <a:pt x="59305" y="94973"/>
                </a:moveTo>
                <a:lnTo>
                  <a:pt x="60550" y="96458"/>
                </a:lnTo>
                <a:lnTo>
                  <a:pt x="58682" y="95716"/>
                </a:lnTo>
                <a:close/>
                <a:moveTo>
                  <a:pt x="82321" y="281738"/>
                </a:moveTo>
                <a:lnTo>
                  <a:pt x="83226" y="282656"/>
                </a:lnTo>
                <a:lnTo>
                  <a:pt x="81868" y="282197"/>
                </a:lnTo>
                <a:close/>
                <a:moveTo>
                  <a:pt x="83762" y="126532"/>
                </a:moveTo>
                <a:lnTo>
                  <a:pt x="85201" y="126933"/>
                </a:lnTo>
                <a:lnTo>
                  <a:pt x="83043" y="126732"/>
                </a:lnTo>
                <a:close/>
                <a:moveTo>
                  <a:pt x="58232" y="11716"/>
                </a:moveTo>
                <a:lnTo>
                  <a:pt x="60372" y="12790"/>
                </a:lnTo>
                <a:lnTo>
                  <a:pt x="57161" y="12253"/>
                </a:lnTo>
                <a:close/>
                <a:moveTo>
                  <a:pt x="7809" y="116778"/>
                </a:moveTo>
                <a:lnTo>
                  <a:pt x="9451" y="117458"/>
                </a:lnTo>
                <a:lnTo>
                  <a:pt x="6988" y="117118"/>
                </a:lnTo>
                <a:close/>
                <a:moveTo>
                  <a:pt x="17382" y="23743"/>
                </a:moveTo>
                <a:lnTo>
                  <a:pt x="18243" y="24929"/>
                </a:lnTo>
                <a:lnTo>
                  <a:pt x="16951" y="24336"/>
                </a:lnTo>
                <a:close/>
                <a:moveTo>
                  <a:pt x="126255" y="333849"/>
                </a:moveTo>
                <a:lnTo>
                  <a:pt x="127446" y="334522"/>
                </a:lnTo>
                <a:lnTo>
                  <a:pt x="125659" y="334185"/>
                </a:lnTo>
                <a:close/>
                <a:moveTo>
                  <a:pt x="77032" y="112781"/>
                </a:moveTo>
                <a:lnTo>
                  <a:pt x="78794" y="114178"/>
                </a:lnTo>
                <a:lnTo>
                  <a:pt x="76151" y="113480"/>
                </a:lnTo>
                <a:close/>
                <a:moveTo>
                  <a:pt x="128575" y="148841"/>
                </a:moveTo>
                <a:lnTo>
                  <a:pt x="130227" y="149228"/>
                </a:lnTo>
                <a:lnTo>
                  <a:pt x="127749" y="149035"/>
                </a:lnTo>
                <a:close/>
                <a:moveTo>
                  <a:pt x="58517" y="125031"/>
                </a:moveTo>
                <a:lnTo>
                  <a:pt x="59322" y="125595"/>
                </a:lnTo>
                <a:lnTo>
                  <a:pt x="58115" y="125313"/>
                </a:lnTo>
                <a:close/>
                <a:moveTo>
                  <a:pt x="85804" y="78383"/>
                </a:moveTo>
                <a:lnTo>
                  <a:pt x="87491" y="79702"/>
                </a:lnTo>
                <a:lnTo>
                  <a:pt x="84960" y="79043"/>
                </a:lnTo>
                <a:close/>
                <a:moveTo>
                  <a:pt x="85930" y="219576"/>
                </a:moveTo>
                <a:lnTo>
                  <a:pt x="86382" y="220290"/>
                </a:lnTo>
                <a:lnTo>
                  <a:pt x="85704" y="219933"/>
                </a:lnTo>
                <a:close/>
                <a:moveTo>
                  <a:pt x="33743" y="360399"/>
                </a:moveTo>
                <a:lnTo>
                  <a:pt x="35767" y="362165"/>
                </a:lnTo>
                <a:lnTo>
                  <a:pt x="32731" y="361282"/>
                </a:lnTo>
                <a:close/>
                <a:moveTo>
                  <a:pt x="75676" y="270398"/>
                </a:moveTo>
                <a:lnTo>
                  <a:pt x="76508" y="271040"/>
                </a:lnTo>
                <a:lnTo>
                  <a:pt x="75260" y="270719"/>
                </a:lnTo>
                <a:close/>
                <a:moveTo>
                  <a:pt x="82366" y="305341"/>
                </a:moveTo>
                <a:lnTo>
                  <a:pt x="82908" y="306225"/>
                </a:lnTo>
                <a:lnTo>
                  <a:pt x="82095" y="305783"/>
                </a:lnTo>
                <a:close/>
                <a:moveTo>
                  <a:pt x="92913" y="12751"/>
                </a:moveTo>
                <a:lnTo>
                  <a:pt x="94831" y="14431"/>
                </a:lnTo>
                <a:lnTo>
                  <a:pt x="91955" y="13591"/>
                </a:lnTo>
                <a:close/>
                <a:moveTo>
                  <a:pt x="50174" y="66424"/>
                </a:moveTo>
                <a:lnTo>
                  <a:pt x="50912" y="67156"/>
                </a:lnTo>
                <a:lnTo>
                  <a:pt x="49804" y="66790"/>
                </a:lnTo>
                <a:close/>
                <a:moveTo>
                  <a:pt x="142936" y="102844"/>
                </a:moveTo>
                <a:lnTo>
                  <a:pt x="143895" y="103930"/>
                </a:lnTo>
                <a:lnTo>
                  <a:pt x="142457" y="103387"/>
                </a:lnTo>
                <a:close/>
                <a:moveTo>
                  <a:pt x="25558" y="254370"/>
                </a:moveTo>
                <a:lnTo>
                  <a:pt x="26513" y="255001"/>
                </a:lnTo>
                <a:lnTo>
                  <a:pt x="25081" y="254685"/>
                </a:lnTo>
                <a:close/>
                <a:moveTo>
                  <a:pt x="49035" y="381296"/>
                </a:moveTo>
                <a:lnTo>
                  <a:pt x="50027" y="382676"/>
                </a:lnTo>
                <a:lnTo>
                  <a:pt x="48538" y="381986"/>
                </a:lnTo>
                <a:close/>
                <a:moveTo>
                  <a:pt x="10000" y="212737"/>
                </a:moveTo>
                <a:lnTo>
                  <a:pt x="10592" y="214221"/>
                </a:lnTo>
                <a:lnTo>
                  <a:pt x="9703" y="213479"/>
                </a:lnTo>
                <a:close/>
                <a:moveTo>
                  <a:pt x="82158" y="69096"/>
                </a:moveTo>
                <a:lnTo>
                  <a:pt x="84099" y="69586"/>
                </a:lnTo>
                <a:lnTo>
                  <a:pt x="81187" y="69341"/>
                </a:lnTo>
                <a:close/>
                <a:moveTo>
                  <a:pt x="144715" y="307493"/>
                </a:moveTo>
                <a:lnTo>
                  <a:pt x="145247" y="309137"/>
                </a:lnTo>
                <a:lnTo>
                  <a:pt x="144449" y="308315"/>
                </a:lnTo>
                <a:close/>
                <a:moveTo>
                  <a:pt x="60068" y="193890"/>
                </a:moveTo>
                <a:lnTo>
                  <a:pt x="62190" y="195279"/>
                </a:lnTo>
                <a:lnTo>
                  <a:pt x="59007" y="194584"/>
                </a:lnTo>
                <a:close/>
                <a:moveTo>
                  <a:pt x="42212" y="98862"/>
                </a:moveTo>
                <a:lnTo>
                  <a:pt x="44215" y="100351"/>
                </a:lnTo>
                <a:lnTo>
                  <a:pt x="41211" y="99607"/>
                </a:lnTo>
                <a:close/>
                <a:moveTo>
                  <a:pt x="113923" y="179984"/>
                </a:moveTo>
                <a:lnTo>
                  <a:pt x="115139" y="180297"/>
                </a:lnTo>
                <a:lnTo>
                  <a:pt x="113315" y="180141"/>
                </a:lnTo>
                <a:close/>
                <a:moveTo>
                  <a:pt x="54834" y="76376"/>
                </a:moveTo>
                <a:lnTo>
                  <a:pt x="55728" y="77919"/>
                </a:lnTo>
                <a:lnTo>
                  <a:pt x="54387" y="77148"/>
                </a:lnTo>
                <a:close/>
                <a:moveTo>
                  <a:pt x="85254" y="126018"/>
                </a:moveTo>
                <a:lnTo>
                  <a:pt x="86607" y="127035"/>
                </a:lnTo>
                <a:lnTo>
                  <a:pt x="84578" y="126526"/>
                </a:lnTo>
                <a:close/>
                <a:moveTo>
                  <a:pt x="33031" y="190317"/>
                </a:moveTo>
                <a:lnTo>
                  <a:pt x="33855" y="191452"/>
                </a:lnTo>
                <a:lnTo>
                  <a:pt x="32620" y="190885"/>
                </a:lnTo>
                <a:close/>
                <a:moveTo>
                  <a:pt x="47530" y="373933"/>
                </a:moveTo>
                <a:lnTo>
                  <a:pt x="47914" y="375384"/>
                </a:lnTo>
                <a:lnTo>
                  <a:pt x="47338" y="374658"/>
                </a:lnTo>
                <a:close/>
                <a:moveTo>
                  <a:pt x="88608" y="142286"/>
                </a:moveTo>
                <a:lnTo>
                  <a:pt x="90767" y="143520"/>
                </a:lnTo>
                <a:lnTo>
                  <a:pt x="87529" y="142903"/>
                </a:lnTo>
                <a:close/>
                <a:moveTo>
                  <a:pt x="70648" y="369629"/>
                </a:moveTo>
                <a:lnTo>
                  <a:pt x="72093" y="369930"/>
                </a:lnTo>
                <a:lnTo>
                  <a:pt x="69926" y="369779"/>
                </a:lnTo>
                <a:close/>
                <a:moveTo>
                  <a:pt x="83675" y="282349"/>
                </a:moveTo>
                <a:lnTo>
                  <a:pt x="85460" y="283500"/>
                </a:lnTo>
                <a:lnTo>
                  <a:pt x="82782" y="282925"/>
                </a:lnTo>
                <a:close/>
                <a:moveTo>
                  <a:pt x="58439" y="206291"/>
                </a:moveTo>
                <a:lnTo>
                  <a:pt x="59174" y="206871"/>
                </a:lnTo>
                <a:lnTo>
                  <a:pt x="58072" y="206581"/>
                </a:lnTo>
                <a:close/>
                <a:moveTo>
                  <a:pt x="74571" y="184631"/>
                </a:moveTo>
                <a:lnTo>
                  <a:pt x="76341" y="185228"/>
                </a:lnTo>
                <a:lnTo>
                  <a:pt x="73686" y="184929"/>
                </a:lnTo>
                <a:close/>
                <a:moveTo>
                  <a:pt x="54555" y="312532"/>
                </a:moveTo>
                <a:lnTo>
                  <a:pt x="55619" y="314011"/>
                </a:lnTo>
                <a:lnTo>
                  <a:pt x="54023" y="313271"/>
                </a:lnTo>
                <a:close/>
                <a:moveTo>
                  <a:pt x="12548" y="251964"/>
                </a:moveTo>
                <a:lnTo>
                  <a:pt x="13569" y="252583"/>
                </a:lnTo>
                <a:lnTo>
                  <a:pt x="12037" y="252274"/>
                </a:lnTo>
                <a:close/>
                <a:moveTo>
                  <a:pt x="17942" y="134282"/>
                </a:moveTo>
                <a:lnTo>
                  <a:pt x="19647" y="135039"/>
                </a:lnTo>
                <a:lnTo>
                  <a:pt x="17089" y="134660"/>
                </a:lnTo>
                <a:close/>
                <a:moveTo>
                  <a:pt x="36136" y="207553"/>
                </a:moveTo>
                <a:lnTo>
                  <a:pt x="38152" y="209294"/>
                </a:lnTo>
                <a:lnTo>
                  <a:pt x="35127" y="208424"/>
                </a:lnTo>
                <a:close/>
                <a:moveTo>
                  <a:pt x="43243" y="97892"/>
                </a:moveTo>
                <a:lnTo>
                  <a:pt x="44118" y="98639"/>
                </a:lnTo>
                <a:lnTo>
                  <a:pt x="42805" y="98265"/>
                </a:lnTo>
                <a:close/>
                <a:moveTo>
                  <a:pt x="139469" y="59455"/>
                </a:moveTo>
                <a:lnTo>
                  <a:pt x="140631" y="60487"/>
                </a:lnTo>
                <a:lnTo>
                  <a:pt x="138888" y="59971"/>
                </a:lnTo>
                <a:close/>
                <a:moveTo>
                  <a:pt x="66723" y="101561"/>
                </a:moveTo>
                <a:lnTo>
                  <a:pt x="68412" y="102782"/>
                </a:lnTo>
                <a:lnTo>
                  <a:pt x="65879" y="102172"/>
                </a:lnTo>
                <a:close/>
                <a:moveTo>
                  <a:pt x="38665" y="172018"/>
                </a:moveTo>
                <a:lnTo>
                  <a:pt x="40232" y="172723"/>
                </a:lnTo>
                <a:lnTo>
                  <a:pt x="37882" y="172370"/>
                </a:lnTo>
                <a:close/>
                <a:moveTo>
                  <a:pt x="71483" y="202052"/>
                </a:moveTo>
                <a:lnTo>
                  <a:pt x="73461" y="203245"/>
                </a:lnTo>
                <a:lnTo>
                  <a:pt x="70495" y="202648"/>
                </a:lnTo>
                <a:close/>
                <a:moveTo>
                  <a:pt x="105226" y="52423"/>
                </a:moveTo>
                <a:lnTo>
                  <a:pt x="105793" y="53572"/>
                </a:lnTo>
                <a:lnTo>
                  <a:pt x="104943" y="52997"/>
                </a:lnTo>
                <a:close/>
                <a:moveTo>
                  <a:pt x="76126" y="309846"/>
                </a:moveTo>
                <a:lnTo>
                  <a:pt x="77799" y="311494"/>
                </a:lnTo>
                <a:lnTo>
                  <a:pt x="75290" y="310670"/>
                </a:lnTo>
                <a:close/>
                <a:moveTo>
                  <a:pt x="21630" y="172336"/>
                </a:moveTo>
                <a:lnTo>
                  <a:pt x="22391" y="172769"/>
                </a:lnTo>
                <a:lnTo>
                  <a:pt x="21250" y="172552"/>
                </a:lnTo>
                <a:close/>
                <a:moveTo>
                  <a:pt x="66411" y="222639"/>
                </a:moveTo>
                <a:lnTo>
                  <a:pt x="67644" y="224270"/>
                </a:lnTo>
                <a:lnTo>
                  <a:pt x="65795" y="223454"/>
                </a:lnTo>
                <a:close/>
                <a:moveTo>
                  <a:pt x="87051" y="199888"/>
                </a:moveTo>
                <a:lnTo>
                  <a:pt x="89140" y="201019"/>
                </a:lnTo>
                <a:lnTo>
                  <a:pt x="86007" y="200453"/>
                </a:lnTo>
                <a:close/>
                <a:moveTo>
                  <a:pt x="95327" y="138957"/>
                </a:moveTo>
                <a:lnTo>
                  <a:pt x="97103" y="140598"/>
                </a:lnTo>
                <a:lnTo>
                  <a:pt x="94439" y="139778"/>
                </a:lnTo>
                <a:close/>
                <a:moveTo>
                  <a:pt x="141527" y="368511"/>
                </a:moveTo>
                <a:lnTo>
                  <a:pt x="142271" y="368923"/>
                </a:lnTo>
                <a:lnTo>
                  <a:pt x="141156" y="368717"/>
                </a:lnTo>
                <a:close/>
                <a:moveTo>
                  <a:pt x="132584" y="333596"/>
                </a:moveTo>
                <a:lnTo>
                  <a:pt x="133634" y="334419"/>
                </a:lnTo>
                <a:lnTo>
                  <a:pt x="132060" y="334007"/>
                </a:lnTo>
                <a:close/>
                <a:moveTo>
                  <a:pt x="79273" y="20339"/>
                </a:moveTo>
                <a:lnTo>
                  <a:pt x="80306" y="21300"/>
                </a:lnTo>
                <a:lnTo>
                  <a:pt x="78756" y="20819"/>
                </a:lnTo>
                <a:close/>
                <a:moveTo>
                  <a:pt x="90907" y="76449"/>
                </a:moveTo>
                <a:lnTo>
                  <a:pt x="92584" y="77536"/>
                </a:lnTo>
                <a:lnTo>
                  <a:pt x="90068" y="76992"/>
                </a:lnTo>
                <a:close/>
                <a:moveTo>
                  <a:pt x="10225" y="71101"/>
                </a:moveTo>
                <a:lnTo>
                  <a:pt x="11274" y="71681"/>
                </a:lnTo>
                <a:lnTo>
                  <a:pt x="9701" y="71391"/>
                </a:lnTo>
                <a:close/>
                <a:moveTo>
                  <a:pt x="85600" y="99045"/>
                </a:moveTo>
                <a:lnTo>
                  <a:pt x="86146" y="100487"/>
                </a:lnTo>
                <a:lnTo>
                  <a:pt x="85326" y="99766"/>
                </a:lnTo>
                <a:close/>
                <a:moveTo>
                  <a:pt x="6920" y="365667"/>
                </a:moveTo>
                <a:lnTo>
                  <a:pt x="7435" y="366339"/>
                </a:lnTo>
                <a:lnTo>
                  <a:pt x="6662" y="366003"/>
                </a:lnTo>
                <a:close/>
                <a:moveTo>
                  <a:pt x="8363" y="9157"/>
                </a:moveTo>
                <a:lnTo>
                  <a:pt x="9352" y="9748"/>
                </a:lnTo>
                <a:lnTo>
                  <a:pt x="7869" y="9453"/>
                </a:lnTo>
                <a:close/>
                <a:moveTo>
                  <a:pt x="141473" y="66922"/>
                </a:moveTo>
                <a:lnTo>
                  <a:pt x="142097" y="67884"/>
                </a:lnTo>
                <a:lnTo>
                  <a:pt x="141160" y="67403"/>
                </a:lnTo>
                <a:close/>
                <a:moveTo>
                  <a:pt x="84279" y="320710"/>
                </a:moveTo>
                <a:lnTo>
                  <a:pt x="86195" y="321481"/>
                </a:lnTo>
                <a:lnTo>
                  <a:pt x="83322" y="321095"/>
                </a:lnTo>
                <a:close/>
                <a:moveTo>
                  <a:pt x="134171" y="368488"/>
                </a:moveTo>
                <a:lnTo>
                  <a:pt x="135573" y="369365"/>
                </a:lnTo>
                <a:lnTo>
                  <a:pt x="133470" y="368927"/>
                </a:lnTo>
                <a:close/>
                <a:moveTo>
                  <a:pt x="54080" y="326218"/>
                </a:moveTo>
                <a:lnTo>
                  <a:pt x="54953" y="327051"/>
                </a:lnTo>
                <a:lnTo>
                  <a:pt x="53644" y="326635"/>
                </a:lnTo>
                <a:close/>
                <a:moveTo>
                  <a:pt x="78206" y="297999"/>
                </a:moveTo>
                <a:lnTo>
                  <a:pt x="79507" y="298987"/>
                </a:lnTo>
                <a:lnTo>
                  <a:pt x="77555" y="298493"/>
                </a:lnTo>
                <a:close/>
                <a:moveTo>
                  <a:pt x="44210" y="54104"/>
                </a:moveTo>
                <a:lnTo>
                  <a:pt x="44769" y="55614"/>
                </a:lnTo>
                <a:lnTo>
                  <a:pt x="43930" y="54859"/>
                </a:lnTo>
                <a:close/>
                <a:moveTo>
                  <a:pt x="1549" y="217894"/>
                </a:moveTo>
                <a:lnTo>
                  <a:pt x="2186" y="219647"/>
                </a:lnTo>
                <a:lnTo>
                  <a:pt x="1231" y="218771"/>
                </a:lnTo>
                <a:close/>
                <a:moveTo>
                  <a:pt x="34022" y="15331"/>
                </a:moveTo>
                <a:lnTo>
                  <a:pt x="35323" y="15798"/>
                </a:lnTo>
                <a:lnTo>
                  <a:pt x="33372" y="15565"/>
                </a:lnTo>
                <a:close/>
                <a:moveTo>
                  <a:pt x="124135" y="70143"/>
                </a:moveTo>
                <a:lnTo>
                  <a:pt x="124955" y="70656"/>
                </a:lnTo>
                <a:lnTo>
                  <a:pt x="123725" y="70399"/>
                </a:lnTo>
                <a:close/>
                <a:moveTo>
                  <a:pt x="55092" y="349953"/>
                </a:moveTo>
                <a:lnTo>
                  <a:pt x="56053" y="350648"/>
                </a:lnTo>
                <a:lnTo>
                  <a:pt x="54611" y="350300"/>
                </a:lnTo>
                <a:close/>
                <a:moveTo>
                  <a:pt x="37536" y="172647"/>
                </a:moveTo>
                <a:lnTo>
                  <a:pt x="39622" y="174173"/>
                </a:lnTo>
                <a:lnTo>
                  <a:pt x="36494" y="173410"/>
                </a:lnTo>
                <a:close/>
                <a:moveTo>
                  <a:pt x="113145" y="296371"/>
                </a:moveTo>
                <a:lnTo>
                  <a:pt x="114751" y="297353"/>
                </a:lnTo>
                <a:lnTo>
                  <a:pt x="112342" y="296862"/>
                </a:lnTo>
                <a:close/>
                <a:moveTo>
                  <a:pt x="3430" y="65095"/>
                </a:moveTo>
                <a:lnTo>
                  <a:pt x="4840" y="65482"/>
                </a:lnTo>
                <a:lnTo>
                  <a:pt x="2724" y="65288"/>
                </a:lnTo>
                <a:close/>
                <a:moveTo>
                  <a:pt x="122224" y="230907"/>
                </a:moveTo>
                <a:lnTo>
                  <a:pt x="124078" y="232112"/>
                </a:lnTo>
                <a:lnTo>
                  <a:pt x="121297" y="231509"/>
                </a:lnTo>
                <a:close/>
                <a:moveTo>
                  <a:pt x="5626" y="169250"/>
                </a:moveTo>
                <a:lnTo>
                  <a:pt x="6712" y="170228"/>
                </a:lnTo>
                <a:lnTo>
                  <a:pt x="5083" y="169739"/>
                </a:lnTo>
                <a:close/>
                <a:moveTo>
                  <a:pt x="113075" y="294940"/>
                </a:moveTo>
                <a:lnTo>
                  <a:pt x="114534" y="296503"/>
                </a:lnTo>
                <a:lnTo>
                  <a:pt x="112345" y="295721"/>
                </a:lnTo>
                <a:close/>
                <a:moveTo>
                  <a:pt x="36224" y="56476"/>
                </a:moveTo>
                <a:lnTo>
                  <a:pt x="37655" y="57673"/>
                </a:lnTo>
                <a:lnTo>
                  <a:pt x="35509" y="57075"/>
                </a:lnTo>
                <a:close/>
                <a:moveTo>
                  <a:pt x="100924" y="310684"/>
                </a:moveTo>
                <a:lnTo>
                  <a:pt x="102475" y="312132"/>
                </a:lnTo>
                <a:lnTo>
                  <a:pt x="100148" y="311408"/>
                </a:lnTo>
                <a:close/>
                <a:moveTo>
                  <a:pt x="73970" y="113597"/>
                </a:moveTo>
                <a:lnTo>
                  <a:pt x="74614" y="113956"/>
                </a:lnTo>
                <a:lnTo>
                  <a:pt x="73648" y="113776"/>
                </a:lnTo>
                <a:close/>
                <a:moveTo>
                  <a:pt x="19876" y="81520"/>
                </a:moveTo>
                <a:lnTo>
                  <a:pt x="21703" y="83121"/>
                </a:lnTo>
                <a:lnTo>
                  <a:pt x="18963" y="82320"/>
                </a:lnTo>
                <a:close/>
                <a:moveTo>
                  <a:pt x="78454" y="53525"/>
                </a:moveTo>
                <a:lnTo>
                  <a:pt x="78823" y="55027"/>
                </a:lnTo>
                <a:lnTo>
                  <a:pt x="78269" y="54276"/>
                </a:lnTo>
                <a:close/>
                <a:moveTo>
                  <a:pt x="48442" y="215932"/>
                </a:moveTo>
                <a:lnTo>
                  <a:pt x="48864" y="216474"/>
                </a:lnTo>
                <a:lnTo>
                  <a:pt x="48231" y="216203"/>
                </a:lnTo>
                <a:close/>
                <a:moveTo>
                  <a:pt x="87672" y="182882"/>
                </a:moveTo>
                <a:lnTo>
                  <a:pt x="88346" y="184155"/>
                </a:lnTo>
                <a:lnTo>
                  <a:pt x="87335" y="183518"/>
                </a:lnTo>
                <a:close/>
                <a:moveTo>
                  <a:pt x="105321" y="88347"/>
                </a:moveTo>
                <a:lnTo>
                  <a:pt x="107366" y="89458"/>
                </a:lnTo>
                <a:lnTo>
                  <a:pt x="104299" y="88902"/>
                </a:lnTo>
                <a:close/>
                <a:moveTo>
                  <a:pt x="86025" y="87730"/>
                </a:moveTo>
                <a:lnTo>
                  <a:pt x="88065" y="88924"/>
                </a:lnTo>
                <a:lnTo>
                  <a:pt x="85005" y="88327"/>
                </a:lnTo>
                <a:close/>
                <a:moveTo>
                  <a:pt x="4663" y="14090"/>
                </a:moveTo>
                <a:lnTo>
                  <a:pt x="6723" y="14982"/>
                </a:lnTo>
                <a:lnTo>
                  <a:pt x="3633" y="14536"/>
                </a:lnTo>
                <a:close/>
                <a:moveTo>
                  <a:pt x="19656" y="32494"/>
                </a:moveTo>
                <a:lnTo>
                  <a:pt x="21588" y="32842"/>
                </a:lnTo>
                <a:lnTo>
                  <a:pt x="18690" y="32668"/>
                </a:lnTo>
                <a:close/>
                <a:moveTo>
                  <a:pt x="135743" y="21899"/>
                </a:moveTo>
                <a:lnTo>
                  <a:pt x="137252" y="22626"/>
                </a:lnTo>
                <a:lnTo>
                  <a:pt x="134988" y="22262"/>
                </a:lnTo>
                <a:close/>
                <a:moveTo>
                  <a:pt x="130262" y="273073"/>
                </a:moveTo>
                <a:lnTo>
                  <a:pt x="131728" y="274362"/>
                </a:lnTo>
                <a:lnTo>
                  <a:pt x="129529" y="273718"/>
                </a:lnTo>
                <a:close/>
                <a:moveTo>
                  <a:pt x="20717" y="246716"/>
                </a:moveTo>
                <a:lnTo>
                  <a:pt x="21174" y="248308"/>
                </a:lnTo>
                <a:lnTo>
                  <a:pt x="20488" y="247512"/>
                </a:lnTo>
                <a:close/>
                <a:moveTo>
                  <a:pt x="69285" y="311743"/>
                </a:moveTo>
                <a:lnTo>
                  <a:pt x="70470" y="313459"/>
                </a:lnTo>
                <a:lnTo>
                  <a:pt x="68692" y="312601"/>
                </a:lnTo>
                <a:close/>
                <a:moveTo>
                  <a:pt x="41742" y="182617"/>
                </a:moveTo>
                <a:lnTo>
                  <a:pt x="42413" y="183905"/>
                </a:lnTo>
                <a:lnTo>
                  <a:pt x="41407" y="183261"/>
                </a:lnTo>
                <a:close/>
                <a:moveTo>
                  <a:pt x="9954" y="340380"/>
                </a:moveTo>
                <a:lnTo>
                  <a:pt x="10325" y="341707"/>
                </a:lnTo>
                <a:lnTo>
                  <a:pt x="9768" y="341043"/>
                </a:lnTo>
                <a:close/>
                <a:moveTo>
                  <a:pt x="104002" y="356813"/>
                </a:moveTo>
                <a:lnTo>
                  <a:pt x="104868" y="357847"/>
                </a:lnTo>
                <a:lnTo>
                  <a:pt x="103569" y="357330"/>
                </a:lnTo>
                <a:close/>
                <a:moveTo>
                  <a:pt x="73874" y="16254"/>
                </a:moveTo>
                <a:lnTo>
                  <a:pt x="75793" y="17843"/>
                </a:lnTo>
                <a:lnTo>
                  <a:pt x="72915" y="17048"/>
                </a:lnTo>
                <a:close/>
                <a:moveTo>
                  <a:pt x="49842" y="240039"/>
                </a:moveTo>
                <a:lnTo>
                  <a:pt x="50589" y="240377"/>
                </a:lnTo>
                <a:lnTo>
                  <a:pt x="49469" y="240208"/>
                </a:lnTo>
                <a:close/>
                <a:moveTo>
                  <a:pt x="139061" y="152129"/>
                </a:moveTo>
                <a:lnTo>
                  <a:pt x="140179" y="153618"/>
                </a:lnTo>
                <a:lnTo>
                  <a:pt x="138503" y="152874"/>
                </a:lnTo>
                <a:close/>
                <a:moveTo>
                  <a:pt x="4186" y="251124"/>
                </a:moveTo>
                <a:lnTo>
                  <a:pt x="5430" y="252153"/>
                </a:lnTo>
                <a:lnTo>
                  <a:pt x="3564" y="251639"/>
                </a:lnTo>
                <a:close/>
                <a:moveTo>
                  <a:pt x="10663" y="184757"/>
                </a:moveTo>
                <a:lnTo>
                  <a:pt x="11395" y="186317"/>
                </a:lnTo>
                <a:lnTo>
                  <a:pt x="10297" y="185537"/>
                </a:lnTo>
                <a:close/>
                <a:moveTo>
                  <a:pt x="118895" y="340283"/>
                </a:moveTo>
                <a:lnTo>
                  <a:pt x="119825" y="341473"/>
                </a:lnTo>
                <a:lnTo>
                  <a:pt x="118430" y="340878"/>
                </a:lnTo>
                <a:close/>
                <a:moveTo>
                  <a:pt x="30852" y="347174"/>
                </a:moveTo>
                <a:lnTo>
                  <a:pt x="32208" y="347587"/>
                </a:lnTo>
                <a:lnTo>
                  <a:pt x="30174" y="347380"/>
                </a:lnTo>
                <a:close/>
                <a:moveTo>
                  <a:pt x="119997" y="124332"/>
                </a:moveTo>
                <a:lnTo>
                  <a:pt x="122115" y="125453"/>
                </a:lnTo>
                <a:lnTo>
                  <a:pt x="118938" y="124892"/>
                </a:lnTo>
                <a:close/>
                <a:moveTo>
                  <a:pt x="135204" y="9033"/>
                </a:moveTo>
                <a:lnTo>
                  <a:pt x="137130" y="10440"/>
                </a:lnTo>
                <a:lnTo>
                  <a:pt x="134241" y="9737"/>
                </a:lnTo>
                <a:close/>
                <a:moveTo>
                  <a:pt x="103684" y="231140"/>
                </a:moveTo>
                <a:lnTo>
                  <a:pt x="104357" y="231627"/>
                </a:lnTo>
                <a:lnTo>
                  <a:pt x="103348" y="231383"/>
                </a:lnTo>
                <a:close/>
                <a:moveTo>
                  <a:pt x="71765" y="282108"/>
                </a:moveTo>
                <a:lnTo>
                  <a:pt x="73273" y="283070"/>
                </a:lnTo>
                <a:lnTo>
                  <a:pt x="71010" y="282589"/>
                </a:lnTo>
                <a:close/>
                <a:moveTo>
                  <a:pt x="93281" y="316067"/>
                </a:moveTo>
                <a:lnTo>
                  <a:pt x="94934" y="317275"/>
                </a:lnTo>
                <a:lnTo>
                  <a:pt x="92454" y="316671"/>
                </a:lnTo>
                <a:close/>
                <a:moveTo>
                  <a:pt x="51436" y="236395"/>
                </a:moveTo>
                <a:lnTo>
                  <a:pt x="51962" y="237681"/>
                </a:lnTo>
                <a:lnTo>
                  <a:pt x="51172" y="237038"/>
                </a:lnTo>
                <a:close/>
                <a:moveTo>
                  <a:pt x="102238" y="334822"/>
                </a:moveTo>
                <a:lnTo>
                  <a:pt x="103572" y="335884"/>
                </a:lnTo>
                <a:lnTo>
                  <a:pt x="101571" y="335353"/>
                </a:lnTo>
                <a:close/>
                <a:moveTo>
                  <a:pt x="45347" y="284205"/>
                </a:moveTo>
                <a:lnTo>
                  <a:pt x="46227" y="284917"/>
                </a:lnTo>
                <a:lnTo>
                  <a:pt x="44908" y="284561"/>
                </a:lnTo>
                <a:close/>
                <a:moveTo>
                  <a:pt x="3285" y="317922"/>
                </a:moveTo>
                <a:lnTo>
                  <a:pt x="4483" y="319528"/>
                </a:lnTo>
                <a:lnTo>
                  <a:pt x="2686" y="318725"/>
                </a:lnTo>
                <a:close/>
                <a:moveTo>
                  <a:pt x="67158" y="268909"/>
                </a:moveTo>
                <a:lnTo>
                  <a:pt x="68355" y="269637"/>
                </a:lnTo>
                <a:lnTo>
                  <a:pt x="66560" y="269273"/>
                </a:lnTo>
                <a:close/>
                <a:moveTo>
                  <a:pt x="111734" y="116808"/>
                </a:moveTo>
                <a:lnTo>
                  <a:pt x="112574" y="117374"/>
                </a:lnTo>
                <a:lnTo>
                  <a:pt x="111314" y="117091"/>
                </a:lnTo>
                <a:close/>
                <a:moveTo>
                  <a:pt x="24392" y="43304"/>
                </a:moveTo>
                <a:lnTo>
                  <a:pt x="25273" y="44476"/>
                </a:lnTo>
                <a:lnTo>
                  <a:pt x="23951" y="43890"/>
                </a:lnTo>
                <a:close/>
                <a:moveTo>
                  <a:pt x="103982" y="333958"/>
                </a:moveTo>
                <a:lnTo>
                  <a:pt x="104918" y="335611"/>
                </a:lnTo>
                <a:lnTo>
                  <a:pt x="103513" y="334785"/>
                </a:lnTo>
                <a:close/>
                <a:moveTo>
                  <a:pt x="80519" y="109497"/>
                </a:moveTo>
                <a:lnTo>
                  <a:pt x="81669" y="110880"/>
                </a:lnTo>
                <a:lnTo>
                  <a:pt x="79944" y="110189"/>
                </a:lnTo>
                <a:close/>
                <a:moveTo>
                  <a:pt x="32527" y="56445"/>
                </a:moveTo>
                <a:lnTo>
                  <a:pt x="34601" y="57856"/>
                </a:lnTo>
                <a:lnTo>
                  <a:pt x="31490" y="57151"/>
                </a:lnTo>
                <a:close/>
                <a:moveTo>
                  <a:pt x="33384" y="285593"/>
                </a:moveTo>
                <a:lnTo>
                  <a:pt x="33820" y="286110"/>
                </a:lnTo>
                <a:lnTo>
                  <a:pt x="33166" y="285852"/>
                </a:lnTo>
                <a:close/>
                <a:moveTo>
                  <a:pt x="108235" y="16887"/>
                </a:moveTo>
                <a:lnTo>
                  <a:pt x="109190" y="17202"/>
                </a:lnTo>
                <a:lnTo>
                  <a:pt x="107758" y="17044"/>
                </a:lnTo>
                <a:close/>
                <a:moveTo>
                  <a:pt x="3039" y="92817"/>
                </a:moveTo>
                <a:lnTo>
                  <a:pt x="3516" y="94212"/>
                </a:lnTo>
                <a:lnTo>
                  <a:pt x="2801" y="93515"/>
                </a:lnTo>
                <a:close/>
                <a:moveTo>
                  <a:pt x="11341" y="288755"/>
                </a:moveTo>
                <a:lnTo>
                  <a:pt x="12041" y="289225"/>
                </a:lnTo>
                <a:lnTo>
                  <a:pt x="10991" y="288990"/>
                </a:lnTo>
                <a:close/>
                <a:moveTo>
                  <a:pt x="98607" y="95157"/>
                </a:moveTo>
                <a:lnTo>
                  <a:pt x="100446" y="95679"/>
                </a:lnTo>
                <a:lnTo>
                  <a:pt x="97687" y="95418"/>
                </a:lnTo>
                <a:close/>
                <a:moveTo>
                  <a:pt x="103544" y="43904"/>
                </a:moveTo>
                <a:lnTo>
                  <a:pt x="104410" y="44608"/>
                </a:lnTo>
                <a:lnTo>
                  <a:pt x="103112" y="44256"/>
                </a:lnTo>
                <a:close/>
                <a:moveTo>
                  <a:pt x="45013" y="301873"/>
                </a:moveTo>
                <a:lnTo>
                  <a:pt x="46192" y="302842"/>
                </a:lnTo>
                <a:lnTo>
                  <a:pt x="44423" y="302357"/>
                </a:lnTo>
                <a:close/>
                <a:moveTo>
                  <a:pt x="93439" y="257748"/>
                </a:moveTo>
                <a:lnTo>
                  <a:pt x="94327" y="259535"/>
                </a:lnTo>
                <a:lnTo>
                  <a:pt x="92995" y="258641"/>
                </a:lnTo>
                <a:close/>
                <a:moveTo>
                  <a:pt x="78329" y="109166"/>
                </a:moveTo>
                <a:lnTo>
                  <a:pt x="79430" y="110222"/>
                </a:lnTo>
                <a:lnTo>
                  <a:pt x="77779" y="109694"/>
                </a:lnTo>
                <a:close/>
                <a:moveTo>
                  <a:pt x="1940" y="134885"/>
                </a:moveTo>
                <a:lnTo>
                  <a:pt x="4124" y="135314"/>
                </a:lnTo>
                <a:lnTo>
                  <a:pt x="849" y="135100"/>
                </a:lnTo>
                <a:close/>
                <a:moveTo>
                  <a:pt x="96084" y="47698"/>
                </a:moveTo>
                <a:lnTo>
                  <a:pt x="98145" y="48124"/>
                </a:lnTo>
                <a:lnTo>
                  <a:pt x="95054" y="47911"/>
                </a:lnTo>
                <a:close/>
                <a:moveTo>
                  <a:pt x="62324" y="315962"/>
                </a:moveTo>
                <a:lnTo>
                  <a:pt x="62704" y="316650"/>
                </a:lnTo>
                <a:lnTo>
                  <a:pt x="62135" y="316306"/>
                </a:lnTo>
                <a:close/>
                <a:moveTo>
                  <a:pt x="106445" y="319518"/>
                </a:moveTo>
                <a:lnTo>
                  <a:pt x="107123" y="321236"/>
                </a:lnTo>
                <a:lnTo>
                  <a:pt x="106106" y="320377"/>
                </a:lnTo>
                <a:close/>
                <a:moveTo>
                  <a:pt x="81071" y="62327"/>
                </a:moveTo>
                <a:lnTo>
                  <a:pt x="83076" y="64097"/>
                </a:lnTo>
                <a:lnTo>
                  <a:pt x="80068" y="63212"/>
                </a:lnTo>
                <a:close/>
                <a:moveTo>
                  <a:pt x="70166" y="199955"/>
                </a:moveTo>
                <a:lnTo>
                  <a:pt x="70843" y="201487"/>
                </a:lnTo>
                <a:lnTo>
                  <a:pt x="69827" y="200721"/>
                </a:lnTo>
                <a:close/>
                <a:moveTo>
                  <a:pt x="3010" y="179087"/>
                </a:moveTo>
                <a:lnTo>
                  <a:pt x="4718" y="180862"/>
                </a:lnTo>
                <a:lnTo>
                  <a:pt x="2156" y="179975"/>
                </a:lnTo>
                <a:close/>
                <a:moveTo>
                  <a:pt x="72053" y="249832"/>
                </a:moveTo>
                <a:lnTo>
                  <a:pt x="72585" y="251506"/>
                </a:lnTo>
                <a:lnTo>
                  <a:pt x="71787" y="250669"/>
                </a:lnTo>
                <a:close/>
                <a:moveTo>
                  <a:pt x="82517" y="148379"/>
                </a:moveTo>
                <a:lnTo>
                  <a:pt x="84079" y="149708"/>
                </a:lnTo>
                <a:lnTo>
                  <a:pt x="81736" y="149043"/>
                </a:lnTo>
                <a:close/>
                <a:moveTo>
                  <a:pt x="48008" y="147928"/>
                </a:moveTo>
                <a:lnTo>
                  <a:pt x="48760" y="149387"/>
                </a:lnTo>
                <a:lnTo>
                  <a:pt x="47632" y="148658"/>
                </a:lnTo>
                <a:close/>
                <a:moveTo>
                  <a:pt x="56684" y="314254"/>
                </a:moveTo>
                <a:lnTo>
                  <a:pt x="57420" y="314835"/>
                </a:lnTo>
                <a:lnTo>
                  <a:pt x="56316" y="314544"/>
                </a:lnTo>
                <a:close/>
                <a:moveTo>
                  <a:pt x="12100" y="66826"/>
                </a:moveTo>
                <a:lnTo>
                  <a:pt x="14133" y="68415"/>
                </a:lnTo>
                <a:lnTo>
                  <a:pt x="11083" y="67621"/>
                </a:lnTo>
                <a:close/>
                <a:moveTo>
                  <a:pt x="119977" y="317268"/>
                </a:moveTo>
                <a:lnTo>
                  <a:pt x="122172" y="318242"/>
                </a:lnTo>
                <a:lnTo>
                  <a:pt x="118880" y="317755"/>
                </a:lnTo>
                <a:close/>
                <a:moveTo>
                  <a:pt x="121598" y="119631"/>
                </a:moveTo>
                <a:lnTo>
                  <a:pt x="122655" y="121066"/>
                </a:lnTo>
                <a:lnTo>
                  <a:pt x="121070" y="120348"/>
                </a:lnTo>
                <a:close/>
                <a:moveTo>
                  <a:pt x="143318" y="55067"/>
                </a:moveTo>
                <a:lnTo>
                  <a:pt x="145185" y="55530"/>
                </a:lnTo>
                <a:lnTo>
                  <a:pt x="142384" y="55298"/>
                </a:lnTo>
                <a:close/>
                <a:moveTo>
                  <a:pt x="140983" y="323763"/>
                </a:moveTo>
                <a:lnTo>
                  <a:pt x="142401" y="324627"/>
                </a:lnTo>
                <a:lnTo>
                  <a:pt x="140274" y="324195"/>
                </a:lnTo>
                <a:close/>
                <a:moveTo>
                  <a:pt x="69210" y="151225"/>
                </a:moveTo>
                <a:lnTo>
                  <a:pt x="70247" y="152672"/>
                </a:lnTo>
                <a:lnTo>
                  <a:pt x="68691" y="151948"/>
                </a:lnTo>
                <a:close/>
                <a:moveTo>
                  <a:pt x="22665" y="175508"/>
                </a:moveTo>
                <a:lnTo>
                  <a:pt x="23124" y="176962"/>
                </a:lnTo>
                <a:lnTo>
                  <a:pt x="22436" y="176235"/>
                </a:lnTo>
                <a:close/>
                <a:moveTo>
                  <a:pt x="31134" y="114774"/>
                </a:moveTo>
                <a:lnTo>
                  <a:pt x="32388" y="115740"/>
                </a:lnTo>
                <a:lnTo>
                  <a:pt x="30507" y="115257"/>
                </a:lnTo>
                <a:close/>
                <a:moveTo>
                  <a:pt x="71113" y="14968"/>
                </a:moveTo>
                <a:lnTo>
                  <a:pt x="71589" y="16112"/>
                </a:lnTo>
                <a:lnTo>
                  <a:pt x="70875" y="15540"/>
                </a:lnTo>
                <a:close/>
                <a:moveTo>
                  <a:pt x="86586" y="391077"/>
                </a:moveTo>
                <a:lnTo>
                  <a:pt x="88403" y="392009"/>
                </a:lnTo>
                <a:lnTo>
                  <a:pt x="85677" y="391543"/>
                </a:lnTo>
                <a:close/>
                <a:moveTo>
                  <a:pt x="10406" y="272063"/>
                </a:moveTo>
                <a:lnTo>
                  <a:pt x="10822" y="272549"/>
                </a:lnTo>
                <a:lnTo>
                  <a:pt x="10198" y="272306"/>
                </a:lnTo>
                <a:close/>
                <a:moveTo>
                  <a:pt x="24243" y="272982"/>
                </a:moveTo>
                <a:lnTo>
                  <a:pt x="25502" y="274643"/>
                </a:lnTo>
                <a:lnTo>
                  <a:pt x="23613" y="273813"/>
                </a:lnTo>
                <a:close/>
                <a:moveTo>
                  <a:pt x="111346" y="53899"/>
                </a:moveTo>
                <a:lnTo>
                  <a:pt x="111814" y="54343"/>
                </a:lnTo>
                <a:lnTo>
                  <a:pt x="111112" y="54121"/>
                </a:lnTo>
                <a:close/>
                <a:moveTo>
                  <a:pt x="132786" y="177480"/>
                </a:moveTo>
                <a:lnTo>
                  <a:pt x="133816" y="179206"/>
                </a:lnTo>
                <a:lnTo>
                  <a:pt x="132271" y="178343"/>
                </a:lnTo>
                <a:close/>
                <a:moveTo>
                  <a:pt x="96616" y="227499"/>
                </a:moveTo>
                <a:lnTo>
                  <a:pt x="97950" y="229144"/>
                </a:lnTo>
                <a:lnTo>
                  <a:pt x="95949" y="228321"/>
                </a:lnTo>
                <a:close/>
                <a:moveTo>
                  <a:pt x="25902" y="2625"/>
                </a:moveTo>
                <a:lnTo>
                  <a:pt x="26556" y="3427"/>
                </a:lnTo>
                <a:lnTo>
                  <a:pt x="25575" y="3026"/>
                </a:lnTo>
                <a:close/>
                <a:moveTo>
                  <a:pt x="28037" y="220744"/>
                </a:moveTo>
                <a:lnTo>
                  <a:pt x="29334" y="222487"/>
                </a:lnTo>
                <a:lnTo>
                  <a:pt x="27389" y="221616"/>
                </a:lnTo>
                <a:close/>
                <a:moveTo>
                  <a:pt x="126690" y="299335"/>
                </a:moveTo>
                <a:lnTo>
                  <a:pt x="128707" y="300488"/>
                </a:lnTo>
                <a:lnTo>
                  <a:pt x="125681" y="299911"/>
                </a:lnTo>
                <a:close/>
                <a:moveTo>
                  <a:pt x="119381" y="6326"/>
                </a:moveTo>
                <a:lnTo>
                  <a:pt x="119903" y="6838"/>
                </a:lnTo>
                <a:lnTo>
                  <a:pt x="119119" y="6582"/>
                </a:lnTo>
                <a:close/>
                <a:moveTo>
                  <a:pt x="21125" y="358204"/>
                </a:moveTo>
                <a:lnTo>
                  <a:pt x="22538" y="359657"/>
                </a:lnTo>
                <a:lnTo>
                  <a:pt x="20418" y="358930"/>
                </a:lnTo>
                <a:close/>
                <a:moveTo>
                  <a:pt x="15289" y="238690"/>
                </a:moveTo>
                <a:lnTo>
                  <a:pt x="16720" y="239282"/>
                </a:lnTo>
                <a:lnTo>
                  <a:pt x="14573" y="238986"/>
                </a:lnTo>
                <a:close/>
                <a:moveTo>
                  <a:pt x="96547" y="333901"/>
                </a:moveTo>
                <a:lnTo>
                  <a:pt x="97578" y="334818"/>
                </a:lnTo>
                <a:lnTo>
                  <a:pt x="96031" y="334360"/>
                </a:lnTo>
                <a:close/>
                <a:moveTo>
                  <a:pt x="36844" y="96303"/>
                </a:moveTo>
                <a:lnTo>
                  <a:pt x="39026" y="97469"/>
                </a:lnTo>
                <a:lnTo>
                  <a:pt x="35753" y="96886"/>
                </a:lnTo>
                <a:close/>
                <a:moveTo>
                  <a:pt x="125867" y="296323"/>
                </a:moveTo>
                <a:lnTo>
                  <a:pt x="126935" y="297423"/>
                </a:lnTo>
                <a:lnTo>
                  <a:pt x="125333" y="296873"/>
                </a:lnTo>
                <a:close/>
                <a:moveTo>
                  <a:pt x="141251" y="24245"/>
                </a:moveTo>
                <a:lnTo>
                  <a:pt x="142376" y="25699"/>
                </a:lnTo>
                <a:lnTo>
                  <a:pt x="140688" y="24972"/>
                </a:lnTo>
                <a:close/>
                <a:moveTo>
                  <a:pt x="79359" y="213174"/>
                </a:moveTo>
                <a:lnTo>
                  <a:pt x="80622" y="214941"/>
                </a:lnTo>
                <a:lnTo>
                  <a:pt x="78728" y="214057"/>
                </a:lnTo>
                <a:close/>
                <a:moveTo>
                  <a:pt x="46940" y="88929"/>
                </a:moveTo>
                <a:lnTo>
                  <a:pt x="48210" y="90076"/>
                </a:lnTo>
                <a:lnTo>
                  <a:pt x="46305" y="89502"/>
                </a:lnTo>
                <a:close/>
                <a:moveTo>
                  <a:pt x="11494" y="102699"/>
                </a:moveTo>
                <a:lnTo>
                  <a:pt x="13572" y="103803"/>
                </a:lnTo>
                <a:lnTo>
                  <a:pt x="10456" y="103251"/>
                </a:lnTo>
                <a:close/>
                <a:moveTo>
                  <a:pt x="122996" y="282623"/>
                </a:moveTo>
                <a:lnTo>
                  <a:pt x="124740" y="284060"/>
                </a:lnTo>
                <a:lnTo>
                  <a:pt x="122124" y="283342"/>
                </a:lnTo>
                <a:close/>
                <a:moveTo>
                  <a:pt x="109610" y="215328"/>
                </a:moveTo>
                <a:lnTo>
                  <a:pt x="110662" y="216565"/>
                </a:lnTo>
                <a:lnTo>
                  <a:pt x="109084" y="215947"/>
                </a:lnTo>
                <a:close/>
                <a:moveTo>
                  <a:pt x="41422" y="27106"/>
                </a:moveTo>
                <a:lnTo>
                  <a:pt x="42360" y="28396"/>
                </a:lnTo>
                <a:lnTo>
                  <a:pt x="40953" y="27751"/>
                </a:lnTo>
                <a:close/>
                <a:moveTo>
                  <a:pt x="63615" y="385135"/>
                </a:moveTo>
                <a:lnTo>
                  <a:pt x="65189" y="385551"/>
                </a:lnTo>
                <a:lnTo>
                  <a:pt x="62827" y="385343"/>
                </a:lnTo>
                <a:close/>
                <a:moveTo>
                  <a:pt x="129455" y="14822"/>
                </a:moveTo>
                <a:lnTo>
                  <a:pt x="130543" y="15496"/>
                </a:lnTo>
                <a:lnTo>
                  <a:pt x="128911" y="15159"/>
                </a:lnTo>
                <a:close/>
                <a:moveTo>
                  <a:pt x="139398" y="296738"/>
                </a:moveTo>
                <a:lnTo>
                  <a:pt x="140464" y="297737"/>
                </a:lnTo>
                <a:lnTo>
                  <a:pt x="138866" y="297238"/>
                </a:lnTo>
                <a:close/>
                <a:moveTo>
                  <a:pt x="28809" y="331213"/>
                </a:moveTo>
                <a:lnTo>
                  <a:pt x="30112" y="332262"/>
                </a:lnTo>
                <a:lnTo>
                  <a:pt x="28157" y="331738"/>
                </a:lnTo>
                <a:close/>
                <a:moveTo>
                  <a:pt x="110435" y="77594"/>
                </a:moveTo>
                <a:lnTo>
                  <a:pt x="111507" y="78928"/>
                </a:lnTo>
                <a:lnTo>
                  <a:pt x="109898" y="78261"/>
                </a:lnTo>
                <a:close/>
                <a:moveTo>
                  <a:pt x="29291" y="355534"/>
                </a:moveTo>
                <a:lnTo>
                  <a:pt x="30831" y="356171"/>
                </a:lnTo>
                <a:lnTo>
                  <a:pt x="28521" y="355852"/>
                </a:lnTo>
                <a:close/>
                <a:moveTo>
                  <a:pt x="40630" y="38985"/>
                </a:moveTo>
                <a:lnTo>
                  <a:pt x="42377" y="39930"/>
                </a:lnTo>
                <a:lnTo>
                  <a:pt x="39756" y="39457"/>
                </a:lnTo>
                <a:close/>
                <a:moveTo>
                  <a:pt x="55214" y="276998"/>
                </a:moveTo>
                <a:lnTo>
                  <a:pt x="56756" y="278203"/>
                </a:lnTo>
                <a:lnTo>
                  <a:pt x="54443" y="277601"/>
                </a:lnTo>
                <a:close/>
                <a:moveTo>
                  <a:pt x="113514" y="118510"/>
                </a:moveTo>
                <a:lnTo>
                  <a:pt x="115416" y="118960"/>
                </a:lnTo>
                <a:lnTo>
                  <a:pt x="112564" y="118735"/>
                </a:lnTo>
                <a:close/>
                <a:moveTo>
                  <a:pt x="129551" y="220687"/>
                </a:moveTo>
                <a:lnTo>
                  <a:pt x="130121" y="222396"/>
                </a:lnTo>
                <a:lnTo>
                  <a:pt x="129266" y="221541"/>
                </a:lnTo>
                <a:close/>
                <a:moveTo>
                  <a:pt x="69441" y="109868"/>
                </a:moveTo>
                <a:lnTo>
                  <a:pt x="70860" y="111434"/>
                </a:lnTo>
                <a:lnTo>
                  <a:pt x="68732" y="110651"/>
                </a:lnTo>
                <a:close/>
                <a:moveTo>
                  <a:pt x="87126" y="760"/>
                </a:moveTo>
                <a:lnTo>
                  <a:pt x="87485" y="2120"/>
                </a:lnTo>
                <a:lnTo>
                  <a:pt x="86947" y="1440"/>
                </a:lnTo>
                <a:close/>
                <a:moveTo>
                  <a:pt x="85698" y="55103"/>
                </a:moveTo>
                <a:lnTo>
                  <a:pt x="87304" y="56781"/>
                </a:lnTo>
                <a:lnTo>
                  <a:pt x="84896" y="55942"/>
                </a:lnTo>
                <a:close/>
                <a:moveTo>
                  <a:pt x="6798" y="152485"/>
                </a:moveTo>
                <a:lnTo>
                  <a:pt x="8284" y="153980"/>
                </a:lnTo>
                <a:lnTo>
                  <a:pt x="6054" y="153232"/>
                </a:lnTo>
                <a:close/>
                <a:moveTo>
                  <a:pt x="126805" y="344207"/>
                </a:moveTo>
                <a:lnTo>
                  <a:pt x="128871" y="345666"/>
                </a:lnTo>
                <a:lnTo>
                  <a:pt x="125772" y="344936"/>
                </a:lnTo>
                <a:close/>
                <a:moveTo>
                  <a:pt x="137408" y="315695"/>
                </a:moveTo>
                <a:lnTo>
                  <a:pt x="137863" y="316697"/>
                </a:lnTo>
                <a:lnTo>
                  <a:pt x="137180" y="316196"/>
                </a:lnTo>
                <a:close/>
                <a:moveTo>
                  <a:pt x="111646" y="58907"/>
                </a:moveTo>
                <a:lnTo>
                  <a:pt x="112717" y="59542"/>
                </a:lnTo>
                <a:lnTo>
                  <a:pt x="111111" y="59225"/>
                </a:lnTo>
                <a:close/>
                <a:moveTo>
                  <a:pt x="133516" y="95461"/>
                </a:moveTo>
                <a:lnTo>
                  <a:pt x="134714" y="96572"/>
                </a:lnTo>
                <a:lnTo>
                  <a:pt x="132918" y="96016"/>
                </a:lnTo>
                <a:close/>
                <a:moveTo>
                  <a:pt x="44191" y="160238"/>
                </a:moveTo>
                <a:lnTo>
                  <a:pt x="45185" y="161005"/>
                </a:lnTo>
                <a:lnTo>
                  <a:pt x="43694" y="160621"/>
                </a:lnTo>
                <a:close/>
                <a:moveTo>
                  <a:pt x="117657" y="298548"/>
                </a:moveTo>
                <a:lnTo>
                  <a:pt x="119219" y="299299"/>
                </a:lnTo>
                <a:lnTo>
                  <a:pt x="116876" y="298923"/>
                </a:lnTo>
                <a:close/>
                <a:moveTo>
                  <a:pt x="54525" y="128967"/>
                </a:moveTo>
                <a:lnTo>
                  <a:pt x="55012" y="129560"/>
                </a:lnTo>
                <a:lnTo>
                  <a:pt x="54281" y="129264"/>
                </a:lnTo>
                <a:close/>
                <a:moveTo>
                  <a:pt x="40119" y="104321"/>
                </a:moveTo>
                <a:lnTo>
                  <a:pt x="41242" y="104924"/>
                </a:lnTo>
                <a:lnTo>
                  <a:pt x="39558" y="104623"/>
                </a:lnTo>
                <a:close/>
                <a:moveTo>
                  <a:pt x="62812" y="30713"/>
                </a:moveTo>
                <a:lnTo>
                  <a:pt x="64610" y="31769"/>
                </a:lnTo>
                <a:lnTo>
                  <a:pt x="61913" y="31241"/>
                </a:lnTo>
                <a:close/>
                <a:moveTo>
                  <a:pt x="65425" y="35635"/>
                </a:moveTo>
                <a:lnTo>
                  <a:pt x="66701" y="37003"/>
                </a:lnTo>
                <a:lnTo>
                  <a:pt x="64787" y="36319"/>
                </a:lnTo>
                <a:close/>
                <a:moveTo>
                  <a:pt x="115338" y="120128"/>
                </a:moveTo>
                <a:lnTo>
                  <a:pt x="116307" y="120507"/>
                </a:lnTo>
                <a:lnTo>
                  <a:pt x="114853" y="120318"/>
                </a:lnTo>
                <a:close/>
                <a:moveTo>
                  <a:pt x="27090" y="313120"/>
                </a:moveTo>
                <a:lnTo>
                  <a:pt x="28196" y="313824"/>
                </a:lnTo>
                <a:lnTo>
                  <a:pt x="26537" y="313472"/>
                </a:lnTo>
                <a:close/>
                <a:moveTo>
                  <a:pt x="22063" y="200458"/>
                </a:moveTo>
                <a:lnTo>
                  <a:pt x="23790" y="201115"/>
                </a:lnTo>
                <a:lnTo>
                  <a:pt x="21199" y="200786"/>
                </a:lnTo>
                <a:close/>
                <a:moveTo>
                  <a:pt x="72022" y="255706"/>
                </a:moveTo>
                <a:lnTo>
                  <a:pt x="73093" y="256885"/>
                </a:lnTo>
                <a:lnTo>
                  <a:pt x="71486" y="256296"/>
                </a:lnTo>
                <a:close/>
                <a:moveTo>
                  <a:pt x="86142" y="38634"/>
                </a:moveTo>
                <a:lnTo>
                  <a:pt x="88094" y="39374"/>
                </a:lnTo>
                <a:lnTo>
                  <a:pt x="85165" y="39004"/>
                </a:lnTo>
                <a:close/>
                <a:moveTo>
                  <a:pt x="22533" y="215227"/>
                </a:moveTo>
                <a:lnTo>
                  <a:pt x="23518" y="216045"/>
                </a:lnTo>
                <a:lnTo>
                  <a:pt x="22041" y="215636"/>
                </a:lnTo>
                <a:close/>
                <a:moveTo>
                  <a:pt x="56063" y="225093"/>
                </a:moveTo>
                <a:lnTo>
                  <a:pt x="57097" y="225758"/>
                </a:lnTo>
                <a:lnTo>
                  <a:pt x="55546" y="225425"/>
                </a:lnTo>
                <a:close/>
                <a:moveTo>
                  <a:pt x="60829" y="99428"/>
                </a:moveTo>
                <a:lnTo>
                  <a:pt x="62089" y="99801"/>
                </a:lnTo>
                <a:lnTo>
                  <a:pt x="60199" y="99614"/>
                </a:lnTo>
                <a:close/>
                <a:moveTo>
                  <a:pt x="140909" y="327083"/>
                </a:moveTo>
                <a:lnTo>
                  <a:pt x="141900" y="328232"/>
                </a:lnTo>
                <a:lnTo>
                  <a:pt x="140414" y="327658"/>
                </a:lnTo>
                <a:close/>
                <a:moveTo>
                  <a:pt x="54420" y="181986"/>
                </a:moveTo>
                <a:lnTo>
                  <a:pt x="56274" y="183657"/>
                </a:lnTo>
                <a:lnTo>
                  <a:pt x="53493" y="182822"/>
                </a:lnTo>
                <a:close/>
                <a:moveTo>
                  <a:pt x="11657" y="19427"/>
                </a:moveTo>
                <a:lnTo>
                  <a:pt x="13535" y="20849"/>
                </a:lnTo>
                <a:lnTo>
                  <a:pt x="10719" y="20138"/>
                </a:lnTo>
                <a:close/>
                <a:moveTo>
                  <a:pt x="139709" y="38323"/>
                </a:moveTo>
                <a:lnTo>
                  <a:pt x="140666" y="39988"/>
                </a:lnTo>
                <a:lnTo>
                  <a:pt x="139231" y="39156"/>
                </a:lnTo>
                <a:close/>
                <a:moveTo>
                  <a:pt x="127428" y="326377"/>
                </a:moveTo>
                <a:lnTo>
                  <a:pt x="129490" y="328165"/>
                </a:lnTo>
                <a:lnTo>
                  <a:pt x="126396" y="327271"/>
                </a:lnTo>
                <a:close/>
                <a:moveTo>
                  <a:pt x="85190" y="296329"/>
                </a:moveTo>
                <a:lnTo>
                  <a:pt x="86696" y="298005"/>
                </a:lnTo>
                <a:lnTo>
                  <a:pt x="84437" y="297167"/>
                </a:lnTo>
                <a:close/>
                <a:moveTo>
                  <a:pt x="22124" y="118428"/>
                </a:moveTo>
                <a:lnTo>
                  <a:pt x="22913" y="120096"/>
                </a:lnTo>
                <a:lnTo>
                  <a:pt x="21729" y="119262"/>
                </a:lnTo>
                <a:close/>
                <a:moveTo>
                  <a:pt x="49164" y="315635"/>
                </a:moveTo>
                <a:lnTo>
                  <a:pt x="50162" y="316952"/>
                </a:lnTo>
                <a:lnTo>
                  <a:pt x="48665" y="316294"/>
                </a:lnTo>
                <a:close/>
                <a:moveTo>
                  <a:pt x="99418" y="36347"/>
                </a:moveTo>
                <a:lnTo>
                  <a:pt x="101081" y="37905"/>
                </a:lnTo>
                <a:lnTo>
                  <a:pt x="98587" y="37126"/>
                </a:lnTo>
                <a:close/>
                <a:moveTo>
                  <a:pt x="116055" y="6867"/>
                </a:moveTo>
                <a:lnTo>
                  <a:pt x="117858" y="8511"/>
                </a:lnTo>
                <a:lnTo>
                  <a:pt x="115153" y="7689"/>
                </a:lnTo>
                <a:close/>
                <a:moveTo>
                  <a:pt x="41896" y="306478"/>
                </a:moveTo>
                <a:lnTo>
                  <a:pt x="43127" y="307475"/>
                </a:lnTo>
                <a:lnTo>
                  <a:pt x="41280" y="306977"/>
                </a:lnTo>
                <a:close/>
                <a:moveTo>
                  <a:pt x="33686" y="301791"/>
                </a:moveTo>
                <a:lnTo>
                  <a:pt x="35405" y="303324"/>
                </a:lnTo>
                <a:lnTo>
                  <a:pt x="32827" y="302558"/>
                </a:lnTo>
                <a:close/>
                <a:moveTo>
                  <a:pt x="1598" y="345931"/>
                </a:moveTo>
                <a:lnTo>
                  <a:pt x="2520" y="347407"/>
                </a:lnTo>
                <a:lnTo>
                  <a:pt x="1137" y="346669"/>
                </a:lnTo>
                <a:close/>
                <a:moveTo>
                  <a:pt x="96718" y="330243"/>
                </a:moveTo>
                <a:lnTo>
                  <a:pt x="98699" y="331060"/>
                </a:lnTo>
                <a:lnTo>
                  <a:pt x="95727" y="330652"/>
                </a:lnTo>
                <a:close/>
                <a:moveTo>
                  <a:pt x="4536" y="168873"/>
                </a:moveTo>
                <a:lnTo>
                  <a:pt x="5801" y="169275"/>
                </a:lnTo>
                <a:lnTo>
                  <a:pt x="3903" y="169074"/>
                </a:lnTo>
                <a:close/>
                <a:moveTo>
                  <a:pt x="29392" y="317228"/>
                </a:moveTo>
                <a:lnTo>
                  <a:pt x="31344" y="318709"/>
                </a:lnTo>
                <a:lnTo>
                  <a:pt x="28416" y="317968"/>
                </a:lnTo>
                <a:close/>
                <a:moveTo>
                  <a:pt x="88240" y="253649"/>
                </a:moveTo>
                <a:lnTo>
                  <a:pt x="89665" y="253982"/>
                </a:lnTo>
                <a:lnTo>
                  <a:pt x="87527" y="253816"/>
                </a:lnTo>
                <a:close/>
                <a:moveTo>
                  <a:pt x="134579" y="382900"/>
                </a:moveTo>
                <a:lnTo>
                  <a:pt x="136542" y="384540"/>
                </a:lnTo>
                <a:lnTo>
                  <a:pt x="133598" y="383720"/>
                </a:lnTo>
                <a:close/>
                <a:moveTo>
                  <a:pt x="88603" y="305530"/>
                </a:moveTo>
                <a:lnTo>
                  <a:pt x="90008" y="306213"/>
                </a:lnTo>
                <a:lnTo>
                  <a:pt x="87901" y="305872"/>
                </a:lnTo>
                <a:close/>
                <a:moveTo>
                  <a:pt x="67770" y="133623"/>
                </a:moveTo>
                <a:lnTo>
                  <a:pt x="69573" y="134876"/>
                </a:lnTo>
                <a:lnTo>
                  <a:pt x="66869" y="134250"/>
                </a:lnTo>
                <a:close/>
                <a:moveTo>
                  <a:pt x="82187" y="223989"/>
                </a:moveTo>
                <a:lnTo>
                  <a:pt x="83278" y="224631"/>
                </a:lnTo>
                <a:lnTo>
                  <a:pt x="81642" y="224310"/>
                </a:lnTo>
                <a:close/>
                <a:moveTo>
                  <a:pt x="37793" y="247299"/>
                </a:moveTo>
                <a:lnTo>
                  <a:pt x="39864" y="248218"/>
                </a:lnTo>
                <a:lnTo>
                  <a:pt x="36758" y="247759"/>
                </a:lnTo>
                <a:close/>
                <a:moveTo>
                  <a:pt x="43107" y="467"/>
                </a:moveTo>
                <a:lnTo>
                  <a:pt x="44970" y="2264"/>
                </a:lnTo>
                <a:lnTo>
                  <a:pt x="42175" y="1365"/>
                </a:lnTo>
                <a:close/>
                <a:moveTo>
                  <a:pt x="108992" y="222928"/>
                </a:moveTo>
                <a:lnTo>
                  <a:pt x="110054" y="223528"/>
                </a:lnTo>
                <a:lnTo>
                  <a:pt x="108462" y="223228"/>
                </a:lnTo>
                <a:close/>
                <a:moveTo>
                  <a:pt x="69620" y="72784"/>
                </a:moveTo>
                <a:lnTo>
                  <a:pt x="71064" y="73863"/>
                </a:lnTo>
                <a:lnTo>
                  <a:pt x="68898" y="73323"/>
                </a:lnTo>
                <a:close/>
                <a:moveTo>
                  <a:pt x="39601" y="74900"/>
                </a:moveTo>
                <a:lnTo>
                  <a:pt x="41309" y="76116"/>
                </a:lnTo>
                <a:lnTo>
                  <a:pt x="38747" y="75508"/>
                </a:lnTo>
                <a:close/>
                <a:moveTo>
                  <a:pt x="20958" y="211343"/>
                </a:moveTo>
                <a:lnTo>
                  <a:pt x="21629" y="211663"/>
                </a:lnTo>
                <a:lnTo>
                  <a:pt x="20623" y="211503"/>
                </a:lnTo>
                <a:close/>
                <a:moveTo>
                  <a:pt x="32857" y="221299"/>
                </a:moveTo>
                <a:lnTo>
                  <a:pt x="34691" y="222376"/>
                </a:lnTo>
                <a:lnTo>
                  <a:pt x="31940" y="221838"/>
                </a:lnTo>
                <a:close/>
                <a:moveTo>
                  <a:pt x="99495" y="16743"/>
                </a:moveTo>
                <a:lnTo>
                  <a:pt x="100554" y="17578"/>
                </a:lnTo>
                <a:lnTo>
                  <a:pt x="98966" y="17161"/>
                </a:lnTo>
                <a:close/>
                <a:moveTo>
                  <a:pt x="8158" y="37647"/>
                </a:moveTo>
                <a:lnTo>
                  <a:pt x="10180" y="39342"/>
                </a:lnTo>
                <a:lnTo>
                  <a:pt x="7146" y="38494"/>
                </a:lnTo>
                <a:close/>
                <a:moveTo>
                  <a:pt x="32171" y="261120"/>
                </a:moveTo>
                <a:lnTo>
                  <a:pt x="33804" y="262425"/>
                </a:lnTo>
                <a:lnTo>
                  <a:pt x="31355" y="261773"/>
                </a:lnTo>
                <a:close/>
                <a:moveTo>
                  <a:pt x="88817" y="154336"/>
                </a:moveTo>
                <a:lnTo>
                  <a:pt x="89737" y="155160"/>
                </a:lnTo>
                <a:lnTo>
                  <a:pt x="88357" y="154748"/>
                </a:lnTo>
                <a:close/>
                <a:moveTo>
                  <a:pt x="3034" y="315407"/>
                </a:moveTo>
                <a:lnTo>
                  <a:pt x="4395" y="316010"/>
                </a:lnTo>
                <a:lnTo>
                  <a:pt x="2354" y="315709"/>
                </a:lnTo>
                <a:close/>
                <a:moveTo>
                  <a:pt x="68014" y="193616"/>
                </a:moveTo>
                <a:lnTo>
                  <a:pt x="69356" y="194816"/>
                </a:lnTo>
                <a:lnTo>
                  <a:pt x="67343" y="194216"/>
                </a:lnTo>
                <a:close/>
                <a:moveTo>
                  <a:pt x="64035" y="23457"/>
                </a:moveTo>
                <a:lnTo>
                  <a:pt x="65129" y="24484"/>
                </a:lnTo>
                <a:lnTo>
                  <a:pt x="63489" y="23970"/>
                </a:lnTo>
                <a:close/>
                <a:moveTo>
                  <a:pt x="4759" y="353257"/>
                </a:moveTo>
                <a:lnTo>
                  <a:pt x="6097" y="354277"/>
                </a:lnTo>
                <a:lnTo>
                  <a:pt x="4089" y="353767"/>
                </a:lnTo>
                <a:close/>
                <a:moveTo>
                  <a:pt x="41736" y="287480"/>
                </a:moveTo>
                <a:lnTo>
                  <a:pt x="42986" y="288858"/>
                </a:lnTo>
                <a:lnTo>
                  <a:pt x="41110" y="288169"/>
                </a:lnTo>
                <a:close/>
                <a:moveTo>
                  <a:pt x="4020" y="18023"/>
                </a:moveTo>
                <a:lnTo>
                  <a:pt x="6189" y="19714"/>
                </a:lnTo>
                <a:lnTo>
                  <a:pt x="2936" y="18869"/>
                </a:lnTo>
                <a:close/>
                <a:moveTo>
                  <a:pt x="47427" y="244747"/>
                </a:moveTo>
                <a:lnTo>
                  <a:pt x="49100" y="246165"/>
                </a:lnTo>
                <a:lnTo>
                  <a:pt x="46591" y="245456"/>
                </a:lnTo>
                <a:close/>
                <a:moveTo>
                  <a:pt x="53653" y="318453"/>
                </a:moveTo>
                <a:lnTo>
                  <a:pt x="54029" y="318955"/>
                </a:lnTo>
                <a:lnTo>
                  <a:pt x="53465" y="318704"/>
                </a:lnTo>
                <a:close/>
                <a:moveTo>
                  <a:pt x="8565" y="295948"/>
                </a:moveTo>
                <a:lnTo>
                  <a:pt x="10655" y="297510"/>
                </a:lnTo>
                <a:lnTo>
                  <a:pt x="7520" y="296729"/>
                </a:lnTo>
                <a:close/>
                <a:moveTo>
                  <a:pt x="5441" y="114917"/>
                </a:moveTo>
                <a:lnTo>
                  <a:pt x="7186" y="116354"/>
                </a:lnTo>
                <a:lnTo>
                  <a:pt x="4569" y="115636"/>
                </a:lnTo>
                <a:close/>
                <a:moveTo>
                  <a:pt x="34230" y="251451"/>
                </a:moveTo>
                <a:lnTo>
                  <a:pt x="35898" y="252607"/>
                </a:lnTo>
                <a:lnTo>
                  <a:pt x="33396" y="252029"/>
                </a:lnTo>
                <a:close/>
                <a:moveTo>
                  <a:pt x="10014" y="310791"/>
                </a:moveTo>
                <a:lnTo>
                  <a:pt x="10813" y="311817"/>
                </a:lnTo>
                <a:lnTo>
                  <a:pt x="9615" y="311304"/>
                </a:lnTo>
                <a:close/>
                <a:moveTo>
                  <a:pt x="96561" y="235340"/>
                </a:moveTo>
                <a:lnTo>
                  <a:pt x="98636" y="236338"/>
                </a:lnTo>
                <a:lnTo>
                  <a:pt x="95524" y="235839"/>
                </a:lnTo>
                <a:close/>
                <a:moveTo>
                  <a:pt x="33807" y="81722"/>
                </a:moveTo>
                <a:lnTo>
                  <a:pt x="35259" y="82236"/>
                </a:lnTo>
                <a:lnTo>
                  <a:pt x="33081" y="81979"/>
                </a:lnTo>
                <a:close/>
                <a:moveTo>
                  <a:pt x="33760" y="294184"/>
                </a:moveTo>
                <a:lnTo>
                  <a:pt x="34879" y="295602"/>
                </a:lnTo>
                <a:lnTo>
                  <a:pt x="33201" y="294893"/>
                </a:lnTo>
                <a:close/>
                <a:moveTo>
                  <a:pt x="36844" y="118213"/>
                </a:moveTo>
                <a:lnTo>
                  <a:pt x="39007" y="119572"/>
                </a:lnTo>
                <a:lnTo>
                  <a:pt x="35763" y="118892"/>
                </a:lnTo>
                <a:close/>
                <a:moveTo>
                  <a:pt x="129145" y="324930"/>
                </a:moveTo>
                <a:lnTo>
                  <a:pt x="130277" y="326506"/>
                </a:lnTo>
                <a:lnTo>
                  <a:pt x="128579" y="325718"/>
                </a:lnTo>
                <a:close/>
                <a:moveTo>
                  <a:pt x="102391" y="17158"/>
                </a:moveTo>
                <a:lnTo>
                  <a:pt x="103635" y="18121"/>
                </a:lnTo>
                <a:lnTo>
                  <a:pt x="101769" y="17639"/>
                </a:lnTo>
                <a:close/>
                <a:moveTo>
                  <a:pt x="1092" y="378556"/>
                </a:moveTo>
                <a:lnTo>
                  <a:pt x="1613" y="379480"/>
                </a:lnTo>
                <a:lnTo>
                  <a:pt x="832" y="379018"/>
                </a:lnTo>
                <a:close/>
                <a:moveTo>
                  <a:pt x="126404" y="92991"/>
                </a:moveTo>
                <a:lnTo>
                  <a:pt x="128037" y="93403"/>
                </a:lnTo>
                <a:lnTo>
                  <a:pt x="125587" y="93197"/>
                </a:lnTo>
                <a:close/>
                <a:moveTo>
                  <a:pt x="98659" y="113787"/>
                </a:moveTo>
                <a:lnTo>
                  <a:pt x="100366" y="115169"/>
                </a:lnTo>
                <a:lnTo>
                  <a:pt x="97805" y="114478"/>
                </a:lnTo>
                <a:close/>
                <a:moveTo>
                  <a:pt x="74865" y="219051"/>
                </a:moveTo>
                <a:lnTo>
                  <a:pt x="75745" y="220677"/>
                </a:lnTo>
                <a:lnTo>
                  <a:pt x="74425" y="219864"/>
                </a:lnTo>
                <a:close/>
                <a:moveTo>
                  <a:pt x="104316" y="159732"/>
                </a:moveTo>
                <a:lnTo>
                  <a:pt x="105167" y="160908"/>
                </a:lnTo>
                <a:lnTo>
                  <a:pt x="103890" y="160320"/>
                </a:lnTo>
                <a:close/>
                <a:moveTo>
                  <a:pt x="110806" y="317265"/>
                </a:moveTo>
                <a:lnTo>
                  <a:pt x="111845" y="318157"/>
                </a:lnTo>
                <a:lnTo>
                  <a:pt x="110287" y="317711"/>
                </a:lnTo>
                <a:close/>
                <a:moveTo>
                  <a:pt x="100898" y="329248"/>
                </a:moveTo>
                <a:lnTo>
                  <a:pt x="102856" y="330350"/>
                </a:lnTo>
                <a:lnTo>
                  <a:pt x="99919" y="329799"/>
                </a:lnTo>
                <a:close/>
                <a:moveTo>
                  <a:pt x="41458" y="316263"/>
                </a:moveTo>
                <a:lnTo>
                  <a:pt x="43368" y="317815"/>
                </a:lnTo>
                <a:lnTo>
                  <a:pt x="40503" y="317039"/>
                </a:lnTo>
                <a:close/>
                <a:moveTo>
                  <a:pt x="69213" y="62626"/>
                </a:moveTo>
                <a:lnTo>
                  <a:pt x="69702" y="64143"/>
                </a:lnTo>
                <a:lnTo>
                  <a:pt x="68968" y="63384"/>
                </a:lnTo>
                <a:close/>
                <a:moveTo>
                  <a:pt x="61587" y="148408"/>
                </a:moveTo>
                <a:lnTo>
                  <a:pt x="62513" y="150079"/>
                </a:lnTo>
                <a:lnTo>
                  <a:pt x="61124" y="149244"/>
                </a:lnTo>
                <a:close/>
                <a:moveTo>
                  <a:pt x="118582" y="174450"/>
                </a:moveTo>
                <a:lnTo>
                  <a:pt x="119373" y="175042"/>
                </a:lnTo>
                <a:lnTo>
                  <a:pt x="118186" y="174746"/>
                </a:lnTo>
                <a:close/>
                <a:moveTo>
                  <a:pt x="144633" y="262407"/>
                </a:moveTo>
                <a:lnTo>
                  <a:pt x="145214" y="263920"/>
                </a:lnTo>
                <a:lnTo>
                  <a:pt x="144342" y="263163"/>
                </a:lnTo>
                <a:close/>
                <a:moveTo>
                  <a:pt x="106425" y="217791"/>
                </a:moveTo>
                <a:lnTo>
                  <a:pt x="108492" y="218153"/>
                </a:lnTo>
                <a:lnTo>
                  <a:pt x="105391" y="217972"/>
                </a:lnTo>
                <a:close/>
                <a:moveTo>
                  <a:pt x="24371" y="313444"/>
                </a:moveTo>
                <a:lnTo>
                  <a:pt x="25322" y="314084"/>
                </a:lnTo>
                <a:lnTo>
                  <a:pt x="23895" y="313764"/>
                </a:lnTo>
                <a:close/>
                <a:moveTo>
                  <a:pt x="127081" y="239878"/>
                </a:moveTo>
                <a:lnTo>
                  <a:pt x="128204" y="241054"/>
                </a:lnTo>
                <a:lnTo>
                  <a:pt x="126520" y="240466"/>
                </a:lnTo>
                <a:close/>
                <a:moveTo>
                  <a:pt x="62967" y="7749"/>
                </a:moveTo>
                <a:lnTo>
                  <a:pt x="64625" y="8294"/>
                </a:lnTo>
                <a:lnTo>
                  <a:pt x="62138" y="8021"/>
                </a:lnTo>
                <a:close/>
                <a:moveTo>
                  <a:pt x="46226" y="103547"/>
                </a:moveTo>
                <a:lnTo>
                  <a:pt x="47474" y="104184"/>
                </a:lnTo>
                <a:lnTo>
                  <a:pt x="45601" y="103865"/>
                </a:lnTo>
                <a:close/>
                <a:moveTo>
                  <a:pt x="59583" y="300963"/>
                </a:moveTo>
                <a:lnTo>
                  <a:pt x="60160" y="302106"/>
                </a:lnTo>
                <a:lnTo>
                  <a:pt x="59294" y="301534"/>
                </a:lnTo>
                <a:close/>
                <a:moveTo>
                  <a:pt x="142177" y="357397"/>
                </a:moveTo>
                <a:lnTo>
                  <a:pt x="144219" y="358776"/>
                </a:lnTo>
                <a:lnTo>
                  <a:pt x="141155" y="358087"/>
                </a:lnTo>
                <a:close/>
                <a:moveTo>
                  <a:pt x="71142" y="75098"/>
                </a:moveTo>
                <a:lnTo>
                  <a:pt x="72185" y="76286"/>
                </a:lnTo>
                <a:lnTo>
                  <a:pt x="70621" y="75692"/>
                </a:lnTo>
                <a:close/>
                <a:moveTo>
                  <a:pt x="105382" y="359317"/>
                </a:moveTo>
                <a:lnTo>
                  <a:pt x="106805" y="359755"/>
                </a:lnTo>
                <a:lnTo>
                  <a:pt x="104671" y="359536"/>
                </a:lnTo>
                <a:close/>
                <a:moveTo>
                  <a:pt x="130746" y="112517"/>
                </a:moveTo>
                <a:lnTo>
                  <a:pt x="132258" y="112958"/>
                </a:lnTo>
                <a:lnTo>
                  <a:pt x="129990" y="112738"/>
                </a:lnTo>
                <a:close/>
                <a:moveTo>
                  <a:pt x="131446" y="38252"/>
                </a:moveTo>
                <a:lnTo>
                  <a:pt x="132577" y="39635"/>
                </a:lnTo>
                <a:lnTo>
                  <a:pt x="130881" y="38944"/>
                </a:lnTo>
                <a:close/>
                <a:moveTo>
                  <a:pt x="51620" y="80225"/>
                </a:moveTo>
                <a:lnTo>
                  <a:pt x="52766" y="81854"/>
                </a:lnTo>
                <a:lnTo>
                  <a:pt x="51047" y="81040"/>
                </a:lnTo>
                <a:close/>
                <a:moveTo>
                  <a:pt x="104347" y="150100"/>
                </a:moveTo>
                <a:lnTo>
                  <a:pt x="105852" y="151570"/>
                </a:lnTo>
                <a:lnTo>
                  <a:pt x="103594" y="150835"/>
                </a:lnTo>
                <a:close/>
                <a:moveTo>
                  <a:pt x="138063" y="276767"/>
                </a:moveTo>
                <a:lnTo>
                  <a:pt x="139577" y="278175"/>
                </a:lnTo>
                <a:lnTo>
                  <a:pt x="137306" y="277471"/>
                </a:lnTo>
                <a:close/>
                <a:moveTo>
                  <a:pt x="63887" y="356611"/>
                </a:moveTo>
                <a:lnTo>
                  <a:pt x="65237" y="358026"/>
                </a:lnTo>
                <a:lnTo>
                  <a:pt x="63212" y="357319"/>
                </a:lnTo>
                <a:close/>
                <a:moveTo>
                  <a:pt x="63884" y="347650"/>
                </a:moveTo>
                <a:lnTo>
                  <a:pt x="64476" y="348100"/>
                </a:lnTo>
                <a:lnTo>
                  <a:pt x="63587" y="347875"/>
                </a:lnTo>
                <a:close/>
                <a:moveTo>
                  <a:pt x="139607" y="279819"/>
                </a:moveTo>
                <a:lnTo>
                  <a:pt x="140956" y="281361"/>
                </a:lnTo>
                <a:lnTo>
                  <a:pt x="138932" y="280590"/>
                </a:lnTo>
                <a:close/>
                <a:moveTo>
                  <a:pt x="129087" y="43379"/>
                </a:moveTo>
                <a:lnTo>
                  <a:pt x="130534" y="45089"/>
                </a:lnTo>
                <a:lnTo>
                  <a:pt x="128363" y="44234"/>
                </a:lnTo>
                <a:close/>
                <a:moveTo>
                  <a:pt x="54536" y="206273"/>
                </a:moveTo>
                <a:lnTo>
                  <a:pt x="56223" y="207373"/>
                </a:lnTo>
                <a:lnTo>
                  <a:pt x="53692" y="206823"/>
                </a:lnTo>
                <a:close/>
                <a:moveTo>
                  <a:pt x="96054" y="344588"/>
                </a:moveTo>
                <a:lnTo>
                  <a:pt x="96424" y="346117"/>
                </a:lnTo>
                <a:lnTo>
                  <a:pt x="95869" y="345352"/>
                </a:lnTo>
                <a:close/>
                <a:moveTo>
                  <a:pt x="24717" y="1004"/>
                </a:moveTo>
                <a:lnTo>
                  <a:pt x="25795" y="2211"/>
                </a:lnTo>
                <a:lnTo>
                  <a:pt x="24178" y="1608"/>
                </a:lnTo>
                <a:close/>
                <a:moveTo>
                  <a:pt x="96045" y="340299"/>
                </a:moveTo>
                <a:lnTo>
                  <a:pt x="97347" y="341074"/>
                </a:lnTo>
                <a:lnTo>
                  <a:pt x="95394" y="340687"/>
                </a:lnTo>
                <a:close/>
                <a:moveTo>
                  <a:pt x="109987" y="200483"/>
                </a:moveTo>
                <a:lnTo>
                  <a:pt x="111698" y="201149"/>
                </a:lnTo>
                <a:lnTo>
                  <a:pt x="109131" y="200816"/>
                </a:lnTo>
                <a:close/>
                <a:moveTo>
                  <a:pt x="70454" y="4018"/>
                </a:moveTo>
                <a:lnTo>
                  <a:pt x="71435" y="5014"/>
                </a:lnTo>
                <a:lnTo>
                  <a:pt x="69963" y="4516"/>
                </a:lnTo>
                <a:close/>
                <a:moveTo>
                  <a:pt x="30980" y="31919"/>
                </a:moveTo>
                <a:lnTo>
                  <a:pt x="32633" y="32284"/>
                </a:lnTo>
                <a:lnTo>
                  <a:pt x="30154" y="32102"/>
                </a:lnTo>
                <a:close/>
                <a:moveTo>
                  <a:pt x="81363" y="290714"/>
                </a:moveTo>
                <a:lnTo>
                  <a:pt x="83032" y="292238"/>
                </a:lnTo>
                <a:lnTo>
                  <a:pt x="80529" y="291476"/>
                </a:lnTo>
                <a:close/>
                <a:moveTo>
                  <a:pt x="35230" y="354214"/>
                </a:moveTo>
                <a:lnTo>
                  <a:pt x="35613" y="355925"/>
                </a:lnTo>
                <a:lnTo>
                  <a:pt x="35038" y="355069"/>
                </a:lnTo>
                <a:close/>
                <a:moveTo>
                  <a:pt x="62246" y="200773"/>
                </a:moveTo>
                <a:lnTo>
                  <a:pt x="63362" y="202092"/>
                </a:lnTo>
                <a:lnTo>
                  <a:pt x="61688" y="201432"/>
                </a:lnTo>
                <a:close/>
                <a:moveTo>
                  <a:pt x="52314" y="283011"/>
                </a:moveTo>
                <a:lnTo>
                  <a:pt x="54211" y="284035"/>
                </a:lnTo>
                <a:lnTo>
                  <a:pt x="51365" y="283523"/>
                </a:lnTo>
                <a:close/>
                <a:moveTo>
                  <a:pt x="29869" y="236399"/>
                </a:moveTo>
                <a:lnTo>
                  <a:pt x="30426" y="236985"/>
                </a:lnTo>
                <a:lnTo>
                  <a:pt x="29591" y="236692"/>
                </a:lnTo>
                <a:close/>
                <a:moveTo>
                  <a:pt x="102988" y="225895"/>
                </a:moveTo>
                <a:lnTo>
                  <a:pt x="104587" y="226925"/>
                </a:lnTo>
                <a:lnTo>
                  <a:pt x="102189" y="226410"/>
                </a:lnTo>
                <a:close/>
                <a:moveTo>
                  <a:pt x="98362" y="319670"/>
                </a:moveTo>
                <a:lnTo>
                  <a:pt x="98913" y="320734"/>
                </a:lnTo>
                <a:lnTo>
                  <a:pt x="98087" y="320202"/>
                </a:lnTo>
                <a:close/>
                <a:moveTo>
                  <a:pt x="69460" y="351100"/>
                </a:moveTo>
                <a:lnTo>
                  <a:pt x="69855" y="351945"/>
                </a:lnTo>
                <a:lnTo>
                  <a:pt x="69262" y="351523"/>
                </a:lnTo>
                <a:close/>
                <a:moveTo>
                  <a:pt x="93853" y="296564"/>
                </a:moveTo>
                <a:lnTo>
                  <a:pt x="95442" y="297651"/>
                </a:lnTo>
                <a:lnTo>
                  <a:pt x="93059" y="297107"/>
                </a:lnTo>
                <a:close/>
                <a:moveTo>
                  <a:pt x="85873" y="347269"/>
                </a:moveTo>
                <a:lnTo>
                  <a:pt x="86559" y="349022"/>
                </a:lnTo>
                <a:lnTo>
                  <a:pt x="85531" y="348146"/>
                </a:lnTo>
                <a:close/>
                <a:moveTo>
                  <a:pt x="57806" y="169693"/>
                </a:moveTo>
                <a:lnTo>
                  <a:pt x="59597" y="171132"/>
                </a:lnTo>
                <a:lnTo>
                  <a:pt x="56911" y="170413"/>
                </a:lnTo>
                <a:close/>
                <a:moveTo>
                  <a:pt x="82702" y="91391"/>
                </a:moveTo>
                <a:lnTo>
                  <a:pt x="84084" y="91900"/>
                </a:lnTo>
                <a:lnTo>
                  <a:pt x="82012" y="91645"/>
                </a:lnTo>
                <a:close/>
                <a:moveTo>
                  <a:pt x="46966" y="334762"/>
                </a:moveTo>
                <a:lnTo>
                  <a:pt x="47656" y="336280"/>
                </a:lnTo>
                <a:lnTo>
                  <a:pt x="46621" y="335521"/>
                </a:lnTo>
                <a:close/>
                <a:moveTo>
                  <a:pt x="75653" y="65317"/>
                </a:moveTo>
                <a:lnTo>
                  <a:pt x="77770" y="66833"/>
                </a:lnTo>
                <a:lnTo>
                  <a:pt x="74594" y="66075"/>
                </a:lnTo>
                <a:close/>
                <a:moveTo>
                  <a:pt x="114662" y="103362"/>
                </a:moveTo>
                <a:lnTo>
                  <a:pt x="115411" y="104611"/>
                </a:lnTo>
                <a:lnTo>
                  <a:pt x="114287" y="103986"/>
                </a:lnTo>
                <a:close/>
                <a:moveTo>
                  <a:pt x="84818" y="136849"/>
                </a:moveTo>
                <a:lnTo>
                  <a:pt x="86355" y="138419"/>
                </a:lnTo>
                <a:lnTo>
                  <a:pt x="84050" y="137634"/>
                </a:lnTo>
                <a:close/>
                <a:moveTo>
                  <a:pt x="117618" y="9327"/>
                </a:moveTo>
                <a:lnTo>
                  <a:pt x="118278" y="9828"/>
                </a:lnTo>
                <a:lnTo>
                  <a:pt x="117288" y="9578"/>
                </a:lnTo>
                <a:close/>
                <a:moveTo>
                  <a:pt x="72812" y="138783"/>
                </a:moveTo>
                <a:lnTo>
                  <a:pt x="74110" y="139615"/>
                </a:lnTo>
                <a:lnTo>
                  <a:pt x="72163" y="139199"/>
                </a:lnTo>
                <a:close/>
                <a:moveTo>
                  <a:pt x="27405" y="86179"/>
                </a:moveTo>
                <a:lnTo>
                  <a:pt x="28959" y="87283"/>
                </a:lnTo>
                <a:lnTo>
                  <a:pt x="26628" y="86731"/>
                </a:lnTo>
                <a:close/>
                <a:moveTo>
                  <a:pt x="13614" y="253926"/>
                </a:moveTo>
                <a:lnTo>
                  <a:pt x="14807" y="254496"/>
                </a:lnTo>
                <a:lnTo>
                  <a:pt x="13018" y="254211"/>
                </a:lnTo>
                <a:close/>
                <a:moveTo>
                  <a:pt x="52187" y="338674"/>
                </a:moveTo>
                <a:lnTo>
                  <a:pt x="54279" y="340109"/>
                </a:lnTo>
                <a:lnTo>
                  <a:pt x="51141" y="339392"/>
                </a:lnTo>
                <a:close/>
                <a:moveTo>
                  <a:pt x="44477" y="46585"/>
                </a:moveTo>
                <a:lnTo>
                  <a:pt x="44925" y="47861"/>
                </a:lnTo>
                <a:lnTo>
                  <a:pt x="44252" y="47223"/>
                </a:lnTo>
                <a:close/>
                <a:moveTo>
                  <a:pt x="107151" y="34823"/>
                </a:moveTo>
                <a:lnTo>
                  <a:pt x="108508" y="35347"/>
                </a:lnTo>
                <a:lnTo>
                  <a:pt x="106473" y="35085"/>
                </a:lnTo>
                <a:close/>
                <a:moveTo>
                  <a:pt x="87881" y="107561"/>
                </a:moveTo>
                <a:lnTo>
                  <a:pt x="89209" y="109182"/>
                </a:lnTo>
                <a:lnTo>
                  <a:pt x="87217" y="108372"/>
                </a:lnTo>
                <a:close/>
                <a:moveTo>
                  <a:pt x="136154" y="379695"/>
                </a:moveTo>
                <a:lnTo>
                  <a:pt x="137275" y="380776"/>
                </a:lnTo>
                <a:lnTo>
                  <a:pt x="135593" y="380236"/>
                </a:lnTo>
                <a:close/>
                <a:moveTo>
                  <a:pt x="6563" y="136784"/>
                </a:moveTo>
                <a:lnTo>
                  <a:pt x="8125" y="138167"/>
                </a:lnTo>
                <a:lnTo>
                  <a:pt x="5782" y="137475"/>
                </a:lnTo>
                <a:close/>
                <a:moveTo>
                  <a:pt x="91267" y="298338"/>
                </a:moveTo>
                <a:lnTo>
                  <a:pt x="92589" y="299173"/>
                </a:lnTo>
                <a:lnTo>
                  <a:pt x="90607" y="298756"/>
                </a:lnTo>
                <a:close/>
                <a:moveTo>
                  <a:pt x="52163" y="60930"/>
                </a:moveTo>
                <a:lnTo>
                  <a:pt x="53818" y="61356"/>
                </a:lnTo>
                <a:lnTo>
                  <a:pt x="51336" y="61143"/>
                </a:lnTo>
                <a:close/>
                <a:moveTo>
                  <a:pt x="109561" y="251146"/>
                </a:moveTo>
                <a:lnTo>
                  <a:pt x="110172" y="252022"/>
                </a:lnTo>
                <a:lnTo>
                  <a:pt x="109255" y="251584"/>
                </a:lnTo>
                <a:close/>
                <a:moveTo>
                  <a:pt x="12228" y="182897"/>
                </a:moveTo>
                <a:lnTo>
                  <a:pt x="14316" y="184550"/>
                </a:lnTo>
                <a:lnTo>
                  <a:pt x="11184" y="183723"/>
                </a:lnTo>
                <a:close/>
                <a:moveTo>
                  <a:pt x="143616" y="381658"/>
                </a:moveTo>
                <a:lnTo>
                  <a:pt x="144009" y="382909"/>
                </a:lnTo>
                <a:lnTo>
                  <a:pt x="143419" y="382284"/>
                </a:lnTo>
                <a:close/>
                <a:moveTo>
                  <a:pt x="135189" y="132217"/>
                </a:moveTo>
                <a:lnTo>
                  <a:pt x="136736" y="132598"/>
                </a:lnTo>
                <a:lnTo>
                  <a:pt x="134415" y="132408"/>
                </a:lnTo>
                <a:close/>
                <a:moveTo>
                  <a:pt x="129292" y="154766"/>
                </a:moveTo>
                <a:lnTo>
                  <a:pt x="131282" y="155946"/>
                </a:lnTo>
                <a:lnTo>
                  <a:pt x="128297" y="155356"/>
                </a:lnTo>
                <a:close/>
                <a:moveTo>
                  <a:pt x="90106" y="113085"/>
                </a:moveTo>
                <a:lnTo>
                  <a:pt x="92127" y="114072"/>
                </a:lnTo>
                <a:lnTo>
                  <a:pt x="89096" y="113579"/>
                </a:lnTo>
                <a:close/>
                <a:moveTo>
                  <a:pt x="59543" y="43834"/>
                </a:moveTo>
                <a:lnTo>
                  <a:pt x="60177" y="45301"/>
                </a:lnTo>
                <a:lnTo>
                  <a:pt x="59226" y="44568"/>
                </a:lnTo>
                <a:close/>
                <a:moveTo>
                  <a:pt x="63401" y="87974"/>
                </a:moveTo>
                <a:lnTo>
                  <a:pt x="64048" y="89185"/>
                </a:lnTo>
                <a:lnTo>
                  <a:pt x="63078" y="88579"/>
                </a:lnTo>
                <a:close/>
                <a:moveTo>
                  <a:pt x="59044" y="155095"/>
                </a:moveTo>
                <a:lnTo>
                  <a:pt x="60900" y="156289"/>
                </a:lnTo>
                <a:lnTo>
                  <a:pt x="58116" y="155692"/>
                </a:lnTo>
                <a:close/>
                <a:moveTo>
                  <a:pt x="45973" y="208527"/>
                </a:moveTo>
                <a:lnTo>
                  <a:pt x="47789" y="209569"/>
                </a:lnTo>
                <a:lnTo>
                  <a:pt x="45065" y="209048"/>
                </a:lnTo>
                <a:close/>
                <a:moveTo>
                  <a:pt x="82729" y="124750"/>
                </a:moveTo>
                <a:lnTo>
                  <a:pt x="84882" y="125546"/>
                </a:lnTo>
                <a:lnTo>
                  <a:pt x="81652" y="125148"/>
                </a:lnTo>
                <a:close/>
                <a:moveTo>
                  <a:pt x="2750" y="117623"/>
                </a:moveTo>
                <a:lnTo>
                  <a:pt x="3143" y="119027"/>
                </a:lnTo>
                <a:lnTo>
                  <a:pt x="2554" y="118325"/>
                </a:lnTo>
                <a:close/>
                <a:moveTo>
                  <a:pt x="129712" y="249361"/>
                </a:moveTo>
                <a:lnTo>
                  <a:pt x="130300" y="250723"/>
                </a:lnTo>
                <a:lnTo>
                  <a:pt x="129417" y="250042"/>
                </a:lnTo>
                <a:close/>
                <a:moveTo>
                  <a:pt x="113908" y="17321"/>
                </a:moveTo>
                <a:lnTo>
                  <a:pt x="115861" y="17926"/>
                </a:lnTo>
                <a:lnTo>
                  <a:pt x="112931" y="17623"/>
                </a:lnTo>
                <a:close/>
                <a:moveTo>
                  <a:pt x="38576" y="183267"/>
                </a:moveTo>
                <a:lnTo>
                  <a:pt x="39885" y="183876"/>
                </a:lnTo>
                <a:lnTo>
                  <a:pt x="37922" y="183572"/>
                </a:lnTo>
                <a:close/>
                <a:moveTo>
                  <a:pt x="102532" y="298710"/>
                </a:moveTo>
                <a:lnTo>
                  <a:pt x="103022" y="299239"/>
                </a:lnTo>
                <a:lnTo>
                  <a:pt x="102287" y="298974"/>
                </a:lnTo>
                <a:close/>
                <a:moveTo>
                  <a:pt x="6837" y="304378"/>
                </a:moveTo>
                <a:lnTo>
                  <a:pt x="8934" y="305509"/>
                </a:lnTo>
                <a:lnTo>
                  <a:pt x="5788" y="304943"/>
                </a:lnTo>
                <a:close/>
                <a:moveTo>
                  <a:pt x="53444" y="271107"/>
                </a:moveTo>
                <a:lnTo>
                  <a:pt x="55448" y="271414"/>
                </a:lnTo>
                <a:lnTo>
                  <a:pt x="52442" y="271260"/>
                </a:lnTo>
                <a:close/>
                <a:moveTo>
                  <a:pt x="26739" y="94265"/>
                </a:moveTo>
                <a:lnTo>
                  <a:pt x="27701" y="95724"/>
                </a:lnTo>
                <a:lnTo>
                  <a:pt x="26258" y="94995"/>
                </a:lnTo>
                <a:close/>
                <a:moveTo>
                  <a:pt x="103371" y="7172"/>
                </a:moveTo>
                <a:lnTo>
                  <a:pt x="103868" y="7665"/>
                </a:lnTo>
                <a:lnTo>
                  <a:pt x="103123" y="7419"/>
                </a:lnTo>
                <a:close/>
                <a:moveTo>
                  <a:pt x="7619" y="334102"/>
                </a:moveTo>
                <a:lnTo>
                  <a:pt x="9215" y="335777"/>
                </a:lnTo>
                <a:lnTo>
                  <a:pt x="6820" y="334939"/>
                </a:lnTo>
                <a:close/>
                <a:moveTo>
                  <a:pt x="75347" y="363206"/>
                </a:moveTo>
                <a:lnTo>
                  <a:pt x="76895" y="364361"/>
                </a:lnTo>
                <a:lnTo>
                  <a:pt x="74573" y="363783"/>
                </a:lnTo>
                <a:close/>
                <a:moveTo>
                  <a:pt x="69716" y="240868"/>
                </a:moveTo>
                <a:lnTo>
                  <a:pt x="71007" y="242350"/>
                </a:lnTo>
                <a:lnTo>
                  <a:pt x="69070" y="241609"/>
                </a:lnTo>
                <a:close/>
                <a:moveTo>
                  <a:pt x="21287" y="363701"/>
                </a:moveTo>
                <a:lnTo>
                  <a:pt x="21669" y="365060"/>
                </a:lnTo>
                <a:lnTo>
                  <a:pt x="21096" y="364380"/>
                </a:lnTo>
                <a:close/>
                <a:moveTo>
                  <a:pt x="115912" y="223527"/>
                </a:moveTo>
                <a:lnTo>
                  <a:pt x="117592" y="224950"/>
                </a:lnTo>
                <a:lnTo>
                  <a:pt x="115071" y="224239"/>
                </a:lnTo>
                <a:close/>
                <a:moveTo>
                  <a:pt x="23336" y="211285"/>
                </a:moveTo>
                <a:lnTo>
                  <a:pt x="25417" y="212976"/>
                </a:lnTo>
                <a:lnTo>
                  <a:pt x="22295" y="212130"/>
                </a:lnTo>
                <a:close/>
                <a:moveTo>
                  <a:pt x="96542" y="290336"/>
                </a:moveTo>
                <a:lnTo>
                  <a:pt x="97163" y="292081"/>
                </a:lnTo>
                <a:lnTo>
                  <a:pt x="96232" y="291208"/>
                </a:lnTo>
                <a:close/>
                <a:moveTo>
                  <a:pt x="22935" y="264693"/>
                </a:moveTo>
                <a:lnTo>
                  <a:pt x="24493" y="265398"/>
                </a:lnTo>
                <a:lnTo>
                  <a:pt x="22156" y="265046"/>
                </a:lnTo>
                <a:close/>
                <a:moveTo>
                  <a:pt x="115801" y="144210"/>
                </a:moveTo>
                <a:lnTo>
                  <a:pt x="117811" y="145676"/>
                </a:lnTo>
                <a:lnTo>
                  <a:pt x="114796" y="144943"/>
                </a:lnTo>
                <a:close/>
                <a:moveTo>
                  <a:pt x="31289" y="288739"/>
                </a:moveTo>
                <a:lnTo>
                  <a:pt x="32185" y="289306"/>
                </a:lnTo>
                <a:lnTo>
                  <a:pt x="30842" y="289023"/>
                </a:lnTo>
                <a:close/>
                <a:moveTo>
                  <a:pt x="122842" y="28418"/>
                </a:moveTo>
                <a:lnTo>
                  <a:pt x="123661" y="28887"/>
                </a:lnTo>
                <a:lnTo>
                  <a:pt x="122433" y="28652"/>
                </a:lnTo>
                <a:close/>
                <a:moveTo>
                  <a:pt x="78914" y="280502"/>
                </a:moveTo>
                <a:lnTo>
                  <a:pt x="80834" y="280924"/>
                </a:lnTo>
                <a:lnTo>
                  <a:pt x="77953" y="280713"/>
                </a:lnTo>
                <a:close/>
                <a:moveTo>
                  <a:pt x="134394" y="69305"/>
                </a:moveTo>
                <a:lnTo>
                  <a:pt x="135540" y="70002"/>
                </a:lnTo>
                <a:lnTo>
                  <a:pt x="133822" y="69653"/>
                </a:lnTo>
                <a:close/>
                <a:moveTo>
                  <a:pt x="49977" y="382352"/>
                </a:moveTo>
                <a:lnTo>
                  <a:pt x="51691" y="382932"/>
                </a:lnTo>
                <a:lnTo>
                  <a:pt x="49120" y="382642"/>
                </a:lnTo>
                <a:close/>
                <a:moveTo>
                  <a:pt x="44125" y="248077"/>
                </a:moveTo>
                <a:lnTo>
                  <a:pt x="46054" y="249333"/>
                </a:lnTo>
                <a:lnTo>
                  <a:pt x="43160" y="248705"/>
                </a:lnTo>
                <a:close/>
                <a:moveTo>
                  <a:pt x="106269" y="162459"/>
                </a:moveTo>
                <a:lnTo>
                  <a:pt x="106714" y="162859"/>
                </a:lnTo>
                <a:lnTo>
                  <a:pt x="106047" y="162659"/>
                </a:lnTo>
                <a:close/>
                <a:moveTo>
                  <a:pt x="136090" y="90105"/>
                </a:moveTo>
                <a:lnTo>
                  <a:pt x="138095" y="91318"/>
                </a:lnTo>
                <a:lnTo>
                  <a:pt x="135087" y="90711"/>
                </a:lnTo>
                <a:close/>
                <a:moveTo>
                  <a:pt x="30451" y="259235"/>
                </a:moveTo>
                <a:lnTo>
                  <a:pt x="32186" y="260383"/>
                </a:lnTo>
                <a:lnTo>
                  <a:pt x="29583" y="259809"/>
                </a:lnTo>
                <a:close/>
                <a:moveTo>
                  <a:pt x="51664" y="357370"/>
                </a:moveTo>
                <a:lnTo>
                  <a:pt x="52149" y="358981"/>
                </a:lnTo>
                <a:lnTo>
                  <a:pt x="51421" y="358175"/>
                </a:lnTo>
                <a:close/>
                <a:moveTo>
                  <a:pt x="71062" y="357399"/>
                </a:moveTo>
                <a:lnTo>
                  <a:pt x="71720" y="358345"/>
                </a:lnTo>
                <a:lnTo>
                  <a:pt x="70733" y="357872"/>
                </a:lnTo>
                <a:close/>
                <a:moveTo>
                  <a:pt x="59241" y="221710"/>
                </a:moveTo>
                <a:lnTo>
                  <a:pt x="60490" y="223433"/>
                </a:lnTo>
                <a:lnTo>
                  <a:pt x="58617" y="222571"/>
                </a:lnTo>
                <a:close/>
                <a:moveTo>
                  <a:pt x="119182" y="256963"/>
                </a:moveTo>
                <a:lnTo>
                  <a:pt x="121042" y="258527"/>
                </a:lnTo>
                <a:lnTo>
                  <a:pt x="118252" y="257745"/>
                </a:lnTo>
                <a:close/>
                <a:moveTo>
                  <a:pt x="126405" y="356814"/>
                </a:moveTo>
                <a:lnTo>
                  <a:pt x="127799" y="357603"/>
                </a:lnTo>
                <a:lnTo>
                  <a:pt x="125708" y="357208"/>
                </a:lnTo>
                <a:close/>
                <a:moveTo>
                  <a:pt x="52094" y="388460"/>
                </a:moveTo>
                <a:lnTo>
                  <a:pt x="53257" y="389218"/>
                </a:lnTo>
                <a:lnTo>
                  <a:pt x="51512" y="388839"/>
                </a:lnTo>
                <a:close/>
                <a:moveTo>
                  <a:pt x="60237" y="211959"/>
                </a:moveTo>
                <a:lnTo>
                  <a:pt x="61340" y="212384"/>
                </a:lnTo>
                <a:lnTo>
                  <a:pt x="59685" y="212171"/>
                </a:lnTo>
                <a:close/>
                <a:moveTo>
                  <a:pt x="41249" y="164324"/>
                </a:moveTo>
                <a:lnTo>
                  <a:pt x="42475" y="165423"/>
                </a:lnTo>
                <a:lnTo>
                  <a:pt x="40636" y="164874"/>
                </a:lnTo>
                <a:close/>
                <a:moveTo>
                  <a:pt x="58908" y="12018"/>
                </a:moveTo>
                <a:lnTo>
                  <a:pt x="60139" y="13081"/>
                </a:lnTo>
                <a:lnTo>
                  <a:pt x="58292" y="12550"/>
                </a:lnTo>
                <a:close/>
                <a:moveTo>
                  <a:pt x="12150" y="379731"/>
                </a:moveTo>
                <a:lnTo>
                  <a:pt x="12854" y="380686"/>
                </a:lnTo>
                <a:lnTo>
                  <a:pt x="11798" y="380208"/>
                </a:lnTo>
                <a:close/>
                <a:moveTo>
                  <a:pt x="62307" y="231905"/>
                </a:moveTo>
                <a:lnTo>
                  <a:pt x="63250" y="232837"/>
                </a:lnTo>
                <a:lnTo>
                  <a:pt x="61836" y="232371"/>
                </a:lnTo>
                <a:close/>
                <a:moveTo>
                  <a:pt x="98316" y="73220"/>
                </a:moveTo>
                <a:lnTo>
                  <a:pt x="100340" y="74513"/>
                </a:lnTo>
                <a:lnTo>
                  <a:pt x="97303" y="73867"/>
                </a:lnTo>
                <a:close/>
                <a:moveTo>
                  <a:pt x="131697" y="94406"/>
                </a:moveTo>
                <a:lnTo>
                  <a:pt x="133152" y="95789"/>
                </a:lnTo>
                <a:lnTo>
                  <a:pt x="130970" y="95098"/>
                </a:lnTo>
                <a:close/>
                <a:moveTo>
                  <a:pt x="135570" y="225598"/>
                </a:moveTo>
                <a:lnTo>
                  <a:pt x="136279" y="226466"/>
                </a:lnTo>
                <a:lnTo>
                  <a:pt x="135216" y="226032"/>
                </a:lnTo>
                <a:close/>
                <a:moveTo>
                  <a:pt x="40621" y="141419"/>
                </a:moveTo>
                <a:lnTo>
                  <a:pt x="42793" y="142087"/>
                </a:lnTo>
                <a:lnTo>
                  <a:pt x="39535" y="141753"/>
                </a:lnTo>
                <a:close/>
                <a:moveTo>
                  <a:pt x="38164" y="359892"/>
                </a:moveTo>
                <a:lnTo>
                  <a:pt x="39056" y="361419"/>
                </a:lnTo>
                <a:lnTo>
                  <a:pt x="37717" y="360656"/>
                </a:lnTo>
                <a:close/>
                <a:moveTo>
                  <a:pt x="43131" y="282444"/>
                </a:moveTo>
                <a:lnTo>
                  <a:pt x="44334" y="283243"/>
                </a:lnTo>
                <a:lnTo>
                  <a:pt x="42530" y="282844"/>
                </a:lnTo>
                <a:close/>
                <a:moveTo>
                  <a:pt x="121916" y="81771"/>
                </a:moveTo>
                <a:lnTo>
                  <a:pt x="123374" y="83257"/>
                </a:lnTo>
                <a:lnTo>
                  <a:pt x="121187" y="82514"/>
                </a:lnTo>
                <a:close/>
                <a:moveTo>
                  <a:pt x="24422" y="51568"/>
                </a:moveTo>
                <a:lnTo>
                  <a:pt x="25405" y="52350"/>
                </a:lnTo>
                <a:lnTo>
                  <a:pt x="23931" y="51959"/>
                </a:lnTo>
                <a:close/>
                <a:moveTo>
                  <a:pt x="14259" y="104713"/>
                </a:moveTo>
                <a:lnTo>
                  <a:pt x="14841" y="105345"/>
                </a:lnTo>
                <a:lnTo>
                  <a:pt x="13968" y="105029"/>
                </a:lnTo>
                <a:close/>
                <a:moveTo>
                  <a:pt x="72664" y="63618"/>
                </a:moveTo>
                <a:lnTo>
                  <a:pt x="73959" y="63922"/>
                </a:lnTo>
                <a:lnTo>
                  <a:pt x="72017" y="63770"/>
                </a:lnTo>
                <a:close/>
                <a:moveTo>
                  <a:pt x="110740" y="96669"/>
                </a:moveTo>
                <a:lnTo>
                  <a:pt x="112321" y="98107"/>
                </a:lnTo>
                <a:lnTo>
                  <a:pt x="109950" y="97388"/>
                </a:lnTo>
                <a:close/>
                <a:moveTo>
                  <a:pt x="96264" y="90549"/>
                </a:moveTo>
                <a:lnTo>
                  <a:pt x="98385" y="91875"/>
                </a:lnTo>
                <a:lnTo>
                  <a:pt x="95203" y="91212"/>
                </a:lnTo>
                <a:close/>
                <a:moveTo>
                  <a:pt x="141126" y="129676"/>
                </a:moveTo>
                <a:lnTo>
                  <a:pt x="142093" y="130608"/>
                </a:lnTo>
                <a:lnTo>
                  <a:pt x="140642" y="130142"/>
                </a:lnTo>
                <a:close/>
                <a:moveTo>
                  <a:pt x="90343" y="301678"/>
                </a:moveTo>
                <a:lnTo>
                  <a:pt x="90857" y="303037"/>
                </a:lnTo>
                <a:lnTo>
                  <a:pt x="90086" y="302357"/>
                </a:lnTo>
                <a:close/>
                <a:moveTo>
                  <a:pt x="42868" y="227934"/>
                </a:moveTo>
                <a:lnTo>
                  <a:pt x="43950" y="228753"/>
                </a:lnTo>
                <a:lnTo>
                  <a:pt x="42327" y="228344"/>
                </a:lnTo>
                <a:close/>
                <a:moveTo>
                  <a:pt x="25011" y="164363"/>
                </a:moveTo>
                <a:lnTo>
                  <a:pt x="26015" y="165035"/>
                </a:lnTo>
                <a:lnTo>
                  <a:pt x="24510" y="164699"/>
                </a:lnTo>
                <a:close/>
                <a:moveTo>
                  <a:pt x="2362" y="175171"/>
                </a:moveTo>
                <a:lnTo>
                  <a:pt x="3340" y="176286"/>
                </a:lnTo>
                <a:lnTo>
                  <a:pt x="1873" y="175728"/>
                </a:lnTo>
                <a:close/>
                <a:moveTo>
                  <a:pt x="75097" y="220757"/>
                </a:moveTo>
                <a:lnTo>
                  <a:pt x="76126" y="221406"/>
                </a:lnTo>
                <a:lnTo>
                  <a:pt x="74582" y="221082"/>
                </a:lnTo>
                <a:close/>
                <a:moveTo>
                  <a:pt x="22484" y="349567"/>
                </a:moveTo>
                <a:lnTo>
                  <a:pt x="24123" y="350816"/>
                </a:lnTo>
                <a:lnTo>
                  <a:pt x="21664" y="350191"/>
                </a:lnTo>
                <a:close/>
                <a:moveTo>
                  <a:pt x="8204" y="175169"/>
                </a:moveTo>
                <a:lnTo>
                  <a:pt x="9167" y="176918"/>
                </a:lnTo>
                <a:lnTo>
                  <a:pt x="7723" y="176044"/>
                </a:lnTo>
                <a:close/>
                <a:moveTo>
                  <a:pt x="27725" y="130837"/>
                </a:moveTo>
                <a:lnTo>
                  <a:pt x="28158" y="131445"/>
                </a:lnTo>
                <a:lnTo>
                  <a:pt x="27508" y="131141"/>
                </a:lnTo>
                <a:close/>
                <a:moveTo>
                  <a:pt x="34375" y="44223"/>
                </a:moveTo>
                <a:lnTo>
                  <a:pt x="35523" y="45885"/>
                </a:lnTo>
                <a:lnTo>
                  <a:pt x="33800" y="45054"/>
                </a:lnTo>
                <a:close/>
                <a:moveTo>
                  <a:pt x="114760" y="329663"/>
                </a:moveTo>
                <a:lnTo>
                  <a:pt x="116069" y="330549"/>
                </a:lnTo>
                <a:lnTo>
                  <a:pt x="114105" y="330106"/>
                </a:lnTo>
                <a:close/>
                <a:moveTo>
                  <a:pt x="68808" y="264185"/>
                </a:moveTo>
                <a:lnTo>
                  <a:pt x="70753" y="264807"/>
                </a:lnTo>
                <a:lnTo>
                  <a:pt x="67836" y="264496"/>
                </a:lnTo>
                <a:close/>
                <a:moveTo>
                  <a:pt x="135612" y="22799"/>
                </a:moveTo>
                <a:lnTo>
                  <a:pt x="136030" y="24225"/>
                </a:lnTo>
                <a:lnTo>
                  <a:pt x="135403" y="23512"/>
                </a:lnTo>
                <a:close/>
                <a:moveTo>
                  <a:pt x="7604" y="3170"/>
                </a:moveTo>
                <a:lnTo>
                  <a:pt x="9470" y="3730"/>
                </a:lnTo>
                <a:lnTo>
                  <a:pt x="6671" y="3450"/>
                </a:lnTo>
                <a:close/>
                <a:moveTo>
                  <a:pt x="112767" y="347936"/>
                </a:moveTo>
                <a:lnTo>
                  <a:pt x="113543" y="349210"/>
                </a:lnTo>
                <a:lnTo>
                  <a:pt x="112379" y="348573"/>
                </a:lnTo>
                <a:close/>
                <a:moveTo>
                  <a:pt x="39767" y="146391"/>
                </a:moveTo>
                <a:lnTo>
                  <a:pt x="40433" y="147664"/>
                </a:lnTo>
                <a:lnTo>
                  <a:pt x="39434" y="147027"/>
                </a:lnTo>
                <a:close/>
                <a:moveTo>
                  <a:pt x="76235" y="375707"/>
                </a:moveTo>
                <a:lnTo>
                  <a:pt x="77008" y="377018"/>
                </a:lnTo>
                <a:lnTo>
                  <a:pt x="75848" y="376362"/>
                </a:lnTo>
                <a:close/>
                <a:moveTo>
                  <a:pt x="56384" y="222723"/>
                </a:moveTo>
                <a:lnTo>
                  <a:pt x="57010" y="223925"/>
                </a:lnTo>
                <a:lnTo>
                  <a:pt x="56070" y="223324"/>
                </a:lnTo>
                <a:close/>
                <a:moveTo>
                  <a:pt x="128181" y="269587"/>
                </a:moveTo>
                <a:lnTo>
                  <a:pt x="129869" y="271076"/>
                </a:lnTo>
                <a:lnTo>
                  <a:pt x="127338" y="270331"/>
                </a:lnTo>
                <a:close/>
                <a:moveTo>
                  <a:pt x="127587" y="271314"/>
                </a:moveTo>
                <a:lnTo>
                  <a:pt x="129421" y="272084"/>
                </a:lnTo>
                <a:lnTo>
                  <a:pt x="126670" y="271699"/>
                </a:lnTo>
                <a:close/>
                <a:moveTo>
                  <a:pt x="105828" y="43516"/>
                </a:moveTo>
                <a:lnTo>
                  <a:pt x="107778" y="44298"/>
                </a:lnTo>
                <a:lnTo>
                  <a:pt x="104853" y="43907"/>
                </a:lnTo>
                <a:close/>
                <a:moveTo>
                  <a:pt x="36616" y="197087"/>
                </a:moveTo>
                <a:lnTo>
                  <a:pt x="37332" y="197399"/>
                </a:lnTo>
                <a:lnTo>
                  <a:pt x="36257" y="197243"/>
                </a:lnTo>
                <a:close/>
                <a:moveTo>
                  <a:pt x="17669" y="47874"/>
                </a:moveTo>
                <a:lnTo>
                  <a:pt x="19432" y="48433"/>
                </a:lnTo>
                <a:lnTo>
                  <a:pt x="16788" y="48153"/>
                </a:lnTo>
                <a:close/>
                <a:moveTo>
                  <a:pt x="91427" y="37313"/>
                </a:moveTo>
                <a:lnTo>
                  <a:pt x="93070" y="38765"/>
                </a:lnTo>
                <a:lnTo>
                  <a:pt x="90606" y="38039"/>
                </a:lnTo>
                <a:close/>
                <a:moveTo>
                  <a:pt x="30780" y="208114"/>
                </a:moveTo>
                <a:lnTo>
                  <a:pt x="32003" y="209427"/>
                </a:lnTo>
                <a:lnTo>
                  <a:pt x="30168" y="208770"/>
                </a:lnTo>
                <a:close/>
                <a:moveTo>
                  <a:pt x="29944" y="247366"/>
                </a:moveTo>
                <a:lnTo>
                  <a:pt x="31364" y="248213"/>
                </a:lnTo>
                <a:lnTo>
                  <a:pt x="29234" y="247790"/>
                </a:lnTo>
                <a:close/>
                <a:moveTo>
                  <a:pt x="70162" y="278657"/>
                </a:moveTo>
                <a:lnTo>
                  <a:pt x="71566" y="279200"/>
                </a:lnTo>
                <a:lnTo>
                  <a:pt x="69459" y="278929"/>
                </a:lnTo>
                <a:close/>
                <a:moveTo>
                  <a:pt x="114452" y="346962"/>
                </a:moveTo>
                <a:lnTo>
                  <a:pt x="116284" y="348452"/>
                </a:lnTo>
                <a:lnTo>
                  <a:pt x="113536" y="347707"/>
                </a:lnTo>
                <a:close/>
                <a:moveTo>
                  <a:pt x="63364" y="154082"/>
                </a:moveTo>
                <a:lnTo>
                  <a:pt x="64553" y="154932"/>
                </a:lnTo>
                <a:lnTo>
                  <a:pt x="62769" y="154507"/>
                </a:lnTo>
                <a:close/>
                <a:moveTo>
                  <a:pt x="49004" y="105068"/>
                </a:moveTo>
                <a:lnTo>
                  <a:pt x="50420" y="106322"/>
                </a:lnTo>
                <a:lnTo>
                  <a:pt x="48296" y="105695"/>
                </a:lnTo>
                <a:close/>
                <a:moveTo>
                  <a:pt x="110151" y="157563"/>
                </a:moveTo>
                <a:lnTo>
                  <a:pt x="110960" y="158279"/>
                </a:lnTo>
                <a:lnTo>
                  <a:pt x="109746" y="157921"/>
                </a:lnTo>
                <a:close/>
                <a:moveTo>
                  <a:pt x="134648" y="148584"/>
                </a:moveTo>
                <a:lnTo>
                  <a:pt x="135622" y="149551"/>
                </a:lnTo>
                <a:lnTo>
                  <a:pt x="134161" y="149067"/>
                </a:lnTo>
                <a:close/>
                <a:moveTo>
                  <a:pt x="60657" y="79493"/>
                </a:moveTo>
                <a:lnTo>
                  <a:pt x="61919" y="80235"/>
                </a:lnTo>
                <a:lnTo>
                  <a:pt x="60027" y="79864"/>
                </a:lnTo>
                <a:close/>
                <a:moveTo>
                  <a:pt x="30483" y="136208"/>
                </a:moveTo>
                <a:lnTo>
                  <a:pt x="32374" y="137808"/>
                </a:lnTo>
                <a:lnTo>
                  <a:pt x="29537" y="137008"/>
                </a:lnTo>
                <a:close/>
                <a:moveTo>
                  <a:pt x="72747" y="66506"/>
                </a:moveTo>
                <a:lnTo>
                  <a:pt x="73315" y="67555"/>
                </a:lnTo>
                <a:lnTo>
                  <a:pt x="72463" y="67030"/>
                </a:lnTo>
                <a:close/>
                <a:moveTo>
                  <a:pt x="121948" y="210859"/>
                </a:moveTo>
                <a:lnTo>
                  <a:pt x="122682" y="211931"/>
                </a:lnTo>
                <a:lnTo>
                  <a:pt x="121581" y="211395"/>
                </a:lnTo>
                <a:close/>
                <a:moveTo>
                  <a:pt x="20104" y="385571"/>
                </a:moveTo>
                <a:lnTo>
                  <a:pt x="22117" y="386841"/>
                </a:lnTo>
                <a:lnTo>
                  <a:pt x="19098" y="386206"/>
                </a:lnTo>
                <a:close/>
                <a:moveTo>
                  <a:pt x="91249" y="206771"/>
                </a:moveTo>
                <a:lnTo>
                  <a:pt x="93155" y="208566"/>
                </a:lnTo>
                <a:lnTo>
                  <a:pt x="90296" y="207668"/>
                </a:lnTo>
                <a:close/>
                <a:moveTo>
                  <a:pt x="89961" y="131984"/>
                </a:moveTo>
                <a:lnTo>
                  <a:pt x="91488" y="133148"/>
                </a:lnTo>
                <a:lnTo>
                  <a:pt x="89198" y="132566"/>
                </a:lnTo>
                <a:close/>
                <a:moveTo>
                  <a:pt x="24085" y="329969"/>
                </a:moveTo>
                <a:lnTo>
                  <a:pt x="24967" y="331114"/>
                </a:lnTo>
                <a:lnTo>
                  <a:pt x="23644" y="330542"/>
                </a:lnTo>
                <a:close/>
                <a:moveTo>
                  <a:pt x="23964" y="239140"/>
                </a:moveTo>
                <a:lnTo>
                  <a:pt x="25591" y="240332"/>
                </a:lnTo>
                <a:lnTo>
                  <a:pt x="23150" y="239736"/>
                </a:lnTo>
                <a:close/>
                <a:moveTo>
                  <a:pt x="63601" y="195916"/>
                </a:moveTo>
                <a:lnTo>
                  <a:pt x="65055" y="196665"/>
                </a:lnTo>
                <a:lnTo>
                  <a:pt x="62874" y="196291"/>
                </a:lnTo>
                <a:close/>
                <a:moveTo>
                  <a:pt x="15636" y="319191"/>
                </a:moveTo>
                <a:lnTo>
                  <a:pt x="17313" y="319608"/>
                </a:lnTo>
                <a:lnTo>
                  <a:pt x="14797" y="319399"/>
                </a:lnTo>
                <a:close/>
                <a:moveTo>
                  <a:pt x="107918" y="27405"/>
                </a:moveTo>
                <a:lnTo>
                  <a:pt x="108583" y="28145"/>
                </a:lnTo>
                <a:lnTo>
                  <a:pt x="107585" y="27775"/>
                </a:lnTo>
                <a:close/>
                <a:moveTo>
                  <a:pt x="91859" y="26307"/>
                </a:moveTo>
                <a:lnTo>
                  <a:pt x="92476" y="27924"/>
                </a:lnTo>
                <a:lnTo>
                  <a:pt x="91550" y="27115"/>
                </a:lnTo>
                <a:close/>
                <a:moveTo>
                  <a:pt x="119636" y="312182"/>
                </a:moveTo>
                <a:lnTo>
                  <a:pt x="120859" y="312861"/>
                </a:lnTo>
                <a:lnTo>
                  <a:pt x="119025" y="312521"/>
                </a:lnTo>
                <a:close/>
                <a:moveTo>
                  <a:pt x="131162" y="37249"/>
                </a:moveTo>
                <a:lnTo>
                  <a:pt x="132358" y="37915"/>
                </a:lnTo>
                <a:lnTo>
                  <a:pt x="130564" y="37582"/>
                </a:lnTo>
                <a:close/>
                <a:moveTo>
                  <a:pt x="71156" y="121455"/>
                </a:moveTo>
                <a:lnTo>
                  <a:pt x="72145" y="122074"/>
                </a:lnTo>
                <a:lnTo>
                  <a:pt x="70661" y="121764"/>
                </a:lnTo>
                <a:close/>
                <a:moveTo>
                  <a:pt x="115454" y="79968"/>
                </a:moveTo>
                <a:lnTo>
                  <a:pt x="116815" y="81553"/>
                </a:lnTo>
                <a:lnTo>
                  <a:pt x="114774" y="80761"/>
                </a:lnTo>
                <a:close/>
                <a:moveTo>
                  <a:pt x="19568" y="296837"/>
                </a:moveTo>
                <a:lnTo>
                  <a:pt x="21762" y="297399"/>
                </a:lnTo>
                <a:lnTo>
                  <a:pt x="18471" y="297118"/>
                </a:lnTo>
                <a:close/>
                <a:moveTo>
                  <a:pt x="29234" y="9019"/>
                </a:moveTo>
                <a:lnTo>
                  <a:pt x="30774" y="9991"/>
                </a:lnTo>
                <a:lnTo>
                  <a:pt x="28463" y="9505"/>
                </a:lnTo>
                <a:close/>
                <a:moveTo>
                  <a:pt x="29201" y="142403"/>
                </a:moveTo>
                <a:lnTo>
                  <a:pt x="30320" y="142858"/>
                </a:lnTo>
                <a:lnTo>
                  <a:pt x="28641" y="142631"/>
                </a:lnTo>
                <a:close/>
                <a:moveTo>
                  <a:pt x="144591" y="96058"/>
                </a:moveTo>
                <a:lnTo>
                  <a:pt x="145027" y="96900"/>
                </a:lnTo>
                <a:lnTo>
                  <a:pt x="144373" y="96479"/>
                </a:lnTo>
                <a:close/>
                <a:moveTo>
                  <a:pt x="141841" y="183886"/>
                </a:moveTo>
                <a:lnTo>
                  <a:pt x="142772" y="184725"/>
                </a:lnTo>
                <a:lnTo>
                  <a:pt x="141375" y="184306"/>
                </a:lnTo>
                <a:close/>
                <a:moveTo>
                  <a:pt x="123778" y="340382"/>
                </a:moveTo>
                <a:lnTo>
                  <a:pt x="125559" y="340718"/>
                </a:lnTo>
                <a:lnTo>
                  <a:pt x="122887" y="340550"/>
                </a:lnTo>
                <a:close/>
                <a:moveTo>
                  <a:pt x="46430" y="45865"/>
                </a:moveTo>
                <a:lnTo>
                  <a:pt x="48183" y="46659"/>
                </a:lnTo>
                <a:lnTo>
                  <a:pt x="45553" y="46262"/>
                </a:lnTo>
                <a:close/>
                <a:moveTo>
                  <a:pt x="137836" y="363906"/>
                </a:moveTo>
                <a:lnTo>
                  <a:pt x="138676" y="364740"/>
                </a:lnTo>
                <a:lnTo>
                  <a:pt x="137416" y="364323"/>
                </a:lnTo>
                <a:close/>
                <a:moveTo>
                  <a:pt x="39420" y="213932"/>
                </a:moveTo>
                <a:lnTo>
                  <a:pt x="39851" y="214320"/>
                </a:lnTo>
                <a:lnTo>
                  <a:pt x="39205" y="214126"/>
                </a:lnTo>
                <a:close/>
                <a:moveTo>
                  <a:pt x="124884" y="342355"/>
                </a:moveTo>
                <a:lnTo>
                  <a:pt x="126519" y="343150"/>
                </a:lnTo>
                <a:lnTo>
                  <a:pt x="124067" y="342752"/>
                </a:lnTo>
                <a:close/>
                <a:moveTo>
                  <a:pt x="48285" y="124404"/>
                </a:moveTo>
                <a:lnTo>
                  <a:pt x="49989" y="124721"/>
                </a:lnTo>
                <a:lnTo>
                  <a:pt x="47434" y="124563"/>
                </a:lnTo>
                <a:close/>
                <a:moveTo>
                  <a:pt x="43269" y="267031"/>
                </a:moveTo>
                <a:lnTo>
                  <a:pt x="44574" y="268573"/>
                </a:lnTo>
                <a:lnTo>
                  <a:pt x="42616" y="267802"/>
                </a:lnTo>
                <a:close/>
                <a:moveTo>
                  <a:pt x="140170" y="118121"/>
                </a:moveTo>
                <a:lnTo>
                  <a:pt x="141464" y="119169"/>
                </a:lnTo>
                <a:lnTo>
                  <a:pt x="139524" y="118645"/>
                </a:lnTo>
                <a:close/>
                <a:moveTo>
                  <a:pt x="121719" y="183119"/>
                </a:moveTo>
                <a:lnTo>
                  <a:pt x="122376" y="183595"/>
                </a:lnTo>
                <a:lnTo>
                  <a:pt x="121390" y="183357"/>
                </a:lnTo>
                <a:close/>
                <a:moveTo>
                  <a:pt x="142837" y="269490"/>
                </a:moveTo>
                <a:lnTo>
                  <a:pt x="144131" y="270743"/>
                </a:lnTo>
                <a:lnTo>
                  <a:pt x="142190" y="270116"/>
                </a:lnTo>
                <a:close/>
                <a:moveTo>
                  <a:pt x="58502" y="332213"/>
                </a:moveTo>
                <a:lnTo>
                  <a:pt x="60114" y="332924"/>
                </a:lnTo>
                <a:lnTo>
                  <a:pt x="57696" y="332569"/>
                </a:lnTo>
                <a:close/>
                <a:moveTo>
                  <a:pt x="82644" y="363355"/>
                </a:moveTo>
                <a:lnTo>
                  <a:pt x="84270" y="364756"/>
                </a:lnTo>
                <a:lnTo>
                  <a:pt x="81832" y="364056"/>
                </a:lnTo>
                <a:close/>
                <a:moveTo>
                  <a:pt x="65005" y="323993"/>
                </a:moveTo>
                <a:lnTo>
                  <a:pt x="66335" y="325580"/>
                </a:lnTo>
                <a:lnTo>
                  <a:pt x="64340" y="324787"/>
                </a:lnTo>
                <a:close/>
                <a:moveTo>
                  <a:pt x="130122" y="124339"/>
                </a:moveTo>
                <a:lnTo>
                  <a:pt x="131682" y="124861"/>
                </a:lnTo>
                <a:lnTo>
                  <a:pt x="129342" y="124600"/>
                </a:lnTo>
                <a:close/>
                <a:moveTo>
                  <a:pt x="137034" y="316379"/>
                </a:moveTo>
                <a:lnTo>
                  <a:pt x="138628" y="317129"/>
                </a:lnTo>
                <a:lnTo>
                  <a:pt x="136236" y="316754"/>
                </a:lnTo>
                <a:close/>
                <a:moveTo>
                  <a:pt x="14251" y="130732"/>
                </a:moveTo>
                <a:lnTo>
                  <a:pt x="15029" y="132215"/>
                </a:lnTo>
                <a:lnTo>
                  <a:pt x="13862" y="131473"/>
                </a:lnTo>
                <a:close/>
                <a:moveTo>
                  <a:pt x="19968" y="290156"/>
                </a:moveTo>
                <a:lnTo>
                  <a:pt x="20432" y="290790"/>
                </a:lnTo>
                <a:lnTo>
                  <a:pt x="19736" y="290473"/>
                </a:lnTo>
                <a:close/>
                <a:moveTo>
                  <a:pt x="44649" y="301379"/>
                </a:moveTo>
                <a:lnTo>
                  <a:pt x="46031" y="301718"/>
                </a:lnTo>
                <a:lnTo>
                  <a:pt x="43957" y="301549"/>
                </a:lnTo>
                <a:close/>
                <a:moveTo>
                  <a:pt x="79147" y="360292"/>
                </a:moveTo>
                <a:lnTo>
                  <a:pt x="80058" y="361898"/>
                </a:lnTo>
                <a:lnTo>
                  <a:pt x="78692" y="361095"/>
                </a:lnTo>
                <a:close/>
                <a:moveTo>
                  <a:pt x="39347" y="119448"/>
                </a:moveTo>
                <a:lnTo>
                  <a:pt x="39991" y="120645"/>
                </a:lnTo>
                <a:lnTo>
                  <a:pt x="39024" y="120047"/>
                </a:lnTo>
                <a:close/>
                <a:moveTo>
                  <a:pt x="142202" y="153227"/>
                </a:moveTo>
                <a:lnTo>
                  <a:pt x="144388" y="153606"/>
                </a:lnTo>
                <a:lnTo>
                  <a:pt x="141109" y="153416"/>
                </a:lnTo>
                <a:close/>
                <a:moveTo>
                  <a:pt x="93741" y="325796"/>
                </a:moveTo>
                <a:lnTo>
                  <a:pt x="94109" y="326874"/>
                </a:lnTo>
                <a:lnTo>
                  <a:pt x="93557" y="326335"/>
                </a:lnTo>
                <a:close/>
                <a:moveTo>
                  <a:pt x="83451" y="121776"/>
                </a:moveTo>
                <a:lnTo>
                  <a:pt x="85527" y="123028"/>
                </a:lnTo>
                <a:lnTo>
                  <a:pt x="82412" y="122402"/>
                </a:lnTo>
                <a:close/>
                <a:moveTo>
                  <a:pt x="37969" y="384554"/>
                </a:moveTo>
                <a:lnTo>
                  <a:pt x="39952" y="385267"/>
                </a:lnTo>
                <a:lnTo>
                  <a:pt x="36977" y="384910"/>
                </a:lnTo>
                <a:close/>
                <a:moveTo>
                  <a:pt x="50143" y="108907"/>
                </a:moveTo>
                <a:lnTo>
                  <a:pt x="51920" y="110049"/>
                </a:lnTo>
                <a:lnTo>
                  <a:pt x="49255" y="109478"/>
                </a:lnTo>
                <a:close/>
                <a:moveTo>
                  <a:pt x="60492" y="167652"/>
                </a:moveTo>
                <a:lnTo>
                  <a:pt x="61858" y="168139"/>
                </a:lnTo>
                <a:lnTo>
                  <a:pt x="59809" y="167896"/>
                </a:lnTo>
                <a:close/>
                <a:moveTo>
                  <a:pt x="79473" y="56949"/>
                </a:moveTo>
                <a:lnTo>
                  <a:pt x="80938" y="58711"/>
                </a:lnTo>
                <a:lnTo>
                  <a:pt x="78741" y="57830"/>
                </a:lnTo>
                <a:close/>
                <a:moveTo>
                  <a:pt x="59414" y="231393"/>
                </a:moveTo>
                <a:lnTo>
                  <a:pt x="61033" y="232436"/>
                </a:lnTo>
                <a:lnTo>
                  <a:pt x="58605" y="231914"/>
                </a:lnTo>
                <a:close/>
                <a:moveTo>
                  <a:pt x="97066" y="162973"/>
                </a:moveTo>
                <a:lnTo>
                  <a:pt x="97959" y="163425"/>
                </a:lnTo>
                <a:lnTo>
                  <a:pt x="96619" y="163199"/>
                </a:lnTo>
                <a:close/>
                <a:moveTo>
                  <a:pt x="105211" y="316741"/>
                </a:moveTo>
                <a:lnTo>
                  <a:pt x="105850" y="317907"/>
                </a:lnTo>
                <a:lnTo>
                  <a:pt x="104891" y="317324"/>
                </a:lnTo>
                <a:close/>
                <a:moveTo>
                  <a:pt x="65237" y="83811"/>
                </a:moveTo>
                <a:lnTo>
                  <a:pt x="66781" y="84590"/>
                </a:lnTo>
                <a:lnTo>
                  <a:pt x="64465" y="84200"/>
                </a:lnTo>
                <a:close/>
                <a:moveTo>
                  <a:pt x="45682" y="3471"/>
                </a:moveTo>
                <a:lnTo>
                  <a:pt x="46505" y="4845"/>
                </a:lnTo>
                <a:lnTo>
                  <a:pt x="45271" y="4158"/>
                </a:lnTo>
                <a:close/>
                <a:moveTo>
                  <a:pt x="142772" y="261033"/>
                </a:moveTo>
                <a:lnTo>
                  <a:pt x="144454" y="262253"/>
                </a:lnTo>
                <a:lnTo>
                  <a:pt x="141931" y="261643"/>
                </a:lnTo>
                <a:close/>
                <a:moveTo>
                  <a:pt x="101527" y="218333"/>
                </a:moveTo>
                <a:lnTo>
                  <a:pt x="101913" y="220131"/>
                </a:lnTo>
                <a:lnTo>
                  <a:pt x="101333" y="219232"/>
                </a:lnTo>
                <a:close/>
                <a:moveTo>
                  <a:pt x="89546" y="327732"/>
                </a:moveTo>
                <a:lnTo>
                  <a:pt x="90893" y="329157"/>
                </a:lnTo>
                <a:lnTo>
                  <a:pt x="88872" y="328445"/>
                </a:lnTo>
                <a:close/>
                <a:moveTo>
                  <a:pt x="45110" y="63896"/>
                </a:moveTo>
                <a:lnTo>
                  <a:pt x="46999" y="65339"/>
                </a:lnTo>
                <a:lnTo>
                  <a:pt x="44165" y="64617"/>
                </a:lnTo>
                <a:close/>
                <a:moveTo>
                  <a:pt x="19824" y="108558"/>
                </a:moveTo>
                <a:lnTo>
                  <a:pt x="21752" y="110161"/>
                </a:lnTo>
                <a:lnTo>
                  <a:pt x="18860" y="109359"/>
                </a:lnTo>
                <a:close/>
                <a:moveTo>
                  <a:pt x="36122" y="76807"/>
                </a:moveTo>
                <a:lnTo>
                  <a:pt x="37512" y="78139"/>
                </a:lnTo>
                <a:lnTo>
                  <a:pt x="35426" y="77473"/>
                </a:lnTo>
                <a:close/>
                <a:moveTo>
                  <a:pt x="31801" y="275431"/>
                </a:moveTo>
                <a:lnTo>
                  <a:pt x="33749" y="276755"/>
                </a:lnTo>
                <a:lnTo>
                  <a:pt x="30827" y="276093"/>
                </a:lnTo>
                <a:close/>
                <a:moveTo>
                  <a:pt x="74579" y="18028"/>
                </a:moveTo>
                <a:lnTo>
                  <a:pt x="76082" y="19197"/>
                </a:lnTo>
                <a:lnTo>
                  <a:pt x="73827" y="18612"/>
                </a:lnTo>
                <a:close/>
                <a:moveTo>
                  <a:pt x="12216" y="350013"/>
                </a:moveTo>
                <a:lnTo>
                  <a:pt x="13699" y="351798"/>
                </a:lnTo>
                <a:lnTo>
                  <a:pt x="11475" y="350906"/>
                </a:lnTo>
                <a:close/>
                <a:moveTo>
                  <a:pt x="13307" y="239119"/>
                </a:moveTo>
                <a:lnTo>
                  <a:pt x="14164" y="240351"/>
                </a:lnTo>
                <a:lnTo>
                  <a:pt x="12878" y="239735"/>
                </a:lnTo>
                <a:close/>
                <a:moveTo>
                  <a:pt x="15918" y="390886"/>
                </a:moveTo>
                <a:lnTo>
                  <a:pt x="17276" y="391414"/>
                </a:lnTo>
                <a:lnTo>
                  <a:pt x="15240" y="391150"/>
                </a:lnTo>
                <a:close/>
                <a:moveTo>
                  <a:pt x="139071" y="19321"/>
                </a:moveTo>
                <a:lnTo>
                  <a:pt x="140308" y="19870"/>
                </a:lnTo>
                <a:lnTo>
                  <a:pt x="138452" y="19596"/>
                </a:lnTo>
                <a:close/>
                <a:moveTo>
                  <a:pt x="29364" y="149534"/>
                </a:moveTo>
                <a:lnTo>
                  <a:pt x="30451" y="150118"/>
                </a:lnTo>
                <a:lnTo>
                  <a:pt x="28820" y="149826"/>
                </a:lnTo>
                <a:close/>
                <a:moveTo>
                  <a:pt x="57310" y="63309"/>
                </a:moveTo>
                <a:lnTo>
                  <a:pt x="57740" y="63650"/>
                </a:lnTo>
                <a:lnTo>
                  <a:pt x="57095" y="63479"/>
                </a:lnTo>
                <a:close/>
                <a:moveTo>
                  <a:pt x="128675" y="31169"/>
                </a:moveTo>
                <a:lnTo>
                  <a:pt x="130764" y="32682"/>
                </a:lnTo>
                <a:lnTo>
                  <a:pt x="127631" y="31926"/>
                </a:lnTo>
                <a:close/>
                <a:moveTo>
                  <a:pt x="42667" y="47357"/>
                </a:moveTo>
                <a:lnTo>
                  <a:pt x="43607" y="49120"/>
                </a:lnTo>
                <a:lnTo>
                  <a:pt x="42197" y="48238"/>
                </a:lnTo>
                <a:close/>
                <a:moveTo>
                  <a:pt x="49737" y="294595"/>
                </a:moveTo>
                <a:lnTo>
                  <a:pt x="51588" y="294938"/>
                </a:lnTo>
                <a:lnTo>
                  <a:pt x="48811" y="294767"/>
                </a:lnTo>
                <a:close/>
                <a:moveTo>
                  <a:pt x="109529" y="85034"/>
                </a:moveTo>
                <a:lnTo>
                  <a:pt x="109893" y="85820"/>
                </a:lnTo>
                <a:lnTo>
                  <a:pt x="109348" y="85427"/>
                </a:lnTo>
                <a:close/>
                <a:moveTo>
                  <a:pt x="129672" y="268655"/>
                </a:moveTo>
                <a:lnTo>
                  <a:pt x="131845" y="269499"/>
                </a:lnTo>
                <a:lnTo>
                  <a:pt x="128586" y="269077"/>
                </a:lnTo>
                <a:close/>
                <a:moveTo>
                  <a:pt x="126355" y="89017"/>
                </a:moveTo>
                <a:lnTo>
                  <a:pt x="127706" y="89408"/>
                </a:lnTo>
                <a:lnTo>
                  <a:pt x="125680" y="89213"/>
                </a:lnTo>
                <a:close/>
                <a:moveTo>
                  <a:pt x="118301" y="217811"/>
                </a:moveTo>
                <a:lnTo>
                  <a:pt x="119918" y="219357"/>
                </a:lnTo>
                <a:lnTo>
                  <a:pt x="117492" y="218584"/>
                </a:lnTo>
                <a:close/>
                <a:moveTo>
                  <a:pt x="124098" y="387283"/>
                </a:moveTo>
                <a:lnTo>
                  <a:pt x="125333" y="388816"/>
                </a:lnTo>
                <a:lnTo>
                  <a:pt x="123480" y="388049"/>
                </a:lnTo>
                <a:close/>
                <a:moveTo>
                  <a:pt x="79623" y="352792"/>
                </a:moveTo>
                <a:lnTo>
                  <a:pt x="80203" y="353230"/>
                </a:lnTo>
                <a:lnTo>
                  <a:pt x="79332" y="353011"/>
                </a:lnTo>
                <a:close/>
                <a:moveTo>
                  <a:pt x="110151" y="158662"/>
                </a:moveTo>
                <a:lnTo>
                  <a:pt x="111156" y="159872"/>
                </a:lnTo>
                <a:lnTo>
                  <a:pt x="109648" y="159267"/>
                </a:lnTo>
                <a:close/>
                <a:moveTo>
                  <a:pt x="106635" y="341850"/>
                </a:moveTo>
                <a:lnTo>
                  <a:pt x="107959" y="342179"/>
                </a:lnTo>
                <a:lnTo>
                  <a:pt x="105973" y="342015"/>
                </a:lnTo>
                <a:close/>
                <a:moveTo>
                  <a:pt x="61196" y="290970"/>
                </a:moveTo>
                <a:lnTo>
                  <a:pt x="62991" y="291750"/>
                </a:lnTo>
                <a:lnTo>
                  <a:pt x="60299" y="291360"/>
                </a:lnTo>
                <a:close/>
                <a:moveTo>
                  <a:pt x="69475" y="132623"/>
                </a:moveTo>
                <a:lnTo>
                  <a:pt x="70464" y="133370"/>
                </a:lnTo>
                <a:lnTo>
                  <a:pt x="68981" y="132997"/>
                </a:lnTo>
                <a:close/>
                <a:moveTo>
                  <a:pt x="125208" y="226101"/>
                </a:moveTo>
                <a:lnTo>
                  <a:pt x="125733" y="226734"/>
                </a:lnTo>
                <a:lnTo>
                  <a:pt x="124946" y="226417"/>
                </a:lnTo>
                <a:close/>
                <a:moveTo>
                  <a:pt x="115413" y="58058"/>
                </a:moveTo>
                <a:lnTo>
                  <a:pt x="117060" y="59355"/>
                </a:lnTo>
                <a:lnTo>
                  <a:pt x="114589" y="58707"/>
                </a:lnTo>
                <a:close/>
                <a:moveTo>
                  <a:pt x="122316" y="205538"/>
                </a:moveTo>
                <a:lnTo>
                  <a:pt x="123620" y="206023"/>
                </a:lnTo>
                <a:lnTo>
                  <a:pt x="121664" y="205781"/>
                </a:lnTo>
                <a:close/>
                <a:moveTo>
                  <a:pt x="35608" y="369492"/>
                </a:moveTo>
                <a:lnTo>
                  <a:pt x="36782" y="370269"/>
                </a:lnTo>
                <a:lnTo>
                  <a:pt x="35022" y="369880"/>
                </a:lnTo>
                <a:close/>
                <a:moveTo>
                  <a:pt x="31249" y="169015"/>
                </a:moveTo>
                <a:lnTo>
                  <a:pt x="32539" y="170162"/>
                </a:lnTo>
                <a:lnTo>
                  <a:pt x="30604" y="169589"/>
                </a:lnTo>
                <a:close/>
                <a:moveTo>
                  <a:pt x="7632" y="290983"/>
                </a:moveTo>
                <a:lnTo>
                  <a:pt x="9617" y="291605"/>
                </a:lnTo>
                <a:lnTo>
                  <a:pt x="6639" y="291294"/>
                </a:lnTo>
                <a:close/>
                <a:moveTo>
                  <a:pt x="142386" y="349046"/>
                </a:moveTo>
                <a:lnTo>
                  <a:pt x="143945" y="350246"/>
                </a:lnTo>
                <a:lnTo>
                  <a:pt x="141607" y="349646"/>
                </a:lnTo>
                <a:close/>
                <a:moveTo>
                  <a:pt x="32245" y="278975"/>
                </a:moveTo>
                <a:lnTo>
                  <a:pt x="33122" y="280771"/>
                </a:lnTo>
                <a:lnTo>
                  <a:pt x="31806" y="279873"/>
                </a:lnTo>
                <a:close/>
                <a:moveTo>
                  <a:pt x="94485" y="241165"/>
                </a:moveTo>
                <a:lnTo>
                  <a:pt x="95618" y="242953"/>
                </a:lnTo>
                <a:lnTo>
                  <a:pt x="93919" y="242059"/>
                </a:lnTo>
                <a:close/>
                <a:moveTo>
                  <a:pt x="97338" y="14411"/>
                </a:moveTo>
                <a:lnTo>
                  <a:pt x="98698" y="15865"/>
                </a:lnTo>
                <a:lnTo>
                  <a:pt x="96658" y="15138"/>
                </a:lnTo>
                <a:close/>
                <a:moveTo>
                  <a:pt x="35937" y="378129"/>
                </a:moveTo>
                <a:lnTo>
                  <a:pt x="37026" y="379330"/>
                </a:lnTo>
                <a:lnTo>
                  <a:pt x="35393" y="378730"/>
                </a:lnTo>
                <a:close/>
                <a:moveTo>
                  <a:pt x="96168" y="68471"/>
                </a:moveTo>
                <a:lnTo>
                  <a:pt x="96988" y="69370"/>
                </a:lnTo>
                <a:lnTo>
                  <a:pt x="95758" y="68920"/>
                </a:lnTo>
                <a:close/>
                <a:moveTo>
                  <a:pt x="132241" y="112709"/>
                </a:moveTo>
                <a:lnTo>
                  <a:pt x="133088" y="113493"/>
                </a:lnTo>
                <a:lnTo>
                  <a:pt x="131817" y="113101"/>
                </a:lnTo>
                <a:close/>
                <a:moveTo>
                  <a:pt x="125257" y="172774"/>
                </a:moveTo>
                <a:lnTo>
                  <a:pt x="126855" y="173594"/>
                </a:lnTo>
                <a:lnTo>
                  <a:pt x="124457" y="173184"/>
                </a:lnTo>
                <a:close/>
                <a:moveTo>
                  <a:pt x="116026" y="253659"/>
                </a:moveTo>
                <a:lnTo>
                  <a:pt x="118025" y="254483"/>
                </a:lnTo>
                <a:lnTo>
                  <a:pt x="115027" y="254071"/>
                </a:lnTo>
                <a:close/>
                <a:moveTo>
                  <a:pt x="104056" y="312709"/>
                </a:moveTo>
                <a:lnTo>
                  <a:pt x="104507" y="313926"/>
                </a:lnTo>
                <a:lnTo>
                  <a:pt x="103831" y="313317"/>
                </a:lnTo>
                <a:close/>
                <a:moveTo>
                  <a:pt x="14806" y="321601"/>
                </a:moveTo>
                <a:lnTo>
                  <a:pt x="15236" y="322674"/>
                </a:lnTo>
                <a:lnTo>
                  <a:pt x="14591" y="322137"/>
                </a:lnTo>
                <a:close/>
                <a:moveTo>
                  <a:pt x="23063" y="196331"/>
                </a:moveTo>
                <a:lnTo>
                  <a:pt x="24796" y="197443"/>
                </a:lnTo>
                <a:lnTo>
                  <a:pt x="22196" y="196887"/>
                </a:lnTo>
                <a:close/>
                <a:moveTo>
                  <a:pt x="142724" y="221976"/>
                </a:moveTo>
                <a:lnTo>
                  <a:pt x="144048" y="223651"/>
                </a:lnTo>
                <a:lnTo>
                  <a:pt x="142062" y="222814"/>
                </a:lnTo>
                <a:close/>
                <a:moveTo>
                  <a:pt x="143669" y="259839"/>
                </a:moveTo>
                <a:lnTo>
                  <a:pt x="144953" y="260541"/>
                </a:lnTo>
                <a:lnTo>
                  <a:pt x="143027" y="260190"/>
                </a:lnTo>
                <a:close/>
                <a:moveTo>
                  <a:pt x="20195" y="313230"/>
                </a:moveTo>
                <a:lnTo>
                  <a:pt x="20775" y="314669"/>
                </a:lnTo>
                <a:lnTo>
                  <a:pt x="19906" y="313949"/>
                </a:lnTo>
                <a:close/>
                <a:moveTo>
                  <a:pt x="61273" y="46486"/>
                </a:moveTo>
                <a:lnTo>
                  <a:pt x="63430" y="46908"/>
                </a:lnTo>
                <a:lnTo>
                  <a:pt x="60195" y="46697"/>
                </a:lnTo>
                <a:close/>
                <a:moveTo>
                  <a:pt x="138060" y="87771"/>
                </a:moveTo>
                <a:lnTo>
                  <a:pt x="139141" y="88959"/>
                </a:lnTo>
                <a:lnTo>
                  <a:pt x="137520" y="88365"/>
                </a:lnTo>
                <a:close/>
                <a:moveTo>
                  <a:pt x="57614" y="239171"/>
                </a:moveTo>
                <a:lnTo>
                  <a:pt x="58810" y="240172"/>
                </a:lnTo>
                <a:lnTo>
                  <a:pt x="57016" y="239672"/>
                </a:lnTo>
                <a:close/>
                <a:moveTo>
                  <a:pt x="17747" y="246817"/>
                </a:moveTo>
                <a:lnTo>
                  <a:pt x="19443" y="247633"/>
                </a:lnTo>
                <a:lnTo>
                  <a:pt x="16899" y="247225"/>
                </a:lnTo>
                <a:close/>
                <a:moveTo>
                  <a:pt x="96857" y="55496"/>
                </a:moveTo>
                <a:lnTo>
                  <a:pt x="97707" y="56076"/>
                </a:lnTo>
                <a:lnTo>
                  <a:pt x="96432" y="55786"/>
                </a:lnTo>
                <a:close/>
                <a:moveTo>
                  <a:pt x="111211" y="374774"/>
                </a:moveTo>
                <a:lnTo>
                  <a:pt x="112809" y="376555"/>
                </a:lnTo>
                <a:lnTo>
                  <a:pt x="110412" y="375665"/>
                </a:lnTo>
                <a:close/>
                <a:moveTo>
                  <a:pt x="35991" y="198628"/>
                </a:moveTo>
                <a:lnTo>
                  <a:pt x="36829" y="199324"/>
                </a:lnTo>
                <a:lnTo>
                  <a:pt x="35572" y="198976"/>
                </a:lnTo>
                <a:close/>
                <a:moveTo>
                  <a:pt x="38710" y="225743"/>
                </a:moveTo>
                <a:lnTo>
                  <a:pt x="39917" y="227436"/>
                </a:lnTo>
                <a:lnTo>
                  <a:pt x="38107" y="226590"/>
                </a:lnTo>
                <a:close/>
                <a:moveTo>
                  <a:pt x="31886" y="260007"/>
                </a:moveTo>
                <a:lnTo>
                  <a:pt x="33377" y="261545"/>
                </a:lnTo>
                <a:lnTo>
                  <a:pt x="31140" y="260776"/>
                </a:lnTo>
                <a:close/>
                <a:moveTo>
                  <a:pt x="45976" y="295442"/>
                </a:moveTo>
                <a:lnTo>
                  <a:pt x="46515" y="295958"/>
                </a:lnTo>
                <a:lnTo>
                  <a:pt x="45706" y="295700"/>
                </a:lnTo>
                <a:close/>
                <a:moveTo>
                  <a:pt x="123982" y="340760"/>
                </a:moveTo>
                <a:lnTo>
                  <a:pt x="125090" y="342160"/>
                </a:lnTo>
                <a:lnTo>
                  <a:pt x="123428" y="341460"/>
                </a:lnTo>
                <a:close/>
                <a:moveTo>
                  <a:pt x="45206" y="206321"/>
                </a:moveTo>
                <a:lnTo>
                  <a:pt x="46685" y="207230"/>
                </a:lnTo>
                <a:lnTo>
                  <a:pt x="44466" y="206775"/>
                </a:lnTo>
                <a:close/>
                <a:moveTo>
                  <a:pt x="84527" y="364233"/>
                </a:moveTo>
                <a:lnTo>
                  <a:pt x="86383" y="365766"/>
                </a:lnTo>
                <a:lnTo>
                  <a:pt x="83599" y="365000"/>
                </a:lnTo>
                <a:close/>
                <a:moveTo>
                  <a:pt x="116261" y="153091"/>
                </a:moveTo>
                <a:lnTo>
                  <a:pt x="117506" y="153863"/>
                </a:lnTo>
                <a:lnTo>
                  <a:pt x="115638" y="153477"/>
                </a:lnTo>
                <a:close/>
                <a:moveTo>
                  <a:pt x="7888" y="284545"/>
                </a:moveTo>
                <a:lnTo>
                  <a:pt x="8788" y="285043"/>
                </a:lnTo>
                <a:lnTo>
                  <a:pt x="7438" y="284794"/>
                </a:lnTo>
                <a:close/>
                <a:moveTo>
                  <a:pt x="35551" y="56705"/>
                </a:moveTo>
                <a:lnTo>
                  <a:pt x="37615" y="57258"/>
                </a:lnTo>
                <a:lnTo>
                  <a:pt x="34519" y="56981"/>
                </a:lnTo>
                <a:close/>
                <a:moveTo>
                  <a:pt x="93094" y="114603"/>
                </a:moveTo>
                <a:lnTo>
                  <a:pt x="94324" y="116011"/>
                </a:lnTo>
                <a:lnTo>
                  <a:pt x="92480" y="115307"/>
                </a:lnTo>
                <a:close/>
                <a:moveTo>
                  <a:pt x="38622" y="387697"/>
                </a:moveTo>
                <a:lnTo>
                  <a:pt x="40249" y="389494"/>
                </a:lnTo>
                <a:lnTo>
                  <a:pt x="37808" y="388595"/>
                </a:lnTo>
                <a:close/>
                <a:moveTo>
                  <a:pt x="81647" y="80814"/>
                </a:moveTo>
                <a:lnTo>
                  <a:pt x="82663" y="81635"/>
                </a:lnTo>
                <a:lnTo>
                  <a:pt x="81138" y="81225"/>
                </a:lnTo>
                <a:close/>
                <a:moveTo>
                  <a:pt x="49379" y="343755"/>
                </a:moveTo>
                <a:lnTo>
                  <a:pt x="50627" y="344707"/>
                </a:lnTo>
                <a:lnTo>
                  <a:pt x="48755" y="344231"/>
                </a:lnTo>
                <a:close/>
                <a:moveTo>
                  <a:pt x="137070" y="111770"/>
                </a:moveTo>
                <a:lnTo>
                  <a:pt x="138344" y="112569"/>
                </a:lnTo>
                <a:lnTo>
                  <a:pt x="136433" y="112170"/>
                </a:lnTo>
                <a:close/>
                <a:moveTo>
                  <a:pt x="42975" y="352143"/>
                </a:moveTo>
                <a:lnTo>
                  <a:pt x="44003" y="352604"/>
                </a:lnTo>
                <a:lnTo>
                  <a:pt x="42461" y="352374"/>
                </a:lnTo>
                <a:close/>
                <a:moveTo>
                  <a:pt x="63774" y="119385"/>
                </a:moveTo>
                <a:lnTo>
                  <a:pt x="65527" y="119998"/>
                </a:lnTo>
                <a:lnTo>
                  <a:pt x="62897" y="119692"/>
                </a:lnTo>
                <a:close/>
                <a:moveTo>
                  <a:pt x="96195" y="353674"/>
                </a:moveTo>
                <a:lnTo>
                  <a:pt x="96615" y="354017"/>
                </a:lnTo>
                <a:lnTo>
                  <a:pt x="95984" y="353846"/>
                </a:lnTo>
                <a:close/>
                <a:moveTo>
                  <a:pt x="135898" y="142620"/>
                </a:moveTo>
                <a:lnTo>
                  <a:pt x="136537" y="143684"/>
                </a:lnTo>
                <a:lnTo>
                  <a:pt x="135579" y="143152"/>
                </a:lnTo>
                <a:close/>
                <a:moveTo>
                  <a:pt x="48427" y="219957"/>
                </a:moveTo>
                <a:lnTo>
                  <a:pt x="49062" y="220941"/>
                </a:lnTo>
                <a:lnTo>
                  <a:pt x="48109" y="220449"/>
                </a:lnTo>
                <a:close/>
                <a:moveTo>
                  <a:pt x="120694" y="355965"/>
                </a:moveTo>
                <a:lnTo>
                  <a:pt x="121098" y="356833"/>
                </a:lnTo>
                <a:lnTo>
                  <a:pt x="120492" y="356399"/>
                </a:lnTo>
                <a:close/>
                <a:moveTo>
                  <a:pt x="44267" y="126626"/>
                </a:moveTo>
                <a:lnTo>
                  <a:pt x="45746" y="127895"/>
                </a:lnTo>
                <a:lnTo>
                  <a:pt x="43527" y="127260"/>
                </a:lnTo>
                <a:close/>
                <a:moveTo>
                  <a:pt x="124762" y="31883"/>
                </a:moveTo>
                <a:lnTo>
                  <a:pt x="125869" y="33092"/>
                </a:lnTo>
                <a:lnTo>
                  <a:pt x="124209" y="32488"/>
                </a:lnTo>
                <a:close/>
                <a:moveTo>
                  <a:pt x="135445" y="107192"/>
                </a:moveTo>
                <a:lnTo>
                  <a:pt x="136348" y="107917"/>
                </a:lnTo>
                <a:lnTo>
                  <a:pt x="134993" y="107555"/>
                </a:lnTo>
                <a:close/>
                <a:moveTo>
                  <a:pt x="103630" y="253059"/>
                </a:moveTo>
                <a:lnTo>
                  <a:pt x="105601" y="254021"/>
                </a:lnTo>
                <a:lnTo>
                  <a:pt x="102644" y="253540"/>
                </a:lnTo>
                <a:close/>
                <a:moveTo>
                  <a:pt x="62187" y="311799"/>
                </a:moveTo>
                <a:lnTo>
                  <a:pt x="63985" y="312612"/>
                </a:lnTo>
                <a:lnTo>
                  <a:pt x="61289" y="312205"/>
                </a:lnTo>
                <a:close/>
                <a:moveTo>
                  <a:pt x="47636" y="43439"/>
                </a:moveTo>
                <a:lnTo>
                  <a:pt x="48986" y="45224"/>
                </a:lnTo>
                <a:lnTo>
                  <a:pt x="46961" y="44331"/>
                </a:lnTo>
                <a:close/>
                <a:moveTo>
                  <a:pt x="69411" y="62019"/>
                </a:moveTo>
                <a:lnTo>
                  <a:pt x="70279" y="63217"/>
                </a:lnTo>
                <a:lnTo>
                  <a:pt x="68977" y="62618"/>
                </a:lnTo>
                <a:close/>
                <a:moveTo>
                  <a:pt x="88732" y="214426"/>
                </a:moveTo>
                <a:lnTo>
                  <a:pt x="90267" y="215803"/>
                </a:lnTo>
                <a:lnTo>
                  <a:pt x="87964" y="215114"/>
                </a:lnTo>
                <a:close/>
                <a:moveTo>
                  <a:pt x="65512" y="130055"/>
                </a:moveTo>
                <a:lnTo>
                  <a:pt x="66788" y="130592"/>
                </a:lnTo>
                <a:lnTo>
                  <a:pt x="64874" y="130323"/>
                </a:lnTo>
                <a:close/>
                <a:moveTo>
                  <a:pt x="98449" y="330399"/>
                </a:moveTo>
                <a:lnTo>
                  <a:pt x="99404" y="331275"/>
                </a:lnTo>
                <a:lnTo>
                  <a:pt x="97972" y="330837"/>
                </a:lnTo>
                <a:close/>
                <a:moveTo>
                  <a:pt x="30102" y="71900"/>
                </a:moveTo>
                <a:lnTo>
                  <a:pt x="31033" y="72865"/>
                </a:lnTo>
                <a:lnTo>
                  <a:pt x="29637" y="72383"/>
                </a:lnTo>
                <a:close/>
                <a:moveTo>
                  <a:pt x="7152" y="108884"/>
                </a:moveTo>
                <a:lnTo>
                  <a:pt x="8880" y="109593"/>
                </a:lnTo>
                <a:lnTo>
                  <a:pt x="6288" y="109238"/>
                </a:lnTo>
                <a:close/>
                <a:moveTo>
                  <a:pt x="139795" y="132563"/>
                </a:moveTo>
                <a:lnTo>
                  <a:pt x="141927" y="133623"/>
                </a:lnTo>
                <a:lnTo>
                  <a:pt x="138729" y="133093"/>
                </a:lnTo>
                <a:close/>
                <a:moveTo>
                  <a:pt x="9889" y="285668"/>
                </a:moveTo>
                <a:lnTo>
                  <a:pt x="11181" y="286889"/>
                </a:lnTo>
                <a:lnTo>
                  <a:pt x="9243" y="286279"/>
                </a:lnTo>
                <a:close/>
                <a:moveTo>
                  <a:pt x="74944" y="353021"/>
                </a:moveTo>
                <a:lnTo>
                  <a:pt x="76716" y="353950"/>
                </a:lnTo>
                <a:lnTo>
                  <a:pt x="74058" y="353486"/>
                </a:lnTo>
                <a:close/>
                <a:moveTo>
                  <a:pt x="92438" y="366000"/>
                </a:moveTo>
                <a:lnTo>
                  <a:pt x="93054" y="367722"/>
                </a:lnTo>
                <a:lnTo>
                  <a:pt x="92130" y="366861"/>
                </a:lnTo>
                <a:close/>
                <a:moveTo>
                  <a:pt x="64487" y="342668"/>
                </a:moveTo>
                <a:lnTo>
                  <a:pt x="65651" y="343411"/>
                </a:lnTo>
                <a:lnTo>
                  <a:pt x="63905" y="343039"/>
                </a:lnTo>
                <a:close/>
                <a:moveTo>
                  <a:pt x="138815" y="18781"/>
                </a:moveTo>
                <a:lnTo>
                  <a:pt x="139291" y="20246"/>
                </a:lnTo>
                <a:lnTo>
                  <a:pt x="138577" y="19513"/>
                </a:lnTo>
                <a:close/>
                <a:moveTo>
                  <a:pt x="17880" y="278239"/>
                </a:moveTo>
                <a:lnTo>
                  <a:pt x="19821" y="279474"/>
                </a:lnTo>
                <a:lnTo>
                  <a:pt x="16909" y="278856"/>
                </a:lnTo>
                <a:close/>
                <a:moveTo>
                  <a:pt x="37784" y="124455"/>
                </a:moveTo>
                <a:lnTo>
                  <a:pt x="39011" y="126185"/>
                </a:lnTo>
                <a:lnTo>
                  <a:pt x="37171" y="125320"/>
                </a:lnTo>
                <a:close/>
                <a:moveTo>
                  <a:pt x="78894" y="234975"/>
                </a:moveTo>
                <a:lnTo>
                  <a:pt x="80708" y="235514"/>
                </a:lnTo>
                <a:lnTo>
                  <a:pt x="77988" y="235244"/>
                </a:lnTo>
                <a:close/>
                <a:moveTo>
                  <a:pt x="63696" y="11408"/>
                </a:moveTo>
                <a:lnTo>
                  <a:pt x="65513" y="12180"/>
                </a:lnTo>
                <a:lnTo>
                  <a:pt x="62788" y="11794"/>
                </a:lnTo>
                <a:close/>
                <a:moveTo>
                  <a:pt x="35769" y="361818"/>
                </a:moveTo>
                <a:lnTo>
                  <a:pt x="36805" y="362458"/>
                </a:lnTo>
                <a:lnTo>
                  <a:pt x="35251" y="362138"/>
                </a:lnTo>
                <a:close/>
                <a:moveTo>
                  <a:pt x="4269" y="199052"/>
                </a:moveTo>
                <a:lnTo>
                  <a:pt x="6145" y="199607"/>
                </a:lnTo>
                <a:lnTo>
                  <a:pt x="3332" y="199329"/>
                </a:lnTo>
                <a:close/>
                <a:moveTo>
                  <a:pt x="142721" y="298517"/>
                </a:moveTo>
                <a:lnTo>
                  <a:pt x="143174" y="299369"/>
                </a:lnTo>
                <a:lnTo>
                  <a:pt x="142495" y="298943"/>
                </a:lnTo>
                <a:close/>
                <a:moveTo>
                  <a:pt x="101997" y="14588"/>
                </a:moveTo>
                <a:lnTo>
                  <a:pt x="103938" y="15446"/>
                </a:lnTo>
                <a:lnTo>
                  <a:pt x="101026" y="15017"/>
                </a:lnTo>
                <a:close/>
                <a:moveTo>
                  <a:pt x="131723" y="140313"/>
                </a:moveTo>
                <a:lnTo>
                  <a:pt x="133896" y="140868"/>
                </a:lnTo>
                <a:lnTo>
                  <a:pt x="130636" y="140591"/>
                </a:lnTo>
                <a:close/>
                <a:moveTo>
                  <a:pt x="11049" y="162828"/>
                </a:moveTo>
                <a:lnTo>
                  <a:pt x="11688" y="164044"/>
                </a:lnTo>
                <a:lnTo>
                  <a:pt x="10730" y="163436"/>
                </a:lnTo>
                <a:close/>
                <a:moveTo>
                  <a:pt x="60091" y="251625"/>
                </a:moveTo>
                <a:lnTo>
                  <a:pt x="60941" y="252111"/>
                </a:lnTo>
                <a:lnTo>
                  <a:pt x="59666" y="251868"/>
                </a:lnTo>
                <a:close/>
                <a:moveTo>
                  <a:pt x="62146" y="266011"/>
                </a:moveTo>
                <a:lnTo>
                  <a:pt x="64156" y="267348"/>
                </a:lnTo>
                <a:lnTo>
                  <a:pt x="61140" y="266679"/>
                </a:lnTo>
                <a:close/>
                <a:moveTo>
                  <a:pt x="14134" y="233298"/>
                </a:moveTo>
                <a:lnTo>
                  <a:pt x="14629" y="234807"/>
                </a:lnTo>
                <a:lnTo>
                  <a:pt x="13886" y="234052"/>
                </a:lnTo>
                <a:close/>
                <a:moveTo>
                  <a:pt x="32570" y="37955"/>
                </a:moveTo>
                <a:lnTo>
                  <a:pt x="34064" y="38613"/>
                </a:lnTo>
                <a:lnTo>
                  <a:pt x="31823" y="38284"/>
                </a:lnTo>
                <a:close/>
                <a:moveTo>
                  <a:pt x="117528" y="267915"/>
                </a:moveTo>
                <a:lnTo>
                  <a:pt x="118715" y="269199"/>
                </a:lnTo>
                <a:lnTo>
                  <a:pt x="116935" y="268557"/>
                </a:lnTo>
                <a:close/>
                <a:moveTo>
                  <a:pt x="20387" y="12762"/>
                </a:moveTo>
                <a:lnTo>
                  <a:pt x="21094" y="13748"/>
                </a:lnTo>
                <a:lnTo>
                  <a:pt x="20033" y="13255"/>
                </a:lnTo>
                <a:close/>
                <a:moveTo>
                  <a:pt x="141339" y="381015"/>
                </a:moveTo>
                <a:lnTo>
                  <a:pt x="142165" y="381678"/>
                </a:lnTo>
                <a:lnTo>
                  <a:pt x="140925" y="381346"/>
                </a:lnTo>
                <a:close/>
                <a:moveTo>
                  <a:pt x="14849" y="216575"/>
                </a:moveTo>
                <a:lnTo>
                  <a:pt x="15297" y="217548"/>
                </a:lnTo>
                <a:lnTo>
                  <a:pt x="14625" y="217061"/>
                </a:lnTo>
                <a:close/>
                <a:moveTo>
                  <a:pt x="116093" y="185213"/>
                </a:moveTo>
                <a:lnTo>
                  <a:pt x="118005" y="185871"/>
                </a:lnTo>
                <a:lnTo>
                  <a:pt x="115138" y="185542"/>
                </a:lnTo>
                <a:close/>
                <a:moveTo>
                  <a:pt x="54785" y="62861"/>
                </a:moveTo>
                <a:lnTo>
                  <a:pt x="55307" y="63888"/>
                </a:lnTo>
                <a:lnTo>
                  <a:pt x="54525" y="63375"/>
                </a:lnTo>
                <a:close/>
                <a:moveTo>
                  <a:pt x="17022" y="391396"/>
                </a:moveTo>
                <a:lnTo>
                  <a:pt x="18328" y="392205"/>
                </a:lnTo>
                <a:lnTo>
                  <a:pt x="16369" y="391800"/>
                </a:lnTo>
                <a:close/>
                <a:moveTo>
                  <a:pt x="17650" y="336719"/>
                </a:moveTo>
                <a:lnTo>
                  <a:pt x="18108" y="337153"/>
                </a:lnTo>
                <a:lnTo>
                  <a:pt x="17421" y="336936"/>
                </a:lnTo>
                <a:close/>
                <a:moveTo>
                  <a:pt x="35039" y="261275"/>
                </a:moveTo>
                <a:lnTo>
                  <a:pt x="36553" y="261801"/>
                </a:lnTo>
                <a:lnTo>
                  <a:pt x="34282" y="261538"/>
                </a:lnTo>
                <a:close/>
                <a:moveTo>
                  <a:pt x="73731" y="203828"/>
                </a:moveTo>
                <a:lnTo>
                  <a:pt x="75459" y="204632"/>
                </a:lnTo>
                <a:lnTo>
                  <a:pt x="72868" y="204230"/>
                </a:lnTo>
                <a:close/>
                <a:moveTo>
                  <a:pt x="129452" y="341244"/>
                </a:moveTo>
                <a:lnTo>
                  <a:pt x="130711" y="342749"/>
                </a:lnTo>
                <a:lnTo>
                  <a:pt x="128823" y="341997"/>
                </a:lnTo>
                <a:close/>
                <a:moveTo>
                  <a:pt x="132589" y="322414"/>
                </a:moveTo>
                <a:lnTo>
                  <a:pt x="134395" y="323267"/>
                </a:lnTo>
                <a:lnTo>
                  <a:pt x="131686" y="322841"/>
                </a:lnTo>
                <a:close/>
                <a:moveTo>
                  <a:pt x="89347" y="298261"/>
                </a:moveTo>
                <a:lnTo>
                  <a:pt x="91398" y="298721"/>
                </a:lnTo>
                <a:lnTo>
                  <a:pt x="88322" y="298491"/>
                </a:lnTo>
                <a:close/>
                <a:moveTo>
                  <a:pt x="100062" y="185805"/>
                </a:moveTo>
                <a:lnTo>
                  <a:pt x="101142" y="187351"/>
                </a:lnTo>
                <a:lnTo>
                  <a:pt x="99522" y="186578"/>
                </a:lnTo>
                <a:close/>
                <a:moveTo>
                  <a:pt x="87647" y="366531"/>
                </a:moveTo>
                <a:lnTo>
                  <a:pt x="88404" y="367333"/>
                </a:lnTo>
                <a:lnTo>
                  <a:pt x="87268" y="366932"/>
                </a:lnTo>
                <a:close/>
                <a:moveTo>
                  <a:pt x="45863" y="300172"/>
                </a:moveTo>
                <a:lnTo>
                  <a:pt x="47539" y="300616"/>
                </a:lnTo>
                <a:lnTo>
                  <a:pt x="45025" y="300394"/>
                </a:lnTo>
                <a:close/>
                <a:moveTo>
                  <a:pt x="61029" y="266089"/>
                </a:moveTo>
                <a:lnTo>
                  <a:pt x="61699" y="266390"/>
                </a:lnTo>
                <a:lnTo>
                  <a:pt x="60695" y="266239"/>
                </a:lnTo>
                <a:close/>
                <a:moveTo>
                  <a:pt x="112831" y="229986"/>
                </a:moveTo>
                <a:lnTo>
                  <a:pt x="114466" y="231040"/>
                </a:lnTo>
                <a:lnTo>
                  <a:pt x="112013" y="230513"/>
                </a:lnTo>
                <a:close/>
                <a:moveTo>
                  <a:pt x="61016" y="144581"/>
                </a:moveTo>
                <a:lnTo>
                  <a:pt x="62698" y="146236"/>
                </a:lnTo>
                <a:lnTo>
                  <a:pt x="60175" y="145408"/>
                </a:lnTo>
                <a:close/>
                <a:moveTo>
                  <a:pt x="62704" y="193666"/>
                </a:moveTo>
                <a:lnTo>
                  <a:pt x="64812" y="194386"/>
                </a:lnTo>
                <a:lnTo>
                  <a:pt x="61651" y="194026"/>
                </a:lnTo>
                <a:close/>
                <a:moveTo>
                  <a:pt x="122881" y="374135"/>
                </a:moveTo>
                <a:lnTo>
                  <a:pt x="124117" y="374508"/>
                </a:lnTo>
                <a:lnTo>
                  <a:pt x="122263" y="374321"/>
                </a:lnTo>
                <a:close/>
                <a:moveTo>
                  <a:pt x="6140" y="131766"/>
                </a:moveTo>
                <a:lnTo>
                  <a:pt x="7391" y="133495"/>
                </a:lnTo>
                <a:lnTo>
                  <a:pt x="5514" y="132630"/>
                </a:lnTo>
                <a:close/>
                <a:moveTo>
                  <a:pt x="70961" y="355696"/>
                </a:moveTo>
                <a:lnTo>
                  <a:pt x="73107" y="356339"/>
                </a:lnTo>
                <a:lnTo>
                  <a:pt x="69888" y="356018"/>
                </a:lnTo>
                <a:close/>
                <a:moveTo>
                  <a:pt x="139779" y="80715"/>
                </a:moveTo>
                <a:lnTo>
                  <a:pt x="141055" y="81755"/>
                </a:lnTo>
                <a:lnTo>
                  <a:pt x="139141" y="81235"/>
                </a:lnTo>
                <a:close/>
                <a:moveTo>
                  <a:pt x="8464" y="385901"/>
                </a:moveTo>
                <a:lnTo>
                  <a:pt x="9636" y="386320"/>
                </a:lnTo>
                <a:lnTo>
                  <a:pt x="7878" y="386111"/>
                </a:lnTo>
                <a:close/>
                <a:moveTo>
                  <a:pt x="141796" y="183651"/>
                </a:moveTo>
                <a:lnTo>
                  <a:pt x="143309" y="184209"/>
                </a:lnTo>
                <a:lnTo>
                  <a:pt x="141040" y="183930"/>
                </a:lnTo>
                <a:close/>
                <a:moveTo>
                  <a:pt x="117793" y="162007"/>
                </a:moveTo>
                <a:lnTo>
                  <a:pt x="118304" y="163194"/>
                </a:lnTo>
                <a:lnTo>
                  <a:pt x="117537" y="162601"/>
                </a:lnTo>
                <a:close/>
                <a:moveTo>
                  <a:pt x="20343" y="276487"/>
                </a:moveTo>
                <a:lnTo>
                  <a:pt x="21725" y="277775"/>
                </a:lnTo>
                <a:lnTo>
                  <a:pt x="19652" y="277131"/>
                </a:lnTo>
                <a:close/>
                <a:moveTo>
                  <a:pt x="31200" y="140242"/>
                </a:moveTo>
                <a:lnTo>
                  <a:pt x="32587" y="140692"/>
                </a:lnTo>
                <a:lnTo>
                  <a:pt x="30507" y="140467"/>
                </a:lnTo>
                <a:close/>
                <a:moveTo>
                  <a:pt x="74831" y="31508"/>
                </a:moveTo>
                <a:lnTo>
                  <a:pt x="76673" y="32034"/>
                </a:lnTo>
                <a:lnTo>
                  <a:pt x="73910" y="31771"/>
                </a:lnTo>
                <a:close/>
                <a:moveTo>
                  <a:pt x="27458" y="30313"/>
                </a:moveTo>
                <a:lnTo>
                  <a:pt x="28003" y="31044"/>
                </a:lnTo>
                <a:lnTo>
                  <a:pt x="27186" y="30679"/>
                </a:lnTo>
                <a:close/>
                <a:moveTo>
                  <a:pt x="10708" y="308674"/>
                </a:moveTo>
                <a:lnTo>
                  <a:pt x="12728" y="308987"/>
                </a:lnTo>
                <a:lnTo>
                  <a:pt x="9698" y="308830"/>
                </a:lnTo>
                <a:close/>
                <a:moveTo>
                  <a:pt x="130396" y="248966"/>
                </a:moveTo>
                <a:lnTo>
                  <a:pt x="131557" y="249443"/>
                </a:lnTo>
                <a:lnTo>
                  <a:pt x="129815" y="249204"/>
                </a:lnTo>
                <a:close/>
                <a:moveTo>
                  <a:pt x="13682" y="240210"/>
                </a:moveTo>
                <a:lnTo>
                  <a:pt x="15445" y="240665"/>
                </a:lnTo>
                <a:lnTo>
                  <a:pt x="12801" y="240437"/>
                </a:lnTo>
                <a:close/>
                <a:moveTo>
                  <a:pt x="91933" y="360666"/>
                </a:moveTo>
                <a:lnTo>
                  <a:pt x="92445" y="361374"/>
                </a:lnTo>
                <a:lnTo>
                  <a:pt x="91677" y="361020"/>
                </a:lnTo>
                <a:close/>
                <a:moveTo>
                  <a:pt x="120287" y="292788"/>
                </a:moveTo>
                <a:lnTo>
                  <a:pt x="122296" y="294161"/>
                </a:lnTo>
                <a:lnTo>
                  <a:pt x="119283" y="293474"/>
                </a:lnTo>
                <a:close/>
                <a:moveTo>
                  <a:pt x="20155" y="144226"/>
                </a:moveTo>
                <a:lnTo>
                  <a:pt x="20633" y="145589"/>
                </a:lnTo>
                <a:lnTo>
                  <a:pt x="19915" y="144908"/>
                </a:lnTo>
                <a:close/>
                <a:moveTo>
                  <a:pt x="50222" y="219270"/>
                </a:moveTo>
                <a:lnTo>
                  <a:pt x="52020" y="220319"/>
                </a:lnTo>
                <a:lnTo>
                  <a:pt x="49323" y="219794"/>
                </a:lnTo>
                <a:close/>
                <a:moveTo>
                  <a:pt x="144446" y="134014"/>
                </a:moveTo>
                <a:lnTo>
                  <a:pt x="144967" y="134441"/>
                </a:lnTo>
                <a:lnTo>
                  <a:pt x="144186" y="134227"/>
                </a:lnTo>
                <a:close/>
                <a:moveTo>
                  <a:pt x="130224" y="293994"/>
                </a:moveTo>
                <a:lnTo>
                  <a:pt x="132203" y="295010"/>
                </a:lnTo>
                <a:lnTo>
                  <a:pt x="129235" y="294502"/>
                </a:lnTo>
                <a:close/>
                <a:moveTo>
                  <a:pt x="63796" y="55707"/>
                </a:moveTo>
                <a:lnTo>
                  <a:pt x="65345" y="57483"/>
                </a:lnTo>
                <a:lnTo>
                  <a:pt x="63022" y="56595"/>
                </a:lnTo>
                <a:close/>
                <a:moveTo>
                  <a:pt x="41003" y="216949"/>
                </a:moveTo>
                <a:lnTo>
                  <a:pt x="42073" y="218027"/>
                </a:lnTo>
                <a:lnTo>
                  <a:pt x="40468" y="217488"/>
                </a:lnTo>
                <a:close/>
                <a:moveTo>
                  <a:pt x="11672" y="375091"/>
                </a:moveTo>
                <a:lnTo>
                  <a:pt x="12696" y="376084"/>
                </a:lnTo>
                <a:lnTo>
                  <a:pt x="11160" y="375587"/>
                </a:lnTo>
                <a:close/>
                <a:moveTo>
                  <a:pt x="18333" y="377801"/>
                </a:moveTo>
                <a:lnTo>
                  <a:pt x="20532" y="378145"/>
                </a:lnTo>
                <a:lnTo>
                  <a:pt x="17233" y="377973"/>
                </a:lnTo>
                <a:close/>
                <a:moveTo>
                  <a:pt x="73756" y="312334"/>
                </a:moveTo>
                <a:lnTo>
                  <a:pt x="74916" y="312821"/>
                </a:lnTo>
                <a:lnTo>
                  <a:pt x="73175" y="312578"/>
                </a:lnTo>
                <a:close/>
                <a:moveTo>
                  <a:pt x="66203" y="296922"/>
                </a:moveTo>
                <a:lnTo>
                  <a:pt x="68362" y="298351"/>
                </a:lnTo>
                <a:lnTo>
                  <a:pt x="65124" y="297636"/>
                </a:lnTo>
                <a:close/>
                <a:moveTo>
                  <a:pt x="141476" y="165271"/>
                </a:moveTo>
                <a:lnTo>
                  <a:pt x="142586" y="166317"/>
                </a:lnTo>
                <a:lnTo>
                  <a:pt x="140921" y="165794"/>
                </a:lnTo>
                <a:close/>
                <a:moveTo>
                  <a:pt x="81739" y="71769"/>
                </a:moveTo>
                <a:lnTo>
                  <a:pt x="82702" y="72184"/>
                </a:lnTo>
                <a:lnTo>
                  <a:pt x="81257" y="71977"/>
                </a:lnTo>
                <a:close/>
                <a:moveTo>
                  <a:pt x="66005" y="388200"/>
                </a:moveTo>
                <a:lnTo>
                  <a:pt x="67594" y="389659"/>
                </a:lnTo>
                <a:lnTo>
                  <a:pt x="65210" y="388930"/>
                </a:lnTo>
                <a:close/>
                <a:moveTo>
                  <a:pt x="6354" y="91595"/>
                </a:moveTo>
                <a:lnTo>
                  <a:pt x="6847" y="93190"/>
                </a:lnTo>
                <a:lnTo>
                  <a:pt x="6108" y="92392"/>
                </a:lnTo>
                <a:close/>
                <a:moveTo>
                  <a:pt x="128347" y="220073"/>
                </a:moveTo>
                <a:lnTo>
                  <a:pt x="129077" y="220539"/>
                </a:lnTo>
                <a:lnTo>
                  <a:pt x="127983" y="220306"/>
                </a:lnTo>
                <a:close/>
                <a:moveTo>
                  <a:pt x="92853" y="164569"/>
                </a:moveTo>
                <a:lnTo>
                  <a:pt x="93325" y="165443"/>
                </a:lnTo>
                <a:lnTo>
                  <a:pt x="92617" y="165006"/>
                </a:lnTo>
                <a:close/>
                <a:moveTo>
                  <a:pt x="135821" y="277265"/>
                </a:moveTo>
                <a:lnTo>
                  <a:pt x="137315" y="277903"/>
                </a:lnTo>
                <a:lnTo>
                  <a:pt x="135075" y="277584"/>
                </a:lnTo>
                <a:close/>
                <a:moveTo>
                  <a:pt x="94757" y="195117"/>
                </a:moveTo>
                <a:lnTo>
                  <a:pt x="96406" y="196543"/>
                </a:lnTo>
                <a:lnTo>
                  <a:pt x="93933" y="195830"/>
                </a:lnTo>
                <a:close/>
                <a:moveTo>
                  <a:pt x="107793" y="25168"/>
                </a:moveTo>
                <a:lnTo>
                  <a:pt x="108882" y="26468"/>
                </a:lnTo>
                <a:lnTo>
                  <a:pt x="107249" y="25818"/>
                </a:lnTo>
                <a:close/>
                <a:moveTo>
                  <a:pt x="38292" y="206438"/>
                </a:moveTo>
                <a:lnTo>
                  <a:pt x="39909" y="207655"/>
                </a:lnTo>
                <a:lnTo>
                  <a:pt x="37483" y="207046"/>
                </a:lnTo>
                <a:close/>
                <a:moveTo>
                  <a:pt x="40699" y="163575"/>
                </a:moveTo>
                <a:lnTo>
                  <a:pt x="42197" y="164279"/>
                </a:lnTo>
                <a:lnTo>
                  <a:pt x="39950" y="163927"/>
                </a:lnTo>
                <a:close/>
                <a:moveTo>
                  <a:pt x="73722" y="154177"/>
                </a:moveTo>
                <a:lnTo>
                  <a:pt x="74356" y="154627"/>
                </a:lnTo>
                <a:lnTo>
                  <a:pt x="73406" y="154402"/>
                </a:lnTo>
                <a:close/>
                <a:moveTo>
                  <a:pt x="39166" y="281354"/>
                </a:moveTo>
                <a:lnTo>
                  <a:pt x="41244" y="281769"/>
                </a:lnTo>
                <a:lnTo>
                  <a:pt x="38127" y="281561"/>
                </a:lnTo>
                <a:close/>
                <a:moveTo>
                  <a:pt x="130761" y="1905"/>
                </a:moveTo>
                <a:lnTo>
                  <a:pt x="131701" y="2921"/>
                </a:lnTo>
                <a:lnTo>
                  <a:pt x="130290" y="2413"/>
                </a:lnTo>
                <a:close/>
                <a:moveTo>
                  <a:pt x="21277" y="216067"/>
                </a:moveTo>
                <a:lnTo>
                  <a:pt x="23372" y="216861"/>
                </a:lnTo>
                <a:lnTo>
                  <a:pt x="20229" y="216464"/>
                </a:lnTo>
                <a:close/>
                <a:moveTo>
                  <a:pt x="130826" y="142030"/>
                </a:moveTo>
                <a:lnTo>
                  <a:pt x="131489" y="142590"/>
                </a:lnTo>
                <a:lnTo>
                  <a:pt x="130494" y="142310"/>
                </a:lnTo>
                <a:close/>
                <a:moveTo>
                  <a:pt x="71975" y="46864"/>
                </a:moveTo>
                <a:lnTo>
                  <a:pt x="73676" y="47609"/>
                </a:lnTo>
                <a:lnTo>
                  <a:pt x="71124" y="47237"/>
                </a:lnTo>
                <a:close/>
                <a:moveTo>
                  <a:pt x="104404" y="154113"/>
                </a:moveTo>
                <a:lnTo>
                  <a:pt x="105035" y="155427"/>
                </a:lnTo>
                <a:lnTo>
                  <a:pt x="104088" y="154770"/>
                </a:lnTo>
                <a:close/>
                <a:moveTo>
                  <a:pt x="87184" y="134193"/>
                </a:moveTo>
                <a:lnTo>
                  <a:pt x="88114" y="135752"/>
                </a:lnTo>
                <a:lnTo>
                  <a:pt x="86720" y="134972"/>
                </a:lnTo>
                <a:close/>
                <a:moveTo>
                  <a:pt x="84011" y="1098"/>
                </a:moveTo>
                <a:lnTo>
                  <a:pt x="84895" y="2657"/>
                </a:lnTo>
                <a:lnTo>
                  <a:pt x="83570" y="1878"/>
                </a:lnTo>
                <a:close/>
                <a:moveTo>
                  <a:pt x="53626" y="51879"/>
                </a:moveTo>
                <a:lnTo>
                  <a:pt x="54643" y="52510"/>
                </a:lnTo>
                <a:lnTo>
                  <a:pt x="53117" y="52194"/>
                </a:lnTo>
                <a:close/>
                <a:moveTo>
                  <a:pt x="96904" y="324451"/>
                </a:moveTo>
                <a:lnTo>
                  <a:pt x="98335" y="325827"/>
                </a:lnTo>
                <a:lnTo>
                  <a:pt x="96189" y="325139"/>
                </a:lnTo>
                <a:close/>
                <a:moveTo>
                  <a:pt x="126647" y="278738"/>
                </a:moveTo>
                <a:lnTo>
                  <a:pt x="128399" y="280517"/>
                </a:lnTo>
                <a:lnTo>
                  <a:pt x="125771" y="279627"/>
                </a:lnTo>
                <a:close/>
                <a:moveTo>
                  <a:pt x="37002" y="333406"/>
                </a:moveTo>
                <a:lnTo>
                  <a:pt x="37925" y="333847"/>
                </a:lnTo>
                <a:lnTo>
                  <a:pt x="36541" y="333627"/>
                </a:lnTo>
                <a:close/>
                <a:moveTo>
                  <a:pt x="15769" y="149650"/>
                </a:moveTo>
                <a:lnTo>
                  <a:pt x="16618" y="151206"/>
                </a:lnTo>
                <a:lnTo>
                  <a:pt x="15345" y="150428"/>
                </a:lnTo>
                <a:close/>
                <a:moveTo>
                  <a:pt x="76066" y="192905"/>
                </a:moveTo>
                <a:lnTo>
                  <a:pt x="77828" y="193892"/>
                </a:lnTo>
                <a:lnTo>
                  <a:pt x="75185" y="193398"/>
                </a:lnTo>
                <a:close/>
                <a:moveTo>
                  <a:pt x="34807" y="336408"/>
                </a:moveTo>
                <a:lnTo>
                  <a:pt x="35223" y="337248"/>
                </a:lnTo>
                <a:lnTo>
                  <a:pt x="34599" y="336828"/>
                </a:lnTo>
                <a:close/>
                <a:moveTo>
                  <a:pt x="132601" y="389611"/>
                </a:moveTo>
                <a:lnTo>
                  <a:pt x="133658" y="390530"/>
                </a:lnTo>
                <a:lnTo>
                  <a:pt x="132073" y="390070"/>
                </a:lnTo>
                <a:close/>
                <a:moveTo>
                  <a:pt x="74613" y="282060"/>
                </a:moveTo>
                <a:lnTo>
                  <a:pt x="76297" y="283426"/>
                </a:lnTo>
                <a:lnTo>
                  <a:pt x="73771" y="282743"/>
                </a:lnTo>
                <a:close/>
                <a:moveTo>
                  <a:pt x="55924" y="19261"/>
                </a:moveTo>
                <a:lnTo>
                  <a:pt x="57047" y="19808"/>
                </a:lnTo>
                <a:lnTo>
                  <a:pt x="55363" y="19535"/>
                </a:lnTo>
                <a:close/>
                <a:moveTo>
                  <a:pt x="58915" y="247297"/>
                </a:moveTo>
                <a:lnTo>
                  <a:pt x="60353" y="247991"/>
                </a:lnTo>
                <a:lnTo>
                  <a:pt x="58196" y="247644"/>
                </a:lnTo>
                <a:close/>
                <a:moveTo>
                  <a:pt x="89976" y="356671"/>
                </a:moveTo>
                <a:lnTo>
                  <a:pt x="92166" y="357239"/>
                </a:lnTo>
                <a:lnTo>
                  <a:pt x="88881" y="356955"/>
                </a:lnTo>
                <a:close/>
                <a:moveTo>
                  <a:pt x="115281" y="59620"/>
                </a:moveTo>
                <a:lnTo>
                  <a:pt x="116540" y="61333"/>
                </a:lnTo>
                <a:lnTo>
                  <a:pt x="114651" y="60476"/>
                </a:lnTo>
                <a:close/>
                <a:moveTo>
                  <a:pt x="16071" y="167870"/>
                </a:moveTo>
                <a:lnTo>
                  <a:pt x="17788" y="168259"/>
                </a:lnTo>
                <a:lnTo>
                  <a:pt x="15213" y="168064"/>
                </a:lnTo>
                <a:close/>
                <a:moveTo>
                  <a:pt x="17902" y="75391"/>
                </a:moveTo>
                <a:lnTo>
                  <a:pt x="19121" y="76763"/>
                </a:lnTo>
                <a:lnTo>
                  <a:pt x="17293" y="76077"/>
                </a:lnTo>
                <a:close/>
                <a:moveTo>
                  <a:pt x="47750" y="190747"/>
                </a:moveTo>
                <a:lnTo>
                  <a:pt x="48952" y="191400"/>
                </a:lnTo>
                <a:lnTo>
                  <a:pt x="47149" y="191073"/>
                </a:lnTo>
                <a:close/>
                <a:moveTo>
                  <a:pt x="130499" y="203266"/>
                </a:moveTo>
                <a:lnTo>
                  <a:pt x="132189" y="203948"/>
                </a:lnTo>
                <a:lnTo>
                  <a:pt x="129653" y="203607"/>
                </a:lnTo>
                <a:close/>
                <a:moveTo>
                  <a:pt x="108097" y="247716"/>
                </a:moveTo>
                <a:lnTo>
                  <a:pt x="108593" y="248290"/>
                </a:lnTo>
                <a:lnTo>
                  <a:pt x="107849" y="248003"/>
                </a:lnTo>
                <a:close/>
                <a:moveTo>
                  <a:pt x="92273" y="123411"/>
                </a:moveTo>
                <a:lnTo>
                  <a:pt x="93152" y="124276"/>
                </a:lnTo>
                <a:lnTo>
                  <a:pt x="91833" y="123843"/>
                </a:lnTo>
                <a:close/>
                <a:moveTo>
                  <a:pt x="61772" y="254835"/>
                </a:moveTo>
                <a:lnTo>
                  <a:pt x="63548" y="255714"/>
                </a:lnTo>
                <a:lnTo>
                  <a:pt x="60884" y="255274"/>
                </a:lnTo>
                <a:close/>
                <a:moveTo>
                  <a:pt x="49660" y="375959"/>
                </a:moveTo>
                <a:lnTo>
                  <a:pt x="51545" y="377127"/>
                </a:lnTo>
                <a:lnTo>
                  <a:pt x="48717" y="376543"/>
                </a:lnTo>
                <a:close/>
                <a:moveTo>
                  <a:pt x="124464" y="311930"/>
                </a:moveTo>
                <a:lnTo>
                  <a:pt x="126583" y="313038"/>
                </a:lnTo>
                <a:lnTo>
                  <a:pt x="123404" y="312484"/>
                </a:lnTo>
                <a:close/>
                <a:moveTo>
                  <a:pt x="24496" y="26870"/>
                </a:moveTo>
                <a:lnTo>
                  <a:pt x="25182" y="27934"/>
                </a:lnTo>
                <a:lnTo>
                  <a:pt x="24153" y="27402"/>
                </a:lnTo>
                <a:close/>
                <a:moveTo>
                  <a:pt x="26699" y="8054"/>
                </a:moveTo>
                <a:lnTo>
                  <a:pt x="28510" y="8855"/>
                </a:lnTo>
                <a:lnTo>
                  <a:pt x="25794" y="8454"/>
                </a:lnTo>
                <a:close/>
                <a:moveTo>
                  <a:pt x="36281" y="293342"/>
                </a:moveTo>
                <a:lnTo>
                  <a:pt x="37715" y="294373"/>
                </a:lnTo>
                <a:lnTo>
                  <a:pt x="35564" y="293857"/>
                </a:lnTo>
                <a:close/>
                <a:moveTo>
                  <a:pt x="2092" y="358807"/>
                </a:moveTo>
                <a:lnTo>
                  <a:pt x="3332" y="359537"/>
                </a:lnTo>
                <a:lnTo>
                  <a:pt x="1472" y="359172"/>
                </a:lnTo>
                <a:close/>
                <a:moveTo>
                  <a:pt x="108791" y="167804"/>
                </a:moveTo>
                <a:lnTo>
                  <a:pt x="110861" y="169308"/>
                </a:lnTo>
                <a:lnTo>
                  <a:pt x="107756" y="168556"/>
                </a:lnTo>
                <a:close/>
                <a:moveTo>
                  <a:pt x="128839" y="78108"/>
                </a:moveTo>
                <a:lnTo>
                  <a:pt x="130363" y="79897"/>
                </a:lnTo>
                <a:lnTo>
                  <a:pt x="128077" y="79003"/>
                </a:lnTo>
                <a:close/>
                <a:moveTo>
                  <a:pt x="139095" y="301174"/>
                </a:moveTo>
                <a:lnTo>
                  <a:pt x="141171" y="302890"/>
                </a:lnTo>
                <a:lnTo>
                  <a:pt x="138056" y="302032"/>
                </a:lnTo>
                <a:close/>
                <a:moveTo>
                  <a:pt x="37650" y="250277"/>
                </a:moveTo>
                <a:lnTo>
                  <a:pt x="38437" y="251363"/>
                </a:lnTo>
                <a:lnTo>
                  <a:pt x="37257" y="250820"/>
                </a:lnTo>
                <a:close/>
                <a:moveTo>
                  <a:pt x="26498" y="307228"/>
                </a:moveTo>
                <a:lnTo>
                  <a:pt x="27407" y="307725"/>
                </a:lnTo>
                <a:lnTo>
                  <a:pt x="26043" y="307477"/>
                </a:lnTo>
                <a:close/>
                <a:moveTo>
                  <a:pt x="73909" y="241771"/>
                </a:moveTo>
                <a:lnTo>
                  <a:pt x="75404" y="243560"/>
                </a:lnTo>
                <a:lnTo>
                  <a:pt x="73162" y="242665"/>
                </a:lnTo>
                <a:close/>
                <a:moveTo>
                  <a:pt x="6011" y="6935"/>
                </a:moveTo>
                <a:lnTo>
                  <a:pt x="7687" y="8394"/>
                </a:lnTo>
                <a:lnTo>
                  <a:pt x="5173" y="7665"/>
                </a:lnTo>
                <a:close/>
                <a:moveTo>
                  <a:pt x="69260" y="269141"/>
                </a:moveTo>
                <a:lnTo>
                  <a:pt x="70339" y="269609"/>
                </a:lnTo>
                <a:lnTo>
                  <a:pt x="68721" y="269375"/>
                </a:lnTo>
                <a:close/>
                <a:moveTo>
                  <a:pt x="123948" y="57292"/>
                </a:moveTo>
                <a:lnTo>
                  <a:pt x="125719" y="58907"/>
                </a:lnTo>
                <a:lnTo>
                  <a:pt x="123063" y="58099"/>
                </a:lnTo>
                <a:close/>
                <a:moveTo>
                  <a:pt x="21291" y="42440"/>
                </a:moveTo>
                <a:lnTo>
                  <a:pt x="22452" y="43516"/>
                </a:lnTo>
                <a:lnTo>
                  <a:pt x="20710" y="42978"/>
                </a:lnTo>
                <a:close/>
                <a:moveTo>
                  <a:pt x="140973" y="64433"/>
                </a:moveTo>
                <a:lnTo>
                  <a:pt x="143055" y="65913"/>
                </a:lnTo>
                <a:lnTo>
                  <a:pt x="139933" y="65173"/>
                </a:lnTo>
                <a:close/>
                <a:moveTo>
                  <a:pt x="87334" y="280436"/>
                </a:moveTo>
                <a:lnTo>
                  <a:pt x="87779" y="281179"/>
                </a:lnTo>
                <a:lnTo>
                  <a:pt x="87111" y="280808"/>
                </a:lnTo>
                <a:close/>
                <a:moveTo>
                  <a:pt x="78641" y="59305"/>
                </a:moveTo>
                <a:lnTo>
                  <a:pt x="79382" y="60094"/>
                </a:lnTo>
                <a:lnTo>
                  <a:pt x="78270" y="59700"/>
                </a:lnTo>
                <a:close/>
                <a:moveTo>
                  <a:pt x="91201" y="314569"/>
                </a:moveTo>
                <a:lnTo>
                  <a:pt x="92180" y="315746"/>
                </a:lnTo>
                <a:lnTo>
                  <a:pt x="90712" y="315158"/>
                </a:lnTo>
                <a:close/>
                <a:moveTo>
                  <a:pt x="1477" y="326380"/>
                </a:moveTo>
                <a:lnTo>
                  <a:pt x="2949" y="327913"/>
                </a:lnTo>
                <a:lnTo>
                  <a:pt x="741" y="327147"/>
                </a:lnTo>
                <a:close/>
                <a:moveTo>
                  <a:pt x="133560" y="103091"/>
                </a:moveTo>
                <a:lnTo>
                  <a:pt x="134677" y="103973"/>
                </a:lnTo>
                <a:lnTo>
                  <a:pt x="133002" y="103532"/>
                </a:lnTo>
                <a:close/>
                <a:moveTo>
                  <a:pt x="73538" y="155700"/>
                </a:moveTo>
                <a:lnTo>
                  <a:pt x="75624" y="157288"/>
                </a:lnTo>
                <a:lnTo>
                  <a:pt x="72496" y="156494"/>
                </a:lnTo>
                <a:close/>
                <a:moveTo>
                  <a:pt x="43139" y="207004"/>
                </a:moveTo>
                <a:lnTo>
                  <a:pt x="44566" y="207998"/>
                </a:lnTo>
                <a:lnTo>
                  <a:pt x="42425" y="207501"/>
                </a:lnTo>
                <a:close/>
                <a:moveTo>
                  <a:pt x="125002" y="379489"/>
                </a:moveTo>
                <a:lnTo>
                  <a:pt x="126764" y="381023"/>
                </a:lnTo>
                <a:lnTo>
                  <a:pt x="124120" y="380256"/>
                </a:lnTo>
                <a:close/>
                <a:moveTo>
                  <a:pt x="139825" y="164505"/>
                </a:moveTo>
                <a:lnTo>
                  <a:pt x="141349" y="166111"/>
                </a:lnTo>
                <a:lnTo>
                  <a:pt x="139063" y="165308"/>
                </a:lnTo>
                <a:close/>
                <a:moveTo>
                  <a:pt x="73495" y="306359"/>
                </a:moveTo>
                <a:lnTo>
                  <a:pt x="74834" y="307154"/>
                </a:lnTo>
                <a:lnTo>
                  <a:pt x="72825" y="306756"/>
                </a:lnTo>
                <a:close/>
                <a:moveTo>
                  <a:pt x="4426" y="316811"/>
                </a:moveTo>
                <a:lnTo>
                  <a:pt x="6622" y="317304"/>
                </a:lnTo>
                <a:lnTo>
                  <a:pt x="3328" y="317058"/>
                </a:lnTo>
                <a:close/>
                <a:moveTo>
                  <a:pt x="140188" y="1564"/>
                </a:moveTo>
                <a:lnTo>
                  <a:pt x="141595" y="3092"/>
                </a:lnTo>
                <a:lnTo>
                  <a:pt x="139484" y="2328"/>
                </a:lnTo>
                <a:close/>
                <a:moveTo>
                  <a:pt x="54527" y="357776"/>
                </a:moveTo>
                <a:lnTo>
                  <a:pt x="56447" y="358531"/>
                </a:lnTo>
                <a:lnTo>
                  <a:pt x="53567" y="358154"/>
                </a:lnTo>
                <a:close/>
                <a:moveTo>
                  <a:pt x="27383" y="129050"/>
                </a:moveTo>
                <a:lnTo>
                  <a:pt x="28640" y="129806"/>
                </a:lnTo>
                <a:lnTo>
                  <a:pt x="26754" y="129428"/>
                </a:lnTo>
                <a:close/>
                <a:moveTo>
                  <a:pt x="48801" y="198547"/>
                </a:moveTo>
                <a:lnTo>
                  <a:pt x="49876" y="199204"/>
                </a:lnTo>
                <a:lnTo>
                  <a:pt x="48264" y="198876"/>
                </a:lnTo>
                <a:close/>
                <a:moveTo>
                  <a:pt x="45333" y="153959"/>
                </a:moveTo>
                <a:lnTo>
                  <a:pt x="46969" y="154270"/>
                </a:lnTo>
                <a:lnTo>
                  <a:pt x="44516" y="154114"/>
                </a:lnTo>
                <a:close/>
                <a:moveTo>
                  <a:pt x="59609" y="92817"/>
                </a:moveTo>
                <a:lnTo>
                  <a:pt x="61271" y="94017"/>
                </a:lnTo>
                <a:lnTo>
                  <a:pt x="58779" y="93417"/>
                </a:lnTo>
                <a:close/>
                <a:moveTo>
                  <a:pt x="65140" y="177238"/>
                </a:moveTo>
                <a:lnTo>
                  <a:pt x="66044" y="177861"/>
                </a:lnTo>
                <a:lnTo>
                  <a:pt x="64688" y="177550"/>
                </a:lnTo>
                <a:close/>
                <a:moveTo>
                  <a:pt x="91410" y="284310"/>
                </a:moveTo>
                <a:lnTo>
                  <a:pt x="92561" y="285064"/>
                </a:lnTo>
                <a:lnTo>
                  <a:pt x="90834" y="284687"/>
                </a:lnTo>
                <a:close/>
                <a:moveTo>
                  <a:pt x="80673" y="215172"/>
                </a:moveTo>
                <a:lnTo>
                  <a:pt x="82624" y="215992"/>
                </a:lnTo>
                <a:lnTo>
                  <a:pt x="79698" y="215582"/>
                </a:lnTo>
                <a:close/>
                <a:moveTo>
                  <a:pt x="130343" y="207678"/>
                </a:moveTo>
                <a:lnTo>
                  <a:pt x="132119" y="208150"/>
                </a:lnTo>
                <a:lnTo>
                  <a:pt x="129456" y="207914"/>
                </a:lnTo>
                <a:close/>
                <a:moveTo>
                  <a:pt x="49172" y="28966"/>
                </a:moveTo>
                <a:lnTo>
                  <a:pt x="50319" y="30408"/>
                </a:lnTo>
                <a:lnTo>
                  <a:pt x="48599" y="29687"/>
                </a:lnTo>
                <a:close/>
                <a:moveTo>
                  <a:pt x="67305" y="284698"/>
                </a:moveTo>
                <a:lnTo>
                  <a:pt x="69501" y="285454"/>
                </a:lnTo>
                <a:lnTo>
                  <a:pt x="66207" y="285076"/>
                </a:lnTo>
                <a:close/>
                <a:moveTo>
                  <a:pt x="86155" y="285101"/>
                </a:moveTo>
                <a:lnTo>
                  <a:pt x="87681" y="286619"/>
                </a:lnTo>
                <a:lnTo>
                  <a:pt x="85392" y="285860"/>
                </a:lnTo>
                <a:close/>
                <a:moveTo>
                  <a:pt x="102811" y="82541"/>
                </a:moveTo>
                <a:lnTo>
                  <a:pt x="104189" y="83865"/>
                </a:lnTo>
                <a:lnTo>
                  <a:pt x="102121" y="83203"/>
                </a:lnTo>
                <a:close/>
                <a:moveTo>
                  <a:pt x="4451" y="255245"/>
                </a:moveTo>
                <a:lnTo>
                  <a:pt x="6088" y="255866"/>
                </a:lnTo>
                <a:lnTo>
                  <a:pt x="3632" y="255556"/>
                </a:lnTo>
                <a:close/>
                <a:moveTo>
                  <a:pt x="110268" y="2521"/>
                </a:moveTo>
                <a:lnTo>
                  <a:pt x="111029" y="3515"/>
                </a:lnTo>
                <a:lnTo>
                  <a:pt x="109888" y="3018"/>
                </a:lnTo>
                <a:close/>
                <a:moveTo>
                  <a:pt x="56257" y="192150"/>
                </a:moveTo>
                <a:lnTo>
                  <a:pt x="57566" y="193055"/>
                </a:lnTo>
                <a:lnTo>
                  <a:pt x="55603" y="192602"/>
                </a:lnTo>
                <a:close/>
                <a:moveTo>
                  <a:pt x="99659" y="317077"/>
                </a:moveTo>
                <a:lnTo>
                  <a:pt x="101014" y="318257"/>
                </a:lnTo>
                <a:lnTo>
                  <a:pt x="98981" y="317667"/>
                </a:lnTo>
                <a:close/>
                <a:moveTo>
                  <a:pt x="84043" y="47225"/>
                </a:moveTo>
                <a:lnTo>
                  <a:pt x="84862" y="48559"/>
                </a:lnTo>
                <a:lnTo>
                  <a:pt x="83633" y="47892"/>
                </a:lnTo>
                <a:close/>
                <a:moveTo>
                  <a:pt x="89035" y="102519"/>
                </a:moveTo>
                <a:lnTo>
                  <a:pt x="90844" y="103061"/>
                </a:lnTo>
                <a:lnTo>
                  <a:pt x="88130" y="102790"/>
                </a:lnTo>
                <a:close/>
                <a:moveTo>
                  <a:pt x="72399" y="297896"/>
                </a:moveTo>
                <a:lnTo>
                  <a:pt x="73517" y="299052"/>
                </a:lnTo>
                <a:lnTo>
                  <a:pt x="71840" y="298474"/>
                </a:lnTo>
                <a:close/>
                <a:moveTo>
                  <a:pt x="123933" y="194578"/>
                </a:moveTo>
                <a:lnTo>
                  <a:pt x="124933" y="194971"/>
                </a:lnTo>
                <a:lnTo>
                  <a:pt x="123433" y="194775"/>
                </a:lnTo>
                <a:close/>
                <a:moveTo>
                  <a:pt x="131556" y="247917"/>
                </a:moveTo>
                <a:lnTo>
                  <a:pt x="132941" y="248886"/>
                </a:lnTo>
                <a:lnTo>
                  <a:pt x="130863" y="248401"/>
                </a:lnTo>
                <a:close/>
                <a:moveTo>
                  <a:pt x="125900" y="306242"/>
                </a:moveTo>
                <a:lnTo>
                  <a:pt x="127371" y="307464"/>
                </a:lnTo>
                <a:lnTo>
                  <a:pt x="125165" y="306853"/>
                </a:lnTo>
                <a:close/>
                <a:moveTo>
                  <a:pt x="95108" y="240696"/>
                </a:moveTo>
                <a:lnTo>
                  <a:pt x="96971" y="242353"/>
                </a:lnTo>
                <a:lnTo>
                  <a:pt x="94177" y="241524"/>
                </a:lnTo>
                <a:close/>
                <a:moveTo>
                  <a:pt x="10990" y="173888"/>
                </a:moveTo>
                <a:lnTo>
                  <a:pt x="11504" y="175529"/>
                </a:lnTo>
                <a:lnTo>
                  <a:pt x="10733" y="174709"/>
                </a:lnTo>
                <a:close/>
                <a:moveTo>
                  <a:pt x="55952" y="79476"/>
                </a:moveTo>
                <a:lnTo>
                  <a:pt x="57955" y="80483"/>
                </a:lnTo>
                <a:lnTo>
                  <a:pt x="54951" y="79980"/>
                </a:lnTo>
                <a:close/>
                <a:moveTo>
                  <a:pt x="81281" y="58216"/>
                </a:moveTo>
                <a:lnTo>
                  <a:pt x="81725" y="58740"/>
                </a:lnTo>
                <a:lnTo>
                  <a:pt x="81059" y="58478"/>
                </a:lnTo>
                <a:close/>
                <a:moveTo>
                  <a:pt x="53796" y="291770"/>
                </a:moveTo>
                <a:lnTo>
                  <a:pt x="55874" y="292415"/>
                </a:lnTo>
                <a:lnTo>
                  <a:pt x="52757" y="292093"/>
                </a:lnTo>
                <a:close/>
                <a:moveTo>
                  <a:pt x="61425" y="158918"/>
                </a:moveTo>
                <a:lnTo>
                  <a:pt x="62785" y="160182"/>
                </a:lnTo>
                <a:lnTo>
                  <a:pt x="60745" y="159550"/>
                </a:lnTo>
                <a:close/>
                <a:moveTo>
                  <a:pt x="27240" y="291397"/>
                </a:moveTo>
                <a:lnTo>
                  <a:pt x="28017" y="293114"/>
                </a:lnTo>
                <a:lnTo>
                  <a:pt x="26852" y="292255"/>
                </a:lnTo>
                <a:close/>
                <a:moveTo>
                  <a:pt x="44068" y="260337"/>
                </a:moveTo>
                <a:lnTo>
                  <a:pt x="45453" y="261365"/>
                </a:lnTo>
                <a:lnTo>
                  <a:pt x="43376" y="260851"/>
                </a:lnTo>
                <a:close/>
                <a:moveTo>
                  <a:pt x="90896" y="154531"/>
                </a:moveTo>
                <a:lnTo>
                  <a:pt x="92279" y="155526"/>
                </a:lnTo>
                <a:lnTo>
                  <a:pt x="90204" y="155028"/>
                </a:lnTo>
                <a:close/>
                <a:moveTo>
                  <a:pt x="46064" y="45968"/>
                </a:moveTo>
                <a:lnTo>
                  <a:pt x="47613" y="47719"/>
                </a:lnTo>
                <a:lnTo>
                  <a:pt x="45289" y="46844"/>
                </a:lnTo>
                <a:close/>
                <a:moveTo>
                  <a:pt x="69856" y="339308"/>
                </a:moveTo>
                <a:lnTo>
                  <a:pt x="71019" y="340394"/>
                </a:lnTo>
                <a:lnTo>
                  <a:pt x="69275" y="339851"/>
                </a:lnTo>
                <a:close/>
                <a:moveTo>
                  <a:pt x="45034" y="325226"/>
                </a:moveTo>
                <a:lnTo>
                  <a:pt x="45447" y="325656"/>
                </a:lnTo>
                <a:lnTo>
                  <a:pt x="44828" y="325441"/>
                </a:lnTo>
                <a:close/>
                <a:moveTo>
                  <a:pt x="45389" y="130599"/>
                </a:moveTo>
                <a:lnTo>
                  <a:pt x="46517" y="131317"/>
                </a:lnTo>
                <a:lnTo>
                  <a:pt x="44826" y="130958"/>
                </a:lnTo>
                <a:close/>
                <a:moveTo>
                  <a:pt x="34948" y="386032"/>
                </a:moveTo>
                <a:lnTo>
                  <a:pt x="36078" y="386550"/>
                </a:lnTo>
                <a:lnTo>
                  <a:pt x="34384" y="386291"/>
                </a:lnTo>
                <a:close/>
                <a:moveTo>
                  <a:pt x="79780" y="203314"/>
                </a:moveTo>
                <a:lnTo>
                  <a:pt x="81227" y="204916"/>
                </a:lnTo>
                <a:lnTo>
                  <a:pt x="79056" y="204115"/>
                </a:lnTo>
                <a:close/>
                <a:moveTo>
                  <a:pt x="107469" y="9791"/>
                </a:moveTo>
                <a:lnTo>
                  <a:pt x="109193" y="10881"/>
                </a:lnTo>
                <a:lnTo>
                  <a:pt x="106607" y="10336"/>
                </a:lnTo>
                <a:close/>
                <a:moveTo>
                  <a:pt x="6255" y="323731"/>
                </a:moveTo>
                <a:lnTo>
                  <a:pt x="6880" y="324765"/>
                </a:lnTo>
                <a:lnTo>
                  <a:pt x="5942" y="324248"/>
                </a:lnTo>
                <a:close/>
                <a:moveTo>
                  <a:pt x="5609" y="240302"/>
                </a:moveTo>
                <a:lnTo>
                  <a:pt x="6552" y="241957"/>
                </a:lnTo>
                <a:lnTo>
                  <a:pt x="5138" y="241130"/>
                </a:lnTo>
                <a:close/>
                <a:moveTo>
                  <a:pt x="50034" y="1126"/>
                </a:moveTo>
                <a:lnTo>
                  <a:pt x="51620" y="2378"/>
                </a:lnTo>
                <a:lnTo>
                  <a:pt x="49241" y="1752"/>
                </a:lnTo>
                <a:close/>
                <a:moveTo>
                  <a:pt x="93321" y="10721"/>
                </a:moveTo>
                <a:lnTo>
                  <a:pt x="94061" y="11791"/>
                </a:lnTo>
                <a:lnTo>
                  <a:pt x="92951" y="11256"/>
                </a:lnTo>
                <a:close/>
                <a:moveTo>
                  <a:pt x="14189" y="323626"/>
                </a:moveTo>
                <a:lnTo>
                  <a:pt x="15280" y="325013"/>
                </a:lnTo>
                <a:lnTo>
                  <a:pt x="13644" y="324319"/>
                </a:lnTo>
                <a:close/>
                <a:moveTo>
                  <a:pt x="1751" y="390306"/>
                </a:moveTo>
                <a:lnTo>
                  <a:pt x="3228" y="390700"/>
                </a:lnTo>
                <a:lnTo>
                  <a:pt x="1012" y="390503"/>
                </a:lnTo>
                <a:close/>
                <a:moveTo>
                  <a:pt x="88875" y="105455"/>
                </a:moveTo>
                <a:lnTo>
                  <a:pt x="89308" y="106873"/>
                </a:lnTo>
                <a:lnTo>
                  <a:pt x="88658" y="106164"/>
                </a:lnTo>
                <a:close/>
                <a:moveTo>
                  <a:pt x="34341" y="201059"/>
                </a:moveTo>
                <a:lnTo>
                  <a:pt x="36319" y="202392"/>
                </a:lnTo>
                <a:lnTo>
                  <a:pt x="33352" y="201725"/>
                </a:lnTo>
                <a:close/>
                <a:moveTo>
                  <a:pt x="93327" y="326106"/>
                </a:moveTo>
                <a:lnTo>
                  <a:pt x="95508" y="326671"/>
                </a:lnTo>
                <a:lnTo>
                  <a:pt x="92237" y="326389"/>
                </a:lnTo>
                <a:close/>
                <a:moveTo>
                  <a:pt x="16292" y="293725"/>
                </a:moveTo>
                <a:lnTo>
                  <a:pt x="16744" y="294755"/>
                </a:lnTo>
                <a:lnTo>
                  <a:pt x="16066" y="294240"/>
                </a:lnTo>
                <a:close/>
                <a:moveTo>
                  <a:pt x="64906" y="143731"/>
                </a:moveTo>
                <a:lnTo>
                  <a:pt x="65738" y="144305"/>
                </a:lnTo>
                <a:lnTo>
                  <a:pt x="64489" y="144018"/>
                </a:lnTo>
                <a:close/>
                <a:moveTo>
                  <a:pt x="59474" y="228780"/>
                </a:moveTo>
                <a:lnTo>
                  <a:pt x="60189" y="229291"/>
                </a:lnTo>
                <a:lnTo>
                  <a:pt x="59116" y="229035"/>
                </a:lnTo>
                <a:close/>
                <a:moveTo>
                  <a:pt x="126316" y="391168"/>
                </a:moveTo>
                <a:lnTo>
                  <a:pt x="127443" y="391927"/>
                </a:lnTo>
                <a:lnTo>
                  <a:pt x="125753" y="391548"/>
                </a:lnTo>
                <a:close/>
                <a:moveTo>
                  <a:pt x="67438" y="342804"/>
                </a:moveTo>
                <a:lnTo>
                  <a:pt x="69093" y="344087"/>
                </a:lnTo>
                <a:lnTo>
                  <a:pt x="66610" y="343445"/>
                </a:lnTo>
                <a:close/>
                <a:moveTo>
                  <a:pt x="44104" y="331358"/>
                </a:moveTo>
                <a:lnTo>
                  <a:pt x="45117" y="332200"/>
                </a:lnTo>
                <a:lnTo>
                  <a:pt x="43598" y="331779"/>
                </a:lnTo>
                <a:close/>
                <a:moveTo>
                  <a:pt x="83778" y="232134"/>
                </a:moveTo>
                <a:lnTo>
                  <a:pt x="85001" y="232642"/>
                </a:lnTo>
                <a:lnTo>
                  <a:pt x="83166" y="232388"/>
                </a:lnTo>
                <a:close/>
                <a:moveTo>
                  <a:pt x="116562" y="5959"/>
                </a:moveTo>
                <a:lnTo>
                  <a:pt x="117372" y="7185"/>
                </a:lnTo>
                <a:lnTo>
                  <a:pt x="116158" y="6572"/>
                </a:lnTo>
                <a:close/>
                <a:moveTo>
                  <a:pt x="76873" y="279292"/>
                </a:moveTo>
                <a:lnTo>
                  <a:pt x="78390" y="280881"/>
                </a:lnTo>
                <a:lnTo>
                  <a:pt x="76114" y="280087"/>
                </a:lnTo>
                <a:close/>
                <a:moveTo>
                  <a:pt x="63992" y="27235"/>
                </a:moveTo>
                <a:lnTo>
                  <a:pt x="65868" y="29020"/>
                </a:lnTo>
                <a:lnTo>
                  <a:pt x="63054" y="28128"/>
                </a:lnTo>
                <a:close/>
                <a:moveTo>
                  <a:pt x="73197" y="69452"/>
                </a:moveTo>
                <a:lnTo>
                  <a:pt x="75038" y="69968"/>
                </a:lnTo>
                <a:lnTo>
                  <a:pt x="72276" y="69710"/>
                </a:lnTo>
                <a:close/>
                <a:moveTo>
                  <a:pt x="28917" y="222175"/>
                </a:moveTo>
                <a:lnTo>
                  <a:pt x="30123" y="223869"/>
                </a:lnTo>
                <a:lnTo>
                  <a:pt x="28314" y="223022"/>
                </a:lnTo>
                <a:close/>
                <a:moveTo>
                  <a:pt x="71504" y="251192"/>
                </a:moveTo>
                <a:lnTo>
                  <a:pt x="73327" y="251680"/>
                </a:lnTo>
                <a:lnTo>
                  <a:pt x="70593" y="251436"/>
                </a:lnTo>
                <a:close/>
                <a:moveTo>
                  <a:pt x="23029" y="77987"/>
                </a:moveTo>
                <a:lnTo>
                  <a:pt x="23676" y="79189"/>
                </a:lnTo>
                <a:lnTo>
                  <a:pt x="22705" y="78588"/>
                </a:lnTo>
                <a:close/>
                <a:moveTo>
                  <a:pt x="92228" y="344237"/>
                </a:moveTo>
                <a:lnTo>
                  <a:pt x="92814" y="345749"/>
                </a:lnTo>
                <a:lnTo>
                  <a:pt x="91934" y="344993"/>
                </a:lnTo>
                <a:close/>
                <a:moveTo>
                  <a:pt x="83618" y="143543"/>
                </a:moveTo>
                <a:lnTo>
                  <a:pt x="85055" y="144993"/>
                </a:lnTo>
                <a:lnTo>
                  <a:pt x="82900" y="144268"/>
                </a:lnTo>
                <a:close/>
                <a:moveTo>
                  <a:pt x="110750" y="279161"/>
                </a:moveTo>
                <a:lnTo>
                  <a:pt x="111990" y="279764"/>
                </a:lnTo>
                <a:lnTo>
                  <a:pt x="110130" y="279462"/>
                </a:lnTo>
                <a:close/>
                <a:moveTo>
                  <a:pt x="19220" y="88850"/>
                </a:moveTo>
                <a:lnTo>
                  <a:pt x="20129" y="90261"/>
                </a:lnTo>
                <a:lnTo>
                  <a:pt x="18766" y="89556"/>
                </a:lnTo>
                <a:close/>
                <a:moveTo>
                  <a:pt x="9291" y="202389"/>
                </a:moveTo>
                <a:lnTo>
                  <a:pt x="10216" y="203196"/>
                </a:lnTo>
                <a:lnTo>
                  <a:pt x="8829" y="202792"/>
                </a:lnTo>
                <a:close/>
                <a:moveTo>
                  <a:pt x="38606" y="73737"/>
                </a:moveTo>
                <a:lnTo>
                  <a:pt x="40636" y="74126"/>
                </a:lnTo>
                <a:lnTo>
                  <a:pt x="37590" y="73931"/>
                </a:lnTo>
                <a:close/>
                <a:moveTo>
                  <a:pt x="85947" y="117909"/>
                </a:moveTo>
                <a:lnTo>
                  <a:pt x="87413" y="119297"/>
                </a:lnTo>
                <a:lnTo>
                  <a:pt x="85213" y="118603"/>
                </a:lnTo>
                <a:close/>
                <a:moveTo>
                  <a:pt x="8829" y="220647"/>
                </a:moveTo>
                <a:lnTo>
                  <a:pt x="9459" y="221416"/>
                </a:lnTo>
                <a:lnTo>
                  <a:pt x="8515" y="221032"/>
                </a:lnTo>
                <a:close/>
                <a:moveTo>
                  <a:pt x="35571" y="333985"/>
                </a:moveTo>
                <a:lnTo>
                  <a:pt x="36126" y="335117"/>
                </a:lnTo>
                <a:lnTo>
                  <a:pt x="35293" y="334551"/>
                </a:lnTo>
                <a:close/>
                <a:moveTo>
                  <a:pt x="100479" y="204760"/>
                </a:moveTo>
                <a:lnTo>
                  <a:pt x="101495" y="206330"/>
                </a:lnTo>
                <a:lnTo>
                  <a:pt x="99971" y="205545"/>
                </a:lnTo>
                <a:close/>
                <a:moveTo>
                  <a:pt x="45107" y="370892"/>
                </a:moveTo>
                <a:lnTo>
                  <a:pt x="46472" y="372569"/>
                </a:lnTo>
                <a:lnTo>
                  <a:pt x="44424" y="371730"/>
                </a:lnTo>
                <a:close/>
                <a:moveTo>
                  <a:pt x="122411" y="36349"/>
                </a:moveTo>
                <a:lnTo>
                  <a:pt x="122878" y="38004"/>
                </a:lnTo>
                <a:lnTo>
                  <a:pt x="122177" y="37176"/>
                </a:lnTo>
                <a:close/>
                <a:moveTo>
                  <a:pt x="134053" y="238130"/>
                </a:moveTo>
                <a:lnTo>
                  <a:pt x="134992" y="239778"/>
                </a:lnTo>
                <a:lnTo>
                  <a:pt x="133583" y="238954"/>
                </a:lnTo>
                <a:close/>
                <a:moveTo>
                  <a:pt x="137454" y="368010"/>
                </a:moveTo>
                <a:lnTo>
                  <a:pt x="139445" y="369149"/>
                </a:lnTo>
                <a:lnTo>
                  <a:pt x="136459" y="368579"/>
                </a:lnTo>
                <a:close/>
                <a:moveTo>
                  <a:pt x="91082" y="175836"/>
                </a:moveTo>
                <a:lnTo>
                  <a:pt x="91457" y="177484"/>
                </a:lnTo>
                <a:lnTo>
                  <a:pt x="90895" y="176660"/>
                </a:lnTo>
                <a:close/>
                <a:moveTo>
                  <a:pt x="32950" y="109524"/>
                </a:moveTo>
                <a:lnTo>
                  <a:pt x="34356" y="110874"/>
                </a:lnTo>
                <a:lnTo>
                  <a:pt x="32247" y="110199"/>
                </a:lnTo>
                <a:close/>
                <a:moveTo>
                  <a:pt x="139523" y="133588"/>
                </a:moveTo>
                <a:lnTo>
                  <a:pt x="139960" y="134830"/>
                </a:lnTo>
                <a:lnTo>
                  <a:pt x="139305" y="134209"/>
                </a:lnTo>
                <a:close/>
                <a:moveTo>
                  <a:pt x="138468" y="154872"/>
                </a:moveTo>
                <a:lnTo>
                  <a:pt x="139093" y="155915"/>
                </a:lnTo>
                <a:lnTo>
                  <a:pt x="138155" y="155393"/>
                </a:lnTo>
                <a:close/>
                <a:moveTo>
                  <a:pt x="20360" y="184738"/>
                </a:moveTo>
                <a:lnTo>
                  <a:pt x="20899" y="186249"/>
                </a:lnTo>
                <a:lnTo>
                  <a:pt x="20091" y="185493"/>
                </a:lnTo>
                <a:close/>
                <a:moveTo>
                  <a:pt x="21782" y="77432"/>
                </a:moveTo>
                <a:lnTo>
                  <a:pt x="22636" y="77798"/>
                </a:lnTo>
                <a:lnTo>
                  <a:pt x="21356" y="77615"/>
                </a:lnTo>
                <a:close/>
                <a:moveTo>
                  <a:pt x="100482" y="101265"/>
                </a:moveTo>
                <a:lnTo>
                  <a:pt x="102430" y="102081"/>
                </a:lnTo>
                <a:lnTo>
                  <a:pt x="99507" y="101673"/>
                </a:lnTo>
                <a:close/>
                <a:moveTo>
                  <a:pt x="20213" y="192463"/>
                </a:moveTo>
                <a:lnTo>
                  <a:pt x="21182" y="193300"/>
                </a:lnTo>
                <a:lnTo>
                  <a:pt x="19728" y="192882"/>
                </a:lnTo>
                <a:close/>
                <a:moveTo>
                  <a:pt x="65758" y="141813"/>
                </a:moveTo>
                <a:lnTo>
                  <a:pt x="67799" y="143141"/>
                </a:lnTo>
                <a:lnTo>
                  <a:pt x="64738" y="142477"/>
                </a:lnTo>
                <a:close/>
                <a:moveTo>
                  <a:pt x="5705" y="23818"/>
                </a:moveTo>
                <a:lnTo>
                  <a:pt x="7602" y="24517"/>
                </a:lnTo>
                <a:lnTo>
                  <a:pt x="4757" y="24168"/>
                </a:lnTo>
                <a:close/>
                <a:moveTo>
                  <a:pt x="133672" y="53904"/>
                </a:moveTo>
                <a:lnTo>
                  <a:pt x="134363" y="55121"/>
                </a:lnTo>
                <a:lnTo>
                  <a:pt x="133327" y="54513"/>
                </a:lnTo>
                <a:close/>
                <a:moveTo>
                  <a:pt x="60004" y="71363"/>
                </a:moveTo>
                <a:lnTo>
                  <a:pt x="60454" y="72965"/>
                </a:lnTo>
                <a:lnTo>
                  <a:pt x="59780" y="72164"/>
                </a:lnTo>
                <a:close/>
                <a:moveTo>
                  <a:pt x="74572" y="145855"/>
                </a:moveTo>
                <a:lnTo>
                  <a:pt x="75744" y="146603"/>
                </a:lnTo>
                <a:lnTo>
                  <a:pt x="73986" y="146229"/>
                </a:lnTo>
                <a:close/>
                <a:moveTo>
                  <a:pt x="70934" y="182994"/>
                </a:moveTo>
                <a:lnTo>
                  <a:pt x="71353" y="184670"/>
                </a:lnTo>
                <a:lnTo>
                  <a:pt x="70724" y="183832"/>
                </a:lnTo>
                <a:close/>
                <a:moveTo>
                  <a:pt x="67409" y="219755"/>
                </a:moveTo>
                <a:lnTo>
                  <a:pt x="67951" y="221188"/>
                </a:lnTo>
                <a:lnTo>
                  <a:pt x="67137" y="220471"/>
                </a:lnTo>
                <a:close/>
                <a:moveTo>
                  <a:pt x="76862" y="289835"/>
                </a:moveTo>
                <a:lnTo>
                  <a:pt x="77779" y="291613"/>
                </a:lnTo>
                <a:lnTo>
                  <a:pt x="76404" y="290724"/>
                </a:lnTo>
                <a:close/>
                <a:moveTo>
                  <a:pt x="115543" y="25134"/>
                </a:moveTo>
                <a:lnTo>
                  <a:pt x="117019" y="26064"/>
                </a:lnTo>
                <a:lnTo>
                  <a:pt x="114805" y="25599"/>
                </a:lnTo>
                <a:close/>
                <a:moveTo>
                  <a:pt x="71599" y="370965"/>
                </a:moveTo>
                <a:lnTo>
                  <a:pt x="72507" y="371382"/>
                </a:lnTo>
                <a:lnTo>
                  <a:pt x="71144" y="371173"/>
                </a:lnTo>
                <a:close/>
                <a:moveTo>
                  <a:pt x="115799" y="251203"/>
                </a:moveTo>
                <a:lnTo>
                  <a:pt x="117041" y="251524"/>
                </a:lnTo>
                <a:lnTo>
                  <a:pt x="115178" y="251364"/>
                </a:lnTo>
                <a:close/>
                <a:moveTo>
                  <a:pt x="79561" y="109205"/>
                </a:moveTo>
                <a:lnTo>
                  <a:pt x="81379" y="109582"/>
                </a:lnTo>
                <a:lnTo>
                  <a:pt x="78653" y="109393"/>
                </a:lnTo>
                <a:close/>
                <a:moveTo>
                  <a:pt x="40572" y="235169"/>
                </a:moveTo>
                <a:lnTo>
                  <a:pt x="42487" y="235762"/>
                </a:lnTo>
                <a:lnTo>
                  <a:pt x="39615" y="235466"/>
                </a:lnTo>
                <a:close/>
                <a:moveTo>
                  <a:pt x="21864" y="34094"/>
                </a:moveTo>
                <a:lnTo>
                  <a:pt x="23530" y="35678"/>
                </a:lnTo>
                <a:lnTo>
                  <a:pt x="21031" y="34886"/>
                </a:lnTo>
                <a:close/>
                <a:moveTo>
                  <a:pt x="91076" y="291671"/>
                </a:moveTo>
                <a:lnTo>
                  <a:pt x="92438" y="292655"/>
                </a:lnTo>
                <a:lnTo>
                  <a:pt x="90395" y="292163"/>
                </a:lnTo>
                <a:close/>
                <a:moveTo>
                  <a:pt x="133141" y="273265"/>
                </a:moveTo>
                <a:lnTo>
                  <a:pt x="133800" y="274223"/>
                </a:lnTo>
                <a:lnTo>
                  <a:pt x="132811" y="273744"/>
                </a:lnTo>
                <a:close/>
                <a:moveTo>
                  <a:pt x="42135" y="235585"/>
                </a:moveTo>
                <a:lnTo>
                  <a:pt x="43957" y="236650"/>
                </a:lnTo>
                <a:lnTo>
                  <a:pt x="41224" y="236117"/>
                </a:lnTo>
                <a:close/>
                <a:moveTo>
                  <a:pt x="117342" y="171079"/>
                </a:moveTo>
                <a:lnTo>
                  <a:pt x="118748" y="172074"/>
                </a:lnTo>
                <a:lnTo>
                  <a:pt x="116639" y="171577"/>
                </a:lnTo>
                <a:close/>
                <a:moveTo>
                  <a:pt x="38487" y="343473"/>
                </a:moveTo>
                <a:lnTo>
                  <a:pt x="40306" y="344022"/>
                </a:lnTo>
                <a:lnTo>
                  <a:pt x="37577" y="343748"/>
                </a:lnTo>
                <a:close/>
                <a:moveTo>
                  <a:pt x="81106" y="254813"/>
                </a:moveTo>
                <a:lnTo>
                  <a:pt x="82160" y="255292"/>
                </a:lnTo>
                <a:lnTo>
                  <a:pt x="80579" y="255052"/>
                </a:lnTo>
                <a:close/>
                <a:moveTo>
                  <a:pt x="107827" y="153679"/>
                </a:moveTo>
                <a:lnTo>
                  <a:pt x="108499" y="154083"/>
                </a:lnTo>
                <a:lnTo>
                  <a:pt x="107490" y="153881"/>
                </a:lnTo>
                <a:close/>
                <a:moveTo>
                  <a:pt x="36566" y="168666"/>
                </a:moveTo>
                <a:lnTo>
                  <a:pt x="38696" y="169883"/>
                </a:lnTo>
                <a:lnTo>
                  <a:pt x="35501" y="169274"/>
                </a:lnTo>
                <a:close/>
                <a:moveTo>
                  <a:pt x="74975" y="147198"/>
                </a:moveTo>
                <a:lnTo>
                  <a:pt x="76380" y="148265"/>
                </a:lnTo>
                <a:lnTo>
                  <a:pt x="74272" y="147731"/>
                </a:lnTo>
                <a:close/>
                <a:moveTo>
                  <a:pt x="34188" y="350654"/>
                </a:moveTo>
                <a:lnTo>
                  <a:pt x="35453" y="352083"/>
                </a:lnTo>
                <a:lnTo>
                  <a:pt x="33555" y="351368"/>
                </a:lnTo>
                <a:close/>
                <a:moveTo>
                  <a:pt x="4313" y="181072"/>
                </a:moveTo>
                <a:lnTo>
                  <a:pt x="5185" y="181459"/>
                </a:lnTo>
                <a:lnTo>
                  <a:pt x="3877" y="181265"/>
                </a:lnTo>
                <a:close/>
                <a:moveTo>
                  <a:pt x="59061" y="283551"/>
                </a:moveTo>
                <a:lnTo>
                  <a:pt x="61038" y="285102"/>
                </a:lnTo>
                <a:lnTo>
                  <a:pt x="58072" y="284327"/>
                </a:lnTo>
                <a:close/>
                <a:moveTo>
                  <a:pt x="76627" y="292380"/>
                </a:moveTo>
                <a:lnTo>
                  <a:pt x="78016" y="293944"/>
                </a:lnTo>
                <a:lnTo>
                  <a:pt x="75933" y="293162"/>
                </a:lnTo>
                <a:close/>
                <a:moveTo>
                  <a:pt x="126750" y="18700"/>
                </a:moveTo>
                <a:lnTo>
                  <a:pt x="127814" y="19394"/>
                </a:lnTo>
                <a:lnTo>
                  <a:pt x="126218" y="19047"/>
                </a:lnTo>
                <a:close/>
                <a:moveTo>
                  <a:pt x="56986" y="313048"/>
                </a:moveTo>
                <a:lnTo>
                  <a:pt x="58612" y="314654"/>
                </a:lnTo>
                <a:lnTo>
                  <a:pt x="56173" y="313851"/>
                </a:lnTo>
                <a:close/>
                <a:moveTo>
                  <a:pt x="114516" y="292824"/>
                </a:moveTo>
                <a:lnTo>
                  <a:pt x="116637" y="293502"/>
                </a:lnTo>
                <a:lnTo>
                  <a:pt x="113455" y="293163"/>
                </a:lnTo>
                <a:close/>
                <a:moveTo>
                  <a:pt x="116168" y="229741"/>
                </a:moveTo>
                <a:lnTo>
                  <a:pt x="117730" y="231465"/>
                </a:lnTo>
                <a:lnTo>
                  <a:pt x="115387" y="230603"/>
                </a:lnTo>
                <a:close/>
                <a:moveTo>
                  <a:pt x="108710" y="190723"/>
                </a:moveTo>
                <a:lnTo>
                  <a:pt x="110288" y="192068"/>
                </a:lnTo>
                <a:lnTo>
                  <a:pt x="107921" y="191396"/>
                </a:lnTo>
                <a:close/>
                <a:moveTo>
                  <a:pt x="140719" y="243728"/>
                </a:moveTo>
                <a:lnTo>
                  <a:pt x="141769" y="244056"/>
                </a:lnTo>
                <a:lnTo>
                  <a:pt x="140194" y="243892"/>
                </a:lnTo>
                <a:close/>
                <a:moveTo>
                  <a:pt x="19385" y="65527"/>
                </a:moveTo>
                <a:lnTo>
                  <a:pt x="19924" y="67320"/>
                </a:lnTo>
                <a:lnTo>
                  <a:pt x="19116" y="66424"/>
                </a:lnTo>
                <a:close/>
                <a:moveTo>
                  <a:pt x="58475" y="329676"/>
                </a:moveTo>
                <a:lnTo>
                  <a:pt x="59438" y="330357"/>
                </a:lnTo>
                <a:lnTo>
                  <a:pt x="57994" y="330016"/>
                </a:lnTo>
                <a:close/>
                <a:moveTo>
                  <a:pt x="23229" y="108726"/>
                </a:moveTo>
                <a:lnTo>
                  <a:pt x="24884" y="109793"/>
                </a:lnTo>
                <a:lnTo>
                  <a:pt x="22402" y="109260"/>
                </a:lnTo>
                <a:close/>
                <a:moveTo>
                  <a:pt x="108710" y="320207"/>
                </a:moveTo>
                <a:lnTo>
                  <a:pt x="109255" y="320606"/>
                </a:lnTo>
                <a:lnTo>
                  <a:pt x="108437" y="320406"/>
                </a:lnTo>
                <a:close/>
                <a:moveTo>
                  <a:pt x="62156" y="358074"/>
                </a:moveTo>
                <a:lnTo>
                  <a:pt x="64016" y="359304"/>
                </a:lnTo>
                <a:lnTo>
                  <a:pt x="61226" y="358689"/>
                </a:lnTo>
                <a:close/>
                <a:moveTo>
                  <a:pt x="24230" y="358033"/>
                </a:moveTo>
                <a:lnTo>
                  <a:pt x="24707" y="359608"/>
                </a:lnTo>
                <a:lnTo>
                  <a:pt x="23992" y="358820"/>
                </a:lnTo>
                <a:close/>
                <a:moveTo>
                  <a:pt x="14945" y="91530"/>
                </a:moveTo>
                <a:lnTo>
                  <a:pt x="15828" y="92704"/>
                </a:lnTo>
                <a:lnTo>
                  <a:pt x="14503" y="92117"/>
                </a:lnTo>
                <a:close/>
                <a:moveTo>
                  <a:pt x="134526" y="241192"/>
                </a:moveTo>
                <a:lnTo>
                  <a:pt x="136518" y="242597"/>
                </a:lnTo>
                <a:lnTo>
                  <a:pt x="133530" y="241894"/>
                </a:lnTo>
                <a:close/>
                <a:moveTo>
                  <a:pt x="27249" y="235641"/>
                </a:moveTo>
                <a:lnTo>
                  <a:pt x="28835" y="237352"/>
                </a:lnTo>
                <a:lnTo>
                  <a:pt x="26456" y="236496"/>
                </a:lnTo>
                <a:close/>
                <a:moveTo>
                  <a:pt x="122675" y="108173"/>
                </a:moveTo>
                <a:lnTo>
                  <a:pt x="123459" y="109439"/>
                </a:lnTo>
                <a:lnTo>
                  <a:pt x="122283" y="108806"/>
                </a:lnTo>
                <a:close/>
                <a:moveTo>
                  <a:pt x="131903" y="225892"/>
                </a:moveTo>
                <a:lnTo>
                  <a:pt x="132458" y="227285"/>
                </a:lnTo>
                <a:lnTo>
                  <a:pt x="131625" y="226589"/>
                </a:lnTo>
                <a:close/>
                <a:moveTo>
                  <a:pt x="9203" y="68026"/>
                </a:moveTo>
                <a:lnTo>
                  <a:pt x="10412" y="69789"/>
                </a:lnTo>
                <a:lnTo>
                  <a:pt x="8599" y="68907"/>
                </a:lnTo>
                <a:close/>
                <a:moveTo>
                  <a:pt x="127856" y="247617"/>
                </a:moveTo>
                <a:lnTo>
                  <a:pt x="129151" y="249254"/>
                </a:lnTo>
                <a:lnTo>
                  <a:pt x="127209" y="248436"/>
                </a:lnTo>
                <a:close/>
                <a:moveTo>
                  <a:pt x="34177" y="299558"/>
                </a:moveTo>
                <a:lnTo>
                  <a:pt x="34689" y="300228"/>
                </a:lnTo>
                <a:lnTo>
                  <a:pt x="33921" y="299893"/>
                </a:lnTo>
                <a:close/>
                <a:moveTo>
                  <a:pt x="70200" y="326900"/>
                </a:moveTo>
                <a:lnTo>
                  <a:pt x="72086" y="327247"/>
                </a:lnTo>
                <a:lnTo>
                  <a:pt x="69257" y="327074"/>
                </a:lnTo>
                <a:close/>
                <a:moveTo>
                  <a:pt x="4938" y="285388"/>
                </a:moveTo>
                <a:lnTo>
                  <a:pt x="5370" y="287121"/>
                </a:lnTo>
                <a:lnTo>
                  <a:pt x="4722" y="286254"/>
                </a:lnTo>
                <a:close/>
                <a:moveTo>
                  <a:pt x="142423" y="75130"/>
                </a:moveTo>
                <a:lnTo>
                  <a:pt x="144007" y="76432"/>
                </a:lnTo>
                <a:lnTo>
                  <a:pt x="141632" y="75781"/>
                </a:lnTo>
                <a:close/>
                <a:moveTo>
                  <a:pt x="68771" y="186288"/>
                </a:moveTo>
                <a:lnTo>
                  <a:pt x="70816" y="187501"/>
                </a:lnTo>
                <a:lnTo>
                  <a:pt x="67748" y="186895"/>
                </a:lnTo>
                <a:close/>
                <a:moveTo>
                  <a:pt x="98813" y="217775"/>
                </a:moveTo>
                <a:lnTo>
                  <a:pt x="100144" y="219030"/>
                </a:lnTo>
                <a:lnTo>
                  <a:pt x="98147" y="218402"/>
                </a:lnTo>
                <a:close/>
                <a:moveTo>
                  <a:pt x="77978" y="37195"/>
                </a:moveTo>
                <a:lnTo>
                  <a:pt x="78936" y="38076"/>
                </a:lnTo>
                <a:lnTo>
                  <a:pt x="77499" y="37636"/>
                </a:lnTo>
                <a:close/>
                <a:moveTo>
                  <a:pt x="72080" y="309094"/>
                </a:moveTo>
                <a:lnTo>
                  <a:pt x="72717" y="310290"/>
                </a:lnTo>
                <a:lnTo>
                  <a:pt x="71762" y="309692"/>
                </a:lnTo>
                <a:close/>
                <a:moveTo>
                  <a:pt x="43180" y="352044"/>
                </a:moveTo>
                <a:lnTo>
                  <a:pt x="44772" y="353227"/>
                </a:lnTo>
                <a:lnTo>
                  <a:pt x="42384" y="352635"/>
                </a:lnTo>
                <a:close/>
                <a:moveTo>
                  <a:pt x="130928" y="299766"/>
                </a:moveTo>
                <a:lnTo>
                  <a:pt x="131466" y="300171"/>
                </a:lnTo>
                <a:lnTo>
                  <a:pt x="130659" y="299969"/>
                </a:lnTo>
                <a:close/>
                <a:moveTo>
                  <a:pt x="42393" y="35224"/>
                </a:moveTo>
                <a:lnTo>
                  <a:pt x="43788" y="36486"/>
                </a:lnTo>
                <a:lnTo>
                  <a:pt x="41695" y="35855"/>
                </a:lnTo>
                <a:close/>
                <a:moveTo>
                  <a:pt x="50438" y="268326"/>
                </a:moveTo>
                <a:lnTo>
                  <a:pt x="51859" y="268705"/>
                </a:lnTo>
                <a:lnTo>
                  <a:pt x="49728" y="268515"/>
                </a:lnTo>
                <a:close/>
                <a:moveTo>
                  <a:pt x="140495" y="209286"/>
                </a:moveTo>
                <a:lnTo>
                  <a:pt x="141352" y="210277"/>
                </a:lnTo>
                <a:lnTo>
                  <a:pt x="140066" y="209782"/>
                </a:lnTo>
                <a:close/>
                <a:moveTo>
                  <a:pt x="95819" y="357462"/>
                </a:moveTo>
                <a:lnTo>
                  <a:pt x="96637" y="359154"/>
                </a:lnTo>
                <a:lnTo>
                  <a:pt x="95410" y="358308"/>
                </a:lnTo>
                <a:close/>
                <a:moveTo>
                  <a:pt x="76247" y="209180"/>
                </a:moveTo>
                <a:lnTo>
                  <a:pt x="78348" y="210502"/>
                </a:lnTo>
                <a:lnTo>
                  <a:pt x="75196" y="209841"/>
                </a:lnTo>
                <a:close/>
                <a:moveTo>
                  <a:pt x="136235" y="363625"/>
                </a:moveTo>
                <a:lnTo>
                  <a:pt x="136745" y="365220"/>
                </a:lnTo>
                <a:lnTo>
                  <a:pt x="135981" y="364423"/>
                </a:lnTo>
                <a:close/>
                <a:moveTo>
                  <a:pt x="48953" y="357163"/>
                </a:moveTo>
                <a:lnTo>
                  <a:pt x="50506" y="358082"/>
                </a:lnTo>
                <a:lnTo>
                  <a:pt x="48177" y="357623"/>
                </a:lnTo>
                <a:close/>
                <a:moveTo>
                  <a:pt x="126373" y="343298"/>
                </a:moveTo>
                <a:lnTo>
                  <a:pt x="128388" y="345084"/>
                </a:lnTo>
                <a:lnTo>
                  <a:pt x="125365" y="344191"/>
                </a:lnTo>
                <a:close/>
                <a:moveTo>
                  <a:pt x="29790" y="223749"/>
                </a:moveTo>
                <a:lnTo>
                  <a:pt x="31774" y="225296"/>
                </a:lnTo>
                <a:lnTo>
                  <a:pt x="28798" y="224523"/>
                </a:lnTo>
                <a:close/>
                <a:moveTo>
                  <a:pt x="128300" y="241082"/>
                </a:moveTo>
                <a:lnTo>
                  <a:pt x="130320" y="242590"/>
                </a:lnTo>
                <a:lnTo>
                  <a:pt x="127290" y="241836"/>
                </a:lnTo>
                <a:close/>
                <a:moveTo>
                  <a:pt x="113680" y="102591"/>
                </a:moveTo>
                <a:lnTo>
                  <a:pt x="115409" y="103815"/>
                </a:lnTo>
                <a:lnTo>
                  <a:pt x="112815" y="103203"/>
                </a:lnTo>
                <a:close/>
                <a:moveTo>
                  <a:pt x="13767" y="121317"/>
                </a:moveTo>
                <a:lnTo>
                  <a:pt x="15563" y="121749"/>
                </a:lnTo>
                <a:lnTo>
                  <a:pt x="12869" y="121533"/>
                </a:lnTo>
                <a:close/>
                <a:moveTo>
                  <a:pt x="76425" y="41289"/>
                </a:moveTo>
                <a:lnTo>
                  <a:pt x="77292" y="42970"/>
                </a:lnTo>
                <a:lnTo>
                  <a:pt x="75992" y="42130"/>
                </a:lnTo>
                <a:close/>
                <a:moveTo>
                  <a:pt x="30043" y="101004"/>
                </a:moveTo>
                <a:lnTo>
                  <a:pt x="30558" y="101711"/>
                </a:lnTo>
                <a:lnTo>
                  <a:pt x="29786" y="101357"/>
                </a:lnTo>
                <a:close/>
                <a:moveTo>
                  <a:pt x="43865" y="50976"/>
                </a:moveTo>
                <a:lnTo>
                  <a:pt x="45754" y="51435"/>
                </a:lnTo>
                <a:lnTo>
                  <a:pt x="42920" y="51206"/>
                </a:lnTo>
                <a:close/>
                <a:moveTo>
                  <a:pt x="74183" y="9703"/>
                </a:moveTo>
                <a:lnTo>
                  <a:pt x="74946" y="10346"/>
                </a:lnTo>
                <a:lnTo>
                  <a:pt x="73802" y="10024"/>
                </a:lnTo>
                <a:close/>
                <a:moveTo>
                  <a:pt x="111110" y="16825"/>
                </a:moveTo>
                <a:lnTo>
                  <a:pt x="112440" y="18288"/>
                </a:lnTo>
                <a:lnTo>
                  <a:pt x="110445" y="17556"/>
                </a:lnTo>
                <a:close/>
                <a:moveTo>
                  <a:pt x="78525" y="335157"/>
                </a:moveTo>
                <a:lnTo>
                  <a:pt x="79001" y="335655"/>
                </a:lnTo>
                <a:lnTo>
                  <a:pt x="78287" y="335406"/>
                </a:lnTo>
                <a:close/>
                <a:moveTo>
                  <a:pt x="7715" y="254079"/>
                </a:moveTo>
                <a:lnTo>
                  <a:pt x="9105" y="255821"/>
                </a:lnTo>
                <a:lnTo>
                  <a:pt x="7020" y="254950"/>
                </a:lnTo>
                <a:close/>
                <a:moveTo>
                  <a:pt x="84786" y="101622"/>
                </a:moveTo>
                <a:lnTo>
                  <a:pt x="86149" y="103401"/>
                </a:lnTo>
                <a:lnTo>
                  <a:pt x="84105" y="102512"/>
                </a:lnTo>
                <a:close/>
                <a:moveTo>
                  <a:pt x="104406" y="117371"/>
                </a:moveTo>
                <a:lnTo>
                  <a:pt x="105127" y="118471"/>
                </a:lnTo>
                <a:lnTo>
                  <a:pt x="104046" y="117921"/>
                </a:lnTo>
                <a:close/>
                <a:moveTo>
                  <a:pt x="58927" y="315294"/>
                </a:moveTo>
                <a:lnTo>
                  <a:pt x="59753" y="316029"/>
                </a:lnTo>
                <a:lnTo>
                  <a:pt x="58514" y="315661"/>
                </a:lnTo>
                <a:close/>
                <a:moveTo>
                  <a:pt x="14540" y="35631"/>
                </a:moveTo>
                <a:lnTo>
                  <a:pt x="16484" y="35950"/>
                </a:lnTo>
                <a:lnTo>
                  <a:pt x="13568" y="35791"/>
                </a:lnTo>
                <a:close/>
                <a:moveTo>
                  <a:pt x="19750" y="384124"/>
                </a:moveTo>
                <a:lnTo>
                  <a:pt x="21005" y="385340"/>
                </a:lnTo>
                <a:lnTo>
                  <a:pt x="19122" y="384732"/>
                </a:lnTo>
                <a:close/>
                <a:moveTo>
                  <a:pt x="48271" y="165675"/>
                </a:moveTo>
                <a:lnTo>
                  <a:pt x="49524" y="167265"/>
                </a:lnTo>
                <a:lnTo>
                  <a:pt x="47644" y="166470"/>
                </a:lnTo>
                <a:close/>
                <a:moveTo>
                  <a:pt x="137647" y="131299"/>
                </a:moveTo>
                <a:lnTo>
                  <a:pt x="138059" y="131855"/>
                </a:lnTo>
                <a:lnTo>
                  <a:pt x="137441" y="131577"/>
                </a:lnTo>
                <a:close/>
                <a:moveTo>
                  <a:pt x="66108" y="232303"/>
                </a:moveTo>
                <a:lnTo>
                  <a:pt x="67316" y="234096"/>
                </a:lnTo>
                <a:lnTo>
                  <a:pt x="65504" y="233200"/>
                </a:lnTo>
                <a:close/>
                <a:moveTo>
                  <a:pt x="35384" y="349338"/>
                </a:moveTo>
                <a:lnTo>
                  <a:pt x="36873" y="350833"/>
                </a:lnTo>
                <a:lnTo>
                  <a:pt x="34640" y="350085"/>
                </a:lnTo>
                <a:close/>
                <a:moveTo>
                  <a:pt x="8252" y="73921"/>
                </a:moveTo>
                <a:lnTo>
                  <a:pt x="9918" y="74881"/>
                </a:lnTo>
                <a:lnTo>
                  <a:pt x="7419" y="74401"/>
                </a:lnTo>
                <a:close/>
                <a:moveTo>
                  <a:pt x="61858" y="64705"/>
                </a:moveTo>
                <a:lnTo>
                  <a:pt x="62393" y="65741"/>
                </a:lnTo>
                <a:lnTo>
                  <a:pt x="61591" y="65223"/>
                </a:lnTo>
                <a:close/>
                <a:moveTo>
                  <a:pt x="92620" y="19895"/>
                </a:moveTo>
                <a:lnTo>
                  <a:pt x="93570" y="21685"/>
                </a:lnTo>
                <a:lnTo>
                  <a:pt x="92145" y="20790"/>
                </a:lnTo>
                <a:close/>
                <a:moveTo>
                  <a:pt x="32641" y="308573"/>
                </a:moveTo>
                <a:lnTo>
                  <a:pt x="33581" y="310155"/>
                </a:lnTo>
                <a:lnTo>
                  <a:pt x="32171" y="309364"/>
                </a:lnTo>
                <a:close/>
                <a:moveTo>
                  <a:pt x="41182" y="226681"/>
                </a:moveTo>
                <a:lnTo>
                  <a:pt x="43165" y="228457"/>
                </a:lnTo>
                <a:lnTo>
                  <a:pt x="40191" y="227569"/>
                </a:lnTo>
                <a:close/>
                <a:moveTo>
                  <a:pt x="27072" y="225484"/>
                </a:moveTo>
                <a:lnTo>
                  <a:pt x="28237" y="225798"/>
                </a:lnTo>
                <a:lnTo>
                  <a:pt x="26489" y="225641"/>
                </a:lnTo>
                <a:close/>
                <a:moveTo>
                  <a:pt x="135422" y="389839"/>
                </a:moveTo>
                <a:lnTo>
                  <a:pt x="137281" y="390995"/>
                </a:lnTo>
                <a:lnTo>
                  <a:pt x="134493" y="390417"/>
                </a:lnTo>
                <a:close/>
                <a:moveTo>
                  <a:pt x="135332" y="15172"/>
                </a:moveTo>
                <a:lnTo>
                  <a:pt x="136763" y="16105"/>
                </a:lnTo>
                <a:lnTo>
                  <a:pt x="134616" y="15638"/>
                </a:lnTo>
                <a:close/>
                <a:moveTo>
                  <a:pt x="93122" y="144091"/>
                </a:moveTo>
                <a:lnTo>
                  <a:pt x="93555" y="144568"/>
                </a:lnTo>
                <a:lnTo>
                  <a:pt x="92905" y="144329"/>
                </a:lnTo>
                <a:close/>
                <a:moveTo>
                  <a:pt x="25997" y="297719"/>
                </a:moveTo>
                <a:lnTo>
                  <a:pt x="26581" y="299312"/>
                </a:lnTo>
                <a:lnTo>
                  <a:pt x="25704" y="298515"/>
                </a:lnTo>
                <a:close/>
                <a:moveTo>
                  <a:pt x="27318" y="100183"/>
                </a:moveTo>
                <a:lnTo>
                  <a:pt x="28614" y="101582"/>
                </a:lnTo>
                <a:lnTo>
                  <a:pt x="26670" y="100882"/>
                </a:lnTo>
                <a:close/>
                <a:moveTo>
                  <a:pt x="121280" y="47"/>
                </a:moveTo>
                <a:lnTo>
                  <a:pt x="122393" y="811"/>
                </a:lnTo>
                <a:lnTo>
                  <a:pt x="120723" y="429"/>
                </a:lnTo>
                <a:close/>
                <a:moveTo>
                  <a:pt x="78587" y="231645"/>
                </a:moveTo>
                <a:lnTo>
                  <a:pt x="80710" y="232985"/>
                </a:lnTo>
                <a:lnTo>
                  <a:pt x="77526" y="232315"/>
                </a:lnTo>
                <a:close/>
                <a:moveTo>
                  <a:pt x="139374" y="44880"/>
                </a:moveTo>
                <a:lnTo>
                  <a:pt x="140643" y="45870"/>
                </a:lnTo>
                <a:lnTo>
                  <a:pt x="138740" y="45375"/>
                </a:lnTo>
                <a:close/>
                <a:moveTo>
                  <a:pt x="39091" y="123692"/>
                </a:moveTo>
                <a:lnTo>
                  <a:pt x="40331" y="125022"/>
                </a:lnTo>
                <a:lnTo>
                  <a:pt x="38471" y="124357"/>
                </a:lnTo>
                <a:close/>
                <a:moveTo>
                  <a:pt x="24812" y="310802"/>
                </a:moveTo>
                <a:lnTo>
                  <a:pt x="25767" y="311216"/>
                </a:lnTo>
                <a:lnTo>
                  <a:pt x="24335" y="311009"/>
                </a:lnTo>
                <a:close/>
                <a:moveTo>
                  <a:pt x="61959" y="275627"/>
                </a:moveTo>
                <a:lnTo>
                  <a:pt x="63594" y="275930"/>
                </a:lnTo>
                <a:lnTo>
                  <a:pt x="61141" y="275779"/>
                </a:lnTo>
                <a:close/>
                <a:moveTo>
                  <a:pt x="64635" y="344713"/>
                </a:moveTo>
                <a:lnTo>
                  <a:pt x="66418" y="346317"/>
                </a:lnTo>
                <a:lnTo>
                  <a:pt x="63743" y="345515"/>
                </a:lnTo>
                <a:close/>
                <a:moveTo>
                  <a:pt x="72922" y="66064"/>
                </a:moveTo>
                <a:lnTo>
                  <a:pt x="73858" y="66712"/>
                </a:lnTo>
                <a:lnTo>
                  <a:pt x="72454" y="66388"/>
                </a:lnTo>
                <a:close/>
                <a:moveTo>
                  <a:pt x="83093" y="306406"/>
                </a:moveTo>
                <a:lnTo>
                  <a:pt x="83983" y="307548"/>
                </a:lnTo>
                <a:lnTo>
                  <a:pt x="82649" y="306977"/>
                </a:lnTo>
                <a:close/>
                <a:moveTo>
                  <a:pt x="5411" y="209342"/>
                </a:moveTo>
                <a:lnTo>
                  <a:pt x="7261" y="210570"/>
                </a:lnTo>
                <a:lnTo>
                  <a:pt x="4485" y="209956"/>
                </a:lnTo>
                <a:close/>
                <a:moveTo>
                  <a:pt x="140381" y="168297"/>
                </a:moveTo>
                <a:lnTo>
                  <a:pt x="141991" y="169491"/>
                </a:lnTo>
                <a:lnTo>
                  <a:pt x="139576" y="168894"/>
                </a:lnTo>
                <a:close/>
                <a:moveTo>
                  <a:pt x="31153" y="213860"/>
                </a:moveTo>
                <a:lnTo>
                  <a:pt x="33071" y="215115"/>
                </a:lnTo>
                <a:lnTo>
                  <a:pt x="30194" y="214487"/>
                </a:lnTo>
                <a:close/>
                <a:moveTo>
                  <a:pt x="44316" y="5668"/>
                </a:moveTo>
                <a:lnTo>
                  <a:pt x="44961" y="7336"/>
                </a:lnTo>
                <a:lnTo>
                  <a:pt x="43993" y="6502"/>
                </a:lnTo>
                <a:close/>
                <a:moveTo>
                  <a:pt x="58752" y="92462"/>
                </a:moveTo>
                <a:lnTo>
                  <a:pt x="60450" y="93658"/>
                </a:lnTo>
                <a:lnTo>
                  <a:pt x="57903" y="93060"/>
                </a:lnTo>
                <a:close/>
                <a:moveTo>
                  <a:pt x="7165" y="125451"/>
                </a:moveTo>
                <a:lnTo>
                  <a:pt x="9300" y="126284"/>
                </a:lnTo>
                <a:lnTo>
                  <a:pt x="6097" y="125867"/>
                </a:lnTo>
                <a:close/>
                <a:moveTo>
                  <a:pt x="72749" y="121382"/>
                </a:moveTo>
                <a:lnTo>
                  <a:pt x="74919" y="123121"/>
                </a:lnTo>
                <a:lnTo>
                  <a:pt x="71663" y="122251"/>
                </a:lnTo>
                <a:close/>
                <a:moveTo>
                  <a:pt x="104205" y="281800"/>
                </a:moveTo>
                <a:lnTo>
                  <a:pt x="104834" y="282408"/>
                </a:lnTo>
                <a:lnTo>
                  <a:pt x="103891" y="282104"/>
                </a:lnTo>
                <a:close/>
                <a:moveTo>
                  <a:pt x="143426" y="105810"/>
                </a:moveTo>
                <a:lnTo>
                  <a:pt x="145202" y="106774"/>
                </a:lnTo>
                <a:lnTo>
                  <a:pt x="142538" y="106292"/>
                </a:lnTo>
                <a:close/>
                <a:moveTo>
                  <a:pt x="143137" y="199479"/>
                </a:moveTo>
                <a:lnTo>
                  <a:pt x="143805" y="200188"/>
                </a:lnTo>
                <a:lnTo>
                  <a:pt x="142804" y="199834"/>
                </a:lnTo>
                <a:close/>
                <a:moveTo>
                  <a:pt x="97496" y="367715"/>
                </a:moveTo>
                <a:lnTo>
                  <a:pt x="98122" y="368188"/>
                </a:lnTo>
                <a:lnTo>
                  <a:pt x="97182" y="367952"/>
                </a:lnTo>
                <a:close/>
                <a:moveTo>
                  <a:pt x="11870" y="377495"/>
                </a:moveTo>
                <a:lnTo>
                  <a:pt x="13230" y="377890"/>
                </a:lnTo>
                <a:lnTo>
                  <a:pt x="11190" y="377693"/>
                </a:lnTo>
                <a:close/>
                <a:moveTo>
                  <a:pt x="55510" y="305452"/>
                </a:moveTo>
                <a:lnTo>
                  <a:pt x="56065" y="306608"/>
                </a:lnTo>
                <a:lnTo>
                  <a:pt x="55233" y="306030"/>
                </a:lnTo>
                <a:close/>
                <a:moveTo>
                  <a:pt x="102381" y="320410"/>
                </a:moveTo>
                <a:lnTo>
                  <a:pt x="103361" y="321970"/>
                </a:lnTo>
                <a:lnTo>
                  <a:pt x="101891" y="321190"/>
                </a:lnTo>
                <a:close/>
                <a:moveTo>
                  <a:pt x="93814" y="118630"/>
                </a:moveTo>
                <a:lnTo>
                  <a:pt x="95636" y="119089"/>
                </a:lnTo>
                <a:lnTo>
                  <a:pt x="92903" y="118860"/>
                </a:lnTo>
                <a:close/>
                <a:moveTo>
                  <a:pt x="25079" y="136489"/>
                </a:moveTo>
                <a:lnTo>
                  <a:pt x="26016" y="137475"/>
                </a:lnTo>
                <a:lnTo>
                  <a:pt x="24611" y="136982"/>
                </a:lnTo>
                <a:close/>
                <a:moveTo>
                  <a:pt x="97617" y="390310"/>
                </a:moveTo>
                <a:lnTo>
                  <a:pt x="99218" y="391798"/>
                </a:lnTo>
                <a:lnTo>
                  <a:pt x="96816" y="391054"/>
                </a:lnTo>
                <a:close/>
                <a:moveTo>
                  <a:pt x="110429" y="343083"/>
                </a:moveTo>
                <a:lnTo>
                  <a:pt x="111021" y="344435"/>
                </a:lnTo>
                <a:lnTo>
                  <a:pt x="110132" y="343759"/>
                </a:lnTo>
                <a:close/>
                <a:moveTo>
                  <a:pt x="138960" y="168663"/>
                </a:moveTo>
                <a:lnTo>
                  <a:pt x="139820" y="169613"/>
                </a:lnTo>
                <a:lnTo>
                  <a:pt x="138530" y="169138"/>
                </a:lnTo>
                <a:close/>
                <a:moveTo>
                  <a:pt x="131381" y="132989"/>
                </a:moveTo>
                <a:lnTo>
                  <a:pt x="132382" y="134783"/>
                </a:lnTo>
                <a:lnTo>
                  <a:pt x="130881" y="133886"/>
                </a:lnTo>
                <a:close/>
                <a:moveTo>
                  <a:pt x="129560" y="170842"/>
                </a:moveTo>
                <a:lnTo>
                  <a:pt x="129911" y="172451"/>
                </a:lnTo>
                <a:lnTo>
                  <a:pt x="129385" y="171646"/>
                </a:lnTo>
                <a:close/>
                <a:moveTo>
                  <a:pt x="91137" y="159297"/>
                </a:moveTo>
                <a:lnTo>
                  <a:pt x="92700" y="160646"/>
                </a:lnTo>
                <a:lnTo>
                  <a:pt x="90356" y="159972"/>
                </a:lnTo>
                <a:close/>
                <a:moveTo>
                  <a:pt x="27695" y="387657"/>
                </a:moveTo>
                <a:lnTo>
                  <a:pt x="28421" y="388405"/>
                </a:lnTo>
                <a:lnTo>
                  <a:pt x="27332" y="388031"/>
                </a:lnTo>
                <a:close/>
                <a:moveTo>
                  <a:pt x="47897" y="391472"/>
                </a:moveTo>
                <a:lnTo>
                  <a:pt x="48997" y="391930"/>
                </a:lnTo>
                <a:lnTo>
                  <a:pt x="47346" y="391701"/>
                </a:lnTo>
                <a:close/>
                <a:moveTo>
                  <a:pt x="36904" y="148137"/>
                </a:moveTo>
                <a:lnTo>
                  <a:pt x="37704" y="148946"/>
                </a:lnTo>
                <a:lnTo>
                  <a:pt x="36505" y="148541"/>
                </a:lnTo>
                <a:close/>
                <a:moveTo>
                  <a:pt x="32749" y="162877"/>
                </a:moveTo>
                <a:lnTo>
                  <a:pt x="33574" y="163620"/>
                </a:lnTo>
                <a:lnTo>
                  <a:pt x="32337" y="163248"/>
                </a:lnTo>
                <a:close/>
                <a:moveTo>
                  <a:pt x="128595" y="185757"/>
                </a:moveTo>
                <a:lnTo>
                  <a:pt x="129158" y="186172"/>
                </a:lnTo>
                <a:lnTo>
                  <a:pt x="128313" y="185965"/>
                </a:lnTo>
                <a:close/>
                <a:moveTo>
                  <a:pt x="85281" y="383387"/>
                </a:moveTo>
                <a:lnTo>
                  <a:pt x="86956" y="384760"/>
                </a:lnTo>
                <a:lnTo>
                  <a:pt x="84443" y="384074"/>
                </a:lnTo>
                <a:close/>
                <a:moveTo>
                  <a:pt x="119202" y="315333"/>
                </a:moveTo>
                <a:lnTo>
                  <a:pt x="121048" y="316106"/>
                </a:lnTo>
                <a:lnTo>
                  <a:pt x="118278" y="315720"/>
                </a:lnTo>
                <a:close/>
                <a:moveTo>
                  <a:pt x="90459" y="66412"/>
                </a:moveTo>
                <a:lnTo>
                  <a:pt x="92581" y="66920"/>
                </a:lnTo>
                <a:lnTo>
                  <a:pt x="89399" y="66666"/>
                </a:lnTo>
                <a:close/>
                <a:moveTo>
                  <a:pt x="5893" y="73358"/>
                </a:moveTo>
                <a:lnTo>
                  <a:pt x="6330" y="73727"/>
                </a:lnTo>
                <a:lnTo>
                  <a:pt x="5674" y="73542"/>
                </a:lnTo>
                <a:close/>
                <a:moveTo>
                  <a:pt x="10429" y="72847"/>
                </a:moveTo>
                <a:lnTo>
                  <a:pt x="12141" y="74546"/>
                </a:lnTo>
                <a:lnTo>
                  <a:pt x="9573" y="73697"/>
                </a:lnTo>
                <a:close/>
                <a:moveTo>
                  <a:pt x="112841" y="357835"/>
                </a:moveTo>
                <a:lnTo>
                  <a:pt x="113233" y="359367"/>
                </a:lnTo>
                <a:lnTo>
                  <a:pt x="112645" y="358601"/>
                </a:lnTo>
                <a:close/>
                <a:moveTo>
                  <a:pt x="8461" y="54086"/>
                </a:moveTo>
                <a:lnTo>
                  <a:pt x="10083" y="54521"/>
                </a:lnTo>
                <a:lnTo>
                  <a:pt x="7649" y="54304"/>
                </a:lnTo>
                <a:close/>
                <a:moveTo>
                  <a:pt x="18581" y="9068"/>
                </a:moveTo>
                <a:lnTo>
                  <a:pt x="20629" y="9762"/>
                </a:lnTo>
                <a:lnTo>
                  <a:pt x="17557" y="9415"/>
                </a:lnTo>
                <a:close/>
                <a:moveTo>
                  <a:pt x="58804" y="386009"/>
                </a:moveTo>
                <a:lnTo>
                  <a:pt x="60125" y="386698"/>
                </a:lnTo>
                <a:lnTo>
                  <a:pt x="58144" y="386353"/>
                </a:lnTo>
                <a:close/>
                <a:moveTo>
                  <a:pt x="74269" y="222372"/>
                </a:moveTo>
                <a:lnTo>
                  <a:pt x="74844" y="223726"/>
                </a:lnTo>
                <a:lnTo>
                  <a:pt x="73981" y="223049"/>
                </a:lnTo>
                <a:close/>
                <a:moveTo>
                  <a:pt x="28266" y="195858"/>
                </a:moveTo>
                <a:lnTo>
                  <a:pt x="29551" y="196993"/>
                </a:lnTo>
                <a:lnTo>
                  <a:pt x="27623" y="196426"/>
                </a:lnTo>
                <a:close/>
                <a:moveTo>
                  <a:pt x="10578" y="380052"/>
                </a:moveTo>
                <a:lnTo>
                  <a:pt x="11197" y="380911"/>
                </a:lnTo>
                <a:lnTo>
                  <a:pt x="10268" y="380482"/>
                </a:lnTo>
                <a:close/>
                <a:moveTo>
                  <a:pt x="71971" y="80663"/>
                </a:moveTo>
                <a:lnTo>
                  <a:pt x="74141" y="82280"/>
                </a:lnTo>
                <a:lnTo>
                  <a:pt x="70887" y="81471"/>
                </a:lnTo>
                <a:close/>
                <a:moveTo>
                  <a:pt x="1055" y="173601"/>
                </a:moveTo>
                <a:lnTo>
                  <a:pt x="1638" y="175030"/>
                </a:lnTo>
                <a:lnTo>
                  <a:pt x="763" y="174315"/>
                </a:lnTo>
                <a:close/>
                <a:moveTo>
                  <a:pt x="71117" y="217511"/>
                </a:moveTo>
                <a:lnTo>
                  <a:pt x="73286" y="218959"/>
                </a:lnTo>
                <a:lnTo>
                  <a:pt x="70032" y="218235"/>
                </a:lnTo>
                <a:close/>
                <a:moveTo>
                  <a:pt x="98911" y="224319"/>
                </a:moveTo>
                <a:lnTo>
                  <a:pt x="100031" y="225295"/>
                </a:lnTo>
                <a:lnTo>
                  <a:pt x="98351" y="224807"/>
                </a:lnTo>
                <a:close/>
                <a:moveTo>
                  <a:pt x="37109" y="253955"/>
                </a:moveTo>
                <a:lnTo>
                  <a:pt x="38901" y="254952"/>
                </a:lnTo>
                <a:lnTo>
                  <a:pt x="36213" y="254454"/>
                </a:lnTo>
                <a:close/>
                <a:moveTo>
                  <a:pt x="131209" y="169038"/>
                </a:moveTo>
                <a:lnTo>
                  <a:pt x="131962" y="170658"/>
                </a:lnTo>
                <a:lnTo>
                  <a:pt x="130833" y="169848"/>
                </a:lnTo>
                <a:close/>
                <a:moveTo>
                  <a:pt x="131666" y="315793"/>
                </a:moveTo>
                <a:lnTo>
                  <a:pt x="133361" y="316925"/>
                </a:lnTo>
                <a:lnTo>
                  <a:pt x="130818" y="316359"/>
                </a:lnTo>
                <a:close/>
                <a:moveTo>
                  <a:pt x="78385" y="253422"/>
                </a:moveTo>
                <a:lnTo>
                  <a:pt x="79199" y="254358"/>
                </a:lnTo>
                <a:lnTo>
                  <a:pt x="77978" y="253890"/>
                </a:lnTo>
                <a:close/>
                <a:moveTo>
                  <a:pt x="75780" y="339413"/>
                </a:moveTo>
                <a:lnTo>
                  <a:pt x="77115" y="339782"/>
                </a:lnTo>
                <a:lnTo>
                  <a:pt x="75113" y="339598"/>
                </a:lnTo>
                <a:close/>
                <a:moveTo>
                  <a:pt x="56237" y="245310"/>
                </a:moveTo>
                <a:lnTo>
                  <a:pt x="56965" y="246597"/>
                </a:lnTo>
                <a:lnTo>
                  <a:pt x="55873" y="245953"/>
                </a:lnTo>
                <a:close/>
                <a:moveTo>
                  <a:pt x="137010" y="18540"/>
                </a:moveTo>
                <a:lnTo>
                  <a:pt x="138552" y="20129"/>
                </a:lnTo>
                <a:lnTo>
                  <a:pt x="136240" y="19335"/>
                </a:lnTo>
                <a:close/>
                <a:moveTo>
                  <a:pt x="25458" y="73038"/>
                </a:moveTo>
                <a:lnTo>
                  <a:pt x="27590" y="74134"/>
                </a:lnTo>
                <a:lnTo>
                  <a:pt x="24392" y="73586"/>
                </a:lnTo>
                <a:close/>
                <a:moveTo>
                  <a:pt x="102419" y="384724"/>
                </a:moveTo>
                <a:lnTo>
                  <a:pt x="102773" y="385943"/>
                </a:lnTo>
                <a:lnTo>
                  <a:pt x="102242" y="385333"/>
                </a:lnTo>
                <a:close/>
                <a:moveTo>
                  <a:pt x="39466" y="308586"/>
                </a:moveTo>
                <a:lnTo>
                  <a:pt x="40308" y="309091"/>
                </a:lnTo>
                <a:lnTo>
                  <a:pt x="39046" y="308838"/>
                </a:lnTo>
                <a:close/>
                <a:moveTo>
                  <a:pt x="60343" y="375697"/>
                </a:moveTo>
                <a:lnTo>
                  <a:pt x="60705" y="376372"/>
                </a:lnTo>
                <a:lnTo>
                  <a:pt x="60162" y="376035"/>
                </a:lnTo>
                <a:close/>
                <a:moveTo>
                  <a:pt x="101882" y="377046"/>
                </a:moveTo>
                <a:lnTo>
                  <a:pt x="102962" y="378357"/>
                </a:lnTo>
                <a:lnTo>
                  <a:pt x="101342" y="377702"/>
                </a:lnTo>
                <a:close/>
                <a:moveTo>
                  <a:pt x="24318" y="240086"/>
                </a:moveTo>
                <a:lnTo>
                  <a:pt x="25309" y="241080"/>
                </a:lnTo>
                <a:lnTo>
                  <a:pt x="23822" y="240583"/>
                </a:lnTo>
                <a:close/>
                <a:moveTo>
                  <a:pt x="82194" y="117572"/>
                </a:moveTo>
                <a:lnTo>
                  <a:pt x="84154" y="119091"/>
                </a:lnTo>
                <a:lnTo>
                  <a:pt x="81214" y="118332"/>
                </a:lnTo>
                <a:close/>
                <a:moveTo>
                  <a:pt x="42621" y="383628"/>
                </a:moveTo>
                <a:lnTo>
                  <a:pt x="44103" y="384276"/>
                </a:lnTo>
                <a:lnTo>
                  <a:pt x="41880" y="383952"/>
                </a:lnTo>
                <a:close/>
                <a:moveTo>
                  <a:pt x="90304" y="114312"/>
                </a:moveTo>
                <a:lnTo>
                  <a:pt x="91312" y="114773"/>
                </a:lnTo>
                <a:lnTo>
                  <a:pt x="89800" y="114543"/>
                </a:lnTo>
                <a:close/>
                <a:moveTo>
                  <a:pt x="50378" y="324193"/>
                </a:moveTo>
                <a:lnTo>
                  <a:pt x="52262" y="325261"/>
                </a:lnTo>
                <a:lnTo>
                  <a:pt x="49436" y="324727"/>
                </a:lnTo>
                <a:close/>
                <a:moveTo>
                  <a:pt x="52458" y="86731"/>
                </a:moveTo>
                <a:lnTo>
                  <a:pt x="52915" y="88009"/>
                </a:lnTo>
                <a:lnTo>
                  <a:pt x="52229" y="87370"/>
                </a:lnTo>
                <a:close/>
                <a:moveTo>
                  <a:pt x="128248" y="75550"/>
                </a:moveTo>
                <a:lnTo>
                  <a:pt x="128857" y="75878"/>
                </a:lnTo>
                <a:lnTo>
                  <a:pt x="127944" y="75714"/>
                </a:lnTo>
                <a:close/>
                <a:moveTo>
                  <a:pt x="107173" y="146755"/>
                </a:moveTo>
                <a:lnTo>
                  <a:pt x="108665" y="147526"/>
                </a:lnTo>
                <a:lnTo>
                  <a:pt x="106427" y="147141"/>
                </a:lnTo>
                <a:close/>
                <a:moveTo>
                  <a:pt x="75966" y="142606"/>
                </a:moveTo>
                <a:lnTo>
                  <a:pt x="77100" y="143732"/>
                </a:lnTo>
                <a:lnTo>
                  <a:pt x="75399" y="143169"/>
                </a:lnTo>
                <a:close/>
                <a:moveTo>
                  <a:pt x="116650" y="65113"/>
                </a:moveTo>
                <a:lnTo>
                  <a:pt x="117802" y="65464"/>
                </a:lnTo>
                <a:lnTo>
                  <a:pt x="116074" y="65288"/>
                </a:lnTo>
                <a:close/>
                <a:moveTo>
                  <a:pt x="22339" y="181334"/>
                </a:moveTo>
                <a:lnTo>
                  <a:pt x="23635" y="182961"/>
                </a:lnTo>
                <a:lnTo>
                  <a:pt x="21692" y="182148"/>
                </a:lnTo>
                <a:close/>
                <a:moveTo>
                  <a:pt x="49347" y="188554"/>
                </a:moveTo>
                <a:lnTo>
                  <a:pt x="49782" y="189203"/>
                </a:lnTo>
                <a:lnTo>
                  <a:pt x="49130" y="188878"/>
                </a:lnTo>
                <a:close/>
                <a:moveTo>
                  <a:pt x="116023" y="56201"/>
                </a:moveTo>
                <a:lnTo>
                  <a:pt x="116806" y="56881"/>
                </a:lnTo>
                <a:lnTo>
                  <a:pt x="115631" y="56541"/>
                </a:lnTo>
                <a:close/>
                <a:moveTo>
                  <a:pt x="36470" y="266315"/>
                </a:moveTo>
                <a:lnTo>
                  <a:pt x="37000" y="266753"/>
                </a:lnTo>
                <a:lnTo>
                  <a:pt x="36205" y="266534"/>
                </a:lnTo>
                <a:close/>
                <a:moveTo>
                  <a:pt x="129861" y="248352"/>
                </a:moveTo>
                <a:lnTo>
                  <a:pt x="131118" y="249365"/>
                </a:lnTo>
                <a:lnTo>
                  <a:pt x="129232" y="248859"/>
                </a:lnTo>
                <a:close/>
                <a:moveTo>
                  <a:pt x="51581" y="261041"/>
                </a:moveTo>
                <a:lnTo>
                  <a:pt x="52343" y="261415"/>
                </a:lnTo>
                <a:lnTo>
                  <a:pt x="51199" y="261228"/>
                </a:lnTo>
                <a:close/>
                <a:moveTo>
                  <a:pt x="35101" y="189172"/>
                </a:moveTo>
                <a:lnTo>
                  <a:pt x="36872" y="189901"/>
                </a:lnTo>
                <a:lnTo>
                  <a:pt x="34216" y="189536"/>
                </a:lnTo>
                <a:close/>
                <a:moveTo>
                  <a:pt x="136330" y="207658"/>
                </a:moveTo>
                <a:lnTo>
                  <a:pt x="137776" y="208908"/>
                </a:lnTo>
                <a:lnTo>
                  <a:pt x="135607" y="208283"/>
                </a:lnTo>
                <a:close/>
                <a:moveTo>
                  <a:pt x="23754" y="84926"/>
                </a:moveTo>
                <a:lnTo>
                  <a:pt x="24873" y="86195"/>
                </a:lnTo>
                <a:lnTo>
                  <a:pt x="23195" y="85561"/>
                </a:lnTo>
                <a:close/>
                <a:moveTo>
                  <a:pt x="40183" y="319876"/>
                </a:moveTo>
                <a:lnTo>
                  <a:pt x="40826" y="320690"/>
                </a:lnTo>
                <a:lnTo>
                  <a:pt x="39862" y="320283"/>
                </a:lnTo>
                <a:close/>
                <a:moveTo>
                  <a:pt x="63598" y="359302"/>
                </a:moveTo>
                <a:lnTo>
                  <a:pt x="65649" y="359676"/>
                </a:lnTo>
                <a:lnTo>
                  <a:pt x="62572" y="359489"/>
                </a:lnTo>
                <a:close/>
                <a:moveTo>
                  <a:pt x="42387" y="344064"/>
                </a:moveTo>
                <a:lnTo>
                  <a:pt x="44443" y="344648"/>
                </a:lnTo>
                <a:lnTo>
                  <a:pt x="41359" y="344356"/>
                </a:lnTo>
                <a:close/>
                <a:moveTo>
                  <a:pt x="87278" y="386461"/>
                </a:moveTo>
                <a:lnTo>
                  <a:pt x="87634" y="387989"/>
                </a:lnTo>
                <a:lnTo>
                  <a:pt x="87099" y="387225"/>
                </a:lnTo>
                <a:close/>
                <a:moveTo>
                  <a:pt x="21821" y="197346"/>
                </a:moveTo>
                <a:lnTo>
                  <a:pt x="22181" y="197729"/>
                </a:lnTo>
                <a:lnTo>
                  <a:pt x="21642" y="197538"/>
                </a:lnTo>
                <a:close/>
                <a:moveTo>
                  <a:pt x="70235" y="288434"/>
                </a:moveTo>
                <a:lnTo>
                  <a:pt x="71493" y="289861"/>
                </a:lnTo>
                <a:lnTo>
                  <a:pt x="69606" y="289147"/>
                </a:lnTo>
                <a:close/>
                <a:moveTo>
                  <a:pt x="77404" y="92036"/>
                </a:moveTo>
                <a:lnTo>
                  <a:pt x="79150" y="93392"/>
                </a:lnTo>
                <a:lnTo>
                  <a:pt x="76531" y="92714"/>
                </a:lnTo>
                <a:close/>
                <a:moveTo>
                  <a:pt x="39025" y="341680"/>
                </a:moveTo>
                <a:lnTo>
                  <a:pt x="40807" y="342459"/>
                </a:lnTo>
                <a:lnTo>
                  <a:pt x="38134" y="342069"/>
                </a:lnTo>
                <a:close/>
                <a:moveTo>
                  <a:pt x="94932" y="368724"/>
                </a:moveTo>
                <a:lnTo>
                  <a:pt x="96336" y="369766"/>
                </a:lnTo>
                <a:lnTo>
                  <a:pt x="94230" y="369245"/>
                </a:lnTo>
                <a:close/>
                <a:moveTo>
                  <a:pt x="87508" y="229817"/>
                </a:moveTo>
                <a:lnTo>
                  <a:pt x="89293" y="230840"/>
                </a:lnTo>
                <a:lnTo>
                  <a:pt x="86616" y="230328"/>
                </a:lnTo>
                <a:close/>
                <a:moveTo>
                  <a:pt x="2038" y="383994"/>
                </a:moveTo>
                <a:lnTo>
                  <a:pt x="2853" y="384569"/>
                </a:lnTo>
                <a:lnTo>
                  <a:pt x="1630" y="384282"/>
                </a:lnTo>
                <a:close/>
                <a:moveTo>
                  <a:pt x="133408" y="81788"/>
                </a:moveTo>
                <a:lnTo>
                  <a:pt x="135213" y="82900"/>
                </a:lnTo>
                <a:lnTo>
                  <a:pt x="132506" y="82344"/>
                </a:lnTo>
                <a:close/>
                <a:moveTo>
                  <a:pt x="30230" y="209060"/>
                </a:moveTo>
                <a:lnTo>
                  <a:pt x="31186" y="210207"/>
                </a:lnTo>
                <a:lnTo>
                  <a:pt x="29752" y="209634"/>
                </a:lnTo>
                <a:close/>
                <a:moveTo>
                  <a:pt x="73268" y="34202"/>
                </a:moveTo>
                <a:lnTo>
                  <a:pt x="75162" y="34523"/>
                </a:lnTo>
                <a:lnTo>
                  <a:pt x="72321" y="34362"/>
                </a:lnTo>
                <a:close/>
                <a:moveTo>
                  <a:pt x="30821" y="65403"/>
                </a:moveTo>
                <a:lnTo>
                  <a:pt x="31222" y="66094"/>
                </a:lnTo>
                <a:lnTo>
                  <a:pt x="30621" y="65749"/>
                </a:lnTo>
                <a:close/>
                <a:moveTo>
                  <a:pt x="35143" y="239666"/>
                </a:moveTo>
                <a:lnTo>
                  <a:pt x="36918" y="241109"/>
                </a:lnTo>
                <a:lnTo>
                  <a:pt x="34256" y="240387"/>
                </a:lnTo>
                <a:close/>
                <a:moveTo>
                  <a:pt x="67913" y="260359"/>
                </a:moveTo>
                <a:lnTo>
                  <a:pt x="69133" y="261987"/>
                </a:lnTo>
                <a:lnTo>
                  <a:pt x="67303" y="261173"/>
                </a:lnTo>
                <a:close/>
                <a:moveTo>
                  <a:pt x="130059" y="337310"/>
                </a:moveTo>
                <a:lnTo>
                  <a:pt x="131232" y="339029"/>
                </a:lnTo>
                <a:lnTo>
                  <a:pt x="129473" y="338170"/>
                </a:lnTo>
                <a:close/>
                <a:moveTo>
                  <a:pt x="123167" y="107417"/>
                </a:moveTo>
                <a:lnTo>
                  <a:pt x="123643" y="108510"/>
                </a:lnTo>
                <a:lnTo>
                  <a:pt x="122929" y="107964"/>
                </a:lnTo>
                <a:close/>
                <a:moveTo>
                  <a:pt x="119211" y="276920"/>
                </a:moveTo>
                <a:lnTo>
                  <a:pt x="120176" y="277609"/>
                </a:lnTo>
                <a:lnTo>
                  <a:pt x="118728" y="277264"/>
                </a:lnTo>
                <a:close/>
                <a:moveTo>
                  <a:pt x="115409" y="52862"/>
                </a:moveTo>
                <a:lnTo>
                  <a:pt x="115944" y="53694"/>
                </a:lnTo>
                <a:lnTo>
                  <a:pt x="115142" y="53278"/>
                </a:lnTo>
                <a:close/>
                <a:moveTo>
                  <a:pt x="89838" y="311398"/>
                </a:moveTo>
                <a:lnTo>
                  <a:pt x="91237" y="312074"/>
                </a:lnTo>
                <a:lnTo>
                  <a:pt x="89139" y="311736"/>
                </a:lnTo>
                <a:close/>
                <a:moveTo>
                  <a:pt x="92792" y="194698"/>
                </a:moveTo>
                <a:lnTo>
                  <a:pt x="94600" y="196081"/>
                </a:lnTo>
                <a:lnTo>
                  <a:pt x="91888" y="195389"/>
                </a:lnTo>
                <a:close/>
                <a:moveTo>
                  <a:pt x="20627" y="290189"/>
                </a:moveTo>
                <a:lnTo>
                  <a:pt x="21318" y="291102"/>
                </a:lnTo>
                <a:lnTo>
                  <a:pt x="20281" y="290645"/>
                </a:lnTo>
                <a:close/>
                <a:moveTo>
                  <a:pt x="66131" y="153138"/>
                </a:moveTo>
                <a:lnTo>
                  <a:pt x="67568" y="153918"/>
                </a:lnTo>
                <a:lnTo>
                  <a:pt x="65412" y="153528"/>
                </a:lnTo>
                <a:close/>
                <a:moveTo>
                  <a:pt x="49605" y="149386"/>
                </a:moveTo>
                <a:lnTo>
                  <a:pt x="51061" y="151039"/>
                </a:lnTo>
                <a:lnTo>
                  <a:pt x="48876" y="150213"/>
                </a:lnTo>
                <a:close/>
                <a:moveTo>
                  <a:pt x="37628" y="28371"/>
                </a:moveTo>
                <a:lnTo>
                  <a:pt x="38139" y="30054"/>
                </a:lnTo>
                <a:lnTo>
                  <a:pt x="37373" y="29212"/>
                </a:lnTo>
                <a:close/>
                <a:moveTo>
                  <a:pt x="92247" y="108666"/>
                </a:moveTo>
                <a:lnTo>
                  <a:pt x="92764" y="109514"/>
                </a:lnTo>
                <a:lnTo>
                  <a:pt x="91989" y="109090"/>
                </a:lnTo>
                <a:close/>
                <a:moveTo>
                  <a:pt x="141607" y="24062"/>
                </a:moveTo>
                <a:lnTo>
                  <a:pt x="143435" y="25667"/>
                </a:lnTo>
                <a:lnTo>
                  <a:pt x="140694" y="24865"/>
                </a:lnTo>
                <a:close/>
                <a:moveTo>
                  <a:pt x="94558" y="258761"/>
                </a:moveTo>
                <a:lnTo>
                  <a:pt x="96168" y="259942"/>
                </a:lnTo>
                <a:lnTo>
                  <a:pt x="93753" y="259351"/>
                </a:lnTo>
                <a:close/>
                <a:moveTo>
                  <a:pt x="84077" y="60683"/>
                </a:moveTo>
                <a:lnTo>
                  <a:pt x="85332" y="62400"/>
                </a:lnTo>
                <a:lnTo>
                  <a:pt x="83449" y="61542"/>
                </a:lnTo>
                <a:close/>
                <a:moveTo>
                  <a:pt x="59271" y="54711"/>
                </a:moveTo>
                <a:lnTo>
                  <a:pt x="61446" y="55891"/>
                </a:lnTo>
                <a:lnTo>
                  <a:pt x="58184" y="55301"/>
                </a:lnTo>
                <a:close/>
                <a:moveTo>
                  <a:pt x="63417" y="335018"/>
                </a:moveTo>
                <a:lnTo>
                  <a:pt x="64831" y="335495"/>
                </a:lnTo>
                <a:lnTo>
                  <a:pt x="62710" y="335256"/>
                </a:lnTo>
                <a:close/>
                <a:moveTo>
                  <a:pt x="35463" y="24068"/>
                </a:moveTo>
                <a:lnTo>
                  <a:pt x="36130" y="24507"/>
                </a:lnTo>
                <a:lnTo>
                  <a:pt x="35129" y="24288"/>
                </a:lnTo>
                <a:close/>
                <a:moveTo>
                  <a:pt x="105943" y="173040"/>
                </a:moveTo>
                <a:lnTo>
                  <a:pt x="106293" y="174417"/>
                </a:lnTo>
                <a:lnTo>
                  <a:pt x="105768" y="173729"/>
                </a:lnTo>
                <a:close/>
                <a:moveTo>
                  <a:pt x="90935" y="241402"/>
                </a:moveTo>
                <a:lnTo>
                  <a:pt x="91448" y="242511"/>
                </a:lnTo>
                <a:lnTo>
                  <a:pt x="90679" y="241957"/>
                </a:lnTo>
                <a:close/>
                <a:moveTo>
                  <a:pt x="30968" y="292406"/>
                </a:moveTo>
                <a:lnTo>
                  <a:pt x="32503" y="293439"/>
                </a:lnTo>
                <a:lnTo>
                  <a:pt x="30200" y="292923"/>
                </a:lnTo>
                <a:close/>
                <a:moveTo>
                  <a:pt x="28283" y="352489"/>
                </a:moveTo>
                <a:lnTo>
                  <a:pt x="29554" y="353225"/>
                </a:lnTo>
                <a:lnTo>
                  <a:pt x="27647" y="352857"/>
                </a:lnTo>
                <a:close/>
                <a:moveTo>
                  <a:pt x="17169" y="231916"/>
                </a:moveTo>
                <a:lnTo>
                  <a:pt x="19137" y="232906"/>
                </a:lnTo>
                <a:lnTo>
                  <a:pt x="16185" y="232411"/>
                </a:lnTo>
                <a:close/>
                <a:moveTo>
                  <a:pt x="76987" y="159546"/>
                </a:moveTo>
                <a:lnTo>
                  <a:pt x="77806" y="160807"/>
                </a:lnTo>
                <a:lnTo>
                  <a:pt x="76577" y="160176"/>
                </a:lnTo>
                <a:close/>
                <a:moveTo>
                  <a:pt x="83330" y="39138"/>
                </a:moveTo>
                <a:lnTo>
                  <a:pt x="84641" y="39748"/>
                </a:lnTo>
                <a:lnTo>
                  <a:pt x="82675" y="39443"/>
                </a:lnTo>
                <a:close/>
                <a:moveTo>
                  <a:pt x="144172" y="334019"/>
                </a:moveTo>
                <a:lnTo>
                  <a:pt x="145860" y="334330"/>
                </a:lnTo>
                <a:lnTo>
                  <a:pt x="143328" y="334174"/>
                </a:lnTo>
                <a:close/>
                <a:moveTo>
                  <a:pt x="45002" y="13293"/>
                </a:moveTo>
                <a:lnTo>
                  <a:pt x="45754" y="14460"/>
                </a:lnTo>
                <a:lnTo>
                  <a:pt x="44625" y="13876"/>
                </a:lnTo>
                <a:close/>
                <a:moveTo>
                  <a:pt x="39337" y="175336"/>
                </a:moveTo>
                <a:lnTo>
                  <a:pt x="41345" y="175833"/>
                </a:lnTo>
                <a:lnTo>
                  <a:pt x="38333" y="175584"/>
                </a:lnTo>
                <a:close/>
                <a:moveTo>
                  <a:pt x="109094" y="58242"/>
                </a:moveTo>
                <a:lnTo>
                  <a:pt x="110376" y="59178"/>
                </a:lnTo>
                <a:lnTo>
                  <a:pt x="108454" y="58710"/>
                </a:lnTo>
                <a:close/>
                <a:moveTo>
                  <a:pt x="99438" y="211232"/>
                </a:moveTo>
                <a:lnTo>
                  <a:pt x="100526" y="211782"/>
                </a:lnTo>
                <a:lnTo>
                  <a:pt x="98894" y="211507"/>
                </a:lnTo>
                <a:close/>
                <a:moveTo>
                  <a:pt x="31672" y="135347"/>
                </a:moveTo>
                <a:lnTo>
                  <a:pt x="33363" y="137036"/>
                </a:lnTo>
                <a:lnTo>
                  <a:pt x="30826" y="136191"/>
                </a:lnTo>
                <a:close/>
                <a:moveTo>
                  <a:pt x="66632" y="231712"/>
                </a:moveTo>
                <a:lnTo>
                  <a:pt x="67305" y="233184"/>
                </a:lnTo>
                <a:lnTo>
                  <a:pt x="66296" y="232448"/>
                </a:lnTo>
                <a:close/>
                <a:moveTo>
                  <a:pt x="139179" y="237204"/>
                </a:moveTo>
                <a:lnTo>
                  <a:pt x="140306" y="238510"/>
                </a:lnTo>
                <a:lnTo>
                  <a:pt x="138616" y="237857"/>
                </a:lnTo>
                <a:close/>
                <a:moveTo>
                  <a:pt x="126833" y="380809"/>
                </a:moveTo>
                <a:lnTo>
                  <a:pt x="127525" y="382517"/>
                </a:lnTo>
                <a:lnTo>
                  <a:pt x="126488" y="381663"/>
                </a:lnTo>
                <a:close/>
                <a:moveTo>
                  <a:pt x="137580" y="296533"/>
                </a:moveTo>
                <a:lnTo>
                  <a:pt x="139211" y="297871"/>
                </a:lnTo>
                <a:lnTo>
                  <a:pt x="136765" y="297202"/>
                </a:lnTo>
                <a:close/>
                <a:moveTo>
                  <a:pt x="28995" y="276608"/>
                </a:moveTo>
                <a:lnTo>
                  <a:pt x="30569" y="277763"/>
                </a:lnTo>
                <a:lnTo>
                  <a:pt x="28208" y="277186"/>
                </a:lnTo>
                <a:close/>
                <a:moveTo>
                  <a:pt x="85205" y="46450"/>
                </a:moveTo>
                <a:lnTo>
                  <a:pt x="87121" y="46916"/>
                </a:lnTo>
                <a:lnTo>
                  <a:pt x="84247" y="46683"/>
                </a:lnTo>
                <a:close/>
                <a:moveTo>
                  <a:pt x="105591" y="198235"/>
                </a:moveTo>
                <a:lnTo>
                  <a:pt x="106282" y="198866"/>
                </a:lnTo>
                <a:lnTo>
                  <a:pt x="105245" y="198551"/>
                </a:lnTo>
                <a:close/>
                <a:moveTo>
                  <a:pt x="123261" y="21576"/>
                </a:moveTo>
                <a:lnTo>
                  <a:pt x="124845" y="22904"/>
                </a:lnTo>
                <a:lnTo>
                  <a:pt x="122469" y="22240"/>
                </a:lnTo>
                <a:close/>
                <a:moveTo>
                  <a:pt x="6262" y="105773"/>
                </a:moveTo>
                <a:lnTo>
                  <a:pt x="6740" y="107364"/>
                </a:lnTo>
                <a:lnTo>
                  <a:pt x="6022" y="106569"/>
                </a:lnTo>
                <a:close/>
                <a:moveTo>
                  <a:pt x="89949" y="10206"/>
                </a:moveTo>
                <a:lnTo>
                  <a:pt x="90994" y="10678"/>
                </a:lnTo>
                <a:lnTo>
                  <a:pt x="89427" y="10442"/>
                </a:lnTo>
                <a:close/>
                <a:moveTo>
                  <a:pt x="70895" y="262616"/>
                </a:moveTo>
                <a:lnTo>
                  <a:pt x="71899" y="263602"/>
                </a:lnTo>
                <a:lnTo>
                  <a:pt x="70393" y="263109"/>
                </a:lnTo>
                <a:close/>
                <a:moveTo>
                  <a:pt x="116256" y="371863"/>
                </a:moveTo>
                <a:lnTo>
                  <a:pt x="117771" y="372303"/>
                </a:lnTo>
                <a:lnTo>
                  <a:pt x="115499" y="372083"/>
                </a:lnTo>
                <a:close/>
                <a:moveTo>
                  <a:pt x="83561" y="388523"/>
                </a:moveTo>
                <a:lnTo>
                  <a:pt x="85527" y="389687"/>
                </a:lnTo>
                <a:lnTo>
                  <a:pt x="82578" y="389105"/>
                </a:lnTo>
                <a:close/>
                <a:moveTo>
                  <a:pt x="54900" y="371830"/>
                </a:moveTo>
                <a:lnTo>
                  <a:pt x="55807" y="372949"/>
                </a:lnTo>
                <a:lnTo>
                  <a:pt x="54447" y="372390"/>
                </a:lnTo>
                <a:close/>
                <a:moveTo>
                  <a:pt x="80220" y="289126"/>
                </a:moveTo>
                <a:lnTo>
                  <a:pt x="82291" y="289680"/>
                </a:lnTo>
                <a:lnTo>
                  <a:pt x="79185" y="289403"/>
                </a:lnTo>
                <a:close/>
                <a:moveTo>
                  <a:pt x="55719" y="5537"/>
                </a:moveTo>
                <a:lnTo>
                  <a:pt x="57141" y="6889"/>
                </a:lnTo>
                <a:lnTo>
                  <a:pt x="55008" y="6213"/>
                </a:lnTo>
                <a:close/>
                <a:moveTo>
                  <a:pt x="107572" y="151642"/>
                </a:moveTo>
                <a:lnTo>
                  <a:pt x="108501" y="152049"/>
                </a:lnTo>
                <a:lnTo>
                  <a:pt x="107108" y="151845"/>
                </a:lnTo>
                <a:close/>
                <a:moveTo>
                  <a:pt x="38239" y="235116"/>
                </a:moveTo>
                <a:lnTo>
                  <a:pt x="39026" y="236089"/>
                </a:lnTo>
                <a:lnTo>
                  <a:pt x="37846" y="235603"/>
                </a:lnTo>
                <a:close/>
                <a:moveTo>
                  <a:pt x="123869" y="245899"/>
                </a:moveTo>
                <a:lnTo>
                  <a:pt x="124862" y="247266"/>
                </a:lnTo>
                <a:lnTo>
                  <a:pt x="123372" y="246583"/>
                </a:lnTo>
                <a:close/>
                <a:moveTo>
                  <a:pt x="11586" y="322714"/>
                </a:moveTo>
                <a:lnTo>
                  <a:pt x="12631" y="323970"/>
                </a:lnTo>
                <a:lnTo>
                  <a:pt x="11063" y="323342"/>
                </a:lnTo>
                <a:close/>
                <a:moveTo>
                  <a:pt x="88668" y="244327"/>
                </a:moveTo>
                <a:lnTo>
                  <a:pt x="89235" y="245183"/>
                </a:lnTo>
                <a:lnTo>
                  <a:pt x="88385" y="244755"/>
                </a:lnTo>
                <a:close/>
                <a:moveTo>
                  <a:pt x="51614" y="334967"/>
                </a:moveTo>
                <a:lnTo>
                  <a:pt x="52468" y="336519"/>
                </a:lnTo>
                <a:lnTo>
                  <a:pt x="51186" y="335743"/>
                </a:lnTo>
                <a:close/>
                <a:moveTo>
                  <a:pt x="50632" y="328192"/>
                </a:moveTo>
                <a:lnTo>
                  <a:pt x="51359" y="329645"/>
                </a:lnTo>
                <a:lnTo>
                  <a:pt x="50269" y="328919"/>
                </a:lnTo>
                <a:close/>
                <a:moveTo>
                  <a:pt x="106122" y="348616"/>
                </a:moveTo>
                <a:lnTo>
                  <a:pt x="106720" y="350011"/>
                </a:lnTo>
                <a:lnTo>
                  <a:pt x="105823" y="349314"/>
                </a:lnTo>
                <a:close/>
                <a:moveTo>
                  <a:pt x="48861" y="120877"/>
                </a:moveTo>
                <a:lnTo>
                  <a:pt x="49496" y="121451"/>
                </a:lnTo>
                <a:lnTo>
                  <a:pt x="48544" y="121164"/>
                </a:lnTo>
                <a:close/>
                <a:moveTo>
                  <a:pt x="138683" y="41283"/>
                </a:moveTo>
                <a:lnTo>
                  <a:pt x="139594" y="42250"/>
                </a:lnTo>
                <a:lnTo>
                  <a:pt x="138227" y="41767"/>
                </a:lnTo>
                <a:close/>
                <a:moveTo>
                  <a:pt x="142187" y="210286"/>
                </a:moveTo>
                <a:lnTo>
                  <a:pt x="143388" y="211751"/>
                </a:lnTo>
                <a:lnTo>
                  <a:pt x="141586" y="211018"/>
                </a:lnTo>
                <a:close/>
                <a:moveTo>
                  <a:pt x="107313" y="6318"/>
                </a:moveTo>
                <a:lnTo>
                  <a:pt x="108933" y="7736"/>
                </a:lnTo>
                <a:lnTo>
                  <a:pt x="106503" y="7027"/>
                </a:lnTo>
                <a:close/>
                <a:moveTo>
                  <a:pt x="116832" y="277666"/>
                </a:moveTo>
                <a:lnTo>
                  <a:pt x="117853" y="278913"/>
                </a:lnTo>
                <a:lnTo>
                  <a:pt x="116321" y="278289"/>
                </a:lnTo>
                <a:close/>
                <a:moveTo>
                  <a:pt x="41620" y="359559"/>
                </a:moveTo>
                <a:lnTo>
                  <a:pt x="43533" y="360597"/>
                </a:lnTo>
                <a:lnTo>
                  <a:pt x="40664" y="360078"/>
                </a:lnTo>
                <a:close/>
                <a:moveTo>
                  <a:pt x="102859" y="233902"/>
                </a:moveTo>
                <a:lnTo>
                  <a:pt x="103585" y="234507"/>
                </a:lnTo>
                <a:lnTo>
                  <a:pt x="102496" y="234204"/>
                </a:lnTo>
                <a:close/>
                <a:moveTo>
                  <a:pt x="3474" y="361083"/>
                </a:moveTo>
                <a:lnTo>
                  <a:pt x="4941" y="362853"/>
                </a:lnTo>
                <a:lnTo>
                  <a:pt x="2740" y="361968"/>
                </a:lnTo>
                <a:close/>
                <a:moveTo>
                  <a:pt x="114101" y="287871"/>
                </a:moveTo>
                <a:lnTo>
                  <a:pt x="116205" y="288368"/>
                </a:lnTo>
                <a:lnTo>
                  <a:pt x="113049" y="288119"/>
                </a:lnTo>
                <a:close/>
                <a:moveTo>
                  <a:pt x="112303" y="247191"/>
                </a:moveTo>
                <a:lnTo>
                  <a:pt x="114327" y="248906"/>
                </a:lnTo>
                <a:lnTo>
                  <a:pt x="111291" y="248049"/>
                </a:lnTo>
                <a:close/>
                <a:moveTo>
                  <a:pt x="76727" y="49151"/>
                </a:moveTo>
                <a:lnTo>
                  <a:pt x="78113" y="49846"/>
                </a:lnTo>
                <a:lnTo>
                  <a:pt x="76034" y="49498"/>
                </a:lnTo>
                <a:close/>
                <a:moveTo>
                  <a:pt x="127467" y="247182"/>
                </a:moveTo>
                <a:lnTo>
                  <a:pt x="128244" y="248238"/>
                </a:lnTo>
                <a:lnTo>
                  <a:pt x="127078" y="247710"/>
                </a:lnTo>
                <a:close/>
                <a:moveTo>
                  <a:pt x="57433" y="130663"/>
                </a:moveTo>
                <a:lnTo>
                  <a:pt x="58913" y="130992"/>
                </a:lnTo>
                <a:lnTo>
                  <a:pt x="56693" y="130827"/>
                </a:lnTo>
                <a:close/>
                <a:moveTo>
                  <a:pt x="138855" y="31916"/>
                </a:moveTo>
                <a:lnTo>
                  <a:pt x="139608" y="33489"/>
                </a:lnTo>
                <a:lnTo>
                  <a:pt x="138478" y="32703"/>
                </a:lnTo>
                <a:close/>
                <a:moveTo>
                  <a:pt x="99120" y="171149"/>
                </a:moveTo>
                <a:lnTo>
                  <a:pt x="99776" y="172774"/>
                </a:lnTo>
                <a:lnTo>
                  <a:pt x="98792" y="171962"/>
                </a:lnTo>
                <a:close/>
                <a:moveTo>
                  <a:pt x="99900" y="249203"/>
                </a:moveTo>
                <a:lnTo>
                  <a:pt x="100422" y="250452"/>
                </a:lnTo>
                <a:lnTo>
                  <a:pt x="99639" y="249827"/>
                </a:lnTo>
                <a:close/>
                <a:moveTo>
                  <a:pt x="55125" y="238184"/>
                </a:moveTo>
                <a:lnTo>
                  <a:pt x="56997" y="238888"/>
                </a:lnTo>
                <a:lnTo>
                  <a:pt x="54190" y="238536"/>
                </a:lnTo>
                <a:close/>
                <a:moveTo>
                  <a:pt x="94410" y="126157"/>
                </a:moveTo>
                <a:lnTo>
                  <a:pt x="95361" y="126852"/>
                </a:lnTo>
                <a:lnTo>
                  <a:pt x="93934" y="126505"/>
                </a:lnTo>
                <a:close/>
                <a:moveTo>
                  <a:pt x="999" y="140100"/>
                </a:moveTo>
                <a:lnTo>
                  <a:pt x="2047" y="141644"/>
                </a:lnTo>
                <a:lnTo>
                  <a:pt x="475" y="140872"/>
                </a:lnTo>
                <a:close/>
                <a:moveTo>
                  <a:pt x="97014" y="117951"/>
                </a:moveTo>
                <a:lnTo>
                  <a:pt x="98483" y="118320"/>
                </a:lnTo>
                <a:lnTo>
                  <a:pt x="96280" y="118136"/>
                </a:lnTo>
                <a:close/>
                <a:moveTo>
                  <a:pt x="120671" y="234812"/>
                </a:moveTo>
                <a:lnTo>
                  <a:pt x="122830" y="235662"/>
                </a:lnTo>
                <a:lnTo>
                  <a:pt x="119591" y="235237"/>
                </a:lnTo>
                <a:close/>
                <a:moveTo>
                  <a:pt x="102651" y="209313"/>
                </a:moveTo>
                <a:lnTo>
                  <a:pt x="103478" y="210441"/>
                </a:lnTo>
                <a:lnTo>
                  <a:pt x="102237" y="209877"/>
                </a:lnTo>
                <a:close/>
                <a:moveTo>
                  <a:pt x="3710" y="181153"/>
                </a:moveTo>
                <a:lnTo>
                  <a:pt x="4951" y="181683"/>
                </a:lnTo>
                <a:lnTo>
                  <a:pt x="3090" y="181418"/>
                </a:lnTo>
                <a:close/>
                <a:moveTo>
                  <a:pt x="122767" y="104745"/>
                </a:moveTo>
                <a:lnTo>
                  <a:pt x="124478" y="105798"/>
                </a:lnTo>
                <a:lnTo>
                  <a:pt x="121912" y="105271"/>
                </a:lnTo>
                <a:close/>
                <a:moveTo>
                  <a:pt x="41029" y="244849"/>
                </a:moveTo>
                <a:lnTo>
                  <a:pt x="43167" y="245385"/>
                </a:lnTo>
                <a:lnTo>
                  <a:pt x="39961" y="245117"/>
                </a:lnTo>
                <a:close/>
                <a:moveTo>
                  <a:pt x="11881" y="243187"/>
                </a:moveTo>
                <a:lnTo>
                  <a:pt x="12272" y="243807"/>
                </a:lnTo>
                <a:lnTo>
                  <a:pt x="11685" y="243497"/>
                </a:lnTo>
                <a:close/>
                <a:moveTo>
                  <a:pt x="124601" y="96468"/>
                </a:moveTo>
                <a:lnTo>
                  <a:pt x="125389" y="96949"/>
                </a:lnTo>
                <a:lnTo>
                  <a:pt x="124207" y="96708"/>
                </a:lnTo>
                <a:close/>
                <a:moveTo>
                  <a:pt x="119818" y="275891"/>
                </a:moveTo>
                <a:lnTo>
                  <a:pt x="121577" y="276783"/>
                </a:lnTo>
                <a:lnTo>
                  <a:pt x="118939" y="276337"/>
                </a:lnTo>
                <a:close/>
                <a:moveTo>
                  <a:pt x="67310" y="209366"/>
                </a:moveTo>
                <a:lnTo>
                  <a:pt x="68650" y="210158"/>
                </a:lnTo>
                <a:lnTo>
                  <a:pt x="66641" y="209762"/>
                </a:lnTo>
                <a:close/>
                <a:moveTo>
                  <a:pt x="28379" y="241284"/>
                </a:moveTo>
                <a:lnTo>
                  <a:pt x="28796" y="242752"/>
                </a:lnTo>
                <a:lnTo>
                  <a:pt x="28171" y="242018"/>
                </a:lnTo>
                <a:close/>
                <a:moveTo>
                  <a:pt x="36780" y="106176"/>
                </a:moveTo>
                <a:lnTo>
                  <a:pt x="38781" y="107607"/>
                </a:lnTo>
                <a:lnTo>
                  <a:pt x="35779" y="106891"/>
                </a:lnTo>
                <a:close/>
                <a:moveTo>
                  <a:pt x="46867" y="16458"/>
                </a:moveTo>
                <a:lnTo>
                  <a:pt x="48439" y="17358"/>
                </a:lnTo>
                <a:lnTo>
                  <a:pt x="46081" y="16908"/>
                </a:lnTo>
                <a:close/>
                <a:moveTo>
                  <a:pt x="89281" y="149903"/>
                </a:moveTo>
                <a:lnTo>
                  <a:pt x="90270" y="151291"/>
                </a:lnTo>
                <a:lnTo>
                  <a:pt x="88787" y="150597"/>
                </a:lnTo>
                <a:close/>
                <a:moveTo>
                  <a:pt x="30585" y="225870"/>
                </a:moveTo>
                <a:lnTo>
                  <a:pt x="32195" y="226612"/>
                </a:lnTo>
                <a:lnTo>
                  <a:pt x="29780" y="226241"/>
                </a:lnTo>
                <a:close/>
                <a:moveTo>
                  <a:pt x="45795" y="188839"/>
                </a:moveTo>
                <a:lnTo>
                  <a:pt x="46439" y="189474"/>
                </a:lnTo>
                <a:lnTo>
                  <a:pt x="45473" y="189156"/>
                </a:lnTo>
                <a:close/>
                <a:moveTo>
                  <a:pt x="70820" y="345057"/>
                </a:moveTo>
                <a:lnTo>
                  <a:pt x="71935" y="345791"/>
                </a:lnTo>
                <a:lnTo>
                  <a:pt x="70262" y="345424"/>
                </a:lnTo>
                <a:close/>
                <a:moveTo>
                  <a:pt x="9353" y="115658"/>
                </a:moveTo>
                <a:lnTo>
                  <a:pt x="10588" y="117039"/>
                </a:lnTo>
                <a:lnTo>
                  <a:pt x="8735" y="116348"/>
                </a:lnTo>
                <a:close/>
                <a:moveTo>
                  <a:pt x="136087" y="234639"/>
                </a:moveTo>
                <a:lnTo>
                  <a:pt x="136488" y="236210"/>
                </a:lnTo>
                <a:lnTo>
                  <a:pt x="135887" y="235425"/>
                </a:lnTo>
                <a:close/>
                <a:moveTo>
                  <a:pt x="137353" y="40514"/>
                </a:moveTo>
                <a:lnTo>
                  <a:pt x="138695" y="41322"/>
                </a:lnTo>
                <a:lnTo>
                  <a:pt x="136682" y="40918"/>
                </a:lnTo>
                <a:close/>
                <a:moveTo>
                  <a:pt x="105695" y="131657"/>
                </a:moveTo>
                <a:lnTo>
                  <a:pt x="107293" y="133221"/>
                </a:lnTo>
                <a:lnTo>
                  <a:pt x="104896" y="132439"/>
                </a:lnTo>
                <a:close/>
                <a:moveTo>
                  <a:pt x="35172" y="145617"/>
                </a:moveTo>
                <a:lnTo>
                  <a:pt x="35989" y="146143"/>
                </a:lnTo>
                <a:lnTo>
                  <a:pt x="34764" y="145880"/>
                </a:lnTo>
                <a:close/>
                <a:moveTo>
                  <a:pt x="39934" y="361749"/>
                </a:moveTo>
                <a:lnTo>
                  <a:pt x="41157" y="363401"/>
                </a:lnTo>
                <a:lnTo>
                  <a:pt x="39323" y="362575"/>
                </a:lnTo>
                <a:close/>
                <a:moveTo>
                  <a:pt x="66005" y="55013"/>
                </a:moveTo>
                <a:lnTo>
                  <a:pt x="67437" y="56061"/>
                </a:lnTo>
                <a:lnTo>
                  <a:pt x="65289" y="55537"/>
                </a:lnTo>
                <a:close/>
                <a:moveTo>
                  <a:pt x="9751" y="251685"/>
                </a:moveTo>
                <a:lnTo>
                  <a:pt x="11344" y="253278"/>
                </a:lnTo>
                <a:lnTo>
                  <a:pt x="8954" y="252481"/>
                </a:lnTo>
                <a:close/>
                <a:moveTo>
                  <a:pt x="27989" y="233227"/>
                </a:moveTo>
                <a:lnTo>
                  <a:pt x="30019" y="234086"/>
                </a:lnTo>
                <a:lnTo>
                  <a:pt x="26974" y="233657"/>
                </a:lnTo>
                <a:close/>
                <a:moveTo>
                  <a:pt x="54988" y="12771"/>
                </a:moveTo>
                <a:lnTo>
                  <a:pt x="55802" y="13949"/>
                </a:lnTo>
                <a:lnTo>
                  <a:pt x="54581" y="13360"/>
                </a:lnTo>
                <a:close/>
                <a:moveTo>
                  <a:pt x="135027" y="173210"/>
                </a:moveTo>
                <a:lnTo>
                  <a:pt x="135769" y="174323"/>
                </a:lnTo>
                <a:lnTo>
                  <a:pt x="134656" y="173766"/>
                </a:lnTo>
                <a:close/>
                <a:moveTo>
                  <a:pt x="122370" y="31183"/>
                </a:moveTo>
                <a:lnTo>
                  <a:pt x="124428" y="32851"/>
                </a:lnTo>
                <a:lnTo>
                  <a:pt x="121341" y="32017"/>
                </a:lnTo>
                <a:close/>
                <a:moveTo>
                  <a:pt x="97053" y="297296"/>
                </a:moveTo>
                <a:lnTo>
                  <a:pt x="99022" y="298449"/>
                </a:lnTo>
                <a:lnTo>
                  <a:pt x="96069" y="297873"/>
                </a:lnTo>
                <a:close/>
                <a:moveTo>
                  <a:pt x="44103" y="215629"/>
                </a:moveTo>
                <a:lnTo>
                  <a:pt x="46232" y="216192"/>
                </a:lnTo>
                <a:lnTo>
                  <a:pt x="43039" y="215910"/>
                </a:lnTo>
                <a:close/>
                <a:moveTo>
                  <a:pt x="46497" y="11308"/>
                </a:moveTo>
                <a:lnTo>
                  <a:pt x="48647" y="12185"/>
                </a:lnTo>
                <a:lnTo>
                  <a:pt x="45422" y="11747"/>
                </a:lnTo>
                <a:close/>
                <a:moveTo>
                  <a:pt x="15936" y="68645"/>
                </a:moveTo>
                <a:lnTo>
                  <a:pt x="16568" y="68959"/>
                </a:lnTo>
                <a:lnTo>
                  <a:pt x="15620" y="68802"/>
                </a:lnTo>
                <a:close/>
                <a:moveTo>
                  <a:pt x="10111" y="145132"/>
                </a:moveTo>
                <a:lnTo>
                  <a:pt x="12005" y="146463"/>
                </a:lnTo>
                <a:lnTo>
                  <a:pt x="9164" y="145798"/>
                </a:lnTo>
                <a:close/>
                <a:moveTo>
                  <a:pt x="134434" y="90683"/>
                </a:moveTo>
                <a:lnTo>
                  <a:pt x="134795" y="92341"/>
                </a:lnTo>
                <a:lnTo>
                  <a:pt x="134254" y="91512"/>
                </a:lnTo>
                <a:close/>
                <a:moveTo>
                  <a:pt x="130292" y="165983"/>
                </a:moveTo>
                <a:lnTo>
                  <a:pt x="131840" y="167352"/>
                </a:lnTo>
                <a:lnTo>
                  <a:pt x="129519" y="166667"/>
                </a:lnTo>
                <a:close/>
                <a:moveTo>
                  <a:pt x="8976" y="337740"/>
                </a:moveTo>
                <a:lnTo>
                  <a:pt x="10121" y="339070"/>
                </a:lnTo>
                <a:lnTo>
                  <a:pt x="8403" y="338405"/>
                </a:lnTo>
                <a:close/>
                <a:moveTo>
                  <a:pt x="137194" y="5441"/>
                </a:moveTo>
                <a:lnTo>
                  <a:pt x="137951" y="6788"/>
                </a:lnTo>
                <a:lnTo>
                  <a:pt x="136815" y="6114"/>
                </a:lnTo>
                <a:close/>
                <a:moveTo>
                  <a:pt x="40986" y="279696"/>
                </a:moveTo>
                <a:lnTo>
                  <a:pt x="43178" y="280536"/>
                </a:lnTo>
                <a:lnTo>
                  <a:pt x="39891" y="280116"/>
                </a:lnTo>
                <a:close/>
                <a:moveTo>
                  <a:pt x="90392" y="248026"/>
                </a:moveTo>
                <a:lnTo>
                  <a:pt x="91323" y="248519"/>
                </a:lnTo>
                <a:lnTo>
                  <a:pt x="89926" y="248272"/>
                </a:lnTo>
                <a:close/>
                <a:moveTo>
                  <a:pt x="18135" y="369489"/>
                </a:moveTo>
                <a:lnTo>
                  <a:pt x="18735" y="371272"/>
                </a:lnTo>
                <a:lnTo>
                  <a:pt x="17835" y="370380"/>
                </a:lnTo>
                <a:close/>
                <a:moveTo>
                  <a:pt x="31762" y="229416"/>
                </a:moveTo>
                <a:lnTo>
                  <a:pt x="33470" y="230359"/>
                </a:lnTo>
                <a:lnTo>
                  <a:pt x="30908" y="229887"/>
                </a:lnTo>
                <a:close/>
                <a:moveTo>
                  <a:pt x="103359" y="23358"/>
                </a:moveTo>
                <a:lnTo>
                  <a:pt x="105010" y="25134"/>
                </a:lnTo>
                <a:lnTo>
                  <a:pt x="102534" y="24246"/>
                </a:lnTo>
                <a:close/>
                <a:moveTo>
                  <a:pt x="63324" y="181256"/>
                </a:moveTo>
                <a:lnTo>
                  <a:pt x="64843" y="182454"/>
                </a:lnTo>
                <a:lnTo>
                  <a:pt x="62565" y="181855"/>
                </a:lnTo>
                <a:close/>
                <a:moveTo>
                  <a:pt x="84022" y="350475"/>
                </a:moveTo>
                <a:lnTo>
                  <a:pt x="85444" y="350920"/>
                </a:lnTo>
                <a:lnTo>
                  <a:pt x="83312" y="350698"/>
                </a:lnTo>
                <a:close/>
                <a:moveTo>
                  <a:pt x="124513" y="173838"/>
                </a:moveTo>
                <a:lnTo>
                  <a:pt x="125069" y="174602"/>
                </a:lnTo>
                <a:lnTo>
                  <a:pt x="124235" y="174220"/>
                </a:lnTo>
                <a:close/>
                <a:moveTo>
                  <a:pt x="48217" y="340456"/>
                </a:moveTo>
                <a:lnTo>
                  <a:pt x="49273" y="341612"/>
                </a:lnTo>
                <a:lnTo>
                  <a:pt x="47689" y="341034"/>
                </a:lnTo>
                <a:close/>
                <a:moveTo>
                  <a:pt x="136336" y="102060"/>
                </a:moveTo>
                <a:lnTo>
                  <a:pt x="137056" y="103095"/>
                </a:lnTo>
                <a:lnTo>
                  <a:pt x="135977" y="102577"/>
                </a:lnTo>
                <a:close/>
                <a:moveTo>
                  <a:pt x="30128" y="209453"/>
                </a:moveTo>
                <a:lnTo>
                  <a:pt x="30528" y="209996"/>
                </a:lnTo>
                <a:lnTo>
                  <a:pt x="29929" y="209725"/>
                </a:lnTo>
                <a:close/>
                <a:moveTo>
                  <a:pt x="17731" y="333685"/>
                </a:moveTo>
                <a:lnTo>
                  <a:pt x="19704" y="335393"/>
                </a:lnTo>
                <a:lnTo>
                  <a:pt x="16744" y="334539"/>
                </a:lnTo>
                <a:close/>
                <a:moveTo>
                  <a:pt x="59999" y="202109"/>
                </a:moveTo>
                <a:lnTo>
                  <a:pt x="61059" y="203278"/>
                </a:lnTo>
                <a:lnTo>
                  <a:pt x="59469" y="202694"/>
                </a:lnTo>
                <a:close/>
                <a:moveTo>
                  <a:pt x="45580" y="93508"/>
                </a:moveTo>
                <a:lnTo>
                  <a:pt x="46230" y="95205"/>
                </a:lnTo>
                <a:lnTo>
                  <a:pt x="45256" y="94356"/>
                </a:lnTo>
                <a:close/>
                <a:moveTo>
                  <a:pt x="125854" y="194079"/>
                </a:moveTo>
                <a:lnTo>
                  <a:pt x="127156" y="194777"/>
                </a:lnTo>
                <a:lnTo>
                  <a:pt x="125203" y="194428"/>
                </a:lnTo>
                <a:close/>
                <a:moveTo>
                  <a:pt x="43904" y="364591"/>
                </a:moveTo>
                <a:lnTo>
                  <a:pt x="44485" y="366301"/>
                </a:lnTo>
                <a:lnTo>
                  <a:pt x="43614" y="365446"/>
                </a:lnTo>
                <a:close/>
                <a:moveTo>
                  <a:pt x="7141" y="96966"/>
                </a:moveTo>
                <a:lnTo>
                  <a:pt x="8338" y="97304"/>
                </a:lnTo>
                <a:lnTo>
                  <a:pt x="6542" y="97135"/>
                </a:lnTo>
                <a:close/>
                <a:moveTo>
                  <a:pt x="29171" y="266287"/>
                </a:moveTo>
                <a:lnTo>
                  <a:pt x="29709" y="266665"/>
                </a:lnTo>
                <a:lnTo>
                  <a:pt x="28903" y="266476"/>
                </a:lnTo>
                <a:close/>
                <a:moveTo>
                  <a:pt x="53233" y="20438"/>
                </a:moveTo>
                <a:lnTo>
                  <a:pt x="54177" y="21797"/>
                </a:lnTo>
                <a:lnTo>
                  <a:pt x="52761" y="21118"/>
                </a:lnTo>
                <a:close/>
                <a:moveTo>
                  <a:pt x="120244" y="72492"/>
                </a:moveTo>
                <a:lnTo>
                  <a:pt x="121629" y="72807"/>
                </a:lnTo>
                <a:lnTo>
                  <a:pt x="119551" y="72649"/>
                </a:lnTo>
                <a:close/>
                <a:moveTo>
                  <a:pt x="93058" y="265057"/>
                </a:moveTo>
                <a:lnTo>
                  <a:pt x="94452" y="266554"/>
                </a:lnTo>
                <a:lnTo>
                  <a:pt x="92360" y="265805"/>
                </a:lnTo>
                <a:close/>
                <a:moveTo>
                  <a:pt x="78749" y="229663"/>
                </a:moveTo>
                <a:lnTo>
                  <a:pt x="79691" y="230671"/>
                </a:lnTo>
                <a:lnTo>
                  <a:pt x="78278" y="230167"/>
                </a:lnTo>
                <a:close/>
                <a:moveTo>
                  <a:pt x="85979" y="255446"/>
                </a:moveTo>
                <a:lnTo>
                  <a:pt x="87064" y="256902"/>
                </a:lnTo>
                <a:lnTo>
                  <a:pt x="85436" y="256174"/>
                </a:lnTo>
                <a:close/>
                <a:moveTo>
                  <a:pt x="18343" y="358374"/>
                </a:moveTo>
                <a:lnTo>
                  <a:pt x="20182" y="360042"/>
                </a:lnTo>
                <a:lnTo>
                  <a:pt x="17423" y="359208"/>
                </a:lnTo>
                <a:close/>
                <a:moveTo>
                  <a:pt x="106468" y="273377"/>
                </a:moveTo>
                <a:lnTo>
                  <a:pt x="106959" y="273757"/>
                </a:lnTo>
                <a:lnTo>
                  <a:pt x="106223" y="273567"/>
                </a:lnTo>
                <a:close/>
                <a:moveTo>
                  <a:pt x="101278" y="79179"/>
                </a:moveTo>
                <a:lnTo>
                  <a:pt x="103260" y="80411"/>
                </a:lnTo>
                <a:lnTo>
                  <a:pt x="100287" y="79795"/>
                </a:lnTo>
                <a:close/>
                <a:moveTo>
                  <a:pt x="131394" y="121491"/>
                </a:moveTo>
                <a:lnTo>
                  <a:pt x="133045" y="122249"/>
                </a:lnTo>
                <a:lnTo>
                  <a:pt x="130569" y="121870"/>
                </a:lnTo>
                <a:close/>
                <a:moveTo>
                  <a:pt x="85974" y="140301"/>
                </a:moveTo>
                <a:lnTo>
                  <a:pt x="86889" y="142083"/>
                </a:lnTo>
                <a:lnTo>
                  <a:pt x="85516" y="141192"/>
                </a:lnTo>
                <a:close/>
                <a:moveTo>
                  <a:pt x="55546" y="86328"/>
                </a:moveTo>
                <a:lnTo>
                  <a:pt x="57404" y="87416"/>
                </a:lnTo>
                <a:lnTo>
                  <a:pt x="54617" y="86872"/>
                </a:lnTo>
                <a:close/>
                <a:moveTo>
                  <a:pt x="48121" y="92642"/>
                </a:moveTo>
                <a:lnTo>
                  <a:pt x="49987" y="93497"/>
                </a:lnTo>
                <a:lnTo>
                  <a:pt x="47188" y="93069"/>
                </a:lnTo>
                <a:close/>
                <a:moveTo>
                  <a:pt x="55766" y="167697"/>
                </a:moveTo>
                <a:lnTo>
                  <a:pt x="56816" y="168516"/>
                </a:lnTo>
                <a:lnTo>
                  <a:pt x="55241" y="168107"/>
                </a:lnTo>
                <a:close/>
                <a:moveTo>
                  <a:pt x="88391" y="172615"/>
                </a:moveTo>
                <a:lnTo>
                  <a:pt x="89880" y="173928"/>
                </a:lnTo>
                <a:lnTo>
                  <a:pt x="87647" y="173271"/>
                </a:lnTo>
                <a:close/>
                <a:moveTo>
                  <a:pt x="58784" y="116411"/>
                </a:moveTo>
                <a:lnTo>
                  <a:pt x="60677" y="116966"/>
                </a:lnTo>
                <a:lnTo>
                  <a:pt x="57838" y="116689"/>
                </a:lnTo>
                <a:close/>
                <a:moveTo>
                  <a:pt x="52822" y="74143"/>
                </a:moveTo>
                <a:lnTo>
                  <a:pt x="54853" y="75532"/>
                </a:lnTo>
                <a:lnTo>
                  <a:pt x="51806" y="74838"/>
                </a:lnTo>
                <a:close/>
                <a:moveTo>
                  <a:pt x="144445" y="157074"/>
                </a:moveTo>
                <a:lnTo>
                  <a:pt x="146409" y="157759"/>
                </a:lnTo>
                <a:lnTo>
                  <a:pt x="143463" y="157417"/>
                </a:lnTo>
                <a:close/>
                <a:moveTo>
                  <a:pt x="133945" y="207788"/>
                </a:moveTo>
                <a:lnTo>
                  <a:pt x="134773" y="208488"/>
                </a:lnTo>
                <a:lnTo>
                  <a:pt x="133532" y="208138"/>
                </a:lnTo>
                <a:close/>
                <a:moveTo>
                  <a:pt x="88288" y="97379"/>
                </a:moveTo>
                <a:lnTo>
                  <a:pt x="89570" y="98867"/>
                </a:lnTo>
                <a:lnTo>
                  <a:pt x="87647" y="98123"/>
                </a:lnTo>
                <a:close/>
                <a:moveTo>
                  <a:pt x="4081" y="205262"/>
                </a:moveTo>
                <a:lnTo>
                  <a:pt x="6278" y="205739"/>
                </a:lnTo>
                <a:lnTo>
                  <a:pt x="2983" y="205500"/>
                </a:lnTo>
                <a:close/>
                <a:moveTo>
                  <a:pt x="16462" y="118922"/>
                </a:moveTo>
                <a:lnTo>
                  <a:pt x="17430" y="119476"/>
                </a:lnTo>
                <a:lnTo>
                  <a:pt x="15978" y="119199"/>
                </a:lnTo>
                <a:close/>
                <a:moveTo>
                  <a:pt x="96653" y="285000"/>
                </a:moveTo>
                <a:lnTo>
                  <a:pt x="97053" y="286691"/>
                </a:lnTo>
                <a:lnTo>
                  <a:pt x="96453" y="285846"/>
                </a:lnTo>
                <a:close/>
                <a:moveTo>
                  <a:pt x="82898" y="157741"/>
                </a:moveTo>
                <a:lnTo>
                  <a:pt x="84231" y="158481"/>
                </a:lnTo>
                <a:lnTo>
                  <a:pt x="82231" y="158111"/>
                </a:lnTo>
                <a:close/>
                <a:moveTo>
                  <a:pt x="43638" y="142764"/>
                </a:moveTo>
                <a:lnTo>
                  <a:pt x="45387" y="143688"/>
                </a:lnTo>
                <a:lnTo>
                  <a:pt x="42764" y="143226"/>
                </a:lnTo>
                <a:close/>
                <a:moveTo>
                  <a:pt x="63489" y="376821"/>
                </a:moveTo>
                <a:lnTo>
                  <a:pt x="64322" y="377656"/>
                </a:lnTo>
                <a:lnTo>
                  <a:pt x="63073" y="377238"/>
                </a:lnTo>
                <a:close/>
                <a:moveTo>
                  <a:pt x="138758" y="289351"/>
                </a:moveTo>
                <a:lnTo>
                  <a:pt x="140689" y="289956"/>
                </a:lnTo>
                <a:lnTo>
                  <a:pt x="137792" y="289654"/>
                </a:lnTo>
                <a:close/>
                <a:moveTo>
                  <a:pt x="25917" y="19460"/>
                </a:moveTo>
                <a:lnTo>
                  <a:pt x="28052" y="20854"/>
                </a:lnTo>
                <a:lnTo>
                  <a:pt x="24849" y="20157"/>
                </a:lnTo>
                <a:close/>
                <a:moveTo>
                  <a:pt x="27595" y="371329"/>
                </a:moveTo>
                <a:lnTo>
                  <a:pt x="29306" y="371937"/>
                </a:lnTo>
                <a:lnTo>
                  <a:pt x="26739" y="371633"/>
                </a:lnTo>
                <a:close/>
                <a:moveTo>
                  <a:pt x="142949" y="5843"/>
                </a:moveTo>
                <a:lnTo>
                  <a:pt x="144283" y="6569"/>
                </a:lnTo>
                <a:lnTo>
                  <a:pt x="142282" y="6206"/>
                </a:lnTo>
                <a:close/>
                <a:moveTo>
                  <a:pt x="53895" y="82349"/>
                </a:moveTo>
                <a:lnTo>
                  <a:pt x="55026" y="83953"/>
                </a:lnTo>
                <a:lnTo>
                  <a:pt x="53330" y="83151"/>
                </a:lnTo>
                <a:close/>
                <a:moveTo>
                  <a:pt x="98511" y="271270"/>
                </a:moveTo>
                <a:lnTo>
                  <a:pt x="100415" y="272194"/>
                </a:lnTo>
                <a:lnTo>
                  <a:pt x="97559" y="271732"/>
                </a:lnTo>
                <a:close/>
                <a:moveTo>
                  <a:pt x="37286" y="218787"/>
                </a:moveTo>
                <a:lnTo>
                  <a:pt x="37757" y="219885"/>
                </a:lnTo>
                <a:lnTo>
                  <a:pt x="37051" y="219336"/>
                </a:lnTo>
                <a:close/>
                <a:moveTo>
                  <a:pt x="89731" y="388315"/>
                </a:moveTo>
                <a:lnTo>
                  <a:pt x="90555" y="389943"/>
                </a:lnTo>
                <a:lnTo>
                  <a:pt x="89318" y="389129"/>
                </a:lnTo>
                <a:close/>
                <a:moveTo>
                  <a:pt x="69913" y="264994"/>
                </a:moveTo>
                <a:lnTo>
                  <a:pt x="71909" y="266568"/>
                </a:lnTo>
                <a:lnTo>
                  <a:pt x="68915" y="265781"/>
                </a:lnTo>
                <a:close/>
                <a:moveTo>
                  <a:pt x="83834" y="98949"/>
                </a:moveTo>
                <a:lnTo>
                  <a:pt x="84526" y="99288"/>
                </a:lnTo>
                <a:lnTo>
                  <a:pt x="83488" y="99119"/>
                </a:lnTo>
                <a:close/>
                <a:moveTo>
                  <a:pt x="64368" y="25900"/>
                </a:moveTo>
                <a:lnTo>
                  <a:pt x="64770" y="26264"/>
                </a:lnTo>
                <a:lnTo>
                  <a:pt x="64167" y="26082"/>
                </a:lnTo>
                <a:close/>
                <a:moveTo>
                  <a:pt x="70109" y="316512"/>
                </a:moveTo>
                <a:lnTo>
                  <a:pt x="71573" y="317784"/>
                </a:lnTo>
                <a:lnTo>
                  <a:pt x="69377" y="317148"/>
                </a:lnTo>
                <a:close/>
                <a:moveTo>
                  <a:pt x="50570" y="53255"/>
                </a:moveTo>
                <a:lnTo>
                  <a:pt x="51624" y="54950"/>
                </a:lnTo>
                <a:lnTo>
                  <a:pt x="50043" y="54102"/>
                </a:lnTo>
                <a:close/>
                <a:moveTo>
                  <a:pt x="42853" y="109454"/>
                </a:moveTo>
                <a:lnTo>
                  <a:pt x="44958" y="111015"/>
                </a:lnTo>
                <a:lnTo>
                  <a:pt x="41800" y="110234"/>
                </a:lnTo>
                <a:close/>
                <a:moveTo>
                  <a:pt x="39078" y="101594"/>
                </a:moveTo>
                <a:lnTo>
                  <a:pt x="40840" y="103353"/>
                </a:lnTo>
                <a:lnTo>
                  <a:pt x="38197" y="102474"/>
                </a:lnTo>
                <a:close/>
                <a:moveTo>
                  <a:pt x="83033" y="118731"/>
                </a:moveTo>
                <a:lnTo>
                  <a:pt x="84467" y="120278"/>
                </a:lnTo>
                <a:lnTo>
                  <a:pt x="82317" y="119504"/>
                </a:lnTo>
                <a:close/>
                <a:moveTo>
                  <a:pt x="102194" y="92136"/>
                </a:moveTo>
                <a:lnTo>
                  <a:pt x="103913" y="92532"/>
                </a:lnTo>
                <a:lnTo>
                  <a:pt x="101335" y="92334"/>
                </a:lnTo>
                <a:close/>
                <a:moveTo>
                  <a:pt x="96200" y="122862"/>
                </a:moveTo>
                <a:lnTo>
                  <a:pt x="97699" y="124230"/>
                </a:lnTo>
                <a:lnTo>
                  <a:pt x="95450" y="123546"/>
                </a:lnTo>
                <a:close/>
                <a:moveTo>
                  <a:pt x="120964" y="263298"/>
                </a:moveTo>
                <a:lnTo>
                  <a:pt x="121916" y="264741"/>
                </a:lnTo>
                <a:lnTo>
                  <a:pt x="120488" y="264020"/>
                </a:lnTo>
                <a:close/>
                <a:moveTo>
                  <a:pt x="25089" y="55317"/>
                </a:moveTo>
                <a:lnTo>
                  <a:pt x="27180" y="56836"/>
                </a:lnTo>
                <a:lnTo>
                  <a:pt x="24044" y="56077"/>
                </a:lnTo>
                <a:close/>
                <a:moveTo>
                  <a:pt x="68967" y="304364"/>
                </a:moveTo>
                <a:lnTo>
                  <a:pt x="70377" y="304943"/>
                </a:lnTo>
                <a:lnTo>
                  <a:pt x="68261" y="304653"/>
                </a:lnTo>
                <a:close/>
                <a:moveTo>
                  <a:pt x="41021" y="65710"/>
                </a:moveTo>
                <a:lnTo>
                  <a:pt x="42022" y="67457"/>
                </a:lnTo>
                <a:lnTo>
                  <a:pt x="40520" y="66584"/>
                </a:lnTo>
                <a:close/>
                <a:moveTo>
                  <a:pt x="73086" y="27077"/>
                </a:moveTo>
                <a:lnTo>
                  <a:pt x="74758" y="27911"/>
                </a:lnTo>
                <a:lnTo>
                  <a:pt x="72250" y="27494"/>
                </a:lnTo>
                <a:close/>
                <a:moveTo>
                  <a:pt x="51501" y="3691"/>
                </a:moveTo>
                <a:lnTo>
                  <a:pt x="52740" y="5177"/>
                </a:lnTo>
                <a:lnTo>
                  <a:pt x="50882" y="4434"/>
                </a:lnTo>
                <a:close/>
                <a:moveTo>
                  <a:pt x="107824" y="156497"/>
                </a:moveTo>
                <a:lnTo>
                  <a:pt x="108625" y="158283"/>
                </a:lnTo>
                <a:lnTo>
                  <a:pt x="107423" y="157390"/>
                </a:lnTo>
                <a:close/>
                <a:moveTo>
                  <a:pt x="32354" y="165482"/>
                </a:moveTo>
                <a:lnTo>
                  <a:pt x="33681" y="167194"/>
                </a:lnTo>
                <a:lnTo>
                  <a:pt x="31691" y="166338"/>
                </a:lnTo>
                <a:close/>
                <a:moveTo>
                  <a:pt x="8459" y="13535"/>
                </a:moveTo>
                <a:lnTo>
                  <a:pt x="9887" y="15005"/>
                </a:lnTo>
                <a:lnTo>
                  <a:pt x="7744" y="14270"/>
                </a:lnTo>
                <a:close/>
                <a:moveTo>
                  <a:pt x="39251" y="254249"/>
                </a:moveTo>
                <a:lnTo>
                  <a:pt x="40428" y="255078"/>
                </a:lnTo>
                <a:lnTo>
                  <a:pt x="38662" y="254663"/>
                </a:lnTo>
                <a:close/>
                <a:moveTo>
                  <a:pt x="57910" y="96962"/>
                </a:moveTo>
                <a:lnTo>
                  <a:pt x="59243" y="97801"/>
                </a:lnTo>
                <a:lnTo>
                  <a:pt x="57244" y="97381"/>
                </a:lnTo>
                <a:close/>
                <a:moveTo>
                  <a:pt x="63641" y="333507"/>
                </a:moveTo>
                <a:lnTo>
                  <a:pt x="64755" y="335039"/>
                </a:lnTo>
                <a:lnTo>
                  <a:pt x="63085" y="334273"/>
                </a:lnTo>
                <a:close/>
                <a:moveTo>
                  <a:pt x="66314" y="148880"/>
                </a:moveTo>
                <a:lnTo>
                  <a:pt x="68411" y="149195"/>
                </a:lnTo>
                <a:lnTo>
                  <a:pt x="65265" y="149037"/>
                </a:lnTo>
                <a:close/>
                <a:moveTo>
                  <a:pt x="11488" y="135346"/>
                </a:moveTo>
                <a:lnTo>
                  <a:pt x="12898" y="136059"/>
                </a:lnTo>
                <a:lnTo>
                  <a:pt x="10783" y="135703"/>
                </a:lnTo>
                <a:close/>
                <a:moveTo>
                  <a:pt x="103788" y="25698"/>
                </a:moveTo>
                <a:lnTo>
                  <a:pt x="104946" y="26145"/>
                </a:lnTo>
                <a:lnTo>
                  <a:pt x="103209" y="25921"/>
                </a:lnTo>
                <a:close/>
                <a:moveTo>
                  <a:pt x="132231" y="272141"/>
                </a:moveTo>
                <a:lnTo>
                  <a:pt x="132963" y="273846"/>
                </a:lnTo>
                <a:lnTo>
                  <a:pt x="131865" y="272994"/>
                </a:lnTo>
                <a:close/>
                <a:moveTo>
                  <a:pt x="137635" y="180058"/>
                </a:moveTo>
                <a:lnTo>
                  <a:pt x="138159" y="181306"/>
                </a:lnTo>
                <a:lnTo>
                  <a:pt x="137374" y="180682"/>
                </a:lnTo>
                <a:close/>
                <a:moveTo>
                  <a:pt x="99025" y="381853"/>
                </a:moveTo>
                <a:lnTo>
                  <a:pt x="100309" y="382249"/>
                </a:lnTo>
                <a:lnTo>
                  <a:pt x="98382" y="382051"/>
                </a:lnTo>
                <a:close/>
                <a:moveTo>
                  <a:pt x="36667" y="147010"/>
                </a:moveTo>
                <a:lnTo>
                  <a:pt x="38723" y="147586"/>
                </a:lnTo>
                <a:lnTo>
                  <a:pt x="35639" y="147298"/>
                </a:lnTo>
                <a:close/>
                <a:moveTo>
                  <a:pt x="18414" y="97775"/>
                </a:moveTo>
                <a:lnTo>
                  <a:pt x="19159" y="99160"/>
                </a:lnTo>
                <a:lnTo>
                  <a:pt x="18041" y="98467"/>
                </a:lnTo>
                <a:close/>
                <a:moveTo>
                  <a:pt x="62402" y="314039"/>
                </a:moveTo>
                <a:lnTo>
                  <a:pt x="64037" y="315675"/>
                </a:lnTo>
                <a:lnTo>
                  <a:pt x="61585" y="314857"/>
                </a:lnTo>
                <a:close/>
                <a:moveTo>
                  <a:pt x="105767" y="142393"/>
                </a:moveTo>
                <a:lnTo>
                  <a:pt x="107542" y="143146"/>
                </a:lnTo>
                <a:lnTo>
                  <a:pt x="104880" y="142769"/>
                </a:lnTo>
                <a:close/>
                <a:moveTo>
                  <a:pt x="56538" y="281851"/>
                </a:moveTo>
                <a:lnTo>
                  <a:pt x="57255" y="283445"/>
                </a:lnTo>
                <a:lnTo>
                  <a:pt x="56180" y="282648"/>
                </a:lnTo>
                <a:close/>
                <a:moveTo>
                  <a:pt x="8905" y="328779"/>
                </a:moveTo>
                <a:lnTo>
                  <a:pt x="9393" y="330573"/>
                </a:lnTo>
                <a:lnTo>
                  <a:pt x="8660" y="329676"/>
                </a:lnTo>
                <a:close/>
                <a:moveTo>
                  <a:pt x="14690" y="339107"/>
                </a:moveTo>
                <a:lnTo>
                  <a:pt x="16851" y="340207"/>
                </a:lnTo>
                <a:lnTo>
                  <a:pt x="13609" y="339657"/>
                </a:lnTo>
                <a:close/>
                <a:moveTo>
                  <a:pt x="21714" y="14563"/>
                </a:moveTo>
                <a:lnTo>
                  <a:pt x="23696" y="15296"/>
                </a:lnTo>
                <a:lnTo>
                  <a:pt x="20724" y="14930"/>
                </a:lnTo>
                <a:close/>
                <a:moveTo>
                  <a:pt x="133863" y="168136"/>
                </a:moveTo>
                <a:lnTo>
                  <a:pt x="135687" y="169621"/>
                </a:lnTo>
                <a:lnTo>
                  <a:pt x="132950" y="168878"/>
                </a:lnTo>
                <a:close/>
                <a:moveTo>
                  <a:pt x="19142" y="94342"/>
                </a:moveTo>
                <a:lnTo>
                  <a:pt x="19708" y="95692"/>
                </a:lnTo>
                <a:lnTo>
                  <a:pt x="18859" y="95017"/>
                </a:lnTo>
                <a:close/>
                <a:moveTo>
                  <a:pt x="41371" y="139823"/>
                </a:moveTo>
                <a:lnTo>
                  <a:pt x="41925" y="140507"/>
                </a:lnTo>
                <a:lnTo>
                  <a:pt x="41094" y="140165"/>
                </a:lnTo>
                <a:close/>
                <a:moveTo>
                  <a:pt x="134066" y="224140"/>
                </a:moveTo>
                <a:lnTo>
                  <a:pt x="135575" y="225447"/>
                </a:lnTo>
                <a:lnTo>
                  <a:pt x="133312" y="224794"/>
                </a:lnTo>
                <a:close/>
              </a:path>
            </a:pathLst>
          </a:custGeom>
          <a:solidFill>
            <a:srgbClr val="FFFFFF">
              <a:alpha val="20000"/>
            </a:srgbClr>
          </a:solidFill>
          <a:ln w="0" cap="rnd" cmpd="sng" algn="ctr">
            <a:solidFill>
              <a:srgbClr val="FFFFFF">
                <a:alpha val="0"/>
              </a:srgbClr>
            </a:solidFill>
            <a:round/>
            <a:headEnd type="none"/>
            <a:tailEnd type="none"/>
          </a:ln>
        </p:spPr>
      </p:sp>
      <p:sp>
        <p:nvSpPr>
          <p:cNvPr id="948" name="neuron-level models / 0934 stack cell boundary"/>
          <p:cNvSpPr/>
          <p:nvPr/>
        </p:nvSpPr>
        <p:spPr>
          <a:xfrm>
            <a:off x="12810744" y="2057400"/>
            <a:ext cx="1344168" cy="914"/>
          </a:xfrm>
          <a:custGeom>
            <a:avLst/>
            <a:gdLst/>
            <a:ahLst/>
            <a:cxnLst/>
            <a:rect l="0" t="0" r="r" b="b"/>
            <a:pathLst>
              <a:path w="147000" h="100" fill="none" stroke="1" extrusionOk="0">
                <a:moveTo>
                  <a:pt x="0" y="0"/>
                </a:moveTo>
                <a:lnTo>
                  <a:pt x="147000" y="0"/>
                </a:lnTo>
              </a:path>
            </a:pathLst>
          </a:custGeom>
          <a:noFill/>
          <a:ln w="36576" cap="rnd" cmpd="sng" algn="ctr">
            <a:solidFill>
              <a:srgbClr val="000000"/>
            </a:solidFill>
            <a:round/>
            <a:headEnd type="none"/>
            <a:tailEnd type="none"/>
          </a:ln>
        </p:spPr>
      </p:sp>
      <p:sp>
        <p:nvSpPr>
          <p:cNvPr id="949" name="neuron-level models / 0935 side cell boundary"/>
          <p:cNvSpPr/>
          <p:nvPr/>
        </p:nvSpPr>
        <p:spPr>
          <a:xfrm>
            <a:off x="12408408" y="2057400"/>
            <a:ext cx="402336" cy="429768"/>
          </a:xfrm>
          <a:custGeom>
            <a:avLst/>
            <a:gdLst/>
            <a:ahLst/>
            <a:cxnLst/>
            <a:rect l="0" t="0" r="r" b="b"/>
            <a:pathLst>
              <a:path w="44000" h="47000" fill="none" stroke="1" extrusionOk="0">
                <a:moveTo>
                  <a:pt x="44000" y="0"/>
                </a:moveTo>
                <a:lnTo>
                  <a:pt x="0" y="47000"/>
                </a:lnTo>
              </a:path>
            </a:pathLst>
          </a:custGeom>
          <a:noFill/>
          <a:ln w="16459" cap="rnd" cmpd="sng" algn="ctr">
            <a:solidFill>
              <a:srgbClr val="000000"/>
            </a:solidFill>
            <a:round/>
            <a:headEnd type="none"/>
            <a:tailEnd type="none"/>
          </a:ln>
        </p:spPr>
      </p:sp>
      <p:sp>
        <p:nvSpPr>
          <p:cNvPr id="950" name="neuron-level models / 0936 stack cell boundary"/>
          <p:cNvSpPr/>
          <p:nvPr/>
        </p:nvSpPr>
        <p:spPr>
          <a:xfrm>
            <a:off x="12810744" y="2743200"/>
            <a:ext cx="1344168" cy="914"/>
          </a:xfrm>
          <a:custGeom>
            <a:avLst/>
            <a:gdLst/>
            <a:ahLst/>
            <a:cxnLst/>
            <a:rect l="0" t="0" r="r" b="b"/>
            <a:pathLst>
              <a:path w="147000" h="100" fill="none" stroke="1" extrusionOk="0">
                <a:moveTo>
                  <a:pt x="0" y="0"/>
                </a:moveTo>
                <a:lnTo>
                  <a:pt x="147000" y="0"/>
                </a:lnTo>
              </a:path>
            </a:pathLst>
          </a:custGeom>
          <a:noFill/>
          <a:ln w="36576" cap="rnd" cmpd="sng" algn="ctr">
            <a:solidFill>
              <a:srgbClr val="000000"/>
            </a:solidFill>
            <a:round/>
            <a:headEnd type="none"/>
            <a:tailEnd type="none"/>
          </a:ln>
        </p:spPr>
      </p:sp>
      <p:sp>
        <p:nvSpPr>
          <p:cNvPr id="951" name="neuron-level models / 0937 side cell boundary"/>
          <p:cNvSpPr/>
          <p:nvPr/>
        </p:nvSpPr>
        <p:spPr>
          <a:xfrm>
            <a:off x="12408408" y="2743200"/>
            <a:ext cx="402336" cy="429768"/>
          </a:xfrm>
          <a:custGeom>
            <a:avLst/>
            <a:gdLst/>
            <a:ahLst/>
            <a:cxnLst/>
            <a:rect l="0" t="0" r="r" b="b"/>
            <a:pathLst>
              <a:path w="44000" h="47000" fill="none" stroke="1" extrusionOk="0">
                <a:moveTo>
                  <a:pt x="44000" y="0"/>
                </a:moveTo>
                <a:lnTo>
                  <a:pt x="0" y="47000"/>
                </a:lnTo>
              </a:path>
            </a:pathLst>
          </a:custGeom>
          <a:noFill/>
          <a:ln w="16459" cap="rnd" cmpd="sng" algn="ctr">
            <a:solidFill>
              <a:srgbClr val="000000"/>
            </a:solidFill>
            <a:round/>
            <a:headEnd type="none"/>
            <a:tailEnd type="none"/>
          </a:ln>
        </p:spPr>
      </p:sp>
      <p:sp>
        <p:nvSpPr>
          <p:cNvPr id="952" name="neuron-level models / 0938 stack cell boundary"/>
          <p:cNvSpPr/>
          <p:nvPr/>
        </p:nvSpPr>
        <p:spPr>
          <a:xfrm>
            <a:off x="12810744" y="3419856"/>
            <a:ext cx="1344168" cy="914"/>
          </a:xfrm>
          <a:custGeom>
            <a:avLst/>
            <a:gdLst/>
            <a:ahLst/>
            <a:cxnLst/>
            <a:rect l="0" t="0" r="r" b="b"/>
            <a:pathLst>
              <a:path w="147000" h="100" fill="none" stroke="1" extrusionOk="0">
                <a:moveTo>
                  <a:pt x="0" y="0"/>
                </a:moveTo>
                <a:lnTo>
                  <a:pt x="147000" y="0"/>
                </a:lnTo>
              </a:path>
            </a:pathLst>
          </a:custGeom>
          <a:noFill/>
          <a:ln w="36576" cap="rnd" cmpd="sng" algn="ctr">
            <a:solidFill>
              <a:srgbClr val="000000"/>
            </a:solidFill>
            <a:round/>
            <a:headEnd type="none"/>
            <a:tailEnd type="none"/>
          </a:ln>
        </p:spPr>
      </p:sp>
      <p:sp>
        <p:nvSpPr>
          <p:cNvPr id="953" name="neuron-level models / 0939 side cell boundary"/>
          <p:cNvSpPr/>
          <p:nvPr/>
        </p:nvSpPr>
        <p:spPr>
          <a:xfrm>
            <a:off x="12408408" y="3419856"/>
            <a:ext cx="402336" cy="429768"/>
          </a:xfrm>
          <a:custGeom>
            <a:avLst/>
            <a:gdLst/>
            <a:ahLst/>
            <a:cxnLst/>
            <a:rect l="0" t="0" r="r" b="b"/>
            <a:pathLst>
              <a:path w="44000" h="47000" fill="none" stroke="1" extrusionOk="0">
                <a:moveTo>
                  <a:pt x="44000" y="0"/>
                </a:moveTo>
                <a:lnTo>
                  <a:pt x="0" y="47000"/>
                </a:lnTo>
              </a:path>
            </a:pathLst>
          </a:custGeom>
          <a:noFill/>
          <a:ln w="16459" cap="rnd" cmpd="sng" algn="ctr">
            <a:solidFill>
              <a:srgbClr val="000000"/>
            </a:solidFill>
            <a:round/>
            <a:headEnd type="none"/>
            <a:tailEnd type="none"/>
          </a:ln>
        </p:spPr>
      </p:sp>
      <p:sp>
        <p:nvSpPr>
          <p:cNvPr id="954" name="neuron-level models / 0940 stack cell boundary"/>
          <p:cNvSpPr/>
          <p:nvPr/>
        </p:nvSpPr>
        <p:spPr>
          <a:xfrm>
            <a:off x="12810744" y="4087368"/>
            <a:ext cx="1344168" cy="914"/>
          </a:xfrm>
          <a:custGeom>
            <a:avLst/>
            <a:gdLst/>
            <a:ahLst/>
            <a:cxnLst/>
            <a:rect l="0" t="0" r="r" b="b"/>
            <a:pathLst>
              <a:path w="147000" h="100" fill="none" stroke="1" extrusionOk="0">
                <a:moveTo>
                  <a:pt x="0" y="0"/>
                </a:moveTo>
                <a:lnTo>
                  <a:pt x="147000" y="0"/>
                </a:lnTo>
              </a:path>
            </a:pathLst>
          </a:custGeom>
          <a:noFill/>
          <a:ln w="36576" cap="rnd" cmpd="sng" algn="ctr">
            <a:solidFill>
              <a:srgbClr val="000000"/>
            </a:solidFill>
            <a:round/>
            <a:headEnd type="none"/>
            <a:tailEnd type="none"/>
          </a:ln>
        </p:spPr>
      </p:sp>
      <p:sp>
        <p:nvSpPr>
          <p:cNvPr id="955" name="neuron-level models / 0941 side cell boundary"/>
          <p:cNvSpPr/>
          <p:nvPr/>
        </p:nvSpPr>
        <p:spPr>
          <a:xfrm>
            <a:off x="12408408" y="4087368"/>
            <a:ext cx="402336" cy="429768"/>
          </a:xfrm>
          <a:custGeom>
            <a:avLst/>
            <a:gdLst/>
            <a:ahLst/>
            <a:cxnLst/>
            <a:rect l="0" t="0" r="r" b="b"/>
            <a:pathLst>
              <a:path w="44000" h="47000" fill="none" stroke="1" extrusionOk="0">
                <a:moveTo>
                  <a:pt x="44000" y="0"/>
                </a:moveTo>
                <a:lnTo>
                  <a:pt x="0" y="47000"/>
                </a:lnTo>
              </a:path>
            </a:pathLst>
          </a:custGeom>
          <a:noFill/>
          <a:ln w="16459" cap="rnd" cmpd="sng" algn="ctr">
            <a:solidFill>
              <a:srgbClr val="000000"/>
            </a:solidFill>
            <a:round/>
            <a:headEnd type="none"/>
            <a:tailEnd type="none"/>
          </a:ln>
        </p:spPr>
      </p:sp>
      <p:sp>
        <p:nvSpPr>
          <p:cNvPr id="956" name="neuron-level models / 0942 stack cell boundary"/>
          <p:cNvSpPr/>
          <p:nvPr/>
        </p:nvSpPr>
        <p:spPr>
          <a:xfrm>
            <a:off x="12810744" y="4754880"/>
            <a:ext cx="1344168" cy="914"/>
          </a:xfrm>
          <a:custGeom>
            <a:avLst/>
            <a:gdLst/>
            <a:ahLst/>
            <a:cxnLst/>
            <a:rect l="0" t="0" r="r" b="b"/>
            <a:pathLst>
              <a:path w="147000" h="100" fill="none" stroke="1" extrusionOk="0">
                <a:moveTo>
                  <a:pt x="0" y="0"/>
                </a:moveTo>
                <a:lnTo>
                  <a:pt x="147000" y="0"/>
                </a:lnTo>
              </a:path>
            </a:pathLst>
          </a:custGeom>
          <a:noFill/>
          <a:ln w="36576" cap="rnd" cmpd="sng" algn="ctr">
            <a:solidFill>
              <a:srgbClr val="000000"/>
            </a:solidFill>
            <a:round/>
            <a:headEnd type="none"/>
            <a:tailEnd type="none"/>
          </a:ln>
        </p:spPr>
      </p:sp>
      <p:sp>
        <p:nvSpPr>
          <p:cNvPr id="957" name="neuron-level models / 0943 side cell boundary"/>
          <p:cNvSpPr/>
          <p:nvPr/>
        </p:nvSpPr>
        <p:spPr>
          <a:xfrm>
            <a:off x="12408408" y="4754880"/>
            <a:ext cx="402336" cy="256032"/>
          </a:xfrm>
          <a:custGeom>
            <a:avLst/>
            <a:gdLst/>
            <a:ahLst/>
            <a:cxnLst/>
            <a:rect l="0" t="0" r="r" b="b"/>
            <a:pathLst>
              <a:path w="44000" h="28000" fill="none" stroke="1" extrusionOk="0">
                <a:moveTo>
                  <a:pt x="44000" y="0"/>
                </a:moveTo>
                <a:lnTo>
                  <a:pt x="0" y="28000"/>
                </a:lnTo>
              </a:path>
            </a:pathLst>
          </a:custGeom>
          <a:noFill/>
          <a:ln w="16459" cap="rnd" cmpd="sng" algn="ctr">
            <a:solidFill>
              <a:srgbClr val="000000"/>
            </a:solidFill>
            <a:round/>
            <a:headEnd type="none"/>
            <a:tailEnd type="none"/>
          </a:ln>
        </p:spPr>
      </p:sp>
      <p:sp>
        <p:nvSpPr>
          <p:cNvPr id="958" name="neuron-level models / 0944 neuron output into post activation"/>
          <p:cNvSpPr/>
          <p:nvPr/>
        </p:nvSpPr>
        <p:spPr>
          <a:xfrm>
            <a:off x="10771632" y="1737360"/>
            <a:ext cx="2706624" cy="3090672"/>
          </a:xfrm>
          <a:custGeom>
            <a:avLst/>
            <a:gdLst/>
            <a:ahLst/>
            <a:cxnLst/>
            <a:rect l="0" t="0" r="r" b="b"/>
            <a:pathLst>
              <a:path w="296000" h="338000" fill="none" stroke="1" extrusionOk="0">
                <a:moveTo>
                  <a:pt x="0" y="286000"/>
                </a:moveTo>
                <a:cubicBezTo>
                  <a:pt x="66000" y="242000"/>
                  <a:pt x="99000" y="338000"/>
                  <a:pt x="213000" y="270000"/>
                </a:cubicBezTo>
                <a:cubicBezTo>
                  <a:pt x="269000" y="232000"/>
                  <a:pt x="290000" y="105000"/>
                  <a:pt x="296000" y="0"/>
                </a:cubicBezTo>
              </a:path>
            </a:pathLst>
          </a:custGeom>
          <a:noFill/>
          <a:ln w="45720" cap="rnd" cmpd="sng" algn="ctr">
            <a:solidFill>
              <a:srgbClr val="000000"/>
            </a:solidFill>
            <a:round/>
            <a:headEnd type="none"/>
            <a:tailEnd type="none"/>
          </a:ln>
        </p:spPr>
      </p:sp>
      <p:sp>
        <p:nvSpPr>
          <p:cNvPr id="959" name="neuron-level models / 0945 neuron output into post activation arrowhead"/>
          <p:cNvSpPr/>
          <p:nvPr/>
        </p:nvSpPr>
        <p:spPr>
          <a:xfrm>
            <a:off x="13348323" y="1737360"/>
            <a:ext cx="231697" cy="253106"/>
          </a:xfrm>
          <a:custGeom>
            <a:avLst/>
            <a:gdLst/>
            <a:ahLst/>
            <a:cxnLst/>
            <a:rect l="0" t="0" r="r" b="b"/>
            <a:pathLst>
              <a:path w="25339" h="27680" fill="norm" stroke="1" extrusionOk="0">
                <a:moveTo>
                  <a:pt x="14210" y="0"/>
                </a:moveTo>
                <a:lnTo>
                  <a:pt x="0" y="26232"/>
                </a:lnTo>
                <a:lnTo>
                  <a:pt x="25339" y="27680"/>
                </a:lnTo>
                <a:close/>
              </a:path>
            </a:pathLst>
          </a:custGeom>
          <a:solidFill>
            <a:srgbClr val="000000"/>
          </a:solidFill>
          <a:ln w="9144" cap="rnd" cmpd="sng" algn="ctr">
            <a:solidFill>
              <a:srgbClr val="000000"/>
            </a:solidFill>
            <a:round/>
            <a:headEnd type="none"/>
            <a:tailEnd type="none"/>
          </a:ln>
        </p:spPr>
      </p:sp>
      <p:sp>
        <p:nvSpPr>
          <p:cNvPr id="960" name="post-activation and feedback / 0946 stack side"/>
          <p:cNvSpPr/>
          <p:nvPr/>
        </p:nvSpPr>
        <p:spPr>
          <a:xfrm>
            <a:off x="16020288" y="987552"/>
            <a:ext cx="155448" cy="4023360"/>
          </a:xfrm>
          <a:custGeom>
            <a:avLst/>
            <a:gdLst/>
            <a:ahLst/>
            <a:cxnLst/>
            <a:rect l="0" t="0" r="r" b="b"/>
            <a:pathLst>
              <a:path w="17000" h="440000" fill="norm" stroke="1" extrusionOk="0">
                <a:moveTo>
                  <a:pt x="17000" y="0"/>
                </a:moveTo>
                <a:lnTo>
                  <a:pt x="0" y="13000"/>
                </a:lnTo>
                <a:lnTo>
                  <a:pt x="0" y="440000"/>
                </a:lnTo>
                <a:lnTo>
                  <a:pt x="17000" y="440000"/>
                </a:lnTo>
                <a:close/>
              </a:path>
            </a:pathLst>
          </a:custGeom>
          <a:gradFill rotWithShape="1">
            <a:gsLst>
              <a:gs pos="0">
                <a:srgbClr val="DEDEDE"/>
              </a:gs>
              <a:gs pos="100000">
                <a:srgbClr val="BBBBBB"/>
              </a:gs>
            </a:gsLst>
            <a:lin ang="0" scaled="1"/>
            <a:tileRect/>
          </a:gradFill>
          <a:ln w="20117" cap="rnd" cmpd="sng" algn="ctr">
            <a:solidFill>
              <a:srgbClr val="000000"/>
            </a:solidFill>
            <a:round/>
            <a:headEnd type="none"/>
            <a:tailEnd type="none"/>
          </a:ln>
        </p:spPr>
      </p:sp>
      <p:sp>
        <p:nvSpPr>
          <p:cNvPr id="961" name="post-activation and feedback / 0947 activation stack"/>
          <p:cNvSpPr/>
          <p:nvPr/>
        </p:nvSpPr>
        <p:spPr>
          <a:xfrm>
            <a:off x="16175736" y="987552"/>
            <a:ext cx="667512" cy="4023360"/>
          </a:xfrm>
          <a:custGeom>
            <a:avLst/>
            <a:gdLst/>
            <a:ahLst/>
            <a:cxnLst/>
            <a:rect l="0" t="0" r="r" b="b"/>
            <a:pathLst>
              <a:path w="73000" h="440000" fill="norm" stroke="1" extrusionOk="0">
                <a:moveTo>
                  <a:pt x="0" y="0"/>
                </a:moveTo>
                <a:lnTo>
                  <a:pt x="73000" y="0"/>
                </a:lnTo>
                <a:lnTo>
                  <a:pt x="73000" y="440000"/>
                </a:lnTo>
                <a:lnTo>
                  <a:pt x="0" y="440000"/>
                </a:lnTo>
                <a:close/>
              </a:path>
            </a:pathLst>
          </a:custGeom>
          <a:gradFill rotWithShape="1">
            <a:gsLst>
              <a:gs pos="0">
                <a:srgbClr val="B2B2B2"/>
              </a:gs>
              <a:gs pos="100000">
                <a:srgbClr val="E4E4E4"/>
              </a:gs>
            </a:gsLst>
            <a:lin ang="5400000" scaled="1"/>
            <a:tileRect/>
          </a:gradFill>
          <a:ln w="23774" cap="rnd" cmpd="sng" algn="ctr">
            <a:solidFill>
              <a:srgbClr val="000000"/>
            </a:solidFill>
            <a:round/>
            <a:headEnd type="none"/>
            <a:tailEnd type="none"/>
          </a:ln>
        </p:spPr>
      </p:sp>
      <p:sp>
        <p:nvSpPr>
          <p:cNvPr id="962" name="post-activation and feedback / 0948 paper texture"/>
          <p:cNvSpPr/>
          <p:nvPr/>
        </p:nvSpPr>
        <p:spPr>
          <a:xfrm>
            <a:off x="16178083" y="997757"/>
            <a:ext cx="665262" cy="4000133"/>
          </a:xfrm>
          <a:custGeom>
            <a:avLst/>
            <a:gdLst/>
            <a:ahLst/>
            <a:cxnLst/>
            <a:rect l="0" t="0" r="r" b="b"/>
            <a:pathLst>
              <a:path w="72754" h="437460" fill="norm" stroke="1" extrusionOk="0">
                <a:moveTo>
                  <a:pt x="1603" y="49002"/>
                </a:moveTo>
                <a:lnTo>
                  <a:pt x="2680" y="50328"/>
                </a:lnTo>
                <a:lnTo>
                  <a:pt x="1064" y="49665"/>
                </a:lnTo>
                <a:close/>
                <a:moveTo>
                  <a:pt x="10452" y="49022"/>
                </a:moveTo>
                <a:lnTo>
                  <a:pt x="11231" y="50458"/>
                </a:lnTo>
                <a:lnTo>
                  <a:pt x="10062" y="49740"/>
                </a:lnTo>
                <a:close/>
                <a:moveTo>
                  <a:pt x="11061" y="323550"/>
                </a:moveTo>
                <a:lnTo>
                  <a:pt x="12636" y="324055"/>
                </a:lnTo>
                <a:lnTo>
                  <a:pt x="10274" y="323803"/>
                </a:lnTo>
                <a:close/>
                <a:moveTo>
                  <a:pt x="38240" y="195551"/>
                </a:moveTo>
                <a:lnTo>
                  <a:pt x="39353" y="197346"/>
                </a:lnTo>
                <a:lnTo>
                  <a:pt x="37683" y="196448"/>
                </a:lnTo>
                <a:close/>
                <a:moveTo>
                  <a:pt x="7261" y="8784"/>
                </a:moveTo>
                <a:lnTo>
                  <a:pt x="9350" y="9689"/>
                </a:lnTo>
                <a:lnTo>
                  <a:pt x="6217" y="9236"/>
                </a:lnTo>
                <a:close/>
                <a:moveTo>
                  <a:pt x="14638" y="144229"/>
                </a:moveTo>
                <a:lnTo>
                  <a:pt x="15663" y="145962"/>
                </a:lnTo>
                <a:lnTo>
                  <a:pt x="14126" y="145096"/>
                </a:lnTo>
                <a:close/>
                <a:moveTo>
                  <a:pt x="15467" y="94681"/>
                </a:moveTo>
                <a:lnTo>
                  <a:pt x="16899" y="95802"/>
                </a:lnTo>
                <a:lnTo>
                  <a:pt x="14751" y="95241"/>
                </a:lnTo>
                <a:close/>
                <a:moveTo>
                  <a:pt x="67505" y="366388"/>
                </a:moveTo>
                <a:lnTo>
                  <a:pt x="68513" y="366994"/>
                </a:lnTo>
                <a:lnTo>
                  <a:pt x="67002" y="366691"/>
                </a:lnTo>
                <a:close/>
                <a:moveTo>
                  <a:pt x="59292" y="432067"/>
                </a:moveTo>
                <a:lnTo>
                  <a:pt x="59699" y="433470"/>
                </a:lnTo>
                <a:lnTo>
                  <a:pt x="59089" y="432769"/>
                </a:lnTo>
                <a:close/>
                <a:moveTo>
                  <a:pt x="61528" y="284437"/>
                </a:moveTo>
                <a:lnTo>
                  <a:pt x="62282" y="285932"/>
                </a:lnTo>
                <a:lnTo>
                  <a:pt x="61151" y="285184"/>
                </a:lnTo>
                <a:close/>
                <a:moveTo>
                  <a:pt x="51831" y="84580"/>
                </a:moveTo>
                <a:lnTo>
                  <a:pt x="53366" y="85209"/>
                </a:lnTo>
                <a:lnTo>
                  <a:pt x="51063" y="84894"/>
                </a:lnTo>
                <a:close/>
                <a:moveTo>
                  <a:pt x="3642" y="146720"/>
                </a:moveTo>
                <a:lnTo>
                  <a:pt x="4611" y="147615"/>
                </a:lnTo>
                <a:lnTo>
                  <a:pt x="3158" y="147168"/>
                </a:lnTo>
                <a:close/>
                <a:moveTo>
                  <a:pt x="46017" y="365292"/>
                </a:moveTo>
                <a:lnTo>
                  <a:pt x="48145" y="367056"/>
                </a:lnTo>
                <a:lnTo>
                  <a:pt x="44953" y="366174"/>
                </a:lnTo>
                <a:close/>
                <a:moveTo>
                  <a:pt x="70289" y="345047"/>
                </a:moveTo>
                <a:lnTo>
                  <a:pt x="71205" y="345612"/>
                </a:lnTo>
                <a:lnTo>
                  <a:pt x="69830" y="345330"/>
                </a:lnTo>
                <a:close/>
                <a:moveTo>
                  <a:pt x="44406" y="238407"/>
                </a:moveTo>
                <a:lnTo>
                  <a:pt x="46004" y="238847"/>
                </a:lnTo>
                <a:lnTo>
                  <a:pt x="43607" y="238627"/>
                </a:lnTo>
                <a:close/>
                <a:moveTo>
                  <a:pt x="14239" y="402368"/>
                </a:moveTo>
                <a:lnTo>
                  <a:pt x="15701" y="403712"/>
                </a:lnTo>
                <a:lnTo>
                  <a:pt x="13507" y="403040"/>
                </a:lnTo>
                <a:close/>
                <a:moveTo>
                  <a:pt x="7439" y="174322"/>
                </a:moveTo>
                <a:lnTo>
                  <a:pt x="9472" y="175596"/>
                </a:lnTo>
                <a:lnTo>
                  <a:pt x="6422" y="174959"/>
                </a:lnTo>
                <a:close/>
                <a:moveTo>
                  <a:pt x="70159" y="85926"/>
                </a:moveTo>
                <a:lnTo>
                  <a:pt x="71351" y="87427"/>
                </a:lnTo>
                <a:lnTo>
                  <a:pt x="69563" y="86677"/>
                </a:lnTo>
                <a:close/>
                <a:moveTo>
                  <a:pt x="31871" y="344640"/>
                </a:moveTo>
                <a:lnTo>
                  <a:pt x="33260" y="345117"/>
                </a:lnTo>
                <a:lnTo>
                  <a:pt x="31176" y="344878"/>
                </a:lnTo>
                <a:close/>
                <a:moveTo>
                  <a:pt x="7664" y="429453"/>
                </a:moveTo>
                <a:lnTo>
                  <a:pt x="8235" y="430044"/>
                </a:lnTo>
                <a:lnTo>
                  <a:pt x="7379" y="429749"/>
                </a:lnTo>
                <a:close/>
                <a:moveTo>
                  <a:pt x="24208" y="311666"/>
                </a:moveTo>
                <a:lnTo>
                  <a:pt x="26138" y="312679"/>
                </a:lnTo>
                <a:lnTo>
                  <a:pt x="23243" y="312173"/>
                </a:lnTo>
                <a:close/>
                <a:moveTo>
                  <a:pt x="35614" y="344431"/>
                </a:moveTo>
                <a:lnTo>
                  <a:pt x="36478" y="345290"/>
                </a:lnTo>
                <a:lnTo>
                  <a:pt x="35182" y="344860"/>
                </a:lnTo>
                <a:close/>
                <a:moveTo>
                  <a:pt x="43634" y="277914"/>
                </a:moveTo>
                <a:lnTo>
                  <a:pt x="44054" y="278382"/>
                </a:lnTo>
                <a:lnTo>
                  <a:pt x="43424" y="278148"/>
                </a:lnTo>
                <a:close/>
                <a:moveTo>
                  <a:pt x="10399" y="316765"/>
                </a:moveTo>
                <a:lnTo>
                  <a:pt x="12030" y="318525"/>
                </a:lnTo>
                <a:lnTo>
                  <a:pt x="9583" y="317645"/>
                </a:lnTo>
                <a:close/>
                <a:moveTo>
                  <a:pt x="54471" y="111212"/>
                </a:moveTo>
                <a:lnTo>
                  <a:pt x="56237" y="112989"/>
                </a:lnTo>
                <a:lnTo>
                  <a:pt x="53588" y="112100"/>
                </a:lnTo>
                <a:close/>
                <a:moveTo>
                  <a:pt x="25152" y="4773"/>
                </a:moveTo>
                <a:lnTo>
                  <a:pt x="26196" y="5496"/>
                </a:lnTo>
                <a:lnTo>
                  <a:pt x="24630" y="5134"/>
                </a:lnTo>
                <a:close/>
                <a:moveTo>
                  <a:pt x="13071" y="19589"/>
                </a:moveTo>
                <a:lnTo>
                  <a:pt x="13652" y="21187"/>
                </a:lnTo>
                <a:lnTo>
                  <a:pt x="12781" y="20388"/>
                </a:lnTo>
                <a:close/>
                <a:moveTo>
                  <a:pt x="4243" y="268181"/>
                </a:moveTo>
                <a:lnTo>
                  <a:pt x="4975" y="268771"/>
                </a:lnTo>
                <a:lnTo>
                  <a:pt x="3877" y="268476"/>
                </a:lnTo>
                <a:close/>
                <a:moveTo>
                  <a:pt x="58194" y="130428"/>
                </a:moveTo>
                <a:lnTo>
                  <a:pt x="58884" y="131410"/>
                </a:lnTo>
                <a:lnTo>
                  <a:pt x="57849" y="130919"/>
                </a:lnTo>
                <a:close/>
                <a:moveTo>
                  <a:pt x="49389" y="229039"/>
                </a:moveTo>
                <a:lnTo>
                  <a:pt x="51329" y="229941"/>
                </a:lnTo>
                <a:lnTo>
                  <a:pt x="48419" y="229490"/>
                </a:lnTo>
                <a:close/>
                <a:moveTo>
                  <a:pt x="37426" y="313256"/>
                </a:moveTo>
                <a:lnTo>
                  <a:pt x="38630" y="314631"/>
                </a:lnTo>
                <a:lnTo>
                  <a:pt x="36824" y="313943"/>
                </a:lnTo>
                <a:close/>
                <a:moveTo>
                  <a:pt x="33426" y="58283"/>
                </a:moveTo>
                <a:lnTo>
                  <a:pt x="34005" y="59758"/>
                </a:lnTo>
                <a:lnTo>
                  <a:pt x="33137" y="59020"/>
                </a:lnTo>
                <a:close/>
                <a:moveTo>
                  <a:pt x="52883" y="411867"/>
                </a:moveTo>
                <a:lnTo>
                  <a:pt x="54509" y="413037"/>
                </a:lnTo>
                <a:lnTo>
                  <a:pt x="52069" y="412452"/>
                </a:lnTo>
                <a:close/>
                <a:moveTo>
                  <a:pt x="12375" y="372702"/>
                </a:moveTo>
                <a:lnTo>
                  <a:pt x="12945" y="373640"/>
                </a:lnTo>
                <a:lnTo>
                  <a:pt x="12091" y="373171"/>
                </a:lnTo>
                <a:close/>
                <a:moveTo>
                  <a:pt x="10587" y="166250"/>
                </a:moveTo>
                <a:lnTo>
                  <a:pt x="11506" y="167189"/>
                </a:lnTo>
                <a:lnTo>
                  <a:pt x="10128" y="166720"/>
                </a:lnTo>
                <a:close/>
                <a:moveTo>
                  <a:pt x="50520" y="236543"/>
                </a:moveTo>
                <a:lnTo>
                  <a:pt x="51319" y="238011"/>
                </a:lnTo>
                <a:lnTo>
                  <a:pt x="50120" y="237277"/>
                </a:lnTo>
                <a:close/>
                <a:moveTo>
                  <a:pt x="52201" y="361380"/>
                </a:moveTo>
                <a:lnTo>
                  <a:pt x="52612" y="362602"/>
                </a:lnTo>
                <a:lnTo>
                  <a:pt x="51996" y="361991"/>
                </a:lnTo>
                <a:close/>
                <a:moveTo>
                  <a:pt x="63421" y="112995"/>
                </a:moveTo>
                <a:lnTo>
                  <a:pt x="64145" y="114515"/>
                </a:lnTo>
                <a:lnTo>
                  <a:pt x="63059" y="113755"/>
                </a:lnTo>
                <a:close/>
                <a:moveTo>
                  <a:pt x="26215" y="175245"/>
                </a:moveTo>
                <a:lnTo>
                  <a:pt x="28078" y="176121"/>
                </a:lnTo>
                <a:lnTo>
                  <a:pt x="25284" y="175683"/>
                </a:lnTo>
                <a:close/>
                <a:moveTo>
                  <a:pt x="14634" y="93570"/>
                </a:moveTo>
                <a:lnTo>
                  <a:pt x="15624" y="94917"/>
                </a:lnTo>
                <a:lnTo>
                  <a:pt x="14140" y="94243"/>
                </a:lnTo>
                <a:close/>
                <a:moveTo>
                  <a:pt x="26521" y="336836"/>
                </a:moveTo>
                <a:lnTo>
                  <a:pt x="26993" y="337510"/>
                </a:lnTo>
                <a:lnTo>
                  <a:pt x="26285" y="337173"/>
                </a:lnTo>
                <a:close/>
                <a:moveTo>
                  <a:pt x="44488" y="209437"/>
                </a:moveTo>
                <a:lnTo>
                  <a:pt x="45763" y="211140"/>
                </a:lnTo>
                <a:lnTo>
                  <a:pt x="43851" y="210288"/>
                </a:lnTo>
                <a:close/>
                <a:moveTo>
                  <a:pt x="20158" y="79230"/>
                </a:moveTo>
                <a:lnTo>
                  <a:pt x="20571" y="80254"/>
                </a:lnTo>
                <a:lnTo>
                  <a:pt x="19952" y="79742"/>
                </a:lnTo>
                <a:close/>
                <a:moveTo>
                  <a:pt x="21544" y="206926"/>
                </a:moveTo>
                <a:lnTo>
                  <a:pt x="21904" y="207226"/>
                </a:lnTo>
                <a:lnTo>
                  <a:pt x="21363" y="207076"/>
                </a:lnTo>
                <a:close/>
                <a:moveTo>
                  <a:pt x="27321" y="330961"/>
                </a:moveTo>
                <a:lnTo>
                  <a:pt x="28227" y="332630"/>
                </a:lnTo>
                <a:lnTo>
                  <a:pt x="26868" y="331796"/>
                </a:lnTo>
                <a:close/>
                <a:moveTo>
                  <a:pt x="41301" y="176191"/>
                </a:moveTo>
                <a:lnTo>
                  <a:pt x="43089" y="176841"/>
                </a:lnTo>
                <a:lnTo>
                  <a:pt x="40407" y="176516"/>
                </a:lnTo>
                <a:close/>
                <a:moveTo>
                  <a:pt x="43107" y="369810"/>
                </a:moveTo>
                <a:lnTo>
                  <a:pt x="44458" y="370590"/>
                </a:lnTo>
                <a:lnTo>
                  <a:pt x="42432" y="370200"/>
                </a:lnTo>
                <a:close/>
                <a:moveTo>
                  <a:pt x="7463" y="250774"/>
                </a:moveTo>
                <a:lnTo>
                  <a:pt x="8160" y="251634"/>
                </a:lnTo>
                <a:lnTo>
                  <a:pt x="7115" y="251204"/>
                </a:lnTo>
                <a:close/>
                <a:moveTo>
                  <a:pt x="38714" y="411146"/>
                </a:moveTo>
                <a:lnTo>
                  <a:pt x="40310" y="412225"/>
                </a:lnTo>
                <a:lnTo>
                  <a:pt x="37916" y="411685"/>
                </a:lnTo>
                <a:close/>
                <a:moveTo>
                  <a:pt x="60828" y="134745"/>
                </a:moveTo>
                <a:lnTo>
                  <a:pt x="61895" y="136061"/>
                </a:lnTo>
                <a:lnTo>
                  <a:pt x="60294" y="135403"/>
                </a:lnTo>
                <a:close/>
                <a:moveTo>
                  <a:pt x="39540" y="96734"/>
                </a:moveTo>
                <a:lnTo>
                  <a:pt x="40650" y="98269"/>
                </a:lnTo>
                <a:lnTo>
                  <a:pt x="38985" y="97502"/>
                </a:lnTo>
                <a:close/>
                <a:moveTo>
                  <a:pt x="17705" y="308332"/>
                </a:moveTo>
                <a:lnTo>
                  <a:pt x="18144" y="310063"/>
                </a:lnTo>
                <a:lnTo>
                  <a:pt x="17485" y="309198"/>
                </a:lnTo>
                <a:close/>
                <a:moveTo>
                  <a:pt x="48628" y="141346"/>
                </a:moveTo>
                <a:lnTo>
                  <a:pt x="50797" y="142841"/>
                </a:lnTo>
                <a:lnTo>
                  <a:pt x="47544" y="142093"/>
                </a:lnTo>
                <a:close/>
                <a:moveTo>
                  <a:pt x="5061" y="108385"/>
                </a:moveTo>
                <a:lnTo>
                  <a:pt x="6321" y="110182"/>
                </a:lnTo>
                <a:lnTo>
                  <a:pt x="4431" y="109284"/>
                </a:lnTo>
                <a:close/>
                <a:moveTo>
                  <a:pt x="10592" y="20712"/>
                </a:moveTo>
                <a:lnTo>
                  <a:pt x="11520" y="21079"/>
                </a:lnTo>
                <a:lnTo>
                  <a:pt x="10128" y="20896"/>
                </a:lnTo>
                <a:close/>
                <a:moveTo>
                  <a:pt x="29368" y="235207"/>
                </a:moveTo>
                <a:lnTo>
                  <a:pt x="30533" y="235719"/>
                </a:lnTo>
                <a:lnTo>
                  <a:pt x="28785" y="235463"/>
                </a:lnTo>
                <a:close/>
                <a:moveTo>
                  <a:pt x="2365" y="350734"/>
                </a:moveTo>
                <a:lnTo>
                  <a:pt x="3529" y="351754"/>
                </a:lnTo>
                <a:lnTo>
                  <a:pt x="1783" y="351244"/>
                </a:lnTo>
                <a:close/>
                <a:moveTo>
                  <a:pt x="34207" y="299513"/>
                </a:moveTo>
                <a:lnTo>
                  <a:pt x="36223" y="301054"/>
                </a:lnTo>
                <a:lnTo>
                  <a:pt x="33199" y="300284"/>
                </a:lnTo>
                <a:close/>
                <a:moveTo>
                  <a:pt x="51646" y="147969"/>
                </a:moveTo>
                <a:lnTo>
                  <a:pt x="52308" y="148404"/>
                </a:lnTo>
                <a:lnTo>
                  <a:pt x="51315" y="148187"/>
                </a:lnTo>
                <a:close/>
                <a:moveTo>
                  <a:pt x="60876" y="24744"/>
                </a:moveTo>
                <a:lnTo>
                  <a:pt x="62280" y="26409"/>
                </a:lnTo>
                <a:lnTo>
                  <a:pt x="60175" y="25577"/>
                </a:lnTo>
                <a:close/>
                <a:moveTo>
                  <a:pt x="23301" y="169940"/>
                </a:moveTo>
                <a:lnTo>
                  <a:pt x="24424" y="171657"/>
                </a:lnTo>
                <a:lnTo>
                  <a:pt x="22739" y="170799"/>
                </a:lnTo>
                <a:close/>
                <a:moveTo>
                  <a:pt x="48635" y="366461"/>
                </a:moveTo>
                <a:lnTo>
                  <a:pt x="49057" y="367857"/>
                </a:lnTo>
                <a:lnTo>
                  <a:pt x="48424" y="367159"/>
                </a:lnTo>
                <a:close/>
                <a:moveTo>
                  <a:pt x="32311" y="175329"/>
                </a:moveTo>
                <a:lnTo>
                  <a:pt x="34172" y="176732"/>
                </a:lnTo>
                <a:lnTo>
                  <a:pt x="31381" y="176031"/>
                </a:lnTo>
                <a:close/>
                <a:moveTo>
                  <a:pt x="64476" y="322622"/>
                </a:moveTo>
                <a:lnTo>
                  <a:pt x="66510" y="323564"/>
                </a:lnTo>
                <a:lnTo>
                  <a:pt x="63459" y="323093"/>
                </a:lnTo>
                <a:close/>
                <a:moveTo>
                  <a:pt x="39671" y="342824"/>
                </a:moveTo>
                <a:lnTo>
                  <a:pt x="40860" y="343330"/>
                </a:lnTo>
                <a:lnTo>
                  <a:pt x="39076" y="343077"/>
                </a:lnTo>
                <a:close/>
                <a:moveTo>
                  <a:pt x="41725" y="380603"/>
                </a:moveTo>
                <a:lnTo>
                  <a:pt x="43686" y="381091"/>
                </a:lnTo>
                <a:lnTo>
                  <a:pt x="40745" y="380847"/>
                </a:lnTo>
                <a:close/>
                <a:moveTo>
                  <a:pt x="27419" y="99775"/>
                </a:moveTo>
                <a:lnTo>
                  <a:pt x="28400" y="101514"/>
                </a:lnTo>
                <a:lnTo>
                  <a:pt x="26929" y="100644"/>
                </a:lnTo>
                <a:close/>
                <a:moveTo>
                  <a:pt x="30219" y="136755"/>
                </a:moveTo>
                <a:lnTo>
                  <a:pt x="31074" y="137716"/>
                </a:lnTo>
                <a:lnTo>
                  <a:pt x="29792" y="137236"/>
                </a:lnTo>
                <a:close/>
                <a:moveTo>
                  <a:pt x="47623" y="149580"/>
                </a:moveTo>
                <a:lnTo>
                  <a:pt x="48317" y="150219"/>
                </a:lnTo>
                <a:lnTo>
                  <a:pt x="47275" y="149900"/>
                </a:lnTo>
                <a:close/>
                <a:moveTo>
                  <a:pt x="18939" y="395905"/>
                </a:moveTo>
                <a:lnTo>
                  <a:pt x="19602" y="397336"/>
                </a:lnTo>
                <a:lnTo>
                  <a:pt x="18607" y="396620"/>
                </a:lnTo>
                <a:close/>
                <a:moveTo>
                  <a:pt x="8316" y="343329"/>
                </a:moveTo>
                <a:lnTo>
                  <a:pt x="9159" y="344798"/>
                </a:lnTo>
                <a:lnTo>
                  <a:pt x="7895" y="344063"/>
                </a:lnTo>
                <a:close/>
                <a:moveTo>
                  <a:pt x="30991" y="34064"/>
                </a:moveTo>
                <a:lnTo>
                  <a:pt x="31515" y="35564"/>
                </a:lnTo>
                <a:lnTo>
                  <a:pt x="30728" y="34814"/>
                </a:lnTo>
                <a:close/>
                <a:moveTo>
                  <a:pt x="38681" y="212263"/>
                </a:moveTo>
                <a:lnTo>
                  <a:pt x="39683" y="213600"/>
                </a:lnTo>
                <a:lnTo>
                  <a:pt x="38180" y="212932"/>
                </a:lnTo>
                <a:close/>
                <a:moveTo>
                  <a:pt x="34507" y="26985"/>
                </a:moveTo>
                <a:lnTo>
                  <a:pt x="35969" y="27755"/>
                </a:lnTo>
                <a:lnTo>
                  <a:pt x="33776" y="27370"/>
                </a:lnTo>
                <a:close/>
                <a:moveTo>
                  <a:pt x="60010" y="239802"/>
                </a:moveTo>
                <a:lnTo>
                  <a:pt x="61791" y="240283"/>
                </a:lnTo>
                <a:lnTo>
                  <a:pt x="59119" y="240042"/>
                </a:lnTo>
                <a:close/>
                <a:moveTo>
                  <a:pt x="50238" y="266666"/>
                </a:moveTo>
                <a:lnTo>
                  <a:pt x="52163" y="268292"/>
                </a:lnTo>
                <a:lnTo>
                  <a:pt x="49276" y="267479"/>
                </a:lnTo>
                <a:close/>
                <a:moveTo>
                  <a:pt x="39345" y="258628"/>
                </a:moveTo>
                <a:lnTo>
                  <a:pt x="41114" y="259324"/>
                </a:lnTo>
                <a:lnTo>
                  <a:pt x="38460" y="258976"/>
                </a:lnTo>
                <a:close/>
                <a:moveTo>
                  <a:pt x="38888" y="343736"/>
                </a:moveTo>
                <a:lnTo>
                  <a:pt x="40338" y="344849"/>
                </a:lnTo>
                <a:lnTo>
                  <a:pt x="38163" y="344292"/>
                </a:lnTo>
                <a:close/>
                <a:moveTo>
                  <a:pt x="60650" y="426091"/>
                </a:moveTo>
                <a:lnTo>
                  <a:pt x="61479" y="426503"/>
                </a:lnTo>
                <a:lnTo>
                  <a:pt x="60235" y="426297"/>
                </a:lnTo>
                <a:close/>
                <a:moveTo>
                  <a:pt x="43683" y="64769"/>
                </a:moveTo>
                <a:lnTo>
                  <a:pt x="45827" y="65781"/>
                </a:lnTo>
                <a:lnTo>
                  <a:pt x="42611" y="65275"/>
                </a:lnTo>
                <a:close/>
                <a:moveTo>
                  <a:pt x="38132" y="357072"/>
                </a:moveTo>
                <a:lnTo>
                  <a:pt x="40091" y="357585"/>
                </a:lnTo>
                <a:lnTo>
                  <a:pt x="37152" y="357329"/>
                </a:lnTo>
                <a:close/>
                <a:moveTo>
                  <a:pt x="32479" y="78730"/>
                </a:moveTo>
                <a:lnTo>
                  <a:pt x="33681" y="79230"/>
                </a:lnTo>
                <a:lnTo>
                  <a:pt x="31878" y="78980"/>
                </a:lnTo>
                <a:close/>
                <a:moveTo>
                  <a:pt x="62134" y="155332"/>
                </a:moveTo>
                <a:lnTo>
                  <a:pt x="63205" y="156978"/>
                </a:lnTo>
                <a:lnTo>
                  <a:pt x="61599" y="156155"/>
                </a:lnTo>
                <a:close/>
                <a:moveTo>
                  <a:pt x="58380" y="146723"/>
                </a:moveTo>
                <a:lnTo>
                  <a:pt x="59655" y="148018"/>
                </a:lnTo>
                <a:lnTo>
                  <a:pt x="57742" y="147371"/>
                </a:lnTo>
                <a:close/>
                <a:moveTo>
                  <a:pt x="13892" y="59398"/>
                </a:moveTo>
                <a:lnTo>
                  <a:pt x="15828" y="59941"/>
                </a:lnTo>
                <a:lnTo>
                  <a:pt x="12924" y="59669"/>
                </a:lnTo>
                <a:close/>
                <a:moveTo>
                  <a:pt x="50290" y="322385"/>
                </a:moveTo>
                <a:lnTo>
                  <a:pt x="51734" y="323204"/>
                </a:lnTo>
                <a:lnTo>
                  <a:pt x="49568" y="322794"/>
                </a:lnTo>
                <a:close/>
                <a:moveTo>
                  <a:pt x="60782" y="343595"/>
                </a:moveTo>
                <a:lnTo>
                  <a:pt x="61264" y="345241"/>
                </a:lnTo>
                <a:lnTo>
                  <a:pt x="60541" y="344418"/>
                </a:lnTo>
                <a:close/>
                <a:moveTo>
                  <a:pt x="45308" y="126327"/>
                </a:moveTo>
                <a:lnTo>
                  <a:pt x="45970" y="126774"/>
                </a:lnTo>
                <a:lnTo>
                  <a:pt x="44977" y="126550"/>
                </a:lnTo>
                <a:close/>
                <a:moveTo>
                  <a:pt x="57539" y="370410"/>
                </a:moveTo>
                <a:lnTo>
                  <a:pt x="58533" y="370980"/>
                </a:lnTo>
                <a:lnTo>
                  <a:pt x="57043" y="370695"/>
                </a:lnTo>
                <a:close/>
                <a:moveTo>
                  <a:pt x="5872" y="180805"/>
                </a:moveTo>
                <a:lnTo>
                  <a:pt x="6773" y="181183"/>
                </a:lnTo>
                <a:lnTo>
                  <a:pt x="5422" y="180994"/>
                </a:lnTo>
                <a:close/>
                <a:moveTo>
                  <a:pt x="21582" y="358739"/>
                </a:moveTo>
                <a:lnTo>
                  <a:pt x="22053" y="359645"/>
                </a:lnTo>
                <a:lnTo>
                  <a:pt x="21347" y="359192"/>
                </a:lnTo>
                <a:close/>
                <a:moveTo>
                  <a:pt x="36741" y="70603"/>
                </a:moveTo>
                <a:lnTo>
                  <a:pt x="37158" y="71014"/>
                </a:lnTo>
                <a:lnTo>
                  <a:pt x="36532" y="70808"/>
                </a:lnTo>
                <a:close/>
                <a:moveTo>
                  <a:pt x="10811" y="425714"/>
                </a:moveTo>
                <a:lnTo>
                  <a:pt x="12755" y="427072"/>
                </a:lnTo>
                <a:lnTo>
                  <a:pt x="9839" y="426393"/>
                </a:lnTo>
                <a:close/>
                <a:moveTo>
                  <a:pt x="63712" y="142096"/>
                </a:moveTo>
                <a:lnTo>
                  <a:pt x="64523" y="143701"/>
                </a:lnTo>
                <a:lnTo>
                  <a:pt x="63306" y="142899"/>
                </a:lnTo>
                <a:close/>
                <a:moveTo>
                  <a:pt x="43184" y="403405"/>
                </a:moveTo>
                <a:lnTo>
                  <a:pt x="44198" y="404324"/>
                </a:lnTo>
                <a:lnTo>
                  <a:pt x="42677" y="403865"/>
                </a:lnTo>
                <a:close/>
                <a:moveTo>
                  <a:pt x="50993" y="385499"/>
                </a:moveTo>
                <a:lnTo>
                  <a:pt x="51649" y="386194"/>
                </a:lnTo>
                <a:lnTo>
                  <a:pt x="50665" y="385847"/>
                </a:lnTo>
                <a:close/>
                <a:moveTo>
                  <a:pt x="1702" y="244432"/>
                </a:moveTo>
                <a:lnTo>
                  <a:pt x="3760" y="245584"/>
                </a:lnTo>
                <a:lnTo>
                  <a:pt x="672" y="245008"/>
                </a:lnTo>
                <a:close/>
                <a:moveTo>
                  <a:pt x="11147" y="301938"/>
                </a:moveTo>
                <a:lnTo>
                  <a:pt x="12699" y="302396"/>
                </a:lnTo>
                <a:lnTo>
                  <a:pt x="10371" y="302167"/>
                </a:lnTo>
                <a:close/>
                <a:moveTo>
                  <a:pt x="64740" y="288281"/>
                </a:moveTo>
                <a:lnTo>
                  <a:pt x="65998" y="289098"/>
                </a:lnTo>
                <a:lnTo>
                  <a:pt x="64111" y="288690"/>
                </a:lnTo>
                <a:close/>
                <a:moveTo>
                  <a:pt x="11978" y="204296"/>
                </a:moveTo>
                <a:lnTo>
                  <a:pt x="13004" y="204946"/>
                </a:lnTo>
                <a:lnTo>
                  <a:pt x="11464" y="204621"/>
                </a:lnTo>
                <a:close/>
                <a:moveTo>
                  <a:pt x="45991" y="289092"/>
                </a:moveTo>
                <a:lnTo>
                  <a:pt x="48107" y="290844"/>
                </a:lnTo>
                <a:lnTo>
                  <a:pt x="44933" y="289968"/>
                </a:lnTo>
                <a:close/>
                <a:moveTo>
                  <a:pt x="33359" y="312861"/>
                </a:moveTo>
                <a:lnTo>
                  <a:pt x="34403" y="313811"/>
                </a:lnTo>
                <a:lnTo>
                  <a:pt x="32837" y="313336"/>
                </a:lnTo>
                <a:close/>
                <a:moveTo>
                  <a:pt x="40433" y="428704"/>
                </a:moveTo>
                <a:lnTo>
                  <a:pt x="40861" y="429699"/>
                </a:lnTo>
                <a:lnTo>
                  <a:pt x="40219" y="429202"/>
                </a:lnTo>
                <a:close/>
                <a:moveTo>
                  <a:pt x="24293" y="351602"/>
                </a:moveTo>
                <a:lnTo>
                  <a:pt x="26401" y="352611"/>
                </a:lnTo>
                <a:lnTo>
                  <a:pt x="23238" y="352107"/>
                </a:lnTo>
                <a:close/>
                <a:moveTo>
                  <a:pt x="6327" y="259633"/>
                </a:moveTo>
                <a:lnTo>
                  <a:pt x="7764" y="260955"/>
                </a:lnTo>
                <a:lnTo>
                  <a:pt x="5609" y="260294"/>
                </a:lnTo>
                <a:close/>
                <a:moveTo>
                  <a:pt x="55105" y="202343"/>
                </a:moveTo>
                <a:lnTo>
                  <a:pt x="56471" y="203794"/>
                </a:lnTo>
                <a:lnTo>
                  <a:pt x="54422" y="203068"/>
                </a:lnTo>
                <a:close/>
                <a:moveTo>
                  <a:pt x="2662" y="104783"/>
                </a:moveTo>
                <a:lnTo>
                  <a:pt x="4284" y="106550"/>
                </a:lnTo>
                <a:lnTo>
                  <a:pt x="1851" y="105666"/>
                </a:lnTo>
                <a:close/>
                <a:moveTo>
                  <a:pt x="66773" y="123023"/>
                </a:moveTo>
                <a:lnTo>
                  <a:pt x="68921" y="123742"/>
                </a:lnTo>
                <a:lnTo>
                  <a:pt x="65699" y="123383"/>
                </a:lnTo>
                <a:close/>
                <a:moveTo>
                  <a:pt x="32437" y="69280"/>
                </a:moveTo>
                <a:lnTo>
                  <a:pt x="33902" y="70167"/>
                </a:lnTo>
                <a:lnTo>
                  <a:pt x="31705" y="69724"/>
                </a:lnTo>
                <a:close/>
                <a:moveTo>
                  <a:pt x="48699" y="418150"/>
                </a:moveTo>
                <a:lnTo>
                  <a:pt x="49286" y="419436"/>
                </a:lnTo>
                <a:lnTo>
                  <a:pt x="48406" y="418793"/>
                </a:lnTo>
                <a:close/>
                <a:moveTo>
                  <a:pt x="42857" y="119716"/>
                </a:moveTo>
                <a:lnTo>
                  <a:pt x="43272" y="121424"/>
                </a:lnTo>
                <a:lnTo>
                  <a:pt x="42649" y="120570"/>
                </a:lnTo>
                <a:close/>
                <a:moveTo>
                  <a:pt x="49404" y="273098"/>
                </a:moveTo>
                <a:lnTo>
                  <a:pt x="49943" y="274748"/>
                </a:lnTo>
                <a:lnTo>
                  <a:pt x="49134" y="273923"/>
                </a:lnTo>
                <a:close/>
                <a:moveTo>
                  <a:pt x="28676" y="203177"/>
                </a:moveTo>
                <a:lnTo>
                  <a:pt x="30055" y="204146"/>
                </a:lnTo>
                <a:lnTo>
                  <a:pt x="27986" y="203662"/>
                </a:lnTo>
                <a:close/>
                <a:moveTo>
                  <a:pt x="67493" y="204134"/>
                </a:moveTo>
                <a:lnTo>
                  <a:pt x="69096" y="205593"/>
                </a:lnTo>
                <a:lnTo>
                  <a:pt x="66691" y="204864"/>
                </a:lnTo>
                <a:close/>
                <a:moveTo>
                  <a:pt x="66045" y="74332"/>
                </a:moveTo>
                <a:lnTo>
                  <a:pt x="67023" y="76057"/>
                </a:lnTo>
                <a:lnTo>
                  <a:pt x="65556" y="75194"/>
                </a:lnTo>
                <a:close/>
                <a:moveTo>
                  <a:pt x="43171" y="162708"/>
                </a:moveTo>
                <a:lnTo>
                  <a:pt x="45152" y="163186"/>
                </a:lnTo>
                <a:lnTo>
                  <a:pt x="42181" y="162947"/>
                </a:lnTo>
                <a:close/>
                <a:moveTo>
                  <a:pt x="18473" y="30099"/>
                </a:moveTo>
                <a:lnTo>
                  <a:pt x="20063" y="31129"/>
                </a:lnTo>
                <a:lnTo>
                  <a:pt x="17677" y="30614"/>
                </a:lnTo>
                <a:close/>
                <a:moveTo>
                  <a:pt x="22054" y="191951"/>
                </a:moveTo>
                <a:lnTo>
                  <a:pt x="22872" y="193315"/>
                </a:lnTo>
                <a:lnTo>
                  <a:pt x="21644" y="192633"/>
                </a:lnTo>
                <a:close/>
                <a:moveTo>
                  <a:pt x="53921" y="166631"/>
                </a:moveTo>
                <a:lnTo>
                  <a:pt x="55879" y="166998"/>
                </a:lnTo>
                <a:lnTo>
                  <a:pt x="52943" y="166814"/>
                </a:lnTo>
                <a:close/>
                <a:moveTo>
                  <a:pt x="40341" y="66947"/>
                </a:moveTo>
                <a:lnTo>
                  <a:pt x="40908" y="68084"/>
                </a:lnTo>
                <a:lnTo>
                  <a:pt x="40057" y="67515"/>
                </a:lnTo>
                <a:close/>
                <a:moveTo>
                  <a:pt x="6832" y="32324"/>
                </a:moveTo>
                <a:lnTo>
                  <a:pt x="7430" y="33189"/>
                </a:lnTo>
                <a:lnTo>
                  <a:pt x="6533" y="32756"/>
                </a:lnTo>
                <a:close/>
                <a:moveTo>
                  <a:pt x="58864" y="126188"/>
                </a:moveTo>
                <a:lnTo>
                  <a:pt x="59441" y="127640"/>
                </a:lnTo>
                <a:lnTo>
                  <a:pt x="58576" y="126914"/>
                </a:lnTo>
                <a:close/>
                <a:moveTo>
                  <a:pt x="57943" y="435193"/>
                </a:moveTo>
                <a:lnTo>
                  <a:pt x="58384" y="435741"/>
                </a:lnTo>
                <a:lnTo>
                  <a:pt x="57722" y="435467"/>
                </a:lnTo>
                <a:close/>
                <a:moveTo>
                  <a:pt x="31093" y="433105"/>
                </a:moveTo>
                <a:lnTo>
                  <a:pt x="32442" y="434730"/>
                </a:lnTo>
                <a:lnTo>
                  <a:pt x="30419" y="433918"/>
                </a:lnTo>
                <a:close/>
                <a:moveTo>
                  <a:pt x="16439" y="205566"/>
                </a:moveTo>
                <a:lnTo>
                  <a:pt x="18059" y="206206"/>
                </a:lnTo>
                <a:lnTo>
                  <a:pt x="15628" y="205886"/>
                </a:lnTo>
                <a:close/>
                <a:moveTo>
                  <a:pt x="37308" y="360400"/>
                </a:moveTo>
                <a:lnTo>
                  <a:pt x="39167" y="361745"/>
                </a:lnTo>
                <a:lnTo>
                  <a:pt x="36379" y="361073"/>
                </a:lnTo>
                <a:close/>
                <a:moveTo>
                  <a:pt x="58763" y="435134"/>
                </a:moveTo>
                <a:lnTo>
                  <a:pt x="60232" y="435808"/>
                </a:lnTo>
                <a:lnTo>
                  <a:pt x="58028" y="435471"/>
                </a:lnTo>
                <a:close/>
                <a:moveTo>
                  <a:pt x="16283" y="24595"/>
                </a:moveTo>
                <a:lnTo>
                  <a:pt x="18332" y="25752"/>
                </a:lnTo>
                <a:lnTo>
                  <a:pt x="15258" y="25174"/>
                </a:lnTo>
                <a:close/>
                <a:moveTo>
                  <a:pt x="42940" y="381272"/>
                </a:moveTo>
                <a:lnTo>
                  <a:pt x="44568" y="382161"/>
                </a:lnTo>
                <a:lnTo>
                  <a:pt x="42126" y="381716"/>
                </a:lnTo>
                <a:close/>
                <a:moveTo>
                  <a:pt x="41740" y="35791"/>
                </a:moveTo>
                <a:lnTo>
                  <a:pt x="42559" y="36606"/>
                </a:lnTo>
                <a:lnTo>
                  <a:pt x="41331" y="36198"/>
                </a:lnTo>
                <a:close/>
                <a:moveTo>
                  <a:pt x="56369" y="288929"/>
                </a:moveTo>
                <a:lnTo>
                  <a:pt x="57836" y="289822"/>
                </a:lnTo>
                <a:lnTo>
                  <a:pt x="55635" y="289376"/>
                </a:lnTo>
                <a:close/>
                <a:moveTo>
                  <a:pt x="25365" y="167966"/>
                </a:moveTo>
                <a:lnTo>
                  <a:pt x="25808" y="168807"/>
                </a:lnTo>
                <a:lnTo>
                  <a:pt x="25144" y="168387"/>
                </a:lnTo>
                <a:close/>
                <a:moveTo>
                  <a:pt x="64396" y="356098"/>
                </a:moveTo>
                <a:lnTo>
                  <a:pt x="65207" y="357146"/>
                </a:lnTo>
                <a:lnTo>
                  <a:pt x="63991" y="356622"/>
                </a:lnTo>
                <a:close/>
                <a:moveTo>
                  <a:pt x="52868" y="87352"/>
                </a:moveTo>
                <a:lnTo>
                  <a:pt x="53877" y="88532"/>
                </a:lnTo>
                <a:lnTo>
                  <a:pt x="52363" y="87942"/>
                </a:lnTo>
                <a:close/>
                <a:moveTo>
                  <a:pt x="13889" y="397326"/>
                </a:moveTo>
                <a:lnTo>
                  <a:pt x="14274" y="398947"/>
                </a:lnTo>
                <a:lnTo>
                  <a:pt x="13696" y="398136"/>
                </a:lnTo>
                <a:close/>
                <a:moveTo>
                  <a:pt x="47585" y="173558"/>
                </a:moveTo>
                <a:lnTo>
                  <a:pt x="48469" y="175161"/>
                </a:lnTo>
                <a:lnTo>
                  <a:pt x="47143" y="174360"/>
                </a:lnTo>
                <a:close/>
                <a:moveTo>
                  <a:pt x="50552" y="91873"/>
                </a:moveTo>
                <a:lnTo>
                  <a:pt x="51490" y="92313"/>
                </a:lnTo>
                <a:lnTo>
                  <a:pt x="50084" y="92093"/>
                </a:lnTo>
                <a:close/>
                <a:moveTo>
                  <a:pt x="44751" y="185037"/>
                </a:moveTo>
                <a:lnTo>
                  <a:pt x="45689" y="186393"/>
                </a:lnTo>
                <a:lnTo>
                  <a:pt x="44283" y="185715"/>
                </a:lnTo>
                <a:close/>
                <a:moveTo>
                  <a:pt x="18532" y="61857"/>
                </a:moveTo>
                <a:lnTo>
                  <a:pt x="20354" y="63487"/>
                </a:lnTo>
                <a:lnTo>
                  <a:pt x="17620" y="62672"/>
                </a:lnTo>
                <a:close/>
                <a:moveTo>
                  <a:pt x="57252" y="244010"/>
                </a:moveTo>
                <a:lnTo>
                  <a:pt x="58929" y="245604"/>
                </a:lnTo>
                <a:lnTo>
                  <a:pt x="56414" y="244807"/>
                </a:lnTo>
                <a:close/>
                <a:moveTo>
                  <a:pt x="3460" y="130693"/>
                </a:moveTo>
                <a:lnTo>
                  <a:pt x="4468" y="132093"/>
                </a:lnTo>
                <a:lnTo>
                  <a:pt x="2956" y="131393"/>
                </a:lnTo>
                <a:close/>
                <a:moveTo>
                  <a:pt x="24265" y="333730"/>
                </a:moveTo>
                <a:lnTo>
                  <a:pt x="25092" y="335450"/>
                </a:lnTo>
                <a:lnTo>
                  <a:pt x="23852" y="334590"/>
                </a:lnTo>
                <a:close/>
                <a:moveTo>
                  <a:pt x="31213" y="257929"/>
                </a:moveTo>
                <a:lnTo>
                  <a:pt x="32726" y="259461"/>
                </a:lnTo>
                <a:lnTo>
                  <a:pt x="30457" y="258695"/>
                </a:lnTo>
                <a:close/>
                <a:moveTo>
                  <a:pt x="40192" y="92341"/>
                </a:moveTo>
                <a:lnTo>
                  <a:pt x="41358" y="93485"/>
                </a:lnTo>
                <a:lnTo>
                  <a:pt x="39610" y="92913"/>
                </a:lnTo>
                <a:close/>
                <a:moveTo>
                  <a:pt x="5818" y="362177"/>
                </a:moveTo>
                <a:lnTo>
                  <a:pt x="6737" y="363858"/>
                </a:lnTo>
                <a:lnTo>
                  <a:pt x="5359" y="363017"/>
                </a:lnTo>
                <a:close/>
                <a:moveTo>
                  <a:pt x="26781" y="415491"/>
                </a:moveTo>
                <a:lnTo>
                  <a:pt x="28466" y="416380"/>
                </a:lnTo>
                <a:lnTo>
                  <a:pt x="25938" y="415936"/>
                </a:lnTo>
                <a:close/>
                <a:moveTo>
                  <a:pt x="49837" y="0"/>
                </a:moveTo>
                <a:lnTo>
                  <a:pt x="50344" y="1175"/>
                </a:lnTo>
                <a:lnTo>
                  <a:pt x="49584" y="587"/>
                </a:lnTo>
                <a:close/>
                <a:moveTo>
                  <a:pt x="22277" y="177678"/>
                </a:moveTo>
                <a:lnTo>
                  <a:pt x="23931" y="178688"/>
                </a:lnTo>
                <a:lnTo>
                  <a:pt x="21450" y="178183"/>
                </a:lnTo>
                <a:close/>
                <a:moveTo>
                  <a:pt x="43604" y="324110"/>
                </a:moveTo>
                <a:lnTo>
                  <a:pt x="45500" y="324569"/>
                </a:lnTo>
                <a:lnTo>
                  <a:pt x="42656" y="324339"/>
                </a:lnTo>
                <a:close/>
                <a:moveTo>
                  <a:pt x="58746" y="324644"/>
                </a:moveTo>
                <a:lnTo>
                  <a:pt x="59517" y="325070"/>
                </a:lnTo>
                <a:lnTo>
                  <a:pt x="58361" y="324857"/>
                </a:lnTo>
                <a:close/>
                <a:moveTo>
                  <a:pt x="14264" y="38958"/>
                </a:moveTo>
                <a:lnTo>
                  <a:pt x="15670" y="40751"/>
                </a:lnTo>
                <a:lnTo>
                  <a:pt x="13562" y="39854"/>
                </a:lnTo>
                <a:close/>
                <a:moveTo>
                  <a:pt x="34759" y="120508"/>
                </a:moveTo>
                <a:lnTo>
                  <a:pt x="35425" y="122267"/>
                </a:lnTo>
                <a:lnTo>
                  <a:pt x="34427" y="121387"/>
                </a:lnTo>
                <a:close/>
                <a:moveTo>
                  <a:pt x="38999" y="104030"/>
                </a:moveTo>
                <a:lnTo>
                  <a:pt x="41034" y="104957"/>
                </a:lnTo>
                <a:lnTo>
                  <a:pt x="37982" y="104493"/>
                </a:lnTo>
                <a:close/>
                <a:moveTo>
                  <a:pt x="69672" y="223191"/>
                </a:moveTo>
                <a:lnTo>
                  <a:pt x="70491" y="223771"/>
                </a:lnTo>
                <a:lnTo>
                  <a:pt x="69262" y="223481"/>
                </a:lnTo>
                <a:close/>
                <a:moveTo>
                  <a:pt x="1900" y="355705"/>
                </a:moveTo>
                <a:lnTo>
                  <a:pt x="2856" y="357097"/>
                </a:lnTo>
                <a:lnTo>
                  <a:pt x="1422" y="356401"/>
                </a:lnTo>
                <a:close/>
                <a:moveTo>
                  <a:pt x="59652" y="175684"/>
                </a:moveTo>
                <a:lnTo>
                  <a:pt x="60947" y="177067"/>
                </a:lnTo>
                <a:lnTo>
                  <a:pt x="59005" y="176375"/>
                </a:lnTo>
                <a:close/>
                <a:moveTo>
                  <a:pt x="45722" y="158500"/>
                </a:moveTo>
                <a:lnTo>
                  <a:pt x="46439" y="159228"/>
                </a:lnTo>
                <a:lnTo>
                  <a:pt x="45364" y="158864"/>
                </a:lnTo>
                <a:close/>
                <a:moveTo>
                  <a:pt x="2203" y="277517"/>
                </a:moveTo>
                <a:lnTo>
                  <a:pt x="3738" y="278978"/>
                </a:lnTo>
                <a:lnTo>
                  <a:pt x="1435" y="278247"/>
                </a:lnTo>
                <a:close/>
                <a:moveTo>
                  <a:pt x="31514" y="319589"/>
                </a:moveTo>
                <a:lnTo>
                  <a:pt x="32898" y="321167"/>
                </a:lnTo>
                <a:lnTo>
                  <a:pt x="30822" y="320378"/>
                </a:lnTo>
                <a:close/>
                <a:moveTo>
                  <a:pt x="39269" y="293922"/>
                </a:moveTo>
                <a:lnTo>
                  <a:pt x="40729" y="294526"/>
                </a:lnTo>
                <a:lnTo>
                  <a:pt x="38539" y="294224"/>
                </a:lnTo>
                <a:close/>
                <a:moveTo>
                  <a:pt x="6141" y="358158"/>
                </a:moveTo>
                <a:lnTo>
                  <a:pt x="7772" y="359224"/>
                </a:lnTo>
                <a:lnTo>
                  <a:pt x="5326" y="358691"/>
                </a:lnTo>
                <a:close/>
                <a:moveTo>
                  <a:pt x="64704" y="79467"/>
                </a:moveTo>
                <a:lnTo>
                  <a:pt x="66409" y="80522"/>
                </a:lnTo>
                <a:lnTo>
                  <a:pt x="63851" y="79994"/>
                </a:lnTo>
                <a:close/>
                <a:moveTo>
                  <a:pt x="8114" y="56225"/>
                </a:moveTo>
                <a:lnTo>
                  <a:pt x="8511" y="56809"/>
                </a:lnTo>
                <a:lnTo>
                  <a:pt x="7915" y="56517"/>
                </a:lnTo>
                <a:close/>
                <a:moveTo>
                  <a:pt x="55131" y="208890"/>
                </a:moveTo>
                <a:lnTo>
                  <a:pt x="55568" y="209931"/>
                </a:lnTo>
                <a:lnTo>
                  <a:pt x="54912" y="209411"/>
                </a:lnTo>
                <a:close/>
                <a:moveTo>
                  <a:pt x="68858" y="343877"/>
                </a:moveTo>
                <a:lnTo>
                  <a:pt x="69765" y="344903"/>
                </a:lnTo>
                <a:lnTo>
                  <a:pt x="68404" y="344390"/>
                </a:lnTo>
                <a:close/>
                <a:moveTo>
                  <a:pt x="26434" y="100926"/>
                </a:moveTo>
                <a:lnTo>
                  <a:pt x="28001" y="101261"/>
                </a:lnTo>
                <a:lnTo>
                  <a:pt x="25650" y="101094"/>
                </a:lnTo>
                <a:close/>
                <a:moveTo>
                  <a:pt x="33868" y="405270"/>
                </a:moveTo>
                <a:lnTo>
                  <a:pt x="35618" y="406555"/>
                </a:lnTo>
                <a:lnTo>
                  <a:pt x="32993" y="405913"/>
                </a:lnTo>
                <a:close/>
                <a:moveTo>
                  <a:pt x="58970" y="415895"/>
                </a:moveTo>
                <a:lnTo>
                  <a:pt x="59821" y="417614"/>
                </a:lnTo>
                <a:lnTo>
                  <a:pt x="58545" y="416754"/>
                </a:lnTo>
                <a:close/>
                <a:moveTo>
                  <a:pt x="63304" y="215832"/>
                </a:moveTo>
                <a:lnTo>
                  <a:pt x="63905" y="216932"/>
                </a:lnTo>
                <a:lnTo>
                  <a:pt x="63003" y="216382"/>
                </a:lnTo>
                <a:close/>
                <a:moveTo>
                  <a:pt x="35517" y="435236"/>
                </a:moveTo>
                <a:lnTo>
                  <a:pt x="36322" y="436613"/>
                </a:lnTo>
                <a:lnTo>
                  <a:pt x="35115" y="435925"/>
                </a:lnTo>
                <a:close/>
                <a:moveTo>
                  <a:pt x="53875" y="262586"/>
                </a:moveTo>
                <a:lnTo>
                  <a:pt x="54750" y="264246"/>
                </a:lnTo>
                <a:lnTo>
                  <a:pt x="53437" y="263416"/>
                </a:lnTo>
                <a:close/>
                <a:moveTo>
                  <a:pt x="18605" y="374878"/>
                </a:moveTo>
                <a:lnTo>
                  <a:pt x="20599" y="375975"/>
                </a:lnTo>
                <a:lnTo>
                  <a:pt x="17608" y="375426"/>
                </a:lnTo>
                <a:close/>
                <a:moveTo>
                  <a:pt x="4388" y="118929"/>
                </a:moveTo>
                <a:lnTo>
                  <a:pt x="4861" y="119508"/>
                </a:lnTo>
                <a:lnTo>
                  <a:pt x="4152" y="119218"/>
                </a:lnTo>
                <a:close/>
                <a:moveTo>
                  <a:pt x="25659" y="250688"/>
                </a:moveTo>
                <a:lnTo>
                  <a:pt x="27498" y="251059"/>
                </a:lnTo>
                <a:lnTo>
                  <a:pt x="24740" y="250873"/>
                </a:lnTo>
                <a:close/>
                <a:moveTo>
                  <a:pt x="52852" y="47926"/>
                </a:moveTo>
                <a:lnTo>
                  <a:pt x="54521" y="48242"/>
                </a:lnTo>
                <a:lnTo>
                  <a:pt x="52017" y="48084"/>
                </a:lnTo>
                <a:close/>
                <a:moveTo>
                  <a:pt x="25696" y="405139"/>
                </a:moveTo>
                <a:lnTo>
                  <a:pt x="27665" y="405519"/>
                </a:lnTo>
                <a:lnTo>
                  <a:pt x="24712" y="405329"/>
                </a:lnTo>
                <a:close/>
                <a:moveTo>
                  <a:pt x="27913" y="399375"/>
                </a:moveTo>
                <a:lnTo>
                  <a:pt x="28591" y="400362"/>
                </a:lnTo>
                <a:lnTo>
                  <a:pt x="27574" y="399868"/>
                </a:lnTo>
                <a:close/>
                <a:moveTo>
                  <a:pt x="19041" y="129269"/>
                </a:moveTo>
                <a:lnTo>
                  <a:pt x="20297" y="129777"/>
                </a:lnTo>
                <a:lnTo>
                  <a:pt x="18413" y="129523"/>
                </a:lnTo>
                <a:close/>
                <a:moveTo>
                  <a:pt x="11535" y="426025"/>
                </a:moveTo>
                <a:lnTo>
                  <a:pt x="13296" y="427221"/>
                </a:lnTo>
                <a:lnTo>
                  <a:pt x="10655" y="426623"/>
                </a:lnTo>
                <a:close/>
                <a:moveTo>
                  <a:pt x="10257" y="57883"/>
                </a:moveTo>
                <a:lnTo>
                  <a:pt x="11756" y="59105"/>
                </a:lnTo>
                <a:lnTo>
                  <a:pt x="9507" y="58494"/>
                </a:lnTo>
                <a:close/>
                <a:moveTo>
                  <a:pt x="1460" y="421092"/>
                </a:moveTo>
                <a:lnTo>
                  <a:pt x="2505" y="421796"/>
                </a:lnTo>
                <a:lnTo>
                  <a:pt x="938" y="421444"/>
                </a:lnTo>
                <a:close/>
                <a:moveTo>
                  <a:pt x="45221" y="399378"/>
                </a:moveTo>
                <a:lnTo>
                  <a:pt x="46218" y="400444"/>
                </a:lnTo>
                <a:lnTo>
                  <a:pt x="44723" y="399911"/>
                </a:lnTo>
                <a:close/>
                <a:moveTo>
                  <a:pt x="4167" y="203939"/>
                </a:moveTo>
                <a:lnTo>
                  <a:pt x="6177" y="205650"/>
                </a:lnTo>
                <a:lnTo>
                  <a:pt x="3162" y="204794"/>
                </a:lnTo>
                <a:close/>
                <a:moveTo>
                  <a:pt x="25239" y="376037"/>
                </a:moveTo>
                <a:lnTo>
                  <a:pt x="27430" y="376792"/>
                </a:lnTo>
                <a:lnTo>
                  <a:pt x="24144" y="376415"/>
                </a:lnTo>
                <a:close/>
                <a:moveTo>
                  <a:pt x="60623" y="122561"/>
                </a:moveTo>
                <a:lnTo>
                  <a:pt x="62758" y="124211"/>
                </a:lnTo>
                <a:lnTo>
                  <a:pt x="59555" y="123386"/>
                </a:lnTo>
                <a:close/>
                <a:moveTo>
                  <a:pt x="68703" y="178099"/>
                </a:moveTo>
                <a:lnTo>
                  <a:pt x="70322" y="179456"/>
                </a:lnTo>
                <a:lnTo>
                  <a:pt x="67893" y="178777"/>
                </a:lnTo>
                <a:close/>
                <a:moveTo>
                  <a:pt x="41514" y="22419"/>
                </a:moveTo>
                <a:lnTo>
                  <a:pt x="43097" y="23924"/>
                </a:lnTo>
                <a:lnTo>
                  <a:pt x="40723" y="23171"/>
                </a:lnTo>
                <a:close/>
                <a:moveTo>
                  <a:pt x="45714" y="394447"/>
                </a:moveTo>
                <a:lnTo>
                  <a:pt x="47847" y="395707"/>
                </a:lnTo>
                <a:lnTo>
                  <a:pt x="44648" y="395077"/>
                </a:lnTo>
                <a:close/>
                <a:moveTo>
                  <a:pt x="25694" y="221572"/>
                </a:moveTo>
                <a:lnTo>
                  <a:pt x="26380" y="222206"/>
                </a:lnTo>
                <a:lnTo>
                  <a:pt x="25351" y="221889"/>
                </a:lnTo>
                <a:close/>
                <a:moveTo>
                  <a:pt x="69258" y="192896"/>
                </a:moveTo>
                <a:lnTo>
                  <a:pt x="70473" y="194527"/>
                </a:lnTo>
                <a:lnTo>
                  <a:pt x="68651" y="193712"/>
                </a:lnTo>
                <a:close/>
                <a:moveTo>
                  <a:pt x="56546" y="19366"/>
                </a:moveTo>
                <a:lnTo>
                  <a:pt x="57658" y="20464"/>
                </a:lnTo>
                <a:lnTo>
                  <a:pt x="55989" y="19915"/>
                </a:lnTo>
                <a:close/>
                <a:moveTo>
                  <a:pt x="17344" y="334108"/>
                </a:moveTo>
                <a:lnTo>
                  <a:pt x="18840" y="335682"/>
                </a:lnTo>
                <a:lnTo>
                  <a:pt x="16596" y="334895"/>
                </a:lnTo>
                <a:close/>
                <a:moveTo>
                  <a:pt x="10175" y="81785"/>
                </a:moveTo>
                <a:lnTo>
                  <a:pt x="11090" y="82861"/>
                </a:lnTo>
                <a:lnTo>
                  <a:pt x="9718" y="82323"/>
                </a:lnTo>
                <a:close/>
                <a:moveTo>
                  <a:pt x="18559" y="224495"/>
                </a:moveTo>
                <a:lnTo>
                  <a:pt x="19550" y="224888"/>
                </a:lnTo>
                <a:lnTo>
                  <a:pt x="18064" y="224692"/>
                </a:lnTo>
                <a:close/>
                <a:moveTo>
                  <a:pt x="58573" y="236604"/>
                </a:moveTo>
                <a:lnTo>
                  <a:pt x="60589" y="237684"/>
                </a:lnTo>
                <a:lnTo>
                  <a:pt x="57565" y="237144"/>
                </a:lnTo>
                <a:close/>
                <a:moveTo>
                  <a:pt x="60934" y="266198"/>
                </a:moveTo>
                <a:lnTo>
                  <a:pt x="62201" y="267906"/>
                </a:lnTo>
                <a:lnTo>
                  <a:pt x="60301" y="267052"/>
                </a:lnTo>
                <a:close/>
                <a:moveTo>
                  <a:pt x="26018" y="426952"/>
                </a:moveTo>
                <a:lnTo>
                  <a:pt x="27456" y="428676"/>
                </a:lnTo>
                <a:lnTo>
                  <a:pt x="25299" y="427814"/>
                </a:lnTo>
                <a:close/>
                <a:moveTo>
                  <a:pt x="7278" y="235642"/>
                </a:moveTo>
                <a:lnTo>
                  <a:pt x="8212" y="237169"/>
                </a:lnTo>
                <a:lnTo>
                  <a:pt x="6811" y="236406"/>
                </a:lnTo>
                <a:close/>
                <a:moveTo>
                  <a:pt x="64507" y="375603"/>
                </a:moveTo>
                <a:lnTo>
                  <a:pt x="65574" y="376013"/>
                </a:lnTo>
                <a:lnTo>
                  <a:pt x="63973" y="375808"/>
                </a:lnTo>
                <a:close/>
                <a:moveTo>
                  <a:pt x="68940" y="90139"/>
                </a:moveTo>
                <a:lnTo>
                  <a:pt x="70818" y="91328"/>
                </a:lnTo>
                <a:lnTo>
                  <a:pt x="68001" y="90733"/>
                </a:lnTo>
                <a:close/>
                <a:moveTo>
                  <a:pt x="51936" y="308812"/>
                </a:moveTo>
                <a:lnTo>
                  <a:pt x="52724" y="309691"/>
                </a:lnTo>
                <a:lnTo>
                  <a:pt x="51541" y="309251"/>
                </a:lnTo>
                <a:close/>
                <a:moveTo>
                  <a:pt x="27651" y="307199"/>
                </a:moveTo>
                <a:lnTo>
                  <a:pt x="29259" y="308985"/>
                </a:lnTo>
                <a:lnTo>
                  <a:pt x="26847" y="308092"/>
                </a:lnTo>
                <a:close/>
                <a:moveTo>
                  <a:pt x="38376" y="152828"/>
                </a:moveTo>
                <a:lnTo>
                  <a:pt x="38948" y="153791"/>
                </a:lnTo>
                <a:lnTo>
                  <a:pt x="38090" y="153309"/>
                </a:lnTo>
                <a:close/>
                <a:moveTo>
                  <a:pt x="42424" y="300560"/>
                </a:moveTo>
                <a:lnTo>
                  <a:pt x="42826" y="301156"/>
                </a:lnTo>
                <a:lnTo>
                  <a:pt x="42224" y="300858"/>
                </a:lnTo>
                <a:close/>
                <a:moveTo>
                  <a:pt x="45287" y="343071"/>
                </a:moveTo>
                <a:lnTo>
                  <a:pt x="47380" y="343578"/>
                </a:lnTo>
                <a:lnTo>
                  <a:pt x="44240" y="343324"/>
                </a:lnTo>
                <a:close/>
                <a:moveTo>
                  <a:pt x="51711" y="195913"/>
                </a:moveTo>
                <a:lnTo>
                  <a:pt x="53154" y="197240"/>
                </a:lnTo>
                <a:lnTo>
                  <a:pt x="50990" y="196577"/>
                </a:lnTo>
                <a:close/>
                <a:moveTo>
                  <a:pt x="29215" y="265019"/>
                </a:moveTo>
                <a:lnTo>
                  <a:pt x="31352" y="265352"/>
                </a:lnTo>
                <a:lnTo>
                  <a:pt x="28147" y="265186"/>
                </a:lnTo>
                <a:close/>
                <a:moveTo>
                  <a:pt x="39299" y="436784"/>
                </a:moveTo>
                <a:lnTo>
                  <a:pt x="41269" y="437460"/>
                </a:lnTo>
                <a:lnTo>
                  <a:pt x="38314" y="437122"/>
                </a:lnTo>
                <a:close/>
                <a:moveTo>
                  <a:pt x="55518" y="399166"/>
                </a:moveTo>
                <a:lnTo>
                  <a:pt x="56625" y="400290"/>
                </a:lnTo>
                <a:lnTo>
                  <a:pt x="54964" y="399728"/>
                </a:lnTo>
                <a:close/>
                <a:moveTo>
                  <a:pt x="21388" y="435691"/>
                </a:moveTo>
                <a:lnTo>
                  <a:pt x="22079" y="437042"/>
                </a:lnTo>
                <a:lnTo>
                  <a:pt x="21042" y="436366"/>
                </a:lnTo>
                <a:close/>
                <a:moveTo>
                  <a:pt x="70041" y="425936"/>
                </a:moveTo>
                <a:lnTo>
                  <a:pt x="71966" y="426887"/>
                </a:lnTo>
                <a:lnTo>
                  <a:pt x="69078" y="426412"/>
                </a:lnTo>
                <a:close/>
                <a:moveTo>
                  <a:pt x="66425" y="374632"/>
                </a:moveTo>
                <a:lnTo>
                  <a:pt x="67553" y="375494"/>
                </a:lnTo>
                <a:lnTo>
                  <a:pt x="65861" y="375063"/>
                </a:lnTo>
                <a:close/>
                <a:moveTo>
                  <a:pt x="23745" y="141577"/>
                </a:moveTo>
                <a:lnTo>
                  <a:pt x="25151" y="142502"/>
                </a:lnTo>
                <a:lnTo>
                  <a:pt x="23043" y="142039"/>
                </a:lnTo>
                <a:close/>
                <a:moveTo>
                  <a:pt x="67849" y="291"/>
                </a:moveTo>
                <a:lnTo>
                  <a:pt x="69317" y="1237"/>
                </a:lnTo>
                <a:lnTo>
                  <a:pt x="67115" y="764"/>
                </a:lnTo>
                <a:close/>
                <a:moveTo>
                  <a:pt x="70598" y="434996"/>
                </a:moveTo>
                <a:lnTo>
                  <a:pt x="72268" y="436390"/>
                </a:lnTo>
                <a:lnTo>
                  <a:pt x="69762" y="435693"/>
                </a:lnTo>
                <a:close/>
                <a:moveTo>
                  <a:pt x="27321" y="305001"/>
                </a:moveTo>
                <a:lnTo>
                  <a:pt x="28121" y="306524"/>
                </a:lnTo>
                <a:lnTo>
                  <a:pt x="26921" y="305762"/>
                </a:lnTo>
                <a:close/>
                <a:moveTo>
                  <a:pt x="40975" y="100923"/>
                </a:moveTo>
                <a:lnTo>
                  <a:pt x="41715" y="101806"/>
                </a:lnTo>
                <a:lnTo>
                  <a:pt x="40605" y="101365"/>
                </a:lnTo>
                <a:close/>
                <a:moveTo>
                  <a:pt x="24931" y="290318"/>
                </a:moveTo>
                <a:lnTo>
                  <a:pt x="26140" y="290669"/>
                </a:lnTo>
                <a:lnTo>
                  <a:pt x="24327" y="290493"/>
                </a:lnTo>
                <a:close/>
                <a:moveTo>
                  <a:pt x="23541" y="197968"/>
                </a:moveTo>
                <a:lnTo>
                  <a:pt x="25722" y="199657"/>
                </a:lnTo>
                <a:lnTo>
                  <a:pt x="22450" y="198812"/>
                </a:lnTo>
                <a:close/>
                <a:moveTo>
                  <a:pt x="43859" y="421347"/>
                </a:moveTo>
                <a:lnTo>
                  <a:pt x="44488" y="421956"/>
                </a:lnTo>
                <a:lnTo>
                  <a:pt x="43544" y="421651"/>
                </a:lnTo>
                <a:close/>
                <a:moveTo>
                  <a:pt x="11308" y="111884"/>
                </a:moveTo>
                <a:lnTo>
                  <a:pt x="12177" y="112994"/>
                </a:lnTo>
                <a:lnTo>
                  <a:pt x="10874" y="112439"/>
                </a:lnTo>
                <a:close/>
                <a:moveTo>
                  <a:pt x="62845" y="154216"/>
                </a:moveTo>
                <a:lnTo>
                  <a:pt x="63792" y="155224"/>
                </a:lnTo>
                <a:lnTo>
                  <a:pt x="62371" y="154720"/>
                </a:lnTo>
                <a:close/>
                <a:moveTo>
                  <a:pt x="67150" y="221221"/>
                </a:moveTo>
                <a:lnTo>
                  <a:pt x="69317" y="221983"/>
                </a:lnTo>
                <a:lnTo>
                  <a:pt x="66067" y="221602"/>
                </a:lnTo>
                <a:close/>
                <a:moveTo>
                  <a:pt x="39394" y="274996"/>
                </a:moveTo>
                <a:lnTo>
                  <a:pt x="41075" y="276551"/>
                </a:lnTo>
                <a:lnTo>
                  <a:pt x="38553" y="275773"/>
                </a:lnTo>
                <a:close/>
                <a:moveTo>
                  <a:pt x="9088" y="89939"/>
                </a:moveTo>
                <a:lnTo>
                  <a:pt x="9633" y="91401"/>
                </a:lnTo>
                <a:lnTo>
                  <a:pt x="8815" y="90670"/>
                </a:lnTo>
                <a:close/>
                <a:moveTo>
                  <a:pt x="35317" y="215569"/>
                </a:moveTo>
                <a:lnTo>
                  <a:pt x="35733" y="217070"/>
                </a:lnTo>
                <a:lnTo>
                  <a:pt x="35109" y="216319"/>
                </a:lnTo>
                <a:close/>
                <a:moveTo>
                  <a:pt x="68697" y="5996"/>
                </a:moveTo>
                <a:lnTo>
                  <a:pt x="70875" y="7022"/>
                </a:lnTo>
                <a:lnTo>
                  <a:pt x="67608" y="6509"/>
                </a:lnTo>
                <a:close/>
                <a:moveTo>
                  <a:pt x="8985" y="12681"/>
                </a:moveTo>
                <a:lnTo>
                  <a:pt x="10632" y="14182"/>
                </a:lnTo>
                <a:lnTo>
                  <a:pt x="8161" y="13431"/>
                </a:lnTo>
                <a:close/>
                <a:moveTo>
                  <a:pt x="29452" y="379646"/>
                </a:moveTo>
                <a:lnTo>
                  <a:pt x="29808" y="381250"/>
                </a:lnTo>
                <a:lnTo>
                  <a:pt x="29274" y="380448"/>
                </a:lnTo>
                <a:close/>
                <a:moveTo>
                  <a:pt x="11834" y="81318"/>
                </a:moveTo>
                <a:lnTo>
                  <a:pt x="12805" y="82113"/>
                </a:lnTo>
                <a:lnTo>
                  <a:pt x="11349" y="81715"/>
                </a:lnTo>
                <a:close/>
                <a:moveTo>
                  <a:pt x="63638" y="220345"/>
                </a:moveTo>
                <a:lnTo>
                  <a:pt x="64782" y="221862"/>
                </a:lnTo>
                <a:lnTo>
                  <a:pt x="63066" y="221103"/>
                </a:lnTo>
                <a:close/>
                <a:moveTo>
                  <a:pt x="30970" y="135969"/>
                </a:moveTo>
                <a:lnTo>
                  <a:pt x="31961" y="137143"/>
                </a:lnTo>
                <a:lnTo>
                  <a:pt x="30474" y="136556"/>
                </a:lnTo>
                <a:close/>
                <a:moveTo>
                  <a:pt x="64422" y="404252"/>
                </a:moveTo>
                <a:lnTo>
                  <a:pt x="64815" y="405102"/>
                </a:lnTo>
                <a:lnTo>
                  <a:pt x="64226" y="404677"/>
                </a:lnTo>
                <a:close/>
                <a:moveTo>
                  <a:pt x="49574" y="216574"/>
                </a:moveTo>
                <a:lnTo>
                  <a:pt x="51285" y="218280"/>
                </a:lnTo>
                <a:lnTo>
                  <a:pt x="48719" y="217427"/>
                </a:lnTo>
                <a:close/>
                <a:moveTo>
                  <a:pt x="3946" y="304232"/>
                </a:moveTo>
                <a:lnTo>
                  <a:pt x="4741" y="305511"/>
                </a:lnTo>
                <a:lnTo>
                  <a:pt x="3548" y="304872"/>
                </a:lnTo>
                <a:close/>
                <a:moveTo>
                  <a:pt x="14048" y="61265"/>
                </a:moveTo>
                <a:lnTo>
                  <a:pt x="15967" y="62548"/>
                </a:lnTo>
                <a:lnTo>
                  <a:pt x="13089" y="61906"/>
                </a:lnTo>
                <a:close/>
                <a:moveTo>
                  <a:pt x="45475" y="187638"/>
                </a:moveTo>
                <a:lnTo>
                  <a:pt x="46296" y="188032"/>
                </a:lnTo>
                <a:lnTo>
                  <a:pt x="45064" y="187835"/>
                </a:lnTo>
                <a:close/>
                <a:moveTo>
                  <a:pt x="67169" y="346420"/>
                </a:moveTo>
                <a:lnTo>
                  <a:pt x="68912" y="346838"/>
                </a:lnTo>
                <a:lnTo>
                  <a:pt x="66297" y="346629"/>
                </a:lnTo>
                <a:close/>
                <a:moveTo>
                  <a:pt x="1587" y="203974"/>
                </a:moveTo>
                <a:lnTo>
                  <a:pt x="2123" y="205194"/>
                </a:lnTo>
                <a:lnTo>
                  <a:pt x="1319" y="204584"/>
                </a:lnTo>
                <a:close/>
                <a:moveTo>
                  <a:pt x="22276" y="339844"/>
                </a:moveTo>
                <a:lnTo>
                  <a:pt x="22931" y="340892"/>
                </a:lnTo>
                <a:lnTo>
                  <a:pt x="21949" y="340368"/>
                </a:lnTo>
                <a:close/>
                <a:moveTo>
                  <a:pt x="29562" y="101650"/>
                </a:moveTo>
                <a:lnTo>
                  <a:pt x="30525" y="102236"/>
                </a:lnTo>
                <a:lnTo>
                  <a:pt x="29081" y="101943"/>
                </a:lnTo>
                <a:close/>
                <a:moveTo>
                  <a:pt x="21923" y="193135"/>
                </a:moveTo>
                <a:lnTo>
                  <a:pt x="22998" y="194424"/>
                </a:lnTo>
                <a:lnTo>
                  <a:pt x="21385" y="193780"/>
                </a:lnTo>
                <a:close/>
                <a:moveTo>
                  <a:pt x="62286" y="220516"/>
                </a:moveTo>
                <a:lnTo>
                  <a:pt x="63006" y="221581"/>
                </a:lnTo>
                <a:lnTo>
                  <a:pt x="61927" y="221048"/>
                </a:lnTo>
                <a:close/>
                <a:moveTo>
                  <a:pt x="11286" y="367459"/>
                </a:moveTo>
                <a:lnTo>
                  <a:pt x="11664" y="368183"/>
                </a:lnTo>
                <a:lnTo>
                  <a:pt x="11097" y="367821"/>
                </a:lnTo>
                <a:close/>
                <a:moveTo>
                  <a:pt x="65638" y="254077"/>
                </a:moveTo>
                <a:lnTo>
                  <a:pt x="66621" y="254429"/>
                </a:lnTo>
                <a:lnTo>
                  <a:pt x="65147" y="254253"/>
                </a:lnTo>
                <a:close/>
                <a:moveTo>
                  <a:pt x="13287" y="365715"/>
                </a:moveTo>
                <a:lnTo>
                  <a:pt x="13779" y="367057"/>
                </a:lnTo>
                <a:lnTo>
                  <a:pt x="13041" y="366386"/>
                </a:lnTo>
                <a:close/>
                <a:moveTo>
                  <a:pt x="12142" y="330910"/>
                </a:moveTo>
                <a:lnTo>
                  <a:pt x="12702" y="331405"/>
                </a:lnTo>
                <a:lnTo>
                  <a:pt x="11862" y="331157"/>
                </a:lnTo>
                <a:close/>
                <a:moveTo>
                  <a:pt x="14460" y="415535"/>
                </a:moveTo>
                <a:lnTo>
                  <a:pt x="14843" y="416550"/>
                </a:lnTo>
                <a:lnTo>
                  <a:pt x="14269" y="416043"/>
                </a:lnTo>
                <a:close/>
                <a:moveTo>
                  <a:pt x="64326" y="295168"/>
                </a:moveTo>
                <a:lnTo>
                  <a:pt x="64705" y="296463"/>
                </a:lnTo>
                <a:lnTo>
                  <a:pt x="64137" y="295816"/>
                </a:lnTo>
                <a:close/>
                <a:moveTo>
                  <a:pt x="22396" y="96652"/>
                </a:moveTo>
                <a:lnTo>
                  <a:pt x="22994" y="97123"/>
                </a:lnTo>
                <a:lnTo>
                  <a:pt x="22097" y="96888"/>
                </a:lnTo>
                <a:close/>
                <a:moveTo>
                  <a:pt x="40128" y="330132"/>
                </a:moveTo>
                <a:lnTo>
                  <a:pt x="42142" y="331389"/>
                </a:lnTo>
                <a:lnTo>
                  <a:pt x="39121" y="330760"/>
                </a:lnTo>
                <a:close/>
                <a:moveTo>
                  <a:pt x="31362" y="398978"/>
                </a:moveTo>
                <a:lnTo>
                  <a:pt x="32026" y="400663"/>
                </a:lnTo>
                <a:lnTo>
                  <a:pt x="31030" y="399820"/>
                </a:lnTo>
                <a:close/>
                <a:moveTo>
                  <a:pt x="69490" y="236034"/>
                </a:moveTo>
                <a:lnTo>
                  <a:pt x="71219" y="237260"/>
                </a:lnTo>
                <a:lnTo>
                  <a:pt x="68626" y="236647"/>
                </a:lnTo>
                <a:close/>
                <a:moveTo>
                  <a:pt x="49594" y="297067"/>
                </a:moveTo>
                <a:lnTo>
                  <a:pt x="51221" y="298383"/>
                </a:lnTo>
                <a:lnTo>
                  <a:pt x="48780" y="297725"/>
                </a:lnTo>
                <a:close/>
                <a:moveTo>
                  <a:pt x="34623" y="82291"/>
                </a:moveTo>
                <a:lnTo>
                  <a:pt x="35590" y="83081"/>
                </a:lnTo>
                <a:lnTo>
                  <a:pt x="34139" y="82686"/>
                </a:lnTo>
                <a:close/>
                <a:moveTo>
                  <a:pt x="48843" y="58334"/>
                </a:moveTo>
                <a:lnTo>
                  <a:pt x="50474" y="59342"/>
                </a:lnTo>
                <a:lnTo>
                  <a:pt x="48028" y="58838"/>
                </a:lnTo>
                <a:close/>
                <a:moveTo>
                  <a:pt x="65331" y="184445"/>
                </a:moveTo>
                <a:lnTo>
                  <a:pt x="67063" y="184962"/>
                </a:lnTo>
                <a:lnTo>
                  <a:pt x="64465" y="184703"/>
                </a:lnTo>
                <a:close/>
                <a:moveTo>
                  <a:pt x="10762" y="372155"/>
                </a:moveTo>
                <a:lnTo>
                  <a:pt x="12631" y="372821"/>
                </a:lnTo>
                <a:lnTo>
                  <a:pt x="9827" y="372488"/>
                </a:lnTo>
                <a:close/>
                <a:moveTo>
                  <a:pt x="30223" y="333267"/>
                </a:moveTo>
                <a:lnTo>
                  <a:pt x="30726" y="334591"/>
                </a:lnTo>
                <a:lnTo>
                  <a:pt x="29971" y="333929"/>
                </a:lnTo>
                <a:close/>
                <a:moveTo>
                  <a:pt x="49416" y="415272"/>
                </a:moveTo>
                <a:lnTo>
                  <a:pt x="51611" y="416734"/>
                </a:lnTo>
                <a:lnTo>
                  <a:pt x="48319" y="416003"/>
                </a:lnTo>
                <a:close/>
                <a:moveTo>
                  <a:pt x="8942" y="357144"/>
                </a:moveTo>
                <a:lnTo>
                  <a:pt x="9589" y="357862"/>
                </a:lnTo>
                <a:lnTo>
                  <a:pt x="8618" y="357503"/>
                </a:lnTo>
                <a:close/>
                <a:moveTo>
                  <a:pt x="57834" y="215905"/>
                </a:moveTo>
                <a:lnTo>
                  <a:pt x="58968" y="217534"/>
                </a:lnTo>
                <a:lnTo>
                  <a:pt x="57268" y="216719"/>
                </a:lnTo>
                <a:close/>
                <a:moveTo>
                  <a:pt x="60079" y="130187"/>
                </a:moveTo>
                <a:lnTo>
                  <a:pt x="61978" y="131975"/>
                </a:lnTo>
                <a:lnTo>
                  <a:pt x="59129" y="131081"/>
                </a:lnTo>
                <a:close/>
                <a:moveTo>
                  <a:pt x="48580" y="96344"/>
                </a:moveTo>
                <a:lnTo>
                  <a:pt x="49917" y="97485"/>
                </a:lnTo>
                <a:lnTo>
                  <a:pt x="47912" y="96914"/>
                </a:lnTo>
                <a:close/>
                <a:moveTo>
                  <a:pt x="20686" y="324851"/>
                </a:moveTo>
                <a:lnTo>
                  <a:pt x="21255" y="325406"/>
                </a:lnTo>
                <a:lnTo>
                  <a:pt x="20402" y="325128"/>
                </a:lnTo>
                <a:close/>
                <a:moveTo>
                  <a:pt x="67262" y="147809"/>
                </a:moveTo>
                <a:lnTo>
                  <a:pt x="67886" y="149282"/>
                </a:lnTo>
                <a:lnTo>
                  <a:pt x="66949" y="148546"/>
                </a:lnTo>
                <a:close/>
                <a:moveTo>
                  <a:pt x="56844" y="192497"/>
                </a:moveTo>
                <a:lnTo>
                  <a:pt x="58097" y="192811"/>
                </a:lnTo>
                <a:lnTo>
                  <a:pt x="56217" y="192654"/>
                </a:lnTo>
                <a:close/>
                <a:moveTo>
                  <a:pt x="1796" y="394624"/>
                </a:moveTo>
                <a:lnTo>
                  <a:pt x="3905" y="396001"/>
                </a:lnTo>
                <a:lnTo>
                  <a:pt x="741" y="395313"/>
                </a:lnTo>
                <a:close/>
                <a:moveTo>
                  <a:pt x="48863" y="176498"/>
                </a:moveTo>
                <a:lnTo>
                  <a:pt x="49774" y="177892"/>
                </a:lnTo>
                <a:lnTo>
                  <a:pt x="48407" y="177195"/>
                </a:lnTo>
                <a:close/>
                <a:moveTo>
                  <a:pt x="56060" y="35994"/>
                </a:moveTo>
                <a:lnTo>
                  <a:pt x="56626" y="36398"/>
                </a:lnTo>
                <a:lnTo>
                  <a:pt x="55777" y="36196"/>
                </a:lnTo>
                <a:close/>
                <a:moveTo>
                  <a:pt x="50104" y="210816"/>
                </a:moveTo>
                <a:lnTo>
                  <a:pt x="50593" y="211869"/>
                </a:lnTo>
                <a:lnTo>
                  <a:pt x="49859" y="211343"/>
                </a:lnTo>
                <a:close/>
                <a:moveTo>
                  <a:pt x="66351" y="335601"/>
                </a:moveTo>
                <a:lnTo>
                  <a:pt x="68054" y="336860"/>
                </a:lnTo>
                <a:lnTo>
                  <a:pt x="65500" y="336230"/>
                </a:lnTo>
                <a:close/>
                <a:moveTo>
                  <a:pt x="14574" y="237924"/>
                </a:moveTo>
                <a:lnTo>
                  <a:pt x="15748" y="239632"/>
                </a:lnTo>
                <a:lnTo>
                  <a:pt x="13987" y="238778"/>
                </a:lnTo>
                <a:close/>
                <a:moveTo>
                  <a:pt x="2482" y="10362"/>
                </a:moveTo>
                <a:lnTo>
                  <a:pt x="2891" y="10772"/>
                </a:lnTo>
                <a:lnTo>
                  <a:pt x="2277" y="10567"/>
                </a:lnTo>
                <a:close/>
                <a:moveTo>
                  <a:pt x="22874" y="279281"/>
                </a:moveTo>
                <a:lnTo>
                  <a:pt x="24618" y="280792"/>
                </a:lnTo>
                <a:lnTo>
                  <a:pt x="22002" y="280036"/>
                </a:lnTo>
                <a:close/>
                <a:moveTo>
                  <a:pt x="6437" y="181428"/>
                </a:moveTo>
                <a:lnTo>
                  <a:pt x="7872" y="182234"/>
                </a:lnTo>
                <a:lnTo>
                  <a:pt x="5719" y="181831"/>
                </a:lnTo>
                <a:close/>
                <a:moveTo>
                  <a:pt x="19792" y="75209"/>
                </a:moveTo>
                <a:lnTo>
                  <a:pt x="20781" y="75656"/>
                </a:lnTo>
                <a:lnTo>
                  <a:pt x="19297" y="75433"/>
                </a:lnTo>
                <a:close/>
                <a:moveTo>
                  <a:pt x="70648" y="315807"/>
                </a:moveTo>
                <a:lnTo>
                  <a:pt x="72754" y="316198"/>
                </a:lnTo>
                <a:lnTo>
                  <a:pt x="69596" y="316003"/>
                </a:lnTo>
                <a:close/>
                <a:moveTo>
                  <a:pt x="8666" y="285289"/>
                </a:moveTo>
                <a:lnTo>
                  <a:pt x="10822" y="286193"/>
                </a:lnTo>
                <a:lnTo>
                  <a:pt x="7588" y="285741"/>
                </a:lnTo>
                <a:close/>
                <a:moveTo>
                  <a:pt x="22671" y="173553"/>
                </a:moveTo>
                <a:lnTo>
                  <a:pt x="23027" y="174157"/>
                </a:lnTo>
                <a:lnTo>
                  <a:pt x="22493" y="173855"/>
                </a:lnTo>
                <a:close/>
                <a:moveTo>
                  <a:pt x="11129" y="62996"/>
                </a:moveTo>
                <a:lnTo>
                  <a:pt x="13280" y="64273"/>
                </a:lnTo>
                <a:lnTo>
                  <a:pt x="10054" y="63635"/>
                </a:lnTo>
                <a:close/>
                <a:moveTo>
                  <a:pt x="58959" y="185410"/>
                </a:moveTo>
                <a:lnTo>
                  <a:pt x="60298" y="186259"/>
                </a:lnTo>
                <a:lnTo>
                  <a:pt x="58290" y="185834"/>
                </a:lnTo>
                <a:close/>
                <a:moveTo>
                  <a:pt x="33236" y="345177"/>
                </a:moveTo>
                <a:lnTo>
                  <a:pt x="34843" y="345710"/>
                </a:lnTo>
                <a:lnTo>
                  <a:pt x="32433" y="345443"/>
                </a:lnTo>
                <a:close/>
                <a:moveTo>
                  <a:pt x="19297" y="285674"/>
                </a:moveTo>
                <a:lnTo>
                  <a:pt x="20587" y="286781"/>
                </a:lnTo>
                <a:lnTo>
                  <a:pt x="18652" y="286228"/>
                </a:lnTo>
                <a:close/>
                <a:moveTo>
                  <a:pt x="3959" y="125088"/>
                </a:moveTo>
                <a:lnTo>
                  <a:pt x="5123" y="126739"/>
                </a:lnTo>
                <a:lnTo>
                  <a:pt x="3377" y="125913"/>
                </a:lnTo>
                <a:close/>
                <a:moveTo>
                  <a:pt x="68886" y="38102"/>
                </a:moveTo>
                <a:lnTo>
                  <a:pt x="70025" y="38684"/>
                </a:lnTo>
                <a:lnTo>
                  <a:pt x="68316" y="38393"/>
                </a:lnTo>
                <a:close/>
                <a:moveTo>
                  <a:pt x="29734" y="261602"/>
                </a:moveTo>
                <a:lnTo>
                  <a:pt x="31446" y="262781"/>
                </a:lnTo>
                <a:lnTo>
                  <a:pt x="28878" y="262192"/>
                </a:lnTo>
                <a:close/>
                <a:moveTo>
                  <a:pt x="44266" y="258302"/>
                </a:moveTo>
                <a:lnTo>
                  <a:pt x="44954" y="258886"/>
                </a:lnTo>
                <a:lnTo>
                  <a:pt x="43922" y="258594"/>
                </a:lnTo>
                <a:close/>
                <a:moveTo>
                  <a:pt x="35332" y="31583"/>
                </a:moveTo>
                <a:lnTo>
                  <a:pt x="36384" y="32820"/>
                </a:lnTo>
                <a:lnTo>
                  <a:pt x="34806" y="32201"/>
                </a:lnTo>
                <a:close/>
                <a:moveTo>
                  <a:pt x="61921" y="425831"/>
                </a:moveTo>
                <a:lnTo>
                  <a:pt x="63337" y="426344"/>
                </a:lnTo>
                <a:lnTo>
                  <a:pt x="61213" y="426088"/>
                </a:lnTo>
                <a:close/>
                <a:moveTo>
                  <a:pt x="40717" y="297134"/>
                </a:moveTo>
                <a:lnTo>
                  <a:pt x="41470" y="298678"/>
                </a:lnTo>
                <a:lnTo>
                  <a:pt x="40340" y="297906"/>
                </a:lnTo>
                <a:close/>
                <a:moveTo>
                  <a:pt x="14194" y="282488"/>
                </a:moveTo>
                <a:lnTo>
                  <a:pt x="16298" y="284064"/>
                </a:lnTo>
                <a:lnTo>
                  <a:pt x="13141" y="283276"/>
                </a:lnTo>
                <a:close/>
                <a:moveTo>
                  <a:pt x="53623" y="127653"/>
                </a:moveTo>
                <a:lnTo>
                  <a:pt x="54742" y="129291"/>
                </a:lnTo>
                <a:lnTo>
                  <a:pt x="53064" y="128472"/>
                </a:lnTo>
                <a:close/>
                <a:moveTo>
                  <a:pt x="35071" y="88848"/>
                </a:moveTo>
                <a:lnTo>
                  <a:pt x="36048" y="89256"/>
                </a:lnTo>
                <a:lnTo>
                  <a:pt x="34583" y="89052"/>
                </a:lnTo>
                <a:close/>
                <a:moveTo>
                  <a:pt x="67749" y="165276"/>
                </a:moveTo>
                <a:lnTo>
                  <a:pt x="68990" y="165667"/>
                </a:lnTo>
                <a:lnTo>
                  <a:pt x="67129" y="165471"/>
                </a:lnTo>
                <a:close/>
                <a:moveTo>
                  <a:pt x="44455" y="68052"/>
                </a:moveTo>
                <a:lnTo>
                  <a:pt x="45180" y="69510"/>
                </a:lnTo>
                <a:lnTo>
                  <a:pt x="44093" y="68781"/>
                </a:lnTo>
                <a:close/>
                <a:moveTo>
                  <a:pt x="34570" y="243657"/>
                </a:moveTo>
                <a:lnTo>
                  <a:pt x="35422" y="244069"/>
                </a:lnTo>
                <a:lnTo>
                  <a:pt x="34145" y="243863"/>
                </a:lnTo>
                <a:close/>
                <a:moveTo>
                  <a:pt x="24056" y="167500"/>
                </a:moveTo>
                <a:lnTo>
                  <a:pt x="26058" y="168874"/>
                </a:lnTo>
                <a:lnTo>
                  <a:pt x="23055" y="168187"/>
                </a:lnTo>
                <a:close/>
                <a:moveTo>
                  <a:pt x="32866" y="240695"/>
                </a:moveTo>
                <a:lnTo>
                  <a:pt x="34519" y="242113"/>
                </a:lnTo>
                <a:lnTo>
                  <a:pt x="32039" y="241404"/>
                </a:lnTo>
                <a:close/>
                <a:moveTo>
                  <a:pt x="53830" y="124632"/>
                </a:moveTo>
                <a:lnTo>
                  <a:pt x="54909" y="125361"/>
                </a:lnTo>
                <a:lnTo>
                  <a:pt x="53290" y="124997"/>
                </a:lnTo>
                <a:close/>
                <a:moveTo>
                  <a:pt x="27147" y="360383"/>
                </a:moveTo>
                <a:lnTo>
                  <a:pt x="28330" y="360753"/>
                </a:lnTo>
                <a:lnTo>
                  <a:pt x="26556" y="360568"/>
                </a:lnTo>
                <a:close/>
                <a:moveTo>
                  <a:pt x="52363" y="148665"/>
                </a:moveTo>
                <a:lnTo>
                  <a:pt x="54030" y="150337"/>
                </a:lnTo>
                <a:lnTo>
                  <a:pt x="51529" y="149501"/>
                </a:lnTo>
                <a:close/>
                <a:moveTo>
                  <a:pt x="63953" y="245670"/>
                </a:moveTo>
                <a:lnTo>
                  <a:pt x="64334" y="247331"/>
                </a:lnTo>
                <a:lnTo>
                  <a:pt x="63762" y="246500"/>
                </a:lnTo>
                <a:close/>
                <a:moveTo>
                  <a:pt x="4177" y="227860"/>
                </a:moveTo>
                <a:lnTo>
                  <a:pt x="4593" y="228264"/>
                </a:lnTo>
                <a:lnTo>
                  <a:pt x="3969" y="228062"/>
                </a:lnTo>
                <a:close/>
                <a:moveTo>
                  <a:pt x="60848" y="297253"/>
                </a:moveTo>
                <a:lnTo>
                  <a:pt x="62338" y="297829"/>
                </a:lnTo>
                <a:lnTo>
                  <a:pt x="60104" y="297541"/>
                </a:lnTo>
                <a:close/>
                <a:moveTo>
                  <a:pt x="18011" y="131712"/>
                </a:moveTo>
                <a:lnTo>
                  <a:pt x="19852" y="132362"/>
                </a:lnTo>
                <a:lnTo>
                  <a:pt x="17090" y="132037"/>
                </a:lnTo>
                <a:close/>
                <a:moveTo>
                  <a:pt x="41638" y="372526"/>
                </a:moveTo>
                <a:lnTo>
                  <a:pt x="42164" y="373432"/>
                </a:lnTo>
                <a:lnTo>
                  <a:pt x="41374" y="372979"/>
                </a:lnTo>
                <a:close/>
                <a:moveTo>
                  <a:pt x="18149" y="255837"/>
                </a:moveTo>
                <a:lnTo>
                  <a:pt x="19108" y="257580"/>
                </a:lnTo>
                <a:lnTo>
                  <a:pt x="17670" y="256708"/>
                </a:lnTo>
                <a:close/>
                <a:moveTo>
                  <a:pt x="23854" y="376447"/>
                </a:moveTo>
                <a:lnTo>
                  <a:pt x="24950" y="377493"/>
                </a:lnTo>
                <a:lnTo>
                  <a:pt x="23306" y="376970"/>
                </a:lnTo>
                <a:close/>
                <a:moveTo>
                  <a:pt x="53069" y="318462"/>
                </a:moveTo>
                <a:lnTo>
                  <a:pt x="54637" y="319110"/>
                </a:lnTo>
                <a:lnTo>
                  <a:pt x="52285" y="318786"/>
                </a:lnTo>
                <a:close/>
                <a:moveTo>
                  <a:pt x="32467" y="32722"/>
                </a:moveTo>
                <a:lnTo>
                  <a:pt x="33226" y="33717"/>
                </a:lnTo>
                <a:lnTo>
                  <a:pt x="32088" y="33219"/>
                </a:lnTo>
                <a:close/>
                <a:moveTo>
                  <a:pt x="63037" y="378622"/>
                </a:moveTo>
                <a:lnTo>
                  <a:pt x="63878" y="380001"/>
                </a:lnTo>
                <a:lnTo>
                  <a:pt x="62617" y="379312"/>
                </a:lnTo>
                <a:close/>
                <a:moveTo>
                  <a:pt x="69701" y="299980"/>
                </a:moveTo>
                <a:lnTo>
                  <a:pt x="71654" y="300956"/>
                </a:lnTo>
                <a:lnTo>
                  <a:pt x="68724" y="300468"/>
                </a:lnTo>
                <a:close/>
                <a:moveTo>
                  <a:pt x="57013" y="267520"/>
                </a:moveTo>
                <a:lnTo>
                  <a:pt x="58369" y="268509"/>
                </a:lnTo>
                <a:lnTo>
                  <a:pt x="56336" y="268014"/>
                </a:lnTo>
                <a:close/>
                <a:moveTo>
                  <a:pt x="41849" y="221938"/>
                </a:moveTo>
                <a:lnTo>
                  <a:pt x="43231" y="222303"/>
                </a:lnTo>
                <a:lnTo>
                  <a:pt x="41159" y="222121"/>
                </a:lnTo>
                <a:close/>
                <a:moveTo>
                  <a:pt x="50937" y="80377"/>
                </a:moveTo>
                <a:lnTo>
                  <a:pt x="51491" y="82024"/>
                </a:lnTo>
                <a:lnTo>
                  <a:pt x="50660" y="81200"/>
                </a:lnTo>
                <a:close/>
                <a:moveTo>
                  <a:pt x="58771" y="349944"/>
                </a:moveTo>
                <a:lnTo>
                  <a:pt x="59909" y="350473"/>
                </a:lnTo>
                <a:lnTo>
                  <a:pt x="58203" y="350208"/>
                </a:lnTo>
                <a:close/>
                <a:moveTo>
                  <a:pt x="27049" y="55096"/>
                </a:moveTo>
                <a:lnTo>
                  <a:pt x="28223" y="55774"/>
                </a:lnTo>
                <a:lnTo>
                  <a:pt x="26462" y="55435"/>
                </a:lnTo>
                <a:close/>
                <a:moveTo>
                  <a:pt x="30876" y="393000"/>
                </a:moveTo>
                <a:lnTo>
                  <a:pt x="32971" y="393532"/>
                </a:lnTo>
                <a:lnTo>
                  <a:pt x="29829" y="393266"/>
                </a:lnTo>
                <a:close/>
                <a:moveTo>
                  <a:pt x="42549" y="376290"/>
                </a:moveTo>
                <a:lnTo>
                  <a:pt x="44712" y="377401"/>
                </a:lnTo>
                <a:lnTo>
                  <a:pt x="41467" y="376846"/>
                </a:lnTo>
                <a:close/>
                <a:moveTo>
                  <a:pt x="53412" y="50025"/>
                </a:moveTo>
                <a:lnTo>
                  <a:pt x="54318" y="51421"/>
                </a:lnTo>
                <a:lnTo>
                  <a:pt x="52959" y="50723"/>
                </a:lnTo>
                <a:close/>
                <a:moveTo>
                  <a:pt x="62259" y="58025"/>
                </a:moveTo>
                <a:lnTo>
                  <a:pt x="64199" y="59592"/>
                </a:lnTo>
                <a:lnTo>
                  <a:pt x="61289" y="58809"/>
                </a:lnTo>
                <a:close/>
                <a:moveTo>
                  <a:pt x="7055" y="273707"/>
                </a:moveTo>
                <a:lnTo>
                  <a:pt x="7953" y="275241"/>
                </a:lnTo>
                <a:lnTo>
                  <a:pt x="6606" y="274474"/>
                </a:lnTo>
                <a:close/>
                <a:moveTo>
                  <a:pt x="27553" y="392135"/>
                </a:moveTo>
                <a:lnTo>
                  <a:pt x="29221" y="392826"/>
                </a:lnTo>
                <a:lnTo>
                  <a:pt x="26719" y="392481"/>
                </a:lnTo>
                <a:close/>
                <a:moveTo>
                  <a:pt x="35185" y="245954"/>
                </a:moveTo>
                <a:lnTo>
                  <a:pt x="36302" y="247511"/>
                </a:lnTo>
                <a:lnTo>
                  <a:pt x="34627" y="246733"/>
                </a:lnTo>
                <a:close/>
                <a:moveTo>
                  <a:pt x="9949" y="387193"/>
                </a:moveTo>
                <a:lnTo>
                  <a:pt x="12018" y="387957"/>
                </a:lnTo>
                <a:lnTo>
                  <a:pt x="8914" y="387575"/>
                </a:lnTo>
                <a:close/>
                <a:moveTo>
                  <a:pt x="48248" y="275663"/>
                </a:moveTo>
                <a:lnTo>
                  <a:pt x="50280" y="276220"/>
                </a:lnTo>
                <a:lnTo>
                  <a:pt x="47232" y="275942"/>
                </a:lnTo>
                <a:close/>
                <a:moveTo>
                  <a:pt x="60617" y="327385"/>
                </a:moveTo>
                <a:lnTo>
                  <a:pt x="62353" y="328412"/>
                </a:lnTo>
                <a:lnTo>
                  <a:pt x="59750" y="327899"/>
                </a:lnTo>
                <a:close/>
                <a:moveTo>
                  <a:pt x="38636" y="6515"/>
                </a:moveTo>
                <a:lnTo>
                  <a:pt x="39221" y="7835"/>
                </a:lnTo>
                <a:lnTo>
                  <a:pt x="38344" y="7175"/>
                </a:lnTo>
                <a:close/>
                <a:moveTo>
                  <a:pt x="63617" y="337037"/>
                </a:moveTo>
                <a:lnTo>
                  <a:pt x="64219" y="337814"/>
                </a:lnTo>
                <a:lnTo>
                  <a:pt x="63316" y="337425"/>
                </a:lnTo>
                <a:close/>
                <a:moveTo>
                  <a:pt x="40600" y="207454"/>
                </a:moveTo>
                <a:lnTo>
                  <a:pt x="42490" y="208770"/>
                </a:lnTo>
                <a:lnTo>
                  <a:pt x="39655" y="208112"/>
                </a:lnTo>
                <a:close/>
                <a:moveTo>
                  <a:pt x="63275" y="379598"/>
                </a:moveTo>
                <a:lnTo>
                  <a:pt x="65048" y="381086"/>
                </a:lnTo>
                <a:lnTo>
                  <a:pt x="62389" y="380342"/>
                </a:lnTo>
                <a:close/>
                <a:moveTo>
                  <a:pt x="67222" y="89386"/>
                </a:moveTo>
                <a:lnTo>
                  <a:pt x="68360" y="91049"/>
                </a:lnTo>
                <a:lnTo>
                  <a:pt x="66654" y="90217"/>
                </a:lnTo>
                <a:close/>
                <a:moveTo>
                  <a:pt x="24019" y="151917"/>
                </a:moveTo>
                <a:lnTo>
                  <a:pt x="24537" y="153223"/>
                </a:lnTo>
                <a:lnTo>
                  <a:pt x="23760" y="152570"/>
                </a:lnTo>
                <a:close/>
                <a:moveTo>
                  <a:pt x="61516" y="80509"/>
                </a:moveTo>
                <a:lnTo>
                  <a:pt x="62310" y="81044"/>
                </a:lnTo>
                <a:lnTo>
                  <a:pt x="61120" y="80776"/>
                </a:lnTo>
                <a:close/>
                <a:moveTo>
                  <a:pt x="59298" y="91493"/>
                </a:moveTo>
                <a:lnTo>
                  <a:pt x="61285" y="93215"/>
                </a:lnTo>
                <a:lnTo>
                  <a:pt x="58305" y="92354"/>
                </a:lnTo>
                <a:close/>
                <a:moveTo>
                  <a:pt x="46344" y="409649"/>
                </a:moveTo>
                <a:lnTo>
                  <a:pt x="48316" y="410698"/>
                </a:lnTo>
                <a:lnTo>
                  <a:pt x="45359" y="410173"/>
                </a:lnTo>
                <a:close/>
                <a:moveTo>
                  <a:pt x="41794" y="60834"/>
                </a:moveTo>
                <a:lnTo>
                  <a:pt x="43801" y="62530"/>
                </a:lnTo>
                <a:lnTo>
                  <a:pt x="40790" y="61682"/>
                </a:lnTo>
                <a:close/>
                <a:moveTo>
                  <a:pt x="7982" y="92073"/>
                </a:moveTo>
                <a:lnTo>
                  <a:pt x="8508" y="93422"/>
                </a:lnTo>
                <a:lnTo>
                  <a:pt x="7719" y="92747"/>
                </a:lnTo>
                <a:close/>
                <a:moveTo>
                  <a:pt x="17731" y="24"/>
                </a:moveTo>
                <a:lnTo>
                  <a:pt x="19908" y="693"/>
                </a:lnTo>
                <a:lnTo>
                  <a:pt x="16642" y="359"/>
                </a:lnTo>
                <a:close/>
                <a:moveTo>
                  <a:pt x="39364" y="313793"/>
                </a:moveTo>
                <a:lnTo>
                  <a:pt x="41419" y="314109"/>
                </a:lnTo>
                <a:lnTo>
                  <a:pt x="38337" y="313951"/>
                </a:lnTo>
                <a:close/>
                <a:moveTo>
                  <a:pt x="8450" y="152705"/>
                </a:moveTo>
                <a:lnTo>
                  <a:pt x="9922" y="154229"/>
                </a:lnTo>
                <a:lnTo>
                  <a:pt x="7714" y="153467"/>
                </a:lnTo>
                <a:close/>
                <a:moveTo>
                  <a:pt x="62851" y="393209"/>
                </a:moveTo>
                <a:lnTo>
                  <a:pt x="64479" y="393864"/>
                </a:lnTo>
                <a:lnTo>
                  <a:pt x="62037" y="393536"/>
                </a:lnTo>
                <a:close/>
                <a:moveTo>
                  <a:pt x="62189" y="294067"/>
                </a:moveTo>
                <a:lnTo>
                  <a:pt x="63664" y="294775"/>
                </a:lnTo>
                <a:lnTo>
                  <a:pt x="61452" y="294421"/>
                </a:lnTo>
                <a:close/>
                <a:moveTo>
                  <a:pt x="19622" y="412602"/>
                </a:moveTo>
                <a:lnTo>
                  <a:pt x="20966" y="413642"/>
                </a:lnTo>
                <a:lnTo>
                  <a:pt x="18949" y="413122"/>
                </a:lnTo>
                <a:close/>
                <a:moveTo>
                  <a:pt x="17857" y="110791"/>
                </a:moveTo>
                <a:lnTo>
                  <a:pt x="18488" y="112207"/>
                </a:lnTo>
                <a:lnTo>
                  <a:pt x="17542" y="111499"/>
                </a:lnTo>
                <a:close/>
                <a:moveTo>
                  <a:pt x="43236" y="151577"/>
                </a:moveTo>
                <a:lnTo>
                  <a:pt x="44147" y="152730"/>
                </a:lnTo>
                <a:lnTo>
                  <a:pt x="42780" y="152153"/>
                </a:lnTo>
                <a:close/>
                <a:moveTo>
                  <a:pt x="24319" y="366879"/>
                </a:moveTo>
                <a:lnTo>
                  <a:pt x="26473" y="367775"/>
                </a:lnTo>
                <a:lnTo>
                  <a:pt x="23241" y="367327"/>
                </a:lnTo>
                <a:close/>
                <a:moveTo>
                  <a:pt x="56397" y="173737"/>
                </a:moveTo>
                <a:lnTo>
                  <a:pt x="58595" y="174490"/>
                </a:lnTo>
                <a:lnTo>
                  <a:pt x="55298" y="174113"/>
                </a:lnTo>
                <a:close/>
                <a:moveTo>
                  <a:pt x="51860" y="273243"/>
                </a:moveTo>
                <a:lnTo>
                  <a:pt x="54011" y="273782"/>
                </a:lnTo>
                <a:lnTo>
                  <a:pt x="50785" y="273512"/>
                </a:lnTo>
                <a:close/>
                <a:moveTo>
                  <a:pt x="18612" y="236462"/>
                </a:moveTo>
                <a:lnTo>
                  <a:pt x="20479" y="237771"/>
                </a:lnTo>
                <a:lnTo>
                  <a:pt x="17678" y="237117"/>
                </a:lnTo>
                <a:close/>
                <a:moveTo>
                  <a:pt x="16394" y="232140"/>
                </a:moveTo>
                <a:lnTo>
                  <a:pt x="18238" y="233775"/>
                </a:lnTo>
                <a:lnTo>
                  <a:pt x="15472" y="232957"/>
                </a:lnTo>
                <a:close/>
                <a:moveTo>
                  <a:pt x="42654" y="219207"/>
                </a:moveTo>
                <a:lnTo>
                  <a:pt x="43505" y="220342"/>
                </a:lnTo>
                <a:lnTo>
                  <a:pt x="42229" y="219775"/>
                </a:lnTo>
                <a:close/>
                <a:moveTo>
                  <a:pt x="25424" y="338114"/>
                </a:moveTo>
                <a:lnTo>
                  <a:pt x="27437" y="339625"/>
                </a:lnTo>
                <a:lnTo>
                  <a:pt x="24418" y="338869"/>
                </a:lnTo>
                <a:close/>
                <a:moveTo>
                  <a:pt x="10035" y="392663"/>
                </a:moveTo>
                <a:lnTo>
                  <a:pt x="10439" y="394248"/>
                </a:lnTo>
                <a:lnTo>
                  <a:pt x="9834" y="393456"/>
                </a:lnTo>
                <a:close/>
                <a:moveTo>
                  <a:pt x="18542" y="65585"/>
                </a:moveTo>
                <a:lnTo>
                  <a:pt x="19197" y="66502"/>
                </a:lnTo>
                <a:lnTo>
                  <a:pt x="18214" y="66043"/>
                </a:lnTo>
                <a:close/>
                <a:moveTo>
                  <a:pt x="45887" y="44282"/>
                </a:moveTo>
                <a:lnTo>
                  <a:pt x="46313" y="45071"/>
                </a:lnTo>
                <a:lnTo>
                  <a:pt x="45674" y="44676"/>
                </a:lnTo>
                <a:close/>
                <a:moveTo>
                  <a:pt x="41095" y="118711"/>
                </a:moveTo>
                <a:lnTo>
                  <a:pt x="41798" y="119222"/>
                </a:lnTo>
                <a:lnTo>
                  <a:pt x="40743" y="118966"/>
                </a:lnTo>
                <a:close/>
                <a:moveTo>
                  <a:pt x="13206" y="423458"/>
                </a:moveTo>
                <a:lnTo>
                  <a:pt x="14656" y="423845"/>
                </a:lnTo>
                <a:lnTo>
                  <a:pt x="12481" y="423652"/>
                </a:lnTo>
                <a:close/>
                <a:moveTo>
                  <a:pt x="57847" y="168530"/>
                </a:moveTo>
                <a:lnTo>
                  <a:pt x="59363" y="169592"/>
                </a:lnTo>
                <a:lnTo>
                  <a:pt x="57089" y="169061"/>
                </a:lnTo>
                <a:close/>
                <a:moveTo>
                  <a:pt x="9977" y="233439"/>
                </a:moveTo>
                <a:lnTo>
                  <a:pt x="10974" y="235122"/>
                </a:lnTo>
                <a:lnTo>
                  <a:pt x="9478" y="234281"/>
                </a:lnTo>
                <a:close/>
                <a:moveTo>
                  <a:pt x="28177" y="102590"/>
                </a:moveTo>
                <a:lnTo>
                  <a:pt x="29174" y="103072"/>
                </a:lnTo>
                <a:lnTo>
                  <a:pt x="27679" y="102831"/>
                </a:lnTo>
                <a:close/>
                <a:moveTo>
                  <a:pt x="3608" y="257165"/>
                </a:moveTo>
                <a:lnTo>
                  <a:pt x="5664" y="258514"/>
                </a:lnTo>
                <a:lnTo>
                  <a:pt x="2579" y="257840"/>
                </a:lnTo>
                <a:close/>
                <a:moveTo>
                  <a:pt x="24669" y="27844"/>
                </a:moveTo>
                <a:lnTo>
                  <a:pt x="25374" y="29328"/>
                </a:lnTo>
                <a:lnTo>
                  <a:pt x="24317" y="28586"/>
                </a:lnTo>
                <a:close/>
                <a:moveTo>
                  <a:pt x="47190" y="242477"/>
                </a:moveTo>
                <a:lnTo>
                  <a:pt x="48677" y="243291"/>
                </a:lnTo>
                <a:lnTo>
                  <a:pt x="46446" y="242884"/>
                </a:lnTo>
                <a:close/>
                <a:moveTo>
                  <a:pt x="32073" y="49443"/>
                </a:moveTo>
                <a:lnTo>
                  <a:pt x="33020" y="50648"/>
                </a:lnTo>
                <a:lnTo>
                  <a:pt x="31600" y="50046"/>
                </a:lnTo>
                <a:close/>
                <a:moveTo>
                  <a:pt x="62200" y="87345"/>
                </a:moveTo>
                <a:lnTo>
                  <a:pt x="63514" y="88384"/>
                </a:lnTo>
                <a:lnTo>
                  <a:pt x="61542" y="87865"/>
                </a:lnTo>
                <a:close/>
                <a:moveTo>
                  <a:pt x="60603" y="291185"/>
                </a:moveTo>
                <a:lnTo>
                  <a:pt x="61683" y="291563"/>
                </a:lnTo>
                <a:lnTo>
                  <a:pt x="60063" y="291374"/>
                </a:lnTo>
                <a:close/>
                <a:moveTo>
                  <a:pt x="64582" y="94720"/>
                </a:moveTo>
                <a:lnTo>
                  <a:pt x="66128" y="96256"/>
                </a:lnTo>
                <a:lnTo>
                  <a:pt x="63808" y="95488"/>
                </a:lnTo>
                <a:close/>
                <a:moveTo>
                  <a:pt x="68451" y="304852"/>
                </a:moveTo>
                <a:lnTo>
                  <a:pt x="69791" y="305860"/>
                </a:lnTo>
                <a:lnTo>
                  <a:pt x="67781" y="305356"/>
                </a:lnTo>
                <a:close/>
                <a:moveTo>
                  <a:pt x="43495" y="56044"/>
                </a:moveTo>
                <a:lnTo>
                  <a:pt x="45567" y="56481"/>
                </a:lnTo>
                <a:lnTo>
                  <a:pt x="42459" y="56262"/>
                </a:lnTo>
                <a:close/>
                <a:moveTo>
                  <a:pt x="65292" y="420788"/>
                </a:moveTo>
                <a:lnTo>
                  <a:pt x="65880" y="421431"/>
                </a:lnTo>
                <a:lnTo>
                  <a:pt x="64998" y="421110"/>
                </a:lnTo>
                <a:close/>
                <a:moveTo>
                  <a:pt x="58831" y="14281"/>
                </a:moveTo>
                <a:lnTo>
                  <a:pt x="60707" y="15287"/>
                </a:lnTo>
                <a:lnTo>
                  <a:pt x="57892" y="14784"/>
                </a:lnTo>
                <a:close/>
                <a:moveTo>
                  <a:pt x="57811" y="263375"/>
                </a:moveTo>
                <a:lnTo>
                  <a:pt x="59586" y="264046"/>
                </a:lnTo>
                <a:lnTo>
                  <a:pt x="56923" y="263711"/>
                </a:lnTo>
                <a:close/>
                <a:moveTo>
                  <a:pt x="45293" y="97716"/>
                </a:moveTo>
                <a:lnTo>
                  <a:pt x="46702" y="98094"/>
                </a:lnTo>
                <a:lnTo>
                  <a:pt x="44588" y="97905"/>
                </a:lnTo>
                <a:close/>
                <a:moveTo>
                  <a:pt x="63109" y="360202"/>
                </a:moveTo>
                <a:lnTo>
                  <a:pt x="64028" y="360523"/>
                </a:lnTo>
                <a:lnTo>
                  <a:pt x="62650" y="360362"/>
                </a:lnTo>
                <a:close/>
                <a:moveTo>
                  <a:pt x="49572" y="54884"/>
                </a:moveTo>
                <a:lnTo>
                  <a:pt x="51290" y="55548"/>
                </a:lnTo>
                <a:lnTo>
                  <a:pt x="48713" y="55216"/>
                </a:lnTo>
                <a:close/>
                <a:moveTo>
                  <a:pt x="54521" y="412969"/>
                </a:moveTo>
                <a:lnTo>
                  <a:pt x="56667" y="414367"/>
                </a:lnTo>
                <a:lnTo>
                  <a:pt x="53449" y="413668"/>
                </a:lnTo>
                <a:close/>
                <a:moveTo>
                  <a:pt x="30400" y="244166"/>
                </a:moveTo>
                <a:lnTo>
                  <a:pt x="31002" y="244930"/>
                </a:lnTo>
                <a:lnTo>
                  <a:pt x="30100" y="244548"/>
                </a:lnTo>
                <a:close/>
                <a:moveTo>
                  <a:pt x="37076" y="146753"/>
                </a:moveTo>
                <a:lnTo>
                  <a:pt x="39144" y="147508"/>
                </a:lnTo>
                <a:lnTo>
                  <a:pt x="36042" y="147131"/>
                </a:lnTo>
                <a:close/>
                <a:moveTo>
                  <a:pt x="50940" y="393901"/>
                </a:moveTo>
                <a:lnTo>
                  <a:pt x="52730" y="395487"/>
                </a:lnTo>
                <a:lnTo>
                  <a:pt x="50045" y="394694"/>
                </a:lnTo>
                <a:close/>
                <a:moveTo>
                  <a:pt x="57458" y="298131"/>
                </a:moveTo>
                <a:lnTo>
                  <a:pt x="57819" y="298492"/>
                </a:lnTo>
                <a:lnTo>
                  <a:pt x="57277" y="298312"/>
                </a:lnTo>
                <a:close/>
                <a:moveTo>
                  <a:pt x="13214" y="251034"/>
                </a:moveTo>
                <a:lnTo>
                  <a:pt x="15320" y="252239"/>
                </a:lnTo>
                <a:lnTo>
                  <a:pt x="12162" y="251637"/>
                </a:lnTo>
                <a:close/>
                <a:moveTo>
                  <a:pt x="24198" y="333317"/>
                </a:moveTo>
                <a:lnTo>
                  <a:pt x="24551" y="334360"/>
                </a:lnTo>
                <a:lnTo>
                  <a:pt x="24022" y="333839"/>
                </a:lnTo>
                <a:close/>
                <a:moveTo>
                  <a:pt x="16665" y="140165"/>
                </a:moveTo>
                <a:lnTo>
                  <a:pt x="17788" y="140937"/>
                </a:lnTo>
                <a:lnTo>
                  <a:pt x="16104" y="140551"/>
                </a:lnTo>
                <a:close/>
                <a:moveTo>
                  <a:pt x="12069" y="388338"/>
                </a:moveTo>
                <a:lnTo>
                  <a:pt x="13192" y="389093"/>
                </a:lnTo>
                <a:lnTo>
                  <a:pt x="11508" y="388716"/>
                </a:lnTo>
                <a:close/>
                <a:moveTo>
                  <a:pt x="43144" y="392011"/>
                </a:moveTo>
                <a:lnTo>
                  <a:pt x="44505" y="392932"/>
                </a:lnTo>
                <a:lnTo>
                  <a:pt x="42463" y="392472"/>
                </a:lnTo>
                <a:close/>
                <a:moveTo>
                  <a:pt x="67977" y="141023"/>
                </a:moveTo>
                <a:lnTo>
                  <a:pt x="68978" y="141690"/>
                </a:lnTo>
                <a:lnTo>
                  <a:pt x="67476" y="141356"/>
                </a:lnTo>
                <a:close/>
                <a:moveTo>
                  <a:pt x="7931" y="121471"/>
                </a:moveTo>
                <a:lnTo>
                  <a:pt x="9671" y="122608"/>
                </a:lnTo>
                <a:lnTo>
                  <a:pt x="7061" y="122040"/>
                </a:lnTo>
                <a:close/>
                <a:moveTo>
                  <a:pt x="63455" y="66220"/>
                </a:moveTo>
                <a:lnTo>
                  <a:pt x="64040" y="67527"/>
                </a:lnTo>
                <a:lnTo>
                  <a:pt x="63163" y="66874"/>
                </a:lnTo>
                <a:close/>
                <a:moveTo>
                  <a:pt x="14706" y="410438"/>
                </a:moveTo>
                <a:lnTo>
                  <a:pt x="16830" y="410778"/>
                </a:lnTo>
                <a:lnTo>
                  <a:pt x="13645" y="410608"/>
                </a:lnTo>
                <a:close/>
                <a:moveTo>
                  <a:pt x="30720" y="323376"/>
                </a:moveTo>
                <a:lnTo>
                  <a:pt x="32336" y="323816"/>
                </a:lnTo>
                <a:lnTo>
                  <a:pt x="29912" y="323596"/>
                </a:lnTo>
                <a:close/>
                <a:moveTo>
                  <a:pt x="25193" y="295116"/>
                </a:moveTo>
                <a:lnTo>
                  <a:pt x="27310" y="296493"/>
                </a:lnTo>
                <a:lnTo>
                  <a:pt x="24134" y="295805"/>
                </a:lnTo>
                <a:close/>
                <a:moveTo>
                  <a:pt x="37708" y="343056"/>
                </a:moveTo>
                <a:lnTo>
                  <a:pt x="38385" y="343917"/>
                </a:lnTo>
                <a:lnTo>
                  <a:pt x="37370" y="343486"/>
                </a:lnTo>
                <a:close/>
                <a:moveTo>
                  <a:pt x="4775" y="146451"/>
                </a:moveTo>
                <a:lnTo>
                  <a:pt x="6225" y="147798"/>
                </a:lnTo>
                <a:lnTo>
                  <a:pt x="4049" y="147125"/>
                </a:lnTo>
                <a:close/>
                <a:moveTo>
                  <a:pt x="45119" y="42689"/>
                </a:moveTo>
                <a:lnTo>
                  <a:pt x="45925" y="44444"/>
                </a:lnTo>
                <a:lnTo>
                  <a:pt x="44716" y="43567"/>
                </a:lnTo>
                <a:close/>
                <a:moveTo>
                  <a:pt x="31050" y="222080"/>
                </a:moveTo>
                <a:lnTo>
                  <a:pt x="33051" y="223294"/>
                </a:lnTo>
                <a:lnTo>
                  <a:pt x="30050" y="222687"/>
                </a:lnTo>
                <a:close/>
                <a:moveTo>
                  <a:pt x="63724" y="69888"/>
                </a:moveTo>
                <a:lnTo>
                  <a:pt x="65182" y="70942"/>
                </a:lnTo>
                <a:lnTo>
                  <a:pt x="62995" y="70415"/>
                </a:lnTo>
                <a:close/>
                <a:moveTo>
                  <a:pt x="36072" y="318809"/>
                </a:moveTo>
                <a:lnTo>
                  <a:pt x="38050" y="319302"/>
                </a:lnTo>
                <a:lnTo>
                  <a:pt x="35083" y="319056"/>
                </a:lnTo>
                <a:close/>
                <a:moveTo>
                  <a:pt x="18762" y="59368"/>
                </a:moveTo>
                <a:lnTo>
                  <a:pt x="19373" y="61089"/>
                </a:lnTo>
                <a:lnTo>
                  <a:pt x="18457" y="60229"/>
                </a:lnTo>
                <a:close/>
                <a:moveTo>
                  <a:pt x="16488" y="137278"/>
                </a:moveTo>
                <a:lnTo>
                  <a:pt x="17940" y="137688"/>
                </a:lnTo>
                <a:lnTo>
                  <a:pt x="15762" y="137483"/>
                </a:lnTo>
                <a:close/>
                <a:moveTo>
                  <a:pt x="69401" y="333816"/>
                </a:moveTo>
                <a:lnTo>
                  <a:pt x="70083" y="334360"/>
                </a:lnTo>
                <a:lnTo>
                  <a:pt x="69060" y="334088"/>
                </a:lnTo>
                <a:close/>
                <a:moveTo>
                  <a:pt x="9339" y="204197"/>
                </a:moveTo>
                <a:lnTo>
                  <a:pt x="10745" y="205262"/>
                </a:lnTo>
                <a:lnTo>
                  <a:pt x="8636" y="204730"/>
                </a:lnTo>
                <a:close/>
                <a:moveTo>
                  <a:pt x="66214" y="170165"/>
                </a:moveTo>
                <a:lnTo>
                  <a:pt x="67969" y="171062"/>
                </a:lnTo>
                <a:lnTo>
                  <a:pt x="65337" y="170613"/>
                </a:lnTo>
                <a:close/>
                <a:moveTo>
                  <a:pt x="23313" y="251169"/>
                </a:moveTo>
                <a:lnTo>
                  <a:pt x="24649" y="252744"/>
                </a:lnTo>
                <a:lnTo>
                  <a:pt x="22645" y="251957"/>
                </a:lnTo>
                <a:close/>
                <a:moveTo>
                  <a:pt x="25143" y="145221"/>
                </a:moveTo>
                <a:lnTo>
                  <a:pt x="26579" y="146280"/>
                </a:lnTo>
                <a:lnTo>
                  <a:pt x="24425" y="145751"/>
                </a:lnTo>
                <a:close/>
                <a:moveTo>
                  <a:pt x="28498" y="367531"/>
                </a:moveTo>
                <a:lnTo>
                  <a:pt x="29222" y="368259"/>
                </a:lnTo>
                <a:lnTo>
                  <a:pt x="28136" y="367895"/>
                </a:lnTo>
                <a:close/>
                <a:moveTo>
                  <a:pt x="9755" y="2432"/>
                </a:moveTo>
                <a:lnTo>
                  <a:pt x="11736" y="4206"/>
                </a:lnTo>
                <a:lnTo>
                  <a:pt x="8765" y="3319"/>
                </a:lnTo>
                <a:close/>
                <a:moveTo>
                  <a:pt x="13254" y="382152"/>
                </a:moveTo>
                <a:lnTo>
                  <a:pt x="15387" y="383286"/>
                </a:lnTo>
                <a:lnTo>
                  <a:pt x="12188" y="382719"/>
                </a:lnTo>
                <a:close/>
                <a:moveTo>
                  <a:pt x="11780" y="348107"/>
                </a:moveTo>
                <a:lnTo>
                  <a:pt x="13893" y="349353"/>
                </a:lnTo>
                <a:lnTo>
                  <a:pt x="10724" y="348730"/>
                </a:lnTo>
                <a:close/>
                <a:moveTo>
                  <a:pt x="55638" y="400922"/>
                </a:moveTo>
                <a:lnTo>
                  <a:pt x="56771" y="402649"/>
                </a:lnTo>
                <a:lnTo>
                  <a:pt x="55071" y="401785"/>
                </a:lnTo>
                <a:close/>
                <a:moveTo>
                  <a:pt x="53555" y="198128"/>
                </a:moveTo>
                <a:lnTo>
                  <a:pt x="55199" y="198765"/>
                </a:lnTo>
                <a:lnTo>
                  <a:pt x="52733" y="198446"/>
                </a:lnTo>
                <a:close/>
                <a:moveTo>
                  <a:pt x="63709" y="349998"/>
                </a:moveTo>
                <a:lnTo>
                  <a:pt x="65592" y="350848"/>
                </a:lnTo>
                <a:lnTo>
                  <a:pt x="62767" y="350423"/>
                </a:lnTo>
                <a:close/>
                <a:moveTo>
                  <a:pt x="4404" y="354595"/>
                </a:moveTo>
                <a:lnTo>
                  <a:pt x="5235" y="355080"/>
                </a:lnTo>
                <a:lnTo>
                  <a:pt x="3988" y="354837"/>
                </a:lnTo>
                <a:close/>
                <a:moveTo>
                  <a:pt x="52297" y="76082"/>
                </a:moveTo>
                <a:lnTo>
                  <a:pt x="54042" y="76887"/>
                </a:lnTo>
                <a:lnTo>
                  <a:pt x="51424" y="76485"/>
                </a:lnTo>
                <a:close/>
                <a:moveTo>
                  <a:pt x="14053" y="419314"/>
                </a:moveTo>
                <a:lnTo>
                  <a:pt x="15169" y="421021"/>
                </a:lnTo>
                <a:lnTo>
                  <a:pt x="13495" y="420168"/>
                </a:lnTo>
                <a:close/>
                <a:moveTo>
                  <a:pt x="51976" y="233368"/>
                </a:moveTo>
                <a:lnTo>
                  <a:pt x="52987" y="233922"/>
                </a:lnTo>
                <a:lnTo>
                  <a:pt x="51471" y="233645"/>
                </a:lnTo>
                <a:close/>
                <a:moveTo>
                  <a:pt x="53017" y="48103"/>
                </a:moveTo>
                <a:lnTo>
                  <a:pt x="54895" y="49014"/>
                </a:lnTo>
                <a:lnTo>
                  <a:pt x="52079" y="48558"/>
                </a:lnTo>
                <a:close/>
                <a:moveTo>
                  <a:pt x="20279" y="341091"/>
                </a:moveTo>
                <a:lnTo>
                  <a:pt x="22211" y="342525"/>
                </a:lnTo>
                <a:lnTo>
                  <a:pt x="19313" y="341808"/>
                </a:lnTo>
                <a:close/>
                <a:moveTo>
                  <a:pt x="1669" y="103442"/>
                </a:moveTo>
                <a:lnTo>
                  <a:pt x="2923" y="104689"/>
                </a:lnTo>
                <a:lnTo>
                  <a:pt x="1042" y="104065"/>
                </a:lnTo>
                <a:close/>
                <a:moveTo>
                  <a:pt x="53911" y="46225"/>
                </a:moveTo>
                <a:lnTo>
                  <a:pt x="56092" y="47765"/>
                </a:lnTo>
                <a:lnTo>
                  <a:pt x="52820" y="46995"/>
                </a:lnTo>
                <a:close/>
                <a:moveTo>
                  <a:pt x="42777" y="267767"/>
                </a:moveTo>
                <a:lnTo>
                  <a:pt x="44156" y="268516"/>
                </a:lnTo>
                <a:lnTo>
                  <a:pt x="42087" y="268141"/>
                </a:lnTo>
                <a:close/>
                <a:moveTo>
                  <a:pt x="22723" y="162039"/>
                </a:moveTo>
                <a:lnTo>
                  <a:pt x="24663" y="162919"/>
                </a:lnTo>
                <a:lnTo>
                  <a:pt x="21753" y="162479"/>
                </a:lnTo>
                <a:close/>
                <a:moveTo>
                  <a:pt x="26165" y="217082"/>
                </a:moveTo>
                <a:lnTo>
                  <a:pt x="27247" y="218039"/>
                </a:lnTo>
                <a:lnTo>
                  <a:pt x="25624" y="217561"/>
                </a:lnTo>
                <a:close/>
                <a:moveTo>
                  <a:pt x="46947" y="272463"/>
                </a:moveTo>
                <a:lnTo>
                  <a:pt x="48423" y="273151"/>
                </a:lnTo>
                <a:lnTo>
                  <a:pt x="46208" y="272807"/>
                </a:lnTo>
                <a:close/>
                <a:moveTo>
                  <a:pt x="28850" y="260076"/>
                </a:moveTo>
                <a:lnTo>
                  <a:pt x="30303" y="261524"/>
                </a:lnTo>
                <a:lnTo>
                  <a:pt x="28124" y="260800"/>
                </a:lnTo>
                <a:close/>
                <a:moveTo>
                  <a:pt x="24152" y="158931"/>
                </a:moveTo>
                <a:lnTo>
                  <a:pt x="24964" y="159324"/>
                </a:lnTo>
                <a:lnTo>
                  <a:pt x="23745" y="159128"/>
                </a:lnTo>
                <a:close/>
                <a:moveTo>
                  <a:pt x="26876" y="361464"/>
                </a:moveTo>
                <a:lnTo>
                  <a:pt x="28542" y="363187"/>
                </a:lnTo>
                <a:lnTo>
                  <a:pt x="26043" y="362325"/>
                </a:lnTo>
                <a:close/>
                <a:moveTo>
                  <a:pt x="51278" y="337712"/>
                </a:moveTo>
                <a:lnTo>
                  <a:pt x="52611" y="338187"/>
                </a:lnTo>
                <a:lnTo>
                  <a:pt x="50611" y="337949"/>
                </a:lnTo>
                <a:close/>
                <a:moveTo>
                  <a:pt x="62152" y="255501"/>
                </a:moveTo>
                <a:lnTo>
                  <a:pt x="63791" y="256415"/>
                </a:lnTo>
                <a:lnTo>
                  <a:pt x="61333" y="255958"/>
                </a:lnTo>
                <a:close/>
                <a:moveTo>
                  <a:pt x="43949" y="423967"/>
                </a:moveTo>
                <a:lnTo>
                  <a:pt x="44798" y="424770"/>
                </a:lnTo>
                <a:lnTo>
                  <a:pt x="43525" y="424368"/>
                </a:lnTo>
                <a:close/>
                <a:moveTo>
                  <a:pt x="47485" y="348598"/>
                </a:moveTo>
                <a:lnTo>
                  <a:pt x="47954" y="350215"/>
                </a:lnTo>
                <a:lnTo>
                  <a:pt x="47250" y="349406"/>
                </a:lnTo>
                <a:close/>
                <a:moveTo>
                  <a:pt x="48822" y="222608"/>
                </a:moveTo>
                <a:lnTo>
                  <a:pt x="49767" y="222996"/>
                </a:lnTo>
                <a:lnTo>
                  <a:pt x="48349" y="222802"/>
                </a:lnTo>
                <a:close/>
                <a:moveTo>
                  <a:pt x="17579" y="378331"/>
                </a:moveTo>
                <a:lnTo>
                  <a:pt x="18452" y="379728"/>
                </a:lnTo>
                <a:lnTo>
                  <a:pt x="17142" y="379030"/>
                </a:lnTo>
                <a:close/>
                <a:moveTo>
                  <a:pt x="21246" y="252217"/>
                </a:moveTo>
                <a:lnTo>
                  <a:pt x="22648" y="252520"/>
                </a:lnTo>
                <a:lnTo>
                  <a:pt x="20544" y="252369"/>
                </a:lnTo>
                <a:close/>
                <a:moveTo>
                  <a:pt x="41440" y="291424"/>
                </a:moveTo>
                <a:lnTo>
                  <a:pt x="42375" y="291749"/>
                </a:lnTo>
                <a:lnTo>
                  <a:pt x="40973" y="291587"/>
                </a:lnTo>
                <a:close/>
                <a:moveTo>
                  <a:pt x="35806" y="285442"/>
                </a:moveTo>
                <a:lnTo>
                  <a:pt x="37999" y="286208"/>
                </a:lnTo>
                <a:lnTo>
                  <a:pt x="34709" y="285825"/>
                </a:lnTo>
                <a:close/>
                <a:moveTo>
                  <a:pt x="8933" y="192395"/>
                </a:moveTo>
                <a:lnTo>
                  <a:pt x="9377" y="194028"/>
                </a:lnTo>
                <a:lnTo>
                  <a:pt x="8711" y="193211"/>
                </a:lnTo>
                <a:close/>
                <a:moveTo>
                  <a:pt x="57025" y="378396"/>
                </a:moveTo>
                <a:lnTo>
                  <a:pt x="57760" y="379347"/>
                </a:lnTo>
                <a:lnTo>
                  <a:pt x="56657" y="378871"/>
                </a:lnTo>
                <a:close/>
                <a:moveTo>
                  <a:pt x="64628" y="345906"/>
                </a:moveTo>
                <a:lnTo>
                  <a:pt x="65995" y="346378"/>
                </a:lnTo>
                <a:lnTo>
                  <a:pt x="63945" y="346142"/>
                </a:lnTo>
                <a:close/>
                <a:moveTo>
                  <a:pt x="62865" y="30764"/>
                </a:moveTo>
                <a:lnTo>
                  <a:pt x="63331" y="31488"/>
                </a:lnTo>
                <a:lnTo>
                  <a:pt x="62632" y="31126"/>
                </a:lnTo>
                <a:close/>
                <a:moveTo>
                  <a:pt x="25961" y="125899"/>
                </a:moveTo>
                <a:lnTo>
                  <a:pt x="26426" y="127552"/>
                </a:lnTo>
                <a:lnTo>
                  <a:pt x="25728" y="126725"/>
                </a:lnTo>
                <a:close/>
                <a:moveTo>
                  <a:pt x="52520" y="323481"/>
                </a:moveTo>
                <a:lnTo>
                  <a:pt x="54337" y="324198"/>
                </a:lnTo>
                <a:lnTo>
                  <a:pt x="51611" y="323840"/>
                </a:lnTo>
                <a:close/>
                <a:moveTo>
                  <a:pt x="44302" y="284268"/>
                </a:moveTo>
                <a:lnTo>
                  <a:pt x="45791" y="284701"/>
                </a:lnTo>
                <a:lnTo>
                  <a:pt x="43557" y="284485"/>
                </a:lnTo>
                <a:close/>
                <a:moveTo>
                  <a:pt x="44203" y="157799"/>
                </a:moveTo>
                <a:lnTo>
                  <a:pt x="46073" y="158776"/>
                </a:lnTo>
                <a:lnTo>
                  <a:pt x="43268" y="158288"/>
                </a:lnTo>
                <a:close/>
                <a:moveTo>
                  <a:pt x="5599" y="434261"/>
                </a:moveTo>
                <a:lnTo>
                  <a:pt x="7279" y="435726"/>
                </a:lnTo>
                <a:lnTo>
                  <a:pt x="4759" y="434994"/>
                </a:lnTo>
                <a:close/>
                <a:moveTo>
                  <a:pt x="5918" y="265923"/>
                </a:moveTo>
                <a:lnTo>
                  <a:pt x="6841" y="267535"/>
                </a:lnTo>
                <a:lnTo>
                  <a:pt x="5457" y="266729"/>
                </a:lnTo>
                <a:close/>
                <a:moveTo>
                  <a:pt x="36856" y="38100"/>
                </a:moveTo>
                <a:lnTo>
                  <a:pt x="38375" y="39167"/>
                </a:lnTo>
                <a:lnTo>
                  <a:pt x="36096" y="38633"/>
                </a:lnTo>
                <a:close/>
                <a:moveTo>
                  <a:pt x="41537" y="222129"/>
                </a:moveTo>
                <a:lnTo>
                  <a:pt x="42806" y="223917"/>
                </a:lnTo>
                <a:lnTo>
                  <a:pt x="40902" y="223023"/>
                </a:lnTo>
                <a:close/>
                <a:moveTo>
                  <a:pt x="36890" y="262993"/>
                </a:moveTo>
                <a:lnTo>
                  <a:pt x="39006" y="263489"/>
                </a:lnTo>
                <a:lnTo>
                  <a:pt x="35831" y="263241"/>
                </a:lnTo>
                <a:close/>
                <a:moveTo>
                  <a:pt x="22295" y="115734"/>
                </a:moveTo>
                <a:lnTo>
                  <a:pt x="23941" y="116695"/>
                </a:lnTo>
                <a:lnTo>
                  <a:pt x="21471" y="116214"/>
                </a:lnTo>
                <a:close/>
                <a:moveTo>
                  <a:pt x="35924" y="312640"/>
                </a:moveTo>
                <a:lnTo>
                  <a:pt x="37097" y="313194"/>
                </a:lnTo>
                <a:lnTo>
                  <a:pt x="35338" y="312917"/>
                </a:lnTo>
                <a:close/>
                <a:moveTo>
                  <a:pt x="43144" y="73648"/>
                </a:moveTo>
                <a:lnTo>
                  <a:pt x="43515" y="74449"/>
                </a:lnTo>
                <a:lnTo>
                  <a:pt x="42959" y="74048"/>
                </a:lnTo>
                <a:close/>
                <a:moveTo>
                  <a:pt x="42664" y="319583"/>
                </a:moveTo>
                <a:lnTo>
                  <a:pt x="44031" y="320542"/>
                </a:lnTo>
                <a:lnTo>
                  <a:pt x="41981" y="320062"/>
                </a:lnTo>
                <a:close/>
                <a:moveTo>
                  <a:pt x="1214" y="314097"/>
                </a:moveTo>
                <a:lnTo>
                  <a:pt x="2700" y="314458"/>
                </a:lnTo>
                <a:lnTo>
                  <a:pt x="471" y="314277"/>
                </a:lnTo>
                <a:close/>
                <a:moveTo>
                  <a:pt x="11141" y="101077"/>
                </a:moveTo>
                <a:lnTo>
                  <a:pt x="12243" y="101685"/>
                </a:lnTo>
                <a:lnTo>
                  <a:pt x="10590" y="101381"/>
                </a:lnTo>
                <a:close/>
                <a:moveTo>
                  <a:pt x="35771" y="327505"/>
                </a:moveTo>
                <a:lnTo>
                  <a:pt x="36717" y="328178"/>
                </a:lnTo>
                <a:lnTo>
                  <a:pt x="35298" y="327841"/>
                </a:lnTo>
                <a:close/>
                <a:moveTo>
                  <a:pt x="24008" y="394229"/>
                </a:moveTo>
                <a:lnTo>
                  <a:pt x="25520" y="395657"/>
                </a:lnTo>
                <a:lnTo>
                  <a:pt x="23251" y="394943"/>
                </a:lnTo>
                <a:close/>
                <a:moveTo>
                  <a:pt x="23698" y="166758"/>
                </a:moveTo>
                <a:lnTo>
                  <a:pt x="25097" y="167269"/>
                </a:lnTo>
                <a:lnTo>
                  <a:pt x="22998" y="167014"/>
                </a:lnTo>
                <a:close/>
                <a:moveTo>
                  <a:pt x="3651" y="192530"/>
                </a:moveTo>
                <a:lnTo>
                  <a:pt x="4233" y="193457"/>
                </a:lnTo>
                <a:lnTo>
                  <a:pt x="3359" y="192994"/>
                </a:lnTo>
                <a:close/>
                <a:moveTo>
                  <a:pt x="8715" y="129866"/>
                </a:moveTo>
                <a:lnTo>
                  <a:pt x="9518" y="131542"/>
                </a:lnTo>
                <a:lnTo>
                  <a:pt x="8314" y="130704"/>
                </a:lnTo>
                <a:close/>
                <a:moveTo>
                  <a:pt x="9891" y="207112"/>
                </a:moveTo>
                <a:lnTo>
                  <a:pt x="11860" y="207812"/>
                </a:lnTo>
                <a:lnTo>
                  <a:pt x="8907" y="207462"/>
                </a:lnTo>
                <a:close/>
                <a:moveTo>
                  <a:pt x="36302" y="367828"/>
                </a:moveTo>
                <a:lnTo>
                  <a:pt x="37316" y="369504"/>
                </a:lnTo>
                <a:lnTo>
                  <a:pt x="35795" y="368666"/>
                </a:lnTo>
                <a:close/>
                <a:moveTo>
                  <a:pt x="32417" y="296387"/>
                </a:moveTo>
                <a:lnTo>
                  <a:pt x="33273" y="298174"/>
                </a:lnTo>
                <a:lnTo>
                  <a:pt x="31988" y="297280"/>
                </a:lnTo>
                <a:close/>
                <a:moveTo>
                  <a:pt x="6202" y="85046"/>
                </a:moveTo>
                <a:lnTo>
                  <a:pt x="6747" y="86486"/>
                </a:lnTo>
                <a:lnTo>
                  <a:pt x="5930" y="85766"/>
                </a:lnTo>
                <a:close/>
                <a:moveTo>
                  <a:pt x="33895" y="221776"/>
                </a:moveTo>
                <a:lnTo>
                  <a:pt x="35225" y="223242"/>
                </a:lnTo>
                <a:lnTo>
                  <a:pt x="33229" y="222509"/>
                </a:lnTo>
                <a:close/>
                <a:moveTo>
                  <a:pt x="14833" y="234328"/>
                </a:moveTo>
                <a:lnTo>
                  <a:pt x="15356" y="234738"/>
                </a:lnTo>
                <a:lnTo>
                  <a:pt x="14571" y="234533"/>
                </a:lnTo>
                <a:close/>
                <a:moveTo>
                  <a:pt x="28975" y="338718"/>
                </a:moveTo>
                <a:lnTo>
                  <a:pt x="30696" y="339967"/>
                </a:lnTo>
                <a:lnTo>
                  <a:pt x="28114" y="339343"/>
                </a:lnTo>
                <a:close/>
                <a:moveTo>
                  <a:pt x="19360" y="139827"/>
                </a:moveTo>
                <a:lnTo>
                  <a:pt x="20524" y="141235"/>
                </a:lnTo>
                <a:lnTo>
                  <a:pt x="18777" y="140531"/>
                </a:lnTo>
                <a:close/>
                <a:moveTo>
                  <a:pt x="18068" y="63715"/>
                </a:moveTo>
                <a:lnTo>
                  <a:pt x="19376" y="65318"/>
                </a:lnTo>
                <a:lnTo>
                  <a:pt x="17414" y="64516"/>
                </a:lnTo>
                <a:close/>
                <a:moveTo>
                  <a:pt x="14171" y="176511"/>
                </a:moveTo>
                <a:lnTo>
                  <a:pt x="16081" y="177652"/>
                </a:lnTo>
                <a:lnTo>
                  <a:pt x="13216" y="177082"/>
                </a:lnTo>
                <a:close/>
                <a:moveTo>
                  <a:pt x="58006" y="271484"/>
                </a:moveTo>
                <a:lnTo>
                  <a:pt x="59576" y="272764"/>
                </a:lnTo>
                <a:lnTo>
                  <a:pt x="57221" y="272124"/>
                </a:lnTo>
                <a:close/>
                <a:moveTo>
                  <a:pt x="45241" y="410201"/>
                </a:moveTo>
                <a:lnTo>
                  <a:pt x="46630" y="411396"/>
                </a:lnTo>
                <a:lnTo>
                  <a:pt x="44547" y="410799"/>
                </a:lnTo>
                <a:close/>
                <a:moveTo>
                  <a:pt x="41604" y="312439"/>
                </a:moveTo>
                <a:lnTo>
                  <a:pt x="42818" y="313655"/>
                </a:lnTo>
                <a:lnTo>
                  <a:pt x="40997" y="313047"/>
                </a:lnTo>
                <a:close/>
                <a:moveTo>
                  <a:pt x="59085" y="430797"/>
                </a:moveTo>
                <a:lnTo>
                  <a:pt x="60003" y="431263"/>
                </a:lnTo>
                <a:lnTo>
                  <a:pt x="58626" y="431030"/>
                </a:lnTo>
                <a:close/>
                <a:moveTo>
                  <a:pt x="54544" y="94717"/>
                </a:moveTo>
                <a:lnTo>
                  <a:pt x="55744" y="96477"/>
                </a:lnTo>
                <a:lnTo>
                  <a:pt x="53943" y="95597"/>
                </a:lnTo>
                <a:close/>
                <a:moveTo>
                  <a:pt x="54120" y="354493"/>
                </a:moveTo>
                <a:lnTo>
                  <a:pt x="56171" y="356151"/>
                </a:lnTo>
                <a:lnTo>
                  <a:pt x="53095" y="355322"/>
                </a:lnTo>
                <a:close/>
                <a:moveTo>
                  <a:pt x="34948" y="341710"/>
                </a:moveTo>
                <a:lnTo>
                  <a:pt x="35856" y="342541"/>
                </a:lnTo>
                <a:lnTo>
                  <a:pt x="34494" y="342126"/>
                </a:lnTo>
                <a:close/>
                <a:moveTo>
                  <a:pt x="62407" y="210059"/>
                </a:moveTo>
                <a:lnTo>
                  <a:pt x="63280" y="211428"/>
                </a:lnTo>
                <a:lnTo>
                  <a:pt x="61971" y="210744"/>
                </a:lnTo>
                <a:close/>
                <a:moveTo>
                  <a:pt x="21217" y="252750"/>
                </a:moveTo>
                <a:lnTo>
                  <a:pt x="23027" y="253208"/>
                </a:lnTo>
                <a:lnTo>
                  <a:pt x="20313" y="252979"/>
                </a:lnTo>
                <a:close/>
                <a:moveTo>
                  <a:pt x="61683" y="396392"/>
                </a:moveTo>
                <a:lnTo>
                  <a:pt x="62965" y="398036"/>
                </a:lnTo>
                <a:lnTo>
                  <a:pt x="61042" y="397214"/>
                </a:lnTo>
                <a:close/>
                <a:moveTo>
                  <a:pt x="44569" y="19147"/>
                </a:moveTo>
                <a:lnTo>
                  <a:pt x="45239" y="20150"/>
                </a:lnTo>
                <a:lnTo>
                  <a:pt x="44233" y="19649"/>
                </a:lnTo>
                <a:close/>
                <a:moveTo>
                  <a:pt x="32684" y="376294"/>
                </a:moveTo>
                <a:lnTo>
                  <a:pt x="34872" y="377168"/>
                </a:lnTo>
                <a:lnTo>
                  <a:pt x="31590" y="376731"/>
                </a:lnTo>
                <a:close/>
                <a:moveTo>
                  <a:pt x="40668" y="181746"/>
                </a:moveTo>
                <a:lnTo>
                  <a:pt x="41603" y="182158"/>
                </a:lnTo>
                <a:lnTo>
                  <a:pt x="40201" y="181952"/>
                </a:lnTo>
                <a:close/>
                <a:moveTo>
                  <a:pt x="42764" y="112766"/>
                </a:moveTo>
                <a:lnTo>
                  <a:pt x="43757" y="114367"/>
                </a:lnTo>
                <a:lnTo>
                  <a:pt x="42267" y="113566"/>
                </a:lnTo>
                <a:close/>
                <a:moveTo>
                  <a:pt x="23825" y="317228"/>
                </a:moveTo>
                <a:lnTo>
                  <a:pt x="25024" y="318261"/>
                </a:lnTo>
                <a:lnTo>
                  <a:pt x="23225" y="317745"/>
                </a:lnTo>
                <a:close/>
                <a:moveTo>
                  <a:pt x="64409" y="28880"/>
                </a:moveTo>
                <a:lnTo>
                  <a:pt x="65883" y="29667"/>
                </a:lnTo>
                <a:lnTo>
                  <a:pt x="63672" y="29273"/>
                </a:lnTo>
                <a:close/>
                <a:moveTo>
                  <a:pt x="22563" y="367724"/>
                </a:moveTo>
                <a:lnTo>
                  <a:pt x="22993" y="368811"/>
                </a:lnTo>
                <a:lnTo>
                  <a:pt x="22348" y="368268"/>
                </a:lnTo>
                <a:close/>
                <a:moveTo>
                  <a:pt x="54960" y="96999"/>
                </a:moveTo>
                <a:lnTo>
                  <a:pt x="56714" y="98391"/>
                </a:lnTo>
                <a:lnTo>
                  <a:pt x="54083" y="97695"/>
                </a:lnTo>
                <a:close/>
                <a:moveTo>
                  <a:pt x="67183" y="8949"/>
                </a:moveTo>
                <a:lnTo>
                  <a:pt x="67769" y="9976"/>
                </a:lnTo>
                <a:lnTo>
                  <a:pt x="66890" y="9463"/>
                </a:lnTo>
                <a:close/>
                <a:moveTo>
                  <a:pt x="15561" y="424378"/>
                </a:moveTo>
                <a:lnTo>
                  <a:pt x="17069" y="425924"/>
                </a:lnTo>
                <a:lnTo>
                  <a:pt x="14807" y="425151"/>
                </a:lnTo>
                <a:close/>
                <a:moveTo>
                  <a:pt x="44151" y="362855"/>
                </a:moveTo>
                <a:lnTo>
                  <a:pt x="45357" y="363253"/>
                </a:lnTo>
                <a:lnTo>
                  <a:pt x="43548" y="363054"/>
                </a:lnTo>
                <a:close/>
                <a:moveTo>
                  <a:pt x="70695" y="424568"/>
                </a:moveTo>
                <a:lnTo>
                  <a:pt x="71596" y="426352"/>
                </a:lnTo>
                <a:lnTo>
                  <a:pt x="70244" y="425460"/>
                </a:lnTo>
                <a:close/>
                <a:moveTo>
                  <a:pt x="12605" y="245168"/>
                </a:moveTo>
                <a:lnTo>
                  <a:pt x="14418" y="246370"/>
                </a:lnTo>
                <a:lnTo>
                  <a:pt x="11698" y="245769"/>
                </a:lnTo>
                <a:close/>
                <a:moveTo>
                  <a:pt x="23403" y="158058"/>
                </a:moveTo>
                <a:lnTo>
                  <a:pt x="25505" y="159539"/>
                </a:lnTo>
                <a:lnTo>
                  <a:pt x="22352" y="158799"/>
                </a:lnTo>
                <a:close/>
                <a:moveTo>
                  <a:pt x="30467" y="259853"/>
                </a:moveTo>
                <a:lnTo>
                  <a:pt x="32493" y="260289"/>
                </a:lnTo>
                <a:lnTo>
                  <a:pt x="29455" y="260071"/>
                </a:lnTo>
                <a:close/>
                <a:moveTo>
                  <a:pt x="49750" y="158901"/>
                </a:moveTo>
                <a:lnTo>
                  <a:pt x="51533" y="159296"/>
                </a:lnTo>
                <a:lnTo>
                  <a:pt x="48859" y="159099"/>
                </a:lnTo>
                <a:close/>
                <a:moveTo>
                  <a:pt x="32556" y="198415"/>
                </a:moveTo>
                <a:lnTo>
                  <a:pt x="34666" y="198783"/>
                </a:lnTo>
                <a:lnTo>
                  <a:pt x="31502" y="198599"/>
                </a:lnTo>
                <a:close/>
                <a:moveTo>
                  <a:pt x="33834" y="162747"/>
                </a:moveTo>
                <a:lnTo>
                  <a:pt x="35487" y="163097"/>
                </a:lnTo>
                <a:lnTo>
                  <a:pt x="33007" y="162922"/>
                </a:lnTo>
                <a:close/>
                <a:moveTo>
                  <a:pt x="59688" y="137060"/>
                </a:moveTo>
                <a:lnTo>
                  <a:pt x="60977" y="138237"/>
                </a:lnTo>
                <a:lnTo>
                  <a:pt x="59044" y="137648"/>
                </a:lnTo>
                <a:close/>
                <a:moveTo>
                  <a:pt x="48345" y="387013"/>
                </a:moveTo>
                <a:lnTo>
                  <a:pt x="49131" y="387422"/>
                </a:lnTo>
                <a:lnTo>
                  <a:pt x="47952" y="387217"/>
                </a:lnTo>
                <a:close/>
                <a:moveTo>
                  <a:pt x="59326" y="385218"/>
                </a:moveTo>
                <a:lnTo>
                  <a:pt x="60002" y="385863"/>
                </a:lnTo>
                <a:lnTo>
                  <a:pt x="58987" y="385540"/>
                </a:lnTo>
                <a:close/>
                <a:moveTo>
                  <a:pt x="35640" y="165616"/>
                </a:moveTo>
                <a:lnTo>
                  <a:pt x="37417" y="167112"/>
                </a:lnTo>
                <a:lnTo>
                  <a:pt x="34752" y="166364"/>
                </a:lnTo>
                <a:close/>
                <a:moveTo>
                  <a:pt x="69402" y="337263"/>
                </a:moveTo>
                <a:lnTo>
                  <a:pt x="70570" y="338706"/>
                </a:lnTo>
                <a:lnTo>
                  <a:pt x="68818" y="337985"/>
                </a:lnTo>
                <a:close/>
                <a:moveTo>
                  <a:pt x="62837" y="404074"/>
                </a:moveTo>
                <a:lnTo>
                  <a:pt x="64689" y="405299"/>
                </a:lnTo>
                <a:lnTo>
                  <a:pt x="61911" y="404687"/>
                </a:lnTo>
                <a:close/>
                <a:moveTo>
                  <a:pt x="35703" y="325726"/>
                </a:moveTo>
                <a:lnTo>
                  <a:pt x="36117" y="326066"/>
                </a:lnTo>
                <a:lnTo>
                  <a:pt x="35496" y="325896"/>
                </a:lnTo>
                <a:close/>
                <a:moveTo>
                  <a:pt x="27632" y="54319"/>
                </a:moveTo>
                <a:lnTo>
                  <a:pt x="28631" y="56034"/>
                </a:lnTo>
                <a:lnTo>
                  <a:pt x="27133" y="55177"/>
                </a:lnTo>
                <a:close/>
                <a:moveTo>
                  <a:pt x="20680" y="42268"/>
                </a:moveTo>
                <a:lnTo>
                  <a:pt x="21951" y="43186"/>
                </a:lnTo>
                <a:lnTo>
                  <a:pt x="20045" y="42727"/>
                </a:lnTo>
                <a:close/>
                <a:moveTo>
                  <a:pt x="33564" y="421824"/>
                </a:moveTo>
                <a:lnTo>
                  <a:pt x="34413" y="422511"/>
                </a:lnTo>
                <a:lnTo>
                  <a:pt x="33139" y="422167"/>
                </a:lnTo>
                <a:close/>
                <a:moveTo>
                  <a:pt x="19756" y="102772"/>
                </a:moveTo>
                <a:lnTo>
                  <a:pt x="20237" y="103819"/>
                </a:lnTo>
                <a:lnTo>
                  <a:pt x="19516" y="103296"/>
                </a:lnTo>
                <a:close/>
                <a:moveTo>
                  <a:pt x="63507" y="408820"/>
                </a:moveTo>
                <a:lnTo>
                  <a:pt x="64577" y="409660"/>
                </a:lnTo>
                <a:lnTo>
                  <a:pt x="62973" y="409240"/>
                </a:lnTo>
                <a:close/>
                <a:moveTo>
                  <a:pt x="5658" y="415547"/>
                </a:moveTo>
                <a:lnTo>
                  <a:pt x="7121" y="416376"/>
                </a:lnTo>
                <a:lnTo>
                  <a:pt x="4926" y="415961"/>
                </a:lnTo>
                <a:close/>
                <a:moveTo>
                  <a:pt x="30052" y="434978"/>
                </a:moveTo>
                <a:lnTo>
                  <a:pt x="31305" y="436637"/>
                </a:lnTo>
                <a:lnTo>
                  <a:pt x="29426" y="435808"/>
                </a:lnTo>
                <a:close/>
                <a:moveTo>
                  <a:pt x="35911" y="22539"/>
                </a:moveTo>
                <a:lnTo>
                  <a:pt x="36968" y="23811"/>
                </a:lnTo>
                <a:lnTo>
                  <a:pt x="35382" y="23175"/>
                </a:lnTo>
                <a:close/>
                <a:moveTo>
                  <a:pt x="32625" y="116270"/>
                </a:moveTo>
                <a:lnTo>
                  <a:pt x="33661" y="117770"/>
                </a:lnTo>
                <a:lnTo>
                  <a:pt x="32106" y="117020"/>
                </a:lnTo>
                <a:close/>
                <a:moveTo>
                  <a:pt x="66070" y="275514"/>
                </a:moveTo>
                <a:lnTo>
                  <a:pt x="67514" y="277136"/>
                </a:lnTo>
                <a:lnTo>
                  <a:pt x="65348" y="276325"/>
                </a:lnTo>
                <a:close/>
                <a:moveTo>
                  <a:pt x="27088" y="106736"/>
                </a:moveTo>
                <a:lnTo>
                  <a:pt x="28298" y="108114"/>
                </a:lnTo>
                <a:lnTo>
                  <a:pt x="26483" y="107425"/>
                </a:lnTo>
                <a:close/>
                <a:moveTo>
                  <a:pt x="51452" y="362545"/>
                </a:moveTo>
                <a:lnTo>
                  <a:pt x="53460" y="363883"/>
                </a:lnTo>
                <a:lnTo>
                  <a:pt x="50448" y="363214"/>
                </a:lnTo>
                <a:close/>
                <a:moveTo>
                  <a:pt x="48700" y="176693"/>
                </a:moveTo>
                <a:lnTo>
                  <a:pt x="50734" y="177648"/>
                </a:lnTo>
                <a:lnTo>
                  <a:pt x="47683" y="177170"/>
                </a:lnTo>
                <a:close/>
                <a:moveTo>
                  <a:pt x="66253" y="128307"/>
                </a:moveTo>
                <a:lnTo>
                  <a:pt x="67049" y="128694"/>
                </a:lnTo>
                <a:lnTo>
                  <a:pt x="65854" y="128501"/>
                </a:lnTo>
                <a:close/>
                <a:moveTo>
                  <a:pt x="29486" y="19382"/>
                </a:moveTo>
                <a:lnTo>
                  <a:pt x="31187" y="20151"/>
                </a:lnTo>
                <a:lnTo>
                  <a:pt x="28636" y="19767"/>
                </a:lnTo>
                <a:close/>
                <a:moveTo>
                  <a:pt x="53772" y="241541"/>
                </a:moveTo>
                <a:lnTo>
                  <a:pt x="55333" y="242841"/>
                </a:lnTo>
                <a:lnTo>
                  <a:pt x="52991" y="242191"/>
                </a:lnTo>
                <a:close/>
                <a:moveTo>
                  <a:pt x="52242" y="207722"/>
                </a:moveTo>
                <a:lnTo>
                  <a:pt x="54225" y="208183"/>
                </a:lnTo>
                <a:lnTo>
                  <a:pt x="51251" y="207952"/>
                </a:lnTo>
                <a:close/>
                <a:moveTo>
                  <a:pt x="33778" y="321847"/>
                </a:moveTo>
                <a:lnTo>
                  <a:pt x="34286" y="323231"/>
                </a:lnTo>
                <a:lnTo>
                  <a:pt x="33524" y="322539"/>
                </a:lnTo>
                <a:close/>
                <a:moveTo>
                  <a:pt x="21344" y="298098"/>
                </a:moveTo>
                <a:lnTo>
                  <a:pt x="23192" y="299428"/>
                </a:lnTo>
                <a:lnTo>
                  <a:pt x="20420" y="298763"/>
                </a:lnTo>
                <a:close/>
                <a:moveTo>
                  <a:pt x="1473" y="50560"/>
                </a:moveTo>
                <a:lnTo>
                  <a:pt x="2438" y="51899"/>
                </a:lnTo>
                <a:lnTo>
                  <a:pt x="990" y="51230"/>
                </a:lnTo>
                <a:close/>
                <a:moveTo>
                  <a:pt x="38011" y="151532"/>
                </a:moveTo>
                <a:lnTo>
                  <a:pt x="39590" y="152971"/>
                </a:lnTo>
                <a:lnTo>
                  <a:pt x="37221" y="152251"/>
                </a:lnTo>
                <a:close/>
                <a:moveTo>
                  <a:pt x="40976" y="341519"/>
                </a:moveTo>
                <a:lnTo>
                  <a:pt x="41849" y="342835"/>
                </a:lnTo>
                <a:lnTo>
                  <a:pt x="40540" y="342177"/>
                </a:lnTo>
                <a:close/>
                <a:moveTo>
                  <a:pt x="7215" y="229485"/>
                </a:moveTo>
                <a:lnTo>
                  <a:pt x="7787" y="231044"/>
                </a:lnTo>
                <a:lnTo>
                  <a:pt x="6929" y="230264"/>
                </a:lnTo>
                <a:close/>
                <a:moveTo>
                  <a:pt x="21491" y="228221"/>
                </a:moveTo>
                <a:lnTo>
                  <a:pt x="22252" y="229236"/>
                </a:lnTo>
                <a:lnTo>
                  <a:pt x="21111" y="228728"/>
                </a:lnTo>
                <a:close/>
                <a:moveTo>
                  <a:pt x="3090" y="1259"/>
                </a:moveTo>
                <a:lnTo>
                  <a:pt x="5116" y="2265"/>
                </a:lnTo>
                <a:lnTo>
                  <a:pt x="2077" y="1762"/>
                </a:lnTo>
                <a:close/>
                <a:moveTo>
                  <a:pt x="56188" y="335803"/>
                </a:moveTo>
                <a:lnTo>
                  <a:pt x="58254" y="336805"/>
                </a:lnTo>
                <a:lnTo>
                  <a:pt x="55155" y="336304"/>
                </a:lnTo>
                <a:close/>
                <a:moveTo>
                  <a:pt x="7233" y="422473"/>
                </a:moveTo>
                <a:lnTo>
                  <a:pt x="8747" y="423495"/>
                </a:lnTo>
                <a:lnTo>
                  <a:pt x="6476" y="422984"/>
                </a:lnTo>
                <a:close/>
                <a:moveTo>
                  <a:pt x="10513" y="163029"/>
                </a:moveTo>
                <a:lnTo>
                  <a:pt x="12573" y="164506"/>
                </a:lnTo>
                <a:lnTo>
                  <a:pt x="9482" y="163768"/>
                </a:lnTo>
                <a:close/>
                <a:moveTo>
                  <a:pt x="67851" y="25275"/>
                </a:moveTo>
                <a:lnTo>
                  <a:pt x="69679" y="25957"/>
                </a:lnTo>
                <a:lnTo>
                  <a:pt x="66936" y="25616"/>
                </a:lnTo>
                <a:close/>
                <a:moveTo>
                  <a:pt x="852" y="421179"/>
                </a:moveTo>
                <a:lnTo>
                  <a:pt x="2368" y="422733"/>
                </a:lnTo>
                <a:lnTo>
                  <a:pt x="94" y="421956"/>
                </a:lnTo>
                <a:close/>
                <a:moveTo>
                  <a:pt x="8856" y="79801"/>
                </a:moveTo>
                <a:lnTo>
                  <a:pt x="9696" y="81341"/>
                </a:lnTo>
                <a:lnTo>
                  <a:pt x="8436" y="80571"/>
                </a:lnTo>
                <a:close/>
                <a:moveTo>
                  <a:pt x="1881" y="371948"/>
                </a:moveTo>
                <a:lnTo>
                  <a:pt x="3858" y="372563"/>
                </a:lnTo>
                <a:lnTo>
                  <a:pt x="892" y="372255"/>
                </a:lnTo>
                <a:close/>
                <a:moveTo>
                  <a:pt x="40095" y="421443"/>
                </a:moveTo>
                <a:lnTo>
                  <a:pt x="42220" y="422720"/>
                </a:lnTo>
                <a:lnTo>
                  <a:pt x="39033" y="422082"/>
                </a:lnTo>
                <a:close/>
                <a:moveTo>
                  <a:pt x="18751" y="223282"/>
                </a:moveTo>
                <a:lnTo>
                  <a:pt x="20755" y="224775"/>
                </a:lnTo>
                <a:lnTo>
                  <a:pt x="17750" y="224029"/>
                </a:lnTo>
                <a:close/>
                <a:moveTo>
                  <a:pt x="64467" y="16378"/>
                </a:moveTo>
                <a:lnTo>
                  <a:pt x="65474" y="17000"/>
                </a:lnTo>
                <a:lnTo>
                  <a:pt x="63964" y="16689"/>
                </a:lnTo>
                <a:close/>
                <a:moveTo>
                  <a:pt x="52395" y="351847"/>
                </a:moveTo>
                <a:lnTo>
                  <a:pt x="53674" y="352156"/>
                </a:lnTo>
                <a:lnTo>
                  <a:pt x="51756" y="352002"/>
                </a:lnTo>
                <a:close/>
                <a:moveTo>
                  <a:pt x="18623" y="150665"/>
                </a:moveTo>
                <a:lnTo>
                  <a:pt x="20168" y="151531"/>
                </a:lnTo>
                <a:lnTo>
                  <a:pt x="17850" y="151098"/>
                </a:lnTo>
                <a:close/>
                <a:moveTo>
                  <a:pt x="14714" y="162603"/>
                </a:moveTo>
                <a:lnTo>
                  <a:pt x="16583" y="163748"/>
                </a:lnTo>
                <a:lnTo>
                  <a:pt x="13779" y="163175"/>
                </a:lnTo>
                <a:close/>
                <a:moveTo>
                  <a:pt x="20008" y="397107"/>
                </a:moveTo>
                <a:lnTo>
                  <a:pt x="20547" y="398036"/>
                </a:lnTo>
                <a:lnTo>
                  <a:pt x="19738" y="397572"/>
                </a:lnTo>
                <a:close/>
                <a:moveTo>
                  <a:pt x="62818" y="355543"/>
                </a:moveTo>
                <a:lnTo>
                  <a:pt x="63805" y="356612"/>
                </a:lnTo>
                <a:lnTo>
                  <a:pt x="62324" y="356077"/>
                </a:lnTo>
                <a:close/>
                <a:moveTo>
                  <a:pt x="29041" y="163475"/>
                </a:moveTo>
                <a:lnTo>
                  <a:pt x="29527" y="163818"/>
                </a:lnTo>
                <a:lnTo>
                  <a:pt x="28799" y="163647"/>
                </a:lnTo>
                <a:close/>
                <a:moveTo>
                  <a:pt x="28746" y="165981"/>
                </a:moveTo>
                <a:lnTo>
                  <a:pt x="30628" y="166352"/>
                </a:lnTo>
                <a:lnTo>
                  <a:pt x="27805" y="166166"/>
                </a:lnTo>
                <a:close/>
                <a:moveTo>
                  <a:pt x="23095" y="205549"/>
                </a:moveTo>
                <a:lnTo>
                  <a:pt x="24497" y="205882"/>
                </a:lnTo>
                <a:lnTo>
                  <a:pt x="22394" y="205716"/>
                </a:lnTo>
                <a:close/>
                <a:moveTo>
                  <a:pt x="40962" y="130896"/>
                </a:moveTo>
                <a:lnTo>
                  <a:pt x="41481" y="131801"/>
                </a:lnTo>
                <a:lnTo>
                  <a:pt x="40703" y="131349"/>
                </a:lnTo>
                <a:close/>
                <a:moveTo>
                  <a:pt x="39976" y="29862"/>
                </a:moveTo>
                <a:lnTo>
                  <a:pt x="41166" y="30847"/>
                </a:lnTo>
                <a:lnTo>
                  <a:pt x="39380" y="30354"/>
                </a:lnTo>
                <a:close/>
                <a:moveTo>
                  <a:pt x="4040" y="84049"/>
                </a:moveTo>
                <a:lnTo>
                  <a:pt x="5597" y="84926"/>
                </a:lnTo>
                <a:lnTo>
                  <a:pt x="3262" y="84487"/>
                </a:lnTo>
                <a:close/>
                <a:moveTo>
                  <a:pt x="67653" y="61589"/>
                </a:moveTo>
                <a:lnTo>
                  <a:pt x="68449" y="63354"/>
                </a:lnTo>
                <a:lnTo>
                  <a:pt x="67255" y="62472"/>
                </a:lnTo>
                <a:close/>
                <a:moveTo>
                  <a:pt x="8285" y="73040"/>
                </a:moveTo>
                <a:lnTo>
                  <a:pt x="10203" y="74492"/>
                </a:lnTo>
                <a:lnTo>
                  <a:pt x="7326" y="73766"/>
                </a:lnTo>
                <a:close/>
                <a:moveTo>
                  <a:pt x="15835" y="222248"/>
                </a:moveTo>
                <a:lnTo>
                  <a:pt x="17924" y="223241"/>
                </a:lnTo>
                <a:lnTo>
                  <a:pt x="14790" y="222745"/>
                </a:lnTo>
                <a:close/>
                <a:moveTo>
                  <a:pt x="65739" y="140979"/>
                </a:moveTo>
                <a:lnTo>
                  <a:pt x="67029" y="142267"/>
                </a:lnTo>
                <a:lnTo>
                  <a:pt x="65094" y="141623"/>
                </a:lnTo>
                <a:close/>
                <a:moveTo>
                  <a:pt x="7129" y="266960"/>
                </a:moveTo>
                <a:lnTo>
                  <a:pt x="8124" y="268117"/>
                </a:lnTo>
                <a:lnTo>
                  <a:pt x="6632" y="267538"/>
                </a:lnTo>
                <a:close/>
                <a:moveTo>
                  <a:pt x="31379" y="79565"/>
                </a:moveTo>
                <a:lnTo>
                  <a:pt x="32528" y="80005"/>
                </a:lnTo>
                <a:lnTo>
                  <a:pt x="30804" y="79785"/>
                </a:lnTo>
                <a:close/>
                <a:moveTo>
                  <a:pt x="58716" y="90154"/>
                </a:moveTo>
                <a:lnTo>
                  <a:pt x="60433" y="91879"/>
                </a:lnTo>
                <a:lnTo>
                  <a:pt x="57858" y="91016"/>
                </a:lnTo>
                <a:close/>
                <a:moveTo>
                  <a:pt x="14397" y="300463"/>
                </a:moveTo>
                <a:lnTo>
                  <a:pt x="16413" y="301759"/>
                </a:lnTo>
                <a:lnTo>
                  <a:pt x="13389" y="301111"/>
                </a:lnTo>
                <a:close/>
                <a:moveTo>
                  <a:pt x="51381" y="180681"/>
                </a:moveTo>
                <a:lnTo>
                  <a:pt x="51897" y="181044"/>
                </a:lnTo>
                <a:lnTo>
                  <a:pt x="51123" y="180863"/>
                </a:lnTo>
                <a:close/>
                <a:moveTo>
                  <a:pt x="22322" y="386029"/>
                </a:moveTo>
                <a:lnTo>
                  <a:pt x="24361" y="387305"/>
                </a:lnTo>
                <a:lnTo>
                  <a:pt x="21303" y="386667"/>
                </a:lnTo>
                <a:close/>
                <a:moveTo>
                  <a:pt x="51175" y="272544"/>
                </a:moveTo>
                <a:lnTo>
                  <a:pt x="52152" y="273342"/>
                </a:lnTo>
                <a:lnTo>
                  <a:pt x="50686" y="272943"/>
                </a:lnTo>
                <a:close/>
                <a:moveTo>
                  <a:pt x="2275" y="426273"/>
                </a:moveTo>
                <a:lnTo>
                  <a:pt x="3897" y="427476"/>
                </a:lnTo>
                <a:lnTo>
                  <a:pt x="1463" y="426874"/>
                </a:lnTo>
                <a:close/>
                <a:moveTo>
                  <a:pt x="47088" y="199496"/>
                </a:moveTo>
                <a:lnTo>
                  <a:pt x="48408" y="201042"/>
                </a:lnTo>
                <a:lnTo>
                  <a:pt x="46429" y="200269"/>
                </a:lnTo>
                <a:close/>
                <a:moveTo>
                  <a:pt x="58064" y="383365"/>
                </a:moveTo>
                <a:lnTo>
                  <a:pt x="59164" y="383669"/>
                </a:lnTo>
                <a:lnTo>
                  <a:pt x="57514" y="383517"/>
                </a:lnTo>
                <a:close/>
                <a:moveTo>
                  <a:pt x="28337" y="156321"/>
                </a:moveTo>
                <a:lnTo>
                  <a:pt x="30037" y="157331"/>
                </a:lnTo>
                <a:lnTo>
                  <a:pt x="27486" y="156826"/>
                </a:lnTo>
                <a:close/>
                <a:moveTo>
                  <a:pt x="44668" y="422789"/>
                </a:moveTo>
                <a:lnTo>
                  <a:pt x="45364" y="423389"/>
                </a:lnTo>
                <a:lnTo>
                  <a:pt x="44320" y="423089"/>
                </a:lnTo>
                <a:close/>
                <a:moveTo>
                  <a:pt x="38133" y="1633"/>
                </a:moveTo>
                <a:lnTo>
                  <a:pt x="38662" y="2723"/>
                </a:lnTo>
                <a:lnTo>
                  <a:pt x="37868" y="2178"/>
                </a:lnTo>
                <a:close/>
                <a:moveTo>
                  <a:pt x="11679" y="35036"/>
                </a:moveTo>
                <a:lnTo>
                  <a:pt x="12500" y="36344"/>
                </a:lnTo>
                <a:lnTo>
                  <a:pt x="11268" y="35690"/>
                </a:lnTo>
                <a:close/>
                <a:moveTo>
                  <a:pt x="64088" y="54783"/>
                </a:moveTo>
                <a:lnTo>
                  <a:pt x="66167" y="55787"/>
                </a:lnTo>
                <a:lnTo>
                  <a:pt x="63048" y="55285"/>
                </a:lnTo>
                <a:close/>
                <a:moveTo>
                  <a:pt x="14990" y="250067"/>
                </a:moveTo>
                <a:lnTo>
                  <a:pt x="16216" y="251719"/>
                </a:lnTo>
                <a:lnTo>
                  <a:pt x="14377" y="250893"/>
                </a:lnTo>
                <a:close/>
                <a:moveTo>
                  <a:pt x="41447" y="421434"/>
                </a:moveTo>
                <a:lnTo>
                  <a:pt x="42688" y="422846"/>
                </a:lnTo>
                <a:lnTo>
                  <a:pt x="40826" y="422140"/>
                </a:lnTo>
                <a:close/>
                <a:moveTo>
                  <a:pt x="3535" y="428533"/>
                </a:moveTo>
                <a:lnTo>
                  <a:pt x="4486" y="428914"/>
                </a:lnTo>
                <a:lnTo>
                  <a:pt x="3059" y="428723"/>
                </a:lnTo>
                <a:close/>
                <a:moveTo>
                  <a:pt x="45886" y="87110"/>
                </a:moveTo>
                <a:lnTo>
                  <a:pt x="47058" y="88376"/>
                </a:lnTo>
                <a:lnTo>
                  <a:pt x="45299" y="87743"/>
                </a:lnTo>
                <a:close/>
                <a:moveTo>
                  <a:pt x="58072" y="352711"/>
                </a:moveTo>
                <a:lnTo>
                  <a:pt x="58645" y="354453"/>
                </a:lnTo>
                <a:lnTo>
                  <a:pt x="57785" y="353582"/>
                </a:lnTo>
                <a:close/>
                <a:moveTo>
                  <a:pt x="65000" y="371734"/>
                </a:moveTo>
                <a:lnTo>
                  <a:pt x="66315" y="373100"/>
                </a:lnTo>
                <a:lnTo>
                  <a:pt x="64342" y="372417"/>
                </a:lnTo>
                <a:close/>
                <a:moveTo>
                  <a:pt x="46427" y="137689"/>
                </a:moveTo>
                <a:lnTo>
                  <a:pt x="46921" y="138055"/>
                </a:lnTo>
                <a:lnTo>
                  <a:pt x="46180" y="137872"/>
                </a:lnTo>
                <a:close/>
                <a:moveTo>
                  <a:pt x="27166" y="106269"/>
                </a:moveTo>
                <a:lnTo>
                  <a:pt x="27818" y="107407"/>
                </a:lnTo>
                <a:lnTo>
                  <a:pt x="26840" y="106838"/>
                </a:lnTo>
                <a:close/>
                <a:moveTo>
                  <a:pt x="35356" y="158709"/>
                </a:moveTo>
                <a:lnTo>
                  <a:pt x="37513" y="160266"/>
                </a:lnTo>
                <a:lnTo>
                  <a:pt x="34277" y="159487"/>
                </a:lnTo>
                <a:close/>
                <a:moveTo>
                  <a:pt x="51349" y="164012"/>
                </a:moveTo>
                <a:lnTo>
                  <a:pt x="52211" y="164724"/>
                </a:lnTo>
                <a:lnTo>
                  <a:pt x="50918" y="164368"/>
                </a:lnTo>
                <a:close/>
                <a:moveTo>
                  <a:pt x="36292" y="368172"/>
                </a:moveTo>
                <a:lnTo>
                  <a:pt x="37875" y="369351"/>
                </a:lnTo>
                <a:lnTo>
                  <a:pt x="35500" y="368761"/>
                </a:lnTo>
                <a:close/>
                <a:moveTo>
                  <a:pt x="13393" y="274498"/>
                </a:moveTo>
                <a:lnTo>
                  <a:pt x="14767" y="276297"/>
                </a:lnTo>
                <a:lnTo>
                  <a:pt x="12706" y="275398"/>
                </a:lnTo>
                <a:close/>
                <a:moveTo>
                  <a:pt x="68126" y="244107"/>
                </a:moveTo>
                <a:lnTo>
                  <a:pt x="69607" y="245541"/>
                </a:lnTo>
                <a:lnTo>
                  <a:pt x="67386" y="244824"/>
                </a:lnTo>
                <a:close/>
                <a:moveTo>
                  <a:pt x="16746" y="350522"/>
                </a:moveTo>
                <a:lnTo>
                  <a:pt x="18924" y="351492"/>
                </a:lnTo>
                <a:lnTo>
                  <a:pt x="15657" y="351007"/>
                </a:lnTo>
                <a:close/>
                <a:moveTo>
                  <a:pt x="39832" y="74675"/>
                </a:moveTo>
                <a:lnTo>
                  <a:pt x="40961" y="76412"/>
                </a:lnTo>
                <a:lnTo>
                  <a:pt x="39268" y="75543"/>
                </a:lnTo>
                <a:close/>
                <a:moveTo>
                  <a:pt x="28756" y="356058"/>
                </a:moveTo>
                <a:lnTo>
                  <a:pt x="30889" y="356717"/>
                </a:lnTo>
                <a:lnTo>
                  <a:pt x="27690" y="356388"/>
                </a:lnTo>
                <a:close/>
                <a:moveTo>
                  <a:pt x="21952" y="266136"/>
                </a:moveTo>
                <a:lnTo>
                  <a:pt x="23851" y="267223"/>
                </a:lnTo>
                <a:lnTo>
                  <a:pt x="21003" y="266679"/>
                </a:lnTo>
                <a:close/>
                <a:moveTo>
                  <a:pt x="59777" y="264287"/>
                </a:moveTo>
                <a:lnTo>
                  <a:pt x="61667" y="265568"/>
                </a:lnTo>
                <a:lnTo>
                  <a:pt x="58832" y="264927"/>
                </a:lnTo>
                <a:close/>
                <a:moveTo>
                  <a:pt x="51221" y="150186"/>
                </a:moveTo>
                <a:lnTo>
                  <a:pt x="53155" y="150632"/>
                </a:lnTo>
                <a:lnTo>
                  <a:pt x="50254" y="150409"/>
                </a:lnTo>
                <a:close/>
                <a:moveTo>
                  <a:pt x="15694" y="136585"/>
                </a:moveTo>
                <a:lnTo>
                  <a:pt x="17607" y="138065"/>
                </a:lnTo>
                <a:lnTo>
                  <a:pt x="14737" y="137325"/>
                </a:lnTo>
                <a:close/>
                <a:moveTo>
                  <a:pt x="50096" y="220751"/>
                </a:moveTo>
                <a:lnTo>
                  <a:pt x="52009" y="221573"/>
                </a:lnTo>
                <a:lnTo>
                  <a:pt x="49140" y="221162"/>
                </a:lnTo>
                <a:close/>
                <a:moveTo>
                  <a:pt x="48296" y="277322"/>
                </a:moveTo>
                <a:lnTo>
                  <a:pt x="50317" y="278208"/>
                </a:lnTo>
                <a:lnTo>
                  <a:pt x="47285" y="277765"/>
                </a:lnTo>
                <a:close/>
                <a:moveTo>
                  <a:pt x="44467" y="341277"/>
                </a:moveTo>
                <a:lnTo>
                  <a:pt x="45366" y="342788"/>
                </a:lnTo>
                <a:lnTo>
                  <a:pt x="44017" y="342032"/>
                </a:lnTo>
                <a:close/>
                <a:moveTo>
                  <a:pt x="52657" y="332844"/>
                </a:moveTo>
                <a:lnTo>
                  <a:pt x="53227" y="334066"/>
                </a:lnTo>
                <a:lnTo>
                  <a:pt x="52373" y="333455"/>
                </a:lnTo>
                <a:close/>
                <a:moveTo>
                  <a:pt x="27027" y="421042"/>
                </a:moveTo>
                <a:lnTo>
                  <a:pt x="27901" y="422532"/>
                </a:lnTo>
                <a:lnTo>
                  <a:pt x="26589" y="421787"/>
                </a:lnTo>
                <a:close/>
                <a:moveTo>
                  <a:pt x="45104" y="377683"/>
                </a:moveTo>
                <a:lnTo>
                  <a:pt x="45543" y="379178"/>
                </a:lnTo>
                <a:lnTo>
                  <a:pt x="44884" y="378430"/>
                </a:lnTo>
                <a:close/>
                <a:moveTo>
                  <a:pt x="63530" y="236927"/>
                </a:moveTo>
                <a:lnTo>
                  <a:pt x="65105" y="237524"/>
                </a:lnTo>
                <a:lnTo>
                  <a:pt x="62742" y="237225"/>
                </a:lnTo>
                <a:close/>
                <a:moveTo>
                  <a:pt x="28779" y="352312"/>
                </a:moveTo>
                <a:lnTo>
                  <a:pt x="30580" y="353329"/>
                </a:lnTo>
                <a:lnTo>
                  <a:pt x="27878" y="352821"/>
                </a:lnTo>
                <a:close/>
                <a:moveTo>
                  <a:pt x="41093" y="54231"/>
                </a:moveTo>
                <a:lnTo>
                  <a:pt x="42530" y="54631"/>
                </a:lnTo>
                <a:lnTo>
                  <a:pt x="40375" y="54431"/>
                </a:lnTo>
                <a:close/>
                <a:moveTo>
                  <a:pt x="4487" y="312239"/>
                </a:moveTo>
                <a:lnTo>
                  <a:pt x="6060" y="312974"/>
                </a:lnTo>
                <a:lnTo>
                  <a:pt x="3701" y="312606"/>
                </a:lnTo>
                <a:close/>
                <a:moveTo>
                  <a:pt x="11359" y="431710"/>
                </a:moveTo>
                <a:lnTo>
                  <a:pt x="11736" y="432144"/>
                </a:lnTo>
                <a:lnTo>
                  <a:pt x="11171" y="431927"/>
                </a:lnTo>
                <a:close/>
                <a:moveTo>
                  <a:pt x="18715" y="207337"/>
                </a:moveTo>
                <a:lnTo>
                  <a:pt x="19579" y="208195"/>
                </a:lnTo>
                <a:lnTo>
                  <a:pt x="18282" y="207766"/>
                </a:lnTo>
                <a:close/>
                <a:moveTo>
                  <a:pt x="67192" y="359349"/>
                </a:moveTo>
                <a:lnTo>
                  <a:pt x="67915" y="360778"/>
                </a:lnTo>
                <a:lnTo>
                  <a:pt x="66830" y="360064"/>
                </a:lnTo>
                <a:close/>
                <a:moveTo>
                  <a:pt x="758" y="405403"/>
                </a:moveTo>
                <a:lnTo>
                  <a:pt x="2203" y="406695"/>
                </a:lnTo>
                <a:lnTo>
                  <a:pt x="36" y="406049"/>
                </a:lnTo>
                <a:close/>
                <a:moveTo>
                  <a:pt x="27589" y="264426"/>
                </a:moveTo>
                <a:lnTo>
                  <a:pt x="29744" y="265309"/>
                </a:lnTo>
                <a:lnTo>
                  <a:pt x="26511" y="264867"/>
                </a:lnTo>
                <a:close/>
                <a:moveTo>
                  <a:pt x="782" y="135802"/>
                </a:moveTo>
                <a:lnTo>
                  <a:pt x="1614" y="136751"/>
                </a:lnTo>
                <a:lnTo>
                  <a:pt x="365" y="136276"/>
                </a:lnTo>
                <a:close/>
                <a:moveTo>
                  <a:pt x="4757" y="334060"/>
                </a:moveTo>
                <a:lnTo>
                  <a:pt x="6373" y="334436"/>
                </a:lnTo>
                <a:lnTo>
                  <a:pt x="3949" y="334248"/>
                </a:lnTo>
                <a:close/>
                <a:moveTo>
                  <a:pt x="23459" y="277315"/>
                </a:moveTo>
                <a:lnTo>
                  <a:pt x="25095" y="278668"/>
                </a:lnTo>
                <a:lnTo>
                  <a:pt x="22641" y="277992"/>
                </a:lnTo>
                <a:close/>
                <a:moveTo>
                  <a:pt x="48028" y="220855"/>
                </a:moveTo>
                <a:lnTo>
                  <a:pt x="49808" y="221608"/>
                </a:lnTo>
                <a:lnTo>
                  <a:pt x="47138" y="221231"/>
                </a:lnTo>
                <a:close/>
                <a:moveTo>
                  <a:pt x="23732" y="330746"/>
                </a:moveTo>
                <a:lnTo>
                  <a:pt x="25666" y="331689"/>
                </a:lnTo>
                <a:lnTo>
                  <a:pt x="22765" y="331217"/>
                </a:lnTo>
                <a:close/>
                <a:moveTo>
                  <a:pt x="18078" y="168823"/>
                </a:moveTo>
                <a:lnTo>
                  <a:pt x="19861" y="169456"/>
                </a:lnTo>
                <a:lnTo>
                  <a:pt x="17187" y="169140"/>
                </a:lnTo>
                <a:close/>
                <a:moveTo>
                  <a:pt x="56130" y="382202"/>
                </a:moveTo>
                <a:lnTo>
                  <a:pt x="58319" y="383050"/>
                </a:lnTo>
                <a:lnTo>
                  <a:pt x="55036" y="382626"/>
                </a:lnTo>
                <a:close/>
                <a:moveTo>
                  <a:pt x="52369" y="324844"/>
                </a:moveTo>
                <a:lnTo>
                  <a:pt x="54131" y="325934"/>
                </a:lnTo>
                <a:lnTo>
                  <a:pt x="51487" y="325389"/>
                </a:lnTo>
                <a:close/>
                <a:moveTo>
                  <a:pt x="62786" y="322912"/>
                </a:moveTo>
                <a:lnTo>
                  <a:pt x="64770" y="323585"/>
                </a:lnTo>
                <a:lnTo>
                  <a:pt x="61795" y="323249"/>
                </a:lnTo>
                <a:close/>
                <a:moveTo>
                  <a:pt x="49811" y="417009"/>
                </a:moveTo>
                <a:lnTo>
                  <a:pt x="51466" y="418301"/>
                </a:lnTo>
                <a:lnTo>
                  <a:pt x="48984" y="417655"/>
                </a:lnTo>
                <a:close/>
                <a:moveTo>
                  <a:pt x="62772" y="261019"/>
                </a:moveTo>
                <a:lnTo>
                  <a:pt x="63994" y="262176"/>
                </a:lnTo>
                <a:lnTo>
                  <a:pt x="62160" y="261598"/>
                </a:lnTo>
                <a:close/>
                <a:moveTo>
                  <a:pt x="58688" y="69480"/>
                </a:moveTo>
                <a:lnTo>
                  <a:pt x="59429" y="70124"/>
                </a:lnTo>
                <a:lnTo>
                  <a:pt x="58317" y="69802"/>
                </a:lnTo>
                <a:close/>
                <a:moveTo>
                  <a:pt x="48845" y="963"/>
                </a:moveTo>
                <a:lnTo>
                  <a:pt x="50660" y="1657"/>
                </a:lnTo>
                <a:lnTo>
                  <a:pt x="47938" y="1310"/>
                </a:lnTo>
                <a:close/>
                <a:moveTo>
                  <a:pt x="67461" y="73371"/>
                </a:moveTo>
                <a:lnTo>
                  <a:pt x="69230" y="74874"/>
                </a:lnTo>
                <a:lnTo>
                  <a:pt x="66577" y="74122"/>
                </a:lnTo>
                <a:close/>
                <a:moveTo>
                  <a:pt x="30264" y="330653"/>
                </a:moveTo>
                <a:lnTo>
                  <a:pt x="31309" y="331324"/>
                </a:lnTo>
                <a:lnTo>
                  <a:pt x="29741" y="330988"/>
                </a:lnTo>
                <a:close/>
                <a:moveTo>
                  <a:pt x="52099" y="71082"/>
                </a:moveTo>
                <a:lnTo>
                  <a:pt x="53678" y="72549"/>
                </a:lnTo>
                <a:lnTo>
                  <a:pt x="51310" y="71815"/>
                </a:lnTo>
                <a:close/>
                <a:moveTo>
                  <a:pt x="15968" y="370410"/>
                </a:moveTo>
                <a:lnTo>
                  <a:pt x="16788" y="371892"/>
                </a:lnTo>
                <a:lnTo>
                  <a:pt x="15558" y="371151"/>
                </a:lnTo>
                <a:close/>
                <a:moveTo>
                  <a:pt x="40691" y="93602"/>
                </a:moveTo>
                <a:lnTo>
                  <a:pt x="42067" y="94965"/>
                </a:lnTo>
                <a:lnTo>
                  <a:pt x="40003" y="94283"/>
                </a:lnTo>
                <a:close/>
                <a:moveTo>
                  <a:pt x="29467" y="259646"/>
                </a:moveTo>
                <a:lnTo>
                  <a:pt x="31020" y="260664"/>
                </a:lnTo>
                <a:lnTo>
                  <a:pt x="28690" y="260155"/>
                </a:lnTo>
                <a:close/>
                <a:moveTo>
                  <a:pt x="23969" y="192770"/>
                </a:moveTo>
                <a:lnTo>
                  <a:pt x="25007" y="194500"/>
                </a:lnTo>
                <a:lnTo>
                  <a:pt x="23450" y="193635"/>
                </a:lnTo>
                <a:close/>
                <a:moveTo>
                  <a:pt x="3709" y="227724"/>
                </a:moveTo>
                <a:lnTo>
                  <a:pt x="4831" y="228805"/>
                </a:lnTo>
                <a:lnTo>
                  <a:pt x="3149" y="228264"/>
                </a:lnTo>
                <a:close/>
                <a:moveTo>
                  <a:pt x="7817" y="382808"/>
                </a:moveTo>
                <a:lnTo>
                  <a:pt x="8773" y="383406"/>
                </a:lnTo>
                <a:lnTo>
                  <a:pt x="7338" y="383107"/>
                </a:lnTo>
                <a:close/>
                <a:moveTo>
                  <a:pt x="66947" y="178044"/>
                </a:moveTo>
                <a:lnTo>
                  <a:pt x="67626" y="178708"/>
                </a:lnTo>
                <a:lnTo>
                  <a:pt x="66608" y="178376"/>
                </a:lnTo>
                <a:close/>
                <a:moveTo>
                  <a:pt x="53633" y="221050"/>
                </a:moveTo>
                <a:lnTo>
                  <a:pt x="55765" y="222295"/>
                </a:lnTo>
                <a:lnTo>
                  <a:pt x="52566" y="221672"/>
                </a:lnTo>
                <a:close/>
                <a:moveTo>
                  <a:pt x="17298" y="270912"/>
                </a:moveTo>
                <a:lnTo>
                  <a:pt x="17672" y="272076"/>
                </a:lnTo>
                <a:lnTo>
                  <a:pt x="17110" y="271494"/>
                </a:lnTo>
                <a:close/>
                <a:moveTo>
                  <a:pt x="59642" y="36669"/>
                </a:moveTo>
                <a:lnTo>
                  <a:pt x="61211" y="37800"/>
                </a:lnTo>
                <a:lnTo>
                  <a:pt x="58857" y="37234"/>
                </a:lnTo>
                <a:close/>
                <a:moveTo>
                  <a:pt x="28513" y="15423"/>
                </a:moveTo>
                <a:lnTo>
                  <a:pt x="29570" y="16475"/>
                </a:lnTo>
                <a:lnTo>
                  <a:pt x="27985" y="15949"/>
                </a:lnTo>
                <a:close/>
                <a:moveTo>
                  <a:pt x="9081" y="406962"/>
                </a:moveTo>
                <a:lnTo>
                  <a:pt x="10655" y="407822"/>
                </a:lnTo>
                <a:lnTo>
                  <a:pt x="8294" y="407392"/>
                </a:lnTo>
                <a:close/>
                <a:moveTo>
                  <a:pt x="33115" y="111352"/>
                </a:moveTo>
                <a:lnTo>
                  <a:pt x="34522" y="112869"/>
                </a:lnTo>
                <a:lnTo>
                  <a:pt x="32411" y="112111"/>
                </a:lnTo>
                <a:close/>
                <a:moveTo>
                  <a:pt x="51533" y="3819"/>
                </a:moveTo>
                <a:lnTo>
                  <a:pt x="53261" y="5014"/>
                </a:lnTo>
                <a:lnTo>
                  <a:pt x="50670" y="4417"/>
                </a:lnTo>
                <a:close/>
                <a:moveTo>
                  <a:pt x="22269" y="39988"/>
                </a:moveTo>
                <a:lnTo>
                  <a:pt x="23373" y="40367"/>
                </a:lnTo>
                <a:lnTo>
                  <a:pt x="21717" y="40177"/>
                </a:lnTo>
                <a:close/>
                <a:moveTo>
                  <a:pt x="45534" y="27601"/>
                </a:moveTo>
                <a:lnTo>
                  <a:pt x="46398" y="28323"/>
                </a:lnTo>
                <a:lnTo>
                  <a:pt x="45102" y="27962"/>
                </a:lnTo>
                <a:close/>
                <a:moveTo>
                  <a:pt x="18744" y="242107"/>
                </a:moveTo>
                <a:lnTo>
                  <a:pt x="19262" y="242535"/>
                </a:lnTo>
                <a:lnTo>
                  <a:pt x="18485" y="242321"/>
                </a:lnTo>
                <a:close/>
                <a:moveTo>
                  <a:pt x="4628" y="344185"/>
                </a:moveTo>
                <a:lnTo>
                  <a:pt x="6025" y="345382"/>
                </a:lnTo>
                <a:lnTo>
                  <a:pt x="3930" y="344784"/>
                </a:lnTo>
                <a:close/>
                <a:moveTo>
                  <a:pt x="69337" y="100702"/>
                </a:moveTo>
                <a:lnTo>
                  <a:pt x="69795" y="101962"/>
                </a:lnTo>
                <a:lnTo>
                  <a:pt x="69108" y="101332"/>
                </a:lnTo>
                <a:close/>
                <a:moveTo>
                  <a:pt x="25546" y="426077"/>
                </a:moveTo>
                <a:lnTo>
                  <a:pt x="27003" y="427100"/>
                </a:lnTo>
                <a:lnTo>
                  <a:pt x="24818" y="426588"/>
                </a:lnTo>
                <a:close/>
                <a:moveTo>
                  <a:pt x="11182" y="185034"/>
                </a:moveTo>
                <a:lnTo>
                  <a:pt x="12337" y="186697"/>
                </a:lnTo>
                <a:lnTo>
                  <a:pt x="10605" y="185866"/>
                </a:lnTo>
                <a:close/>
                <a:moveTo>
                  <a:pt x="4740" y="260658"/>
                </a:moveTo>
                <a:lnTo>
                  <a:pt x="5706" y="261732"/>
                </a:lnTo>
                <a:lnTo>
                  <a:pt x="4256" y="261195"/>
                </a:lnTo>
                <a:close/>
                <a:moveTo>
                  <a:pt x="46187" y="336276"/>
                </a:moveTo>
                <a:lnTo>
                  <a:pt x="47037" y="337420"/>
                </a:lnTo>
                <a:lnTo>
                  <a:pt x="45762" y="336848"/>
                </a:lnTo>
                <a:close/>
                <a:moveTo>
                  <a:pt x="35349" y="373039"/>
                </a:moveTo>
                <a:lnTo>
                  <a:pt x="35764" y="373609"/>
                </a:lnTo>
                <a:lnTo>
                  <a:pt x="35141" y="373324"/>
                </a:lnTo>
                <a:close/>
                <a:moveTo>
                  <a:pt x="5231" y="151840"/>
                </a:moveTo>
                <a:lnTo>
                  <a:pt x="7047" y="152165"/>
                </a:lnTo>
                <a:lnTo>
                  <a:pt x="4322" y="152002"/>
                </a:lnTo>
                <a:close/>
                <a:moveTo>
                  <a:pt x="50679" y="289821"/>
                </a:moveTo>
                <a:lnTo>
                  <a:pt x="52574" y="290731"/>
                </a:lnTo>
                <a:lnTo>
                  <a:pt x="49732" y="290276"/>
                </a:lnTo>
                <a:close/>
                <a:moveTo>
                  <a:pt x="66495" y="323952"/>
                </a:moveTo>
                <a:lnTo>
                  <a:pt x="66998" y="325201"/>
                </a:lnTo>
                <a:lnTo>
                  <a:pt x="66244" y="324577"/>
                </a:lnTo>
                <a:close/>
                <a:moveTo>
                  <a:pt x="24717" y="229914"/>
                </a:moveTo>
                <a:lnTo>
                  <a:pt x="25869" y="231455"/>
                </a:lnTo>
                <a:lnTo>
                  <a:pt x="24141" y="230685"/>
                </a:lnTo>
                <a:close/>
                <a:moveTo>
                  <a:pt x="55076" y="294695"/>
                </a:moveTo>
                <a:lnTo>
                  <a:pt x="55919" y="295512"/>
                </a:lnTo>
                <a:lnTo>
                  <a:pt x="54654" y="295103"/>
                </a:lnTo>
                <a:close/>
                <a:moveTo>
                  <a:pt x="49254" y="209920"/>
                </a:moveTo>
                <a:lnTo>
                  <a:pt x="51125" y="210629"/>
                </a:lnTo>
                <a:lnTo>
                  <a:pt x="48318" y="210274"/>
                </a:lnTo>
                <a:close/>
                <a:moveTo>
                  <a:pt x="34997" y="143490"/>
                </a:moveTo>
                <a:lnTo>
                  <a:pt x="36182" y="145196"/>
                </a:lnTo>
                <a:lnTo>
                  <a:pt x="34405" y="144343"/>
                </a:lnTo>
                <a:close/>
                <a:moveTo>
                  <a:pt x="68068" y="281801"/>
                </a:moveTo>
                <a:lnTo>
                  <a:pt x="68426" y="283244"/>
                </a:lnTo>
                <a:lnTo>
                  <a:pt x="67890" y="282523"/>
                </a:lnTo>
                <a:close/>
                <a:moveTo>
                  <a:pt x="52819" y="162162"/>
                </a:moveTo>
                <a:lnTo>
                  <a:pt x="54493" y="163149"/>
                </a:lnTo>
                <a:lnTo>
                  <a:pt x="51982" y="162655"/>
                </a:lnTo>
                <a:close/>
                <a:moveTo>
                  <a:pt x="15693" y="131703"/>
                </a:moveTo>
                <a:lnTo>
                  <a:pt x="17414" y="132862"/>
                </a:lnTo>
                <a:lnTo>
                  <a:pt x="14832" y="132282"/>
                </a:lnTo>
                <a:close/>
                <a:moveTo>
                  <a:pt x="11853" y="395377"/>
                </a:moveTo>
                <a:lnTo>
                  <a:pt x="12705" y="395783"/>
                </a:lnTo>
                <a:lnTo>
                  <a:pt x="11427" y="395580"/>
                </a:lnTo>
                <a:close/>
                <a:moveTo>
                  <a:pt x="31689" y="36291"/>
                </a:moveTo>
                <a:lnTo>
                  <a:pt x="32343" y="36728"/>
                </a:lnTo>
                <a:lnTo>
                  <a:pt x="31362" y="36509"/>
                </a:lnTo>
                <a:close/>
                <a:moveTo>
                  <a:pt x="60502" y="292028"/>
                </a:moveTo>
                <a:lnTo>
                  <a:pt x="62196" y="292744"/>
                </a:lnTo>
                <a:lnTo>
                  <a:pt x="59655" y="292386"/>
                </a:lnTo>
                <a:close/>
                <a:moveTo>
                  <a:pt x="35002" y="245204"/>
                </a:moveTo>
                <a:lnTo>
                  <a:pt x="36215" y="246951"/>
                </a:lnTo>
                <a:lnTo>
                  <a:pt x="34395" y="246078"/>
                </a:lnTo>
                <a:close/>
                <a:moveTo>
                  <a:pt x="31759" y="349132"/>
                </a:moveTo>
                <a:lnTo>
                  <a:pt x="32257" y="350475"/>
                </a:lnTo>
                <a:lnTo>
                  <a:pt x="31510" y="349803"/>
                </a:lnTo>
                <a:close/>
                <a:moveTo>
                  <a:pt x="46149" y="164760"/>
                </a:moveTo>
                <a:lnTo>
                  <a:pt x="46780" y="166180"/>
                </a:lnTo>
                <a:lnTo>
                  <a:pt x="45834" y="165470"/>
                </a:lnTo>
                <a:close/>
                <a:moveTo>
                  <a:pt x="38872" y="278253"/>
                </a:moveTo>
                <a:lnTo>
                  <a:pt x="39466" y="278563"/>
                </a:lnTo>
                <a:lnTo>
                  <a:pt x="38575" y="278408"/>
                </a:lnTo>
                <a:close/>
                <a:moveTo>
                  <a:pt x="4418" y="47141"/>
                </a:moveTo>
                <a:lnTo>
                  <a:pt x="5692" y="48872"/>
                </a:lnTo>
                <a:lnTo>
                  <a:pt x="3781" y="48006"/>
                </a:lnTo>
                <a:close/>
                <a:moveTo>
                  <a:pt x="30971" y="115099"/>
                </a:moveTo>
                <a:lnTo>
                  <a:pt x="33125" y="116045"/>
                </a:lnTo>
                <a:lnTo>
                  <a:pt x="29894" y="115572"/>
                </a:lnTo>
                <a:close/>
                <a:moveTo>
                  <a:pt x="20423" y="31840"/>
                </a:moveTo>
                <a:lnTo>
                  <a:pt x="21608" y="32820"/>
                </a:lnTo>
                <a:lnTo>
                  <a:pt x="19831" y="32330"/>
                </a:lnTo>
                <a:close/>
                <a:moveTo>
                  <a:pt x="25999" y="302084"/>
                </a:moveTo>
                <a:lnTo>
                  <a:pt x="27442" y="302607"/>
                </a:lnTo>
                <a:lnTo>
                  <a:pt x="25277" y="302346"/>
                </a:lnTo>
                <a:close/>
                <a:moveTo>
                  <a:pt x="45314" y="130520"/>
                </a:moveTo>
                <a:lnTo>
                  <a:pt x="47479" y="131930"/>
                </a:lnTo>
                <a:lnTo>
                  <a:pt x="44231" y="131225"/>
                </a:lnTo>
                <a:close/>
                <a:moveTo>
                  <a:pt x="8126" y="50760"/>
                </a:moveTo>
                <a:lnTo>
                  <a:pt x="8955" y="51306"/>
                </a:lnTo>
                <a:lnTo>
                  <a:pt x="7711" y="51033"/>
                </a:lnTo>
                <a:close/>
                <a:moveTo>
                  <a:pt x="31318" y="415859"/>
                </a:moveTo>
                <a:lnTo>
                  <a:pt x="33234" y="417207"/>
                </a:lnTo>
                <a:lnTo>
                  <a:pt x="30360" y="416533"/>
                </a:lnTo>
                <a:close/>
                <a:moveTo>
                  <a:pt x="64019" y="107526"/>
                </a:moveTo>
                <a:lnTo>
                  <a:pt x="65256" y="108828"/>
                </a:lnTo>
                <a:lnTo>
                  <a:pt x="63401" y="108177"/>
                </a:lnTo>
                <a:close/>
                <a:moveTo>
                  <a:pt x="22516" y="432988"/>
                </a:moveTo>
                <a:lnTo>
                  <a:pt x="23665" y="434235"/>
                </a:lnTo>
                <a:lnTo>
                  <a:pt x="21942" y="433612"/>
                </a:lnTo>
                <a:close/>
                <a:moveTo>
                  <a:pt x="11660" y="231797"/>
                </a:moveTo>
                <a:lnTo>
                  <a:pt x="12888" y="232659"/>
                </a:lnTo>
                <a:lnTo>
                  <a:pt x="11047" y="232228"/>
                </a:lnTo>
                <a:close/>
                <a:moveTo>
                  <a:pt x="29520" y="327717"/>
                </a:moveTo>
                <a:lnTo>
                  <a:pt x="31533" y="328998"/>
                </a:lnTo>
                <a:lnTo>
                  <a:pt x="28513" y="328358"/>
                </a:lnTo>
                <a:close/>
                <a:moveTo>
                  <a:pt x="53130" y="321804"/>
                </a:moveTo>
                <a:lnTo>
                  <a:pt x="54843" y="323232"/>
                </a:lnTo>
                <a:lnTo>
                  <a:pt x="52274" y="322518"/>
                </a:lnTo>
                <a:close/>
                <a:moveTo>
                  <a:pt x="51630" y="361281"/>
                </a:moveTo>
                <a:lnTo>
                  <a:pt x="53333" y="361929"/>
                </a:lnTo>
                <a:lnTo>
                  <a:pt x="50779" y="361605"/>
                </a:lnTo>
                <a:close/>
                <a:moveTo>
                  <a:pt x="66502" y="334510"/>
                </a:moveTo>
                <a:lnTo>
                  <a:pt x="68471" y="334871"/>
                </a:lnTo>
                <a:lnTo>
                  <a:pt x="65517" y="334691"/>
                </a:lnTo>
                <a:close/>
                <a:moveTo>
                  <a:pt x="65088" y="387337"/>
                </a:moveTo>
                <a:lnTo>
                  <a:pt x="67187" y="388577"/>
                </a:lnTo>
                <a:lnTo>
                  <a:pt x="64038" y="387957"/>
                </a:lnTo>
                <a:close/>
                <a:moveTo>
                  <a:pt x="60627" y="215028"/>
                </a:moveTo>
                <a:lnTo>
                  <a:pt x="61551" y="216004"/>
                </a:lnTo>
                <a:lnTo>
                  <a:pt x="60165" y="215516"/>
                </a:lnTo>
                <a:close/>
                <a:moveTo>
                  <a:pt x="23415" y="285259"/>
                </a:moveTo>
                <a:lnTo>
                  <a:pt x="25008" y="286184"/>
                </a:lnTo>
                <a:lnTo>
                  <a:pt x="22618" y="285722"/>
                </a:lnTo>
                <a:close/>
                <a:moveTo>
                  <a:pt x="48062" y="285946"/>
                </a:moveTo>
                <a:lnTo>
                  <a:pt x="49768" y="286253"/>
                </a:lnTo>
                <a:lnTo>
                  <a:pt x="47209" y="286100"/>
                </a:lnTo>
                <a:close/>
                <a:moveTo>
                  <a:pt x="64387" y="332688"/>
                </a:moveTo>
                <a:lnTo>
                  <a:pt x="65371" y="334222"/>
                </a:lnTo>
                <a:lnTo>
                  <a:pt x="63896" y="333455"/>
                </a:lnTo>
                <a:close/>
                <a:moveTo>
                  <a:pt x="46784" y="200965"/>
                </a:moveTo>
                <a:lnTo>
                  <a:pt x="48012" y="202046"/>
                </a:lnTo>
                <a:lnTo>
                  <a:pt x="46170" y="201505"/>
                </a:lnTo>
                <a:close/>
                <a:moveTo>
                  <a:pt x="41370" y="307159"/>
                </a:moveTo>
                <a:lnTo>
                  <a:pt x="43216" y="307947"/>
                </a:lnTo>
                <a:lnTo>
                  <a:pt x="40447" y="307553"/>
                </a:lnTo>
                <a:close/>
                <a:moveTo>
                  <a:pt x="51410" y="21742"/>
                </a:moveTo>
                <a:lnTo>
                  <a:pt x="53019" y="22302"/>
                </a:lnTo>
                <a:lnTo>
                  <a:pt x="50605" y="22022"/>
                </a:lnTo>
                <a:close/>
                <a:moveTo>
                  <a:pt x="35601" y="6440"/>
                </a:moveTo>
                <a:lnTo>
                  <a:pt x="37302" y="7402"/>
                </a:lnTo>
                <a:lnTo>
                  <a:pt x="34750" y="6921"/>
                </a:lnTo>
                <a:close/>
                <a:moveTo>
                  <a:pt x="53066" y="408727"/>
                </a:moveTo>
                <a:lnTo>
                  <a:pt x="55038" y="410059"/>
                </a:lnTo>
                <a:lnTo>
                  <a:pt x="52080" y="409393"/>
                </a:lnTo>
                <a:close/>
                <a:moveTo>
                  <a:pt x="23940" y="130715"/>
                </a:moveTo>
                <a:lnTo>
                  <a:pt x="24377" y="132236"/>
                </a:lnTo>
                <a:lnTo>
                  <a:pt x="23721" y="131476"/>
                </a:lnTo>
                <a:close/>
                <a:moveTo>
                  <a:pt x="38488" y="270902"/>
                </a:moveTo>
                <a:lnTo>
                  <a:pt x="38975" y="271716"/>
                </a:lnTo>
                <a:lnTo>
                  <a:pt x="38245" y="271309"/>
                </a:lnTo>
                <a:close/>
                <a:moveTo>
                  <a:pt x="49731" y="274094"/>
                </a:moveTo>
                <a:lnTo>
                  <a:pt x="51405" y="275230"/>
                </a:lnTo>
                <a:lnTo>
                  <a:pt x="48895" y="274662"/>
                </a:lnTo>
                <a:close/>
                <a:moveTo>
                  <a:pt x="16566" y="189535"/>
                </a:moveTo>
                <a:lnTo>
                  <a:pt x="17448" y="191109"/>
                </a:lnTo>
                <a:lnTo>
                  <a:pt x="16125" y="190322"/>
                </a:lnTo>
                <a:close/>
                <a:moveTo>
                  <a:pt x="3865" y="320273"/>
                </a:moveTo>
                <a:lnTo>
                  <a:pt x="4646" y="321831"/>
                </a:lnTo>
                <a:lnTo>
                  <a:pt x="3474" y="321052"/>
                </a:lnTo>
                <a:close/>
                <a:moveTo>
                  <a:pt x="18534" y="245609"/>
                </a:moveTo>
                <a:lnTo>
                  <a:pt x="20679" y="246901"/>
                </a:lnTo>
                <a:lnTo>
                  <a:pt x="17462" y="246255"/>
                </a:lnTo>
                <a:close/>
                <a:moveTo>
                  <a:pt x="6100" y="395372"/>
                </a:moveTo>
                <a:lnTo>
                  <a:pt x="7999" y="396146"/>
                </a:lnTo>
                <a:lnTo>
                  <a:pt x="5151" y="395759"/>
                </a:lnTo>
                <a:close/>
                <a:moveTo>
                  <a:pt x="67397" y="378269"/>
                </a:moveTo>
                <a:lnTo>
                  <a:pt x="68710" y="378975"/>
                </a:lnTo>
                <a:lnTo>
                  <a:pt x="66741" y="378622"/>
                </a:lnTo>
                <a:close/>
                <a:moveTo>
                  <a:pt x="28865" y="422477"/>
                </a:moveTo>
                <a:lnTo>
                  <a:pt x="31059" y="423070"/>
                </a:lnTo>
                <a:lnTo>
                  <a:pt x="27769" y="422774"/>
                </a:lnTo>
                <a:close/>
                <a:moveTo>
                  <a:pt x="35884" y="159567"/>
                </a:moveTo>
                <a:lnTo>
                  <a:pt x="37559" y="161363"/>
                </a:lnTo>
                <a:lnTo>
                  <a:pt x="35046" y="160465"/>
                </a:lnTo>
                <a:close/>
                <a:moveTo>
                  <a:pt x="31133" y="396855"/>
                </a:moveTo>
                <a:lnTo>
                  <a:pt x="32125" y="398487"/>
                </a:lnTo>
                <a:lnTo>
                  <a:pt x="30638" y="397671"/>
                </a:lnTo>
                <a:close/>
                <a:moveTo>
                  <a:pt x="58020" y="158674"/>
                </a:moveTo>
                <a:lnTo>
                  <a:pt x="60139" y="159262"/>
                </a:lnTo>
                <a:lnTo>
                  <a:pt x="56960" y="158968"/>
                </a:lnTo>
                <a:close/>
                <a:moveTo>
                  <a:pt x="15386" y="349048"/>
                </a:moveTo>
                <a:lnTo>
                  <a:pt x="16096" y="349741"/>
                </a:lnTo>
                <a:lnTo>
                  <a:pt x="15031" y="349395"/>
                </a:lnTo>
                <a:close/>
                <a:moveTo>
                  <a:pt x="66382" y="347755"/>
                </a:moveTo>
                <a:lnTo>
                  <a:pt x="67816" y="349368"/>
                </a:lnTo>
                <a:lnTo>
                  <a:pt x="65664" y="348561"/>
                </a:lnTo>
                <a:close/>
                <a:moveTo>
                  <a:pt x="16551" y="329468"/>
                </a:moveTo>
                <a:lnTo>
                  <a:pt x="17201" y="329974"/>
                </a:lnTo>
                <a:lnTo>
                  <a:pt x="16225" y="329721"/>
                </a:lnTo>
                <a:close/>
                <a:moveTo>
                  <a:pt x="33679" y="3925"/>
                </a:moveTo>
                <a:lnTo>
                  <a:pt x="34623" y="5514"/>
                </a:lnTo>
                <a:lnTo>
                  <a:pt x="33206" y="4720"/>
                </a:lnTo>
                <a:close/>
                <a:moveTo>
                  <a:pt x="60515" y="372759"/>
                </a:moveTo>
                <a:lnTo>
                  <a:pt x="61212" y="373583"/>
                </a:lnTo>
                <a:lnTo>
                  <a:pt x="60166" y="373171"/>
                </a:lnTo>
                <a:close/>
                <a:moveTo>
                  <a:pt x="5375" y="19455"/>
                </a:moveTo>
                <a:lnTo>
                  <a:pt x="6281" y="20788"/>
                </a:lnTo>
                <a:lnTo>
                  <a:pt x="4922" y="20121"/>
                </a:lnTo>
                <a:close/>
                <a:moveTo>
                  <a:pt x="67704" y="304076"/>
                </a:moveTo>
                <a:lnTo>
                  <a:pt x="68413" y="305541"/>
                </a:lnTo>
                <a:lnTo>
                  <a:pt x="67350" y="304809"/>
                </a:lnTo>
                <a:close/>
                <a:moveTo>
                  <a:pt x="21146" y="210402"/>
                </a:moveTo>
                <a:lnTo>
                  <a:pt x="22633" y="212102"/>
                </a:lnTo>
                <a:lnTo>
                  <a:pt x="20402" y="211252"/>
                </a:lnTo>
                <a:close/>
                <a:moveTo>
                  <a:pt x="10507" y="433785"/>
                </a:moveTo>
                <a:lnTo>
                  <a:pt x="11585" y="434186"/>
                </a:lnTo>
                <a:lnTo>
                  <a:pt x="9968" y="433985"/>
                </a:lnTo>
                <a:close/>
                <a:moveTo>
                  <a:pt x="11595" y="368343"/>
                </a:moveTo>
                <a:lnTo>
                  <a:pt x="12115" y="368831"/>
                </a:lnTo>
                <a:lnTo>
                  <a:pt x="11335" y="368587"/>
                </a:lnTo>
                <a:close/>
                <a:moveTo>
                  <a:pt x="58669" y="370870"/>
                </a:moveTo>
                <a:lnTo>
                  <a:pt x="60824" y="371355"/>
                </a:lnTo>
                <a:lnTo>
                  <a:pt x="57591" y="371112"/>
                </a:lnTo>
                <a:close/>
                <a:moveTo>
                  <a:pt x="44309" y="49771"/>
                </a:moveTo>
                <a:lnTo>
                  <a:pt x="46046" y="51090"/>
                </a:lnTo>
                <a:lnTo>
                  <a:pt x="43441" y="50430"/>
                </a:lnTo>
                <a:close/>
                <a:moveTo>
                  <a:pt x="16492" y="389398"/>
                </a:moveTo>
                <a:lnTo>
                  <a:pt x="17808" y="390926"/>
                </a:lnTo>
                <a:lnTo>
                  <a:pt x="15834" y="390162"/>
                </a:lnTo>
                <a:close/>
                <a:moveTo>
                  <a:pt x="48274" y="172379"/>
                </a:moveTo>
                <a:lnTo>
                  <a:pt x="49655" y="172825"/>
                </a:lnTo>
                <a:lnTo>
                  <a:pt x="47583" y="172602"/>
                </a:lnTo>
                <a:close/>
                <a:moveTo>
                  <a:pt x="35209" y="341626"/>
                </a:moveTo>
                <a:lnTo>
                  <a:pt x="37030" y="342415"/>
                </a:lnTo>
                <a:lnTo>
                  <a:pt x="34298" y="342020"/>
                </a:lnTo>
                <a:close/>
                <a:moveTo>
                  <a:pt x="6657" y="188603"/>
                </a:moveTo>
                <a:lnTo>
                  <a:pt x="8603" y="189382"/>
                </a:lnTo>
                <a:lnTo>
                  <a:pt x="5684" y="188993"/>
                </a:lnTo>
                <a:close/>
                <a:moveTo>
                  <a:pt x="31613" y="51781"/>
                </a:moveTo>
                <a:lnTo>
                  <a:pt x="33712" y="52137"/>
                </a:lnTo>
                <a:lnTo>
                  <a:pt x="30564" y="51959"/>
                </a:lnTo>
                <a:close/>
                <a:moveTo>
                  <a:pt x="17542" y="408532"/>
                </a:moveTo>
                <a:lnTo>
                  <a:pt x="19397" y="408836"/>
                </a:lnTo>
                <a:lnTo>
                  <a:pt x="16614" y="408684"/>
                </a:lnTo>
                <a:close/>
                <a:moveTo>
                  <a:pt x="57396" y="332752"/>
                </a:moveTo>
                <a:lnTo>
                  <a:pt x="58728" y="333222"/>
                </a:lnTo>
                <a:lnTo>
                  <a:pt x="56730" y="332987"/>
                </a:lnTo>
                <a:close/>
                <a:moveTo>
                  <a:pt x="5688" y="141050"/>
                </a:moveTo>
                <a:lnTo>
                  <a:pt x="6928" y="142321"/>
                </a:lnTo>
                <a:lnTo>
                  <a:pt x="5068" y="141686"/>
                </a:lnTo>
                <a:close/>
                <a:moveTo>
                  <a:pt x="17183" y="358759"/>
                </a:moveTo>
                <a:lnTo>
                  <a:pt x="19306" y="359257"/>
                </a:lnTo>
                <a:lnTo>
                  <a:pt x="16121" y="359008"/>
                </a:lnTo>
                <a:close/>
                <a:moveTo>
                  <a:pt x="8462" y="435843"/>
                </a:moveTo>
                <a:lnTo>
                  <a:pt x="10364" y="436376"/>
                </a:lnTo>
                <a:lnTo>
                  <a:pt x="7511" y="436110"/>
                </a:lnTo>
                <a:close/>
                <a:moveTo>
                  <a:pt x="12117" y="311490"/>
                </a:moveTo>
                <a:lnTo>
                  <a:pt x="13800" y="312358"/>
                </a:lnTo>
                <a:lnTo>
                  <a:pt x="11276" y="311924"/>
                </a:lnTo>
                <a:close/>
                <a:moveTo>
                  <a:pt x="67795" y="288403"/>
                </a:moveTo>
                <a:lnTo>
                  <a:pt x="69372" y="289585"/>
                </a:lnTo>
                <a:lnTo>
                  <a:pt x="67007" y="288994"/>
                </a:lnTo>
                <a:close/>
                <a:moveTo>
                  <a:pt x="23434" y="51769"/>
                </a:moveTo>
                <a:lnTo>
                  <a:pt x="24303" y="53223"/>
                </a:lnTo>
                <a:lnTo>
                  <a:pt x="22999" y="52496"/>
                </a:lnTo>
                <a:close/>
                <a:moveTo>
                  <a:pt x="25227" y="335628"/>
                </a:moveTo>
                <a:lnTo>
                  <a:pt x="27035" y="336682"/>
                </a:lnTo>
                <a:lnTo>
                  <a:pt x="24324" y="336155"/>
                </a:lnTo>
                <a:close/>
                <a:moveTo>
                  <a:pt x="58732" y="58131"/>
                </a:moveTo>
                <a:lnTo>
                  <a:pt x="60644" y="58796"/>
                </a:lnTo>
                <a:lnTo>
                  <a:pt x="57776" y="58463"/>
                </a:lnTo>
                <a:close/>
                <a:moveTo>
                  <a:pt x="33384" y="355507"/>
                </a:moveTo>
                <a:lnTo>
                  <a:pt x="34563" y="356964"/>
                </a:lnTo>
                <a:lnTo>
                  <a:pt x="32795" y="356236"/>
                </a:lnTo>
                <a:close/>
                <a:moveTo>
                  <a:pt x="67152" y="413738"/>
                </a:moveTo>
                <a:lnTo>
                  <a:pt x="69006" y="414385"/>
                </a:lnTo>
                <a:lnTo>
                  <a:pt x="66224" y="414062"/>
                </a:lnTo>
                <a:close/>
                <a:moveTo>
                  <a:pt x="28723" y="104548"/>
                </a:moveTo>
                <a:lnTo>
                  <a:pt x="30405" y="105556"/>
                </a:lnTo>
                <a:lnTo>
                  <a:pt x="27881" y="105052"/>
                </a:lnTo>
                <a:close/>
                <a:moveTo>
                  <a:pt x="35963" y="17029"/>
                </a:moveTo>
                <a:lnTo>
                  <a:pt x="37109" y="18045"/>
                </a:lnTo>
                <a:lnTo>
                  <a:pt x="35390" y="17537"/>
                </a:lnTo>
                <a:close/>
                <a:moveTo>
                  <a:pt x="18501" y="59789"/>
                </a:moveTo>
                <a:lnTo>
                  <a:pt x="19892" y="61061"/>
                </a:lnTo>
                <a:lnTo>
                  <a:pt x="17805" y="60425"/>
                </a:lnTo>
                <a:close/>
                <a:moveTo>
                  <a:pt x="22302" y="305041"/>
                </a:moveTo>
                <a:lnTo>
                  <a:pt x="22722" y="306388"/>
                </a:lnTo>
                <a:lnTo>
                  <a:pt x="22092" y="305715"/>
                </a:lnTo>
                <a:close/>
                <a:moveTo>
                  <a:pt x="36581" y="302330"/>
                </a:moveTo>
                <a:lnTo>
                  <a:pt x="38609" y="303162"/>
                </a:lnTo>
                <a:lnTo>
                  <a:pt x="35567" y="302746"/>
                </a:lnTo>
                <a:close/>
                <a:moveTo>
                  <a:pt x="27553" y="301513"/>
                </a:moveTo>
                <a:lnTo>
                  <a:pt x="28921" y="302395"/>
                </a:lnTo>
                <a:lnTo>
                  <a:pt x="26869" y="301954"/>
                </a:lnTo>
                <a:close/>
                <a:moveTo>
                  <a:pt x="58338" y="419513"/>
                </a:moveTo>
                <a:lnTo>
                  <a:pt x="59318" y="421178"/>
                </a:lnTo>
                <a:lnTo>
                  <a:pt x="57849" y="420346"/>
                </a:lnTo>
                <a:close/>
                <a:moveTo>
                  <a:pt x="2307" y="19915"/>
                </a:moveTo>
                <a:lnTo>
                  <a:pt x="3515" y="20525"/>
                </a:lnTo>
                <a:lnTo>
                  <a:pt x="1703" y="20220"/>
                </a:lnTo>
                <a:close/>
                <a:moveTo>
                  <a:pt x="2482" y="315638"/>
                </a:moveTo>
                <a:lnTo>
                  <a:pt x="3364" y="316416"/>
                </a:lnTo>
                <a:lnTo>
                  <a:pt x="2041" y="316027"/>
                </a:lnTo>
                <a:close/>
                <a:moveTo>
                  <a:pt x="46997" y="156411"/>
                </a:moveTo>
                <a:lnTo>
                  <a:pt x="48778" y="157392"/>
                </a:lnTo>
                <a:lnTo>
                  <a:pt x="46106" y="156902"/>
                </a:lnTo>
                <a:close/>
                <a:moveTo>
                  <a:pt x="51996" y="19487"/>
                </a:moveTo>
                <a:lnTo>
                  <a:pt x="53679" y="21268"/>
                </a:lnTo>
                <a:lnTo>
                  <a:pt x="51155" y="20377"/>
                </a:lnTo>
                <a:close/>
                <a:moveTo>
                  <a:pt x="56034" y="362085"/>
                </a:moveTo>
                <a:lnTo>
                  <a:pt x="57027" y="362951"/>
                </a:lnTo>
                <a:lnTo>
                  <a:pt x="55537" y="362518"/>
                </a:lnTo>
                <a:close/>
                <a:moveTo>
                  <a:pt x="44565" y="19634"/>
                </a:moveTo>
                <a:lnTo>
                  <a:pt x="46453" y="20791"/>
                </a:lnTo>
                <a:lnTo>
                  <a:pt x="43621" y="20213"/>
                </a:lnTo>
                <a:close/>
                <a:moveTo>
                  <a:pt x="48696" y="73342"/>
                </a:moveTo>
                <a:lnTo>
                  <a:pt x="49633" y="74844"/>
                </a:lnTo>
                <a:lnTo>
                  <a:pt x="48227" y="74093"/>
                </a:lnTo>
                <a:close/>
                <a:moveTo>
                  <a:pt x="50054" y="93726"/>
                </a:moveTo>
                <a:lnTo>
                  <a:pt x="51487" y="94912"/>
                </a:lnTo>
                <a:lnTo>
                  <a:pt x="49338" y="94319"/>
                </a:lnTo>
                <a:close/>
                <a:moveTo>
                  <a:pt x="10989" y="195894"/>
                </a:moveTo>
                <a:lnTo>
                  <a:pt x="12301" y="197070"/>
                </a:lnTo>
                <a:lnTo>
                  <a:pt x="10334" y="196482"/>
                </a:lnTo>
                <a:close/>
                <a:moveTo>
                  <a:pt x="28756" y="358222"/>
                </a:moveTo>
                <a:lnTo>
                  <a:pt x="29384" y="359706"/>
                </a:lnTo>
                <a:lnTo>
                  <a:pt x="28441" y="358964"/>
                </a:lnTo>
                <a:close/>
                <a:moveTo>
                  <a:pt x="33633" y="179132"/>
                </a:moveTo>
                <a:lnTo>
                  <a:pt x="34018" y="179620"/>
                </a:lnTo>
                <a:lnTo>
                  <a:pt x="33441" y="179376"/>
                </a:lnTo>
                <a:close/>
                <a:moveTo>
                  <a:pt x="65172" y="57695"/>
                </a:moveTo>
                <a:lnTo>
                  <a:pt x="66447" y="58661"/>
                </a:lnTo>
                <a:lnTo>
                  <a:pt x="64534" y="58178"/>
                </a:lnTo>
                <a:close/>
                <a:moveTo>
                  <a:pt x="58268" y="326740"/>
                </a:moveTo>
                <a:lnTo>
                  <a:pt x="59728" y="327622"/>
                </a:lnTo>
                <a:lnTo>
                  <a:pt x="57538" y="327181"/>
                </a:lnTo>
                <a:close/>
                <a:moveTo>
                  <a:pt x="55419" y="264529"/>
                </a:moveTo>
                <a:lnTo>
                  <a:pt x="55991" y="265233"/>
                </a:lnTo>
                <a:lnTo>
                  <a:pt x="55133" y="264881"/>
                </a:lnTo>
                <a:close/>
                <a:moveTo>
                  <a:pt x="62246" y="316508"/>
                </a:moveTo>
                <a:lnTo>
                  <a:pt x="63449" y="317280"/>
                </a:lnTo>
                <a:lnTo>
                  <a:pt x="61644" y="316894"/>
                </a:lnTo>
                <a:close/>
                <a:moveTo>
                  <a:pt x="30104" y="185438"/>
                </a:moveTo>
                <a:lnTo>
                  <a:pt x="30732" y="187231"/>
                </a:lnTo>
                <a:lnTo>
                  <a:pt x="29789" y="186334"/>
                </a:lnTo>
                <a:close/>
                <a:moveTo>
                  <a:pt x="22501" y="246654"/>
                </a:moveTo>
                <a:lnTo>
                  <a:pt x="24551" y="247182"/>
                </a:lnTo>
                <a:lnTo>
                  <a:pt x="21475" y="246918"/>
                </a:lnTo>
                <a:close/>
                <a:moveTo>
                  <a:pt x="30437" y="387757"/>
                </a:moveTo>
                <a:lnTo>
                  <a:pt x="31124" y="389257"/>
                </a:lnTo>
                <a:lnTo>
                  <a:pt x="30094" y="388507"/>
                </a:lnTo>
                <a:close/>
                <a:moveTo>
                  <a:pt x="46612" y="435524"/>
                </a:moveTo>
                <a:lnTo>
                  <a:pt x="47585" y="436165"/>
                </a:lnTo>
                <a:lnTo>
                  <a:pt x="46126" y="435844"/>
                </a:lnTo>
                <a:close/>
                <a:moveTo>
                  <a:pt x="6817" y="59976"/>
                </a:moveTo>
                <a:lnTo>
                  <a:pt x="8013" y="61286"/>
                </a:lnTo>
                <a:lnTo>
                  <a:pt x="6219" y="60631"/>
                </a:lnTo>
                <a:close/>
                <a:moveTo>
                  <a:pt x="36173" y="4819"/>
                </a:moveTo>
                <a:lnTo>
                  <a:pt x="38157" y="6349"/>
                </a:lnTo>
                <a:lnTo>
                  <a:pt x="35180" y="5584"/>
                </a:lnTo>
                <a:close/>
                <a:moveTo>
                  <a:pt x="48069" y="252180"/>
                </a:moveTo>
                <a:lnTo>
                  <a:pt x="50219" y="252498"/>
                </a:lnTo>
                <a:lnTo>
                  <a:pt x="46994" y="252339"/>
                </a:lnTo>
                <a:close/>
                <a:moveTo>
                  <a:pt x="16899" y="345621"/>
                </a:moveTo>
                <a:lnTo>
                  <a:pt x="18161" y="347151"/>
                </a:lnTo>
                <a:lnTo>
                  <a:pt x="16268" y="346386"/>
                </a:lnTo>
                <a:close/>
                <a:moveTo>
                  <a:pt x="21182" y="206961"/>
                </a:moveTo>
                <a:lnTo>
                  <a:pt x="22930" y="207406"/>
                </a:lnTo>
                <a:lnTo>
                  <a:pt x="20308" y="207184"/>
                </a:lnTo>
                <a:close/>
                <a:moveTo>
                  <a:pt x="878" y="330913"/>
                </a:moveTo>
                <a:lnTo>
                  <a:pt x="2201" y="332309"/>
                </a:lnTo>
                <a:lnTo>
                  <a:pt x="217" y="331611"/>
                </a:lnTo>
                <a:close/>
                <a:moveTo>
                  <a:pt x="19484" y="2951"/>
                </a:moveTo>
                <a:lnTo>
                  <a:pt x="20435" y="3337"/>
                </a:lnTo>
                <a:lnTo>
                  <a:pt x="19008" y="3144"/>
                </a:lnTo>
                <a:close/>
                <a:moveTo>
                  <a:pt x="17717" y="154617"/>
                </a:moveTo>
                <a:lnTo>
                  <a:pt x="19719" y="155234"/>
                </a:lnTo>
                <a:lnTo>
                  <a:pt x="16716" y="154925"/>
                </a:lnTo>
                <a:close/>
                <a:moveTo>
                  <a:pt x="66315" y="71831"/>
                </a:moveTo>
                <a:lnTo>
                  <a:pt x="67628" y="72950"/>
                </a:lnTo>
                <a:lnTo>
                  <a:pt x="65659" y="72390"/>
                </a:lnTo>
                <a:close/>
                <a:moveTo>
                  <a:pt x="62987" y="124091"/>
                </a:moveTo>
                <a:lnTo>
                  <a:pt x="63731" y="124817"/>
                </a:lnTo>
                <a:lnTo>
                  <a:pt x="62615" y="124454"/>
                </a:lnTo>
                <a:close/>
                <a:moveTo>
                  <a:pt x="52756" y="182370"/>
                </a:moveTo>
                <a:lnTo>
                  <a:pt x="54668" y="184147"/>
                </a:lnTo>
                <a:lnTo>
                  <a:pt x="51799" y="183259"/>
                </a:lnTo>
                <a:close/>
                <a:moveTo>
                  <a:pt x="43823" y="242087"/>
                </a:moveTo>
                <a:lnTo>
                  <a:pt x="45535" y="243461"/>
                </a:lnTo>
                <a:lnTo>
                  <a:pt x="42967" y="242774"/>
                </a:lnTo>
                <a:close/>
                <a:moveTo>
                  <a:pt x="48382" y="58592"/>
                </a:moveTo>
                <a:lnTo>
                  <a:pt x="49753" y="59521"/>
                </a:lnTo>
                <a:lnTo>
                  <a:pt x="47697" y="59056"/>
                </a:lnTo>
                <a:close/>
                <a:moveTo>
                  <a:pt x="64937" y="235335"/>
                </a:moveTo>
                <a:lnTo>
                  <a:pt x="66451" y="236133"/>
                </a:lnTo>
                <a:lnTo>
                  <a:pt x="64180" y="235734"/>
                </a:lnTo>
                <a:close/>
                <a:moveTo>
                  <a:pt x="1916" y="15594"/>
                </a:moveTo>
                <a:lnTo>
                  <a:pt x="3122" y="16038"/>
                </a:lnTo>
                <a:lnTo>
                  <a:pt x="1312" y="15816"/>
                </a:lnTo>
                <a:close/>
                <a:moveTo>
                  <a:pt x="53503" y="304200"/>
                </a:moveTo>
                <a:lnTo>
                  <a:pt x="55098" y="304690"/>
                </a:lnTo>
                <a:lnTo>
                  <a:pt x="52706" y="304445"/>
                </a:lnTo>
                <a:close/>
                <a:moveTo>
                  <a:pt x="13403" y="219415"/>
                </a:moveTo>
                <a:lnTo>
                  <a:pt x="14133" y="220532"/>
                </a:lnTo>
                <a:lnTo>
                  <a:pt x="13037" y="219973"/>
                </a:lnTo>
                <a:close/>
                <a:moveTo>
                  <a:pt x="22094" y="29623"/>
                </a:moveTo>
                <a:lnTo>
                  <a:pt x="22911" y="30042"/>
                </a:lnTo>
                <a:lnTo>
                  <a:pt x="21686" y="29832"/>
                </a:lnTo>
                <a:close/>
                <a:moveTo>
                  <a:pt x="69925" y="10819"/>
                </a:moveTo>
                <a:lnTo>
                  <a:pt x="70360" y="11258"/>
                </a:lnTo>
                <a:lnTo>
                  <a:pt x="69707" y="11038"/>
                </a:lnTo>
                <a:close/>
                <a:moveTo>
                  <a:pt x="49797" y="435779"/>
                </a:moveTo>
                <a:lnTo>
                  <a:pt x="50797" y="437209"/>
                </a:lnTo>
                <a:lnTo>
                  <a:pt x="49298" y="436494"/>
                </a:lnTo>
                <a:close/>
                <a:moveTo>
                  <a:pt x="25730" y="174305"/>
                </a:moveTo>
                <a:lnTo>
                  <a:pt x="27721" y="174808"/>
                </a:lnTo>
                <a:lnTo>
                  <a:pt x="24735" y="174557"/>
                </a:lnTo>
                <a:close/>
                <a:moveTo>
                  <a:pt x="58729" y="424379"/>
                </a:moveTo>
                <a:lnTo>
                  <a:pt x="60830" y="425283"/>
                </a:lnTo>
                <a:lnTo>
                  <a:pt x="57678" y="424831"/>
                </a:lnTo>
                <a:close/>
                <a:moveTo>
                  <a:pt x="29142" y="325763"/>
                </a:moveTo>
                <a:lnTo>
                  <a:pt x="31334" y="326301"/>
                </a:lnTo>
                <a:lnTo>
                  <a:pt x="28046" y="326032"/>
                </a:lnTo>
                <a:close/>
                <a:moveTo>
                  <a:pt x="29894" y="173939"/>
                </a:moveTo>
                <a:lnTo>
                  <a:pt x="30475" y="175640"/>
                </a:lnTo>
                <a:lnTo>
                  <a:pt x="29604" y="174790"/>
                </a:lnTo>
                <a:close/>
                <a:moveTo>
                  <a:pt x="46454" y="333395"/>
                </a:moveTo>
                <a:lnTo>
                  <a:pt x="48411" y="335158"/>
                </a:lnTo>
                <a:lnTo>
                  <a:pt x="45476" y="334276"/>
                </a:lnTo>
                <a:close/>
                <a:moveTo>
                  <a:pt x="8145" y="392037"/>
                </a:moveTo>
                <a:lnTo>
                  <a:pt x="10064" y="393202"/>
                </a:lnTo>
                <a:lnTo>
                  <a:pt x="7185" y="392620"/>
                </a:lnTo>
                <a:close/>
                <a:moveTo>
                  <a:pt x="43674" y="91209"/>
                </a:moveTo>
                <a:lnTo>
                  <a:pt x="44506" y="91960"/>
                </a:lnTo>
                <a:lnTo>
                  <a:pt x="43258" y="91584"/>
                </a:lnTo>
                <a:close/>
                <a:moveTo>
                  <a:pt x="14199" y="159033"/>
                </a:moveTo>
                <a:lnTo>
                  <a:pt x="14639" y="159579"/>
                </a:lnTo>
                <a:lnTo>
                  <a:pt x="13979" y="159306"/>
                </a:lnTo>
                <a:close/>
                <a:moveTo>
                  <a:pt x="59221" y="6230"/>
                </a:moveTo>
                <a:lnTo>
                  <a:pt x="60070" y="7882"/>
                </a:lnTo>
                <a:lnTo>
                  <a:pt x="58796" y="7056"/>
                </a:lnTo>
                <a:close/>
                <a:moveTo>
                  <a:pt x="3850" y="315282"/>
                </a:moveTo>
                <a:lnTo>
                  <a:pt x="4890" y="316685"/>
                </a:lnTo>
                <a:lnTo>
                  <a:pt x="3330" y="315984"/>
                </a:lnTo>
                <a:close/>
                <a:moveTo>
                  <a:pt x="32374" y="113128"/>
                </a:moveTo>
                <a:lnTo>
                  <a:pt x="33165" y="114284"/>
                </a:lnTo>
                <a:lnTo>
                  <a:pt x="31978" y="113706"/>
                </a:lnTo>
                <a:close/>
                <a:moveTo>
                  <a:pt x="51802" y="432351"/>
                </a:moveTo>
                <a:lnTo>
                  <a:pt x="52839" y="433780"/>
                </a:lnTo>
                <a:lnTo>
                  <a:pt x="51284" y="433065"/>
                </a:lnTo>
                <a:close/>
                <a:moveTo>
                  <a:pt x="17222" y="35323"/>
                </a:moveTo>
                <a:lnTo>
                  <a:pt x="18103" y="36850"/>
                </a:lnTo>
                <a:lnTo>
                  <a:pt x="16782" y="36087"/>
                </a:lnTo>
                <a:close/>
                <a:moveTo>
                  <a:pt x="48564" y="228588"/>
                </a:moveTo>
                <a:lnTo>
                  <a:pt x="49114" y="229531"/>
                </a:lnTo>
                <a:lnTo>
                  <a:pt x="48289" y="229060"/>
                </a:lnTo>
                <a:close/>
                <a:moveTo>
                  <a:pt x="52407" y="293679"/>
                </a:moveTo>
                <a:lnTo>
                  <a:pt x="53774" y="294580"/>
                </a:lnTo>
                <a:lnTo>
                  <a:pt x="51723" y="294129"/>
                </a:lnTo>
                <a:close/>
                <a:moveTo>
                  <a:pt x="23840" y="369844"/>
                </a:moveTo>
                <a:lnTo>
                  <a:pt x="25014" y="371272"/>
                </a:lnTo>
                <a:lnTo>
                  <a:pt x="23253" y="370558"/>
                </a:lnTo>
                <a:close/>
                <a:moveTo>
                  <a:pt x="23908" y="148461"/>
                </a:moveTo>
                <a:lnTo>
                  <a:pt x="25998" y="149218"/>
                </a:lnTo>
                <a:lnTo>
                  <a:pt x="22863" y="148839"/>
                </a:lnTo>
                <a:close/>
                <a:moveTo>
                  <a:pt x="56198" y="132318"/>
                </a:moveTo>
                <a:lnTo>
                  <a:pt x="57088" y="132920"/>
                </a:lnTo>
                <a:lnTo>
                  <a:pt x="55753" y="132619"/>
                </a:lnTo>
                <a:close/>
                <a:moveTo>
                  <a:pt x="19168" y="335"/>
                </a:moveTo>
                <a:lnTo>
                  <a:pt x="21068" y="1854"/>
                </a:lnTo>
                <a:lnTo>
                  <a:pt x="18218" y="1095"/>
                </a:lnTo>
                <a:close/>
                <a:moveTo>
                  <a:pt x="53699" y="412958"/>
                </a:moveTo>
                <a:lnTo>
                  <a:pt x="55175" y="414385"/>
                </a:lnTo>
                <a:lnTo>
                  <a:pt x="52961" y="413672"/>
                </a:lnTo>
                <a:close/>
                <a:moveTo>
                  <a:pt x="12152" y="323160"/>
                </a:moveTo>
                <a:lnTo>
                  <a:pt x="14336" y="323543"/>
                </a:lnTo>
                <a:lnTo>
                  <a:pt x="11060" y="323352"/>
                </a:lnTo>
                <a:close/>
                <a:moveTo>
                  <a:pt x="65408" y="148471"/>
                </a:moveTo>
                <a:lnTo>
                  <a:pt x="67377" y="148984"/>
                </a:lnTo>
                <a:lnTo>
                  <a:pt x="64423" y="148728"/>
                </a:lnTo>
                <a:close/>
                <a:moveTo>
                  <a:pt x="31270" y="345975"/>
                </a:moveTo>
                <a:lnTo>
                  <a:pt x="32553" y="346608"/>
                </a:lnTo>
                <a:lnTo>
                  <a:pt x="30629" y="346291"/>
                </a:lnTo>
                <a:close/>
                <a:moveTo>
                  <a:pt x="46165" y="288805"/>
                </a:moveTo>
                <a:lnTo>
                  <a:pt x="48339" y="289570"/>
                </a:lnTo>
                <a:lnTo>
                  <a:pt x="45078" y="289188"/>
                </a:lnTo>
                <a:close/>
                <a:moveTo>
                  <a:pt x="10393" y="230470"/>
                </a:moveTo>
                <a:lnTo>
                  <a:pt x="12589" y="230827"/>
                </a:lnTo>
                <a:lnTo>
                  <a:pt x="9295" y="230649"/>
                </a:lnTo>
                <a:close/>
                <a:moveTo>
                  <a:pt x="8848" y="70783"/>
                </a:moveTo>
                <a:lnTo>
                  <a:pt x="10429" y="71806"/>
                </a:lnTo>
                <a:lnTo>
                  <a:pt x="8058" y="71294"/>
                </a:lnTo>
                <a:close/>
                <a:moveTo>
                  <a:pt x="43505" y="431146"/>
                </a:moveTo>
                <a:lnTo>
                  <a:pt x="44438" y="432375"/>
                </a:lnTo>
                <a:lnTo>
                  <a:pt x="43038" y="431761"/>
                </a:lnTo>
                <a:close/>
                <a:moveTo>
                  <a:pt x="58406" y="432882"/>
                </a:moveTo>
                <a:lnTo>
                  <a:pt x="59971" y="434252"/>
                </a:lnTo>
                <a:lnTo>
                  <a:pt x="57624" y="433567"/>
                </a:lnTo>
                <a:close/>
                <a:moveTo>
                  <a:pt x="1138" y="390953"/>
                </a:moveTo>
                <a:lnTo>
                  <a:pt x="1605" y="392288"/>
                </a:lnTo>
                <a:lnTo>
                  <a:pt x="905" y="391621"/>
                </a:lnTo>
                <a:close/>
                <a:moveTo>
                  <a:pt x="23932" y="2147"/>
                </a:moveTo>
                <a:lnTo>
                  <a:pt x="25275" y="2851"/>
                </a:lnTo>
                <a:lnTo>
                  <a:pt x="23261" y="2499"/>
                </a:lnTo>
                <a:close/>
                <a:moveTo>
                  <a:pt x="5658" y="197908"/>
                </a:moveTo>
                <a:lnTo>
                  <a:pt x="6739" y="199320"/>
                </a:lnTo>
                <a:lnTo>
                  <a:pt x="5118" y="198614"/>
                </a:lnTo>
                <a:close/>
                <a:moveTo>
                  <a:pt x="33763" y="295968"/>
                </a:moveTo>
                <a:lnTo>
                  <a:pt x="34464" y="296320"/>
                </a:lnTo>
                <a:lnTo>
                  <a:pt x="33413" y="296144"/>
                </a:lnTo>
                <a:close/>
                <a:moveTo>
                  <a:pt x="42970" y="60959"/>
                </a:moveTo>
                <a:lnTo>
                  <a:pt x="44547" y="62562"/>
                </a:lnTo>
                <a:lnTo>
                  <a:pt x="42182" y="61760"/>
                </a:lnTo>
                <a:close/>
                <a:moveTo>
                  <a:pt x="3311" y="80708"/>
                </a:moveTo>
                <a:lnTo>
                  <a:pt x="4430" y="81372"/>
                </a:lnTo>
                <a:lnTo>
                  <a:pt x="2751" y="81040"/>
                </a:lnTo>
                <a:close/>
                <a:moveTo>
                  <a:pt x="28746" y="148252"/>
                </a:moveTo>
                <a:lnTo>
                  <a:pt x="30328" y="149376"/>
                </a:lnTo>
                <a:lnTo>
                  <a:pt x="27955" y="148814"/>
                </a:lnTo>
                <a:close/>
                <a:moveTo>
                  <a:pt x="16417" y="355990"/>
                </a:moveTo>
                <a:lnTo>
                  <a:pt x="16873" y="357436"/>
                </a:lnTo>
                <a:lnTo>
                  <a:pt x="16189" y="356713"/>
                </a:lnTo>
                <a:close/>
                <a:moveTo>
                  <a:pt x="52239" y="172469"/>
                </a:moveTo>
                <a:lnTo>
                  <a:pt x="54035" y="172940"/>
                </a:lnTo>
                <a:lnTo>
                  <a:pt x="51341" y="172705"/>
                </a:lnTo>
                <a:close/>
                <a:moveTo>
                  <a:pt x="2847" y="338331"/>
                </a:moveTo>
                <a:lnTo>
                  <a:pt x="4075" y="339103"/>
                </a:lnTo>
                <a:lnTo>
                  <a:pt x="2233" y="338717"/>
                </a:lnTo>
                <a:close/>
                <a:moveTo>
                  <a:pt x="4064" y="126635"/>
                </a:moveTo>
                <a:lnTo>
                  <a:pt x="6106" y="127680"/>
                </a:lnTo>
                <a:lnTo>
                  <a:pt x="3043" y="127158"/>
                </a:lnTo>
                <a:close/>
                <a:moveTo>
                  <a:pt x="53418" y="79987"/>
                </a:moveTo>
                <a:lnTo>
                  <a:pt x="54900" y="80680"/>
                </a:lnTo>
                <a:lnTo>
                  <a:pt x="52677" y="80334"/>
                </a:lnTo>
                <a:close/>
                <a:moveTo>
                  <a:pt x="14089" y="371867"/>
                </a:moveTo>
                <a:lnTo>
                  <a:pt x="15219" y="372348"/>
                </a:lnTo>
                <a:lnTo>
                  <a:pt x="13524" y="372108"/>
                </a:lnTo>
                <a:close/>
                <a:moveTo>
                  <a:pt x="5614" y="274481"/>
                </a:moveTo>
                <a:lnTo>
                  <a:pt x="7194" y="275051"/>
                </a:lnTo>
                <a:lnTo>
                  <a:pt x="4824" y="274766"/>
                </a:lnTo>
                <a:close/>
                <a:moveTo>
                  <a:pt x="9046" y="294837"/>
                </a:moveTo>
                <a:lnTo>
                  <a:pt x="10471" y="295334"/>
                </a:lnTo>
                <a:lnTo>
                  <a:pt x="8333" y="295086"/>
                </a:lnTo>
                <a:close/>
                <a:moveTo>
                  <a:pt x="18674" y="358478"/>
                </a:moveTo>
                <a:lnTo>
                  <a:pt x="20370" y="360157"/>
                </a:lnTo>
                <a:lnTo>
                  <a:pt x="17825" y="359318"/>
                </a:lnTo>
                <a:close/>
                <a:moveTo>
                  <a:pt x="26468" y="403895"/>
                </a:moveTo>
                <a:lnTo>
                  <a:pt x="27318" y="405609"/>
                </a:lnTo>
                <a:lnTo>
                  <a:pt x="26042" y="404752"/>
                </a:lnTo>
                <a:close/>
                <a:moveTo>
                  <a:pt x="55582" y="275240"/>
                </a:moveTo>
                <a:lnTo>
                  <a:pt x="57146" y="275558"/>
                </a:lnTo>
                <a:lnTo>
                  <a:pt x="54800" y="275399"/>
                </a:lnTo>
                <a:close/>
                <a:moveTo>
                  <a:pt x="69152" y="332804"/>
                </a:moveTo>
                <a:lnTo>
                  <a:pt x="70909" y="334291"/>
                </a:lnTo>
                <a:lnTo>
                  <a:pt x="68274" y="333547"/>
                </a:lnTo>
                <a:close/>
                <a:moveTo>
                  <a:pt x="55184" y="207120"/>
                </a:moveTo>
                <a:lnTo>
                  <a:pt x="55581" y="207885"/>
                </a:lnTo>
                <a:lnTo>
                  <a:pt x="54986" y="207502"/>
                </a:lnTo>
                <a:close/>
                <a:moveTo>
                  <a:pt x="61684" y="40908"/>
                </a:moveTo>
                <a:lnTo>
                  <a:pt x="63110" y="41471"/>
                </a:lnTo>
                <a:lnTo>
                  <a:pt x="60971" y="41189"/>
                </a:lnTo>
                <a:close/>
                <a:moveTo>
                  <a:pt x="9490" y="358618"/>
                </a:moveTo>
                <a:lnTo>
                  <a:pt x="10491" y="359763"/>
                </a:lnTo>
                <a:lnTo>
                  <a:pt x="8989" y="359191"/>
                </a:lnTo>
                <a:close/>
                <a:moveTo>
                  <a:pt x="19085" y="378151"/>
                </a:moveTo>
                <a:lnTo>
                  <a:pt x="20839" y="379224"/>
                </a:lnTo>
                <a:lnTo>
                  <a:pt x="18208" y="378687"/>
                </a:lnTo>
                <a:close/>
                <a:moveTo>
                  <a:pt x="14195" y="430641"/>
                </a:moveTo>
                <a:lnTo>
                  <a:pt x="16310" y="431813"/>
                </a:lnTo>
                <a:lnTo>
                  <a:pt x="13138" y="431227"/>
                </a:lnTo>
                <a:close/>
                <a:moveTo>
                  <a:pt x="49543" y="150158"/>
                </a:moveTo>
                <a:lnTo>
                  <a:pt x="50556" y="150669"/>
                </a:lnTo>
                <a:lnTo>
                  <a:pt x="49037" y="150414"/>
                </a:lnTo>
                <a:close/>
                <a:moveTo>
                  <a:pt x="68221" y="346305"/>
                </a:moveTo>
                <a:lnTo>
                  <a:pt x="68915" y="347090"/>
                </a:lnTo>
                <a:lnTo>
                  <a:pt x="67874" y="346698"/>
                </a:lnTo>
                <a:close/>
                <a:moveTo>
                  <a:pt x="63159" y="325879"/>
                </a:moveTo>
                <a:lnTo>
                  <a:pt x="65008" y="327633"/>
                </a:lnTo>
                <a:lnTo>
                  <a:pt x="62234" y="326756"/>
                </a:lnTo>
                <a:close/>
                <a:moveTo>
                  <a:pt x="33148" y="172044"/>
                </a:moveTo>
                <a:lnTo>
                  <a:pt x="34623" y="173052"/>
                </a:lnTo>
                <a:lnTo>
                  <a:pt x="32411" y="172548"/>
                </a:lnTo>
                <a:close/>
                <a:moveTo>
                  <a:pt x="24185" y="141157"/>
                </a:moveTo>
                <a:lnTo>
                  <a:pt x="25966" y="142041"/>
                </a:lnTo>
                <a:lnTo>
                  <a:pt x="23294" y="141599"/>
                </a:lnTo>
                <a:close/>
                <a:moveTo>
                  <a:pt x="37596" y="294102"/>
                </a:moveTo>
                <a:lnTo>
                  <a:pt x="39413" y="295300"/>
                </a:lnTo>
                <a:lnTo>
                  <a:pt x="36687" y="294701"/>
                </a:lnTo>
                <a:close/>
                <a:moveTo>
                  <a:pt x="59075" y="109344"/>
                </a:moveTo>
                <a:lnTo>
                  <a:pt x="60041" y="109932"/>
                </a:lnTo>
                <a:lnTo>
                  <a:pt x="58591" y="109638"/>
                </a:lnTo>
                <a:close/>
                <a:moveTo>
                  <a:pt x="35857" y="353074"/>
                </a:moveTo>
                <a:lnTo>
                  <a:pt x="37440" y="353693"/>
                </a:lnTo>
                <a:lnTo>
                  <a:pt x="35066" y="353383"/>
                </a:lnTo>
                <a:close/>
                <a:moveTo>
                  <a:pt x="27726" y="148175"/>
                </a:moveTo>
                <a:lnTo>
                  <a:pt x="28379" y="149386"/>
                </a:lnTo>
                <a:lnTo>
                  <a:pt x="27400" y="148781"/>
                </a:lnTo>
                <a:close/>
                <a:moveTo>
                  <a:pt x="43289" y="211131"/>
                </a:moveTo>
                <a:lnTo>
                  <a:pt x="44712" y="212396"/>
                </a:lnTo>
                <a:lnTo>
                  <a:pt x="42578" y="211763"/>
                </a:lnTo>
                <a:close/>
                <a:moveTo>
                  <a:pt x="61543" y="266031"/>
                </a:moveTo>
                <a:lnTo>
                  <a:pt x="63268" y="267795"/>
                </a:lnTo>
                <a:lnTo>
                  <a:pt x="60681" y="266913"/>
                </a:lnTo>
                <a:close/>
                <a:moveTo>
                  <a:pt x="57980" y="220647"/>
                </a:moveTo>
                <a:lnTo>
                  <a:pt x="60125" y="221002"/>
                </a:lnTo>
                <a:lnTo>
                  <a:pt x="56907" y="220824"/>
                </a:lnTo>
                <a:close/>
                <a:moveTo>
                  <a:pt x="49228" y="162137"/>
                </a:moveTo>
                <a:lnTo>
                  <a:pt x="50696" y="162787"/>
                </a:lnTo>
                <a:lnTo>
                  <a:pt x="48493" y="162462"/>
                </a:lnTo>
                <a:close/>
                <a:moveTo>
                  <a:pt x="52715" y="172428"/>
                </a:moveTo>
                <a:lnTo>
                  <a:pt x="54195" y="172954"/>
                </a:lnTo>
                <a:lnTo>
                  <a:pt x="51976" y="172691"/>
                </a:lnTo>
                <a:close/>
                <a:moveTo>
                  <a:pt x="30460" y="39708"/>
                </a:moveTo>
                <a:lnTo>
                  <a:pt x="31429" y="40768"/>
                </a:lnTo>
                <a:lnTo>
                  <a:pt x="29975" y="40238"/>
                </a:lnTo>
                <a:close/>
                <a:moveTo>
                  <a:pt x="64533" y="218570"/>
                </a:moveTo>
                <a:lnTo>
                  <a:pt x="65591" y="219093"/>
                </a:lnTo>
                <a:lnTo>
                  <a:pt x="64005" y="218831"/>
                </a:lnTo>
                <a:close/>
                <a:moveTo>
                  <a:pt x="57318" y="376011"/>
                </a:moveTo>
                <a:lnTo>
                  <a:pt x="59354" y="377034"/>
                </a:lnTo>
                <a:lnTo>
                  <a:pt x="56300" y="376523"/>
                </a:lnTo>
                <a:close/>
                <a:moveTo>
                  <a:pt x="2123" y="250596"/>
                </a:moveTo>
                <a:lnTo>
                  <a:pt x="4112" y="251995"/>
                </a:lnTo>
                <a:lnTo>
                  <a:pt x="1129" y="251295"/>
                </a:lnTo>
                <a:close/>
                <a:moveTo>
                  <a:pt x="44126" y="36872"/>
                </a:moveTo>
                <a:lnTo>
                  <a:pt x="46027" y="38495"/>
                </a:lnTo>
                <a:lnTo>
                  <a:pt x="43175" y="37684"/>
                </a:lnTo>
                <a:close/>
                <a:moveTo>
                  <a:pt x="21394" y="98027"/>
                </a:moveTo>
                <a:lnTo>
                  <a:pt x="21764" y="98488"/>
                </a:lnTo>
                <a:lnTo>
                  <a:pt x="21210" y="98258"/>
                </a:lnTo>
                <a:close/>
                <a:moveTo>
                  <a:pt x="67447" y="35952"/>
                </a:moveTo>
                <a:lnTo>
                  <a:pt x="68160" y="37241"/>
                </a:lnTo>
                <a:lnTo>
                  <a:pt x="67090" y="36597"/>
                </a:lnTo>
                <a:close/>
                <a:moveTo>
                  <a:pt x="27908" y="211316"/>
                </a:moveTo>
                <a:lnTo>
                  <a:pt x="29348" y="212858"/>
                </a:lnTo>
                <a:lnTo>
                  <a:pt x="27187" y="212087"/>
                </a:lnTo>
                <a:close/>
                <a:moveTo>
                  <a:pt x="11879" y="341000"/>
                </a:moveTo>
                <a:lnTo>
                  <a:pt x="13429" y="341715"/>
                </a:lnTo>
                <a:lnTo>
                  <a:pt x="11103" y="341357"/>
                </a:lnTo>
                <a:close/>
                <a:moveTo>
                  <a:pt x="20739" y="349254"/>
                </a:moveTo>
                <a:lnTo>
                  <a:pt x="22902" y="349957"/>
                </a:lnTo>
                <a:lnTo>
                  <a:pt x="19657" y="349605"/>
                </a:lnTo>
                <a:close/>
                <a:moveTo>
                  <a:pt x="20427" y="145786"/>
                </a:moveTo>
                <a:lnTo>
                  <a:pt x="21471" y="147299"/>
                </a:lnTo>
                <a:lnTo>
                  <a:pt x="19905" y="146542"/>
                </a:lnTo>
                <a:close/>
                <a:moveTo>
                  <a:pt x="10053" y="250981"/>
                </a:moveTo>
                <a:lnTo>
                  <a:pt x="10593" y="251536"/>
                </a:lnTo>
                <a:lnTo>
                  <a:pt x="9782" y="251259"/>
                </a:lnTo>
                <a:close/>
                <a:moveTo>
                  <a:pt x="29856" y="7958"/>
                </a:moveTo>
                <a:lnTo>
                  <a:pt x="31550" y="9031"/>
                </a:lnTo>
                <a:lnTo>
                  <a:pt x="29008" y="8495"/>
                </a:lnTo>
                <a:close/>
                <a:moveTo>
                  <a:pt x="44517" y="414684"/>
                </a:moveTo>
                <a:lnTo>
                  <a:pt x="45383" y="415874"/>
                </a:lnTo>
                <a:lnTo>
                  <a:pt x="44084" y="415279"/>
                </a:lnTo>
                <a:close/>
                <a:moveTo>
                  <a:pt x="39485" y="102609"/>
                </a:moveTo>
                <a:lnTo>
                  <a:pt x="41000" y="103886"/>
                </a:lnTo>
                <a:lnTo>
                  <a:pt x="38728" y="103248"/>
                </a:lnTo>
                <a:close/>
                <a:moveTo>
                  <a:pt x="50254" y="204757"/>
                </a:moveTo>
                <a:lnTo>
                  <a:pt x="52231" y="206072"/>
                </a:lnTo>
                <a:lnTo>
                  <a:pt x="49266" y="205415"/>
                </a:lnTo>
                <a:close/>
                <a:moveTo>
                  <a:pt x="69316" y="197320"/>
                </a:moveTo>
                <a:lnTo>
                  <a:pt x="70704" y="199091"/>
                </a:lnTo>
                <a:lnTo>
                  <a:pt x="68622" y="198206"/>
                </a:lnTo>
                <a:close/>
                <a:moveTo>
                  <a:pt x="13060" y="402015"/>
                </a:moveTo>
                <a:lnTo>
                  <a:pt x="14204" y="403062"/>
                </a:lnTo>
                <a:lnTo>
                  <a:pt x="12489" y="402538"/>
                </a:lnTo>
                <a:close/>
                <a:moveTo>
                  <a:pt x="51749" y="283826"/>
                </a:moveTo>
                <a:lnTo>
                  <a:pt x="53167" y="285552"/>
                </a:lnTo>
                <a:lnTo>
                  <a:pt x="51039" y="284689"/>
                </a:lnTo>
                <a:close/>
                <a:moveTo>
                  <a:pt x="11971" y="378563"/>
                </a:moveTo>
                <a:lnTo>
                  <a:pt x="12877" y="379263"/>
                </a:lnTo>
                <a:lnTo>
                  <a:pt x="11517" y="378913"/>
                </a:lnTo>
                <a:close/>
                <a:moveTo>
                  <a:pt x="10551" y="111929"/>
                </a:moveTo>
                <a:lnTo>
                  <a:pt x="11929" y="113300"/>
                </a:lnTo>
                <a:lnTo>
                  <a:pt x="9862" y="112615"/>
                </a:lnTo>
                <a:close/>
                <a:moveTo>
                  <a:pt x="6818" y="385693"/>
                </a:moveTo>
                <a:lnTo>
                  <a:pt x="8211" y="386602"/>
                </a:lnTo>
                <a:lnTo>
                  <a:pt x="6122" y="386148"/>
                </a:lnTo>
                <a:close/>
                <a:moveTo>
                  <a:pt x="4722" y="399610"/>
                </a:moveTo>
                <a:lnTo>
                  <a:pt x="6360" y="400642"/>
                </a:lnTo>
                <a:lnTo>
                  <a:pt x="3903" y="400126"/>
                </a:lnTo>
                <a:close/>
                <a:moveTo>
                  <a:pt x="6885" y="347341"/>
                </a:moveTo>
                <a:lnTo>
                  <a:pt x="7828" y="349124"/>
                </a:lnTo>
                <a:lnTo>
                  <a:pt x="6413" y="348233"/>
                </a:lnTo>
                <a:close/>
                <a:moveTo>
                  <a:pt x="62999" y="104503"/>
                </a:moveTo>
                <a:lnTo>
                  <a:pt x="64655" y="105493"/>
                </a:lnTo>
                <a:lnTo>
                  <a:pt x="62172" y="104998"/>
                </a:lnTo>
                <a:close/>
                <a:moveTo>
                  <a:pt x="34307" y="348324"/>
                </a:moveTo>
                <a:lnTo>
                  <a:pt x="36046" y="349135"/>
                </a:lnTo>
                <a:lnTo>
                  <a:pt x="33438" y="348729"/>
                </a:lnTo>
                <a:close/>
                <a:moveTo>
                  <a:pt x="5966" y="60941"/>
                </a:moveTo>
                <a:lnTo>
                  <a:pt x="6784" y="62324"/>
                </a:lnTo>
                <a:lnTo>
                  <a:pt x="5557" y="61633"/>
                </a:lnTo>
                <a:close/>
                <a:moveTo>
                  <a:pt x="16731" y="206081"/>
                </a:moveTo>
                <a:lnTo>
                  <a:pt x="17744" y="206718"/>
                </a:lnTo>
                <a:lnTo>
                  <a:pt x="16225" y="206399"/>
                </a:lnTo>
                <a:close/>
                <a:moveTo>
                  <a:pt x="10210" y="48771"/>
                </a:moveTo>
                <a:lnTo>
                  <a:pt x="12386" y="50291"/>
                </a:lnTo>
                <a:lnTo>
                  <a:pt x="9123" y="49531"/>
                </a:lnTo>
                <a:close/>
                <a:moveTo>
                  <a:pt x="4586" y="231448"/>
                </a:moveTo>
                <a:lnTo>
                  <a:pt x="6768" y="231791"/>
                </a:lnTo>
                <a:lnTo>
                  <a:pt x="3494" y="231619"/>
                </a:lnTo>
                <a:close/>
                <a:moveTo>
                  <a:pt x="51518" y="92272"/>
                </a:moveTo>
                <a:lnTo>
                  <a:pt x="52127" y="93066"/>
                </a:lnTo>
                <a:lnTo>
                  <a:pt x="51213" y="92669"/>
                </a:lnTo>
                <a:close/>
                <a:moveTo>
                  <a:pt x="63378" y="316957"/>
                </a:moveTo>
                <a:lnTo>
                  <a:pt x="64094" y="317330"/>
                </a:lnTo>
                <a:lnTo>
                  <a:pt x="63020" y="317143"/>
                </a:lnTo>
                <a:close/>
                <a:moveTo>
                  <a:pt x="56952" y="178892"/>
                </a:moveTo>
                <a:lnTo>
                  <a:pt x="58129" y="180065"/>
                </a:lnTo>
                <a:lnTo>
                  <a:pt x="56364" y="179478"/>
                </a:lnTo>
                <a:close/>
                <a:moveTo>
                  <a:pt x="40028" y="59781"/>
                </a:moveTo>
                <a:lnTo>
                  <a:pt x="40423" y="60546"/>
                </a:lnTo>
                <a:lnTo>
                  <a:pt x="39831" y="60163"/>
                </a:lnTo>
                <a:close/>
                <a:moveTo>
                  <a:pt x="69834" y="138823"/>
                </a:moveTo>
                <a:lnTo>
                  <a:pt x="70509" y="140151"/>
                </a:lnTo>
                <a:lnTo>
                  <a:pt x="69497" y="139487"/>
                </a:lnTo>
                <a:close/>
                <a:moveTo>
                  <a:pt x="56090" y="427569"/>
                </a:moveTo>
                <a:lnTo>
                  <a:pt x="56904" y="428528"/>
                </a:lnTo>
                <a:lnTo>
                  <a:pt x="55683" y="428048"/>
                </a:lnTo>
                <a:close/>
                <a:moveTo>
                  <a:pt x="56084" y="326650"/>
                </a:moveTo>
                <a:lnTo>
                  <a:pt x="57886" y="327624"/>
                </a:lnTo>
                <a:lnTo>
                  <a:pt x="55183" y="327137"/>
                </a:lnTo>
                <a:close/>
                <a:moveTo>
                  <a:pt x="42016" y="187745"/>
                </a:moveTo>
                <a:lnTo>
                  <a:pt x="42776" y="189195"/>
                </a:lnTo>
                <a:lnTo>
                  <a:pt x="41637" y="188470"/>
                </a:lnTo>
                <a:close/>
                <a:moveTo>
                  <a:pt x="32092" y="303659"/>
                </a:moveTo>
                <a:lnTo>
                  <a:pt x="33920" y="304932"/>
                </a:lnTo>
                <a:lnTo>
                  <a:pt x="31178" y="304295"/>
                </a:lnTo>
                <a:close/>
                <a:moveTo>
                  <a:pt x="26731" y="385328"/>
                </a:moveTo>
                <a:lnTo>
                  <a:pt x="27484" y="386237"/>
                </a:lnTo>
                <a:lnTo>
                  <a:pt x="26354" y="385782"/>
                </a:lnTo>
                <a:close/>
                <a:moveTo>
                  <a:pt x="38674" y="238007"/>
                </a:moveTo>
                <a:lnTo>
                  <a:pt x="40455" y="238424"/>
                </a:lnTo>
                <a:lnTo>
                  <a:pt x="37784" y="238215"/>
                </a:lnTo>
                <a:close/>
                <a:moveTo>
                  <a:pt x="11475" y="349237"/>
                </a:moveTo>
                <a:lnTo>
                  <a:pt x="13068" y="349911"/>
                </a:lnTo>
                <a:lnTo>
                  <a:pt x="10678" y="349574"/>
                </a:lnTo>
                <a:close/>
                <a:moveTo>
                  <a:pt x="36778" y="417580"/>
                </a:moveTo>
                <a:lnTo>
                  <a:pt x="38102" y="419162"/>
                </a:lnTo>
                <a:lnTo>
                  <a:pt x="36116" y="418371"/>
                </a:lnTo>
                <a:close/>
                <a:moveTo>
                  <a:pt x="28160" y="133118"/>
                </a:moveTo>
                <a:lnTo>
                  <a:pt x="29806" y="133525"/>
                </a:lnTo>
                <a:lnTo>
                  <a:pt x="27337" y="133321"/>
                </a:lnTo>
                <a:close/>
                <a:moveTo>
                  <a:pt x="29641" y="391367"/>
                </a:moveTo>
                <a:lnTo>
                  <a:pt x="31207" y="392904"/>
                </a:lnTo>
                <a:lnTo>
                  <a:pt x="28858" y="392136"/>
                </a:lnTo>
                <a:close/>
                <a:moveTo>
                  <a:pt x="67333" y="32980"/>
                </a:moveTo>
                <a:lnTo>
                  <a:pt x="68016" y="33334"/>
                </a:lnTo>
                <a:lnTo>
                  <a:pt x="66991" y="33157"/>
                </a:lnTo>
                <a:close/>
                <a:moveTo>
                  <a:pt x="43225" y="316532"/>
                </a:moveTo>
                <a:lnTo>
                  <a:pt x="44826" y="318242"/>
                </a:lnTo>
                <a:lnTo>
                  <a:pt x="42425" y="317387"/>
                </a:lnTo>
                <a:close/>
                <a:moveTo>
                  <a:pt x="32008" y="129170"/>
                </a:moveTo>
                <a:lnTo>
                  <a:pt x="33217" y="130203"/>
                </a:lnTo>
                <a:lnTo>
                  <a:pt x="31404" y="129687"/>
                </a:lnTo>
                <a:close/>
                <a:moveTo>
                  <a:pt x="22077" y="269141"/>
                </a:moveTo>
                <a:lnTo>
                  <a:pt x="23463" y="270822"/>
                </a:lnTo>
                <a:lnTo>
                  <a:pt x="21383" y="269982"/>
                </a:lnTo>
                <a:close/>
                <a:moveTo>
                  <a:pt x="33051" y="281517"/>
                </a:moveTo>
                <a:lnTo>
                  <a:pt x="33637" y="281852"/>
                </a:lnTo>
                <a:lnTo>
                  <a:pt x="32758" y="281685"/>
                </a:lnTo>
                <a:close/>
                <a:moveTo>
                  <a:pt x="2154" y="74277"/>
                </a:moveTo>
                <a:lnTo>
                  <a:pt x="3060" y="74827"/>
                </a:lnTo>
                <a:lnTo>
                  <a:pt x="1701" y="74552"/>
                </a:lnTo>
                <a:close/>
                <a:moveTo>
                  <a:pt x="40057" y="352413"/>
                </a:moveTo>
                <a:lnTo>
                  <a:pt x="41140" y="353903"/>
                </a:lnTo>
                <a:lnTo>
                  <a:pt x="39515" y="353158"/>
                </a:lnTo>
                <a:close/>
                <a:moveTo>
                  <a:pt x="12876" y="417902"/>
                </a:moveTo>
                <a:lnTo>
                  <a:pt x="13625" y="419671"/>
                </a:lnTo>
                <a:lnTo>
                  <a:pt x="12501" y="418786"/>
                </a:lnTo>
                <a:close/>
                <a:moveTo>
                  <a:pt x="35036" y="116049"/>
                </a:moveTo>
                <a:lnTo>
                  <a:pt x="35803" y="117060"/>
                </a:lnTo>
                <a:lnTo>
                  <a:pt x="34652" y="116555"/>
                </a:lnTo>
                <a:close/>
                <a:moveTo>
                  <a:pt x="42167" y="10832"/>
                </a:moveTo>
                <a:lnTo>
                  <a:pt x="43865" y="12006"/>
                </a:lnTo>
                <a:lnTo>
                  <a:pt x="41318" y="11419"/>
                </a:lnTo>
                <a:close/>
                <a:moveTo>
                  <a:pt x="7255" y="37426"/>
                </a:moveTo>
                <a:lnTo>
                  <a:pt x="8201" y="38427"/>
                </a:lnTo>
                <a:lnTo>
                  <a:pt x="6782" y="37927"/>
                </a:lnTo>
                <a:close/>
                <a:moveTo>
                  <a:pt x="10687" y="91744"/>
                </a:moveTo>
                <a:lnTo>
                  <a:pt x="12565" y="92206"/>
                </a:lnTo>
                <a:lnTo>
                  <a:pt x="9748" y="91975"/>
                </a:lnTo>
                <a:close/>
                <a:moveTo>
                  <a:pt x="1023" y="86265"/>
                </a:moveTo>
                <a:lnTo>
                  <a:pt x="3070" y="87429"/>
                </a:lnTo>
                <a:lnTo>
                  <a:pt x="0" y="86847"/>
                </a:lnTo>
                <a:close/>
                <a:moveTo>
                  <a:pt x="1508" y="85116"/>
                </a:moveTo>
                <a:lnTo>
                  <a:pt x="3060" y="85811"/>
                </a:lnTo>
                <a:lnTo>
                  <a:pt x="732" y="85464"/>
                </a:lnTo>
                <a:close/>
                <a:moveTo>
                  <a:pt x="1526" y="235996"/>
                </a:moveTo>
                <a:lnTo>
                  <a:pt x="2435" y="237031"/>
                </a:lnTo>
                <a:lnTo>
                  <a:pt x="1071" y="236514"/>
                </a:lnTo>
                <a:close/>
                <a:moveTo>
                  <a:pt x="18047" y="304680"/>
                </a:moveTo>
                <a:lnTo>
                  <a:pt x="19824" y="305573"/>
                </a:lnTo>
                <a:lnTo>
                  <a:pt x="17158" y="305126"/>
                </a:lnTo>
                <a:close/>
                <a:moveTo>
                  <a:pt x="47925" y="33498"/>
                </a:moveTo>
                <a:lnTo>
                  <a:pt x="48875" y="35298"/>
                </a:lnTo>
                <a:lnTo>
                  <a:pt x="47449" y="34398"/>
                </a:lnTo>
                <a:close/>
                <a:moveTo>
                  <a:pt x="65325" y="58763"/>
                </a:moveTo>
                <a:lnTo>
                  <a:pt x="66022" y="59302"/>
                </a:lnTo>
                <a:lnTo>
                  <a:pt x="64976" y="59033"/>
                </a:lnTo>
                <a:close/>
                <a:moveTo>
                  <a:pt x="52321" y="61920"/>
                </a:moveTo>
                <a:lnTo>
                  <a:pt x="53815" y="62448"/>
                </a:lnTo>
                <a:lnTo>
                  <a:pt x="51575" y="62184"/>
                </a:lnTo>
                <a:close/>
                <a:moveTo>
                  <a:pt x="42852" y="266012"/>
                </a:moveTo>
                <a:lnTo>
                  <a:pt x="43521" y="267556"/>
                </a:lnTo>
                <a:lnTo>
                  <a:pt x="42517" y="266784"/>
                </a:lnTo>
                <a:close/>
                <a:moveTo>
                  <a:pt x="55895" y="422273"/>
                </a:moveTo>
                <a:lnTo>
                  <a:pt x="57040" y="423311"/>
                </a:lnTo>
                <a:lnTo>
                  <a:pt x="55323" y="422792"/>
                </a:lnTo>
                <a:close/>
                <a:moveTo>
                  <a:pt x="38804" y="94115"/>
                </a:moveTo>
                <a:lnTo>
                  <a:pt x="39456" y="95671"/>
                </a:lnTo>
                <a:lnTo>
                  <a:pt x="38478" y="94893"/>
                </a:lnTo>
                <a:close/>
                <a:moveTo>
                  <a:pt x="61829" y="99698"/>
                </a:moveTo>
                <a:lnTo>
                  <a:pt x="62819" y="101078"/>
                </a:lnTo>
                <a:lnTo>
                  <a:pt x="61334" y="100388"/>
                </a:lnTo>
                <a:close/>
                <a:moveTo>
                  <a:pt x="35897" y="88494"/>
                </a:moveTo>
                <a:lnTo>
                  <a:pt x="36836" y="90137"/>
                </a:lnTo>
                <a:lnTo>
                  <a:pt x="35427" y="89315"/>
                </a:lnTo>
                <a:close/>
                <a:moveTo>
                  <a:pt x="61225" y="156648"/>
                </a:moveTo>
                <a:lnTo>
                  <a:pt x="62091" y="157721"/>
                </a:lnTo>
                <a:lnTo>
                  <a:pt x="60791" y="157185"/>
                </a:lnTo>
                <a:close/>
                <a:moveTo>
                  <a:pt x="56452" y="150267"/>
                </a:moveTo>
                <a:lnTo>
                  <a:pt x="57208" y="151080"/>
                </a:lnTo>
                <a:lnTo>
                  <a:pt x="56074" y="150673"/>
                </a:lnTo>
                <a:close/>
                <a:moveTo>
                  <a:pt x="25626" y="46851"/>
                </a:moveTo>
                <a:lnTo>
                  <a:pt x="26177" y="48429"/>
                </a:lnTo>
                <a:lnTo>
                  <a:pt x="25351" y="47640"/>
                </a:lnTo>
                <a:close/>
                <a:moveTo>
                  <a:pt x="31764" y="372001"/>
                </a:moveTo>
                <a:lnTo>
                  <a:pt x="32783" y="373268"/>
                </a:lnTo>
                <a:lnTo>
                  <a:pt x="31254" y="372635"/>
                </a:lnTo>
                <a:close/>
                <a:moveTo>
                  <a:pt x="38779" y="59524"/>
                </a:moveTo>
                <a:lnTo>
                  <a:pt x="40347" y="60941"/>
                </a:lnTo>
                <a:lnTo>
                  <a:pt x="37995" y="60232"/>
                </a:lnTo>
                <a:close/>
                <a:moveTo>
                  <a:pt x="51787" y="151812"/>
                </a:moveTo>
                <a:lnTo>
                  <a:pt x="52374" y="152730"/>
                </a:lnTo>
                <a:lnTo>
                  <a:pt x="51493" y="152271"/>
                </a:lnTo>
                <a:close/>
                <a:moveTo>
                  <a:pt x="67798" y="355973"/>
                </a:moveTo>
                <a:lnTo>
                  <a:pt x="69265" y="356330"/>
                </a:lnTo>
                <a:lnTo>
                  <a:pt x="67065" y="356152"/>
                </a:lnTo>
                <a:close/>
                <a:moveTo>
                  <a:pt x="39462" y="65292"/>
                </a:moveTo>
                <a:lnTo>
                  <a:pt x="40095" y="65754"/>
                </a:lnTo>
                <a:lnTo>
                  <a:pt x="39146" y="65523"/>
                </a:lnTo>
                <a:close/>
                <a:moveTo>
                  <a:pt x="65676" y="29969"/>
                </a:moveTo>
                <a:lnTo>
                  <a:pt x="66141" y="31153"/>
                </a:lnTo>
                <a:lnTo>
                  <a:pt x="65444" y="30561"/>
                </a:lnTo>
                <a:close/>
                <a:moveTo>
                  <a:pt x="36630" y="331008"/>
                </a:moveTo>
                <a:lnTo>
                  <a:pt x="37801" y="332067"/>
                </a:lnTo>
                <a:lnTo>
                  <a:pt x="36045" y="331537"/>
                </a:lnTo>
                <a:close/>
                <a:moveTo>
                  <a:pt x="54426" y="425530"/>
                </a:moveTo>
                <a:lnTo>
                  <a:pt x="55832" y="425898"/>
                </a:lnTo>
                <a:lnTo>
                  <a:pt x="53723" y="425714"/>
                </a:lnTo>
                <a:close/>
                <a:moveTo>
                  <a:pt x="26137" y="402777"/>
                </a:moveTo>
                <a:lnTo>
                  <a:pt x="26976" y="403928"/>
                </a:lnTo>
                <a:lnTo>
                  <a:pt x="25718" y="403353"/>
                </a:lnTo>
                <a:close/>
                <a:moveTo>
                  <a:pt x="52871" y="120818"/>
                </a:moveTo>
                <a:lnTo>
                  <a:pt x="54100" y="122343"/>
                </a:lnTo>
                <a:lnTo>
                  <a:pt x="52256" y="121580"/>
                </a:lnTo>
                <a:close/>
                <a:moveTo>
                  <a:pt x="27498" y="317874"/>
                </a:moveTo>
                <a:lnTo>
                  <a:pt x="29394" y="319110"/>
                </a:lnTo>
                <a:lnTo>
                  <a:pt x="26550" y="318492"/>
                </a:lnTo>
                <a:close/>
                <a:moveTo>
                  <a:pt x="4900" y="221602"/>
                </a:moveTo>
                <a:lnTo>
                  <a:pt x="5526" y="223145"/>
                </a:lnTo>
                <a:lnTo>
                  <a:pt x="4587" y="222373"/>
                </a:lnTo>
                <a:close/>
                <a:moveTo>
                  <a:pt x="45845" y="202346"/>
                </a:moveTo>
                <a:lnTo>
                  <a:pt x="46832" y="203763"/>
                </a:lnTo>
                <a:lnTo>
                  <a:pt x="45351" y="203055"/>
                </a:lnTo>
                <a:close/>
                <a:moveTo>
                  <a:pt x="20457" y="152680"/>
                </a:moveTo>
                <a:lnTo>
                  <a:pt x="21724" y="153532"/>
                </a:lnTo>
                <a:lnTo>
                  <a:pt x="19823" y="153106"/>
                </a:lnTo>
                <a:close/>
                <a:moveTo>
                  <a:pt x="16631" y="125062"/>
                </a:moveTo>
                <a:lnTo>
                  <a:pt x="17561" y="126138"/>
                </a:lnTo>
                <a:lnTo>
                  <a:pt x="16167" y="125600"/>
                </a:lnTo>
                <a:close/>
                <a:moveTo>
                  <a:pt x="57112" y="403738"/>
                </a:moveTo>
                <a:lnTo>
                  <a:pt x="58350" y="404766"/>
                </a:lnTo>
                <a:lnTo>
                  <a:pt x="56493" y="404252"/>
                </a:lnTo>
                <a:close/>
                <a:moveTo>
                  <a:pt x="31687" y="72071"/>
                </a:moveTo>
                <a:lnTo>
                  <a:pt x="33041" y="72612"/>
                </a:lnTo>
                <a:lnTo>
                  <a:pt x="31011" y="72341"/>
                </a:lnTo>
                <a:close/>
                <a:moveTo>
                  <a:pt x="43712" y="286513"/>
                </a:moveTo>
                <a:lnTo>
                  <a:pt x="44314" y="287223"/>
                </a:lnTo>
                <a:lnTo>
                  <a:pt x="43411" y="286868"/>
                </a:lnTo>
                <a:close/>
                <a:moveTo>
                  <a:pt x="66751" y="324169"/>
                </a:moveTo>
                <a:lnTo>
                  <a:pt x="67328" y="325007"/>
                </a:lnTo>
                <a:lnTo>
                  <a:pt x="66463" y="324588"/>
                </a:lnTo>
                <a:close/>
                <a:moveTo>
                  <a:pt x="12238" y="274167"/>
                </a:moveTo>
                <a:lnTo>
                  <a:pt x="13799" y="274719"/>
                </a:lnTo>
                <a:lnTo>
                  <a:pt x="11458" y="274443"/>
                </a:lnTo>
                <a:close/>
                <a:moveTo>
                  <a:pt x="59547" y="364534"/>
                </a:moveTo>
                <a:lnTo>
                  <a:pt x="60582" y="364898"/>
                </a:lnTo>
                <a:lnTo>
                  <a:pt x="59029" y="364716"/>
                </a:lnTo>
                <a:close/>
                <a:moveTo>
                  <a:pt x="17039" y="267637"/>
                </a:moveTo>
                <a:lnTo>
                  <a:pt x="18867" y="268170"/>
                </a:lnTo>
                <a:lnTo>
                  <a:pt x="16125" y="267903"/>
                </a:lnTo>
                <a:close/>
                <a:moveTo>
                  <a:pt x="1144" y="241727"/>
                </a:moveTo>
                <a:lnTo>
                  <a:pt x="1951" y="243175"/>
                </a:lnTo>
                <a:lnTo>
                  <a:pt x="740" y="242451"/>
                </a:lnTo>
                <a:close/>
                <a:moveTo>
                  <a:pt x="50047" y="299499"/>
                </a:moveTo>
                <a:lnTo>
                  <a:pt x="50652" y="300007"/>
                </a:lnTo>
                <a:lnTo>
                  <a:pt x="49745" y="299753"/>
                </a:lnTo>
                <a:close/>
                <a:moveTo>
                  <a:pt x="42306" y="95393"/>
                </a:moveTo>
                <a:lnTo>
                  <a:pt x="44393" y="95840"/>
                </a:lnTo>
                <a:lnTo>
                  <a:pt x="41263" y="95617"/>
                </a:lnTo>
                <a:close/>
                <a:moveTo>
                  <a:pt x="17587" y="399785"/>
                </a:moveTo>
                <a:lnTo>
                  <a:pt x="18037" y="401341"/>
                </a:lnTo>
                <a:lnTo>
                  <a:pt x="17362" y="400563"/>
                </a:lnTo>
                <a:close/>
                <a:moveTo>
                  <a:pt x="25913" y="240109"/>
                </a:moveTo>
                <a:lnTo>
                  <a:pt x="27093" y="240660"/>
                </a:lnTo>
                <a:lnTo>
                  <a:pt x="25323" y="240384"/>
                </a:lnTo>
                <a:close/>
                <a:moveTo>
                  <a:pt x="9989" y="318399"/>
                </a:moveTo>
                <a:lnTo>
                  <a:pt x="11306" y="318973"/>
                </a:lnTo>
                <a:lnTo>
                  <a:pt x="9330" y="318686"/>
                </a:lnTo>
                <a:close/>
                <a:moveTo>
                  <a:pt x="41163" y="229597"/>
                </a:moveTo>
                <a:lnTo>
                  <a:pt x="41967" y="230404"/>
                </a:lnTo>
                <a:lnTo>
                  <a:pt x="40760" y="230000"/>
                </a:lnTo>
                <a:close/>
                <a:moveTo>
                  <a:pt x="25519" y="45062"/>
                </a:moveTo>
                <a:lnTo>
                  <a:pt x="27665" y="46353"/>
                </a:lnTo>
                <a:lnTo>
                  <a:pt x="24447" y="45708"/>
                </a:lnTo>
                <a:close/>
                <a:moveTo>
                  <a:pt x="30369" y="272634"/>
                </a:moveTo>
                <a:lnTo>
                  <a:pt x="30982" y="273265"/>
                </a:lnTo>
                <a:lnTo>
                  <a:pt x="30062" y="272950"/>
                </a:lnTo>
                <a:close/>
                <a:moveTo>
                  <a:pt x="4901" y="410023"/>
                </a:moveTo>
                <a:lnTo>
                  <a:pt x="6782" y="410881"/>
                </a:lnTo>
                <a:lnTo>
                  <a:pt x="3960" y="410452"/>
                </a:lnTo>
                <a:close/>
                <a:moveTo>
                  <a:pt x="27092" y="293111"/>
                </a:moveTo>
                <a:lnTo>
                  <a:pt x="28438" y="293931"/>
                </a:lnTo>
                <a:lnTo>
                  <a:pt x="26418" y="293521"/>
                </a:lnTo>
                <a:close/>
                <a:moveTo>
                  <a:pt x="5510" y="261242"/>
                </a:moveTo>
                <a:lnTo>
                  <a:pt x="7686" y="262377"/>
                </a:lnTo>
                <a:lnTo>
                  <a:pt x="4422" y="261809"/>
                </a:lnTo>
                <a:close/>
                <a:moveTo>
                  <a:pt x="39540" y="381098"/>
                </a:moveTo>
                <a:lnTo>
                  <a:pt x="40166" y="381791"/>
                </a:lnTo>
                <a:lnTo>
                  <a:pt x="39226" y="381445"/>
                </a:lnTo>
                <a:close/>
                <a:moveTo>
                  <a:pt x="32808" y="330968"/>
                </a:moveTo>
                <a:lnTo>
                  <a:pt x="34370" y="331980"/>
                </a:lnTo>
                <a:lnTo>
                  <a:pt x="32026" y="331474"/>
                </a:lnTo>
                <a:close/>
                <a:moveTo>
                  <a:pt x="25393" y="152686"/>
                </a:moveTo>
                <a:lnTo>
                  <a:pt x="25907" y="153844"/>
                </a:lnTo>
                <a:lnTo>
                  <a:pt x="25135" y="153265"/>
                </a:lnTo>
                <a:close/>
                <a:moveTo>
                  <a:pt x="17731" y="374235"/>
                </a:moveTo>
                <a:lnTo>
                  <a:pt x="18794" y="375778"/>
                </a:lnTo>
                <a:lnTo>
                  <a:pt x="17199" y="375006"/>
                </a:lnTo>
                <a:close/>
                <a:moveTo>
                  <a:pt x="6690" y="355390"/>
                </a:moveTo>
                <a:lnTo>
                  <a:pt x="8352" y="356490"/>
                </a:lnTo>
                <a:lnTo>
                  <a:pt x="5859" y="355940"/>
                </a:lnTo>
                <a:close/>
                <a:moveTo>
                  <a:pt x="62897" y="97107"/>
                </a:moveTo>
                <a:lnTo>
                  <a:pt x="63597" y="98089"/>
                </a:lnTo>
                <a:lnTo>
                  <a:pt x="62548" y="97598"/>
                </a:lnTo>
                <a:close/>
                <a:moveTo>
                  <a:pt x="1617" y="420933"/>
                </a:moveTo>
                <a:lnTo>
                  <a:pt x="2847" y="421614"/>
                </a:lnTo>
                <a:lnTo>
                  <a:pt x="1003" y="421273"/>
                </a:lnTo>
                <a:close/>
                <a:moveTo>
                  <a:pt x="54995" y="329344"/>
                </a:moveTo>
                <a:lnTo>
                  <a:pt x="57069" y="330761"/>
                </a:lnTo>
                <a:lnTo>
                  <a:pt x="53957" y="330053"/>
                </a:lnTo>
                <a:close/>
                <a:moveTo>
                  <a:pt x="8512" y="321005"/>
                </a:moveTo>
                <a:lnTo>
                  <a:pt x="9735" y="322745"/>
                </a:lnTo>
                <a:lnTo>
                  <a:pt x="7900" y="321875"/>
                </a:lnTo>
                <a:close/>
                <a:moveTo>
                  <a:pt x="14583" y="241765"/>
                </a:moveTo>
                <a:lnTo>
                  <a:pt x="16661" y="242151"/>
                </a:lnTo>
                <a:lnTo>
                  <a:pt x="13544" y="241958"/>
                </a:lnTo>
                <a:close/>
                <a:moveTo>
                  <a:pt x="7156" y="61909"/>
                </a:moveTo>
                <a:lnTo>
                  <a:pt x="9314" y="62714"/>
                </a:lnTo>
                <a:lnTo>
                  <a:pt x="6077" y="62311"/>
                </a:lnTo>
                <a:close/>
                <a:moveTo>
                  <a:pt x="21164" y="187794"/>
                </a:moveTo>
                <a:lnTo>
                  <a:pt x="22878" y="188263"/>
                </a:lnTo>
                <a:lnTo>
                  <a:pt x="20308" y="188028"/>
                </a:lnTo>
                <a:close/>
                <a:moveTo>
                  <a:pt x="13417" y="408832"/>
                </a:moveTo>
                <a:lnTo>
                  <a:pt x="14507" y="410567"/>
                </a:lnTo>
                <a:lnTo>
                  <a:pt x="12873" y="409699"/>
                </a:lnTo>
                <a:close/>
                <a:moveTo>
                  <a:pt x="39000" y="160827"/>
                </a:moveTo>
                <a:lnTo>
                  <a:pt x="40204" y="161269"/>
                </a:lnTo>
                <a:lnTo>
                  <a:pt x="38397" y="161048"/>
                </a:lnTo>
                <a:close/>
                <a:moveTo>
                  <a:pt x="39056" y="368130"/>
                </a:moveTo>
                <a:lnTo>
                  <a:pt x="40181" y="369263"/>
                </a:lnTo>
                <a:lnTo>
                  <a:pt x="38494" y="368696"/>
                </a:lnTo>
                <a:close/>
                <a:moveTo>
                  <a:pt x="14315" y="47186"/>
                </a:moveTo>
                <a:lnTo>
                  <a:pt x="16066" y="47520"/>
                </a:lnTo>
                <a:lnTo>
                  <a:pt x="13440" y="47353"/>
                </a:lnTo>
                <a:close/>
                <a:moveTo>
                  <a:pt x="8631" y="78665"/>
                </a:moveTo>
                <a:lnTo>
                  <a:pt x="9156" y="79554"/>
                </a:lnTo>
                <a:lnTo>
                  <a:pt x="8369" y="79109"/>
                </a:lnTo>
                <a:close/>
                <a:moveTo>
                  <a:pt x="15484" y="30945"/>
                </a:moveTo>
                <a:lnTo>
                  <a:pt x="17499" y="31536"/>
                </a:lnTo>
                <a:lnTo>
                  <a:pt x="14476" y="31240"/>
                </a:lnTo>
                <a:close/>
                <a:moveTo>
                  <a:pt x="33503" y="384521"/>
                </a:moveTo>
                <a:lnTo>
                  <a:pt x="34237" y="386294"/>
                </a:lnTo>
                <a:lnTo>
                  <a:pt x="33136" y="385408"/>
                </a:lnTo>
                <a:close/>
                <a:moveTo>
                  <a:pt x="36154" y="187212"/>
                </a:moveTo>
                <a:lnTo>
                  <a:pt x="37329" y="187970"/>
                </a:lnTo>
                <a:lnTo>
                  <a:pt x="35566" y="187591"/>
                </a:lnTo>
                <a:close/>
                <a:moveTo>
                  <a:pt x="23951" y="133330"/>
                </a:moveTo>
                <a:lnTo>
                  <a:pt x="25035" y="134048"/>
                </a:lnTo>
                <a:lnTo>
                  <a:pt x="23408" y="133689"/>
                </a:lnTo>
                <a:close/>
                <a:moveTo>
                  <a:pt x="58580" y="86882"/>
                </a:moveTo>
                <a:lnTo>
                  <a:pt x="60704" y="87844"/>
                </a:lnTo>
                <a:lnTo>
                  <a:pt x="57518" y="87363"/>
                </a:lnTo>
                <a:close/>
                <a:moveTo>
                  <a:pt x="37821" y="266158"/>
                </a:moveTo>
                <a:lnTo>
                  <a:pt x="39230" y="267075"/>
                </a:lnTo>
                <a:lnTo>
                  <a:pt x="37116" y="266617"/>
                </a:lnTo>
                <a:close/>
                <a:moveTo>
                  <a:pt x="52472" y="262512"/>
                </a:moveTo>
                <a:lnTo>
                  <a:pt x="53652" y="263976"/>
                </a:lnTo>
                <a:lnTo>
                  <a:pt x="51882" y="263244"/>
                </a:lnTo>
                <a:close/>
                <a:moveTo>
                  <a:pt x="16680" y="50477"/>
                </a:moveTo>
                <a:lnTo>
                  <a:pt x="17317" y="51180"/>
                </a:lnTo>
                <a:lnTo>
                  <a:pt x="16361" y="50828"/>
                </a:lnTo>
                <a:close/>
                <a:moveTo>
                  <a:pt x="32977" y="165761"/>
                </a:moveTo>
                <a:lnTo>
                  <a:pt x="34241" y="166479"/>
                </a:lnTo>
                <a:lnTo>
                  <a:pt x="32345" y="166120"/>
                </a:lnTo>
                <a:close/>
                <a:moveTo>
                  <a:pt x="62269" y="174924"/>
                </a:moveTo>
                <a:lnTo>
                  <a:pt x="64081" y="176430"/>
                </a:lnTo>
                <a:lnTo>
                  <a:pt x="61362" y="175677"/>
                </a:lnTo>
                <a:close/>
                <a:moveTo>
                  <a:pt x="22456" y="361980"/>
                </a:moveTo>
                <a:lnTo>
                  <a:pt x="24520" y="363737"/>
                </a:lnTo>
                <a:lnTo>
                  <a:pt x="21424" y="362859"/>
                </a:lnTo>
                <a:close/>
                <a:moveTo>
                  <a:pt x="17069" y="344591"/>
                </a:moveTo>
                <a:lnTo>
                  <a:pt x="17988" y="345689"/>
                </a:lnTo>
                <a:lnTo>
                  <a:pt x="16610" y="345140"/>
                </a:lnTo>
                <a:close/>
                <a:moveTo>
                  <a:pt x="49834" y="323091"/>
                </a:moveTo>
                <a:lnTo>
                  <a:pt x="51562" y="324775"/>
                </a:lnTo>
                <a:lnTo>
                  <a:pt x="48970" y="323933"/>
                </a:lnTo>
                <a:close/>
                <a:moveTo>
                  <a:pt x="61604" y="195139"/>
                </a:moveTo>
                <a:lnTo>
                  <a:pt x="62515" y="195912"/>
                </a:lnTo>
                <a:lnTo>
                  <a:pt x="61149" y="195526"/>
                </a:lnTo>
                <a:close/>
                <a:moveTo>
                  <a:pt x="46422" y="194624"/>
                </a:moveTo>
                <a:lnTo>
                  <a:pt x="47597" y="196328"/>
                </a:lnTo>
                <a:lnTo>
                  <a:pt x="45835" y="195476"/>
                </a:lnTo>
                <a:close/>
                <a:moveTo>
                  <a:pt x="30112" y="304348"/>
                </a:moveTo>
                <a:lnTo>
                  <a:pt x="31117" y="305260"/>
                </a:lnTo>
                <a:lnTo>
                  <a:pt x="29610" y="304804"/>
                </a:lnTo>
                <a:close/>
                <a:moveTo>
                  <a:pt x="35902" y="403482"/>
                </a:moveTo>
                <a:lnTo>
                  <a:pt x="36580" y="404048"/>
                </a:lnTo>
                <a:lnTo>
                  <a:pt x="35562" y="403765"/>
                </a:lnTo>
                <a:close/>
                <a:moveTo>
                  <a:pt x="3704" y="407751"/>
                </a:moveTo>
                <a:lnTo>
                  <a:pt x="4734" y="408298"/>
                </a:lnTo>
                <a:lnTo>
                  <a:pt x="3188" y="408024"/>
                </a:lnTo>
                <a:close/>
                <a:moveTo>
                  <a:pt x="46414" y="119098"/>
                </a:moveTo>
                <a:lnTo>
                  <a:pt x="47603" y="120422"/>
                </a:lnTo>
                <a:lnTo>
                  <a:pt x="45820" y="119760"/>
                </a:lnTo>
                <a:close/>
                <a:moveTo>
                  <a:pt x="43276" y="278719"/>
                </a:moveTo>
                <a:lnTo>
                  <a:pt x="44172" y="280020"/>
                </a:lnTo>
                <a:lnTo>
                  <a:pt x="42827" y="279369"/>
                </a:lnTo>
                <a:close/>
                <a:moveTo>
                  <a:pt x="60270" y="160389"/>
                </a:moveTo>
                <a:lnTo>
                  <a:pt x="60639" y="161129"/>
                </a:lnTo>
                <a:lnTo>
                  <a:pt x="60085" y="160759"/>
                </a:lnTo>
                <a:close/>
                <a:moveTo>
                  <a:pt x="53775" y="77860"/>
                </a:moveTo>
                <a:lnTo>
                  <a:pt x="55134" y="78776"/>
                </a:lnTo>
                <a:lnTo>
                  <a:pt x="53095" y="78318"/>
                </a:lnTo>
                <a:close/>
                <a:moveTo>
                  <a:pt x="23384" y="197507"/>
                </a:moveTo>
                <a:lnTo>
                  <a:pt x="25270" y="197975"/>
                </a:lnTo>
                <a:lnTo>
                  <a:pt x="22442" y="197741"/>
                </a:lnTo>
                <a:close/>
                <a:moveTo>
                  <a:pt x="36032" y="369777"/>
                </a:moveTo>
                <a:lnTo>
                  <a:pt x="37354" y="371399"/>
                </a:lnTo>
                <a:lnTo>
                  <a:pt x="35371" y="370588"/>
                </a:lnTo>
                <a:close/>
                <a:moveTo>
                  <a:pt x="2244" y="62649"/>
                </a:moveTo>
                <a:lnTo>
                  <a:pt x="3765" y="63263"/>
                </a:lnTo>
                <a:lnTo>
                  <a:pt x="1483" y="62956"/>
                </a:lnTo>
                <a:close/>
                <a:moveTo>
                  <a:pt x="40471" y="115112"/>
                </a:moveTo>
                <a:lnTo>
                  <a:pt x="41247" y="115729"/>
                </a:lnTo>
                <a:lnTo>
                  <a:pt x="40082" y="115420"/>
                </a:lnTo>
                <a:close/>
                <a:moveTo>
                  <a:pt x="2747" y="235264"/>
                </a:moveTo>
                <a:lnTo>
                  <a:pt x="3951" y="235978"/>
                </a:lnTo>
                <a:lnTo>
                  <a:pt x="2146" y="235621"/>
                </a:lnTo>
                <a:close/>
                <a:moveTo>
                  <a:pt x="1510" y="404848"/>
                </a:moveTo>
                <a:lnTo>
                  <a:pt x="3570" y="405866"/>
                </a:lnTo>
                <a:lnTo>
                  <a:pt x="479" y="405357"/>
                </a:lnTo>
                <a:close/>
                <a:moveTo>
                  <a:pt x="55029" y="275345"/>
                </a:moveTo>
                <a:lnTo>
                  <a:pt x="56366" y="276511"/>
                </a:lnTo>
                <a:lnTo>
                  <a:pt x="54361" y="275928"/>
                </a:lnTo>
                <a:close/>
                <a:moveTo>
                  <a:pt x="20180" y="76146"/>
                </a:moveTo>
                <a:lnTo>
                  <a:pt x="20942" y="77114"/>
                </a:lnTo>
                <a:lnTo>
                  <a:pt x="19799" y="76630"/>
                </a:lnTo>
                <a:close/>
                <a:moveTo>
                  <a:pt x="34624" y="94138"/>
                </a:moveTo>
                <a:lnTo>
                  <a:pt x="36657" y="95206"/>
                </a:lnTo>
                <a:lnTo>
                  <a:pt x="33608" y="94672"/>
                </a:lnTo>
                <a:close/>
                <a:moveTo>
                  <a:pt x="30073" y="328328"/>
                </a:moveTo>
                <a:lnTo>
                  <a:pt x="30863" y="330076"/>
                </a:lnTo>
                <a:lnTo>
                  <a:pt x="29678" y="329202"/>
                </a:lnTo>
                <a:close/>
                <a:moveTo>
                  <a:pt x="52224" y="177682"/>
                </a:moveTo>
                <a:lnTo>
                  <a:pt x="52957" y="179118"/>
                </a:lnTo>
                <a:lnTo>
                  <a:pt x="51858" y="178400"/>
                </a:lnTo>
                <a:close/>
                <a:moveTo>
                  <a:pt x="11488" y="4503"/>
                </a:moveTo>
                <a:lnTo>
                  <a:pt x="11853" y="4856"/>
                </a:lnTo>
                <a:lnTo>
                  <a:pt x="11306" y="4679"/>
                </a:lnTo>
                <a:close/>
                <a:moveTo>
                  <a:pt x="7583" y="382524"/>
                </a:moveTo>
                <a:lnTo>
                  <a:pt x="8408" y="384090"/>
                </a:lnTo>
                <a:lnTo>
                  <a:pt x="7171" y="383307"/>
                </a:lnTo>
                <a:close/>
                <a:moveTo>
                  <a:pt x="26718" y="60049"/>
                </a:moveTo>
                <a:lnTo>
                  <a:pt x="27318" y="61722"/>
                </a:lnTo>
                <a:lnTo>
                  <a:pt x="26418" y="60886"/>
                </a:lnTo>
                <a:close/>
                <a:moveTo>
                  <a:pt x="48403" y="113569"/>
                </a:moveTo>
                <a:lnTo>
                  <a:pt x="49825" y="114437"/>
                </a:lnTo>
                <a:lnTo>
                  <a:pt x="47692" y="114003"/>
                </a:lnTo>
                <a:close/>
                <a:moveTo>
                  <a:pt x="66750" y="429379"/>
                </a:moveTo>
                <a:lnTo>
                  <a:pt x="67930" y="430639"/>
                </a:lnTo>
                <a:lnTo>
                  <a:pt x="66159" y="430009"/>
                </a:lnTo>
                <a:close/>
                <a:moveTo>
                  <a:pt x="15102" y="105400"/>
                </a:moveTo>
                <a:lnTo>
                  <a:pt x="17080" y="106984"/>
                </a:lnTo>
                <a:lnTo>
                  <a:pt x="14113" y="106192"/>
                </a:lnTo>
                <a:close/>
                <a:moveTo>
                  <a:pt x="38097" y="41730"/>
                </a:moveTo>
                <a:lnTo>
                  <a:pt x="39378" y="43515"/>
                </a:lnTo>
                <a:lnTo>
                  <a:pt x="37457" y="42622"/>
                </a:lnTo>
                <a:close/>
                <a:moveTo>
                  <a:pt x="27777" y="177746"/>
                </a:moveTo>
                <a:lnTo>
                  <a:pt x="28177" y="179270"/>
                </a:lnTo>
                <a:lnTo>
                  <a:pt x="27576" y="178508"/>
                </a:lnTo>
                <a:close/>
                <a:moveTo>
                  <a:pt x="16676" y="406131"/>
                </a:moveTo>
                <a:lnTo>
                  <a:pt x="18095" y="406543"/>
                </a:lnTo>
                <a:lnTo>
                  <a:pt x="15966" y="406337"/>
                </a:lnTo>
                <a:close/>
                <a:moveTo>
                  <a:pt x="50748" y="363872"/>
                </a:moveTo>
                <a:lnTo>
                  <a:pt x="51899" y="364865"/>
                </a:lnTo>
                <a:lnTo>
                  <a:pt x="50172" y="364369"/>
                </a:lnTo>
                <a:close/>
                <a:moveTo>
                  <a:pt x="56740" y="433643"/>
                </a:moveTo>
                <a:lnTo>
                  <a:pt x="57426" y="434085"/>
                </a:lnTo>
                <a:lnTo>
                  <a:pt x="56396" y="433864"/>
                </a:lnTo>
                <a:close/>
                <a:moveTo>
                  <a:pt x="5871" y="342067"/>
                </a:moveTo>
                <a:lnTo>
                  <a:pt x="7045" y="343366"/>
                </a:lnTo>
                <a:lnTo>
                  <a:pt x="5284" y="342716"/>
                </a:lnTo>
                <a:close/>
                <a:moveTo>
                  <a:pt x="59738" y="287996"/>
                </a:moveTo>
                <a:lnTo>
                  <a:pt x="60487" y="289493"/>
                </a:lnTo>
                <a:lnTo>
                  <a:pt x="59363" y="288744"/>
                </a:lnTo>
                <a:close/>
                <a:moveTo>
                  <a:pt x="48642" y="194571"/>
                </a:moveTo>
                <a:lnTo>
                  <a:pt x="49084" y="195478"/>
                </a:lnTo>
                <a:lnTo>
                  <a:pt x="48422" y="195025"/>
                </a:lnTo>
                <a:close/>
                <a:moveTo>
                  <a:pt x="68941" y="167355"/>
                </a:moveTo>
                <a:lnTo>
                  <a:pt x="70433" y="167678"/>
                </a:lnTo>
                <a:lnTo>
                  <a:pt x="68196" y="167517"/>
                </a:lnTo>
                <a:close/>
                <a:moveTo>
                  <a:pt x="27735" y="116090"/>
                </a:moveTo>
                <a:lnTo>
                  <a:pt x="28913" y="117381"/>
                </a:lnTo>
                <a:lnTo>
                  <a:pt x="27147" y="116736"/>
                </a:lnTo>
                <a:close/>
                <a:moveTo>
                  <a:pt x="38550" y="169653"/>
                </a:moveTo>
                <a:lnTo>
                  <a:pt x="39258" y="171283"/>
                </a:lnTo>
                <a:lnTo>
                  <a:pt x="38196" y="170468"/>
                </a:lnTo>
                <a:close/>
                <a:moveTo>
                  <a:pt x="29516" y="44393"/>
                </a:moveTo>
                <a:lnTo>
                  <a:pt x="30350" y="45479"/>
                </a:lnTo>
                <a:lnTo>
                  <a:pt x="29099" y="44936"/>
                </a:lnTo>
                <a:close/>
                <a:moveTo>
                  <a:pt x="5615" y="83930"/>
                </a:moveTo>
                <a:lnTo>
                  <a:pt x="6108" y="85572"/>
                </a:lnTo>
                <a:lnTo>
                  <a:pt x="5368" y="84751"/>
                </a:lnTo>
                <a:close/>
                <a:moveTo>
                  <a:pt x="32395" y="297137"/>
                </a:moveTo>
                <a:lnTo>
                  <a:pt x="34091" y="298215"/>
                </a:lnTo>
                <a:lnTo>
                  <a:pt x="31547" y="297676"/>
                </a:lnTo>
                <a:close/>
                <a:moveTo>
                  <a:pt x="38181" y="327250"/>
                </a:moveTo>
                <a:lnTo>
                  <a:pt x="38858" y="328678"/>
                </a:lnTo>
                <a:lnTo>
                  <a:pt x="37843" y="327964"/>
                </a:lnTo>
                <a:close/>
                <a:moveTo>
                  <a:pt x="8280" y="33268"/>
                </a:moveTo>
                <a:lnTo>
                  <a:pt x="9847" y="34912"/>
                </a:lnTo>
                <a:lnTo>
                  <a:pt x="7497" y="34090"/>
                </a:lnTo>
                <a:close/>
                <a:moveTo>
                  <a:pt x="61729" y="382036"/>
                </a:moveTo>
                <a:lnTo>
                  <a:pt x="62947" y="383627"/>
                </a:lnTo>
                <a:lnTo>
                  <a:pt x="61120" y="382832"/>
                </a:lnTo>
                <a:close/>
                <a:moveTo>
                  <a:pt x="28553" y="110928"/>
                </a:moveTo>
                <a:lnTo>
                  <a:pt x="29484" y="112218"/>
                </a:lnTo>
                <a:lnTo>
                  <a:pt x="28088" y="111573"/>
                </a:lnTo>
                <a:close/>
                <a:moveTo>
                  <a:pt x="69673" y="131838"/>
                </a:moveTo>
                <a:lnTo>
                  <a:pt x="70380" y="132767"/>
                </a:lnTo>
                <a:lnTo>
                  <a:pt x="69319" y="132303"/>
                </a:lnTo>
                <a:close/>
                <a:moveTo>
                  <a:pt x="837" y="40782"/>
                </a:moveTo>
                <a:lnTo>
                  <a:pt x="1626" y="41833"/>
                </a:lnTo>
                <a:lnTo>
                  <a:pt x="443" y="41307"/>
                </a:lnTo>
                <a:close/>
                <a:moveTo>
                  <a:pt x="33233" y="314056"/>
                </a:moveTo>
                <a:lnTo>
                  <a:pt x="34331" y="315410"/>
                </a:lnTo>
                <a:lnTo>
                  <a:pt x="32684" y="314733"/>
                </a:lnTo>
                <a:close/>
                <a:moveTo>
                  <a:pt x="11974" y="223477"/>
                </a:moveTo>
                <a:lnTo>
                  <a:pt x="12855" y="224288"/>
                </a:lnTo>
                <a:lnTo>
                  <a:pt x="11534" y="223883"/>
                </a:lnTo>
                <a:close/>
                <a:moveTo>
                  <a:pt x="67691" y="414698"/>
                </a:moveTo>
                <a:lnTo>
                  <a:pt x="69637" y="416253"/>
                </a:lnTo>
                <a:lnTo>
                  <a:pt x="66717" y="415476"/>
                </a:lnTo>
                <a:close/>
                <a:moveTo>
                  <a:pt x="64316" y="38152"/>
                </a:moveTo>
                <a:lnTo>
                  <a:pt x="66104" y="38679"/>
                </a:lnTo>
                <a:lnTo>
                  <a:pt x="63422" y="38416"/>
                </a:lnTo>
                <a:close/>
                <a:moveTo>
                  <a:pt x="57677" y="196103"/>
                </a:moveTo>
                <a:lnTo>
                  <a:pt x="58790" y="197886"/>
                </a:lnTo>
                <a:lnTo>
                  <a:pt x="57120" y="196994"/>
                </a:lnTo>
                <a:close/>
                <a:moveTo>
                  <a:pt x="34336" y="297317"/>
                </a:moveTo>
                <a:lnTo>
                  <a:pt x="35600" y="297674"/>
                </a:lnTo>
                <a:lnTo>
                  <a:pt x="33703" y="297496"/>
                </a:lnTo>
                <a:close/>
                <a:moveTo>
                  <a:pt x="55350" y="199172"/>
                </a:moveTo>
                <a:lnTo>
                  <a:pt x="56380" y="200900"/>
                </a:lnTo>
                <a:lnTo>
                  <a:pt x="54835" y="200036"/>
                </a:lnTo>
                <a:close/>
                <a:moveTo>
                  <a:pt x="69522" y="390648"/>
                </a:moveTo>
                <a:lnTo>
                  <a:pt x="71720" y="392386"/>
                </a:lnTo>
                <a:lnTo>
                  <a:pt x="68422" y="391517"/>
                </a:lnTo>
                <a:close/>
                <a:moveTo>
                  <a:pt x="39063" y="418559"/>
                </a:moveTo>
                <a:lnTo>
                  <a:pt x="39756" y="420121"/>
                </a:lnTo>
                <a:lnTo>
                  <a:pt x="38717" y="419340"/>
                </a:lnTo>
                <a:close/>
                <a:moveTo>
                  <a:pt x="66548" y="394825"/>
                </a:moveTo>
                <a:lnTo>
                  <a:pt x="67969" y="395571"/>
                </a:lnTo>
                <a:lnTo>
                  <a:pt x="65838" y="395198"/>
                </a:lnTo>
                <a:close/>
                <a:moveTo>
                  <a:pt x="4681" y="214743"/>
                </a:moveTo>
                <a:lnTo>
                  <a:pt x="6606" y="215079"/>
                </a:lnTo>
                <a:lnTo>
                  <a:pt x="3718" y="214911"/>
                </a:lnTo>
                <a:close/>
                <a:moveTo>
                  <a:pt x="65347" y="215704"/>
                </a:moveTo>
                <a:lnTo>
                  <a:pt x="66440" y="217085"/>
                </a:lnTo>
                <a:lnTo>
                  <a:pt x="64801" y="216395"/>
                </a:lnTo>
                <a:close/>
                <a:moveTo>
                  <a:pt x="4498" y="116014"/>
                </a:moveTo>
                <a:lnTo>
                  <a:pt x="5613" y="116687"/>
                </a:lnTo>
                <a:lnTo>
                  <a:pt x="3941" y="116351"/>
                </a:lnTo>
                <a:close/>
                <a:moveTo>
                  <a:pt x="41296" y="108089"/>
                </a:moveTo>
                <a:lnTo>
                  <a:pt x="42200" y="109505"/>
                </a:lnTo>
                <a:lnTo>
                  <a:pt x="40845" y="108797"/>
                </a:lnTo>
                <a:close/>
                <a:moveTo>
                  <a:pt x="42378" y="431122"/>
                </a:moveTo>
                <a:lnTo>
                  <a:pt x="42942" y="432349"/>
                </a:lnTo>
                <a:lnTo>
                  <a:pt x="42096" y="431735"/>
                </a:lnTo>
                <a:close/>
                <a:moveTo>
                  <a:pt x="48083" y="88779"/>
                </a:moveTo>
                <a:lnTo>
                  <a:pt x="49462" y="90353"/>
                </a:lnTo>
                <a:lnTo>
                  <a:pt x="47394" y="89566"/>
                </a:lnTo>
                <a:close/>
                <a:moveTo>
                  <a:pt x="58104" y="102193"/>
                </a:moveTo>
                <a:lnTo>
                  <a:pt x="58587" y="102911"/>
                </a:lnTo>
                <a:lnTo>
                  <a:pt x="57863" y="102552"/>
                </a:lnTo>
                <a:close/>
                <a:moveTo>
                  <a:pt x="19220" y="140813"/>
                </a:moveTo>
                <a:lnTo>
                  <a:pt x="21087" y="141647"/>
                </a:lnTo>
                <a:lnTo>
                  <a:pt x="18286" y="141230"/>
                </a:lnTo>
                <a:close/>
                <a:moveTo>
                  <a:pt x="56411" y="154404"/>
                </a:moveTo>
                <a:lnTo>
                  <a:pt x="58507" y="156079"/>
                </a:lnTo>
                <a:lnTo>
                  <a:pt x="55363" y="155242"/>
                </a:lnTo>
                <a:close/>
                <a:moveTo>
                  <a:pt x="34151" y="258581"/>
                </a:moveTo>
                <a:lnTo>
                  <a:pt x="36242" y="260079"/>
                </a:lnTo>
                <a:lnTo>
                  <a:pt x="33105" y="259330"/>
                </a:lnTo>
                <a:close/>
                <a:moveTo>
                  <a:pt x="4958" y="368895"/>
                </a:moveTo>
                <a:lnTo>
                  <a:pt x="6918" y="370166"/>
                </a:lnTo>
                <a:lnTo>
                  <a:pt x="3978" y="369531"/>
                </a:lnTo>
                <a:close/>
                <a:moveTo>
                  <a:pt x="56069" y="59742"/>
                </a:moveTo>
                <a:lnTo>
                  <a:pt x="57311" y="60436"/>
                </a:lnTo>
                <a:lnTo>
                  <a:pt x="55448" y="60089"/>
                </a:lnTo>
                <a:close/>
                <a:moveTo>
                  <a:pt x="26650" y="121485"/>
                </a:moveTo>
                <a:lnTo>
                  <a:pt x="27067" y="122984"/>
                </a:lnTo>
                <a:lnTo>
                  <a:pt x="26441" y="122234"/>
                </a:lnTo>
                <a:close/>
                <a:moveTo>
                  <a:pt x="42691" y="103738"/>
                </a:moveTo>
                <a:lnTo>
                  <a:pt x="44683" y="105145"/>
                </a:lnTo>
                <a:lnTo>
                  <a:pt x="41694" y="104442"/>
                </a:lnTo>
                <a:close/>
                <a:moveTo>
                  <a:pt x="34853" y="181131"/>
                </a:moveTo>
                <a:lnTo>
                  <a:pt x="36549" y="182295"/>
                </a:lnTo>
                <a:lnTo>
                  <a:pt x="34005" y="181713"/>
                </a:lnTo>
                <a:close/>
                <a:moveTo>
                  <a:pt x="49497" y="318560"/>
                </a:moveTo>
                <a:lnTo>
                  <a:pt x="50267" y="319089"/>
                </a:lnTo>
                <a:lnTo>
                  <a:pt x="49112" y="318824"/>
                </a:lnTo>
                <a:close/>
                <a:moveTo>
                  <a:pt x="13218" y="359956"/>
                </a:moveTo>
                <a:lnTo>
                  <a:pt x="15405" y="360787"/>
                </a:lnTo>
                <a:lnTo>
                  <a:pt x="12124" y="360372"/>
                </a:lnTo>
                <a:close/>
                <a:moveTo>
                  <a:pt x="18884" y="359544"/>
                </a:moveTo>
                <a:lnTo>
                  <a:pt x="20806" y="360574"/>
                </a:lnTo>
                <a:lnTo>
                  <a:pt x="17924" y="360059"/>
                </a:lnTo>
                <a:close/>
                <a:moveTo>
                  <a:pt x="5999" y="186152"/>
                </a:moveTo>
                <a:lnTo>
                  <a:pt x="7511" y="187519"/>
                </a:lnTo>
                <a:lnTo>
                  <a:pt x="5243" y="186835"/>
                </a:lnTo>
                <a:close/>
                <a:moveTo>
                  <a:pt x="42811" y="339593"/>
                </a:moveTo>
                <a:lnTo>
                  <a:pt x="44316" y="339907"/>
                </a:lnTo>
                <a:lnTo>
                  <a:pt x="42059" y="339750"/>
                </a:lnTo>
                <a:close/>
                <a:moveTo>
                  <a:pt x="64024" y="292233"/>
                </a:moveTo>
                <a:lnTo>
                  <a:pt x="66173" y="293957"/>
                </a:lnTo>
                <a:lnTo>
                  <a:pt x="62950" y="293095"/>
                </a:lnTo>
                <a:close/>
                <a:moveTo>
                  <a:pt x="41465" y="102934"/>
                </a:moveTo>
                <a:lnTo>
                  <a:pt x="42557" y="103576"/>
                </a:lnTo>
                <a:lnTo>
                  <a:pt x="40918" y="103255"/>
                </a:lnTo>
                <a:close/>
                <a:moveTo>
                  <a:pt x="70172" y="203"/>
                </a:moveTo>
                <a:lnTo>
                  <a:pt x="71237" y="1381"/>
                </a:lnTo>
                <a:lnTo>
                  <a:pt x="69639" y="792"/>
                </a:lnTo>
                <a:close/>
                <a:moveTo>
                  <a:pt x="43061" y="76595"/>
                </a:moveTo>
                <a:lnTo>
                  <a:pt x="43809" y="77752"/>
                </a:lnTo>
                <a:lnTo>
                  <a:pt x="42687" y="77173"/>
                </a:lnTo>
                <a:close/>
                <a:moveTo>
                  <a:pt x="17452" y="222527"/>
                </a:moveTo>
                <a:lnTo>
                  <a:pt x="19016" y="223612"/>
                </a:lnTo>
                <a:lnTo>
                  <a:pt x="16670" y="223070"/>
                </a:lnTo>
                <a:close/>
                <a:moveTo>
                  <a:pt x="23479" y="153166"/>
                </a:moveTo>
                <a:lnTo>
                  <a:pt x="24875" y="154694"/>
                </a:lnTo>
                <a:lnTo>
                  <a:pt x="22782" y="153930"/>
                </a:lnTo>
                <a:close/>
                <a:moveTo>
                  <a:pt x="33726" y="357732"/>
                </a:moveTo>
                <a:lnTo>
                  <a:pt x="34725" y="359093"/>
                </a:lnTo>
                <a:lnTo>
                  <a:pt x="33227" y="358412"/>
                </a:lnTo>
                <a:close/>
                <a:moveTo>
                  <a:pt x="31045" y="147495"/>
                </a:moveTo>
                <a:lnTo>
                  <a:pt x="31979" y="148995"/>
                </a:lnTo>
                <a:lnTo>
                  <a:pt x="30578" y="148245"/>
                </a:lnTo>
                <a:close/>
                <a:moveTo>
                  <a:pt x="12187" y="435262"/>
                </a:moveTo>
                <a:lnTo>
                  <a:pt x="13175" y="436424"/>
                </a:lnTo>
                <a:lnTo>
                  <a:pt x="11693" y="435843"/>
                </a:lnTo>
                <a:close/>
                <a:moveTo>
                  <a:pt x="67012" y="165318"/>
                </a:moveTo>
                <a:lnTo>
                  <a:pt x="67856" y="166436"/>
                </a:lnTo>
                <a:lnTo>
                  <a:pt x="66591" y="165877"/>
                </a:lnTo>
                <a:close/>
                <a:moveTo>
                  <a:pt x="60614" y="96819"/>
                </a:moveTo>
                <a:lnTo>
                  <a:pt x="61514" y="97286"/>
                </a:lnTo>
                <a:lnTo>
                  <a:pt x="60165" y="97052"/>
                </a:lnTo>
                <a:close/>
                <a:moveTo>
                  <a:pt x="64905" y="99231"/>
                </a:moveTo>
                <a:lnTo>
                  <a:pt x="65359" y="99705"/>
                </a:lnTo>
                <a:lnTo>
                  <a:pt x="64678" y="99468"/>
                </a:lnTo>
                <a:close/>
                <a:moveTo>
                  <a:pt x="53847" y="137052"/>
                </a:moveTo>
                <a:lnTo>
                  <a:pt x="54921" y="138690"/>
                </a:lnTo>
                <a:lnTo>
                  <a:pt x="53311" y="137871"/>
                </a:lnTo>
                <a:close/>
                <a:moveTo>
                  <a:pt x="19400" y="410742"/>
                </a:moveTo>
                <a:lnTo>
                  <a:pt x="21510" y="412122"/>
                </a:lnTo>
                <a:lnTo>
                  <a:pt x="18345" y="411432"/>
                </a:lnTo>
                <a:close/>
                <a:moveTo>
                  <a:pt x="2772" y="189160"/>
                </a:moveTo>
                <a:lnTo>
                  <a:pt x="3279" y="190554"/>
                </a:lnTo>
                <a:lnTo>
                  <a:pt x="2519" y="189857"/>
                </a:lnTo>
                <a:close/>
                <a:moveTo>
                  <a:pt x="59223" y="81583"/>
                </a:moveTo>
                <a:lnTo>
                  <a:pt x="60305" y="83143"/>
                </a:lnTo>
                <a:lnTo>
                  <a:pt x="58682" y="82363"/>
                </a:lnTo>
                <a:close/>
                <a:moveTo>
                  <a:pt x="66279" y="21709"/>
                </a:moveTo>
                <a:lnTo>
                  <a:pt x="67936" y="22125"/>
                </a:lnTo>
                <a:lnTo>
                  <a:pt x="65451" y="21917"/>
                </a:lnTo>
                <a:close/>
                <a:moveTo>
                  <a:pt x="12863" y="31392"/>
                </a:moveTo>
                <a:lnTo>
                  <a:pt x="14989" y="31797"/>
                </a:lnTo>
                <a:lnTo>
                  <a:pt x="11800" y="31595"/>
                </a:lnTo>
                <a:close/>
                <a:moveTo>
                  <a:pt x="65331" y="412672"/>
                </a:moveTo>
                <a:lnTo>
                  <a:pt x="67068" y="413767"/>
                </a:lnTo>
                <a:lnTo>
                  <a:pt x="64462" y="413219"/>
                </a:lnTo>
                <a:close/>
                <a:moveTo>
                  <a:pt x="36355" y="22450"/>
                </a:moveTo>
                <a:lnTo>
                  <a:pt x="37109" y="23093"/>
                </a:lnTo>
                <a:lnTo>
                  <a:pt x="35977" y="22772"/>
                </a:lnTo>
                <a:close/>
                <a:moveTo>
                  <a:pt x="54584" y="269352"/>
                </a:moveTo>
                <a:lnTo>
                  <a:pt x="55295" y="270112"/>
                </a:lnTo>
                <a:lnTo>
                  <a:pt x="54228" y="269732"/>
                </a:lnTo>
                <a:close/>
                <a:moveTo>
                  <a:pt x="58402" y="344016"/>
                </a:moveTo>
                <a:lnTo>
                  <a:pt x="58779" y="345670"/>
                </a:lnTo>
                <a:lnTo>
                  <a:pt x="58213" y="344843"/>
                </a:lnTo>
                <a:close/>
                <a:moveTo>
                  <a:pt x="30035" y="230524"/>
                </a:moveTo>
                <a:lnTo>
                  <a:pt x="31935" y="231038"/>
                </a:lnTo>
                <a:lnTo>
                  <a:pt x="29085" y="230781"/>
                </a:lnTo>
                <a:close/>
                <a:moveTo>
                  <a:pt x="17808" y="88858"/>
                </a:moveTo>
                <a:lnTo>
                  <a:pt x="19421" y="90657"/>
                </a:lnTo>
                <a:lnTo>
                  <a:pt x="17001" y="89758"/>
                </a:lnTo>
                <a:close/>
                <a:moveTo>
                  <a:pt x="3512" y="119784"/>
                </a:moveTo>
                <a:lnTo>
                  <a:pt x="3941" y="121512"/>
                </a:lnTo>
                <a:lnTo>
                  <a:pt x="3297" y="120648"/>
                </a:lnTo>
                <a:close/>
                <a:moveTo>
                  <a:pt x="35589" y="253398"/>
                </a:moveTo>
                <a:lnTo>
                  <a:pt x="36605" y="255192"/>
                </a:lnTo>
                <a:lnTo>
                  <a:pt x="35081" y="254295"/>
                </a:lnTo>
                <a:close/>
                <a:moveTo>
                  <a:pt x="54138" y="132017"/>
                </a:moveTo>
                <a:lnTo>
                  <a:pt x="55164" y="132469"/>
                </a:lnTo>
                <a:lnTo>
                  <a:pt x="53626" y="132243"/>
                </a:lnTo>
                <a:close/>
                <a:moveTo>
                  <a:pt x="29804" y="410768"/>
                </a:moveTo>
                <a:lnTo>
                  <a:pt x="31173" y="412438"/>
                </a:lnTo>
                <a:lnTo>
                  <a:pt x="29120" y="411603"/>
                </a:lnTo>
                <a:close/>
                <a:moveTo>
                  <a:pt x="14144" y="147715"/>
                </a:moveTo>
                <a:lnTo>
                  <a:pt x="14595" y="149022"/>
                </a:lnTo>
                <a:lnTo>
                  <a:pt x="13919" y="148369"/>
                </a:lnTo>
                <a:close/>
                <a:moveTo>
                  <a:pt x="50318" y="121986"/>
                </a:moveTo>
                <a:lnTo>
                  <a:pt x="50824" y="123638"/>
                </a:lnTo>
                <a:lnTo>
                  <a:pt x="50065" y="122812"/>
                </a:lnTo>
                <a:close/>
                <a:moveTo>
                  <a:pt x="51383" y="309037"/>
                </a:moveTo>
                <a:lnTo>
                  <a:pt x="52194" y="309510"/>
                </a:lnTo>
                <a:lnTo>
                  <a:pt x="50978" y="309273"/>
                </a:lnTo>
                <a:close/>
                <a:moveTo>
                  <a:pt x="58270" y="212186"/>
                </a:moveTo>
                <a:lnTo>
                  <a:pt x="60067" y="213076"/>
                </a:lnTo>
                <a:lnTo>
                  <a:pt x="57371" y="212631"/>
                </a:lnTo>
                <a:close/>
                <a:moveTo>
                  <a:pt x="12104" y="265339"/>
                </a:moveTo>
                <a:lnTo>
                  <a:pt x="13947" y="266985"/>
                </a:lnTo>
                <a:lnTo>
                  <a:pt x="11182" y="266162"/>
                </a:lnTo>
                <a:close/>
                <a:moveTo>
                  <a:pt x="31997" y="233257"/>
                </a:moveTo>
                <a:lnTo>
                  <a:pt x="33217" y="234742"/>
                </a:lnTo>
                <a:lnTo>
                  <a:pt x="31386" y="234000"/>
                </a:lnTo>
                <a:close/>
                <a:moveTo>
                  <a:pt x="8825" y="325862"/>
                </a:moveTo>
                <a:lnTo>
                  <a:pt x="10490" y="327363"/>
                </a:lnTo>
                <a:lnTo>
                  <a:pt x="7993" y="326612"/>
                </a:lnTo>
                <a:close/>
                <a:moveTo>
                  <a:pt x="51715" y="211925"/>
                </a:moveTo>
                <a:lnTo>
                  <a:pt x="53130" y="212498"/>
                </a:lnTo>
                <a:lnTo>
                  <a:pt x="51007" y="212211"/>
                </a:lnTo>
                <a:close/>
                <a:moveTo>
                  <a:pt x="9327" y="116616"/>
                </a:moveTo>
                <a:lnTo>
                  <a:pt x="11430" y="118354"/>
                </a:lnTo>
                <a:lnTo>
                  <a:pt x="8275" y="117485"/>
                </a:lnTo>
                <a:close/>
                <a:moveTo>
                  <a:pt x="66405" y="431001"/>
                </a:moveTo>
                <a:lnTo>
                  <a:pt x="67402" y="432038"/>
                </a:lnTo>
                <a:lnTo>
                  <a:pt x="65907" y="431519"/>
                </a:lnTo>
                <a:close/>
                <a:moveTo>
                  <a:pt x="41204" y="165158"/>
                </a:moveTo>
                <a:lnTo>
                  <a:pt x="43372" y="166713"/>
                </a:lnTo>
                <a:lnTo>
                  <a:pt x="40120" y="165936"/>
                </a:lnTo>
                <a:close/>
                <a:moveTo>
                  <a:pt x="68511" y="20897"/>
                </a:moveTo>
                <a:lnTo>
                  <a:pt x="70492" y="21837"/>
                </a:lnTo>
                <a:lnTo>
                  <a:pt x="67520" y="21367"/>
                </a:lnTo>
                <a:close/>
                <a:moveTo>
                  <a:pt x="11525" y="204453"/>
                </a:moveTo>
                <a:lnTo>
                  <a:pt x="13640" y="205949"/>
                </a:lnTo>
                <a:lnTo>
                  <a:pt x="10468" y="205201"/>
                </a:lnTo>
                <a:close/>
                <a:moveTo>
                  <a:pt x="31560" y="146547"/>
                </a:moveTo>
                <a:lnTo>
                  <a:pt x="31927" y="147679"/>
                </a:lnTo>
                <a:lnTo>
                  <a:pt x="31376" y="147113"/>
                </a:lnTo>
                <a:close/>
                <a:moveTo>
                  <a:pt x="26313" y="197517"/>
                </a:moveTo>
                <a:lnTo>
                  <a:pt x="27600" y="198999"/>
                </a:lnTo>
                <a:lnTo>
                  <a:pt x="25670" y="198258"/>
                </a:lnTo>
                <a:close/>
                <a:moveTo>
                  <a:pt x="19692" y="62336"/>
                </a:moveTo>
                <a:lnTo>
                  <a:pt x="20366" y="63552"/>
                </a:lnTo>
                <a:lnTo>
                  <a:pt x="19354" y="62944"/>
                </a:lnTo>
                <a:close/>
                <a:moveTo>
                  <a:pt x="58866" y="297914"/>
                </a:moveTo>
                <a:lnTo>
                  <a:pt x="59523" y="298287"/>
                </a:lnTo>
                <a:lnTo>
                  <a:pt x="58537" y="298101"/>
                </a:lnTo>
                <a:close/>
                <a:moveTo>
                  <a:pt x="5455" y="3432"/>
                </a:moveTo>
                <a:lnTo>
                  <a:pt x="6194" y="3919"/>
                </a:lnTo>
                <a:lnTo>
                  <a:pt x="5086" y="3676"/>
                </a:lnTo>
                <a:close/>
                <a:moveTo>
                  <a:pt x="30439" y="387181"/>
                </a:moveTo>
                <a:lnTo>
                  <a:pt x="32103" y="388064"/>
                </a:lnTo>
                <a:lnTo>
                  <a:pt x="29607" y="387623"/>
                </a:lnTo>
                <a:close/>
                <a:moveTo>
                  <a:pt x="59088" y="335316"/>
                </a:moveTo>
                <a:lnTo>
                  <a:pt x="59835" y="336770"/>
                </a:lnTo>
                <a:lnTo>
                  <a:pt x="58715" y="336043"/>
                </a:lnTo>
                <a:close/>
                <a:moveTo>
                  <a:pt x="34786" y="344148"/>
                </a:moveTo>
                <a:lnTo>
                  <a:pt x="35206" y="345043"/>
                </a:lnTo>
                <a:lnTo>
                  <a:pt x="34576" y="344595"/>
                </a:lnTo>
                <a:close/>
                <a:moveTo>
                  <a:pt x="41031" y="74387"/>
                </a:moveTo>
                <a:lnTo>
                  <a:pt x="41692" y="75234"/>
                </a:lnTo>
                <a:lnTo>
                  <a:pt x="40700" y="74810"/>
                </a:lnTo>
                <a:close/>
                <a:moveTo>
                  <a:pt x="33784" y="19830"/>
                </a:moveTo>
                <a:lnTo>
                  <a:pt x="34404" y="21441"/>
                </a:lnTo>
                <a:lnTo>
                  <a:pt x="33474" y="20636"/>
                </a:lnTo>
                <a:close/>
                <a:moveTo>
                  <a:pt x="40448" y="16348"/>
                </a:moveTo>
                <a:lnTo>
                  <a:pt x="42415" y="17770"/>
                </a:lnTo>
                <a:lnTo>
                  <a:pt x="39465" y="17059"/>
                </a:lnTo>
                <a:close/>
                <a:moveTo>
                  <a:pt x="4163" y="243870"/>
                </a:moveTo>
                <a:lnTo>
                  <a:pt x="4600" y="244713"/>
                </a:lnTo>
                <a:lnTo>
                  <a:pt x="3945" y="244291"/>
                </a:lnTo>
                <a:close/>
                <a:moveTo>
                  <a:pt x="24616" y="263097"/>
                </a:moveTo>
                <a:lnTo>
                  <a:pt x="25070" y="264207"/>
                </a:lnTo>
                <a:lnTo>
                  <a:pt x="24389" y="263652"/>
                </a:lnTo>
                <a:close/>
                <a:moveTo>
                  <a:pt x="35202" y="266637"/>
                </a:moveTo>
                <a:lnTo>
                  <a:pt x="36898" y="267920"/>
                </a:lnTo>
                <a:lnTo>
                  <a:pt x="34354" y="267279"/>
                </a:lnTo>
                <a:close/>
                <a:moveTo>
                  <a:pt x="26286" y="139959"/>
                </a:moveTo>
                <a:lnTo>
                  <a:pt x="27760" y="140567"/>
                </a:lnTo>
                <a:lnTo>
                  <a:pt x="25550" y="140263"/>
                </a:lnTo>
                <a:close/>
                <a:moveTo>
                  <a:pt x="48574" y="285042"/>
                </a:moveTo>
                <a:lnTo>
                  <a:pt x="49235" y="286398"/>
                </a:lnTo>
                <a:lnTo>
                  <a:pt x="48243" y="285720"/>
                </a:lnTo>
                <a:close/>
                <a:moveTo>
                  <a:pt x="68698" y="207476"/>
                </a:moveTo>
                <a:lnTo>
                  <a:pt x="70482" y="208873"/>
                </a:lnTo>
                <a:lnTo>
                  <a:pt x="67807" y="208175"/>
                </a:lnTo>
                <a:close/>
                <a:moveTo>
                  <a:pt x="56428" y="398088"/>
                </a:moveTo>
                <a:lnTo>
                  <a:pt x="58628" y="399349"/>
                </a:lnTo>
                <a:lnTo>
                  <a:pt x="55328" y="398719"/>
                </a:lnTo>
                <a:close/>
                <a:moveTo>
                  <a:pt x="17829" y="61906"/>
                </a:moveTo>
                <a:lnTo>
                  <a:pt x="18732" y="62960"/>
                </a:lnTo>
                <a:lnTo>
                  <a:pt x="17377" y="62433"/>
                </a:lnTo>
                <a:close/>
                <a:moveTo>
                  <a:pt x="17424" y="167264"/>
                </a:moveTo>
                <a:lnTo>
                  <a:pt x="18624" y="168596"/>
                </a:lnTo>
                <a:lnTo>
                  <a:pt x="16824" y="167930"/>
                </a:lnTo>
                <a:close/>
                <a:moveTo>
                  <a:pt x="17915" y="147973"/>
                </a:moveTo>
                <a:lnTo>
                  <a:pt x="19345" y="149519"/>
                </a:lnTo>
                <a:lnTo>
                  <a:pt x="17200" y="148746"/>
                </a:lnTo>
                <a:close/>
                <a:moveTo>
                  <a:pt x="70659" y="222824"/>
                </a:moveTo>
                <a:lnTo>
                  <a:pt x="71484" y="223643"/>
                </a:lnTo>
                <a:lnTo>
                  <a:pt x="70246" y="223234"/>
                </a:lnTo>
                <a:close/>
                <a:moveTo>
                  <a:pt x="40428" y="105104"/>
                </a:moveTo>
                <a:lnTo>
                  <a:pt x="41688" y="106226"/>
                </a:lnTo>
                <a:lnTo>
                  <a:pt x="39798" y="105665"/>
                </a:lnTo>
                <a:close/>
                <a:moveTo>
                  <a:pt x="5186" y="318379"/>
                </a:moveTo>
                <a:lnTo>
                  <a:pt x="5725" y="319608"/>
                </a:lnTo>
                <a:lnTo>
                  <a:pt x="4917" y="318994"/>
                </a:lnTo>
                <a:close/>
                <a:moveTo>
                  <a:pt x="30012" y="152753"/>
                </a:moveTo>
                <a:lnTo>
                  <a:pt x="31269" y="153748"/>
                </a:lnTo>
                <a:lnTo>
                  <a:pt x="29383" y="153250"/>
                </a:lnTo>
                <a:close/>
                <a:moveTo>
                  <a:pt x="12140" y="160063"/>
                </a:moveTo>
                <a:lnTo>
                  <a:pt x="12675" y="160529"/>
                </a:lnTo>
                <a:lnTo>
                  <a:pt x="11873" y="160296"/>
                </a:lnTo>
                <a:close/>
                <a:moveTo>
                  <a:pt x="20577" y="209369"/>
                </a:moveTo>
                <a:lnTo>
                  <a:pt x="21258" y="210299"/>
                </a:lnTo>
                <a:lnTo>
                  <a:pt x="20236" y="209834"/>
                </a:lnTo>
                <a:close/>
                <a:moveTo>
                  <a:pt x="31107" y="203100"/>
                </a:moveTo>
                <a:lnTo>
                  <a:pt x="32666" y="204027"/>
                </a:lnTo>
                <a:lnTo>
                  <a:pt x="30328" y="203563"/>
                </a:lnTo>
                <a:close/>
                <a:moveTo>
                  <a:pt x="23107" y="105740"/>
                </a:moveTo>
                <a:lnTo>
                  <a:pt x="24458" y="106479"/>
                </a:lnTo>
                <a:lnTo>
                  <a:pt x="22431" y="106110"/>
                </a:lnTo>
                <a:close/>
                <a:moveTo>
                  <a:pt x="48525" y="243613"/>
                </a:moveTo>
                <a:lnTo>
                  <a:pt x="49489" y="244060"/>
                </a:lnTo>
                <a:lnTo>
                  <a:pt x="48043" y="243836"/>
                </a:lnTo>
                <a:close/>
                <a:moveTo>
                  <a:pt x="57696" y="413563"/>
                </a:moveTo>
                <a:lnTo>
                  <a:pt x="58847" y="415270"/>
                </a:lnTo>
                <a:lnTo>
                  <a:pt x="57120" y="414416"/>
                </a:lnTo>
                <a:close/>
                <a:moveTo>
                  <a:pt x="18804" y="78530"/>
                </a:moveTo>
                <a:lnTo>
                  <a:pt x="20879" y="80296"/>
                </a:lnTo>
                <a:lnTo>
                  <a:pt x="17767" y="79413"/>
                </a:lnTo>
                <a:close/>
                <a:moveTo>
                  <a:pt x="33129" y="272767"/>
                </a:moveTo>
                <a:lnTo>
                  <a:pt x="35256" y="273514"/>
                </a:lnTo>
                <a:lnTo>
                  <a:pt x="32065" y="273140"/>
                </a:lnTo>
                <a:close/>
                <a:moveTo>
                  <a:pt x="26690" y="50161"/>
                </a:moveTo>
                <a:lnTo>
                  <a:pt x="27917" y="50497"/>
                </a:lnTo>
                <a:lnTo>
                  <a:pt x="26077" y="50329"/>
                </a:lnTo>
                <a:close/>
                <a:moveTo>
                  <a:pt x="65438" y="87037"/>
                </a:moveTo>
                <a:lnTo>
                  <a:pt x="67259" y="87722"/>
                </a:lnTo>
                <a:lnTo>
                  <a:pt x="64528" y="87380"/>
                </a:lnTo>
                <a:close/>
                <a:moveTo>
                  <a:pt x="45815" y="369513"/>
                </a:moveTo>
                <a:lnTo>
                  <a:pt x="47159" y="370964"/>
                </a:lnTo>
                <a:lnTo>
                  <a:pt x="45144" y="370239"/>
                </a:lnTo>
                <a:close/>
                <a:moveTo>
                  <a:pt x="46212" y="49618"/>
                </a:moveTo>
                <a:lnTo>
                  <a:pt x="47375" y="50532"/>
                </a:lnTo>
                <a:lnTo>
                  <a:pt x="45630" y="50075"/>
                </a:lnTo>
                <a:close/>
                <a:moveTo>
                  <a:pt x="58069" y="153069"/>
                </a:moveTo>
                <a:lnTo>
                  <a:pt x="60128" y="153506"/>
                </a:lnTo>
                <a:lnTo>
                  <a:pt x="57040" y="153288"/>
                </a:lnTo>
                <a:close/>
                <a:moveTo>
                  <a:pt x="1786" y="370140"/>
                </a:moveTo>
                <a:lnTo>
                  <a:pt x="3707" y="371436"/>
                </a:lnTo>
                <a:lnTo>
                  <a:pt x="825" y="370788"/>
                </a:lnTo>
                <a:close/>
                <a:moveTo>
                  <a:pt x="62932" y="204184"/>
                </a:moveTo>
                <a:lnTo>
                  <a:pt x="63584" y="205806"/>
                </a:lnTo>
                <a:lnTo>
                  <a:pt x="62607" y="204995"/>
                </a:lnTo>
                <a:close/>
                <a:moveTo>
                  <a:pt x="3977" y="375428"/>
                </a:moveTo>
                <a:lnTo>
                  <a:pt x="6135" y="376459"/>
                </a:lnTo>
                <a:lnTo>
                  <a:pt x="2898" y="375943"/>
                </a:lnTo>
                <a:close/>
                <a:moveTo>
                  <a:pt x="10415" y="412956"/>
                </a:moveTo>
                <a:lnTo>
                  <a:pt x="12518" y="413517"/>
                </a:lnTo>
                <a:lnTo>
                  <a:pt x="9363" y="413237"/>
                </a:lnTo>
                <a:close/>
                <a:moveTo>
                  <a:pt x="26506" y="4549"/>
                </a:moveTo>
                <a:lnTo>
                  <a:pt x="27023" y="6110"/>
                </a:lnTo>
                <a:lnTo>
                  <a:pt x="26247" y="5330"/>
                </a:lnTo>
                <a:close/>
                <a:moveTo>
                  <a:pt x="52854" y="202403"/>
                </a:moveTo>
                <a:lnTo>
                  <a:pt x="53669" y="203963"/>
                </a:lnTo>
                <a:lnTo>
                  <a:pt x="52446" y="203183"/>
                </a:lnTo>
                <a:close/>
                <a:moveTo>
                  <a:pt x="24175" y="298893"/>
                </a:moveTo>
                <a:lnTo>
                  <a:pt x="25631" y="299410"/>
                </a:lnTo>
                <a:lnTo>
                  <a:pt x="23447" y="299152"/>
                </a:lnTo>
                <a:close/>
                <a:moveTo>
                  <a:pt x="65290" y="395969"/>
                </a:moveTo>
                <a:lnTo>
                  <a:pt x="67081" y="397215"/>
                </a:lnTo>
                <a:lnTo>
                  <a:pt x="64395" y="396592"/>
                </a:lnTo>
                <a:close/>
                <a:moveTo>
                  <a:pt x="68602" y="253439"/>
                </a:moveTo>
                <a:lnTo>
                  <a:pt x="70484" y="254691"/>
                </a:lnTo>
                <a:lnTo>
                  <a:pt x="67661" y="254065"/>
                </a:lnTo>
                <a:close/>
                <a:moveTo>
                  <a:pt x="15870" y="76770"/>
                </a:moveTo>
                <a:lnTo>
                  <a:pt x="17401" y="78371"/>
                </a:lnTo>
                <a:lnTo>
                  <a:pt x="15105" y="77570"/>
                </a:lnTo>
                <a:close/>
                <a:moveTo>
                  <a:pt x="3165" y="289685"/>
                </a:moveTo>
                <a:lnTo>
                  <a:pt x="3610" y="290965"/>
                </a:lnTo>
                <a:lnTo>
                  <a:pt x="2942" y="290325"/>
                </a:lnTo>
                <a:close/>
                <a:moveTo>
                  <a:pt x="35401" y="418370"/>
                </a:moveTo>
                <a:lnTo>
                  <a:pt x="35932" y="419876"/>
                </a:lnTo>
                <a:lnTo>
                  <a:pt x="35136" y="419123"/>
                </a:lnTo>
                <a:close/>
                <a:moveTo>
                  <a:pt x="39778" y="252862"/>
                </a:moveTo>
                <a:lnTo>
                  <a:pt x="40613" y="254242"/>
                </a:lnTo>
                <a:lnTo>
                  <a:pt x="39361" y="253552"/>
                </a:lnTo>
                <a:close/>
                <a:moveTo>
                  <a:pt x="19546" y="132949"/>
                </a:moveTo>
                <a:lnTo>
                  <a:pt x="21190" y="134627"/>
                </a:lnTo>
                <a:lnTo>
                  <a:pt x="18724" y="133788"/>
                </a:lnTo>
                <a:close/>
                <a:moveTo>
                  <a:pt x="32502" y="418251"/>
                </a:moveTo>
                <a:lnTo>
                  <a:pt x="34245" y="418899"/>
                </a:lnTo>
                <a:lnTo>
                  <a:pt x="31631" y="418575"/>
                </a:lnTo>
                <a:close/>
                <a:moveTo>
                  <a:pt x="11919" y="288363"/>
                </a:moveTo>
                <a:lnTo>
                  <a:pt x="13069" y="289092"/>
                </a:lnTo>
                <a:lnTo>
                  <a:pt x="11344" y="288727"/>
                </a:lnTo>
                <a:close/>
                <a:moveTo>
                  <a:pt x="46115" y="240435"/>
                </a:moveTo>
                <a:lnTo>
                  <a:pt x="48175" y="241628"/>
                </a:lnTo>
                <a:lnTo>
                  <a:pt x="45084" y="241031"/>
                </a:lnTo>
                <a:close/>
                <a:moveTo>
                  <a:pt x="55831" y="57223"/>
                </a:moveTo>
                <a:lnTo>
                  <a:pt x="56265" y="58075"/>
                </a:lnTo>
                <a:lnTo>
                  <a:pt x="55614" y="57649"/>
                </a:lnTo>
                <a:close/>
                <a:moveTo>
                  <a:pt x="47831" y="320785"/>
                </a:moveTo>
                <a:lnTo>
                  <a:pt x="48381" y="321558"/>
                </a:lnTo>
                <a:lnTo>
                  <a:pt x="47557" y="321172"/>
                </a:lnTo>
                <a:close/>
                <a:moveTo>
                  <a:pt x="5819" y="299821"/>
                </a:moveTo>
                <a:lnTo>
                  <a:pt x="6820" y="300657"/>
                </a:lnTo>
                <a:lnTo>
                  <a:pt x="5318" y="300239"/>
                </a:lnTo>
                <a:close/>
                <a:moveTo>
                  <a:pt x="67139" y="360589"/>
                </a:moveTo>
                <a:lnTo>
                  <a:pt x="68221" y="361142"/>
                </a:lnTo>
                <a:lnTo>
                  <a:pt x="66597" y="360866"/>
                </a:lnTo>
                <a:close/>
                <a:moveTo>
                  <a:pt x="8308" y="116505"/>
                </a:moveTo>
                <a:lnTo>
                  <a:pt x="8941" y="117711"/>
                </a:lnTo>
                <a:lnTo>
                  <a:pt x="7992" y="117108"/>
                </a:lnTo>
                <a:close/>
                <a:moveTo>
                  <a:pt x="68738" y="393958"/>
                </a:moveTo>
                <a:lnTo>
                  <a:pt x="69304" y="394877"/>
                </a:lnTo>
                <a:lnTo>
                  <a:pt x="68455" y="394418"/>
                </a:lnTo>
                <a:close/>
                <a:moveTo>
                  <a:pt x="37361" y="196469"/>
                </a:moveTo>
                <a:lnTo>
                  <a:pt x="38138" y="198264"/>
                </a:lnTo>
                <a:lnTo>
                  <a:pt x="36972" y="197367"/>
                </a:lnTo>
                <a:close/>
                <a:moveTo>
                  <a:pt x="53453" y="369329"/>
                </a:moveTo>
                <a:lnTo>
                  <a:pt x="55138" y="370233"/>
                </a:lnTo>
                <a:lnTo>
                  <a:pt x="52611" y="369781"/>
                </a:lnTo>
                <a:close/>
                <a:moveTo>
                  <a:pt x="3630" y="111760"/>
                </a:moveTo>
                <a:lnTo>
                  <a:pt x="4941" y="113370"/>
                </a:lnTo>
                <a:lnTo>
                  <a:pt x="2974" y="112565"/>
                </a:lnTo>
                <a:close/>
                <a:moveTo>
                  <a:pt x="43940" y="288948"/>
                </a:moveTo>
                <a:lnTo>
                  <a:pt x="44937" y="290415"/>
                </a:lnTo>
                <a:lnTo>
                  <a:pt x="43441" y="289682"/>
                </a:lnTo>
                <a:close/>
                <a:moveTo>
                  <a:pt x="40492" y="409398"/>
                </a:moveTo>
                <a:lnTo>
                  <a:pt x="41455" y="410699"/>
                </a:lnTo>
                <a:lnTo>
                  <a:pt x="40010" y="410048"/>
                </a:lnTo>
                <a:close/>
                <a:moveTo>
                  <a:pt x="30232" y="394603"/>
                </a:moveTo>
                <a:lnTo>
                  <a:pt x="31951" y="396281"/>
                </a:lnTo>
                <a:lnTo>
                  <a:pt x="29372" y="395442"/>
                </a:lnTo>
                <a:close/>
                <a:moveTo>
                  <a:pt x="61915" y="27800"/>
                </a:moveTo>
                <a:lnTo>
                  <a:pt x="62282" y="28920"/>
                </a:lnTo>
                <a:lnTo>
                  <a:pt x="61732" y="28360"/>
                </a:lnTo>
                <a:close/>
                <a:moveTo>
                  <a:pt x="51950" y="17507"/>
                </a:moveTo>
                <a:lnTo>
                  <a:pt x="52631" y="18427"/>
                </a:lnTo>
                <a:lnTo>
                  <a:pt x="51610" y="17967"/>
                </a:lnTo>
                <a:close/>
                <a:moveTo>
                  <a:pt x="42227" y="35465"/>
                </a:moveTo>
                <a:lnTo>
                  <a:pt x="43189" y="37222"/>
                </a:lnTo>
                <a:lnTo>
                  <a:pt x="41747" y="36343"/>
                </a:lnTo>
                <a:close/>
                <a:moveTo>
                  <a:pt x="14444" y="230648"/>
                </a:moveTo>
                <a:lnTo>
                  <a:pt x="15601" y="231961"/>
                </a:lnTo>
                <a:lnTo>
                  <a:pt x="13866" y="231305"/>
                </a:lnTo>
                <a:close/>
                <a:moveTo>
                  <a:pt x="63426" y="284241"/>
                </a:moveTo>
                <a:lnTo>
                  <a:pt x="65365" y="285041"/>
                </a:lnTo>
                <a:lnTo>
                  <a:pt x="62456" y="284641"/>
                </a:lnTo>
                <a:close/>
                <a:moveTo>
                  <a:pt x="48698" y="138593"/>
                </a:moveTo>
                <a:lnTo>
                  <a:pt x="49912" y="138946"/>
                </a:lnTo>
                <a:lnTo>
                  <a:pt x="48090" y="138770"/>
                </a:lnTo>
                <a:close/>
                <a:moveTo>
                  <a:pt x="44996" y="306212"/>
                </a:moveTo>
                <a:lnTo>
                  <a:pt x="45577" y="307431"/>
                </a:lnTo>
                <a:lnTo>
                  <a:pt x="44705" y="306821"/>
                </a:lnTo>
                <a:close/>
                <a:moveTo>
                  <a:pt x="21025" y="336963"/>
                </a:moveTo>
                <a:lnTo>
                  <a:pt x="22588" y="338347"/>
                </a:lnTo>
                <a:lnTo>
                  <a:pt x="20244" y="337655"/>
                </a:lnTo>
                <a:close/>
                <a:moveTo>
                  <a:pt x="25585" y="227059"/>
                </a:moveTo>
                <a:lnTo>
                  <a:pt x="27316" y="227684"/>
                </a:lnTo>
                <a:lnTo>
                  <a:pt x="24720" y="227371"/>
                </a:lnTo>
                <a:close/>
                <a:moveTo>
                  <a:pt x="52622" y="72596"/>
                </a:moveTo>
                <a:lnTo>
                  <a:pt x="53699" y="73767"/>
                </a:lnTo>
                <a:lnTo>
                  <a:pt x="52083" y="73181"/>
                </a:lnTo>
                <a:close/>
                <a:moveTo>
                  <a:pt x="42719" y="213147"/>
                </a:moveTo>
                <a:lnTo>
                  <a:pt x="44575" y="214770"/>
                </a:lnTo>
                <a:lnTo>
                  <a:pt x="41791" y="213959"/>
                </a:lnTo>
                <a:close/>
                <a:moveTo>
                  <a:pt x="39324" y="25772"/>
                </a:moveTo>
                <a:lnTo>
                  <a:pt x="41392" y="26698"/>
                </a:lnTo>
                <a:lnTo>
                  <a:pt x="38290" y="26235"/>
                </a:lnTo>
                <a:close/>
                <a:moveTo>
                  <a:pt x="48953" y="83611"/>
                </a:moveTo>
                <a:lnTo>
                  <a:pt x="49416" y="85246"/>
                </a:lnTo>
                <a:lnTo>
                  <a:pt x="48722" y="84429"/>
                </a:lnTo>
                <a:close/>
                <a:moveTo>
                  <a:pt x="7602" y="149256"/>
                </a:moveTo>
                <a:lnTo>
                  <a:pt x="8228" y="150217"/>
                </a:lnTo>
                <a:lnTo>
                  <a:pt x="7289" y="149737"/>
                </a:lnTo>
                <a:close/>
                <a:moveTo>
                  <a:pt x="34049" y="277333"/>
                </a:moveTo>
                <a:lnTo>
                  <a:pt x="35640" y="278242"/>
                </a:lnTo>
                <a:lnTo>
                  <a:pt x="33253" y="277788"/>
                </a:lnTo>
                <a:close/>
                <a:moveTo>
                  <a:pt x="41112" y="221185"/>
                </a:moveTo>
                <a:lnTo>
                  <a:pt x="41901" y="221728"/>
                </a:lnTo>
                <a:lnTo>
                  <a:pt x="40717" y="221456"/>
                </a:lnTo>
                <a:close/>
                <a:moveTo>
                  <a:pt x="21517" y="221762"/>
                </a:moveTo>
                <a:lnTo>
                  <a:pt x="23490" y="222789"/>
                </a:lnTo>
                <a:lnTo>
                  <a:pt x="20531" y="222276"/>
                </a:lnTo>
                <a:close/>
                <a:moveTo>
                  <a:pt x="35390" y="408004"/>
                </a:moveTo>
                <a:lnTo>
                  <a:pt x="36086" y="409301"/>
                </a:lnTo>
                <a:lnTo>
                  <a:pt x="35043" y="408653"/>
                </a:lnTo>
                <a:close/>
                <a:moveTo>
                  <a:pt x="35469" y="51841"/>
                </a:moveTo>
                <a:lnTo>
                  <a:pt x="36118" y="52952"/>
                </a:lnTo>
                <a:lnTo>
                  <a:pt x="35145" y="52397"/>
                </a:lnTo>
                <a:close/>
                <a:moveTo>
                  <a:pt x="37550" y="56613"/>
                </a:moveTo>
                <a:lnTo>
                  <a:pt x="37943" y="58409"/>
                </a:lnTo>
                <a:lnTo>
                  <a:pt x="37354" y="57511"/>
                </a:lnTo>
                <a:close/>
                <a:moveTo>
                  <a:pt x="62419" y="337273"/>
                </a:moveTo>
                <a:lnTo>
                  <a:pt x="63345" y="338355"/>
                </a:lnTo>
                <a:lnTo>
                  <a:pt x="61956" y="337814"/>
                </a:lnTo>
                <a:close/>
                <a:moveTo>
                  <a:pt x="52823" y="245881"/>
                </a:moveTo>
                <a:lnTo>
                  <a:pt x="54871" y="246220"/>
                </a:lnTo>
                <a:lnTo>
                  <a:pt x="51799" y="246051"/>
                </a:lnTo>
                <a:close/>
                <a:moveTo>
                  <a:pt x="29916" y="102485"/>
                </a:moveTo>
                <a:lnTo>
                  <a:pt x="30877" y="104010"/>
                </a:lnTo>
                <a:lnTo>
                  <a:pt x="29435" y="103248"/>
                </a:lnTo>
                <a:close/>
                <a:moveTo>
                  <a:pt x="52056" y="54432"/>
                </a:moveTo>
                <a:lnTo>
                  <a:pt x="53323" y="54860"/>
                </a:lnTo>
                <a:lnTo>
                  <a:pt x="51423" y="54646"/>
                </a:lnTo>
                <a:close/>
                <a:moveTo>
                  <a:pt x="1861" y="409289"/>
                </a:moveTo>
                <a:lnTo>
                  <a:pt x="2728" y="410533"/>
                </a:lnTo>
                <a:lnTo>
                  <a:pt x="1427" y="409911"/>
                </a:lnTo>
                <a:close/>
                <a:moveTo>
                  <a:pt x="27780" y="273360"/>
                </a:moveTo>
                <a:lnTo>
                  <a:pt x="29876" y="274512"/>
                </a:lnTo>
                <a:lnTo>
                  <a:pt x="26732" y="273936"/>
                </a:lnTo>
                <a:close/>
                <a:moveTo>
                  <a:pt x="9705" y="231630"/>
                </a:moveTo>
                <a:lnTo>
                  <a:pt x="11784" y="233309"/>
                </a:lnTo>
                <a:lnTo>
                  <a:pt x="8666" y="232470"/>
                </a:lnTo>
                <a:close/>
                <a:moveTo>
                  <a:pt x="26281" y="406704"/>
                </a:moveTo>
                <a:lnTo>
                  <a:pt x="27213" y="407411"/>
                </a:lnTo>
                <a:lnTo>
                  <a:pt x="25816" y="407058"/>
                </a:lnTo>
                <a:close/>
                <a:moveTo>
                  <a:pt x="55452" y="11506"/>
                </a:moveTo>
                <a:lnTo>
                  <a:pt x="57434" y="12062"/>
                </a:lnTo>
                <a:lnTo>
                  <a:pt x="54461" y="11784"/>
                </a:lnTo>
                <a:close/>
                <a:moveTo>
                  <a:pt x="45136" y="277767"/>
                </a:moveTo>
                <a:lnTo>
                  <a:pt x="46733" y="279035"/>
                </a:lnTo>
                <a:lnTo>
                  <a:pt x="44338" y="278401"/>
                </a:lnTo>
                <a:close/>
                <a:moveTo>
                  <a:pt x="63750" y="255298"/>
                </a:moveTo>
                <a:lnTo>
                  <a:pt x="65425" y="256034"/>
                </a:lnTo>
                <a:lnTo>
                  <a:pt x="62913" y="255666"/>
                </a:lnTo>
                <a:close/>
                <a:moveTo>
                  <a:pt x="56216" y="229389"/>
                </a:moveTo>
                <a:lnTo>
                  <a:pt x="57650" y="230914"/>
                </a:lnTo>
                <a:lnTo>
                  <a:pt x="55499" y="230151"/>
                </a:lnTo>
                <a:close/>
                <a:moveTo>
                  <a:pt x="21551" y="418599"/>
                </a:moveTo>
                <a:lnTo>
                  <a:pt x="23568" y="420289"/>
                </a:lnTo>
                <a:lnTo>
                  <a:pt x="20542" y="419444"/>
                </a:lnTo>
                <a:close/>
                <a:moveTo>
                  <a:pt x="45201" y="397336"/>
                </a:moveTo>
                <a:lnTo>
                  <a:pt x="45644" y="397882"/>
                </a:lnTo>
                <a:lnTo>
                  <a:pt x="44980" y="397609"/>
                </a:lnTo>
                <a:close/>
                <a:moveTo>
                  <a:pt x="4056" y="240506"/>
                </a:moveTo>
                <a:lnTo>
                  <a:pt x="5842" y="241741"/>
                </a:lnTo>
                <a:lnTo>
                  <a:pt x="3163" y="241124"/>
                </a:lnTo>
                <a:close/>
                <a:moveTo>
                  <a:pt x="57485" y="217241"/>
                </a:moveTo>
                <a:lnTo>
                  <a:pt x="57899" y="218316"/>
                </a:lnTo>
                <a:lnTo>
                  <a:pt x="57278" y="217778"/>
                </a:lnTo>
                <a:close/>
                <a:moveTo>
                  <a:pt x="64864" y="431248"/>
                </a:moveTo>
                <a:lnTo>
                  <a:pt x="66593" y="432691"/>
                </a:lnTo>
                <a:lnTo>
                  <a:pt x="64000" y="431970"/>
                </a:lnTo>
                <a:close/>
                <a:moveTo>
                  <a:pt x="42661" y="209688"/>
                </a:moveTo>
                <a:lnTo>
                  <a:pt x="43691" y="211333"/>
                </a:lnTo>
                <a:lnTo>
                  <a:pt x="42146" y="210511"/>
                </a:lnTo>
                <a:close/>
                <a:moveTo>
                  <a:pt x="58813" y="6862"/>
                </a:moveTo>
                <a:lnTo>
                  <a:pt x="60320" y="7332"/>
                </a:lnTo>
                <a:lnTo>
                  <a:pt x="58059" y="7097"/>
                </a:lnTo>
                <a:close/>
                <a:moveTo>
                  <a:pt x="20247" y="207681"/>
                </a:moveTo>
                <a:lnTo>
                  <a:pt x="22241" y="208535"/>
                </a:lnTo>
                <a:lnTo>
                  <a:pt x="19250" y="208108"/>
                </a:lnTo>
                <a:close/>
                <a:moveTo>
                  <a:pt x="52054" y="284047"/>
                </a:moveTo>
                <a:lnTo>
                  <a:pt x="53228" y="285145"/>
                </a:lnTo>
                <a:lnTo>
                  <a:pt x="51467" y="284596"/>
                </a:lnTo>
                <a:close/>
                <a:moveTo>
                  <a:pt x="53215" y="385698"/>
                </a:moveTo>
                <a:lnTo>
                  <a:pt x="55090" y="386451"/>
                </a:lnTo>
                <a:lnTo>
                  <a:pt x="52278" y="386075"/>
                </a:lnTo>
                <a:close/>
                <a:moveTo>
                  <a:pt x="14246" y="338913"/>
                </a:moveTo>
                <a:lnTo>
                  <a:pt x="14857" y="339839"/>
                </a:lnTo>
                <a:lnTo>
                  <a:pt x="13941" y="339376"/>
                </a:lnTo>
                <a:close/>
                <a:moveTo>
                  <a:pt x="50875" y="137510"/>
                </a:moveTo>
                <a:lnTo>
                  <a:pt x="51648" y="138895"/>
                </a:lnTo>
                <a:lnTo>
                  <a:pt x="50489" y="138203"/>
                </a:lnTo>
                <a:close/>
                <a:moveTo>
                  <a:pt x="31600" y="320787"/>
                </a:moveTo>
                <a:lnTo>
                  <a:pt x="32186" y="321323"/>
                </a:lnTo>
                <a:lnTo>
                  <a:pt x="31306" y="321055"/>
                </a:lnTo>
                <a:close/>
                <a:moveTo>
                  <a:pt x="46362" y="41958"/>
                </a:moveTo>
                <a:lnTo>
                  <a:pt x="46756" y="43562"/>
                </a:lnTo>
                <a:lnTo>
                  <a:pt x="46165" y="42760"/>
                </a:lnTo>
                <a:close/>
                <a:moveTo>
                  <a:pt x="26799" y="74207"/>
                </a:moveTo>
                <a:lnTo>
                  <a:pt x="27595" y="75038"/>
                </a:lnTo>
                <a:lnTo>
                  <a:pt x="26401" y="74622"/>
                </a:lnTo>
                <a:close/>
                <a:moveTo>
                  <a:pt x="5198" y="388976"/>
                </a:moveTo>
                <a:lnTo>
                  <a:pt x="6710" y="389810"/>
                </a:lnTo>
                <a:lnTo>
                  <a:pt x="4441" y="389393"/>
                </a:lnTo>
                <a:close/>
                <a:moveTo>
                  <a:pt x="60635" y="337756"/>
                </a:moveTo>
                <a:lnTo>
                  <a:pt x="62760" y="338582"/>
                </a:lnTo>
                <a:lnTo>
                  <a:pt x="59572" y="338169"/>
                </a:lnTo>
                <a:close/>
                <a:moveTo>
                  <a:pt x="54817" y="145248"/>
                </a:moveTo>
                <a:lnTo>
                  <a:pt x="56310" y="146041"/>
                </a:lnTo>
                <a:lnTo>
                  <a:pt x="54070" y="145645"/>
                </a:lnTo>
                <a:close/>
                <a:moveTo>
                  <a:pt x="70578" y="244521"/>
                </a:moveTo>
                <a:lnTo>
                  <a:pt x="71407" y="245934"/>
                </a:lnTo>
                <a:lnTo>
                  <a:pt x="70164" y="245227"/>
                </a:lnTo>
                <a:close/>
                <a:moveTo>
                  <a:pt x="48922" y="301880"/>
                </a:moveTo>
                <a:lnTo>
                  <a:pt x="50189" y="303483"/>
                </a:lnTo>
                <a:lnTo>
                  <a:pt x="48289" y="302682"/>
                </a:lnTo>
                <a:close/>
                <a:moveTo>
                  <a:pt x="7154" y="334821"/>
                </a:moveTo>
                <a:lnTo>
                  <a:pt x="7901" y="336478"/>
                </a:lnTo>
                <a:lnTo>
                  <a:pt x="6781" y="335650"/>
                </a:lnTo>
                <a:close/>
                <a:moveTo>
                  <a:pt x="6296" y="399541"/>
                </a:moveTo>
                <a:lnTo>
                  <a:pt x="8360" y="399921"/>
                </a:lnTo>
                <a:lnTo>
                  <a:pt x="5263" y="399731"/>
                </a:lnTo>
                <a:close/>
                <a:moveTo>
                  <a:pt x="31297" y="8847"/>
                </a:moveTo>
                <a:lnTo>
                  <a:pt x="32362" y="10217"/>
                </a:lnTo>
                <a:lnTo>
                  <a:pt x="30764" y="9532"/>
                </a:lnTo>
                <a:close/>
                <a:moveTo>
                  <a:pt x="1106" y="182950"/>
                </a:moveTo>
                <a:lnTo>
                  <a:pt x="2620" y="184201"/>
                </a:lnTo>
                <a:lnTo>
                  <a:pt x="349" y="183576"/>
                </a:lnTo>
                <a:close/>
                <a:moveTo>
                  <a:pt x="52828" y="157010"/>
                </a:moveTo>
                <a:lnTo>
                  <a:pt x="53455" y="158591"/>
                </a:lnTo>
                <a:lnTo>
                  <a:pt x="52514" y="157801"/>
                </a:lnTo>
                <a:close/>
                <a:moveTo>
                  <a:pt x="36544" y="67540"/>
                </a:moveTo>
                <a:lnTo>
                  <a:pt x="36913" y="67952"/>
                </a:lnTo>
                <a:lnTo>
                  <a:pt x="36359" y="67746"/>
                </a:lnTo>
                <a:close/>
                <a:moveTo>
                  <a:pt x="19391" y="24585"/>
                </a:moveTo>
                <a:lnTo>
                  <a:pt x="20363" y="25187"/>
                </a:lnTo>
                <a:lnTo>
                  <a:pt x="18905" y="24886"/>
                </a:lnTo>
                <a:close/>
                <a:moveTo>
                  <a:pt x="69026" y="426932"/>
                </a:moveTo>
                <a:lnTo>
                  <a:pt x="69676" y="427402"/>
                </a:lnTo>
                <a:lnTo>
                  <a:pt x="68702" y="427167"/>
                </a:lnTo>
                <a:close/>
                <a:moveTo>
                  <a:pt x="58885" y="88922"/>
                </a:moveTo>
                <a:lnTo>
                  <a:pt x="59365" y="89551"/>
                </a:lnTo>
                <a:lnTo>
                  <a:pt x="58646" y="89236"/>
                </a:lnTo>
                <a:close/>
                <a:moveTo>
                  <a:pt x="63572" y="203174"/>
                </a:moveTo>
                <a:lnTo>
                  <a:pt x="64592" y="204234"/>
                </a:lnTo>
                <a:lnTo>
                  <a:pt x="63062" y="203704"/>
                </a:lnTo>
                <a:close/>
                <a:moveTo>
                  <a:pt x="26385" y="421080"/>
                </a:moveTo>
                <a:lnTo>
                  <a:pt x="26736" y="421825"/>
                </a:lnTo>
                <a:lnTo>
                  <a:pt x="26210" y="421453"/>
                </a:lnTo>
                <a:close/>
                <a:moveTo>
                  <a:pt x="17624" y="409708"/>
                </a:moveTo>
                <a:lnTo>
                  <a:pt x="18963" y="410168"/>
                </a:lnTo>
                <a:lnTo>
                  <a:pt x="16955" y="409938"/>
                </a:lnTo>
                <a:close/>
                <a:moveTo>
                  <a:pt x="35578" y="168927"/>
                </a:moveTo>
                <a:lnTo>
                  <a:pt x="36278" y="169523"/>
                </a:lnTo>
                <a:lnTo>
                  <a:pt x="35228" y="169225"/>
                </a:lnTo>
                <a:close/>
                <a:moveTo>
                  <a:pt x="41540" y="254638"/>
                </a:moveTo>
                <a:lnTo>
                  <a:pt x="42836" y="256178"/>
                </a:lnTo>
                <a:lnTo>
                  <a:pt x="40892" y="255408"/>
                </a:lnTo>
                <a:close/>
                <a:moveTo>
                  <a:pt x="47950" y="101363"/>
                </a:moveTo>
                <a:lnTo>
                  <a:pt x="48596" y="102346"/>
                </a:lnTo>
                <a:lnTo>
                  <a:pt x="47626" y="101855"/>
                </a:lnTo>
                <a:close/>
                <a:moveTo>
                  <a:pt x="61551" y="255417"/>
                </a:moveTo>
                <a:lnTo>
                  <a:pt x="62158" y="256434"/>
                </a:lnTo>
                <a:lnTo>
                  <a:pt x="61247" y="255925"/>
                </a:lnTo>
                <a:close/>
                <a:moveTo>
                  <a:pt x="34822" y="25796"/>
                </a:moveTo>
                <a:lnTo>
                  <a:pt x="36319" y="26179"/>
                </a:lnTo>
                <a:lnTo>
                  <a:pt x="34073" y="25988"/>
                </a:lnTo>
                <a:close/>
                <a:moveTo>
                  <a:pt x="26260" y="413459"/>
                </a:moveTo>
                <a:lnTo>
                  <a:pt x="27551" y="414659"/>
                </a:lnTo>
                <a:lnTo>
                  <a:pt x="25614" y="414059"/>
                </a:lnTo>
                <a:close/>
                <a:moveTo>
                  <a:pt x="61123" y="407366"/>
                </a:moveTo>
                <a:lnTo>
                  <a:pt x="61825" y="408607"/>
                </a:lnTo>
                <a:lnTo>
                  <a:pt x="60772" y="407987"/>
                </a:lnTo>
                <a:close/>
                <a:moveTo>
                  <a:pt x="36662" y="45673"/>
                </a:moveTo>
                <a:lnTo>
                  <a:pt x="37946" y="46393"/>
                </a:lnTo>
                <a:lnTo>
                  <a:pt x="36021" y="46033"/>
                </a:lnTo>
                <a:close/>
                <a:moveTo>
                  <a:pt x="28635" y="89597"/>
                </a:moveTo>
                <a:lnTo>
                  <a:pt x="29506" y="90954"/>
                </a:lnTo>
                <a:lnTo>
                  <a:pt x="28199" y="90276"/>
                </a:lnTo>
                <a:close/>
                <a:moveTo>
                  <a:pt x="27675" y="364261"/>
                </a:moveTo>
                <a:lnTo>
                  <a:pt x="28772" y="365169"/>
                </a:lnTo>
                <a:lnTo>
                  <a:pt x="27127" y="364715"/>
                </a:lnTo>
                <a:close/>
                <a:moveTo>
                  <a:pt x="17069" y="364529"/>
                </a:moveTo>
                <a:lnTo>
                  <a:pt x="18915" y="365257"/>
                </a:lnTo>
                <a:lnTo>
                  <a:pt x="16146" y="364893"/>
                </a:lnTo>
                <a:close/>
                <a:moveTo>
                  <a:pt x="57929" y="281138"/>
                </a:moveTo>
                <a:lnTo>
                  <a:pt x="58446" y="281487"/>
                </a:lnTo>
                <a:lnTo>
                  <a:pt x="57671" y="281313"/>
                </a:lnTo>
                <a:close/>
                <a:moveTo>
                  <a:pt x="64667" y="169596"/>
                </a:moveTo>
                <a:lnTo>
                  <a:pt x="65233" y="171163"/>
                </a:lnTo>
                <a:lnTo>
                  <a:pt x="64385" y="170379"/>
                </a:lnTo>
                <a:close/>
                <a:moveTo>
                  <a:pt x="56785" y="109008"/>
                </a:moveTo>
                <a:lnTo>
                  <a:pt x="58168" y="110132"/>
                </a:lnTo>
                <a:lnTo>
                  <a:pt x="56093" y="109570"/>
                </a:lnTo>
                <a:close/>
                <a:moveTo>
                  <a:pt x="54860" y="299442"/>
                </a:moveTo>
                <a:lnTo>
                  <a:pt x="56810" y="299928"/>
                </a:lnTo>
                <a:lnTo>
                  <a:pt x="53885" y="299685"/>
                </a:lnTo>
                <a:close/>
                <a:moveTo>
                  <a:pt x="47542" y="189497"/>
                </a:moveTo>
                <a:lnTo>
                  <a:pt x="48601" y="190548"/>
                </a:lnTo>
                <a:lnTo>
                  <a:pt x="47013" y="190023"/>
                </a:lnTo>
                <a:close/>
                <a:moveTo>
                  <a:pt x="37984" y="177134"/>
                </a:moveTo>
                <a:lnTo>
                  <a:pt x="38680" y="178735"/>
                </a:lnTo>
                <a:lnTo>
                  <a:pt x="37635" y="177934"/>
                </a:lnTo>
                <a:close/>
                <a:moveTo>
                  <a:pt x="41909" y="276713"/>
                </a:moveTo>
                <a:lnTo>
                  <a:pt x="43293" y="277071"/>
                </a:lnTo>
                <a:lnTo>
                  <a:pt x="41217" y="276892"/>
                </a:lnTo>
                <a:close/>
                <a:moveTo>
                  <a:pt x="54171" y="190211"/>
                </a:moveTo>
                <a:lnTo>
                  <a:pt x="55342" y="191310"/>
                </a:lnTo>
                <a:lnTo>
                  <a:pt x="53586" y="190760"/>
                </a:lnTo>
                <a:close/>
                <a:moveTo>
                  <a:pt x="11460" y="26513"/>
                </a:moveTo>
                <a:lnTo>
                  <a:pt x="13096" y="27624"/>
                </a:lnTo>
                <a:lnTo>
                  <a:pt x="10641" y="27068"/>
                </a:lnTo>
                <a:close/>
                <a:moveTo>
                  <a:pt x="65957" y="347166"/>
                </a:moveTo>
                <a:lnTo>
                  <a:pt x="68048" y="348566"/>
                </a:lnTo>
                <a:lnTo>
                  <a:pt x="64912" y="347866"/>
                </a:lnTo>
                <a:close/>
                <a:moveTo>
                  <a:pt x="7448" y="6024"/>
                </a:moveTo>
                <a:lnTo>
                  <a:pt x="9187" y="7519"/>
                </a:lnTo>
                <a:lnTo>
                  <a:pt x="6578" y="6772"/>
                </a:lnTo>
                <a:close/>
                <a:moveTo>
                  <a:pt x="5488" y="332003"/>
                </a:moveTo>
                <a:lnTo>
                  <a:pt x="7469" y="333538"/>
                </a:lnTo>
                <a:lnTo>
                  <a:pt x="4498" y="332771"/>
                </a:lnTo>
                <a:close/>
                <a:moveTo>
                  <a:pt x="38827" y="24833"/>
                </a:moveTo>
                <a:lnTo>
                  <a:pt x="40772" y="25216"/>
                </a:lnTo>
                <a:lnTo>
                  <a:pt x="37855" y="25025"/>
                </a:lnTo>
                <a:close/>
                <a:moveTo>
                  <a:pt x="749" y="391008"/>
                </a:moveTo>
                <a:lnTo>
                  <a:pt x="1665" y="391373"/>
                </a:lnTo>
                <a:lnTo>
                  <a:pt x="291" y="391191"/>
                </a:lnTo>
                <a:close/>
                <a:moveTo>
                  <a:pt x="65128" y="407652"/>
                </a:moveTo>
                <a:lnTo>
                  <a:pt x="65877" y="408013"/>
                </a:lnTo>
                <a:lnTo>
                  <a:pt x="64754" y="407833"/>
                </a:lnTo>
                <a:close/>
                <a:moveTo>
                  <a:pt x="46153" y="397024"/>
                </a:moveTo>
                <a:lnTo>
                  <a:pt x="46542" y="398108"/>
                </a:lnTo>
                <a:lnTo>
                  <a:pt x="45959" y="397566"/>
                </a:lnTo>
                <a:close/>
                <a:moveTo>
                  <a:pt x="19403" y="393525"/>
                </a:moveTo>
                <a:lnTo>
                  <a:pt x="21127" y="394887"/>
                </a:lnTo>
                <a:lnTo>
                  <a:pt x="18541" y="394206"/>
                </a:lnTo>
                <a:close/>
                <a:moveTo>
                  <a:pt x="5244" y="68889"/>
                </a:moveTo>
                <a:lnTo>
                  <a:pt x="7307" y="70482"/>
                </a:lnTo>
                <a:lnTo>
                  <a:pt x="4212" y="69685"/>
                </a:lnTo>
                <a:close/>
                <a:moveTo>
                  <a:pt x="50578" y="289786"/>
                </a:moveTo>
                <a:lnTo>
                  <a:pt x="51297" y="291264"/>
                </a:lnTo>
                <a:lnTo>
                  <a:pt x="50218" y="290525"/>
                </a:lnTo>
                <a:close/>
                <a:moveTo>
                  <a:pt x="32532" y="434012"/>
                </a:moveTo>
                <a:lnTo>
                  <a:pt x="33389" y="434541"/>
                </a:lnTo>
                <a:lnTo>
                  <a:pt x="32104" y="434277"/>
                </a:lnTo>
                <a:close/>
                <a:moveTo>
                  <a:pt x="6102" y="132985"/>
                </a:moveTo>
                <a:lnTo>
                  <a:pt x="7565" y="134381"/>
                </a:lnTo>
                <a:lnTo>
                  <a:pt x="5371" y="133683"/>
                </a:lnTo>
                <a:close/>
                <a:moveTo>
                  <a:pt x="61574" y="236566"/>
                </a:moveTo>
                <a:lnTo>
                  <a:pt x="62459" y="236882"/>
                </a:lnTo>
                <a:lnTo>
                  <a:pt x="61132" y="236724"/>
                </a:lnTo>
                <a:close/>
                <a:moveTo>
                  <a:pt x="24365" y="273952"/>
                </a:moveTo>
                <a:lnTo>
                  <a:pt x="25189" y="275207"/>
                </a:lnTo>
                <a:lnTo>
                  <a:pt x="23953" y="274579"/>
                </a:lnTo>
                <a:close/>
                <a:moveTo>
                  <a:pt x="17073" y="280668"/>
                </a:moveTo>
                <a:lnTo>
                  <a:pt x="18557" y="281396"/>
                </a:lnTo>
                <a:lnTo>
                  <a:pt x="16330" y="281032"/>
                </a:lnTo>
                <a:close/>
                <a:moveTo>
                  <a:pt x="50228" y="157335"/>
                </a:moveTo>
                <a:lnTo>
                  <a:pt x="51965" y="158397"/>
                </a:lnTo>
                <a:lnTo>
                  <a:pt x="49359" y="157866"/>
                </a:lnTo>
                <a:close/>
                <a:moveTo>
                  <a:pt x="22846" y="189498"/>
                </a:moveTo>
                <a:lnTo>
                  <a:pt x="24686" y="190273"/>
                </a:lnTo>
                <a:lnTo>
                  <a:pt x="21926" y="189886"/>
                </a:lnTo>
                <a:close/>
                <a:moveTo>
                  <a:pt x="15988" y="213302"/>
                </a:moveTo>
                <a:lnTo>
                  <a:pt x="17105" y="213835"/>
                </a:lnTo>
                <a:lnTo>
                  <a:pt x="15429" y="213569"/>
                </a:lnTo>
                <a:close/>
                <a:moveTo>
                  <a:pt x="51164" y="308843"/>
                </a:moveTo>
                <a:lnTo>
                  <a:pt x="53064" y="310525"/>
                </a:lnTo>
                <a:lnTo>
                  <a:pt x="50213" y="309684"/>
                </a:lnTo>
                <a:close/>
                <a:moveTo>
                  <a:pt x="44790" y="77386"/>
                </a:moveTo>
                <a:lnTo>
                  <a:pt x="45737" y="78706"/>
                </a:lnTo>
                <a:lnTo>
                  <a:pt x="44317" y="78046"/>
                </a:lnTo>
                <a:close/>
                <a:moveTo>
                  <a:pt x="54390" y="294388"/>
                </a:moveTo>
                <a:lnTo>
                  <a:pt x="55303" y="295513"/>
                </a:lnTo>
                <a:lnTo>
                  <a:pt x="53934" y="294950"/>
                </a:lnTo>
                <a:close/>
                <a:moveTo>
                  <a:pt x="26661" y="298790"/>
                </a:moveTo>
                <a:lnTo>
                  <a:pt x="27052" y="300139"/>
                </a:lnTo>
                <a:lnTo>
                  <a:pt x="26465" y="299464"/>
                </a:lnTo>
                <a:close/>
                <a:moveTo>
                  <a:pt x="23328" y="382364"/>
                </a:moveTo>
                <a:lnTo>
                  <a:pt x="25298" y="383662"/>
                </a:lnTo>
                <a:lnTo>
                  <a:pt x="22343" y="383013"/>
                </a:lnTo>
                <a:close/>
                <a:moveTo>
                  <a:pt x="59034" y="404970"/>
                </a:moveTo>
                <a:lnTo>
                  <a:pt x="60010" y="406574"/>
                </a:lnTo>
                <a:lnTo>
                  <a:pt x="58546" y="405772"/>
                </a:lnTo>
                <a:close/>
                <a:moveTo>
                  <a:pt x="9727" y="106566"/>
                </a:moveTo>
                <a:lnTo>
                  <a:pt x="10542" y="108160"/>
                </a:lnTo>
                <a:lnTo>
                  <a:pt x="9320" y="107363"/>
                </a:lnTo>
                <a:close/>
                <a:moveTo>
                  <a:pt x="21745" y="279307"/>
                </a:moveTo>
                <a:lnTo>
                  <a:pt x="22866" y="281092"/>
                </a:lnTo>
                <a:lnTo>
                  <a:pt x="21184" y="280200"/>
                </a:lnTo>
                <a:close/>
                <a:moveTo>
                  <a:pt x="57903" y="59389"/>
                </a:moveTo>
                <a:lnTo>
                  <a:pt x="59331" y="60861"/>
                </a:lnTo>
                <a:lnTo>
                  <a:pt x="57190" y="60125"/>
                </a:lnTo>
                <a:close/>
                <a:moveTo>
                  <a:pt x="68336" y="69123"/>
                </a:moveTo>
                <a:lnTo>
                  <a:pt x="70277" y="69634"/>
                </a:lnTo>
                <a:lnTo>
                  <a:pt x="67365" y="69378"/>
                </a:lnTo>
                <a:close/>
                <a:moveTo>
                  <a:pt x="5937" y="419773"/>
                </a:moveTo>
                <a:lnTo>
                  <a:pt x="7818" y="421256"/>
                </a:lnTo>
                <a:lnTo>
                  <a:pt x="4997" y="420515"/>
                </a:lnTo>
                <a:close/>
                <a:moveTo>
                  <a:pt x="14003" y="275038"/>
                </a:moveTo>
                <a:lnTo>
                  <a:pt x="15585" y="276725"/>
                </a:lnTo>
                <a:lnTo>
                  <a:pt x="13212" y="275881"/>
                </a:lnTo>
                <a:close/>
                <a:moveTo>
                  <a:pt x="21483" y="36218"/>
                </a:moveTo>
                <a:lnTo>
                  <a:pt x="22507" y="37015"/>
                </a:lnTo>
                <a:lnTo>
                  <a:pt x="20971" y="36617"/>
                </a:lnTo>
                <a:close/>
                <a:moveTo>
                  <a:pt x="47650" y="29479"/>
                </a:moveTo>
                <a:lnTo>
                  <a:pt x="48432" y="30236"/>
                </a:lnTo>
                <a:lnTo>
                  <a:pt x="47259" y="29857"/>
                </a:lnTo>
                <a:close/>
                <a:moveTo>
                  <a:pt x="3470" y="326544"/>
                </a:moveTo>
                <a:lnTo>
                  <a:pt x="4400" y="327110"/>
                </a:lnTo>
                <a:lnTo>
                  <a:pt x="3006" y="326827"/>
                </a:lnTo>
                <a:close/>
                <a:moveTo>
                  <a:pt x="37074" y="386337"/>
                </a:moveTo>
                <a:lnTo>
                  <a:pt x="38406" y="387931"/>
                </a:lnTo>
                <a:lnTo>
                  <a:pt x="36408" y="387134"/>
                </a:lnTo>
                <a:close/>
                <a:moveTo>
                  <a:pt x="60295" y="71001"/>
                </a:moveTo>
                <a:lnTo>
                  <a:pt x="61490" y="72758"/>
                </a:lnTo>
                <a:lnTo>
                  <a:pt x="59698" y="71880"/>
                </a:lnTo>
                <a:close/>
                <a:moveTo>
                  <a:pt x="69678" y="113240"/>
                </a:moveTo>
                <a:lnTo>
                  <a:pt x="70364" y="114087"/>
                </a:lnTo>
                <a:lnTo>
                  <a:pt x="69335" y="113663"/>
                </a:lnTo>
                <a:close/>
                <a:moveTo>
                  <a:pt x="64691" y="63220"/>
                </a:moveTo>
                <a:lnTo>
                  <a:pt x="66745" y="63525"/>
                </a:lnTo>
                <a:lnTo>
                  <a:pt x="63665" y="63373"/>
                </a:lnTo>
                <a:close/>
                <a:moveTo>
                  <a:pt x="38712" y="107945"/>
                </a:moveTo>
                <a:lnTo>
                  <a:pt x="39232" y="109437"/>
                </a:lnTo>
                <a:lnTo>
                  <a:pt x="38452" y="108691"/>
                </a:lnTo>
                <a:close/>
                <a:moveTo>
                  <a:pt x="41855" y="188995"/>
                </a:moveTo>
                <a:lnTo>
                  <a:pt x="43065" y="190734"/>
                </a:lnTo>
                <a:lnTo>
                  <a:pt x="41250" y="189864"/>
                </a:lnTo>
                <a:close/>
                <a:moveTo>
                  <a:pt x="1699" y="255065"/>
                </a:moveTo>
                <a:lnTo>
                  <a:pt x="2471" y="255886"/>
                </a:lnTo>
                <a:lnTo>
                  <a:pt x="1312" y="255476"/>
                </a:lnTo>
                <a:close/>
              </a:path>
            </a:pathLst>
          </a:custGeom>
          <a:solidFill>
            <a:srgbClr val="777777">
              <a:alpha val="20000"/>
            </a:srgbClr>
          </a:solidFill>
          <a:ln w="0" cap="rnd" cmpd="sng" algn="ctr">
            <a:solidFill>
              <a:srgbClr val="FFFFFF">
                <a:alpha val="0"/>
              </a:srgbClr>
            </a:solidFill>
            <a:round/>
            <a:headEnd type="none"/>
            <a:tailEnd type="none"/>
          </a:ln>
        </p:spPr>
      </p:sp>
      <p:sp>
        <p:nvSpPr>
          <p:cNvPr id="963" name="post-activation and feedback / 0949 paper texture"/>
          <p:cNvSpPr/>
          <p:nvPr/>
        </p:nvSpPr>
        <p:spPr>
          <a:xfrm>
            <a:off x="16175742" y="1000074"/>
            <a:ext cx="665982" cy="3998581"/>
          </a:xfrm>
          <a:custGeom>
            <a:avLst/>
            <a:gdLst/>
            <a:ahLst/>
            <a:cxnLst/>
            <a:rect l="0" t="0" r="r" b="b"/>
            <a:pathLst>
              <a:path w="72833" h="437290" fill="norm" stroke="1" extrusionOk="0">
                <a:moveTo>
                  <a:pt x="35663" y="339421"/>
                </a:moveTo>
                <a:lnTo>
                  <a:pt x="36406" y="340285"/>
                </a:lnTo>
                <a:lnTo>
                  <a:pt x="35292" y="339853"/>
                </a:lnTo>
                <a:close/>
                <a:moveTo>
                  <a:pt x="30499" y="366768"/>
                </a:moveTo>
                <a:lnTo>
                  <a:pt x="31717" y="368029"/>
                </a:lnTo>
                <a:lnTo>
                  <a:pt x="29891" y="367398"/>
                </a:lnTo>
                <a:close/>
                <a:moveTo>
                  <a:pt x="66385" y="339876"/>
                </a:moveTo>
                <a:lnTo>
                  <a:pt x="68532" y="341608"/>
                </a:lnTo>
                <a:lnTo>
                  <a:pt x="65311" y="340742"/>
                </a:lnTo>
                <a:close/>
                <a:moveTo>
                  <a:pt x="4413" y="164247"/>
                </a:moveTo>
                <a:lnTo>
                  <a:pt x="5597" y="164567"/>
                </a:lnTo>
                <a:lnTo>
                  <a:pt x="3820" y="164407"/>
                </a:lnTo>
                <a:close/>
                <a:moveTo>
                  <a:pt x="33457" y="17319"/>
                </a:moveTo>
                <a:lnTo>
                  <a:pt x="35576" y="17944"/>
                </a:lnTo>
                <a:lnTo>
                  <a:pt x="32398" y="17631"/>
                </a:lnTo>
                <a:close/>
                <a:moveTo>
                  <a:pt x="23798" y="235314"/>
                </a:moveTo>
                <a:lnTo>
                  <a:pt x="24179" y="236762"/>
                </a:lnTo>
                <a:lnTo>
                  <a:pt x="23608" y="236038"/>
                </a:lnTo>
                <a:close/>
                <a:moveTo>
                  <a:pt x="69896" y="381655"/>
                </a:moveTo>
                <a:lnTo>
                  <a:pt x="71463" y="383413"/>
                </a:lnTo>
                <a:lnTo>
                  <a:pt x="69113" y="382534"/>
                </a:lnTo>
                <a:close/>
                <a:moveTo>
                  <a:pt x="15450" y="82597"/>
                </a:moveTo>
                <a:lnTo>
                  <a:pt x="15978" y="84017"/>
                </a:lnTo>
                <a:lnTo>
                  <a:pt x="15186" y="83307"/>
                </a:lnTo>
                <a:close/>
                <a:moveTo>
                  <a:pt x="24786" y="270181"/>
                </a:moveTo>
                <a:lnTo>
                  <a:pt x="25305" y="271781"/>
                </a:lnTo>
                <a:lnTo>
                  <a:pt x="24527" y="270981"/>
                </a:lnTo>
                <a:close/>
                <a:moveTo>
                  <a:pt x="11623" y="156205"/>
                </a:moveTo>
                <a:lnTo>
                  <a:pt x="13230" y="157472"/>
                </a:lnTo>
                <a:lnTo>
                  <a:pt x="10819" y="156838"/>
                </a:lnTo>
                <a:close/>
                <a:moveTo>
                  <a:pt x="29779" y="193604"/>
                </a:moveTo>
                <a:lnTo>
                  <a:pt x="31877" y="194823"/>
                </a:lnTo>
                <a:lnTo>
                  <a:pt x="28729" y="194213"/>
                </a:lnTo>
                <a:close/>
                <a:moveTo>
                  <a:pt x="47754" y="66579"/>
                </a:moveTo>
                <a:lnTo>
                  <a:pt x="48424" y="67094"/>
                </a:lnTo>
                <a:lnTo>
                  <a:pt x="47419" y="66836"/>
                </a:lnTo>
                <a:close/>
                <a:moveTo>
                  <a:pt x="68426" y="330231"/>
                </a:moveTo>
                <a:lnTo>
                  <a:pt x="69240" y="331406"/>
                </a:lnTo>
                <a:lnTo>
                  <a:pt x="68018" y="330819"/>
                </a:lnTo>
                <a:close/>
                <a:moveTo>
                  <a:pt x="54063" y="432451"/>
                </a:moveTo>
                <a:lnTo>
                  <a:pt x="55074" y="433396"/>
                </a:lnTo>
                <a:lnTo>
                  <a:pt x="53557" y="432924"/>
                </a:lnTo>
                <a:close/>
                <a:moveTo>
                  <a:pt x="49667" y="170170"/>
                </a:moveTo>
                <a:lnTo>
                  <a:pt x="50803" y="170878"/>
                </a:lnTo>
                <a:lnTo>
                  <a:pt x="49099" y="170524"/>
                </a:lnTo>
                <a:close/>
                <a:moveTo>
                  <a:pt x="28075" y="321319"/>
                </a:moveTo>
                <a:lnTo>
                  <a:pt x="30196" y="321841"/>
                </a:lnTo>
                <a:lnTo>
                  <a:pt x="27014" y="321580"/>
                </a:lnTo>
                <a:close/>
                <a:moveTo>
                  <a:pt x="42064" y="218269"/>
                </a:moveTo>
                <a:lnTo>
                  <a:pt x="42891" y="218626"/>
                </a:lnTo>
                <a:lnTo>
                  <a:pt x="41651" y="218447"/>
                </a:lnTo>
                <a:close/>
                <a:moveTo>
                  <a:pt x="21039" y="67044"/>
                </a:moveTo>
                <a:lnTo>
                  <a:pt x="22806" y="67501"/>
                </a:lnTo>
                <a:lnTo>
                  <a:pt x="20155" y="67272"/>
                </a:lnTo>
                <a:close/>
                <a:moveTo>
                  <a:pt x="22015" y="292039"/>
                </a:moveTo>
                <a:lnTo>
                  <a:pt x="23632" y="293201"/>
                </a:lnTo>
                <a:lnTo>
                  <a:pt x="21207" y="292620"/>
                </a:lnTo>
                <a:close/>
                <a:moveTo>
                  <a:pt x="8342" y="21637"/>
                </a:moveTo>
                <a:lnTo>
                  <a:pt x="8832" y="23203"/>
                </a:lnTo>
                <a:lnTo>
                  <a:pt x="8097" y="22420"/>
                </a:lnTo>
                <a:close/>
                <a:moveTo>
                  <a:pt x="2866" y="103899"/>
                </a:moveTo>
                <a:lnTo>
                  <a:pt x="4169" y="105341"/>
                </a:lnTo>
                <a:lnTo>
                  <a:pt x="2215" y="104620"/>
                </a:lnTo>
                <a:close/>
                <a:moveTo>
                  <a:pt x="54694" y="17951"/>
                </a:moveTo>
                <a:lnTo>
                  <a:pt x="55628" y="19555"/>
                </a:lnTo>
                <a:lnTo>
                  <a:pt x="54227" y="18753"/>
                </a:lnTo>
                <a:close/>
                <a:moveTo>
                  <a:pt x="39371" y="111200"/>
                </a:moveTo>
                <a:lnTo>
                  <a:pt x="40223" y="111539"/>
                </a:lnTo>
                <a:lnTo>
                  <a:pt x="38946" y="111369"/>
                </a:lnTo>
                <a:close/>
                <a:moveTo>
                  <a:pt x="51563" y="217619"/>
                </a:moveTo>
                <a:lnTo>
                  <a:pt x="52439" y="218714"/>
                </a:lnTo>
                <a:lnTo>
                  <a:pt x="51125" y="218167"/>
                </a:lnTo>
                <a:close/>
                <a:moveTo>
                  <a:pt x="7238" y="376009"/>
                </a:moveTo>
                <a:lnTo>
                  <a:pt x="9102" y="377777"/>
                </a:lnTo>
                <a:lnTo>
                  <a:pt x="6306" y="376893"/>
                </a:lnTo>
                <a:close/>
                <a:moveTo>
                  <a:pt x="49926" y="149157"/>
                </a:moveTo>
                <a:lnTo>
                  <a:pt x="50675" y="149869"/>
                </a:lnTo>
                <a:lnTo>
                  <a:pt x="49551" y="149513"/>
                </a:lnTo>
                <a:close/>
                <a:moveTo>
                  <a:pt x="4908" y="97694"/>
                </a:moveTo>
                <a:lnTo>
                  <a:pt x="7057" y="99471"/>
                </a:lnTo>
                <a:lnTo>
                  <a:pt x="3833" y="98583"/>
                </a:lnTo>
                <a:close/>
                <a:moveTo>
                  <a:pt x="28658" y="297427"/>
                </a:moveTo>
                <a:lnTo>
                  <a:pt x="29224" y="299147"/>
                </a:lnTo>
                <a:lnTo>
                  <a:pt x="28375" y="298287"/>
                </a:lnTo>
                <a:close/>
                <a:moveTo>
                  <a:pt x="9740" y="247677"/>
                </a:moveTo>
                <a:lnTo>
                  <a:pt x="10621" y="248675"/>
                </a:lnTo>
                <a:lnTo>
                  <a:pt x="9300" y="248176"/>
                </a:lnTo>
                <a:close/>
                <a:moveTo>
                  <a:pt x="66693" y="345698"/>
                </a:moveTo>
                <a:lnTo>
                  <a:pt x="68225" y="346010"/>
                </a:lnTo>
                <a:lnTo>
                  <a:pt x="65927" y="345854"/>
                </a:lnTo>
                <a:close/>
                <a:moveTo>
                  <a:pt x="60109" y="304148"/>
                </a:moveTo>
                <a:lnTo>
                  <a:pt x="61497" y="304932"/>
                </a:lnTo>
                <a:lnTo>
                  <a:pt x="59415" y="304540"/>
                </a:lnTo>
                <a:close/>
                <a:moveTo>
                  <a:pt x="45068" y="130623"/>
                </a:moveTo>
                <a:lnTo>
                  <a:pt x="47163" y="131511"/>
                </a:lnTo>
                <a:lnTo>
                  <a:pt x="44020" y="131067"/>
                </a:lnTo>
                <a:close/>
                <a:moveTo>
                  <a:pt x="38087" y="256983"/>
                </a:moveTo>
                <a:lnTo>
                  <a:pt x="39704" y="258485"/>
                </a:lnTo>
                <a:lnTo>
                  <a:pt x="37279" y="257734"/>
                </a:lnTo>
                <a:close/>
                <a:moveTo>
                  <a:pt x="11016" y="194286"/>
                </a:moveTo>
                <a:lnTo>
                  <a:pt x="12082" y="195776"/>
                </a:lnTo>
                <a:lnTo>
                  <a:pt x="10483" y="195031"/>
                </a:lnTo>
                <a:close/>
                <a:moveTo>
                  <a:pt x="25686" y="204612"/>
                </a:moveTo>
                <a:lnTo>
                  <a:pt x="27809" y="205629"/>
                </a:lnTo>
                <a:lnTo>
                  <a:pt x="24625" y="205121"/>
                </a:lnTo>
                <a:close/>
                <a:moveTo>
                  <a:pt x="32601" y="204263"/>
                </a:moveTo>
                <a:lnTo>
                  <a:pt x="33778" y="205636"/>
                </a:lnTo>
                <a:lnTo>
                  <a:pt x="32012" y="204950"/>
                </a:lnTo>
                <a:close/>
                <a:moveTo>
                  <a:pt x="30494" y="30907"/>
                </a:moveTo>
                <a:lnTo>
                  <a:pt x="32591" y="32523"/>
                </a:lnTo>
                <a:lnTo>
                  <a:pt x="29446" y="31715"/>
                </a:lnTo>
                <a:close/>
                <a:moveTo>
                  <a:pt x="32539" y="174701"/>
                </a:moveTo>
                <a:lnTo>
                  <a:pt x="33377" y="175885"/>
                </a:lnTo>
                <a:lnTo>
                  <a:pt x="32119" y="175293"/>
                </a:lnTo>
                <a:close/>
                <a:moveTo>
                  <a:pt x="43702" y="110768"/>
                </a:moveTo>
                <a:lnTo>
                  <a:pt x="45588" y="111856"/>
                </a:lnTo>
                <a:lnTo>
                  <a:pt x="42759" y="111312"/>
                </a:lnTo>
                <a:close/>
                <a:moveTo>
                  <a:pt x="23019" y="185807"/>
                </a:moveTo>
                <a:lnTo>
                  <a:pt x="24279" y="187537"/>
                </a:lnTo>
                <a:lnTo>
                  <a:pt x="22388" y="186672"/>
                </a:lnTo>
                <a:close/>
                <a:moveTo>
                  <a:pt x="19445" y="409468"/>
                </a:moveTo>
                <a:lnTo>
                  <a:pt x="20819" y="410793"/>
                </a:lnTo>
                <a:lnTo>
                  <a:pt x="18758" y="410130"/>
                </a:lnTo>
                <a:close/>
                <a:moveTo>
                  <a:pt x="38814" y="178455"/>
                </a:moveTo>
                <a:lnTo>
                  <a:pt x="40582" y="179113"/>
                </a:lnTo>
                <a:lnTo>
                  <a:pt x="37930" y="178784"/>
                </a:lnTo>
                <a:close/>
                <a:moveTo>
                  <a:pt x="65184" y="250464"/>
                </a:moveTo>
                <a:lnTo>
                  <a:pt x="67167" y="250795"/>
                </a:lnTo>
                <a:lnTo>
                  <a:pt x="64192" y="250629"/>
                </a:lnTo>
                <a:close/>
                <a:moveTo>
                  <a:pt x="65854" y="398604"/>
                </a:moveTo>
                <a:lnTo>
                  <a:pt x="66734" y="399137"/>
                </a:lnTo>
                <a:lnTo>
                  <a:pt x="65414" y="398870"/>
                </a:lnTo>
                <a:close/>
                <a:moveTo>
                  <a:pt x="6345" y="255130"/>
                </a:moveTo>
                <a:lnTo>
                  <a:pt x="6851" y="255461"/>
                </a:lnTo>
                <a:lnTo>
                  <a:pt x="6092" y="255296"/>
                </a:lnTo>
                <a:close/>
                <a:moveTo>
                  <a:pt x="25824" y="118070"/>
                </a:moveTo>
                <a:lnTo>
                  <a:pt x="27749" y="118534"/>
                </a:lnTo>
                <a:lnTo>
                  <a:pt x="24862" y="118302"/>
                </a:lnTo>
                <a:close/>
                <a:moveTo>
                  <a:pt x="1733" y="85782"/>
                </a:moveTo>
                <a:lnTo>
                  <a:pt x="2769" y="87233"/>
                </a:lnTo>
                <a:lnTo>
                  <a:pt x="1215" y="86508"/>
                </a:lnTo>
                <a:close/>
                <a:moveTo>
                  <a:pt x="7024" y="1180"/>
                </a:moveTo>
                <a:lnTo>
                  <a:pt x="8041" y="1833"/>
                </a:lnTo>
                <a:lnTo>
                  <a:pt x="6516" y="1507"/>
                </a:lnTo>
                <a:close/>
                <a:moveTo>
                  <a:pt x="27342" y="115775"/>
                </a:moveTo>
                <a:lnTo>
                  <a:pt x="28145" y="116539"/>
                </a:lnTo>
                <a:lnTo>
                  <a:pt x="26940" y="116157"/>
                </a:lnTo>
                <a:close/>
                <a:moveTo>
                  <a:pt x="66330" y="246290"/>
                </a:moveTo>
                <a:lnTo>
                  <a:pt x="68287" y="248073"/>
                </a:lnTo>
                <a:lnTo>
                  <a:pt x="65351" y="247181"/>
                </a:lnTo>
                <a:close/>
                <a:moveTo>
                  <a:pt x="70893" y="392331"/>
                </a:moveTo>
                <a:lnTo>
                  <a:pt x="71671" y="393782"/>
                </a:lnTo>
                <a:lnTo>
                  <a:pt x="70504" y="393057"/>
                </a:lnTo>
                <a:close/>
                <a:moveTo>
                  <a:pt x="20498" y="270847"/>
                </a:moveTo>
                <a:lnTo>
                  <a:pt x="22691" y="272434"/>
                </a:lnTo>
                <a:lnTo>
                  <a:pt x="19402" y="271641"/>
                </a:lnTo>
                <a:close/>
                <a:moveTo>
                  <a:pt x="53188" y="83155"/>
                </a:moveTo>
                <a:lnTo>
                  <a:pt x="54117" y="84615"/>
                </a:lnTo>
                <a:lnTo>
                  <a:pt x="52723" y="83885"/>
                </a:lnTo>
                <a:close/>
                <a:moveTo>
                  <a:pt x="29779" y="44173"/>
                </a:moveTo>
                <a:lnTo>
                  <a:pt x="30970" y="44725"/>
                </a:lnTo>
                <a:lnTo>
                  <a:pt x="29184" y="44449"/>
                </a:lnTo>
                <a:close/>
                <a:moveTo>
                  <a:pt x="25524" y="123671"/>
                </a:moveTo>
                <a:lnTo>
                  <a:pt x="26076" y="125159"/>
                </a:lnTo>
                <a:lnTo>
                  <a:pt x="25248" y="124415"/>
                </a:lnTo>
                <a:close/>
                <a:moveTo>
                  <a:pt x="66524" y="244102"/>
                </a:moveTo>
                <a:lnTo>
                  <a:pt x="67270" y="245852"/>
                </a:lnTo>
                <a:lnTo>
                  <a:pt x="66150" y="244977"/>
                </a:lnTo>
                <a:close/>
                <a:moveTo>
                  <a:pt x="13736" y="383856"/>
                </a:moveTo>
                <a:lnTo>
                  <a:pt x="14943" y="385539"/>
                </a:lnTo>
                <a:lnTo>
                  <a:pt x="13132" y="384698"/>
                </a:lnTo>
                <a:close/>
                <a:moveTo>
                  <a:pt x="42146" y="406004"/>
                </a:moveTo>
                <a:lnTo>
                  <a:pt x="42657" y="406693"/>
                </a:lnTo>
                <a:lnTo>
                  <a:pt x="41890" y="406349"/>
                </a:lnTo>
                <a:close/>
                <a:moveTo>
                  <a:pt x="63576" y="87995"/>
                </a:moveTo>
                <a:lnTo>
                  <a:pt x="65682" y="89171"/>
                </a:lnTo>
                <a:lnTo>
                  <a:pt x="62523" y="88583"/>
                </a:lnTo>
                <a:close/>
                <a:moveTo>
                  <a:pt x="64707" y="10933"/>
                </a:moveTo>
                <a:lnTo>
                  <a:pt x="66065" y="11612"/>
                </a:lnTo>
                <a:lnTo>
                  <a:pt x="64028" y="11272"/>
                </a:lnTo>
                <a:close/>
                <a:moveTo>
                  <a:pt x="34423" y="181777"/>
                </a:moveTo>
                <a:lnTo>
                  <a:pt x="35590" y="182639"/>
                </a:lnTo>
                <a:lnTo>
                  <a:pt x="33839" y="182208"/>
                </a:lnTo>
                <a:close/>
                <a:moveTo>
                  <a:pt x="15041" y="433154"/>
                </a:moveTo>
                <a:lnTo>
                  <a:pt x="16724" y="434288"/>
                </a:lnTo>
                <a:lnTo>
                  <a:pt x="14199" y="433721"/>
                </a:lnTo>
                <a:close/>
                <a:moveTo>
                  <a:pt x="65802" y="176448"/>
                </a:moveTo>
                <a:lnTo>
                  <a:pt x="66456" y="176893"/>
                </a:lnTo>
                <a:lnTo>
                  <a:pt x="65475" y="176671"/>
                </a:lnTo>
                <a:close/>
                <a:moveTo>
                  <a:pt x="30603" y="76269"/>
                </a:moveTo>
                <a:lnTo>
                  <a:pt x="31673" y="78056"/>
                </a:lnTo>
                <a:lnTo>
                  <a:pt x="30067" y="77163"/>
                </a:lnTo>
                <a:close/>
                <a:moveTo>
                  <a:pt x="62073" y="283461"/>
                </a:moveTo>
                <a:lnTo>
                  <a:pt x="63782" y="284457"/>
                </a:lnTo>
                <a:lnTo>
                  <a:pt x="61218" y="283959"/>
                </a:lnTo>
                <a:close/>
                <a:moveTo>
                  <a:pt x="32231" y="280456"/>
                </a:moveTo>
                <a:lnTo>
                  <a:pt x="33687" y="281888"/>
                </a:lnTo>
                <a:lnTo>
                  <a:pt x="31503" y="281172"/>
                </a:lnTo>
                <a:close/>
                <a:moveTo>
                  <a:pt x="36925" y="224385"/>
                </a:moveTo>
                <a:lnTo>
                  <a:pt x="38469" y="225563"/>
                </a:lnTo>
                <a:lnTo>
                  <a:pt x="36153" y="224974"/>
                </a:lnTo>
                <a:close/>
                <a:moveTo>
                  <a:pt x="36946" y="160696"/>
                </a:moveTo>
                <a:lnTo>
                  <a:pt x="37367" y="161180"/>
                </a:lnTo>
                <a:lnTo>
                  <a:pt x="36736" y="160938"/>
                </a:lnTo>
                <a:close/>
                <a:moveTo>
                  <a:pt x="38830" y="333536"/>
                </a:moveTo>
                <a:lnTo>
                  <a:pt x="39375" y="334485"/>
                </a:lnTo>
                <a:lnTo>
                  <a:pt x="38557" y="334011"/>
                </a:lnTo>
                <a:close/>
                <a:moveTo>
                  <a:pt x="12907" y="426734"/>
                </a:moveTo>
                <a:lnTo>
                  <a:pt x="13661" y="427309"/>
                </a:lnTo>
                <a:lnTo>
                  <a:pt x="12530" y="427022"/>
                </a:lnTo>
                <a:close/>
                <a:moveTo>
                  <a:pt x="34742" y="305473"/>
                </a:moveTo>
                <a:lnTo>
                  <a:pt x="35509" y="306673"/>
                </a:lnTo>
                <a:lnTo>
                  <a:pt x="34359" y="306073"/>
                </a:lnTo>
                <a:close/>
                <a:moveTo>
                  <a:pt x="25720" y="137166"/>
                </a:moveTo>
                <a:lnTo>
                  <a:pt x="27232" y="138836"/>
                </a:lnTo>
                <a:lnTo>
                  <a:pt x="24963" y="138001"/>
                </a:lnTo>
                <a:close/>
                <a:moveTo>
                  <a:pt x="1201" y="178891"/>
                </a:moveTo>
                <a:lnTo>
                  <a:pt x="2813" y="180146"/>
                </a:lnTo>
                <a:lnTo>
                  <a:pt x="395" y="179519"/>
                </a:lnTo>
                <a:close/>
                <a:moveTo>
                  <a:pt x="42167" y="194489"/>
                </a:moveTo>
                <a:lnTo>
                  <a:pt x="42779" y="195918"/>
                </a:lnTo>
                <a:lnTo>
                  <a:pt x="41861" y="195203"/>
                </a:lnTo>
                <a:close/>
                <a:moveTo>
                  <a:pt x="62452" y="365266"/>
                </a:moveTo>
                <a:lnTo>
                  <a:pt x="63241" y="365649"/>
                </a:lnTo>
                <a:lnTo>
                  <a:pt x="62057" y="365457"/>
                </a:lnTo>
                <a:close/>
                <a:moveTo>
                  <a:pt x="66848" y="273679"/>
                </a:moveTo>
                <a:lnTo>
                  <a:pt x="67730" y="274841"/>
                </a:lnTo>
                <a:lnTo>
                  <a:pt x="66408" y="274260"/>
                </a:lnTo>
                <a:close/>
                <a:moveTo>
                  <a:pt x="69278" y="393587"/>
                </a:moveTo>
                <a:lnTo>
                  <a:pt x="70494" y="395218"/>
                </a:lnTo>
                <a:lnTo>
                  <a:pt x="68669" y="394403"/>
                </a:lnTo>
                <a:close/>
                <a:moveTo>
                  <a:pt x="53542" y="25917"/>
                </a:moveTo>
                <a:lnTo>
                  <a:pt x="54338" y="26549"/>
                </a:lnTo>
                <a:lnTo>
                  <a:pt x="53145" y="26233"/>
                </a:lnTo>
                <a:close/>
                <a:moveTo>
                  <a:pt x="5281" y="302900"/>
                </a:moveTo>
                <a:lnTo>
                  <a:pt x="7451" y="304621"/>
                </a:lnTo>
                <a:lnTo>
                  <a:pt x="4195" y="303761"/>
                </a:lnTo>
                <a:close/>
                <a:moveTo>
                  <a:pt x="9469" y="3992"/>
                </a:moveTo>
                <a:lnTo>
                  <a:pt x="10158" y="4299"/>
                </a:lnTo>
                <a:lnTo>
                  <a:pt x="9125" y="4146"/>
                </a:lnTo>
                <a:close/>
                <a:moveTo>
                  <a:pt x="31452" y="385238"/>
                </a:moveTo>
                <a:lnTo>
                  <a:pt x="33151" y="386296"/>
                </a:lnTo>
                <a:lnTo>
                  <a:pt x="30602" y="385767"/>
                </a:lnTo>
                <a:close/>
                <a:moveTo>
                  <a:pt x="51257" y="336737"/>
                </a:moveTo>
                <a:lnTo>
                  <a:pt x="52330" y="337080"/>
                </a:lnTo>
                <a:lnTo>
                  <a:pt x="50721" y="336909"/>
                </a:lnTo>
                <a:close/>
                <a:moveTo>
                  <a:pt x="14028" y="373707"/>
                </a:moveTo>
                <a:lnTo>
                  <a:pt x="14887" y="375390"/>
                </a:lnTo>
                <a:lnTo>
                  <a:pt x="13599" y="374549"/>
                </a:lnTo>
                <a:close/>
                <a:moveTo>
                  <a:pt x="68963" y="317056"/>
                </a:moveTo>
                <a:lnTo>
                  <a:pt x="71106" y="317369"/>
                </a:lnTo>
                <a:lnTo>
                  <a:pt x="67892" y="317212"/>
                </a:lnTo>
                <a:close/>
                <a:moveTo>
                  <a:pt x="31211" y="203824"/>
                </a:moveTo>
                <a:lnTo>
                  <a:pt x="32028" y="205059"/>
                </a:lnTo>
                <a:lnTo>
                  <a:pt x="30803" y="204441"/>
                </a:lnTo>
                <a:close/>
                <a:moveTo>
                  <a:pt x="64481" y="256484"/>
                </a:moveTo>
                <a:lnTo>
                  <a:pt x="65625" y="257362"/>
                </a:lnTo>
                <a:lnTo>
                  <a:pt x="63909" y="256923"/>
                </a:lnTo>
                <a:close/>
                <a:moveTo>
                  <a:pt x="21607" y="217191"/>
                </a:moveTo>
                <a:lnTo>
                  <a:pt x="23650" y="218960"/>
                </a:lnTo>
                <a:lnTo>
                  <a:pt x="20586" y="218075"/>
                </a:lnTo>
                <a:close/>
                <a:moveTo>
                  <a:pt x="48648" y="151893"/>
                </a:moveTo>
                <a:lnTo>
                  <a:pt x="50790" y="152930"/>
                </a:lnTo>
                <a:lnTo>
                  <a:pt x="47578" y="152411"/>
                </a:lnTo>
                <a:close/>
                <a:moveTo>
                  <a:pt x="8855" y="31264"/>
                </a:moveTo>
                <a:lnTo>
                  <a:pt x="9871" y="32674"/>
                </a:lnTo>
                <a:lnTo>
                  <a:pt x="8348" y="31969"/>
                </a:lnTo>
                <a:close/>
                <a:moveTo>
                  <a:pt x="14703" y="231553"/>
                </a:moveTo>
                <a:lnTo>
                  <a:pt x="15837" y="233160"/>
                </a:lnTo>
                <a:lnTo>
                  <a:pt x="14136" y="232356"/>
                </a:lnTo>
                <a:close/>
                <a:moveTo>
                  <a:pt x="58460" y="93608"/>
                </a:moveTo>
                <a:lnTo>
                  <a:pt x="60549" y="94312"/>
                </a:lnTo>
                <a:lnTo>
                  <a:pt x="57415" y="93960"/>
                </a:lnTo>
                <a:close/>
                <a:moveTo>
                  <a:pt x="68528" y="281563"/>
                </a:moveTo>
                <a:lnTo>
                  <a:pt x="70117" y="282885"/>
                </a:lnTo>
                <a:lnTo>
                  <a:pt x="67734" y="282224"/>
                </a:lnTo>
                <a:close/>
                <a:moveTo>
                  <a:pt x="15725" y="108829"/>
                </a:moveTo>
                <a:lnTo>
                  <a:pt x="16815" y="109384"/>
                </a:lnTo>
                <a:lnTo>
                  <a:pt x="15181" y="109107"/>
                </a:lnTo>
                <a:close/>
                <a:moveTo>
                  <a:pt x="42723" y="407438"/>
                </a:moveTo>
                <a:lnTo>
                  <a:pt x="43421" y="408310"/>
                </a:lnTo>
                <a:lnTo>
                  <a:pt x="42374" y="407874"/>
                </a:lnTo>
                <a:close/>
                <a:moveTo>
                  <a:pt x="19489" y="220127"/>
                </a:moveTo>
                <a:lnTo>
                  <a:pt x="20462" y="220980"/>
                </a:lnTo>
                <a:lnTo>
                  <a:pt x="19003" y="220553"/>
                </a:lnTo>
                <a:close/>
                <a:moveTo>
                  <a:pt x="46023" y="235376"/>
                </a:moveTo>
                <a:lnTo>
                  <a:pt x="46772" y="236189"/>
                </a:lnTo>
                <a:lnTo>
                  <a:pt x="45649" y="235782"/>
                </a:lnTo>
                <a:close/>
                <a:moveTo>
                  <a:pt x="32064" y="125738"/>
                </a:moveTo>
                <a:lnTo>
                  <a:pt x="33526" y="126517"/>
                </a:lnTo>
                <a:lnTo>
                  <a:pt x="31334" y="126127"/>
                </a:lnTo>
                <a:close/>
                <a:moveTo>
                  <a:pt x="62148" y="280618"/>
                </a:moveTo>
                <a:lnTo>
                  <a:pt x="63599" y="281718"/>
                </a:lnTo>
                <a:lnTo>
                  <a:pt x="61422" y="281168"/>
                </a:lnTo>
                <a:close/>
                <a:moveTo>
                  <a:pt x="8954" y="365281"/>
                </a:moveTo>
                <a:lnTo>
                  <a:pt x="10069" y="366895"/>
                </a:lnTo>
                <a:lnTo>
                  <a:pt x="8397" y="366088"/>
                </a:lnTo>
                <a:close/>
                <a:moveTo>
                  <a:pt x="65226" y="430285"/>
                </a:moveTo>
                <a:lnTo>
                  <a:pt x="66584" y="431541"/>
                </a:lnTo>
                <a:lnTo>
                  <a:pt x="64547" y="430913"/>
                </a:lnTo>
                <a:close/>
                <a:moveTo>
                  <a:pt x="2336" y="16321"/>
                </a:moveTo>
                <a:lnTo>
                  <a:pt x="3602" y="16707"/>
                </a:lnTo>
                <a:lnTo>
                  <a:pt x="1702" y="16514"/>
                </a:lnTo>
                <a:close/>
                <a:moveTo>
                  <a:pt x="53171" y="197724"/>
                </a:moveTo>
                <a:lnTo>
                  <a:pt x="55212" y="198167"/>
                </a:lnTo>
                <a:lnTo>
                  <a:pt x="52151" y="197946"/>
                </a:lnTo>
                <a:close/>
                <a:moveTo>
                  <a:pt x="62439" y="19142"/>
                </a:moveTo>
                <a:lnTo>
                  <a:pt x="63249" y="19890"/>
                </a:lnTo>
                <a:lnTo>
                  <a:pt x="62034" y="19516"/>
                </a:lnTo>
                <a:close/>
                <a:moveTo>
                  <a:pt x="7486" y="235136"/>
                </a:moveTo>
                <a:lnTo>
                  <a:pt x="8078" y="236387"/>
                </a:lnTo>
                <a:lnTo>
                  <a:pt x="7191" y="235761"/>
                </a:lnTo>
                <a:close/>
                <a:moveTo>
                  <a:pt x="14869" y="19872"/>
                </a:moveTo>
                <a:lnTo>
                  <a:pt x="16931" y="20562"/>
                </a:lnTo>
                <a:lnTo>
                  <a:pt x="13838" y="20217"/>
                </a:lnTo>
                <a:close/>
                <a:moveTo>
                  <a:pt x="5294" y="412014"/>
                </a:moveTo>
                <a:lnTo>
                  <a:pt x="6382" y="413736"/>
                </a:lnTo>
                <a:lnTo>
                  <a:pt x="4750" y="412875"/>
                </a:lnTo>
                <a:close/>
                <a:moveTo>
                  <a:pt x="70222" y="167481"/>
                </a:moveTo>
                <a:lnTo>
                  <a:pt x="71962" y="169115"/>
                </a:lnTo>
                <a:lnTo>
                  <a:pt x="69352" y="168298"/>
                </a:lnTo>
                <a:close/>
                <a:moveTo>
                  <a:pt x="47457" y="79668"/>
                </a:moveTo>
                <a:lnTo>
                  <a:pt x="47861" y="80319"/>
                </a:lnTo>
                <a:lnTo>
                  <a:pt x="47255" y="79993"/>
                </a:lnTo>
                <a:close/>
                <a:moveTo>
                  <a:pt x="6607" y="404333"/>
                </a:moveTo>
                <a:lnTo>
                  <a:pt x="8300" y="406090"/>
                </a:lnTo>
                <a:lnTo>
                  <a:pt x="5761" y="405212"/>
                </a:lnTo>
                <a:close/>
                <a:moveTo>
                  <a:pt x="11009" y="268612"/>
                </a:moveTo>
                <a:lnTo>
                  <a:pt x="12100" y="269751"/>
                </a:lnTo>
                <a:lnTo>
                  <a:pt x="10463" y="269182"/>
                </a:lnTo>
                <a:close/>
                <a:moveTo>
                  <a:pt x="43861" y="231010"/>
                </a:moveTo>
                <a:lnTo>
                  <a:pt x="44681" y="232616"/>
                </a:lnTo>
                <a:lnTo>
                  <a:pt x="43451" y="231813"/>
                </a:lnTo>
                <a:close/>
                <a:moveTo>
                  <a:pt x="60084" y="306975"/>
                </a:moveTo>
                <a:lnTo>
                  <a:pt x="61984" y="308206"/>
                </a:lnTo>
                <a:lnTo>
                  <a:pt x="59134" y="307591"/>
                </a:lnTo>
                <a:close/>
                <a:moveTo>
                  <a:pt x="2912" y="55264"/>
                </a:moveTo>
                <a:lnTo>
                  <a:pt x="3505" y="56547"/>
                </a:lnTo>
                <a:lnTo>
                  <a:pt x="2615" y="55906"/>
                </a:lnTo>
                <a:close/>
                <a:moveTo>
                  <a:pt x="52086" y="198614"/>
                </a:moveTo>
                <a:lnTo>
                  <a:pt x="53669" y="200200"/>
                </a:lnTo>
                <a:lnTo>
                  <a:pt x="51295" y="199407"/>
                </a:lnTo>
                <a:close/>
                <a:moveTo>
                  <a:pt x="2166" y="112911"/>
                </a:moveTo>
                <a:lnTo>
                  <a:pt x="3103" y="114167"/>
                </a:lnTo>
                <a:lnTo>
                  <a:pt x="1697" y="113539"/>
                </a:lnTo>
                <a:close/>
                <a:moveTo>
                  <a:pt x="45609" y="16640"/>
                </a:moveTo>
                <a:lnTo>
                  <a:pt x="47515" y="17245"/>
                </a:lnTo>
                <a:lnTo>
                  <a:pt x="44656" y="16943"/>
                </a:lnTo>
                <a:close/>
                <a:moveTo>
                  <a:pt x="6089" y="285101"/>
                </a:moveTo>
                <a:lnTo>
                  <a:pt x="8188" y="286197"/>
                </a:lnTo>
                <a:lnTo>
                  <a:pt x="5040" y="285649"/>
                </a:lnTo>
                <a:close/>
                <a:moveTo>
                  <a:pt x="36865" y="339697"/>
                </a:moveTo>
                <a:lnTo>
                  <a:pt x="37376" y="340282"/>
                </a:lnTo>
                <a:lnTo>
                  <a:pt x="36609" y="339990"/>
                </a:lnTo>
                <a:close/>
                <a:moveTo>
                  <a:pt x="42085" y="163458"/>
                </a:moveTo>
                <a:lnTo>
                  <a:pt x="44190" y="163928"/>
                </a:lnTo>
                <a:lnTo>
                  <a:pt x="41032" y="163693"/>
                </a:lnTo>
                <a:close/>
                <a:moveTo>
                  <a:pt x="27786" y="232126"/>
                </a:moveTo>
                <a:lnTo>
                  <a:pt x="28983" y="233194"/>
                </a:lnTo>
                <a:lnTo>
                  <a:pt x="27188" y="232660"/>
                </a:lnTo>
                <a:close/>
                <a:moveTo>
                  <a:pt x="22072" y="307180"/>
                </a:moveTo>
                <a:lnTo>
                  <a:pt x="23991" y="308303"/>
                </a:lnTo>
                <a:lnTo>
                  <a:pt x="21112" y="307742"/>
                </a:lnTo>
                <a:close/>
                <a:moveTo>
                  <a:pt x="55758" y="9858"/>
                </a:moveTo>
                <a:lnTo>
                  <a:pt x="57066" y="11253"/>
                </a:lnTo>
                <a:lnTo>
                  <a:pt x="55104" y="10555"/>
                </a:lnTo>
                <a:close/>
                <a:moveTo>
                  <a:pt x="2845" y="393121"/>
                </a:moveTo>
                <a:lnTo>
                  <a:pt x="4745" y="394566"/>
                </a:lnTo>
                <a:lnTo>
                  <a:pt x="1894" y="393844"/>
                </a:lnTo>
                <a:close/>
                <a:moveTo>
                  <a:pt x="7944" y="407183"/>
                </a:moveTo>
                <a:lnTo>
                  <a:pt x="9081" y="407650"/>
                </a:lnTo>
                <a:lnTo>
                  <a:pt x="7376" y="407417"/>
                </a:lnTo>
                <a:close/>
                <a:moveTo>
                  <a:pt x="34848" y="228813"/>
                </a:moveTo>
                <a:lnTo>
                  <a:pt x="36867" y="229696"/>
                </a:lnTo>
                <a:lnTo>
                  <a:pt x="33838" y="229254"/>
                </a:lnTo>
                <a:close/>
                <a:moveTo>
                  <a:pt x="37960" y="111228"/>
                </a:moveTo>
                <a:lnTo>
                  <a:pt x="39652" y="111663"/>
                </a:lnTo>
                <a:lnTo>
                  <a:pt x="37114" y="111445"/>
                </a:lnTo>
                <a:close/>
                <a:moveTo>
                  <a:pt x="59919" y="19515"/>
                </a:moveTo>
                <a:lnTo>
                  <a:pt x="61718" y="20359"/>
                </a:lnTo>
                <a:lnTo>
                  <a:pt x="59019" y="19937"/>
                </a:lnTo>
                <a:close/>
                <a:moveTo>
                  <a:pt x="64336" y="258829"/>
                </a:moveTo>
                <a:lnTo>
                  <a:pt x="65559" y="259919"/>
                </a:lnTo>
                <a:lnTo>
                  <a:pt x="63724" y="259374"/>
                </a:lnTo>
                <a:close/>
                <a:moveTo>
                  <a:pt x="24477" y="436161"/>
                </a:moveTo>
                <a:lnTo>
                  <a:pt x="24856" y="437031"/>
                </a:lnTo>
                <a:lnTo>
                  <a:pt x="24288" y="436596"/>
                </a:lnTo>
                <a:close/>
                <a:moveTo>
                  <a:pt x="36825" y="340730"/>
                </a:moveTo>
                <a:lnTo>
                  <a:pt x="38942" y="341246"/>
                </a:lnTo>
                <a:lnTo>
                  <a:pt x="35766" y="340988"/>
                </a:lnTo>
                <a:close/>
                <a:moveTo>
                  <a:pt x="50995" y="99811"/>
                </a:moveTo>
                <a:lnTo>
                  <a:pt x="52439" y="101323"/>
                </a:lnTo>
                <a:lnTo>
                  <a:pt x="50273" y="100567"/>
                </a:lnTo>
                <a:close/>
                <a:moveTo>
                  <a:pt x="31591" y="268870"/>
                </a:moveTo>
                <a:lnTo>
                  <a:pt x="33461" y="270566"/>
                </a:lnTo>
                <a:lnTo>
                  <a:pt x="30655" y="269718"/>
                </a:lnTo>
                <a:close/>
                <a:moveTo>
                  <a:pt x="24610" y="214817"/>
                </a:moveTo>
                <a:lnTo>
                  <a:pt x="25792" y="215945"/>
                </a:lnTo>
                <a:lnTo>
                  <a:pt x="24019" y="215381"/>
                </a:lnTo>
                <a:close/>
                <a:moveTo>
                  <a:pt x="70571" y="400595"/>
                </a:moveTo>
                <a:lnTo>
                  <a:pt x="72522" y="401399"/>
                </a:lnTo>
                <a:lnTo>
                  <a:pt x="69595" y="400997"/>
                </a:lnTo>
                <a:close/>
                <a:moveTo>
                  <a:pt x="70724" y="422276"/>
                </a:moveTo>
                <a:lnTo>
                  <a:pt x="72833" y="424058"/>
                </a:lnTo>
                <a:lnTo>
                  <a:pt x="69669" y="423167"/>
                </a:lnTo>
                <a:close/>
                <a:moveTo>
                  <a:pt x="42453" y="218861"/>
                </a:moveTo>
                <a:lnTo>
                  <a:pt x="43540" y="219267"/>
                </a:lnTo>
                <a:lnTo>
                  <a:pt x="41910" y="219064"/>
                </a:lnTo>
                <a:close/>
                <a:moveTo>
                  <a:pt x="49072" y="136462"/>
                </a:moveTo>
                <a:lnTo>
                  <a:pt x="51076" y="137386"/>
                </a:lnTo>
                <a:lnTo>
                  <a:pt x="48070" y="136924"/>
                </a:lnTo>
                <a:close/>
                <a:moveTo>
                  <a:pt x="60277" y="203185"/>
                </a:moveTo>
                <a:lnTo>
                  <a:pt x="61254" y="204854"/>
                </a:lnTo>
                <a:lnTo>
                  <a:pt x="59788" y="204019"/>
                </a:lnTo>
                <a:close/>
                <a:moveTo>
                  <a:pt x="5423" y="212037"/>
                </a:moveTo>
                <a:lnTo>
                  <a:pt x="7397" y="213642"/>
                </a:lnTo>
                <a:lnTo>
                  <a:pt x="4437" y="212839"/>
                </a:lnTo>
                <a:close/>
                <a:moveTo>
                  <a:pt x="33716" y="153549"/>
                </a:moveTo>
                <a:lnTo>
                  <a:pt x="35837" y="154913"/>
                </a:lnTo>
                <a:lnTo>
                  <a:pt x="32656" y="154231"/>
                </a:lnTo>
                <a:close/>
                <a:moveTo>
                  <a:pt x="67576" y="260280"/>
                </a:moveTo>
                <a:lnTo>
                  <a:pt x="68164" y="261437"/>
                </a:lnTo>
                <a:lnTo>
                  <a:pt x="67282" y="260858"/>
                </a:lnTo>
                <a:close/>
                <a:moveTo>
                  <a:pt x="53489" y="215374"/>
                </a:moveTo>
                <a:lnTo>
                  <a:pt x="55030" y="216560"/>
                </a:lnTo>
                <a:lnTo>
                  <a:pt x="52718" y="215967"/>
                </a:lnTo>
                <a:close/>
                <a:moveTo>
                  <a:pt x="35061" y="25423"/>
                </a:moveTo>
                <a:lnTo>
                  <a:pt x="36680" y="26435"/>
                </a:lnTo>
                <a:lnTo>
                  <a:pt x="34251" y="25929"/>
                </a:lnTo>
                <a:close/>
                <a:moveTo>
                  <a:pt x="21143" y="161614"/>
                </a:moveTo>
                <a:lnTo>
                  <a:pt x="22342" y="162574"/>
                </a:lnTo>
                <a:lnTo>
                  <a:pt x="20543" y="162094"/>
                </a:lnTo>
                <a:close/>
                <a:moveTo>
                  <a:pt x="55241" y="183269"/>
                </a:moveTo>
                <a:lnTo>
                  <a:pt x="56682" y="184544"/>
                </a:lnTo>
                <a:lnTo>
                  <a:pt x="54520" y="183906"/>
                </a:lnTo>
                <a:close/>
                <a:moveTo>
                  <a:pt x="25070" y="425514"/>
                </a:moveTo>
                <a:lnTo>
                  <a:pt x="25860" y="426516"/>
                </a:lnTo>
                <a:lnTo>
                  <a:pt x="24675" y="426015"/>
                </a:lnTo>
                <a:close/>
                <a:moveTo>
                  <a:pt x="43870" y="61967"/>
                </a:moveTo>
                <a:lnTo>
                  <a:pt x="44279" y="63760"/>
                </a:lnTo>
                <a:lnTo>
                  <a:pt x="43666" y="62863"/>
                </a:lnTo>
                <a:close/>
                <a:moveTo>
                  <a:pt x="20112" y="25633"/>
                </a:moveTo>
                <a:lnTo>
                  <a:pt x="21570" y="26892"/>
                </a:lnTo>
                <a:lnTo>
                  <a:pt x="19383" y="26262"/>
                </a:lnTo>
                <a:close/>
                <a:moveTo>
                  <a:pt x="11249" y="15543"/>
                </a:moveTo>
                <a:lnTo>
                  <a:pt x="13287" y="16367"/>
                </a:lnTo>
                <a:lnTo>
                  <a:pt x="10230" y="15955"/>
                </a:lnTo>
                <a:close/>
                <a:moveTo>
                  <a:pt x="49558" y="330303"/>
                </a:moveTo>
                <a:lnTo>
                  <a:pt x="50279" y="330914"/>
                </a:lnTo>
                <a:lnTo>
                  <a:pt x="49198" y="330609"/>
                </a:lnTo>
                <a:close/>
                <a:moveTo>
                  <a:pt x="46816" y="355464"/>
                </a:moveTo>
                <a:lnTo>
                  <a:pt x="48082" y="356675"/>
                </a:lnTo>
                <a:lnTo>
                  <a:pt x="46182" y="356070"/>
                </a:lnTo>
                <a:close/>
                <a:moveTo>
                  <a:pt x="66948" y="364872"/>
                </a:moveTo>
                <a:lnTo>
                  <a:pt x="68568" y="366298"/>
                </a:lnTo>
                <a:lnTo>
                  <a:pt x="66138" y="365585"/>
                </a:lnTo>
                <a:close/>
                <a:moveTo>
                  <a:pt x="39019" y="403462"/>
                </a:moveTo>
                <a:lnTo>
                  <a:pt x="40304" y="404258"/>
                </a:lnTo>
                <a:lnTo>
                  <a:pt x="38377" y="403860"/>
                </a:lnTo>
                <a:close/>
                <a:moveTo>
                  <a:pt x="19963" y="140016"/>
                </a:moveTo>
                <a:lnTo>
                  <a:pt x="22152" y="140922"/>
                </a:lnTo>
                <a:lnTo>
                  <a:pt x="18869" y="140469"/>
                </a:lnTo>
                <a:close/>
                <a:moveTo>
                  <a:pt x="65280" y="112468"/>
                </a:moveTo>
                <a:lnTo>
                  <a:pt x="66343" y="113408"/>
                </a:lnTo>
                <a:lnTo>
                  <a:pt x="64748" y="112938"/>
                </a:lnTo>
                <a:close/>
                <a:moveTo>
                  <a:pt x="9946" y="101494"/>
                </a:moveTo>
                <a:lnTo>
                  <a:pt x="11863" y="102892"/>
                </a:lnTo>
                <a:lnTo>
                  <a:pt x="8988" y="102193"/>
                </a:lnTo>
                <a:close/>
                <a:moveTo>
                  <a:pt x="37999" y="82259"/>
                </a:moveTo>
                <a:lnTo>
                  <a:pt x="39470" y="83520"/>
                </a:lnTo>
                <a:lnTo>
                  <a:pt x="37264" y="82890"/>
                </a:lnTo>
                <a:close/>
                <a:moveTo>
                  <a:pt x="51277" y="411140"/>
                </a:moveTo>
                <a:lnTo>
                  <a:pt x="52901" y="412091"/>
                </a:lnTo>
                <a:lnTo>
                  <a:pt x="50465" y="411615"/>
                </a:lnTo>
                <a:close/>
                <a:moveTo>
                  <a:pt x="67208" y="136239"/>
                </a:moveTo>
                <a:lnTo>
                  <a:pt x="68256" y="137754"/>
                </a:lnTo>
                <a:lnTo>
                  <a:pt x="66683" y="136996"/>
                </a:lnTo>
                <a:close/>
                <a:moveTo>
                  <a:pt x="46337" y="369132"/>
                </a:moveTo>
                <a:lnTo>
                  <a:pt x="46825" y="369757"/>
                </a:lnTo>
                <a:lnTo>
                  <a:pt x="46094" y="369444"/>
                </a:lnTo>
                <a:close/>
                <a:moveTo>
                  <a:pt x="47238" y="57418"/>
                </a:moveTo>
                <a:lnTo>
                  <a:pt x="48324" y="59038"/>
                </a:lnTo>
                <a:lnTo>
                  <a:pt x="46695" y="58228"/>
                </a:lnTo>
                <a:close/>
                <a:moveTo>
                  <a:pt x="19332" y="14067"/>
                </a:moveTo>
                <a:lnTo>
                  <a:pt x="19887" y="15144"/>
                </a:lnTo>
                <a:lnTo>
                  <a:pt x="19054" y="14605"/>
                </a:lnTo>
                <a:close/>
                <a:moveTo>
                  <a:pt x="56415" y="42618"/>
                </a:moveTo>
                <a:lnTo>
                  <a:pt x="58056" y="43402"/>
                </a:lnTo>
                <a:lnTo>
                  <a:pt x="55594" y="43010"/>
                </a:lnTo>
                <a:close/>
                <a:moveTo>
                  <a:pt x="20525" y="183332"/>
                </a:moveTo>
                <a:lnTo>
                  <a:pt x="21163" y="183761"/>
                </a:lnTo>
                <a:lnTo>
                  <a:pt x="20206" y="183547"/>
                </a:lnTo>
                <a:close/>
                <a:moveTo>
                  <a:pt x="58821" y="412045"/>
                </a:moveTo>
                <a:lnTo>
                  <a:pt x="59671" y="413050"/>
                </a:lnTo>
                <a:lnTo>
                  <a:pt x="58396" y="412548"/>
                </a:lnTo>
                <a:close/>
                <a:moveTo>
                  <a:pt x="10607" y="76802"/>
                </a:moveTo>
                <a:lnTo>
                  <a:pt x="11180" y="77133"/>
                </a:lnTo>
                <a:lnTo>
                  <a:pt x="10321" y="76968"/>
                </a:lnTo>
                <a:close/>
                <a:moveTo>
                  <a:pt x="65475" y="287382"/>
                </a:moveTo>
                <a:lnTo>
                  <a:pt x="66803" y="288606"/>
                </a:lnTo>
                <a:lnTo>
                  <a:pt x="64812" y="287994"/>
                </a:lnTo>
                <a:close/>
                <a:moveTo>
                  <a:pt x="46206" y="68056"/>
                </a:moveTo>
                <a:lnTo>
                  <a:pt x="48247" y="69002"/>
                </a:lnTo>
                <a:lnTo>
                  <a:pt x="45185" y="68529"/>
                </a:lnTo>
                <a:close/>
                <a:moveTo>
                  <a:pt x="17902" y="35275"/>
                </a:moveTo>
                <a:lnTo>
                  <a:pt x="18359" y="35829"/>
                </a:lnTo>
                <a:lnTo>
                  <a:pt x="17674" y="35552"/>
                </a:lnTo>
                <a:close/>
                <a:moveTo>
                  <a:pt x="49858" y="346677"/>
                </a:moveTo>
                <a:lnTo>
                  <a:pt x="51877" y="347118"/>
                </a:lnTo>
                <a:lnTo>
                  <a:pt x="48848" y="346898"/>
                </a:lnTo>
                <a:close/>
                <a:moveTo>
                  <a:pt x="28732" y="20141"/>
                </a:moveTo>
                <a:lnTo>
                  <a:pt x="29874" y="20720"/>
                </a:lnTo>
                <a:lnTo>
                  <a:pt x="28162" y="20431"/>
                </a:lnTo>
                <a:close/>
                <a:moveTo>
                  <a:pt x="17473" y="152226"/>
                </a:moveTo>
                <a:lnTo>
                  <a:pt x="19212" y="153779"/>
                </a:lnTo>
                <a:lnTo>
                  <a:pt x="16603" y="153002"/>
                </a:lnTo>
                <a:close/>
                <a:moveTo>
                  <a:pt x="22699" y="405642"/>
                </a:moveTo>
                <a:lnTo>
                  <a:pt x="24262" y="406230"/>
                </a:lnTo>
                <a:lnTo>
                  <a:pt x="21918" y="405936"/>
                </a:lnTo>
                <a:close/>
                <a:moveTo>
                  <a:pt x="33550" y="45753"/>
                </a:moveTo>
                <a:lnTo>
                  <a:pt x="35243" y="47115"/>
                </a:lnTo>
                <a:lnTo>
                  <a:pt x="32704" y="46434"/>
                </a:lnTo>
                <a:close/>
                <a:moveTo>
                  <a:pt x="61693" y="262399"/>
                </a:moveTo>
                <a:lnTo>
                  <a:pt x="63465" y="264051"/>
                </a:lnTo>
                <a:lnTo>
                  <a:pt x="60807" y="263225"/>
                </a:lnTo>
                <a:close/>
                <a:moveTo>
                  <a:pt x="9198" y="47063"/>
                </a:moveTo>
                <a:lnTo>
                  <a:pt x="10920" y="48858"/>
                </a:lnTo>
                <a:lnTo>
                  <a:pt x="8336" y="47960"/>
                </a:lnTo>
                <a:close/>
                <a:moveTo>
                  <a:pt x="15475" y="149736"/>
                </a:moveTo>
                <a:lnTo>
                  <a:pt x="17035" y="151285"/>
                </a:lnTo>
                <a:lnTo>
                  <a:pt x="14696" y="150510"/>
                </a:lnTo>
                <a:close/>
                <a:moveTo>
                  <a:pt x="66368" y="200389"/>
                </a:moveTo>
                <a:lnTo>
                  <a:pt x="67486" y="202057"/>
                </a:lnTo>
                <a:lnTo>
                  <a:pt x="65809" y="201223"/>
                </a:lnTo>
                <a:close/>
                <a:moveTo>
                  <a:pt x="20970" y="153685"/>
                </a:moveTo>
                <a:lnTo>
                  <a:pt x="22524" y="155372"/>
                </a:lnTo>
                <a:lnTo>
                  <a:pt x="20193" y="154529"/>
                </a:lnTo>
                <a:close/>
                <a:moveTo>
                  <a:pt x="50115" y="54842"/>
                </a:moveTo>
                <a:lnTo>
                  <a:pt x="50783" y="56545"/>
                </a:lnTo>
                <a:lnTo>
                  <a:pt x="49781" y="55693"/>
                </a:lnTo>
                <a:close/>
                <a:moveTo>
                  <a:pt x="23192" y="90952"/>
                </a:moveTo>
                <a:lnTo>
                  <a:pt x="24992" y="91707"/>
                </a:lnTo>
                <a:lnTo>
                  <a:pt x="22292" y="91330"/>
                </a:lnTo>
                <a:close/>
                <a:moveTo>
                  <a:pt x="7065" y="365444"/>
                </a:moveTo>
                <a:lnTo>
                  <a:pt x="7916" y="365834"/>
                </a:lnTo>
                <a:lnTo>
                  <a:pt x="6640" y="365639"/>
                </a:lnTo>
                <a:close/>
                <a:moveTo>
                  <a:pt x="38546" y="255279"/>
                </a:moveTo>
                <a:lnTo>
                  <a:pt x="39132" y="256759"/>
                </a:lnTo>
                <a:lnTo>
                  <a:pt x="38253" y="256019"/>
                </a:lnTo>
                <a:close/>
                <a:moveTo>
                  <a:pt x="23359" y="322788"/>
                </a:moveTo>
                <a:lnTo>
                  <a:pt x="25235" y="323920"/>
                </a:lnTo>
                <a:lnTo>
                  <a:pt x="22421" y="323354"/>
                </a:lnTo>
                <a:close/>
                <a:moveTo>
                  <a:pt x="54409" y="249383"/>
                </a:moveTo>
                <a:lnTo>
                  <a:pt x="54869" y="250658"/>
                </a:lnTo>
                <a:lnTo>
                  <a:pt x="54179" y="250020"/>
                </a:lnTo>
                <a:close/>
                <a:moveTo>
                  <a:pt x="64702" y="175522"/>
                </a:moveTo>
                <a:lnTo>
                  <a:pt x="65129" y="176686"/>
                </a:lnTo>
                <a:lnTo>
                  <a:pt x="64488" y="176104"/>
                </a:lnTo>
                <a:close/>
                <a:moveTo>
                  <a:pt x="36000" y="333440"/>
                </a:moveTo>
                <a:lnTo>
                  <a:pt x="36444" y="333765"/>
                </a:lnTo>
                <a:lnTo>
                  <a:pt x="35778" y="333602"/>
                </a:lnTo>
                <a:close/>
                <a:moveTo>
                  <a:pt x="50822" y="366175"/>
                </a:moveTo>
                <a:lnTo>
                  <a:pt x="52293" y="366547"/>
                </a:lnTo>
                <a:lnTo>
                  <a:pt x="50087" y="366361"/>
                </a:lnTo>
                <a:close/>
                <a:moveTo>
                  <a:pt x="18326" y="222071"/>
                </a:moveTo>
                <a:lnTo>
                  <a:pt x="19091" y="222816"/>
                </a:lnTo>
                <a:lnTo>
                  <a:pt x="17943" y="222444"/>
                </a:lnTo>
                <a:close/>
                <a:moveTo>
                  <a:pt x="6314" y="108194"/>
                </a:moveTo>
                <a:lnTo>
                  <a:pt x="7568" y="108561"/>
                </a:lnTo>
                <a:lnTo>
                  <a:pt x="5687" y="108378"/>
                </a:lnTo>
                <a:close/>
                <a:moveTo>
                  <a:pt x="15502" y="365591"/>
                </a:moveTo>
                <a:lnTo>
                  <a:pt x="16308" y="366811"/>
                </a:lnTo>
                <a:lnTo>
                  <a:pt x="15098" y="366201"/>
                </a:lnTo>
                <a:close/>
                <a:moveTo>
                  <a:pt x="70509" y="167285"/>
                </a:moveTo>
                <a:lnTo>
                  <a:pt x="71845" y="168840"/>
                </a:lnTo>
                <a:lnTo>
                  <a:pt x="69841" y="168063"/>
                </a:lnTo>
                <a:close/>
                <a:moveTo>
                  <a:pt x="42687" y="189054"/>
                </a:moveTo>
                <a:lnTo>
                  <a:pt x="44820" y="190031"/>
                </a:lnTo>
                <a:lnTo>
                  <a:pt x="41620" y="189543"/>
                </a:lnTo>
                <a:close/>
                <a:moveTo>
                  <a:pt x="21651" y="212165"/>
                </a:moveTo>
                <a:lnTo>
                  <a:pt x="23382" y="212490"/>
                </a:lnTo>
                <a:lnTo>
                  <a:pt x="20786" y="212328"/>
                </a:lnTo>
                <a:close/>
                <a:moveTo>
                  <a:pt x="55027" y="195832"/>
                </a:moveTo>
                <a:lnTo>
                  <a:pt x="55683" y="196470"/>
                </a:lnTo>
                <a:lnTo>
                  <a:pt x="54699" y="196151"/>
                </a:lnTo>
                <a:close/>
                <a:moveTo>
                  <a:pt x="24488" y="406642"/>
                </a:moveTo>
                <a:lnTo>
                  <a:pt x="26394" y="408023"/>
                </a:lnTo>
                <a:lnTo>
                  <a:pt x="23535" y="407332"/>
                </a:lnTo>
                <a:close/>
                <a:moveTo>
                  <a:pt x="11767" y="82076"/>
                </a:moveTo>
                <a:lnTo>
                  <a:pt x="13321" y="83464"/>
                </a:lnTo>
                <a:lnTo>
                  <a:pt x="10990" y="82770"/>
                </a:lnTo>
                <a:close/>
                <a:moveTo>
                  <a:pt x="49486" y="140716"/>
                </a:moveTo>
                <a:lnTo>
                  <a:pt x="50776" y="142125"/>
                </a:lnTo>
                <a:lnTo>
                  <a:pt x="48841" y="141420"/>
                </a:lnTo>
                <a:close/>
                <a:moveTo>
                  <a:pt x="9915" y="102458"/>
                </a:moveTo>
                <a:lnTo>
                  <a:pt x="11668" y="102973"/>
                </a:lnTo>
                <a:lnTo>
                  <a:pt x="9039" y="102716"/>
                </a:lnTo>
                <a:close/>
                <a:moveTo>
                  <a:pt x="34363" y="436520"/>
                </a:moveTo>
                <a:lnTo>
                  <a:pt x="35487" y="437159"/>
                </a:lnTo>
                <a:lnTo>
                  <a:pt x="33801" y="436840"/>
                </a:lnTo>
                <a:close/>
                <a:moveTo>
                  <a:pt x="57343" y="96229"/>
                </a:moveTo>
                <a:lnTo>
                  <a:pt x="58857" y="96768"/>
                </a:lnTo>
                <a:lnTo>
                  <a:pt x="56586" y="96499"/>
                </a:lnTo>
                <a:close/>
                <a:moveTo>
                  <a:pt x="35382" y="101248"/>
                </a:moveTo>
                <a:lnTo>
                  <a:pt x="36928" y="102873"/>
                </a:lnTo>
                <a:lnTo>
                  <a:pt x="34609" y="102061"/>
                </a:lnTo>
                <a:close/>
                <a:moveTo>
                  <a:pt x="63330" y="53006"/>
                </a:moveTo>
                <a:lnTo>
                  <a:pt x="64044" y="54381"/>
                </a:lnTo>
                <a:lnTo>
                  <a:pt x="62973" y="53694"/>
                </a:lnTo>
                <a:close/>
                <a:moveTo>
                  <a:pt x="19871" y="211206"/>
                </a:moveTo>
                <a:lnTo>
                  <a:pt x="21084" y="212048"/>
                </a:lnTo>
                <a:lnTo>
                  <a:pt x="19265" y="211627"/>
                </a:lnTo>
                <a:close/>
                <a:moveTo>
                  <a:pt x="19190" y="311058"/>
                </a:moveTo>
                <a:lnTo>
                  <a:pt x="20952" y="311901"/>
                </a:lnTo>
                <a:lnTo>
                  <a:pt x="18309" y="311479"/>
                </a:lnTo>
                <a:close/>
                <a:moveTo>
                  <a:pt x="30721" y="42920"/>
                </a:moveTo>
                <a:lnTo>
                  <a:pt x="31743" y="44045"/>
                </a:lnTo>
                <a:lnTo>
                  <a:pt x="30209" y="43482"/>
                </a:lnTo>
                <a:close/>
                <a:moveTo>
                  <a:pt x="14680" y="353148"/>
                </a:moveTo>
                <a:lnTo>
                  <a:pt x="15137" y="354230"/>
                </a:lnTo>
                <a:lnTo>
                  <a:pt x="14451" y="353689"/>
                </a:lnTo>
                <a:close/>
                <a:moveTo>
                  <a:pt x="70898" y="202496"/>
                </a:moveTo>
                <a:lnTo>
                  <a:pt x="72047" y="202919"/>
                </a:lnTo>
                <a:lnTo>
                  <a:pt x="70324" y="202707"/>
                </a:lnTo>
                <a:close/>
                <a:moveTo>
                  <a:pt x="32216" y="154035"/>
                </a:moveTo>
                <a:lnTo>
                  <a:pt x="34189" y="154886"/>
                </a:lnTo>
                <a:lnTo>
                  <a:pt x="31229" y="154460"/>
                </a:lnTo>
                <a:close/>
                <a:moveTo>
                  <a:pt x="23768" y="15542"/>
                </a:moveTo>
                <a:lnTo>
                  <a:pt x="25423" y="16965"/>
                </a:lnTo>
                <a:lnTo>
                  <a:pt x="22940" y="16254"/>
                </a:lnTo>
                <a:close/>
                <a:moveTo>
                  <a:pt x="63055" y="267076"/>
                </a:moveTo>
                <a:lnTo>
                  <a:pt x="63690" y="268556"/>
                </a:lnTo>
                <a:lnTo>
                  <a:pt x="62737" y="267816"/>
                </a:lnTo>
                <a:close/>
                <a:moveTo>
                  <a:pt x="33631" y="79778"/>
                </a:moveTo>
                <a:lnTo>
                  <a:pt x="35013" y="80565"/>
                </a:lnTo>
                <a:lnTo>
                  <a:pt x="32940" y="80172"/>
                </a:lnTo>
                <a:close/>
                <a:moveTo>
                  <a:pt x="58670" y="367692"/>
                </a:moveTo>
                <a:lnTo>
                  <a:pt x="60454" y="368484"/>
                </a:lnTo>
                <a:lnTo>
                  <a:pt x="57778" y="368088"/>
                </a:lnTo>
                <a:close/>
                <a:moveTo>
                  <a:pt x="35196" y="64237"/>
                </a:moveTo>
                <a:lnTo>
                  <a:pt x="36966" y="65765"/>
                </a:lnTo>
                <a:lnTo>
                  <a:pt x="34311" y="65001"/>
                </a:lnTo>
                <a:close/>
                <a:moveTo>
                  <a:pt x="33378" y="195189"/>
                </a:moveTo>
                <a:lnTo>
                  <a:pt x="34740" y="195964"/>
                </a:lnTo>
                <a:lnTo>
                  <a:pt x="32697" y="195577"/>
                </a:lnTo>
                <a:close/>
                <a:moveTo>
                  <a:pt x="14269" y="369761"/>
                </a:moveTo>
                <a:lnTo>
                  <a:pt x="15122" y="370127"/>
                </a:lnTo>
                <a:lnTo>
                  <a:pt x="13843" y="369944"/>
                </a:lnTo>
                <a:close/>
                <a:moveTo>
                  <a:pt x="61300" y="26621"/>
                </a:moveTo>
                <a:lnTo>
                  <a:pt x="61843" y="27007"/>
                </a:lnTo>
                <a:lnTo>
                  <a:pt x="61028" y="26814"/>
                </a:lnTo>
                <a:close/>
                <a:moveTo>
                  <a:pt x="67176" y="241821"/>
                </a:moveTo>
                <a:lnTo>
                  <a:pt x="67648" y="242838"/>
                </a:lnTo>
                <a:lnTo>
                  <a:pt x="66941" y="242330"/>
                </a:lnTo>
                <a:close/>
                <a:moveTo>
                  <a:pt x="20105" y="123210"/>
                </a:moveTo>
                <a:lnTo>
                  <a:pt x="21194" y="124067"/>
                </a:lnTo>
                <a:lnTo>
                  <a:pt x="19561" y="123639"/>
                </a:lnTo>
                <a:close/>
                <a:moveTo>
                  <a:pt x="44159" y="264378"/>
                </a:moveTo>
                <a:lnTo>
                  <a:pt x="45644" y="266035"/>
                </a:lnTo>
                <a:lnTo>
                  <a:pt x="43417" y="265207"/>
                </a:lnTo>
                <a:close/>
                <a:moveTo>
                  <a:pt x="10667" y="203641"/>
                </a:moveTo>
                <a:lnTo>
                  <a:pt x="12606" y="204248"/>
                </a:lnTo>
                <a:lnTo>
                  <a:pt x="9697" y="203945"/>
                </a:lnTo>
                <a:close/>
                <a:moveTo>
                  <a:pt x="67792" y="29004"/>
                </a:moveTo>
                <a:lnTo>
                  <a:pt x="68754" y="30740"/>
                </a:lnTo>
                <a:lnTo>
                  <a:pt x="67311" y="29872"/>
                </a:lnTo>
                <a:close/>
                <a:moveTo>
                  <a:pt x="63360" y="310347"/>
                </a:moveTo>
                <a:lnTo>
                  <a:pt x="65538" y="311340"/>
                </a:lnTo>
                <a:lnTo>
                  <a:pt x="62271" y="310844"/>
                </a:lnTo>
                <a:close/>
                <a:moveTo>
                  <a:pt x="15947" y="402762"/>
                </a:moveTo>
                <a:lnTo>
                  <a:pt x="18105" y="403285"/>
                </a:lnTo>
                <a:lnTo>
                  <a:pt x="14869" y="403024"/>
                </a:lnTo>
                <a:close/>
                <a:moveTo>
                  <a:pt x="38651" y="382081"/>
                </a:moveTo>
                <a:lnTo>
                  <a:pt x="39494" y="383399"/>
                </a:lnTo>
                <a:lnTo>
                  <a:pt x="38230" y="382740"/>
                </a:lnTo>
                <a:close/>
                <a:moveTo>
                  <a:pt x="54421" y="384864"/>
                </a:moveTo>
                <a:lnTo>
                  <a:pt x="55628" y="385216"/>
                </a:lnTo>
                <a:lnTo>
                  <a:pt x="53817" y="385040"/>
                </a:lnTo>
                <a:close/>
                <a:moveTo>
                  <a:pt x="2232" y="184596"/>
                </a:moveTo>
                <a:lnTo>
                  <a:pt x="3168" y="186102"/>
                </a:lnTo>
                <a:lnTo>
                  <a:pt x="1765" y="185349"/>
                </a:lnTo>
                <a:close/>
                <a:moveTo>
                  <a:pt x="52552" y="433158"/>
                </a:moveTo>
                <a:lnTo>
                  <a:pt x="52996" y="434764"/>
                </a:lnTo>
                <a:lnTo>
                  <a:pt x="52330" y="433961"/>
                </a:lnTo>
                <a:close/>
                <a:moveTo>
                  <a:pt x="31511" y="89929"/>
                </a:moveTo>
                <a:lnTo>
                  <a:pt x="32443" y="91263"/>
                </a:lnTo>
                <a:lnTo>
                  <a:pt x="31045" y="90596"/>
                </a:lnTo>
                <a:close/>
                <a:moveTo>
                  <a:pt x="18837" y="383761"/>
                </a:moveTo>
                <a:lnTo>
                  <a:pt x="20677" y="384197"/>
                </a:lnTo>
                <a:lnTo>
                  <a:pt x="17917" y="383979"/>
                </a:lnTo>
                <a:close/>
                <a:moveTo>
                  <a:pt x="26330" y="367643"/>
                </a:moveTo>
                <a:lnTo>
                  <a:pt x="28365" y="368012"/>
                </a:lnTo>
                <a:lnTo>
                  <a:pt x="25312" y="367827"/>
                </a:lnTo>
                <a:close/>
                <a:moveTo>
                  <a:pt x="49741" y="94087"/>
                </a:moveTo>
                <a:lnTo>
                  <a:pt x="51034" y="95506"/>
                </a:lnTo>
                <a:lnTo>
                  <a:pt x="49094" y="94796"/>
                </a:lnTo>
                <a:close/>
                <a:moveTo>
                  <a:pt x="27530" y="242518"/>
                </a:moveTo>
                <a:lnTo>
                  <a:pt x="28867" y="243692"/>
                </a:lnTo>
                <a:lnTo>
                  <a:pt x="26861" y="243105"/>
                </a:lnTo>
                <a:close/>
                <a:moveTo>
                  <a:pt x="38489" y="229115"/>
                </a:moveTo>
                <a:lnTo>
                  <a:pt x="39426" y="230502"/>
                </a:lnTo>
                <a:lnTo>
                  <a:pt x="38020" y="229808"/>
                </a:lnTo>
                <a:close/>
                <a:moveTo>
                  <a:pt x="49650" y="191776"/>
                </a:moveTo>
                <a:lnTo>
                  <a:pt x="50194" y="193488"/>
                </a:lnTo>
                <a:lnTo>
                  <a:pt x="49378" y="192632"/>
                </a:lnTo>
                <a:close/>
                <a:moveTo>
                  <a:pt x="2859" y="82174"/>
                </a:moveTo>
                <a:lnTo>
                  <a:pt x="3842" y="83299"/>
                </a:lnTo>
                <a:lnTo>
                  <a:pt x="2367" y="82736"/>
                </a:lnTo>
                <a:close/>
                <a:moveTo>
                  <a:pt x="17228" y="326775"/>
                </a:moveTo>
                <a:lnTo>
                  <a:pt x="19235" y="328022"/>
                </a:lnTo>
                <a:lnTo>
                  <a:pt x="16225" y="327398"/>
                </a:lnTo>
                <a:close/>
                <a:moveTo>
                  <a:pt x="56689" y="344680"/>
                </a:moveTo>
                <a:lnTo>
                  <a:pt x="57665" y="344981"/>
                </a:lnTo>
                <a:lnTo>
                  <a:pt x="56202" y="344830"/>
                </a:lnTo>
                <a:close/>
                <a:moveTo>
                  <a:pt x="58976" y="406003"/>
                </a:moveTo>
                <a:lnTo>
                  <a:pt x="60658" y="407200"/>
                </a:lnTo>
                <a:lnTo>
                  <a:pt x="58135" y="406601"/>
                </a:lnTo>
                <a:close/>
                <a:moveTo>
                  <a:pt x="34375" y="47586"/>
                </a:moveTo>
                <a:lnTo>
                  <a:pt x="36364" y="48162"/>
                </a:lnTo>
                <a:lnTo>
                  <a:pt x="33381" y="47874"/>
                </a:lnTo>
                <a:close/>
                <a:moveTo>
                  <a:pt x="64640" y="90749"/>
                </a:moveTo>
                <a:lnTo>
                  <a:pt x="65516" y="91459"/>
                </a:lnTo>
                <a:lnTo>
                  <a:pt x="64201" y="91104"/>
                </a:lnTo>
                <a:close/>
                <a:moveTo>
                  <a:pt x="5119" y="109649"/>
                </a:moveTo>
                <a:lnTo>
                  <a:pt x="6594" y="110406"/>
                </a:lnTo>
                <a:lnTo>
                  <a:pt x="4381" y="110028"/>
                </a:lnTo>
                <a:close/>
                <a:moveTo>
                  <a:pt x="70911" y="344356"/>
                </a:moveTo>
                <a:lnTo>
                  <a:pt x="71629" y="345823"/>
                </a:lnTo>
                <a:lnTo>
                  <a:pt x="70551" y="345089"/>
                </a:lnTo>
                <a:close/>
                <a:moveTo>
                  <a:pt x="5230" y="93947"/>
                </a:moveTo>
                <a:lnTo>
                  <a:pt x="6352" y="95224"/>
                </a:lnTo>
                <a:lnTo>
                  <a:pt x="4668" y="94586"/>
                </a:lnTo>
                <a:close/>
                <a:moveTo>
                  <a:pt x="19861" y="285080"/>
                </a:moveTo>
                <a:lnTo>
                  <a:pt x="21359" y="286561"/>
                </a:lnTo>
                <a:lnTo>
                  <a:pt x="19112" y="285820"/>
                </a:lnTo>
                <a:close/>
                <a:moveTo>
                  <a:pt x="18279" y="161706"/>
                </a:moveTo>
                <a:lnTo>
                  <a:pt x="20244" y="162173"/>
                </a:lnTo>
                <a:lnTo>
                  <a:pt x="17296" y="161940"/>
                </a:lnTo>
                <a:close/>
                <a:moveTo>
                  <a:pt x="48012" y="433796"/>
                </a:moveTo>
                <a:lnTo>
                  <a:pt x="49114" y="434629"/>
                </a:lnTo>
                <a:lnTo>
                  <a:pt x="47461" y="434212"/>
                </a:lnTo>
                <a:close/>
                <a:moveTo>
                  <a:pt x="69123" y="199337"/>
                </a:moveTo>
                <a:lnTo>
                  <a:pt x="69697" y="201075"/>
                </a:lnTo>
                <a:lnTo>
                  <a:pt x="68835" y="200206"/>
                </a:lnTo>
                <a:close/>
                <a:moveTo>
                  <a:pt x="21285" y="325143"/>
                </a:moveTo>
                <a:lnTo>
                  <a:pt x="22932" y="326798"/>
                </a:lnTo>
                <a:lnTo>
                  <a:pt x="20462" y="325971"/>
                </a:lnTo>
                <a:close/>
                <a:moveTo>
                  <a:pt x="57229" y="405371"/>
                </a:moveTo>
                <a:lnTo>
                  <a:pt x="58953" y="406371"/>
                </a:lnTo>
                <a:lnTo>
                  <a:pt x="56367" y="405871"/>
                </a:lnTo>
                <a:close/>
                <a:moveTo>
                  <a:pt x="8143" y="333597"/>
                </a:moveTo>
                <a:lnTo>
                  <a:pt x="9832" y="335207"/>
                </a:lnTo>
                <a:lnTo>
                  <a:pt x="7299" y="334402"/>
                </a:lnTo>
                <a:close/>
                <a:moveTo>
                  <a:pt x="6956" y="382203"/>
                </a:moveTo>
                <a:lnTo>
                  <a:pt x="8147" y="383608"/>
                </a:lnTo>
                <a:lnTo>
                  <a:pt x="6360" y="382905"/>
                </a:lnTo>
                <a:close/>
                <a:moveTo>
                  <a:pt x="35663" y="362874"/>
                </a:moveTo>
                <a:lnTo>
                  <a:pt x="37770" y="363681"/>
                </a:lnTo>
                <a:lnTo>
                  <a:pt x="34609" y="363278"/>
                </a:lnTo>
                <a:close/>
                <a:moveTo>
                  <a:pt x="58004" y="234415"/>
                </a:moveTo>
                <a:lnTo>
                  <a:pt x="58467" y="235735"/>
                </a:lnTo>
                <a:lnTo>
                  <a:pt x="57772" y="235075"/>
                </a:lnTo>
                <a:close/>
                <a:moveTo>
                  <a:pt x="31616" y="122111"/>
                </a:moveTo>
                <a:lnTo>
                  <a:pt x="32272" y="122566"/>
                </a:lnTo>
                <a:lnTo>
                  <a:pt x="31288" y="122338"/>
                </a:lnTo>
                <a:close/>
                <a:moveTo>
                  <a:pt x="3715" y="389660"/>
                </a:moveTo>
                <a:lnTo>
                  <a:pt x="5322" y="390830"/>
                </a:lnTo>
                <a:lnTo>
                  <a:pt x="2911" y="390245"/>
                </a:lnTo>
                <a:close/>
                <a:moveTo>
                  <a:pt x="50486" y="311991"/>
                </a:moveTo>
                <a:lnTo>
                  <a:pt x="51810" y="313284"/>
                </a:lnTo>
                <a:lnTo>
                  <a:pt x="49824" y="312638"/>
                </a:lnTo>
                <a:close/>
                <a:moveTo>
                  <a:pt x="47351" y="374937"/>
                </a:moveTo>
                <a:lnTo>
                  <a:pt x="48033" y="375572"/>
                </a:lnTo>
                <a:lnTo>
                  <a:pt x="47010" y="375254"/>
                </a:lnTo>
                <a:close/>
                <a:moveTo>
                  <a:pt x="31298" y="175508"/>
                </a:moveTo>
                <a:lnTo>
                  <a:pt x="32306" y="175858"/>
                </a:lnTo>
                <a:lnTo>
                  <a:pt x="30795" y="175683"/>
                </a:lnTo>
                <a:close/>
                <a:moveTo>
                  <a:pt x="9352" y="398411"/>
                </a:moveTo>
                <a:lnTo>
                  <a:pt x="11151" y="400013"/>
                </a:lnTo>
                <a:lnTo>
                  <a:pt x="8453" y="399212"/>
                </a:lnTo>
                <a:close/>
                <a:moveTo>
                  <a:pt x="14535" y="341971"/>
                </a:moveTo>
                <a:lnTo>
                  <a:pt x="15363" y="343224"/>
                </a:lnTo>
                <a:lnTo>
                  <a:pt x="14120" y="342598"/>
                </a:lnTo>
                <a:close/>
                <a:moveTo>
                  <a:pt x="22598" y="194765"/>
                </a:moveTo>
                <a:lnTo>
                  <a:pt x="24360" y="195868"/>
                </a:lnTo>
                <a:lnTo>
                  <a:pt x="21717" y="195316"/>
                </a:lnTo>
                <a:close/>
                <a:moveTo>
                  <a:pt x="14827" y="147110"/>
                </a:moveTo>
                <a:lnTo>
                  <a:pt x="16223" y="147461"/>
                </a:lnTo>
                <a:lnTo>
                  <a:pt x="14128" y="147286"/>
                </a:lnTo>
                <a:close/>
                <a:moveTo>
                  <a:pt x="32513" y="206341"/>
                </a:moveTo>
                <a:lnTo>
                  <a:pt x="32995" y="208089"/>
                </a:lnTo>
                <a:lnTo>
                  <a:pt x="32272" y="207215"/>
                </a:lnTo>
                <a:close/>
                <a:moveTo>
                  <a:pt x="15331" y="296958"/>
                </a:moveTo>
                <a:lnTo>
                  <a:pt x="16439" y="297985"/>
                </a:lnTo>
                <a:lnTo>
                  <a:pt x="14776" y="297471"/>
                </a:lnTo>
                <a:close/>
                <a:moveTo>
                  <a:pt x="6584" y="200010"/>
                </a:moveTo>
                <a:lnTo>
                  <a:pt x="8369" y="200369"/>
                </a:lnTo>
                <a:lnTo>
                  <a:pt x="5692" y="200189"/>
                </a:lnTo>
                <a:close/>
                <a:moveTo>
                  <a:pt x="49242" y="260758"/>
                </a:moveTo>
                <a:lnTo>
                  <a:pt x="50868" y="262169"/>
                </a:lnTo>
                <a:lnTo>
                  <a:pt x="48428" y="261463"/>
                </a:lnTo>
                <a:close/>
                <a:moveTo>
                  <a:pt x="58370" y="122966"/>
                </a:moveTo>
                <a:lnTo>
                  <a:pt x="59836" y="123506"/>
                </a:lnTo>
                <a:lnTo>
                  <a:pt x="57637" y="123236"/>
                </a:lnTo>
                <a:close/>
                <a:moveTo>
                  <a:pt x="69841" y="166137"/>
                </a:moveTo>
                <a:lnTo>
                  <a:pt x="70330" y="166955"/>
                </a:lnTo>
                <a:lnTo>
                  <a:pt x="69596" y="166546"/>
                </a:lnTo>
                <a:close/>
                <a:moveTo>
                  <a:pt x="52392" y="229710"/>
                </a:moveTo>
                <a:lnTo>
                  <a:pt x="54263" y="230886"/>
                </a:lnTo>
                <a:lnTo>
                  <a:pt x="51456" y="230298"/>
                </a:lnTo>
                <a:close/>
                <a:moveTo>
                  <a:pt x="64390" y="396183"/>
                </a:moveTo>
                <a:lnTo>
                  <a:pt x="65850" y="396704"/>
                </a:lnTo>
                <a:lnTo>
                  <a:pt x="63659" y="396443"/>
                </a:lnTo>
                <a:close/>
                <a:moveTo>
                  <a:pt x="13197" y="256843"/>
                </a:moveTo>
                <a:lnTo>
                  <a:pt x="15340" y="257492"/>
                </a:lnTo>
                <a:lnTo>
                  <a:pt x="12126" y="257168"/>
                </a:lnTo>
                <a:close/>
                <a:moveTo>
                  <a:pt x="45838" y="194546"/>
                </a:moveTo>
                <a:lnTo>
                  <a:pt x="46347" y="195530"/>
                </a:lnTo>
                <a:lnTo>
                  <a:pt x="45584" y="195038"/>
                </a:lnTo>
                <a:close/>
                <a:moveTo>
                  <a:pt x="39081" y="178546"/>
                </a:moveTo>
                <a:lnTo>
                  <a:pt x="41197" y="180179"/>
                </a:lnTo>
                <a:lnTo>
                  <a:pt x="38023" y="179362"/>
                </a:lnTo>
                <a:close/>
                <a:moveTo>
                  <a:pt x="8557" y="347852"/>
                </a:moveTo>
                <a:lnTo>
                  <a:pt x="9667" y="348801"/>
                </a:lnTo>
                <a:lnTo>
                  <a:pt x="8002" y="348326"/>
                </a:lnTo>
                <a:close/>
                <a:moveTo>
                  <a:pt x="38427" y="76351"/>
                </a:moveTo>
                <a:lnTo>
                  <a:pt x="39124" y="77401"/>
                </a:lnTo>
                <a:lnTo>
                  <a:pt x="38079" y="76876"/>
                </a:lnTo>
                <a:close/>
                <a:moveTo>
                  <a:pt x="9941" y="70914"/>
                </a:moveTo>
                <a:lnTo>
                  <a:pt x="10372" y="72278"/>
                </a:lnTo>
                <a:lnTo>
                  <a:pt x="9725" y="71596"/>
                </a:lnTo>
                <a:close/>
                <a:moveTo>
                  <a:pt x="70677" y="106220"/>
                </a:moveTo>
                <a:lnTo>
                  <a:pt x="71890" y="107226"/>
                </a:lnTo>
                <a:lnTo>
                  <a:pt x="70071" y="106723"/>
                </a:lnTo>
                <a:close/>
                <a:moveTo>
                  <a:pt x="1082" y="185071"/>
                </a:moveTo>
                <a:lnTo>
                  <a:pt x="3247" y="186565"/>
                </a:lnTo>
                <a:lnTo>
                  <a:pt x="0" y="185818"/>
                </a:lnTo>
                <a:close/>
                <a:moveTo>
                  <a:pt x="12387" y="87262"/>
                </a:moveTo>
                <a:lnTo>
                  <a:pt x="13401" y="88999"/>
                </a:lnTo>
                <a:lnTo>
                  <a:pt x="11879" y="88130"/>
                </a:lnTo>
                <a:close/>
                <a:moveTo>
                  <a:pt x="32025" y="433257"/>
                </a:moveTo>
                <a:lnTo>
                  <a:pt x="32918" y="435018"/>
                </a:lnTo>
                <a:lnTo>
                  <a:pt x="31579" y="434137"/>
                </a:lnTo>
                <a:close/>
                <a:moveTo>
                  <a:pt x="24452" y="109066"/>
                </a:moveTo>
                <a:lnTo>
                  <a:pt x="24938" y="110091"/>
                </a:lnTo>
                <a:lnTo>
                  <a:pt x="24209" y="109579"/>
                </a:lnTo>
                <a:close/>
                <a:moveTo>
                  <a:pt x="11699" y="407132"/>
                </a:moveTo>
                <a:lnTo>
                  <a:pt x="12414" y="408239"/>
                </a:lnTo>
                <a:lnTo>
                  <a:pt x="11341" y="407686"/>
                </a:lnTo>
                <a:close/>
                <a:moveTo>
                  <a:pt x="30289" y="366076"/>
                </a:moveTo>
                <a:lnTo>
                  <a:pt x="32347" y="366926"/>
                </a:lnTo>
                <a:lnTo>
                  <a:pt x="29260" y="366501"/>
                </a:lnTo>
                <a:close/>
                <a:moveTo>
                  <a:pt x="1612" y="345693"/>
                </a:moveTo>
                <a:lnTo>
                  <a:pt x="2256" y="346651"/>
                </a:lnTo>
                <a:lnTo>
                  <a:pt x="1290" y="346172"/>
                </a:lnTo>
                <a:close/>
                <a:moveTo>
                  <a:pt x="51712" y="309259"/>
                </a:moveTo>
                <a:lnTo>
                  <a:pt x="53461" y="310358"/>
                </a:lnTo>
                <a:lnTo>
                  <a:pt x="50838" y="309809"/>
                </a:lnTo>
                <a:close/>
                <a:moveTo>
                  <a:pt x="25986" y="290757"/>
                </a:moveTo>
                <a:lnTo>
                  <a:pt x="27106" y="291124"/>
                </a:lnTo>
                <a:lnTo>
                  <a:pt x="25427" y="290941"/>
                </a:lnTo>
                <a:close/>
                <a:moveTo>
                  <a:pt x="33699" y="161698"/>
                </a:moveTo>
                <a:lnTo>
                  <a:pt x="35337" y="163294"/>
                </a:lnTo>
                <a:lnTo>
                  <a:pt x="32879" y="162496"/>
                </a:lnTo>
                <a:close/>
                <a:moveTo>
                  <a:pt x="32625" y="281471"/>
                </a:moveTo>
                <a:lnTo>
                  <a:pt x="33610" y="281854"/>
                </a:lnTo>
                <a:lnTo>
                  <a:pt x="32132" y="281663"/>
                </a:lnTo>
                <a:close/>
                <a:moveTo>
                  <a:pt x="47300" y="190571"/>
                </a:moveTo>
                <a:lnTo>
                  <a:pt x="48345" y="191401"/>
                </a:lnTo>
                <a:lnTo>
                  <a:pt x="46778" y="190986"/>
                </a:lnTo>
                <a:close/>
                <a:moveTo>
                  <a:pt x="51553" y="145176"/>
                </a:moveTo>
                <a:lnTo>
                  <a:pt x="52899" y="145496"/>
                </a:lnTo>
                <a:lnTo>
                  <a:pt x="50880" y="145336"/>
                </a:lnTo>
                <a:close/>
                <a:moveTo>
                  <a:pt x="43920" y="110528"/>
                </a:moveTo>
                <a:lnTo>
                  <a:pt x="45592" y="111507"/>
                </a:lnTo>
                <a:lnTo>
                  <a:pt x="43084" y="111018"/>
                </a:lnTo>
                <a:close/>
                <a:moveTo>
                  <a:pt x="59853" y="200323"/>
                </a:moveTo>
                <a:lnTo>
                  <a:pt x="60818" y="200634"/>
                </a:lnTo>
                <a:lnTo>
                  <a:pt x="59371" y="200479"/>
                </a:lnTo>
                <a:close/>
                <a:moveTo>
                  <a:pt x="39608" y="416905"/>
                </a:moveTo>
                <a:lnTo>
                  <a:pt x="40082" y="418075"/>
                </a:lnTo>
                <a:lnTo>
                  <a:pt x="39371" y="417490"/>
                </a:lnTo>
                <a:close/>
                <a:moveTo>
                  <a:pt x="28150" y="402146"/>
                </a:moveTo>
                <a:lnTo>
                  <a:pt x="28971" y="402890"/>
                </a:lnTo>
                <a:lnTo>
                  <a:pt x="27740" y="402518"/>
                </a:lnTo>
                <a:close/>
                <a:moveTo>
                  <a:pt x="2089" y="226050"/>
                </a:moveTo>
                <a:lnTo>
                  <a:pt x="3935" y="227490"/>
                </a:lnTo>
                <a:lnTo>
                  <a:pt x="1167" y="226770"/>
                </a:lnTo>
                <a:close/>
                <a:moveTo>
                  <a:pt x="9363" y="323814"/>
                </a:moveTo>
                <a:lnTo>
                  <a:pt x="10891" y="325137"/>
                </a:lnTo>
                <a:lnTo>
                  <a:pt x="8599" y="324476"/>
                </a:lnTo>
                <a:close/>
                <a:moveTo>
                  <a:pt x="46315" y="117121"/>
                </a:moveTo>
                <a:lnTo>
                  <a:pt x="47201" y="118446"/>
                </a:lnTo>
                <a:lnTo>
                  <a:pt x="45871" y="117783"/>
                </a:lnTo>
                <a:close/>
                <a:moveTo>
                  <a:pt x="39798" y="399867"/>
                </a:moveTo>
                <a:lnTo>
                  <a:pt x="41118" y="400903"/>
                </a:lnTo>
                <a:lnTo>
                  <a:pt x="39137" y="400385"/>
                </a:lnTo>
                <a:close/>
                <a:moveTo>
                  <a:pt x="39857" y="110647"/>
                </a:moveTo>
                <a:lnTo>
                  <a:pt x="41230" y="111574"/>
                </a:lnTo>
                <a:lnTo>
                  <a:pt x="39171" y="111110"/>
                </a:lnTo>
                <a:close/>
                <a:moveTo>
                  <a:pt x="45433" y="100862"/>
                </a:moveTo>
                <a:lnTo>
                  <a:pt x="46583" y="101453"/>
                </a:lnTo>
                <a:lnTo>
                  <a:pt x="44858" y="101158"/>
                </a:lnTo>
                <a:close/>
                <a:moveTo>
                  <a:pt x="5548" y="355079"/>
                </a:moveTo>
                <a:lnTo>
                  <a:pt x="6573" y="356780"/>
                </a:lnTo>
                <a:lnTo>
                  <a:pt x="5035" y="355930"/>
                </a:lnTo>
                <a:close/>
                <a:moveTo>
                  <a:pt x="25175" y="304763"/>
                </a:moveTo>
                <a:lnTo>
                  <a:pt x="27092" y="305972"/>
                </a:lnTo>
                <a:lnTo>
                  <a:pt x="24216" y="305368"/>
                </a:lnTo>
                <a:close/>
                <a:moveTo>
                  <a:pt x="18674" y="283368"/>
                </a:moveTo>
                <a:lnTo>
                  <a:pt x="19669" y="284645"/>
                </a:lnTo>
                <a:lnTo>
                  <a:pt x="18176" y="284007"/>
                </a:lnTo>
                <a:close/>
                <a:moveTo>
                  <a:pt x="54954" y="142768"/>
                </a:moveTo>
                <a:lnTo>
                  <a:pt x="56819" y="143068"/>
                </a:lnTo>
                <a:lnTo>
                  <a:pt x="54022" y="142918"/>
                </a:lnTo>
                <a:close/>
                <a:moveTo>
                  <a:pt x="44865" y="218032"/>
                </a:moveTo>
                <a:lnTo>
                  <a:pt x="45400" y="218485"/>
                </a:lnTo>
                <a:lnTo>
                  <a:pt x="44597" y="218258"/>
                </a:lnTo>
                <a:close/>
                <a:moveTo>
                  <a:pt x="25948" y="148844"/>
                </a:moveTo>
                <a:lnTo>
                  <a:pt x="27394" y="149733"/>
                </a:lnTo>
                <a:lnTo>
                  <a:pt x="25224" y="149289"/>
                </a:lnTo>
                <a:close/>
                <a:moveTo>
                  <a:pt x="39817" y="21804"/>
                </a:moveTo>
                <a:lnTo>
                  <a:pt x="40227" y="22284"/>
                </a:lnTo>
                <a:lnTo>
                  <a:pt x="39612" y="22044"/>
                </a:lnTo>
                <a:close/>
                <a:moveTo>
                  <a:pt x="68003" y="183337"/>
                </a:moveTo>
                <a:lnTo>
                  <a:pt x="69327" y="183862"/>
                </a:lnTo>
                <a:lnTo>
                  <a:pt x="67341" y="183599"/>
                </a:lnTo>
                <a:close/>
                <a:moveTo>
                  <a:pt x="60695" y="17221"/>
                </a:moveTo>
                <a:lnTo>
                  <a:pt x="61798" y="17666"/>
                </a:lnTo>
                <a:lnTo>
                  <a:pt x="60143" y="17443"/>
                </a:lnTo>
                <a:close/>
                <a:moveTo>
                  <a:pt x="46134" y="398345"/>
                </a:moveTo>
                <a:lnTo>
                  <a:pt x="47912" y="399983"/>
                </a:lnTo>
                <a:lnTo>
                  <a:pt x="45246" y="399164"/>
                </a:lnTo>
                <a:close/>
                <a:moveTo>
                  <a:pt x="64298" y="139448"/>
                </a:moveTo>
                <a:lnTo>
                  <a:pt x="65094" y="140701"/>
                </a:lnTo>
                <a:lnTo>
                  <a:pt x="63900" y="140074"/>
                </a:lnTo>
                <a:close/>
                <a:moveTo>
                  <a:pt x="13807" y="304806"/>
                </a:moveTo>
                <a:lnTo>
                  <a:pt x="14508" y="306066"/>
                </a:lnTo>
                <a:lnTo>
                  <a:pt x="13457" y="305436"/>
                </a:lnTo>
                <a:close/>
                <a:moveTo>
                  <a:pt x="14549" y="218416"/>
                </a:moveTo>
                <a:lnTo>
                  <a:pt x="15222" y="219331"/>
                </a:lnTo>
                <a:lnTo>
                  <a:pt x="14212" y="218873"/>
                </a:lnTo>
                <a:close/>
                <a:moveTo>
                  <a:pt x="23559" y="206780"/>
                </a:moveTo>
                <a:lnTo>
                  <a:pt x="24033" y="208065"/>
                </a:lnTo>
                <a:lnTo>
                  <a:pt x="23322" y="207422"/>
                </a:lnTo>
                <a:close/>
                <a:moveTo>
                  <a:pt x="65519" y="173500"/>
                </a:moveTo>
                <a:lnTo>
                  <a:pt x="67465" y="174449"/>
                </a:lnTo>
                <a:lnTo>
                  <a:pt x="64546" y="173974"/>
                </a:lnTo>
                <a:close/>
                <a:moveTo>
                  <a:pt x="70764" y="397214"/>
                </a:moveTo>
                <a:lnTo>
                  <a:pt x="71521" y="398174"/>
                </a:lnTo>
                <a:lnTo>
                  <a:pt x="70386" y="397694"/>
                </a:lnTo>
                <a:close/>
                <a:moveTo>
                  <a:pt x="43020" y="330087"/>
                </a:moveTo>
                <a:lnTo>
                  <a:pt x="43571" y="331133"/>
                </a:lnTo>
                <a:lnTo>
                  <a:pt x="42745" y="330610"/>
                </a:lnTo>
                <a:close/>
                <a:moveTo>
                  <a:pt x="69357" y="35363"/>
                </a:moveTo>
                <a:lnTo>
                  <a:pt x="70876" y="36930"/>
                </a:lnTo>
                <a:lnTo>
                  <a:pt x="68597" y="36146"/>
                </a:lnTo>
                <a:close/>
                <a:moveTo>
                  <a:pt x="48960" y="5016"/>
                </a:moveTo>
                <a:lnTo>
                  <a:pt x="50348" y="5973"/>
                </a:lnTo>
                <a:lnTo>
                  <a:pt x="48266" y="5494"/>
                </a:lnTo>
                <a:close/>
                <a:moveTo>
                  <a:pt x="9238" y="422701"/>
                </a:moveTo>
                <a:lnTo>
                  <a:pt x="10314" y="423252"/>
                </a:lnTo>
                <a:lnTo>
                  <a:pt x="8700" y="422977"/>
                </a:lnTo>
                <a:close/>
                <a:moveTo>
                  <a:pt x="19881" y="232329"/>
                </a:moveTo>
                <a:lnTo>
                  <a:pt x="22024" y="232724"/>
                </a:lnTo>
                <a:lnTo>
                  <a:pt x="18810" y="232526"/>
                </a:lnTo>
                <a:close/>
                <a:moveTo>
                  <a:pt x="35808" y="246375"/>
                </a:moveTo>
                <a:lnTo>
                  <a:pt x="36948" y="247170"/>
                </a:lnTo>
                <a:lnTo>
                  <a:pt x="35238" y="246773"/>
                </a:lnTo>
                <a:close/>
                <a:moveTo>
                  <a:pt x="29862" y="98184"/>
                </a:moveTo>
                <a:lnTo>
                  <a:pt x="30231" y="98609"/>
                </a:lnTo>
                <a:lnTo>
                  <a:pt x="29677" y="98397"/>
                </a:lnTo>
                <a:close/>
                <a:moveTo>
                  <a:pt x="3642" y="353936"/>
                </a:moveTo>
                <a:lnTo>
                  <a:pt x="4177" y="355642"/>
                </a:lnTo>
                <a:lnTo>
                  <a:pt x="3374" y="354789"/>
                </a:lnTo>
                <a:close/>
                <a:moveTo>
                  <a:pt x="32767" y="42656"/>
                </a:moveTo>
                <a:lnTo>
                  <a:pt x="33823" y="43233"/>
                </a:lnTo>
                <a:lnTo>
                  <a:pt x="32239" y="42945"/>
                </a:lnTo>
                <a:close/>
                <a:moveTo>
                  <a:pt x="53680" y="265004"/>
                </a:moveTo>
                <a:lnTo>
                  <a:pt x="55413" y="266127"/>
                </a:lnTo>
                <a:lnTo>
                  <a:pt x="52814" y="265566"/>
                </a:lnTo>
                <a:close/>
                <a:moveTo>
                  <a:pt x="22201" y="250267"/>
                </a:moveTo>
                <a:lnTo>
                  <a:pt x="23706" y="250614"/>
                </a:lnTo>
                <a:lnTo>
                  <a:pt x="21449" y="250441"/>
                </a:lnTo>
                <a:close/>
                <a:moveTo>
                  <a:pt x="66718" y="333967"/>
                </a:moveTo>
                <a:lnTo>
                  <a:pt x="68212" y="335114"/>
                </a:lnTo>
                <a:lnTo>
                  <a:pt x="65972" y="334540"/>
                </a:lnTo>
                <a:close/>
                <a:moveTo>
                  <a:pt x="28384" y="56606"/>
                </a:moveTo>
                <a:lnTo>
                  <a:pt x="29387" y="57928"/>
                </a:lnTo>
                <a:lnTo>
                  <a:pt x="27883" y="57267"/>
                </a:lnTo>
                <a:close/>
                <a:moveTo>
                  <a:pt x="6934" y="34005"/>
                </a:moveTo>
                <a:lnTo>
                  <a:pt x="8842" y="34388"/>
                </a:lnTo>
                <a:lnTo>
                  <a:pt x="5980" y="34196"/>
                </a:lnTo>
                <a:close/>
                <a:moveTo>
                  <a:pt x="63010" y="232582"/>
                </a:moveTo>
                <a:lnTo>
                  <a:pt x="64540" y="234315"/>
                </a:lnTo>
                <a:lnTo>
                  <a:pt x="62245" y="233449"/>
                </a:lnTo>
                <a:close/>
                <a:moveTo>
                  <a:pt x="18951" y="35596"/>
                </a:moveTo>
                <a:lnTo>
                  <a:pt x="20444" y="36454"/>
                </a:lnTo>
                <a:lnTo>
                  <a:pt x="18204" y="36025"/>
                </a:lnTo>
                <a:close/>
                <a:moveTo>
                  <a:pt x="3583" y="402332"/>
                </a:moveTo>
                <a:lnTo>
                  <a:pt x="4278" y="403446"/>
                </a:lnTo>
                <a:lnTo>
                  <a:pt x="3235" y="402889"/>
                </a:lnTo>
                <a:close/>
                <a:moveTo>
                  <a:pt x="49332" y="134443"/>
                </a:moveTo>
                <a:lnTo>
                  <a:pt x="50527" y="134843"/>
                </a:lnTo>
                <a:lnTo>
                  <a:pt x="48734" y="134643"/>
                </a:lnTo>
                <a:close/>
                <a:moveTo>
                  <a:pt x="35134" y="94079"/>
                </a:moveTo>
                <a:lnTo>
                  <a:pt x="37185" y="95578"/>
                </a:lnTo>
                <a:lnTo>
                  <a:pt x="34109" y="94828"/>
                </a:lnTo>
                <a:close/>
                <a:moveTo>
                  <a:pt x="24490" y="202760"/>
                </a:moveTo>
                <a:lnTo>
                  <a:pt x="25677" y="204405"/>
                </a:lnTo>
                <a:lnTo>
                  <a:pt x="23896" y="203583"/>
                </a:lnTo>
                <a:close/>
                <a:moveTo>
                  <a:pt x="14064" y="288731"/>
                </a:moveTo>
                <a:lnTo>
                  <a:pt x="15892" y="289073"/>
                </a:lnTo>
                <a:lnTo>
                  <a:pt x="13149" y="288902"/>
                </a:lnTo>
                <a:close/>
                <a:moveTo>
                  <a:pt x="33495" y="299358"/>
                </a:moveTo>
                <a:lnTo>
                  <a:pt x="34658" y="300268"/>
                </a:lnTo>
                <a:lnTo>
                  <a:pt x="32914" y="299813"/>
                </a:lnTo>
                <a:close/>
                <a:moveTo>
                  <a:pt x="61909" y="219188"/>
                </a:moveTo>
                <a:lnTo>
                  <a:pt x="63649" y="220115"/>
                </a:lnTo>
                <a:lnTo>
                  <a:pt x="61039" y="219651"/>
                </a:lnTo>
                <a:close/>
                <a:moveTo>
                  <a:pt x="25295" y="411696"/>
                </a:moveTo>
                <a:lnTo>
                  <a:pt x="25912" y="412993"/>
                </a:lnTo>
                <a:lnTo>
                  <a:pt x="24986" y="412344"/>
                </a:lnTo>
                <a:close/>
                <a:moveTo>
                  <a:pt x="19032" y="188753"/>
                </a:moveTo>
                <a:lnTo>
                  <a:pt x="20440" y="190445"/>
                </a:lnTo>
                <a:lnTo>
                  <a:pt x="18328" y="189599"/>
                </a:lnTo>
                <a:close/>
                <a:moveTo>
                  <a:pt x="52362" y="147850"/>
                </a:moveTo>
                <a:lnTo>
                  <a:pt x="53188" y="149440"/>
                </a:lnTo>
                <a:lnTo>
                  <a:pt x="51949" y="148645"/>
                </a:lnTo>
                <a:close/>
                <a:moveTo>
                  <a:pt x="50034" y="178303"/>
                </a:moveTo>
                <a:lnTo>
                  <a:pt x="50960" y="178724"/>
                </a:lnTo>
                <a:lnTo>
                  <a:pt x="49571" y="178514"/>
                </a:lnTo>
                <a:close/>
                <a:moveTo>
                  <a:pt x="20986" y="102103"/>
                </a:moveTo>
                <a:lnTo>
                  <a:pt x="22600" y="103192"/>
                </a:lnTo>
                <a:lnTo>
                  <a:pt x="20178" y="102648"/>
                </a:lnTo>
                <a:close/>
                <a:moveTo>
                  <a:pt x="24075" y="396653"/>
                </a:moveTo>
                <a:lnTo>
                  <a:pt x="25139" y="397346"/>
                </a:lnTo>
                <a:lnTo>
                  <a:pt x="23544" y="397000"/>
                </a:lnTo>
                <a:close/>
                <a:moveTo>
                  <a:pt x="63598" y="45214"/>
                </a:moveTo>
                <a:lnTo>
                  <a:pt x="63992" y="45932"/>
                </a:lnTo>
                <a:lnTo>
                  <a:pt x="63401" y="45573"/>
                </a:lnTo>
                <a:close/>
                <a:moveTo>
                  <a:pt x="1102" y="189000"/>
                </a:moveTo>
                <a:lnTo>
                  <a:pt x="1933" y="189776"/>
                </a:lnTo>
                <a:lnTo>
                  <a:pt x="686" y="189388"/>
                </a:lnTo>
                <a:close/>
                <a:moveTo>
                  <a:pt x="70984" y="314548"/>
                </a:moveTo>
                <a:lnTo>
                  <a:pt x="71639" y="316147"/>
                </a:lnTo>
                <a:lnTo>
                  <a:pt x="70657" y="315348"/>
                </a:lnTo>
                <a:close/>
                <a:moveTo>
                  <a:pt x="40452" y="119578"/>
                </a:moveTo>
                <a:lnTo>
                  <a:pt x="42626" y="121085"/>
                </a:lnTo>
                <a:lnTo>
                  <a:pt x="39364" y="120332"/>
                </a:lnTo>
                <a:close/>
                <a:moveTo>
                  <a:pt x="26589" y="424333"/>
                </a:moveTo>
                <a:lnTo>
                  <a:pt x="28384" y="425682"/>
                </a:lnTo>
                <a:lnTo>
                  <a:pt x="25692" y="425008"/>
                </a:lnTo>
                <a:close/>
                <a:moveTo>
                  <a:pt x="36757" y="199100"/>
                </a:moveTo>
                <a:lnTo>
                  <a:pt x="38733" y="200820"/>
                </a:lnTo>
                <a:lnTo>
                  <a:pt x="35768" y="199960"/>
                </a:lnTo>
                <a:close/>
                <a:moveTo>
                  <a:pt x="43394" y="164715"/>
                </a:moveTo>
                <a:lnTo>
                  <a:pt x="44227" y="166121"/>
                </a:lnTo>
                <a:lnTo>
                  <a:pt x="42978" y="165418"/>
                </a:lnTo>
                <a:close/>
                <a:moveTo>
                  <a:pt x="37772" y="294137"/>
                </a:moveTo>
                <a:lnTo>
                  <a:pt x="39177" y="295282"/>
                </a:lnTo>
                <a:lnTo>
                  <a:pt x="37070" y="294709"/>
                </a:lnTo>
                <a:close/>
                <a:moveTo>
                  <a:pt x="43916" y="387824"/>
                </a:moveTo>
                <a:lnTo>
                  <a:pt x="45432" y="389547"/>
                </a:lnTo>
                <a:lnTo>
                  <a:pt x="43158" y="388686"/>
                </a:lnTo>
                <a:close/>
                <a:moveTo>
                  <a:pt x="21589" y="303728"/>
                </a:moveTo>
                <a:lnTo>
                  <a:pt x="22572" y="304654"/>
                </a:lnTo>
                <a:lnTo>
                  <a:pt x="21097" y="304191"/>
                </a:lnTo>
                <a:close/>
                <a:moveTo>
                  <a:pt x="21682" y="290133"/>
                </a:moveTo>
                <a:lnTo>
                  <a:pt x="22544" y="291646"/>
                </a:lnTo>
                <a:lnTo>
                  <a:pt x="21251" y="290890"/>
                </a:lnTo>
                <a:close/>
                <a:moveTo>
                  <a:pt x="32419" y="279117"/>
                </a:moveTo>
                <a:lnTo>
                  <a:pt x="32785" y="279428"/>
                </a:lnTo>
                <a:lnTo>
                  <a:pt x="32235" y="279273"/>
                </a:lnTo>
                <a:close/>
                <a:moveTo>
                  <a:pt x="14458" y="64415"/>
                </a:moveTo>
                <a:lnTo>
                  <a:pt x="15766" y="64828"/>
                </a:lnTo>
                <a:lnTo>
                  <a:pt x="13803" y="64621"/>
                </a:lnTo>
                <a:close/>
                <a:moveTo>
                  <a:pt x="4974" y="162795"/>
                </a:moveTo>
                <a:lnTo>
                  <a:pt x="5925" y="163990"/>
                </a:lnTo>
                <a:lnTo>
                  <a:pt x="4499" y="163393"/>
                </a:lnTo>
                <a:close/>
                <a:moveTo>
                  <a:pt x="30823" y="333666"/>
                </a:moveTo>
                <a:lnTo>
                  <a:pt x="32415" y="335278"/>
                </a:lnTo>
                <a:lnTo>
                  <a:pt x="30027" y="334472"/>
                </a:lnTo>
                <a:close/>
                <a:moveTo>
                  <a:pt x="42988" y="32835"/>
                </a:moveTo>
                <a:lnTo>
                  <a:pt x="43946" y="34483"/>
                </a:lnTo>
                <a:lnTo>
                  <a:pt x="42510" y="33659"/>
                </a:lnTo>
                <a:close/>
                <a:moveTo>
                  <a:pt x="33235" y="157143"/>
                </a:moveTo>
                <a:lnTo>
                  <a:pt x="34215" y="158187"/>
                </a:lnTo>
                <a:lnTo>
                  <a:pt x="32745" y="157665"/>
                </a:lnTo>
                <a:close/>
                <a:moveTo>
                  <a:pt x="26293" y="274702"/>
                </a:moveTo>
                <a:lnTo>
                  <a:pt x="27144" y="275888"/>
                </a:lnTo>
                <a:lnTo>
                  <a:pt x="25868" y="275295"/>
                </a:lnTo>
                <a:close/>
                <a:moveTo>
                  <a:pt x="14120" y="278941"/>
                </a:moveTo>
                <a:lnTo>
                  <a:pt x="16172" y="280135"/>
                </a:lnTo>
                <a:lnTo>
                  <a:pt x="13094" y="279538"/>
                </a:lnTo>
                <a:close/>
                <a:moveTo>
                  <a:pt x="43580" y="96504"/>
                </a:moveTo>
                <a:lnTo>
                  <a:pt x="44796" y="97334"/>
                </a:lnTo>
                <a:lnTo>
                  <a:pt x="42971" y="96919"/>
                </a:lnTo>
                <a:close/>
                <a:moveTo>
                  <a:pt x="55398" y="230783"/>
                </a:moveTo>
                <a:lnTo>
                  <a:pt x="57478" y="231802"/>
                </a:lnTo>
                <a:lnTo>
                  <a:pt x="54357" y="231293"/>
                </a:lnTo>
                <a:close/>
                <a:moveTo>
                  <a:pt x="28437" y="18834"/>
                </a:moveTo>
                <a:lnTo>
                  <a:pt x="29216" y="20099"/>
                </a:lnTo>
                <a:lnTo>
                  <a:pt x="28047" y="19467"/>
                </a:lnTo>
                <a:close/>
                <a:moveTo>
                  <a:pt x="59832" y="330984"/>
                </a:moveTo>
                <a:lnTo>
                  <a:pt x="61495" y="332278"/>
                </a:lnTo>
                <a:lnTo>
                  <a:pt x="59001" y="331631"/>
                </a:lnTo>
                <a:close/>
                <a:moveTo>
                  <a:pt x="64185" y="240479"/>
                </a:moveTo>
                <a:lnTo>
                  <a:pt x="65874" y="241970"/>
                </a:lnTo>
                <a:lnTo>
                  <a:pt x="63341" y="241225"/>
                </a:lnTo>
                <a:close/>
                <a:moveTo>
                  <a:pt x="21102" y="236098"/>
                </a:moveTo>
                <a:lnTo>
                  <a:pt x="22676" y="236547"/>
                </a:lnTo>
                <a:lnTo>
                  <a:pt x="20315" y="236322"/>
                </a:lnTo>
                <a:close/>
                <a:moveTo>
                  <a:pt x="69421" y="62938"/>
                </a:moveTo>
                <a:lnTo>
                  <a:pt x="71341" y="63704"/>
                </a:lnTo>
                <a:lnTo>
                  <a:pt x="68462" y="63321"/>
                </a:lnTo>
                <a:close/>
                <a:moveTo>
                  <a:pt x="54077" y="418718"/>
                </a:moveTo>
                <a:lnTo>
                  <a:pt x="55577" y="420292"/>
                </a:lnTo>
                <a:lnTo>
                  <a:pt x="53327" y="419505"/>
                </a:lnTo>
                <a:close/>
                <a:moveTo>
                  <a:pt x="50150" y="288016"/>
                </a:moveTo>
                <a:lnTo>
                  <a:pt x="50941" y="289292"/>
                </a:lnTo>
                <a:lnTo>
                  <a:pt x="49754" y="288654"/>
                </a:lnTo>
                <a:close/>
                <a:moveTo>
                  <a:pt x="18766" y="68215"/>
                </a:moveTo>
                <a:lnTo>
                  <a:pt x="19540" y="69100"/>
                </a:lnTo>
                <a:lnTo>
                  <a:pt x="18380" y="68658"/>
                </a:lnTo>
                <a:close/>
                <a:moveTo>
                  <a:pt x="58875" y="339063"/>
                </a:moveTo>
                <a:lnTo>
                  <a:pt x="59447" y="339910"/>
                </a:lnTo>
                <a:lnTo>
                  <a:pt x="58590" y="339487"/>
                </a:lnTo>
                <a:close/>
                <a:moveTo>
                  <a:pt x="9689" y="393056"/>
                </a:moveTo>
                <a:lnTo>
                  <a:pt x="10075" y="393391"/>
                </a:lnTo>
                <a:lnTo>
                  <a:pt x="9496" y="393224"/>
                </a:lnTo>
                <a:close/>
                <a:moveTo>
                  <a:pt x="61636" y="68903"/>
                </a:moveTo>
                <a:lnTo>
                  <a:pt x="62740" y="70459"/>
                </a:lnTo>
                <a:lnTo>
                  <a:pt x="61084" y="69681"/>
                </a:lnTo>
                <a:close/>
                <a:moveTo>
                  <a:pt x="56283" y="299757"/>
                </a:moveTo>
                <a:lnTo>
                  <a:pt x="56921" y="301168"/>
                </a:lnTo>
                <a:lnTo>
                  <a:pt x="55964" y="300462"/>
                </a:lnTo>
                <a:close/>
                <a:moveTo>
                  <a:pt x="31148" y="234611"/>
                </a:moveTo>
                <a:lnTo>
                  <a:pt x="32010" y="236119"/>
                </a:lnTo>
                <a:lnTo>
                  <a:pt x="30718" y="235365"/>
                </a:lnTo>
                <a:close/>
                <a:moveTo>
                  <a:pt x="10623" y="397729"/>
                </a:moveTo>
                <a:lnTo>
                  <a:pt x="12476" y="398532"/>
                </a:lnTo>
                <a:lnTo>
                  <a:pt x="9697" y="398130"/>
                </a:lnTo>
                <a:close/>
                <a:moveTo>
                  <a:pt x="49783" y="224720"/>
                </a:moveTo>
                <a:lnTo>
                  <a:pt x="50624" y="225930"/>
                </a:lnTo>
                <a:lnTo>
                  <a:pt x="49362" y="225325"/>
                </a:lnTo>
                <a:close/>
                <a:moveTo>
                  <a:pt x="64952" y="278031"/>
                </a:moveTo>
                <a:lnTo>
                  <a:pt x="65901" y="279218"/>
                </a:lnTo>
                <a:lnTo>
                  <a:pt x="64477" y="278625"/>
                </a:lnTo>
                <a:close/>
                <a:moveTo>
                  <a:pt x="17064" y="187800"/>
                </a:moveTo>
                <a:lnTo>
                  <a:pt x="17484" y="189202"/>
                </a:lnTo>
                <a:lnTo>
                  <a:pt x="16854" y="188501"/>
                </a:lnTo>
                <a:close/>
                <a:moveTo>
                  <a:pt x="14550" y="412266"/>
                </a:moveTo>
                <a:lnTo>
                  <a:pt x="15536" y="413614"/>
                </a:lnTo>
                <a:lnTo>
                  <a:pt x="14057" y="412940"/>
                </a:lnTo>
                <a:close/>
                <a:moveTo>
                  <a:pt x="29460" y="436023"/>
                </a:moveTo>
                <a:lnTo>
                  <a:pt x="31068" y="437290"/>
                </a:lnTo>
                <a:lnTo>
                  <a:pt x="28656" y="436657"/>
                </a:lnTo>
                <a:close/>
                <a:moveTo>
                  <a:pt x="53356" y="345611"/>
                </a:moveTo>
                <a:lnTo>
                  <a:pt x="53975" y="346665"/>
                </a:lnTo>
                <a:lnTo>
                  <a:pt x="53047" y="346138"/>
                </a:lnTo>
                <a:close/>
                <a:moveTo>
                  <a:pt x="61396" y="128374"/>
                </a:moveTo>
                <a:lnTo>
                  <a:pt x="62675" y="129404"/>
                </a:lnTo>
                <a:lnTo>
                  <a:pt x="60756" y="128889"/>
                </a:lnTo>
                <a:close/>
                <a:moveTo>
                  <a:pt x="54403" y="198069"/>
                </a:moveTo>
                <a:lnTo>
                  <a:pt x="56400" y="199246"/>
                </a:lnTo>
                <a:lnTo>
                  <a:pt x="53405" y="198658"/>
                </a:lnTo>
                <a:close/>
                <a:moveTo>
                  <a:pt x="10872" y="95601"/>
                </a:moveTo>
                <a:lnTo>
                  <a:pt x="12385" y="97384"/>
                </a:lnTo>
                <a:lnTo>
                  <a:pt x="10115" y="96492"/>
                </a:lnTo>
                <a:close/>
                <a:moveTo>
                  <a:pt x="14682" y="36864"/>
                </a:moveTo>
                <a:lnTo>
                  <a:pt x="16829" y="37338"/>
                </a:lnTo>
                <a:lnTo>
                  <a:pt x="13608" y="37101"/>
                </a:lnTo>
                <a:close/>
                <a:moveTo>
                  <a:pt x="54751" y="63414"/>
                </a:moveTo>
                <a:lnTo>
                  <a:pt x="56719" y="64679"/>
                </a:lnTo>
                <a:lnTo>
                  <a:pt x="53767" y="64047"/>
                </a:lnTo>
                <a:close/>
                <a:moveTo>
                  <a:pt x="36284" y="136649"/>
                </a:moveTo>
                <a:lnTo>
                  <a:pt x="37165" y="138145"/>
                </a:lnTo>
                <a:lnTo>
                  <a:pt x="35844" y="137397"/>
                </a:lnTo>
                <a:close/>
                <a:moveTo>
                  <a:pt x="46214" y="58515"/>
                </a:moveTo>
                <a:lnTo>
                  <a:pt x="48368" y="59011"/>
                </a:lnTo>
                <a:lnTo>
                  <a:pt x="45137" y="58763"/>
                </a:lnTo>
                <a:close/>
                <a:moveTo>
                  <a:pt x="10760" y="232238"/>
                </a:moveTo>
                <a:lnTo>
                  <a:pt x="12099" y="233442"/>
                </a:lnTo>
                <a:lnTo>
                  <a:pt x="10091" y="232840"/>
                </a:lnTo>
                <a:close/>
                <a:moveTo>
                  <a:pt x="66417" y="401350"/>
                </a:moveTo>
                <a:lnTo>
                  <a:pt x="68207" y="402649"/>
                </a:lnTo>
                <a:lnTo>
                  <a:pt x="65522" y="402000"/>
                </a:lnTo>
                <a:close/>
                <a:moveTo>
                  <a:pt x="20011" y="357643"/>
                </a:moveTo>
                <a:lnTo>
                  <a:pt x="20986" y="358202"/>
                </a:lnTo>
                <a:lnTo>
                  <a:pt x="19524" y="357923"/>
                </a:lnTo>
                <a:close/>
                <a:moveTo>
                  <a:pt x="9997" y="40940"/>
                </a:moveTo>
                <a:lnTo>
                  <a:pt x="11823" y="41446"/>
                </a:lnTo>
                <a:lnTo>
                  <a:pt x="9084" y="41193"/>
                </a:lnTo>
                <a:close/>
                <a:moveTo>
                  <a:pt x="56375" y="226610"/>
                </a:moveTo>
                <a:lnTo>
                  <a:pt x="56740" y="228384"/>
                </a:lnTo>
                <a:lnTo>
                  <a:pt x="56193" y="227497"/>
                </a:lnTo>
                <a:close/>
                <a:moveTo>
                  <a:pt x="41343" y="365683"/>
                </a:moveTo>
                <a:lnTo>
                  <a:pt x="42779" y="366212"/>
                </a:lnTo>
                <a:lnTo>
                  <a:pt x="40626" y="365947"/>
                </a:lnTo>
                <a:close/>
                <a:moveTo>
                  <a:pt x="44298" y="308859"/>
                </a:moveTo>
                <a:lnTo>
                  <a:pt x="44853" y="309384"/>
                </a:lnTo>
                <a:lnTo>
                  <a:pt x="44020" y="309121"/>
                </a:lnTo>
                <a:close/>
                <a:moveTo>
                  <a:pt x="37973" y="299847"/>
                </a:moveTo>
                <a:lnTo>
                  <a:pt x="38742" y="301453"/>
                </a:lnTo>
                <a:lnTo>
                  <a:pt x="37588" y="300650"/>
                </a:lnTo>
                <a:close/>
                <a:moveTo>
                  <a:pt x="67090" y="243867"/>
                </a:moveTo>
                <a:lnTo>
                  <a:pt x="68606" y="245192"/>
                </a:lnTo>
                <a:lnTo>
                  <a:pt x="66332" y="244530"/>
                </a:lnTo>
                <a:close/>
                <a:moveTo>
                  <a:pt x="52727" y="18725"/>
                </a:moveTo>
                <a:lnTo>
                  <a:pt x="54579" y="19337"/>
                </a:lnTo>
                <a:lnTo>
                  <a:pt x="51802" y="19031"/>
                </a:lnTo>
                <a:close/>
                <a:moveTo>
                  <a:pt x="42265" y="267854"/>
                </a:moveTo>
                <a:lnTo>
                  <a:pt x="43678" y="268745"/>
                </a:lnTo>
                <a:lnTo>
                  <a:pt x="41559" y="268300"/>
                </a:lnTo>
                <a:close/>
                <a:moveTo>
                  <a:pt x="15798" y="78833"/>
                </a:moveTo>
                <a:lnTo>
                  <a:pt x="17892" y="79767"/>
                </a:lnTo>
                <a:lnTo>
                  <a:pt x="14751" y="79300"/>
                </a:lnTo>
                <a:close/>
                <a:moveTo>
                  <a:pt x="68945" y="174507"/>
                </a:moveTo>
                <a:lnTo>
                  <a:pt x="70446" y="175257"/>
                </a:lnTo>
                <a:lnTo>
                  <a:pt x="68194" y="174882"/>
                </a:lnTo>
                <a:close/>
                <a:moveTo>
                  <a:pt x="52193" y="213885"/>
                </a:moveTo>
                <a:lnTo>
                  <a:pt x="52704" y="214482"/>
                </a:lnTo>
                <a:lnTo>
                  <a:pt x="51938" y="214184"/>
                </a:lnTo>
                <a:close/>
                <a:moveTo>
                  <a:pt x="9559" y="158407"/>
                </a:moveTo>
                <a:lnTo>
                  <a:pt x="11735" y="159238"/>
                </a:lnTo>
                <a:lnTo>
                  <a:pt x="8471" y="158822"/>
                </a:lnTo>
                <a:close/>
                <a:moveTo>
                  <a:pt x="17172" y="121166"/>
                </a:moveTo>
                <a:lnTo>
                  <a:pt x="18566" y="121928"/>
                </a:lnTo>
                <a:lnTo>
                  <a:pt x="16475" y="121547"/>
                </a:lnTo>
                <a:close/>
                <a:moveTo>
                  <a:pt x="41497" y="69867"/>
                </a:moveTo>
                <a:lnTo>
                  <a:pt x="43651" y="70293"/>
                </a:lnTo>
                <a:lnTo>
                  <a:pt x="40420" y="70080"/>
                </a:lnTo>
                <a:close/>
                <a:moveTo>
                  <a:pt x="25858" y="143383"/>
                </a:moveTo>
                <a:lnTo>
                  <a:pt x="26667" y="144504"/>
                </a:lnTo>
                <a:lnTo>
                  <a:pt x="25453" y="143943"/>
                </a:lnTo>
                <a:close/>
                <a:moveTo>
                  <a:pt x="55618" y="228173"/>
                </a:moveTo>
                <a:lnTo>
                  <a:pt x="56892" y="228931"/>
                </a:lnTo>
                <a:lnTo>
                  <a:pt x="54980" y="228552"/>
                </a:lnTo>
                <a:close/>
                <a:moveTo>
                  <a:pt x="53632" y="238318"/>
                </a:moveTo>
                <a:lnTo>
                  <a:pt x="55119" y="239504"/>
                </a:lnTo>
                <a:lnTo>
                  <a:pt x="52888" y="238911"/>
                </a:lnTo>
                <a:close/>
                <a:moveTo>
                  <a:pt x="40698" y="337281"/>
                </a:moveTo>
                <a:lnTo>
                  <a:pt x="41100" y="338908"/>
                </a:lnTo>
                <a:lnTo>
                  <a:pt x="40497" y="338095"/>
                </a:lnTo>
                <a:close/>
                <a:moveTo>
                  <a:pt x="39687" y="229612"/>
                </a:moveTo>
                <a:lnTo>
                  <a:pt x="40629" y="230681"/>
                </a:lnTo>
                <a:lnTo>
                  <a:pt x="39216" y="230147"/>
                </a:lnTo>
                <a:close/>
                <a:moveTo>
                  <a:pt x="6925" y="259032"/>
                </a:moveTo>
                <a:lnTo>
                  <a:pt x="7583" y="260793"/>
                </a:lnTo>
                <a:lnTo>
                  <a:pt x="6596" y="259912"/>
                </a:lnTo>
                <a:close/>
                <a:moveTo>
                  <a:pt x="9594" y="177587"/>
                </a:moveTo>
                <a:lnTo>
                  <a:pt x="11487" y="178615"/>
                </a:lnTo>
                <a:lnTo>
                  <a:pt x="8647" y="178101"/>
                </a:lnTo>
                <a:close/>
                <a:moveTo>
                  <a:pt x="22276" y="267649"/>
                </a:moveTo>
                <a:lnTo>
                  <a:pt x="23928" y="268037"/>
                </a:lnTo>
                <a:lnTo>
                  <a:pt x="21449" y="267843"/>
                </a:lnTo>
                <a:close/>
                <a:moveTo>
                  <a:pt x="37472" y="170623"/>
                </a:moveTo>
                <a:lnTo>
                  <a:pt x="38809" y="171743"/>
                </a:lnTo>
                <a:lnTo>
                  <a:pt x="36804" y="171183"/>
                </a:lnTo>
                <a:close/>
                <a:moveTo>
                  <a:pt x="47692" y="201022"/>
                </a:moveTo>
                <a:lnTo>
                  <a:pt x="49256" y="202074"/>
                </a:lnTo>
                <a:lnTo>
                  <a:pt x="46910" y="201548"/>
                </a:lnTo>
                <a:close/>
                <a:moveTo>
                  <a:pt x="36386" y="271590"/>
                </a:moveTo>
                <a:lnTo>
                  <a:pt x="37501" y="272647"/>
                </a:lnTo>
                <a:lnTo>
                  <a:pt x="35829" y="272119"/>
                </a:lnTo>
                <a:close/>
                <a:moveTo>
                  <a:pt x="52296" y="288223"/>
                </a:moveTo>
                <a:lnTo>
                  <a:pt x="52748" y="288976"/>
                </a:lnTo>
                <a:lnTo>
                  <a:pt x="52070" y="288600"/>
                </a:lnTo>
                <a:close/>
                <a:moveTo>
                  <a:pt x="66641" y="331926"/>
                </a:moveTo>
                <a:lnTo>
                  <a:pt x="67574" y="333355"/>
                </a:lnTo>
                <a:lnTo>
                  <a:pt x="66174" y="332641"/>
                </a:lnTo>
                <a:close/>
                <a:moveTo>
                  <a:pt x="28503" y="91496"/>
                </a:moveTo>
                <a:lnTo>
                  <a:pt x="29568" y="92658"/>
                </a:lnTo>
                <a:lnTo>
                  <a:pt x="27970" y="92077"/>
                </a:lnTo>
                <a:close/>
                <a:moveTo>
                  <a:pt x="22514" y="42599"/>
                </a:moveTo>
                <a:lnTo>
                  <a:pt x="24048" y="43170"/>
                </a:lnTo>
                <a:lnTo>
                  <a:pt x="21747" y="42884"/>
                </a:lnTo>
                <a:close/>
                <a:moveTo>
                  <a:pt x="29420" y="320490"/>
                </a:moveTo>
                <a:lnTo>
                  <a:pt x="31367" y="320793"/>
                </a:lnTo>
                <a:lnTo>
                  <a:pt x="28447" y="320642"/>
                </a:lnTo>
                <a:close/>
                <a:moveTo>
                  <a:pt x="31433" y="117183"/>
                </a:moveTo>
                <a:lnTo>
                  <a:pt x="31815" y="118710"/>
                </a:lnTo>
                <a:lnTo>
                  <a:pt x="31242" y="117946"/>
                </a:lnTo>
                <a:close/>
                <a:moveTo>
                  <a:pt x="38444" y="137109"/>
                </a:moveTo>
                <a:lnTo>
                  <a:pt x="38968" y="138214"/>
                </a:lnTo>
                <a:lnTo>
                  <a:pt x="38182" y="137662"/>
                </a:lnTo>
                <a:close/>
                <a:moveTo>
                  <a:pt x="27376" y="179991"/>
                </a:moveTo>
                <a:lnTo>
                  <a:pt x="28933" y="180587"/>
                </a:lnTo>
                <a:lnTo>
                  <a:pt x="26598" y="180289"/>
                </a:lnTo>
                <a:close/>
                <a:moveTo>
                  <a:pt x="54369" y="332606"/>
                </a:moveTo>
                <a:lnTo>
                  <a:pt x="55600" y="333389"/>
                </a:lnTo>
                <a:lnTo>
                  <a:pt x="53754" y="332997"/>
                </a:lnTo>
                <a:close/>
                <a:moveTo>
                  <a:pt x="55716" y="353288"/>
                </a:moveTo>
                <a:lnTo>
                  <a:pt x="57610" y="354621"/>
                </a:lnTo>
                <a:lnTo>
                  <a:pt x="54769" y="353955"/>
                </a:lnTo>
                <a:close/>
                <a:moveTo>
                  <a:pt x="15529" y="391916"/>
                </a:moveTo>
                <a:lnTo>
                  <a:pt x="17486" y="393340"/>
                </a:lnTo>
                <a:lnTo>
                  <a:pt x="14551" y="392628"/>
                </a:lnTo>
                <a:close/>
                <a:moveTo>
                  <a:pt x="61699" y="29671"/>
                </a:moveTo>
                <a:lnTo>
                  <a:pt x="62458" y="30125"/>
                </a:lnTo>
                <a:lnTo>
                  <a:pt x="61319" y="29898"/>
                </a:lnTo>
                <a:close/>
                <a:moveTo>
                  <a:pt x="20125" y="349370"/>
                </a:moveTo>
                <a:lnTo>
                  <a:pt x="21161" y="349963"/>
                </a:lnTo>
                <a:lnTo>
                  <a:pt x="19607" y="349666"/>
                </a:lnTo>
                <a:close/>
                <a:moveTo>
                  <a:pt x="45043" y="35154"/>
                </a:moveTo>
                <a:lnTo>
                  <a:pt x="46619" y="35860"/>
                </a:lnTo>
                <a:lnTo>
                  <a:pt x="44255" y="35507"/>
                </a:lnTo>
                <a:close/>
                <a:moveTo>
                  <a:pt x="41306" y="133990"/>
                </a:moveTo>
                <a:lnTo>
                  <a:pt x="43085" y="134762"/>
                </a:lnTo>
                <a:lnTo>
                  <a:pt x="40416" y="134376"/>
                </a:lnTo>
                <a:close/>
                <a:moveTo>
                  <a:pt x="69519" y="427796"/>
                </a:moveTo>
                <a:lnTo>
                  <a:pt x="69897" y="428632"/>
                </a:lnTo>
                <a:lnTo>
                  <a:pt x="69329" y="428214"/>
                </a:lnTo>
                <a:close/>
                <a:moveTo>
                  <a:pt x="11680" y="187832"/>
                </a:moveTo>
                <a:lnTo>
                  <a:pt x="13623" y="189294"/>
                </a:lnTo>
                <a:lnTo>
                  <a:pt x="10709" y="188563"/>
                </a:lnTo>
                <a:close/>
                <a:moveTo>
                  <a:pt x="19929" y="289380"/>
                </a:moveTo>
                <a:lnTo>
                  <a:pt x="21553" y="290445"/>
                </a:lnTo>
                <a:lnTo>
                  <a:pt x="19116" y="289912"/>
                </a:lnTo>
                <a:close/>
                <a:moveTo>
                  <a:pt x="39743" y="301051"/>
                </a:moveTo>
                <a:lnTo>
                  <a:pt x="40870" y="302470"/>
                </a:lnTo>
                <a:lnTo>
                  <a:pt x="39179" y="301761"/>
                </a:lnTo>
                <a:close/>
                <a:moveTo>
                  <a:pt x="33872" y="126048"/>
                </a:moveTo>
                <a:lnTo>
                  <a:pt x="34332" y="127796"/>
                </a:lnTo>
                <a:lnTo>
                  <a:pt x="33643" y="126922"/>
                </a:lnTo>
                <a:close/>
                <a:moveTo>
                  <a:pt x="8577" y="89377"/>
                </a:moveTo>
                <a:lnTo>
                  <a:pt x="9151" y="90272"/>
                </a:lnTo>
                <a:lnTo>
                  <a:pt x="8290" y="89824"/>
                </a:lnTo>
                <a:close/>
                <a:moveTo>
                  <a:pt x="68256" y="203295"/>
                </a:moveTo>
                <a:lnTo>
                  <a:pt x="68797" y="203784"/>
                </a:lnTo>
                <a:lnTo>
                  <a:pt x="67986" y="203540"/>
                </a:lnTo>
                <a:close/>
                <a:moveTo>
                  <a:pt x="17780" y="86982"/>
                </a:moveTo>
                <a:lnTo>
                  <a:pt x="19448" y="88123"/>
                </a:lnTo>
                <a:lnTo>
                  <a:pt x="16946" y="87552"/>
                </a:lnTo>
                <a:close/>
                <a:moveTo>
                  <a:pt x="69524" y="297141"/>
                </a:moveTo>
                <a:lnTo>
                  <a:pt x="70855" y="298167"/>
                </a:lnTo>
                <a:lnTo>
                  <a:pt x="68858" y="297654"/>
                </a:lnTo>
                <a:close/>
                <a:moveTo>
                  <a:pt x="60003" y="127898"/>
                </a:moveTo>
                <a:lnTo>
                  <a:pt x="62175" y="128378"/>
                </a:lnTo>
                <a:lnTo>
                  <a:pt x="58917" y="128138"/>
                </a:lnTo>
                <a:close/>
                <a:moveTo>
                  <a:pt x="63326" y="236377"/>
                </a:moveTo>
                <a:lnTo>
                  <a:pt x="65375" y="236693"/>
                </a:lnTo>
                <a:lnTo>
                  <a:pt x="62301" y="236535"/>
                </a:lnTo>
                <a:close/>
                <a:moveTo>
                  <a:pt x="69791" y="138929"/>
                </a:moveTo>
                <a:lnTo>
                  <a:pt x="71317" y="139514"/>
                </a:lnTo>
                <a:lnTo>
                  <a:pt x="69028" y="139221"/>
                </a:lnTo>
                <a:close/>
                <a:moveTo>
                  <a:pt x="63740" y="345448"/>
                </a:moveTo>
                <a:lnTo>
                  <a:pt x="64214" y="346214"/>
                </a:lnTo>
                <a:lnTo>
                  <a:pt x="63503" y="345831"/>
                </a:lnTo>
                <a:close/>
                <a:moveTo>
                  <a:pt x="62775" y="392453"/>
                </a:moveTo>
                <a:lnTo>
                  <a:pt x="63360" y="392977"/>
                </a:lnTo>
                <a:lnTo>
                  <a:pt x="62483" y="392715"/>
                </a:lnTo>
                <a:close/>
                <a:moveTo>
                  <a:pt x="7375" y="100104"/>
                </a:moveTo>
                <a:lnTo>
                  <a:pt x="8761" y="101375"/>
                </a:lnTo>
                <a:lnTo>
                  <a:pt x="6682" y="100739"/>
                </a:lnTo>
                <a:close/>
                <a:moveTo>
                  <a:pt x="41257" y="379175"/>
                </a:moveTo>
                <a:lnTo>
                  <a:pt x="42141" y="379858"/>
                </a:lnTo>
                <a:lnTo>
                  <a:pt x="40815" y="379517"/>
                </a:lnTo>
                <a:close/>
                <a:moveTo>
                  <a:pt x="21337" y="403239"/>
                </a:moveTo>
                <a:lnTo>
                  <a:pt x="22921" y="404013"/>
                </a:lnTo>
                <a:lnTo>
                  <a:pt x="20545" y="403626"/>
                </a:lnTo>
                <a:close/>
                <a:moveTo>
                  <a:pt x="20767" y="182818"/>
                </a:moveTo>
                <a:lnTo>
                  <a:pt x="22317" y="184320"/>
                </a:lnTo>
                <a:lnTo>
                  <a:pt x="19991" y="183569"/>
                </a:lnTo>
                <a:close/>
                <a:moveTo>
                  <a:pt x="11559" y="217009"/>
                </a:moveTo>
                <a:lnTo>
                  <a:pt x="12148" y="217555"/>
                </a:lnTo>
                <a:lnTo>
                  <a:pt x="11265" y="217282"/>
                </a:lnTo>
                <a:close/>
                <a:moveTo>
                  <a:pt x="48528" y="102050"/>
                </a:moveTo>
                <a:lnTo>
                  <a:pt x="50511" y="103547"/>
                </a:lnTo>
                <a:lnTo>
                  <a:pt x="47536" y="102798"/>
                </a:lnTo>
                <a:close/>
                <a:moveTo>
                  <a:pt x="7753" y="266957"/>
                </a:moveTo>
                <a:lnTo>
                  <a:pt x="8567" y="267623"/>
                </a:lnTo>
                <a:lnTo>
                  <a:pt x="7345" y="267290"/>
                </a:lnTo>
                <a:close/>
                <a:moveTo>
                  <a:pt x="24543" y="81267"/>
                </a:moveTo>
                <a:lnTo>
                  <a:pt x="25702" y="82680"/>
                </a:lnTo>
                <a:lnTo>
                  <a:pt x="23964" y="81973"/>
                </a:lnTo>
                <a:close/>
                <a:moveTo>
                  <a:pt x="46947" y="47251"/>
                </a:moveTo>
                <a:lnTo>
                  <a:pt x="49099" y="48900"/>
                </a:lnTo>
                <a:lnTo>
                  <a:pt x="45871" y="48076"/>
                </a:lnTo>
                <a:close/>
                <a:moveTo>
                  <a:pt x="45861" y="122237"/>
                </a:moveTo>
                <a:lnTo>
                  <a:pt x="46397" y="123584"/>
                </a:lnTo>
                <a:lnTo>
                  <a:pt x="45592" y="122911"/>
                </a:lnTo>
                <a:close/>
                <a:moveTo>
                  <a:pt x="5545" y="408061"/>
                </a:moveTo>
                <a:lnTo>
                  <a:pt x="6046" y="409222"/>
                </a:lnTo>
                <a:lnTo>
                  <a:pt x="5295" y="408641"/>
                </a:lnTo>
                <a:close/>
                <a:moveTo>
                  <a:pt x="10832" y="431293"/>
                </a:moveTo>
                <a:lnTo>
                  <a:pt x="11528" y="431600"/>
                </a:lnTo>
                <a:lnTo>
                  <a:pt x="10485" y="431446"/>
                </a:lnTo>
                <a:close/>
                <a:moveTo>
                  <a:pt x="25062" y="32943"/>
                </a:moveTo>
                <a:lnTo>
                  <a:pt x="26151" y="33977"/>
                </a:lnTo>
                <a:lnTo>
                  <a:pt x="24517" y="33460"/>
                </a:lnTo>
                <a:close/>
                <a:moveTo>
                  <a:pt x="59729" y="414164"/>
                </a:moveTo>
                <a:lnTo>
                  <a:pt x="60347" y="415186"/>
                </a:lnTo>
                <a:lnTo>
                  <a:pt x="59421" y="414675"/>
                </a:lnTo>
                <a:close/>
                <a:moveTo>
                  <a:pt x="49397" y="322748"/>
                </a:moveTo>
                <a:lnTo>
                  <a:pt x="49837" y="323836"/>
                </a:lnTo>
                <a:lnTo>
                  <a:pt x="49177" y="323292"/>
                </a:lnTo>
                <a:close/>
                <a:moveTo>
                  <a:pt x="24530" y="173841"/>
                </a:moveTo>
                <a:lnTo>
                  <a:pt x="25906" y="174556"/>
                </a:lnTo>
                <a:lnTo>
                  <a:pt x="23841" y="174199"/>
                </a:lnTo>
                <a:close/>
                <a:moveTo>
                  <a:pt x="57499" y="202509"/>
                </a:moveTo>
                <a:lnTo>
                  <a:pt x="58052" y="204214"/>
                </a:lnTo>
                <a:lnTo>
                  <a:pt x="57222" y="203361"/>
                </a:lnTo>
                <a:close/>
                <a:moveTo>
                  <a:pt x="12782" y="2578"/>
                </a:moveTo>
                <a:lnTo>
                  <a:pt x="13180" y="3735"/>
                </a:lnTo>
                <a:lnTo>
                  <a:pt x="12582" y="3156"/>
                </a:lnTo>
                <a:close/>
                <a:moveTo>
                  <a:pt x="26862" y="246339"/>
                </a:moveTo>
                <a:lnTo>
                  <a:pt x="28219" y="247927"/>
                </a:lnTo>
                <a:lnTo>
                  <a:pt x="26184" y="247133"/>
                </a:lnTo>
                <a:close/>
                <a:moveTo>
                  <a:pt x="24778" y="254347"/>
                </a:moveTo>
                <a:lnTo>
                  <a:pt x="25431" y="255140"/>
                </a:lnTo>
                <a:lnTo>
                  <a:pt x="24451" y="254744"/>
                </a:lnTo>
                <a:close/>
                <a:moveTo>
                  <a:pt x="39492" y="80715"/>
                </a:moveTo>
                <a:lnTo>
                  <a:pt x="40315" y="81440"/>
                </a:lnTo>
                <a:lnTo>
                  <a:pt x="39081" y="81077"/>
                </a:lnTo>
                <a:close/>
                <a:moveTo>
                  <a:pt x="49509" y="303579"/>
                </a:moveTo>
                <a:lnTo>
                  <a:pt x="50658" y="304621"/>
                </a:lnTo>
                <a:lnTo>
                  <a:pt x="48935" y="304100"/>
                </a:lnTo>
                <a:close/>
                <a:moveTo>
                  <a:pt x="14929" y="169050"/>
                </a:moveTo>
                <a:lnTo>
                  <a:pt x="15915" y="170594"/>
                </a:lnTo>
                <a:lnTo>
                  <a:pt x="14435" y="169822"/>
                </a:lnTo>
                <a:close/>
                <a:moveTo>
                  <a:pt x="17609" y="322278"/>
                </a:moveTo>
                <a:lnTo>
                  <a:pt x="19047" y="323324"/>
                </a:lnTo>
                <a:lnTo>
                  <a:pt x="16890" y="322801"/>
                </a:lnTo>
                <a:close/>
                <a:moveTo>
                  <a:pt x="29724" y="370078"/>
                </a:moveTo>
                <a:lnTo>
                  <a:pt x="30315" y="371075"/>
                </a:lnTo>
                <a:lnTo>
                  <a:pt x="29429" y="370576"/>
                </a:lnTo>
                <a:close/>
                <a:moveTo>
                  <a:pt x="25026" y="18421"/>
                </a:moveTo>
                <a:lnTo>
                  <a:pt x="26166" y="18764"/>
                </a:lnTo>
                <a:lnTo>
                  <a:pt x="24456" y="18593"/>
                </a:lnTo>
                <a:close/>
                <a:moveTo>
                  <a:pt x="39290" y="139769"/>
                </a:moveTo>
                <a:lnTo>
                  <a:pt x="41419" y="141046"/>
                </a:lnTo>
                <a:lnTo>
                  <a:pt x="38226" y="140408"/>
                </a:lnTo>
                <a:close/>
                <a:moveTo>
                  <a:pt x="70608" y="390926"/>
                </a:moveTo>
                <a:lnTo>
                  <a:pt x="71935" y="392147"/>
                </a:lnTo>
                <a:lnTo>
                  <a:pt x="69944" y="391536"/>
                </a:lnTo>
                <a:close/>
                <a:moveTo>
                  <a:pt x="69862" y="55978"/>
                </a:moveTo>
                <a:lnTo>
                  <a:pt x="70435" y="56800"/>
                </a:lnTo>
                <a:lnTo>
                  <a:pt x="69576" y="56389"/>
                </a:lnTo>
                <a:close/>
                <a:moveTo>
                  <a:pt x="55788" y="415648"/>
                </a:moveTo>
                <a:lnTo>
                  <a:pt x="57576" y="417215"/>
                </a:lnTo>
                <a:lnTo>
                  <a:pt x="54894" y="416432"/>
                </a:lnTo>
                <a:close/>
                <a:moveTo>
                  <a:pt x="63100" y="41832"/>
                </a:moveTo>
                <a:lnTo>
                  <a:pt x="65103" y="42509"/>
                </a:lnTo>
                <a:lnTo>
                  <a:pt x="62098" y="42170"/>
                </a:lnTo>
                <a:close/>
                <a:moveTo>
                  <a:pt x="65136" y="97929"/>
                </a:moveTo>
                <a:lnTo>
                  <a:pt x="65636" y="99038"/>
                </a:lnTo>
                <a:lnTo>
                  <a:pt x="64887" y="98484"/>
                </a:lnTo>
                <a:close/>
                <a:moveTo>
                  <a:pt x="20922" y="340233"/>
                </a:moveTo>
                <a:lnTo>
                  <a:pt x="21646" y="341199"/>
                </a:lnTo>
                <a:lnTo>
                  <a:pt x="20561" y="340716"/>
                </a:lnTo>
                <a:close/>
                <a:moveTo>
                  <a:pt x="38641" y="387341"/>
                </a:moveTo>
                <a:lnTo>
                  <a:pt x="40120" y="387946"/>
                </a:lnTo>
                <a:lnTo>
                  <a:pt x="37902" y="387643"/>
                </a:lnTo>
                <a:close/>
                <a:moveTo>
                  <a:pt x="1715" y="335654"/>
                </a:moveTo>
                <a:lnTo>
                  <a:pt x="2278" y="336969"/>
                </a:lnTo>
                <a:lnTo>
                  <a:pt x="1434" y="336312"/>
                </a:lnTo>
                <a:close/>
                <a:moveTo>
                  <a:pt x="58452" y="159668"/>
                </a:moveTo>
                <a:lnTo>
                  <a:pt x="58884" y="160214"/>
                </a:lnTo>
                <a:lnTo>
                  <a:pt x="58237" y="159941"/>
                </a:lnTo>
                <a:close/>
                <a:moveTo>
                  <a:pt x="17641" y="364196"/>
                </a:moveTo>
                <a:lnTo>
                  <a:pt x="18338" y="365797"/>
                </a:lnTo>
                <a:lnTo>
                  <a:pt x="17293" y="364997"/>
                </a:lnTo>
                <a:close/>
                <a:moveTo>
                  <a:pt x="50176" y="89792"/>
                </a:moveTo>
                <a:lnTo>
                  <a:pt x="51880" y="91505"/>
                </a:lnTo>
                <a:lnTo>
                  <a:pt x="49324" y="90649"/>
                </a:lnTo>
                <a:close/>
                <a:moveTo>
                  <a:pt x="51561" y="415544"/>
                </a:moveTo>
                <a:lnTo>
                  <a:pt x="53579" y="416039"/>
                </a:lnTo>
                <a:lnTo>
                  <a:pt x="50552" y="415792"/>
                </a:lnTo>
                <a:close/>
                <a:moveTo>
                  <a:pt x="42048" y="273703"/>
                </a:moveTo>
                <a:lnTo>
                  <a:pt x="42399" y="274825"/>
                </a:lnTo>
                <a:lnTo>
                  <a:pt x="41872" y="274264"/>
                </a:lnTo>
                <a:close/>
                <a:moveTo>
                  <a:pt x="23672" y="316051"/>
                </a:moveTo>
                <a:lnTo>
                  <a:pt x="24261" y="317029"/>
                </a:lnTo>
                <a:lnTo>
                  <a:pt x="23377" y="316540"/>
                </a:lnTo>
                <a:close/>
                <a:moveTo>
                  <a:pt x="7874" y="400133"/>
                </a:moveTo>
                <a:lnTo>
                  <a:pt x="8344" y="401395"/>
                </a:lnTo>
                <a:lnTo>
                  <a:pt x="7639" y="400764"/>
                </a:lnTo>
                <a:close/>
                <a:moveTo>
                  <a:pt x="28952" y="45624"/>
                </a:moveTo>
                <a:lnTo>
                  <a:pt x="30665" y="46188"/>
                </a:lnTo>
                <a:lnTo>
                  <a:pt x="28096" y="45906"/>
                </a:lnTo>
                <a:close/>
                <a:moveTo>
                  <a:pt x="28342" y="131387"/>
                </a:moveTo>
                <a:lnTo>
                  <a:pt x="28883" y="131947"/>
                </a:lnTo>
                <a:lnTo>
                  <a:pt x="28071" y="131667"/>
                </a:lnTo>
                <a:close/>
                <a:moveTo>
                  <a:pt x="37636" y="410486"/>
                </a:moveTo>
                <a:lnTo>
                  <a:pt x="39048" y="411396"/>
                </a:lnTo>
                <a:lnTo>
                  <a:pt x="36930" y="410941"/>
                </a:lnTo>
                <a:close/>
                <a:moveTo>
                  <a:pt x="42034" y="391032"/>
                </a:moveTo>
                <a:lnTo>
                  <a:pt x="42460" y="392778"/>
                </a:lnTo>
                <a:lnTo>
                  <a:pt x="41820" y="391905"/>
                </a:lnTo>
                <a:close/>
                <a:moveTo>
                  <a:pt x="24011" y="222785"/>
                </a:moveTo>
                <a:lnTo>
                  <a:pt x="24983" y="223577"/>
                </a:lnTo>
                <a:lnTo>
                  <a:pt x="23524" y="223181"/>
                </a:lnTo>
                <a:close/>
                <a:moveTo>
                  <a:pt x="43392" y="53198"/>
                </a:moveTo>
                <a:lnTo>
                  <a:pt x="44993" y="54447"/>
                </a:lnTo>
                <a:lnTo>
                  <a:pt x="42592" y="53822"/>
                </a:lnTo>
                <a:close/>
                <a:moveTo>
                  <a:pt x="20049" y="221595"/>
                </a:moveTo>
                <a:lnTo>
                  <a:pt x="21849" y="223392"/>
                </a:lnTo>
                <a:lnTo>
                  <a:pt x="19149" y="222494"/>
                </a:lnTo>
                <a:close/>
                <a:moveTo>
                  <a:pt x="28751" y="290702"/>
                </a:moveTo>
                <a:lnTo>
                  <a:pt x="30580" y="292323"/>
                </a:lnTo>
                <a:lnTo>
                  <a:pt x="27836" y="291513"/>
                </a:lnTo>
                <a:close/>
                <a:moveTo>
                  <a:pt x="57744" y="9494"/>
                </a:moveTo>
                <a:lnTo>
                  <a:pt x="58543" y="10234"/>
                </a:lnTo>
                <a:lnTo>
                  <a:pt x="57344" y="9864"/>
                </a:lnTo>
                <a:close/>
                <a:moveTo>
                  <a:pt x="62190" y="374517"/>
                </a:moveTo>
                <a:lnTo>
                  <a:pt x="63392" y="374834"/>
                </a:lnTo>
                <a:lnTo>
                  <a:pt x="61588" y="374675"/>
                </a:lnTo>
                <a:close/>
                <a:moveTo>
                  <a:pt x="53820" y="431741"/>
                </a:moveTo>
                <a:lnTo>
                  <a:pt x="55025" y="432103"/>
                </a:lnTo>
                <a:lnTo>
                  <a:pt x="53218" y="431922"/>
                </a:lnTo>
                <a:close/>
                <a:moveTo>
                  <a:pt x="16805" y="270946"/>
                </a:moveTo>
                <a:lnTo>
                  <a:pt x="18018" y="272179"/>
                </a:lnTo>
                <a:lnTo>
                  <a:pt x="16199" y="271563"/>
                </a:lnTo>
                <a:close/>
                <a:moveTo>
                  <a:pt x="63434" y="34245"/>
                </a:moveTo>
                <a:lnTo>
                  <a:pt x="64604" y="35483"/>
                </a:lnTo>
                <a:lnTo>
                  <a:pt x="62849" y="34864"/>
                </a:lnTo>
                <a:close/>
                <a:moveTo>
                  <a:pt x="25956" y="79150"/>
                </a:moveTo>
                <a:lnTo>
                  <a:pt x="27090" y="80902"/>
                </a:lnTo>
                <a:lnTo>
                  <a:pt x="25389" y="80026"/>
                </a:lnTo>
                <a:close/>
                <a:moveTo>
                  <a:pt x="5867" y="315339"/>
                </a:moveTo>
                <a:lnTo>
                  <a:pt x="7743" y="316264"/>
                </a:lnTo>
                <a:lnTo>
                  <a:pt x="4929" y="315802"/>
                </a:lnTo>
                <a:close/>
                <a:moveTo>
                  <a:pt x="30571" y="435248"/>
                </a:moveTo>
                <a:lnTo>
                  <a:pt x="32554" y="436262"/>
                </a:lnTo>
                <a:lnTo>
                  <a:pt x="29580" y="435755"/>
                </a:lnTo>
                <a:close/>
                <a:moveTo>
                  <a:pt x="48147" y="161233"/>
                </a:moveTo>
                <a:lnTo>
                  <a:pt x="50034" y="162883"/>
                </a:lnTo>
                <a:lnTo>
                  <a:pt x="47203" y="162058"/>
                </a:lnTo>
                <a:close/>
                <a:moveTo>
                  <a:pt x="29589" y="272771"/>
                </a:moveTo>
                <a:lnTo>
                  <a:pt x="30691" y="273178"/>
                </a:lnTo>
                <a:lnTo>
                  <a:pt x="29037" y="272975"/>
                </a:lnTo>
                <a:close/>
                <a:moveTo>
                  <a:pt x="18587" y="22913"/>
                </a:moveTo>
                <a:lnTo>
                  <a:pt x="19223" y="23628"/>
                </a:lnTo>
                <a:lnTo>
                  <a:pt x="18269" y="23271"/>
                </a:lnTo>
                <a:close/>
                <a:moveTo>
                  <a:pt x="8015" y="286352"/>
                </a:moveTo>
                <a:lnTo>
                  <a:pt x="9723" y="286659"/>
                </a:lnTo>
                <a:lnTo>
                  <a:pt x="7161" y="286506"/>
                </a:lnTo>
                <a:close/>
                <a:moveTo>
                  <a:pt x="52102" y="156210"/>
                </a:moveTo>
                <a:lnTo>
                  <a:pt x="54179" y="157995"/>
                </a:lnTo>
                <a:lnTo>
                  <a:pt x="51064" y="157103"/>
                </a:lnTo>
                <a:close/>
                <a:moveTo>
                  <a:pt x="51025" y="52305"/>
                </a:moveTo>
                <a:lnTo>
                  <a:pt x="52712" y="52943"/>
                </a:lnTo>
                <a:lnTo>
                  <a:pt x="50181" y="52624"/>
                </a:lnTo>
                <a:close/>
                <a:moveTo>
                  <a:pt x="1765" y="298240"/>
                </a:moveTo>
                <a:lnTo>
                  <a:pt x="2932" y="299897"/>
                </a:lnTo>
                <a:lnTo>
                  <a:pt x="1182" y="299069"/>
                </a:lnTo>
                <a:close/>
                <a:moveTo>
                  <a:pt x="2047" y="397628"/>
                </a:moveTo>
                <a:lnTo>
                  <a:pt x="2812" y="399367"/>
                </a:lnTo>
                <a:lnTo>
                  <a:pt x="1664" y="398498"/>
                </a:lnTo>
                <a:close/>
                <a:moveTo>
                  <a:pt x="56852" y="94703"/>
                </a:moveTo>
                <a:lnTo>
                  <a:pt x="58968" y="95587"/>
                </a:lnTo>
                <a:lnTo>
                  <a:pt x="55794" y="95145"/>
                </a:lnTo>
                <a:close/>
                <a:moveTo>
                  <a:pt x="69022" y="372360"/>
                </a:moveTo>
                <a:lnTo>
                  <a:pt x="70371" y="373540"/>
                </a:lnTo>
                <a:lnTo>
                  <a:pt x="68347" y="372950"/>
                </a:lnTo>
                <a:close/>
                <a:moveTo>
                  <a:pt x="62345" y="429628"/>
                </a:moveTo>
                <a:lnTo>
                  <a:pt x="64343" y="430160"/>
                </a:lnTo>
                <a:lnTo>
                  <a:pt x="61346" y="429894"/>
                </a:lnTo>
                <a:close/>
                <a:moveTo>
                  <a:pt x="32237" y="318305"/>
                </a:moveTo>
                <a:lnTo>
                  <a:pt x="33425" y="319180"/>
                </a:lnTo>
                <a:lnTo>
                  <a:pt x="31643" y="318743"/>
                </a:lnTo>
                <a:close/>
                <a:moveTo>
                  <a:pt x="23944" y="75440"/>
                </a:moveTo>
                <a:lnTo>
                  <a:pt x="25920" y="76067"/>
                </a:lnTo>
                <a:lnTo>
                  <a:pt x="22956" y="75754"/>
                </a:lnTo>
                <a:close/>
                <a:moveTo>
                  <a:pt x="37328" y="33804"/>
                </a:moveTo>
                <a:lnTo>
                  <a:pt x="38519" y="34822"/>
                </a:lnTo>
                <a:lnTo>
                  <a:pt x="36732" y="34313"/>
                </a:lnTo>
                <a:close/>
                <a:moveTo>
                  <a:pt x="5759" y="174008"/>
                </a:moveTo>
                <a:lnTo>
                  <a:pt x="6538" y="174442"/>
                </a:lnTo>
                <a:lnTo>
                  <a:pt x="5369" y="174225"/>
                </a:lnTo>
                <a:close/>
                <a:moveTo>
                  <a:pt x="8998" y="119131"/>
                </a:moveTo>
                <a:lnTo>
                  <a:pt x="9802" y="120361"/>
                </a:lnTo>
                <a:lnTo>
                  <a:pt x="8596" y="119746"/>
                </a:lnTo>
                <a:close/>
                <a:moveTo>
                  <a:pt x="61984" y="243512"/>
                </a:moveTo>
                <a:lnTo>
                  <a:pt x="64154" y="244175"/>
                </a:lnTo>
                <a:lnTo>
                  <a:pt x="60898" y="243844"/>
                </a:lnTo>
                <a:close/>
                <a:moveTo>
                  <a:pt x="5693" y="107563"/>
                </a:moveTo>
                <a:lnTo>
                  <a:pt x="7382" y="108607"/>
                </a:lnTo>
                <a:lnTo>
                  <a:pt x="4849" y="108085"/>
                </a:lnTo>
                <a:close/>
                <a:moveTo>
                  <a:pt x="46202" y="173373"/>
                </a:moveTo>
                <a:lnTo>
                  <a:pt x="47040" y="174541"/>
                </a:lnTo>
                <a:lnTo>
                  <a:pt x="45783" y="173957"/>
                </a:lnTo>
                <a:close/>
                <a:moveTo>
                  <a:pt x="52733" y="150603"/>
                </a:moveTo>
                <a:lnTo>
                  <a:pt x="54194" y="152171"/>
                </a:lnTo>
                <a:lnTo>
                  <a:pt x="52002" y="151387"/>
                </a:lnTo>
                <a:close/>
                <a:moveTo>
                  <a:pt x="42632" y="423771"/>
                </a:moveTo>
                <a:lnTo>
                  <a:pt x="43039" y="424161"/>
                </a:lnTo>
                <a:lnTo>
                  <a:pt x="42429" y="423966"/>
                </a:lnTo>
                <a:close/>
                <a:moveTo>
                  <a:pt x="65692" y="359454"/>
                </a:moveTo>
                <a:lnTo>
                  <a:pt x="66389" y="360678"/>
                </a:lnTo>
                <a:lnTo>
                  <a:pt x="65343" y="360066"/>
                </a:lnTo>
                <a:close/>
                <a:moveTo>
                  <a:pt x="23952" y="195607"/>
                </a:moveTo>
                <a:lnTo>
                  <a:pt x="25784" y="196232"/>
                </a:lnTo>
                <a:lnTo>
                  <a:pt x="23037" y="195919"/>
                </a:lnTo>
                <a:close/>
                <a:moveTo>
                  <a:pt x="60031" y="249364"/>
                </a:moveTo>
                <a:lnTo>
                  <a:pt x="61916" y="250209"/>
                </a:lnTo>
                <a:lnTo>
                  <a:pt x="59088" y="249787"/>
                </a:lnTo>
                <a:close/>
                <a:moveTo>
                  <a:pt x="9745" y="408372"/>
                </a:moveTo>
                <a:lnTo>
                  <a:pt x="11574" y="409113"/>
                </a:lnTo>
                <a:lnTo>
                  <a:pt x="8830" y="408742"/>
                </a:lnTo>
                <a:close/>
                <a:moveTo>
                  <a:pt x="36385" y="425579"/>
                </a:moveTo>
                <a:lnTo>
                  <a:pt x="37473" y="427182"/>
                </a:lnTo>
                <a:lnTo>
                  <a:pt x="35841" y="426380"/>
                </a:lnTo>
                <a:close/>
                <a:moveTo>
                  <a:pt x="56618" y="113908"/>
                </a:moveTo>
                <a:lnTo>
                  <a:pt x="57535" y="114351"/>
                </a:lnTo>
                <a:lnTo>
                  <a:pt x="56159" y="114129"/>
                </a:lnTo>
                <a:close/>
                <a:moveTo>
                  <a:pt x="16427" y="191853"/>
                </a:moveTo>
                <a:lnTo>
                  <a:pt x="18537" y="193463"/>
                </a:lnTo>
                <a:lnTo>
                  <a:pt x="15371" y="192658"/>
                </a:lnTo>
                <a:close/>
                <a:moveTo>
                  <a:pt x="20270" y="406759"/>
                </a:moveTo>
                <a:lnTo>
                  <a:pt x="21452" y="407229"/>
                </a:lnTo>
                <a:lnTo>
                  <a:pt x="19680" y="406994"/>
                </a:lnTo>
                <a:close/>
                <a:moveTo>
                  <a:pt x="62351" y="226969"/>
                </a:moveTo>
                <a:lnTo>
                  <a:pt x="64334" y="228293"/>
                </a:lnTo>
                <a:lnTo>
                  <a:pt x="61360" y="227631"/>
                </a:lnTo>
                <a:close/>
                <a:moveTo>
                  <a:pt x="40634" y="166306"/>
                </a:moveTo>
                <a:lnTo>
                  <a:pt x="41279" y="167726"/>
                </a:lnTo>
                <a:lnTo>
                  <a:pt x="40312" y="167016"/>
                </a:lnTo>
                <a:close/>
                <a:moveTo>
                  <a:pt x="53126" y="433143"/>
                </a:moveTo>
                <a:lnTo>
                  <a:pt x="55307" y="434148"/>
                </a:lnTo>
                <a:lnTo>
                  <a:pt x="52036" y="433645"/>
                </a:lnTo>
                <a:close/>
                <a:moveTo>
                  <a:pt x="1950" y="16865"/>
                </a:moveTo>
                <a:lnTo>
                  <a:pt x="2641" y="17542"/>
                </a:lnTo>
                <a:lnTo>
                  <a:pt x="1604" y="17204"/>
                </a:lnTo>
                <a:close/>
                <a:moveTo>
                  <a:pt x="35120" y="194857"/>
                </a:moveTo>
                <a:lnTo>
                  <a:pt x="35835" y="196070"/>
                </a:lnTo>
                <a:lnTo>
                  <a:pt x="34762" y="195464"/>
                </a:lnTo>
                <a:close/>
                <a:moveTo>
                  <a:pt x="35216" y="198899"/>
                </a:moveTo>
                <a:lnTo>
                  <a:pt x="37222" y="200459"/>
                </a:lnTo>
                <a:lnTo>
                  <a:pt x="34213" y="199679"/>
                </a:lnTo>
                <a:close/>
                <a:moveTo>
                  <a:pt x="33414" y="286367"/>
                </a:moveTo>
                <a:lnTo>
                  <a:pt x="35118" y="286948"/>
                </a:lnTo>
                <a:lnTo>
                  <a:pt x="32561" y="286657"/>
                </a:lnTo>
                <a:close/>
                <a:moveTo>
                  <a:pt x="59151" y="257279"/>
                </a:moveTo>
                <a:lnTo>
                  <a:pt x="59799" y="258604"/>
                </a:lnTo>
                <a:lnTo>
                  <a:pt x="58828" y="257942"/>
                </a:lnTo>
                <a:close/>
                <a:moveTo>
                  <a:pt x="25527" y="327249"/>
                </a:moveTo>
                <a:lnTo>
                  <a:pt x="27036" y="328769"/>
                </a:lnTo>
                <a:lnTo>
                  <a:pt x="24773" y="328009"/>
                </a:lnTo>
                <a:close/>
                <a:moveTo>
                  <a:pt x="59718" y="332868"/>
                </a:moveTo>
                <a:lnTo>
                  <a:pt x="61506" y="334167"/>
                </a:lnTo>
                <a:lnTo>
                  <a:pt x="58824" y="333518"/>
                </a:lnTo>
                <a:close/>
                <a:moveTo>
                  <a:pt x="44600" y="205008"/>
                </a:moveTo>
                <a:lnTo>
                  <a:pt x="46739" y="206503"/>
                </a:lnTo>
                <a:lnTo>
                  <a:pt x="43531" y="205755"/>
                </a:lnTo>
                <a:close/>
                <a:moveTo>
                  <a:pt x="49491" y="23913"/>
                </a:moveTo>
                <a:lnTo>
                  <a:pt x="50356" y="25211"/>
                </a:lnTo>
                <a:lnTo>
                  <a:pt x="49058" y="24562"/>
                </a:lnTo>
                <a:close/>
                <a:moveTo>
                  <a:pt x="15738" y="22272"/>
                </a:moveTo>
                <a:lnTo>
                  <a:pt x="16563" y="22616"/>
                </a:lnTo>
                <a:lnTo>
                  <a:pt x="15326" y="22444"/>
                </a:lnTo>
                <a:close/>
                <a:moveTo>
                  <a:pt x="33130" y="285866"/>
                </a:moveTo>
                <a:lnTo>
                  <a:pt x="34554" y="286934"/>
                </a:lnTo>
                <a:lnTo>
                  <a:pt x="32418" y="286400"/>
                </a:lnTo>
                <a:close/>
                <a:moveTo>
                  <a:pt x="6753" y="169189"/>
                </a:moveTo>
                <a:lnTo>
                  <a:pt x="8193" y="170732"/>
                </a:lnTo>
                <a:lnTo>
                  <a:pt x="6033" y="169961"/>
                </a:lnTo>
                <a:close/>
                <a:moveTo>
                  <a:pt x="69898" y="338518"/>
                </a:moveTo>
                <a:lnTo>
                  <a:pt x="71942" y="339958"/>
                </a:lnTo>
                <a:lnTo>
                  <a:pt x="68877" y="339238"/>
                </a:lnTo>
                <a:close/>
                <a:moveTo>
                  <a:pt x="56825" y="322395"/>
                </a:moveTo>
                <a:lnTo>
                  <a:pt x="57638" y="323909"/>
                </a:lnTo>
                <a:lnTo>
                  <a:pt x="56419" y="323152"/>
                </a:lnTo>
                <a:close/>
                <a:moveTo>
                  <a:pt x="37604" y="284350"/>
                </a:moveTo>
                <a:lnTo>
                  <a:pt x="38347" y="284847"/>
                </a:lnTo>
                <a:lnTo>
                  <a:pt x="37232" y="284599"/>
                </a:lnTo>
                <a:close/>
                <a:moveTo>
                  <a:pt x="50416" y="416309"/>
                </a:moveTo>
                <a:lnTo>
                  <a:pt x="52596" y="417713"/>
                </a:lnTo>
                <a:lnTo>
                  <a:pt x="49326" y="417011"/>
                </a:lnTo>
                <a:close/>
                <a:moveTo>
                  <a:pt x="4034" y="367706"/>
                </a:moveTo>
                <a:lnTo>
                  <a:pt x="5502" y="368723"/>
                </a:lnTo>
                <a:lnTo>
                  <a:pt x="3300" y="368215"/>
                </a:lnTo>
                <a:close/>
                <a:moveTo>
                  <a:pt x="47510" y="422430"/>
                </a:moveTo>
                <a:lnTo>
                  <a:pt x="49603" y="424219"/>
                </a:lnTo>
                <a:lnTo>
                  <a:pt x="46464" y="423324"/>
                </a:lnTo>
                <a:close/>
                <a:moveTo>
                  <a:pt x="30217" y="161797"/>
                </a:moveTo>
                <a:lnTo>
                  <a:pt x="31632" y="163053"/>
                </a:lnTo>
                <a:lnTo>
                  <a:pt x="29510" y="162425"/>
                </a:lnTo>
                <a:close/>
                <a:moveTo>
                  <a:pt x="67747" y="66301"/>
                </a:moveTo>
                <a:lnTo>
                  <a:pt x="69842" y="67390"/>
                </a:lnTo>
                <a:lnTo>
                  <a:pt x="66699" y="66846"/>
                </a:lnTo>
                <a:close/>
                <a:moveTo>
                  <a:pt x="47808" y="104531"/>
                </a:moveTo>
                <a:lnTo>
                  <a:pt x="48478" y="106033"/>
                </a:lnTo>
                <a:lnTo>
                  <a:pt x="47473" y="105282"/>
                </a:lnTo>
                <a:close/>
                <a:moveTo>
                  <a:pt x="41834" y="151470"/>
                </a:moveTo>
                <a:lnTo>
                  <a:pt x="43879" y="153208"/>
                </a:lnTo>
                <a:lnTo>
                  <a:pt x="40812" y="152339"/>
                </a:lnTo>
                <a:close/>
                <a:moveTo>
                  <a:pt x="5735" y="351280"/>
                </a:moveTo>
                <a:lnTo>
                  <a:pt x="6418" y="351813"/>
                </a:lnTo>
                <a:lnTo>
                  <a:pt x="5393" y="351546"/>
                </a:lnTo>
                <a:close/>
                <a:moveTo>
                  <a:pt x="4756" y="84096"/>
                </a:moveTo>
                <a:lnTo>
                  <a:pt x="5237" y="84864"/>
                </a:lnTo>
                <a:lnTo>
                  <a:pt x="4515" y="84480"/>
                </a:lnTo>
                <a:close/>
                <a:moveTo>
                  <a:pt x="64458" y="203143"/>
                </a:moveTo>
                <a:lnTo>
                  <a:pt x="66244" y="203982"/>
                </a:lnTo>
                <a:lnTo>
                  <a:pt x="63566" y="203563"/>
                </a:lnTo>
                <a:close/>
                <a:moveTo>
                  <a:pt x="22945" y="322222"/>
                </a:moveTo>
                <a:lnTo>
                  <a:pt x="23852" y="322831"/>
                </a:lnTo>
                <a:lnTo>
                  <a:pt x="22492" y="322527"/>
                </a:lnTo>
                <a:close/>
                <a:moveTo>
                  <a:pt x="51984" y="159811"/>
                </a:moveTo>
                <a:lnTo>
                  <a:pt x="53056" y="161528"/>
                </a:lnTo>
                <a:lnTo>
                  <a:pt x="51449" y="160669"/>
                </a:lnTo>
                <a:close/>
                <a:moveTo>
                  <a:pt x="56110" y="27499"/>
                </a:moveTo>
                <a:lnTo>
                  <a:pt x="57602" y="28546"/>
                </a:lnTo>
                <a:lnTo>
                  <a:pt x="55364" y="28022"/>
                </a:lnTo>
                <a:close/>
                <a:moveTo>
                  <a:pt x="49070" y="385132"/>
                </a:moveTo>
                <a:lnTo>
                  <a:pt x="50596" y="386619"/>
                </a:lnTo>
                <a:lnTo>
                  <a:pt x="48307" y="385875"/>
                </a:lnTo>
                <a:close/>
                <a:moveTo>
                  <a:pt x="47305" y="915"/>
                </a:moveTo>
                <a:lnTo>
                  <a:pt x="49158" y="1594"/>
                </a:lnTo>
                <a:lnTo>
                  <a:pt x="46378" y="1254"/>
                </a:lnTo>
                <a:close/>
                <a:moveTo>
                  <a:pt x="10071" y="50062"/>
                </a:moveTo>
                <a:lnTo>
                  <a:pt x="10582" y="50484"/>
                </a:lnTo>
                <a:lnTo>
                  <a:pt x="9816" y="50273"/>
                </a:lnTo>
                <a:close/>
                <a:moveTo>
                  <a:pt x="34101" y="299568"/>
                </a:moveTo>
                <a:lnTo>
                  <a:pt x="36078" y="301070"/>
                </a:lnTo>
                <a:lnTo>
                  <a:pt x="33113" y="300319"/>
                </a:lnTo>
                <a:close/>
                <a:moveTo>
                  <a:pt x="16147" y="388790"/>
                </a:moveTo>
                <a:lnTo>
                  <a:pt x="17328" y="390375"/>
                </a:lnTo>
                <a:lnTo>
                  <a:pt x="15557" y="389582"/>
                </a:lnTo>
                <a:close/>
                <a:moveTo>
                  <a:pt x="15078" y="314237"/>
                </a:moveTo>
                <a:lnTo>
                  <a:pt x="15521" y="315810"/>
                </a:lnTo>
                <a:lnTo>
                  <a:pt x="14857" y="315024"/>
                </a:lnTo>
                <a:close/>
                <a:moveTo>
                  <a:pt x="64444" y="224811"/>
                </a:moveTo>
                <a:lnTo>
                  <a:pt x="65438" y="226232"/>
                </a:lnTo>
                <a:lnTo>
                  <a:pt x="63947" y="225522"/>
                </a:lnTo>
                <a:close/>
                <a:moveTo>
                  <a:pt x="14167" y="207462"/>
                </a:moveTo>
                <a:lnTo>
                  <a:pt x="15383" y="208131"/>
                </a:lnTo>
                <a:lnTo>
                  <a:pt x="13559" y="207797"/>
                </a:lnTo>
                <a:close/>
                <a:moveTo>
                  <a:pt x="24299" y="426324"/>
                </a:moveTo>
                <a:lnTo>
                  <a:pt x="25012" y="427582"/>
                </a:lnTo>
                <a:lnTo>
                  <a:pt x="23942" y="426953"/>
                </a:lnTo>
                <a:close/>
                <a:moveTo>
                  <a:pt x="42620" y="107843"/>
                </a:moveTo>
                <a:lnTo>
                  <a:pt x="43571" y="108306"/>
                </a:lnTo>
                <a:lnTo>
                  <a:pt x="42144" y="108075"/>
                </a:lnTo>
                <a:close/>
                <a:moveTo>
                  <a:pt x="62665" y="221279"/>
                </a:moveTo>
                <a:lnTo>
                  <a:pt x="63645" y="222688"/>
                </a:lnTo>
                <a:lnTo>
                  <a:pt x="62174" y="221984"/>
                </a:lnTo>
                <a:close/>
                <a:moveTo>
                  <a:pt x="23655" y="30228"/>
                </a:moveTo>
                <a:lnTo>
                  <a:pt x="25350" y="31789"/>
                </a:lnTo>
                <a:lnTo>
                  <a:pt x="22807" y="31009"/>
                </a:lnTo>
                <a:close/>
                <a:moveTo>
                  <a:pt x="57799" y="271420"/>
                </a:moveTo>
                <a:lnTo>
                  <a:pt x="58184" y="272654"/>
                </a:lnTo>
                <a:lnTo>
                  <a:pt x="57606" y="272037"/>
                </a:lnTo>
                <a:close/>
                <a:moveTo>
                  <a:pt x="51999" y="357256"/>
                </a:moveTo>
                <a:lnTo>
                  <a:pt x="53855" y="358146"/>
                </a:lnTo>
                <a:lnTo>
                  <a:pt x="51071" y="357701"/>
                </a:lnTo>
                <a:close/>
                <a:moveTo>
                  <a:pt x="26421" y="99725"/>
                </a:moveTo>
                <a:lnTo>
                  <a:pt x="26841" y="100776"/>
                </a:lnTo>
                <a:lnTo>
                  <a:pt x="26212" y="100250"/>
                </a:lnTo>
                <a:close/>
                <a:moveTo>
                  <a:pt x="11903" y="30706"/>
                </a:moveTo>
                <a:lnTo>
                  <a:pt x="13343" y="31019"/>
                </a:lnTo>
                <a:lnTo>
                  <a:pt x="11183" y="30863"/>
                </a:lnTo>
                <a:close/>
                <a:moveTo>
                  <a:pt x="31894" y="320743"/>
                </a:moveTo>
                <a:lnTo>
                  <a:pt x="32293" y="322062"/>
                </a:lnTo>
                <a:lnTo>
                  <a:pt x="31694" y="321403"/>
                </a:lnTo>
                <a:close/>
                <a:moveTo>
                  <a:pt x="25114" y="81256"/>
                </a:moveTo>
                <a:lnTo>
                  <a:pt x="27025" y="82312"/>
                </a:lnTo>
                <a:lnTo>
                  <a:pt x="24158" y="81784"/>
                </a:lnTo>
                <a:close/>
                <a:moveTo>
                  <a:pt x="51150" y="264874"/>
                </a:moveTo>
                <a:lnTo>
                  <a:pt x="51758" y="265621"/>
                </a:lnTo>
                <a:lnTo>
                  <a:pt x="50845" y="265248"/>
                </a:lnTo>
                <a:close/>
                <a:moveTo>
                  <a:pt x="40636" y="197890"/>
                </a:moveTo>
                <a:lnTo>
                  <a:pt x="42084" y="198385"/>
                </a:lnTo>
                <a:lnTo>
                  <a:pt x="39912" y="198137"/>
                </a:lnTo>
                <a:close/>
                <a:moveTo>
                  <a:pt x="11268" y="179356"/>
                </a:moveTo>
                <a:lnTo>
                  <a:pt x="11679" y="181059"/>
                </a:lnTo>
                <a:lnTo>
                  <a:pt x="11063" y="180208"/>
                </a:lnTo>
                <a:close/>
                <a:moveTo>
                  <a:pt x="51537" y="403145"/>
                </a:moveTo>
                <a:lnTo>
                  <a:pt x="53314" y="403748"/>
                </a:lnTo>
                <a:lnTo>
                  <a:pt x="50648" y="403447"/>
                </a:lnTo>
                <a:close/>
                <a:moveTo>
                  <a:pt x="25235" y="95120"/>
                </a:moveTo>
                <a:lnTo>
                  <a:pt x="26363" y="95881"/>
                </a:lnTo>
                <a:lnTo>
                  <a:pt x="24671" y="95501"/>
                </a:lnTo>
                <a:close/>
                <a:moveTo>
                  <a:pt x="37022" y="173642"/>
                </a:moveTo>
                <a:lnTo>
                  <a:pt x="37736" y="175212"/>
                </a:lnTo>
                <a:lnTo>
                  <a:pt x="36665" y="174427"/>
                </a:lnTo>
                <a:close/>
                <a:moveTo>
                  <a:pt x="55525" y="423583"/>
                </a:moveTo>
                <a:lnTo>
                  <a:pt x="57140" y="425232"/>
                </a:lnTo>
                <a:lnTo>
                  <a:pt x="54717" y="424408"/>
                </a:lnTo>
                <a:close/>
                <a:moveTo>
                  <a:pt x="21540" y="155368"/>
                </a:moveTo>
                <a:lnTo>
                  <a:pt x="22790" y="156695"/>
                </a:lnTo>
                <a:lnTo>
                  <a:pt x="20915" y="156032"/>
                </a:lnTo>
                <a:close/>
                <a:moveTo>
                  <a:pt x="68258" y="374104"/>
                </a:moveTo>
                <a:lnTo>
                  <a:pt x="70238" y="375663"/>
                </a:lnTo>
                <a:lnTo>
                  <a:pt x="67268" y="374884"/>
                </a:lnTo>
                <a:close/>
                <a:moveTo>
                  <a:pt x="64080" y="361093"/>
                </a:moveTo>
                <a:lnTo>
                  <a:pt x="64481" y="362454"/>
                </a:lnTo>
                <a:lnTo>
                  <a:pt x="63879" y="361774"/>
                </a:lnTo>
                <a:close/>
                <a:moveTo>
                  <a:pt x="68836" y="39716"/>
                </a:moveTo>
                <a:lnTo>
                  <a:pt x="70967" y="41511"/>
                </a:lnTo>
                <a:lnTo>
                  <a:pt x="67771" y="40614"/>
                </a:lnTo>
                <a:close/>
                <a:moveTo>
                  <a:pt x="65915" y="271808"/>
                </a:moveTo>
                <a:lnTo>
                  <a:pt x="67538" y="273235"/>
                </a:lnTo>
                <a:lnTo>
                  <a:pt x="65104" y="272522"/>
                </a:lnTo>
                <a:close/>
                <a:moveTo>
                  <a:pt x="43265" y="98458"/>
                </a:moveTo>
                <a:lnTo>
                  <a:pt x="44467" y="100217"/>
                </a:lnTo>
                <a:lnTo>
                  <a:pt x="42663" y="99337"/>
                </a:lnTo>
                <a:close/>
                <a:moveTo>
                  <a:pt x="36863" y="86897"/>
                </a:moveTo>
                <a:lnTo>
                  <a:pt x="38812" y="87403"/>
                </a:lnTo>
                <a:lnTo>
                  <a:pt x="35889" y="87150"/>
                </a:lnTo>
                <a:close/>
                <a:moveTo>
                  <a:pt x="20107" y="217446"/>
                </a:moveTo>
                <a:lnTo>
                  <a:pt x="21989" y="218529"/>
                </a:lnTo>
                <a:lnTo>
                  <a:pt x="19166" y="217988"/>
                </a:lnTo>
                <a:close/>
                <a:moveTo>
                  <a:pt x="33540" y="197045"/>
                </a:moveTo>
                <a:lnTo>
                  <a:pt x="35248" y="198515"/>
                </a:lnTo>
                <a:lnTo>
                  <a:pt x="32686" y="197780"/>
                </a:lnTo>
                <a:close/>
                <a:moveTo>
                  <a:pt x="42276" y="117251"/>
                </a:moveTo>
                <a:lnTo>
                  <a:pt x="43751" y="118559"/>
                </a:lnTo>
                <a:lnTo>
                  <a:pt x="41539" y="117905"/>
                </a:lnTo>
                <a:close/>
                <a:moveTo>
                  <a:pt x="65397" y="55842"/>
                </a:moveTo>
                <a:lnTo>
                  <a:pt x="66520" y="57167"/>
                </a:lnTo>
                <a:lnTo>
                  <a:pt x="64835" y="56504"/>
                </a:lnTo>
                <a:close/>
                <a:moveTo>
                  <a:pt x="39853" y="68418"/>
                </a:moveTo>
                <a:lnTo>
                  <a:pt x="41852" y="68963"/>
                </a:lnTo>
                <a:lnTo>
                  <a:pt x="38854" y="68691"/>
                </a:lnTo>
                <a:close/>
                <a:moveTo>
                  <a:pt x="70082" y="184089"/>
                </a:moveTo>
                <a:lnTo>
                  <a:pt x="70924" y="185302"/>
                </a:lnTo>
                <a:lnTo>
                  <a:pt x="69661" y="184695"/>
                </a:lnTo>
                <a:close/>
                <a:moveTo>
                  <a:pt x="32932" y="315009"/>
                </a:moveTo>
                <a:lnTo>
                  <a:pt x="34357" y="315751"/>
                </a:lnTo>
                <a:lnTo>
                  <a:pt x="32219" y="315380"/>
                </a:lnTo>
                <a:close/>
                <a:moveTo>
                  <a:pt x="43235" y="82555"/>
                </a:moveTo>
                <a:lnTo>
                  <a:pt x="44586" y="84340"/>
                </a:lnTo>
                <a:lnTo>
                  <a:pt x="42560" y="83447"/>
                </a:lnTo>
                <a:close/>
                <a:moveTo>
                  <a:pt x="61038" y="70149"/>
                </a:moveTo>
                <a:lnTo>
                  <a:pt x="62742" y="71227"/>
                </a:lnTo>
                <a:lnTo>
                  <a:pt x="60186" y="70688"/>
                </a:lnTo>
                <a:close/>
                <a:moveTo>
                  <a:pt x="51695" y="398990"/>
                </a:moveTo>
                <a:lnTo>
                  <a:pt x="52673" y="399610"/>
                </a:lnTo>
                <a:lnTo>
                  <a:pt x="51206" y="399300"/>
                </a:lnTo>
                <a:close/>
                <a:moveTo>
                  <a:pt x="2357" y="188709"/>
                </a:moveTo>
                <a:lnTo>
                  <a:pt x="4264" y="190298"/>
                </a:lnTo>
                <a:lnTo>
                  <a:pt x="1404" y="189504"/>
                </a:lnTo>
                <a:close/>
                <a:moveTo>
                  <a:pt x="54447" y="137671"/>
                </a:moveTo>
                <a:lnTo>
                  <a:pt x="55523" y="138416"/>
                </a:lnTo>
                <a:lnTo>
                  <a:pt x="53909" y="138044"/>
                </a:lnTo>
                <a:close/>
                <a:moveTo>
                  <a:pt x="13172" y="165870"/>
                </a:moveTo>
                <a:lnTo>
                  <a:pt x="14527" y="167073"/>
                </a:lnTo>
                <a:lnTo>
                  <a:pt x="12494" y="166472"/>
                </a:lnTo>
                <a:close/>
                <a:moveTo>
                  <a:pt x="39998" y="210973"/>
                </a:moveTo>
                <a:lnTo>
                  <a:pt x="41523" y="212562"/>
                </a:lnTo>
                <a:lnTo>
                  <a:pt x="39235" y="211767"/>
                </a:lnTo>
                <a:close/>
                <a:moveTo>
                  <a:pt x="43786" y="114426"/>
                </a:moveTo>
                <a:lnTo>
                  <a:pt x="44222" y="115504"/>
                </a:lnTo>
                <a:lnTo>
                  <a:pt x="43568" y="114965"/>
                </a:lnTo>
                <a:close/>
                <a:moveTo>
                  <a:pt x="52158" y="401286"/>
                </a:moveTo>
                <a:lnTo>
                  <a:pt x="52642" y="402723"/>
                </a:lnTo>
                <a:lnTo>
                  <a:pt x="51916" y="402005"/>
                </a:lnTo>
                <a:close/>
                <a:moveTo>
                  <a:pt x="51265" y="167403"/>
                </a:moveTo>
                <a:lnTo>
                  <a:pt x="52459" y="169127"/>
                </a:lnTo>
                <a:lnTo>
                  <a:pt x="50668" y="168265"/>
                </a:lnTo>
                <a:close/>
                <a:moveTo>
                  <a:pt x="38374" y="285402"/>
                </a:moveTo>
                <a:lnTo>
                  <a:pt x="38972" y="286383"/>
                </a:lnTo>
                <a:lnTo>
                  <a:pt x="38075" y="285892"/>
                </a:lnTo>
                <a:close/>
                <a:moveTo>
                  <a:pt x="15399" y="435893"/>
                </a:moveTo>
                <a:lnTo>
                  <a:pt x="17572" y="436855"/>
                </a:lnTo>
                <a:lnTo>
                  <a:pt x="14312" y="436374"/>
                </a:lnTo>
                <a:close/>
                <a:moveTo>
                  <a:pt x="3862" y="20248"/>
                </a:moveTo>
                <a:lnTo>
                  <a:pt x="4568" y="21992"/>
                </a:lnTo>
                <a:lnTo>
                  <a:pt x="3509" y="21120"/>
                </a:lnTo>
                <a:close/>
                <a:moveTo>
                  <a:pt x="69174" y="435816"/>
                </a:moveTo>
                <a:lnTo>
                  <a:pt x="69957" y="436147"/>
                </a:lnTo>
                <a:lnTo>
                  <a:pt x="68782" y="435982"/>
                </a:lnTo>
                <a:close/>
                <a:moveTo>
                  <a:pt x="32719" y="410751"/>
                </a:moveTo>
                <a:lnTo>
                  <a:pt x="33129" y="411153"/>
                </a:lnTo>
                <a:lnTo>
                  <a:pt x="32514" y="410952"/>
                </a:lnTo>
                <a:close/>
                <a:moveTo>
                  <a:pt x="23922" y="3605"/>
                </a:moveTo>
                <a:lnTo>
                  <a:pt x="26007" y="4751"/>
                </a:lnTo>
                <a:lnTo>
                  <a:pt x="22879" y="4178"/>
                </a:lnTo>
                <a:close/>
                <a:moveTo>
                  <a:pt x="65106" y="386681"/>
                </a:moveTo>
                <a:lnTo>
                  <a:pt x="66828" y="388115"/>
                </a:lnTo>
                <a:lnTo>
                  <a:pt x="64245" y="387398"/>
                </a:lnTo>
                <a:close/>
                <a:moveTo>
                  <a:pt x="70557" y="381631"/>
                </a:moveTo>
                <a:lnTo>
                  <a:pt x="72573" y="382709"/>
                </a:lnTo>
                <a:lnTo>
                  <a:pt x="69549" y="382170"/>
                </a:lnTo>
                <a:close/>
                <a:moveTo>
                  <a:pt x="14353" y="238561"/>
                </a:moveTo>
                <a:lnTo>
                  <a:pt x="16059" y="239771"/>
                </a:lnTo>
                <a:lnTo>
                  <a:pt x="13500" y="239166"/>
                </a:lnTo>
                <a:close/>
                <a:moveTo>
                  <a:pt x="45964" y="299391"/>
                </a:moveTo>
                <a:lnTo>
                  <a:pt x="47121" y="300810"/>
                </a:lnTo>
                <a:lnTo>
                  <a:pt x="45385" y="300101"/>
                </a:lnTo>
                <a:close/>
                <a:moveTo>
                  <a:pt x="8956" y="399611"/>
                </a:moveTo>
                <a:lnTo>
                  <a:pt x="10021" y="401256"/>
                </a:lnTo>
                <a:lnTo>
                  <a:pt x="8423" y="400434"/>
                </a:lnTo>
                <a:close/>
                <a:moveTo>
                  <a:pt x="59470" y="318694"/>
                </a:moveTo>
                <a:lnTo>
                  <a:pt x="61405" y="319358"/>
                </a:lnTo>
                <a:lnTo>
                  <a:pt x="58502" y="319026"/>
                </a:lnTo>
                <a:close/>
                <a:moveTo>
                  <a:pt x="14615" y="236267"/>
                </a:moveTo>
                <a:lnTo>
                  <a:pt x="15334" y="236940"/>
                </a:lnTo>
                <a:lnTo>
                  <a:pt x="14256" y="236603"/>
                </a:lnTo>
                <a:close/>
                <a:moveTo>
                  <a:pt x="49973" y="244728"/>
                </a:moveTo>
                <a:lnTo>
                  <a:pt x="52052" y="246034"/>
                </a:lnTo>
                <a:lnTo>
                  <a:pt x="48934" y="245381"/>
                </a:lnTo>
                <a:close/>
                <a:moveTo>
                  <a:pt x="18498" y="94642"/>
                </a:moveTo>
                <a:lnTo>
                  <a:pt x="19169" y="95344"/>
                </a:lnTo>
                <a:lnTo>
                  <a:pt x="18163" y="94993"/>
                </a:lnTo>
                <a:close/>
                <a:moveTo>
                  <a:pt x="55339" y="313726"/>
                </a:moveTo>
                <a:lnTo>
                  <a:pt x="56634" y="314695"/>
                </a:lnTo>
                <a:lnTo>
                  <a:pt x="54692" y="314211"/>
                </a:lnTo>
                <a:close/>
                <a:moveTo>
                  <a:pt x="28158" y="36823"/>
                </a:moveTo>
                <a:lnTo>
                  <a:pt x="28740" y="38472"/>
                </a:lnTo>
                <a:lnTo>
                  <a:pt x="27867" y="37647"/>
                </a:lnTo>
                <a:close/>
                <a:moveTo>
                  <a:pt x="28118" y="277418"/>
                </a:moveTo>
                <a:lnTo>
                  <a:pt x="28892" y="278750"/>
                </a:lnTo>
                <a:lnTo>
                  <a:pt x="27731" y="278084"/>
                </a:lnTo>
                <a:close/>
                <a:moveTo>
                  <a:pt x="60838" y="435242"/>
                </a:moveTo>
                <a:lnTo>
                  <a:pt x="61315" y="436638"/>
                </a:lnTo>
                <a:lnTo>
                  <a:pt x="60600" y="435940"/>
                </a:lnTo>
                <a:close/>
                <a:moveTo>
                  <a:pt x="7903" y="38043"/>
                </a:moveTo>
                <a:lnTo>
                  <a:pt x="9052" y="39129"/>
                </a:lnTo>
                <a:lnTo>
                  <a:pt x="7329" y="38586"/>
                </a:lnTo>
                <a:close/>
                <a:moveTo>
                  <a:pt x="26201" y="35931"/>
                </a:moveTo>
                <a:lnTo>
                  <a:pt x="28065" y="36497"/>
                </a:lnTo>
                <a:lnTo>
                  <a:pt x="25270" y="36214"/>
                </a:lnTo>
                <a:close/>
                <a:moveTo>
                  <a:pt x="67588" y="326363"/>
                </a:moveTo>
                <a:lnTo>
                  <a:pt x="69641" y="327446"/>
                </a:lnTo>
                <a:lnTo>
                  <a:pt x="66562" y="326905"/>
                </a:lnTo>
                <a:close/>
                <a:moveTo>
                  <a:pt x="49500" y="100930"/>
                </a:moveTo>
                <a:lnTo>
                  <a:pt x="50107" y="101556"/>
                </a:lnTo>
                <a:lnTo>
                  <a:pt x="49197" y="101243"/>
                </a:lnTo>
                <a:close/>
                <a:moveTo>
                  <a:pt x="23345" y="316559"/>
                </a:moveTo>
                <a:lnTo>
                  <a:pt x="25333" y="317344"/>
                </a:lnTo>
                <a:lnTo>
                  <a:pt x="22350" y="316952"/>
                </a:lnTo>
                <a:close/>
                <a:moveTo>
                  <a:pt x="9715" y="371448"/>
                </a:moveTo>
                <a:lnTo>
                  <a:pt x="11421" y="372001"/>
                </a:lnTo>
                <a:lnTo>
                  <a:pt x="8862" y="371725"/>
                </a:lnTo>
                <a:close/>
                <a:moveTo>
                  <a:pt x="13088" y="200945"/>
                </a:moveTo>
                <a:lnTo>
                  <a:pt x="13767" y="202250"/>
                </a:lnTo>
                <a:lnTo>
                  <a:pt x="12748" y="201597"/>
                </a:lnTo>
                <a:close/>
                <a:moveTo>
                  <a:pt x="26907" y="193019"/>
                </a:moveTo>
                <a:lnTo>
                  <a:pt x="28540" y="193949"/>
                </a:lnTo>
                <a:lnTo>
                  <a:pt x="26090" y="193484"/>
                </a:lnTo>
                <a:close/>
                <a:moveTo>
                  <a:pt x="32299" y="4739"/>
                </a:moveTo>
                <a:lnTo>
                  <a:pt x="33933" y="5178"/>
                </a:lnTo>
                <a:lnTo>
                  <a:pt x="31482" y="4958"/>
                </a:lnTo>
                <a:close/>
                <a:moveTo>
                  <a:pt x="21910" y="51941"/>
                </a:moveTo>
                <a:lnTo>
                  <a:pt x="23775" y="53251"/>
                </a:lnTo>
                <a:lnTo>
                  <a:pt x="20978" y="52596"/>
                </a:lnTo>
                <a:close/>
                <a:moveTo>
                  <a:pt x="35340" y="342768"/>
                </a:moveTo>
                <a:lnTo>
                  <a:pt x="36811" y="343125"/>
                </a:lnTo>
                <a:lnTo>
                  <a:pt x="34604" y="342947"/>
                </a:lnTo>
                <a:close/>
                <a:moveTo>
                  <a:pt x="23979" y="95314"/>
                </a:moveTo>
                <a:lnTo>
                  <a:pt x="24440" y="96741"/>
                </a:lnTo>
                <a:lnTo>
                  <a:pt x="23749" y="96027"/>
                </a:lnTo>
                <a:close/>
                <a:moveTo>
                  <a:pt x="53262" y="198964"/>
                </a:moveTo>
                <a:lnTo>
                  <a:pt x="53846" y="200762"/>
                </a:lnTo>
                <a:lnTo>
                  <a:pt x="52969" y="199863"/>
                </a:lnTo>
                <a:close/>
                <a:moveTo>
                  <a:pt x="33009" y="330987"/>
                </a:moveTo>
                <a:lnTo>
                  <a:pt x="33874" y="331468"/>
                </a:lnTo>
                <a:lnTo>
                  <a:pt x="32576" y="331227"/>
                </a:lnTo>
                <a:close/>
                <a:moveTo>
                  <a:pt x="18472" y="221797"/>
                </a:moveTo>
                <a:lnTo>
                  <a:pt x="19155" y="222332"/>
                </a:lnTo>
                <a:lnTo>
                  <a:pt x="18131" y="222065"/>
                </a:lnTo>
                <a:close/>
                <a:moveTo>
                  <a:pt x="49322" y="553"/>
                </a:moveTo>
                <a:lnTo>
                  <a:pt x="50985" y="2004"/>
                </a:lnTo>
                <a:lnTo>
                  <a:pt x="48490" y="1279"/>
                </a:lnTo>
                <a:close/>
                <a:moveTo>
                  <a:pt x="31921" y="219295"/>
                </a:moveTo>
                <a:lnTo>
                  <a:pt x="33816" y="220308"/>
                </a:lnTo>
                <a:lnTo>
                  <a:pt x="30974" y="219801"/>
                </a:lnTo>
                <a:close/>
                <a:moveTo>
                  <a:pt x="38328" y="266941"/>
                </a:moveTo>
                <a:lnTo>
                  <a:pt x="40347" y="268206"/>
                </a:lnTo>
                <a:lnTo>
                  <a:pt x="37319" y="267574"/>
                </a:lnTo>
                <a:close/>
                <a:moveTo>
                  <a:pt x="60127" y="290929"/>
                </a:moveTo>
                <a:lnTo>
                  <a:pt x="61595" y="291957"/>
                </a:lnTo>
                <a:lnTo>
                  <a:pt x="59393" y="291443"/>
                </a:lnTo>
                <a:close/>
                <a:moveTo>
                  <a:pt x="2370" y="188647"/>
                </a:moveTo>
                <a:lnTo>
                  <a:pt x="2775" y="190147"/>
                </a:lnTo>
                <a:lnTo>
                  <a:pt x="2167" y="189397"/>
                </a:lnTo>
                <a:close/>
                <a:moveTo>
                  <a:pt x="46795" y="209621"/>
                </a:moveTo>
                <a:lnTo>
                  <a:pt x="48304" y="210459"/>
                </a:lnTo>
                <a:lnTo>
                  <a:pt x="46041" y="210040"/>
                </a:lnTo>
                <a:close/>
                <a:moveTo>
                  <a:pt x="31240" y="338086"/>
                </a:moveTo>
                <a:lnTo>
                  <a:pt x="33054" y="339097"/>
                </a:lnTo>
                <a:lnTo>
                  <a:pt x="30332" y="338592"/>
                </a:lnTo>
                <a:close/>
                <a:moveTo>
                  <a:pt x="41945" y="282926"/>
                </a:moveTo>
                <a:lnTo>
                  <a:pt x="42370" y="283662"/>
                </a:lnTo>
                <a:lnTo>
                  <a:pt x="41732" y="283294"/>
                </a:lnTo>
                <a:close/>
                <a:moveTo>
                  <a:pt x="46187" y="274704"/>
                </a:moveTo>
                <a:lnTo>
                  <a:pt x="46853" y="275349"/>
                </a:lnTo>
                <a:lnTo>
                  <a:pt x="45854" y="275026"/>
                </a:lnTo>
                <a:close/>
                <a:moveTo>
                  <a:pt x="8895" y="354435"/>
                </a:moveTo>
                <a:lnTo>
                  <a:pt x="10417" y="356113"/>
                </a:lnTo>
                <a:lnTo>
                  <a:pt x="8133" y="355274"/>
                </a:lnTo>
                <a:close/>
                <a:moveTo>
                  <a:pt x="24931" y="130670"/>
                </a:moveTo>
                <a:lnTo>
                  <a:pt x="25648" y="131243"/>
                </a:lnTo>
                <a:lnTo>
                  <a:pt x="24572" y="130957"/>
                </a:lnTo>
                <a:close/>
                <a:moveTo>
                  <a:pt x="43997" y="241241"/>
                </a:moveTo>
                <a:lnTo>
                  <a:pt x="45243" y="242287"/>
                </a:lnTo>
                <a:lnTo>
                  <a:pt x="43374" y="241764"/>
                </a:lnTo>
                <a:close/>
                <a:moveTo>
                  <a:pt x="60002" y="353121"/>
                </a:moveTo>
                <a:lnTo>
                  <a:pt x="61675" y="353912"/>
                </a:lnTo>
                <a:lnTo>
                  <a:pt x="59165" y="353517"/>
                </a:lnTo>
                <a:close/>
                <a:moveTo>
                  <a:pt x="61172" y="118864"/>
                </a:moveTo>
                <a:lnTo>
                  <a:pt x="61738" y="119363"/>
                </a:lnTo>
                <a:lnTo>
                  <a:pt x="60889" y="119113"/>
                </a:lnTo>
                <a:close/>
                <a:moveTo>
                  <a:pt x="4174" y="0"/>
                </a:moveTo>
                <a:lnTo>
                  <a:pt x="5288" y="1529"/>
                </a:lnTo>
                <a:lnTo>
                  <a:pt x="3616" y="765"/>
                </a:lnTo>
                <a:close/>
                <a:moveTo>
                  <a:pt x="45434" y="85822"/>
                </a:moveTo>
                <a:lnTo>
                  <a:pt x="46158" y="87375"/>
                </a:lnTo>
                <a:lnTo>
                  <a:pt x="45073" y="86598"/>
                </a:lnTo>
                <a:close/>
                <a:moveTo>
                  <a:pt x="41781" y="95535"/>
                </a:moveTo>
                <a:lnTo>
                  <a:pt x="42296" y="97173"/>
                </a:lnTo>
                <a:lnTo>
                  <a:pt x="41523" y="96354"/>
                </a:lnTo>
                <a:close/>
                <a:moveTo>
                  <a:pt x="13351" y="13988"/>
                </a:moveTo>
                <a:lnTo>
                  <a:pt x="14567" y="15148"/>
                </a:lnTo>
                <a:lnTo>
                  <a:pt x="12743" y="14568"/>
                </a:lnTo>
                <a:close/>
                <a:moveTo>
                  <a:pt x="47032" y="357867"/>
                </a:moveTo>
                <a:lnTo>
                  <a:pt x="48397" y="359638"/>
                </a:lnTo>
                <a:lnTo>
                  <a:pt x="46349" y="358752"/>
                </a:lnTo>
                <a:close/>
                <a:moveTo>
                  <a:pt x="44296" y="232113"/>
                </a:moveTo>
                <a:lnTo>
                  <a:pt x="45928" y="233756"/>
                </a:lnTo>
                <a:lnTo>
                  <a:pt x="43479" y="232935"/>
                </a:lnTo>
                <a:close/>
                <a:moveTo>
                  <a:pt x="52087" y="185673"/>
                </a:moveTo>
                <a:lnTo>
                  <a:pt x="54222" y="187431"/>
                </a:lnTo>
                <a:lnTo>
                  <a:pt x="51019" y="186552"/>
                </a:lnTo>
                <a:close/>
                <a:moveTo>
                  <a:pt x="26483" y="354184"/>
                </a:moveTo>
                <a:lnTo>
                  <a:pt x="27123" y="355603"/>
                </a:lnTo>
                <a:lnTo>
                  <a:pt x="26162" y="354894"/>
                </a:lnTo>
                <a:close/>
                <a:moveTo>
                  <a:pt x="26246" y="60962"/>
                </a:moveTo>
                <a:lnTo>
                  <a:pt x="27577" y="62624"/>
                </a:lnTo>
                <a:lnTo>
                  <a:pt x="25581" y="61793"/>
                </a:lnTo>
                <a:close/>
                <a:moveTo>
                  <a:pt x="56268" y="82995"/>
                </a:moveTo>
                <a:lnTo>
                  <a:pt x="57882" y="84663"/>
                </a:lnTo>
                <a:lnTo>
                  <a:pt x="55461" y="83829"/>
                </a:lnTo>
                <a:close/>
                <a:moveTo>
                  <a:pt x="25208" y="123587"/>
                </a:moveTo>
                <a:lnTo>
                  <a:pt x="26052" y="125354"/>
                </a:lnTo>
                <a:lnTo>
                  <a:pt x="24785" y="124471"/>
                </a:lnTo>
                <a:close/>
                <a:moveTo>
                  <a:pt x="10326" y="144111"/>
                </a:moveTo>
                <a:lnTo>
                  <a:pt x="12166" y="145563"/>
                </a:lnTo>
                <a:lnTo>
                  <a:pt x="9406" y="144837"/>
                </a:lnTo>
                <a:close/>
                <a:moveTo>
                  <a:pt x="33922" y="36085"/>
                </a:moveTo>
                <a:lnTo>
                  <a:pt x="36092" y="37219"/>
                </a:lnTo>
                <a:lnTo>
                  <a:pt x="32837" y="36652"/>
                </a:lnTo>
                <a:close/>
                <a:moveTo>
                  <a:pt x="53499" y="135455"/>
                </a:moveTo>
                <a:lnTo>
                  <a:pt x="54834" y="135904"/>
                </a:lnTo>
                <a:lnTo>
                  <a:pt x="52831" y="135680"/>
                </a:lnTo>
                <a:close/>
                <a:moveTo>
                  <a:pt x="16962" y="123826"/>
                </a:moveTo>
                <a:lnTo>
                  <a:pt x="17824" y="125308"/>
                </a:lnTo>
                <a:lnTo>
                  <a:pt x="16531" y="124567"/>
                </a:lnTo>
                <a:close/>
                <a:moveTo>
                  <a:pt x="67987" y="308887"/>
                </a:moveTo>
                <a:lnTo>
                  <a:pt x="69459" y="309922"/>
                </a:lnTo>
                <a:lnTo>
                  <a:pt x="67251" y="309405"/>
                </a:lnTo>
                <a:close/>
                <a:moveTo>
                  <a:pt x="49136" y="374296"/>
                </a:moveTo>
                <a:lnTo>
                  <a:pt x="50927" y="375645"/>
                </a:lnTo>
                <a:lnTo>
                  <a:pt x="48241" y="374971"/>
                </a:lnTo>
                <a:close/>
                <a:moveTo>
                  <a:pt x="46930" y="355733"/>
                </a:moveTo>
                <a:lnTo>
                  <a:pt x="48481" y="356276"/>
                </a:lnTo>
                <a:lnTo>
                  <a:pt x="46155" y="356004"/>
                </a:lnTo>
                <a:close/>
                <a:moveTo>
                  <a:pt x="54634" y="333250"/>
                </a:moveTo>
                <a:lnTo>
                  <a:pt x="55856" y="334348"/>
                </a:lnTo>
                <a:lnTo>
                  <a:pt x="54022" y="333799"/>
                </a:lnTo>
                <a:close/>
                <a:moveTo>
                  <a:pt x="70330" y="49380"/>
                </a:moveTo>
                <a:lnTo>
                  <a:pt x="71736" y="50199"/>
                </a:lnTo>
                <a:lnTo>
                  <a:pt x="69627" y="49790"/>
                </a:lnTo>
                <a:close/>
                <a:moveTo>
                  <a:pt x="27083" y="292092"/>
                </a:moveTo>
                <a:lnTo>
                  <a:pt x="27631" y="293438"/>
                </a:lnTo>
                <a:lnTo>
                  <a:pt x="26809" y="292765"/>
                </a:lnTo>
                <a:close/>
                <a:moveTo>
                  <a:pt x="27121" y="117494"/>
                </a:moveTo>
                <a:lnTo>
                  <a:pt x="27800" y="118589"/>
                </a:lnTo>
                <a:lnTo>
                  <a:pt x="26781" y="118041"/>
                </a:lnTo>
                <a:close/>
                <a:moveTo>
                  <a:pt x="25672" y="153891"/>
                </a:moveTo>
                <a:lnTo>
                  <a:pt x="27004" y="154280"/>
                </a:lnTo>
                <a:lnTo>
                  <a:pt x="25007" y="154086"/>
                </a:lnTo>
                <a:close/>
                <a:moveTo>
                  <a:pt x="34668" y="149980"/>
                </a:moveTo>
                <a:lnTo>
                  <a:pt x="36822" y="150568"/>
                </a:lnTo>
                <a:lnTo>
                  <a:pt x="33591" y="150274"/>
                </a:lnTo>
                <a:close/>
                <a:moveTo>
                  <a:pt x="25937" y="109001"/>
                </a:moveTo>
                <a:lnTo>
                  <a:pt x="26829" y="109387"/>
                </a:lnTo>
                <a:lnTo>
                  <a:pt x="25492" y="109194"/>
                </a:lnTo>
                <a:close/>
                <a:moveTo>
                  <a:pt x="1752" y="257156"/>
                </a:moveTo>
                <a:lnTo>
                  <a:pt x="2903" y="257514"/>
                </a:lnTo>
                <a:lnTo>
                  <a:pt x="1177" y="257335"/>
                </a:lnTo>
                <a:close/>
                <a:moveTo>
                  <a:pt x="26209" y="434135"/>
                </a:moveTo>
                <a:lnTo>
                  <a:pt x="26971" y="434976"/>
                </a:lnTo>
                <a:lnTo>
                  <a:pt x="25828" y="434556"/>
                </a:lnTo>
                <a:close/>
                <a:moveTo>
                  <a:pt x="70583" y="415776"/>
                </a:moveTo>
                <a:lnTo>
                  <a:pt x="71359" y="416185"/>
                </a:lnTo>
                <a:lnTo>
                  <a:pt x="70194" y="415980"/>
                </a:lnTo>
                <a:close/>
                <a:moveTo>
                  <a:pt x="57688" y="285422"/>
                </a:moveTo>
                <a:lnTo>
                  <a:pt x="58073" y="285871"/>
                </a:lnTo>
                <a:lnTo>
                  <a:pt x="57496" y="285647"/>
                </a:lnTo>
                <a:close/>
                <a:moveTo>
                  <a:pt x="43942" y="425361"/>
                </a:moveTo>
                <a:lnTo>
                  <a:pt x="45613" y="426430"/>
                </a:lnTo>
                <a:lnTo>
                  <a:pt x="43106" y="425895"/>
                </a:lnTo>
                <a:close/>
                <a:moveTo>
                  <a:pt x="10923" y="339097"/>
                </a:moveTo>
                <a:lnTo>
                  <a:pt x="11755" y="339521"/>
                </a:lnTo>
                <a:lnTo>
                  <a:pt x="10507" y="339309"/>
                </a:lnTo>
                <a:close/>
                <a:moveTo>
                  <a:pt x="29469" y="8398"/>
                </a:moveTo>
                <a:lnTo>
                  <a:pt x="29845" y="9007"/>
                </a:lnTo>
                <a:lnTo>
                  <a:pt x="29280" y="8703"/>
                </a:lnTo>
                <a:close/>
                <a:moveTo>
                  <a:pt x="7332" y="59078"/>
                </a:moveTo>
                <a:lnTo>
                  <a:pt x="8952" y="59574"/>
                </a:lnTo>
                <a:lnTo>
                  <a:pt x="6523" y="59326"/>
                </a:lnTo>
                <a:close/>
                <a:moveTo>
                  <a:pt x="37465" y="53703"/>
                </a:moveTo>
                <a:lnTo>
                  <a:pt x="38759" y="55153"/>
                </a:lnTo>
                <a:lnTo>
                  <a:pt x="36818" y="54428"/>
                </a:lnTo>
                <a:close/>
                <a:moveTo>
                  <a:pt x="68699" y="195435"/>
                </a:moveTo>
                <a:lnTo>
                  <a:pt x="70295" y="196789"/>
                </a:lnTo>
                <a:lnTo>
                  <a:pt x="67902" y="196112"/>
                </a:lnTo>
                <a:close/>
                <a:moveTo>
                  <a:pt x="10031" y="57748"/>
                </a:moveTo>
                <a:lnTo>
                  <a:pt x="12058" y="59304"/>
                </a:lnTo>
                <a:lnTo>
                  <a:pt x="9017" y="58526"/>
                </a:lnTo>
                <a:close/>
                <a:moveTo>
                  <a:pt x="36758" y="319873"/>
                </a:moveTo>
                <a:lnTo>
                  <a:pt x="37714" y="321639"/>
                </a:lnTo>
                <a:lnTo>
                  <a:pt x="36281" y="320756"/>
                </a:lnTo>
                <a:close/>
                <a:moveTo>
                  <a:pt x="29819" y="17488"/>
                </a:moveTo>
                <a:lnTo>
                  <a:pt x="31050" y="18239"/>
                </a:lnTo>
                <a:lnTo>
                  <a:pt x="29204" y="17863"/>
                </a:lnTo>
                <a:close/>
                <a:moveTo>
                  <a:pt x="43919" y="222981"/>
                </a:moveTo>
                <a:lnTo>
                  <a:pt x="45629" y="223769"/>
                </a:lnTo>
                <a:lnTo>
                  <a:pt x="43064" y="223375"/>
                </a:lnTo>
                <a:close/>
                <a:moveTo>
                  <a:pt x="4495" y="190369"/>
                </a:moveTo>
                <a:lnTo>
                  <a:pt x="5018" y="191320"/>
                </a:lnTo>
                <a:lnTo>
                  <a:pt x="4233" y="190845"/>
                </a:lnTo>
                <a:close/>
                <a:moveTo>
                  <a:pt x="10405" y="324700"/>
                </a:moveTo>
                <a:lnTo>
                  <a:pt x="12228" y="325156"/>
                </a:lnTo>
                <a:lnTo>
                  <a:pt x="9494" y="324928"/>
                </a:lnTo>
                <a:close/>
                <a:moveTo>
                  <a:pt x="27637" y="49609"/>
                </a:moveTo>
                <a:lnTo>
                  <a:pt x="28500" y="51406"/>
                </a:lnTo>
                <a:lnTo>
                  <a:pt x="27205" y="50508"/>
                </a:lnTo>
                <a:close/>
                <a:moveTo>
                  <a:pt x="30703" y="279451"/>
                </a:moveTo>
                <a:lnTo>
                  <a:pt x="31547" y="281147"/>
                </a:lnTo>
                <a:lnTo>
                  <a:pt x="30280" y="280299"/>
                </a:lnTo>
                <a:close/>
                <a:moveTo>
                  <a:pt x="37169" y="259548"/>
                </a:moveTo>
                <a:lnTo>
                  <a:pt x="38669" y="261297"/>
                </a:lnTo>
                <a:lnTo>
                  <a:pt x="36419" y="260422"/>
                </a:lnTo>
                <a:close/>
                <a:moveTo>
                  <a:pt x="65396" y="102976"/>
                </a:moveTo>
                <a:lnTo>
                  <a:pt x="66717" y="103964"/>
                </a:lnTo>
                <a:lnTo>
                  <a:pt x="64735" y="103470"/>
                </a:lnTo>
                <a:close/>
                <a:moveTo>
                  <a:pt x="67785" y="214607"/>
                </a:moveTo>
                <a:lnTo>
                  <a:pt x="69732" y="216058"/>
                </a:lnTo>
                <a:lnTo>
                  <a:pt x="66812" y="215333"/>
                </a:lnTo>
                <a:close/>
                <a:moveTo>
                  <a:pt x="54462" y="120848"/>
                </a:moveTo>
                <a:lnTo>
                  <a:pt x="54857" y="121322"/>
                </a:lnTo>
                <a:lnTo>
                  <a:pt x="54264" y="121085"/>
                </a:lnTo>
                <a:close/>
                <a:moveTo>
                  <a:pt x="60636" y="47281"/>
                </a:moveTo>
                <a:lnTo>
                  <a:pt x="62355" y="48959"/>
                </a:lnTo>
                <a:lnTo>
                  <a:pt x="59776" y="48120"/>
                </a:lnTo>
                <a:close/>
                <a:moveTo>
                  <a:pt x="6344" y="324781"/>
                </a:moveTo>
                <a:lnTo>
                  <a:pt x="6706" y="326048"/>
                </a:lnTo>
                <a:lnTo>
                  <a:pt x="6163" y="325415"/>
                </a:lnTo>
                <a:close/>
                <a:moveTo>
                  <a:pt x="34070" y="364559"/>
                </a:moveTo>
                <a:lnTo>
                  <a:pt x="34478" y="365920"/>
                </a:lnTo>
                <a:lnTo>
                  <a:pt x="33866" y="365239"/>
                </a:lnTo>
                <a:close/>
                <a:moveTo>
                  <a:pt x="62881" y="221642"/>
                </a:moveTo>
                <a:lnTo>
                  <a:pt x="64377" y="222238"/>
                </a:lnTo>
                <a:lnTo>
                  <a:pt x="62133" y="221940"/>
                </a:lnTo>
                <a:close/>
                <a:moveTo>
                  <a:pt x="46559" y="296093"/>
                </a:moveTo>
                <a:lnTo>
                  <a:pt x="47056" y="297235"/>
                </a:lnTo>
                <a:lnTo>
                  <a:pt x="46310" y="296664"/>
                </a:lnTo>
                <a:close/>
                <a:moveTo>
                  <a:pt x="10609" y="167299"/>
                </a:moveTo>
                <a:lnTo>
                  <a:pt x="12420" y="168987"/>
                </a:lnTo>
                <a:lnTo>
                  <a:pt x="9704" y="168143"/>
                </a:lnTo>
                <a:close/>
                <a:moveTo>
                  <a:pt x="25419" y="392772"/>
                </a:moveTo>
                <a:lnTo>
                  <a:pt x="27236" y="393563"/>
                </a:lnTo>
                <a:lnTo>
                  <a:pt x="24511" y="393167"/>
                </a:lnTo>
                <a:close/>
                <a:moveTo>
                  <a:pt x="68905" y="20576"/>
                </a:moveTo>
                <a:lnTo>
                  <a:pt x="70432" y="22303"/>
                </a:lnTo>
                <a:lnTo>
                  <a:pt x="68142" y="21440"/>
                </a:lnTo>
                <a:close/>
                <a:moveTo>
                  <a:pt x="39085" y="121585"/>
                </a:moveTo>
                <a:lnTo>
                  <a:pt x="40094" y="122569"/>
                </a:lnTo>
                <a:lnTo>
                  <a:pt x="38581" y="122077"/>
                </a:lnTo>
                <a:close/>
                <a:moveTo>
                  <a:pt x="60501" y="154189"/>
                </a:moveTo>
                <a:lnTo>
                  <a:pt x="62263" y="155825"/>
                </a:lnTo>
                <a:lnTo>
                  <a:pt x="59620" y="155007"/>
                </a:lnTo>
                <a:close/>
                <a:moveTo>
                  <a:pt x="38877" y="244034"/>
                </a:moveTo>
                <a:lnTo>
                  <a:pt x="39248" y="244717"/>
                </a:lnTo>
                <a:lnTo>
                  <a:pt x="38692" y="244376"/>
                </a:lnTo>
                <a:close/>
                <a:moveTo>
                  <a:pt x="29507" y="36977"/>
                </a:moveTo>
                <a:lnTo>
                  <a:pt x="31399" y="37660"/>
                </a:lnTo>
                <a:lnTo>
                  <a:pt x="28561" y="37319"/>
                </a:lnTo>
                <a:close/>
                <a:moveTo>
                  <a:pt x="29409" y="35610"/>
                </a:moveTo>
                <a:lnTo>
                  <a:pt x="30803" y="36355"/>
                </a:lnTo>
                <a:lnTo>
                  <a:pt x="28712" y="35983"/>
                </a:lnTo>
                <a:close/>
                <a:moveTo>
                  <a:pt x="33635" y="391257"/>
                </a:moveTo>
                <a:lnTo>
                  <a:pt x="35160" y="391727"/>
                </a:lnTo>
                <a:lnTo>
                  <a:pt x="32872" y="391492"/>
                </a:lnTo>
                <a:close/>
                <a:moveTo>
                  <a:pt x="48355" y="407835"/>
                </a:moveTo>
                <a:lnTo>
                  <a:pt x="49745" y="408192"/>
                </a:lnTo>
                <a:lnTo>
                  <a:pt x="47659" y="408014"/>
                </a:lnTo>
                <a:close/>
                <a:moveTo>
                  <a:pt x="51564" y="208371"/>
                </a:moveTo>
                <a:lnTo>
                  <a:pt x="52275" y="208747"/>
                </a:lnTo>
                <a:lnTo>
                  <a:pt x="51208" y="208559"/>
                </a:lnTo>
                <a:close/>
                <a:moveTo>
                  <a:pt x="47559" y="168992"/>
                </a:moveTo>
                <a:lnTo>
                  <a:pt x="49286" y="169368"/>
                </a:lnTo>
                <a:lnTo>
                  <a:pt x="46696" y="169180"/>
                </a:lnTo>
                <a:close/>
                <a:moveTo>
                  <a:pt x="29120" y="69795"/>
                </a:moveTo>
                <a:lnTo>
                  <a:pt x="30639" y="70271"/>
                </a:lnTo>
                <a:lnTo>
                  <a:pt x="28360" y="70033"/>
                </a:lnTo>
                <a:close/>
                <a:moveTo>
                  <a:pt x="65860" y="146250"/>
                </a:moveTo>
                <a:lnTo>
                  <a:pt x="66345" y="146638"/>
                </a:lnTo>
                <a:lnTo>
                  <a:pt x="65618" y="146444"/>
                </a:lnTo>
                <a:close/>
                <a:moveTo>
                  <a:pt x="16045" y="233106"/>
                </a:moveTo>
                <a:lnTo>
                  <a:pt x="17787" y="234015"/>
                </a:lnTo>
                <a:lnTo>
                  <a:pt x="15175" y="233560"/>
                </a:lnTo>
                <a:close/>
                <a:moveTo>
                  <a:pt x="62896" y="214325"/>
                </a:moveTo>
                <a:lnTo>
                  <a:pt x="64517" y="215969"/>
                </a:lnTo>
                <a:lnTo>
                  <a:pt x="62086" y="215147"/>
                </a:lnTo>
                <a:close/>
                <a:moveTo>
                  <a:pt x="3975" y="17335"/>
                </a:moveTo>
                <a:lnTo>
                  <a:pt x="4388" y="19002"/>
                </a:lnTo>
                <a:lnTo>
                  <a:pt x="3769" y="18169"/>
                </a:lnTo>
                <a:close/>
                <a:moveTo>
                  <a:pt x="69811" y="202745"/>
                </a:moveTo>
                <a:lnTo>
                  <a:pt x="71953" y="203882"/>
                </a:lnTo>
                <a:lnTo>
                  <a:pt x="68740" y="203313"/>
                </a:lnTo>
                <a:close/>
                <a:moveTo>
                  <a:pt x="58251" y="43222"/>
                </a:moveTo>
                <a:lnTo>
                  <a:pt x="59085" y="44435"/>
                </a:lnTo>
                <a:lnTo>
                  <a:pt x="57835" y="43829"/>
                </a:lnTo>
                <a:close/>
                <a:moveTo>
                  <a:pt x="24944" y="335475"/>
                </a:moveTo>
                <a:lnTo>
                  <a:pt x="25800" y="335979"/>
                </a:lnTo>
                <a:lnTo>
                  <a:pt x="24516" y="335727"/>
                </a:lnTo>
                <a:close/>
                <a:moveTo>
                  <a:pt x="6746" y="84188"/>
                </a:moveTo>
                <a:lnTo>
                  <a:pt x="8822" y="85253"/>
                </a:lnTo>
                <a:lnTo>
                  <a:pt x="5709" y="84721"/>
                </a:lnTo>
                <a:close/>
                <a:moveTo>
                  <a:pt x="45738" y="306284"/>
                </a:moveTo>
                <a:lnTo>
                  <a:pt x="46943" y="307829"/>
                </a:lnTo>
                <a:lnTo>
                  <a:pt x="45136" y="307056"/>
                </a:lnTo>
                <a:close/>
                <a:moveTo>
                  <a:pt x="46891" y="435101"/>
                </a:moveTo>
                <a:lnTo>
                  <a:pt x="48730" y="436803"/>
                </a:lnTo>
                <a:lnTo>
                  <a:pt x="45972" y="435952"/>
                </a:lnTo>
                <a:close/>
                <a:moveTo>
                  <a:pt x="44440" y="411993"/>
                </a:moveTo>
                <a:lnTo>
                  <a:pt x="45547" y="412986"/>
                </a:lnTo>
                <a:lnTo>
                  <a:pt x="43886" y="412489"/>
                </a:lnTo>
                <a:close/>
                <a:moveTo>
                  <a:pt x="20626" y="113418"/>
                </a:moveTo>
                <a:lnTo>
                  <a:pt x="22670" y="113808"/>
                </a:lnTo>
                <a:lnTo>
                  <a:pt x="19605" y="113613"/>
                </a:lnTo>
                <a:close/>
                <a:moveTo>
                  <a:pt x="5698" y="385525"/>
                </a:moveTo>
                <a:lnTo>
                  <a:pt x="6703" y="387239"/>
                </a:lnTo>
                <a:lnTo>
                  <a:pt x="5195" y="386382"/>
                </a:lnTo>
                <a:close/>
                <a:moveTo>
                  <a:pt x="45699" y="173910"/>
                </a:moveTo>
                <a:lnTo>
                  <a:pt x="47108" y="175408"/>
                </a:lnTo>
                <a:lnTo>
                  <a:pt x="44994" y="174659"/>
                </a:lnTo>
                <a:close/>
                <a:moveTo>
                  <a:pt x="45866" y="356154"/>
                </a:moveTo>
                <a:lnTo>
                  <a:pt x="47350" y="357531"/>
                </a:lnTo>
                <a:lnTo>
                  <a:pt x="45124" y="356843"/>
                </a:lnTo>
                <a:close/>
                <a:moveTo>
                  <a:pt x="15448" y="3312"/>
                </a:moveTo>
                <a:lnTo>
                  <a:pt x="15930" y="3631"/>
                </a:lnTo>
                <a:lnTo>
                  <a:pt x="15207" y="3471"/>
                </a:lnTo>
                <a:close/>
                <a:moveTo>
                  <a:pt x="67007" y="298612"/>
                </a:moveTo>
                <a:lnTo>
                  <a:pt x="68735" y="299329"/>
                </a:lnTo>
                <a:lnTo>
                  <a:pt x="66144" y="298970"/>
                </a:lnTo>
                <a:close/>
                <a:moveTo>
                  <a:pt x="3763" y="7199"/>
                </a:moveTo>
                <a:lnTo>
                  <a:pt x="5672" y="8828"/>
                </a:lnTo>
                <a:lnTo>
                  <a:pt x="2809" y="8014"/>
                </a:lnTo>
                <a:close/>
                <a:moveTo>
                  <a:pt x="3659" y="14380"/>
                </a:moveTo>
                <a:lnTo>
                  <a:pt x="5036" y="15155"/>
                </a:lnTo>
                <a:lnTo>
                  <a:pt x="2971" y="14767"/>
                </a:lnTo>
                <a:close/>
                <a:moveTo>
                  <a:pt x="30174" y="113988"/>
                </a:moveTo>
                <a:lnTo>
                  <a:pt x="30632" y="114713"/>
                </a:lnTo>
                <a:lnTo>
                  <a:pt x="29945" y="114350"/>
                </a:lnTo>
                <a:close/>
                <a:moveTo>
                  <a:pt x="51447" y="267518"/>
                </a:moveTo>
                <a:lnTo>
                  <a:pt x="52161" y="269312"/>
                </a:lnTo>
                <a:lnTo>
                  <a:pt x="51090" y="268415"/>
                </a:lnTo>
                <a:close/>
                <a:moveTo>
                  <a:pt x="36531" y="217878"/>
                </a:moveTo>
                <a:lnTo>
                  <a:pt x="37114" y="219301"/>
                </a:lnTo>
                <a:lnTo>
                  <a:pt x="36240" y="218590"/>
                </a:lnTo>
                <a:close/>
                <a:moveTo>
                  <a:pt x="27438" y="233820"/>
                </a:moveTo>
                <a:lnTo>
                  <a:pt x="28085" y="235612"/>
                </a:lnTo>
                <a:lnTo>
                  <a:pt x="27114" y="234716"/>
                </a:lnTo>
                <a:close/>
                <a:moveTo>
                  <a:pt x="69118" y="408894"/>
                </a:moveTo>
                <a:lnTo>
                  <a:pt x="70671" y="410571"/>
                </a:lnTo>
                <a:lnTo>
                  <a:pt x="68341" y="409732"/>
                </a:lnTo>
                <a:close/>
                <a:moveTo>
                  <a:pt x="38755" y="143713"/>
                </a:moveTo>
                <a:lnTo>
                  <a:pt x="40718" y="144227"/>
                </a:lnTo>
                <a:lnTo>
                  <a:pt x="37773" y="143970"/>
                </a:lnTo>
                <a:close/>
                <a:moveTo>
                  <a:pt x="50631" y="194851"/>
                </a:moveTo>
                <a:lnTo>
                  <a:pt x="52002" y="195316"/>
                </a:lnTo>
                <a:lnTo>
                  <a:pt x="49946" y="195084"/>
                </a:lnTo>
                <a:close/>
                <a:moveTo>
                  <a:pt x="68073" y="71277"/>
                </a:moveTo>
                <a:lnTo>
                  <a:pt x="69749" y="72098"/>
                </a:lnTo>
                <a:lnTo>
                  <a:pt x="67234" y="71688"/>
                </a:lnTo>
                <a:close/>
                <a:moveTo>
                  <a:pt x="24133" y="130840"/>
                </a:moveTo>
                <a:lnTo>
                  <a:pt x="25245" y="132098"/>
                </a:lnTo>
                <a:lnTo>
                  <a:pt x="23578" y="131469"/>
                </a:lnTo>
                <a:close/>
                <a:moveTo>
                  <a:pt x="23262" y="116439"/>
                </a:moveTo>
                <a:lnTo>
                  <a:pt x="25399" y="116764"/>
                </a:lnTo>
                <a:lnTo>
                  <a:pt x="22193" y="116602"/>
                </a:lnTo>
                <a:close/>
                <a:moveTo>
                  <a:pt x="13176" y="189233"/>
                </a:moveTo>
                <a:lnTo>
                  <a:pt x="14979" y="190570"/>
                </a:lnTo>
                <a:lnTo>
                  <a:pt x="12275" y="189901"/>
                </a:lnTo>
                <a:close/>
                <a:moveTo>
                  <a:pt x="2574" y="77053"/>
                </a:moveTo>
                <a:lnTo>
                  <a:pt x="3981" y="78206"/>
                </a:lnTo>
                <a:lnTo>
                  <a:pt x="1870" y="77629"/>
                </a:lnTo>
                <a:close/>
                <a:moveTo>
                  <a:pt x="1295" y="315267"/>
                </a:moveTo>
                <a:lnTo>
                  <a:pt x="1759" y="316866"/>
                </a:lnTo>
                <a:lnTo>
                  <a:pt x="1063" y="316067"/>
                </a:lnTo>
                <a:close/>
                <a:moveTo>
                  <a:pt x="23809" y="222769"/>
                </a:moveTo>
                <a:lnTo>
                  <a:pt x="24635" y="223878"/>
                </a:lnTo>
                <a:lnTo>
                  <a:pt x="23397" y="223323"/>
                </a:lnTo>
                <a:close/>
                <a:moveTo>
                  <a:pt x="25599" y="434891"/>
                </a:moveTo>
                <a:lnTo>
                  <a:pt x="26245" y="435205"/>
                </a:lnTo>
                <a:lnTo>
                  <a:pt x="25276" y="435048"/>
                </a:lnTo>
                <a:close/>
                <a:moveTo>
                  <a:pt x="50139" y="263127"/>
                </a:moveTo>
                <a:lnTo>
                  <a:pt x="50607" y="264031"/>
                </a:lnTo>
                <a:lnTo>
                  <a:pt x="49905" y="263579"/>
                </a:lnTo>
                <a:close/>
                <a:moveTo>
                  <a:pt x="29036" y="3870"/>
                </a:moveTo>
                <a:lnTo>
                  <a:pt x="30171" y="4412"/>
                </a:lnTo>
                <a:lnTo>
                  <a:pt x="28468" y="4141"/>
                </a:lnTo>
                <a:close/>
                <a:moveTo>
                  <a:pt x="63495" y="389497"/>
                </a:moveTo>
                <a:lnTo>
                  <a:pt x="65109" y="390776"/>
                </a:lnTo>
                <a:lnTo>
                  <a:pt x="62688" y="390137"/>
                </a:lnTo>
                <a:close/>
                <a:moveTo>
                  <a:pt x="39903" y="96605"/>
                </a:moveTo>
                <a:lnTo>
                  <a:pt x="41304" y="97837"/>
                </a:lnTo>
                <a:lnTo>
                  <a:pt x="39203" y="97221"/>
                </a:lnTo>
                <a:close/>
                <a:moveTo>
                  <a:pt x="26738" y="345656"/>
                </a:moveTo>
                <a:lnTo>
                  <a:pt x="28156" y="347178"/>
                </a:lnTo>
                <a:lnTo>
                  <a:pt x="26029" y="346417"/>
                </a:lnTo>
                <a:close/>
                <a:moveTo>
                  <a:pt x="4102" y="412155"/>
                </a:moveTo>
                <a:lnTo>
                  <a:pt x="5696" y="413144"/>
                </a:lnTo>
                <a:lnTo>
                  <a:pt x="3305" y="412649"/>
                </a:lnTo>
                <a:close/>
                <a:moveTo>
                  <a:pt x="58866" y="17138"/>
                </a:moveTo>
                <a:lnTo>
                  <a:pt x="60347" y="18304"/>
                </a:lnTo>
                <a:lnTo>
                  <a:pt x="58126" y="17721"/>
                </a:lnTo>
                <a:close/>
                <a:moveTo>
                  <a:pt x="10498" y="164530"/>
                </a:moveTo>
                <a:lnTo>
                  <a:pt x="11585" y="165054"/>
                </a:lnTo>
                <a:lnTo>
                  <a:pt x="9954" y="164792"/>
                </a:lnTo>
                <a:close/>
                <a:moveTo>
                  <a:pt x="32227" y="348168"/>
                </a:moveTo>
                <a:lnTo>
                  <a:pt x="33207" y="348747"/>
                </a:lnTo>
                <a:lnTo>
                  <a:pt x="31736" y="348458"/>
                </a:lnTo>
                <a:close/>
                <a:moveTo>
                  <a:pt x="59760" y="282684"/>
                </a:moveTo>
                <a:lnTo>
                  <a:pt x="60472" y="283685"/>
                </a:lnTo>
                <a:lnTo>
                  <a:pt x="59404" y="283185"/>
                </a:lnTo>
                <a:close/>
                <a:moveTo>
                  <a:pt x="55284" y="117082"/>
                </a:moveTo>
                <a:lnTo>
                  <a:pt x="56725" y="117704"/>
                </a:lnTo>
                <a:lnTo>
                  <a:pt x="54564" y="117393"/>
                </a:lnTo>
                <a:close/>
                <a:moveTo>
                  <a:pt x="5935" y="25915"/>
                </a:moveTo>
                <a:lnTo>
                  <a:pt x="6554" y="27301"/>
                </a:lnTo>
                <a:lnTo>
                  <a:pt x="5626" y="26608"/>
                </a:lnTo>
                <a:close/>
                <a:moveTo>
                  <a:pt x="55009" y="150627"/>
                </a:moveTo>
                <a:lnTo>
                  <a:pt x="57110" y="152334"/>
                </a:lnTo>
                <a:lnTo>
                  <a:pt x="53959" y="151480"/>
                </a:lnTo>
                <a:close/>
                <a:moveTo>
                  <a:pt x="47401" y="295820"/>
                </a:moveTo>
                <a:lnTo>
                  <a:pt x="48239" y="297138"/>
                </a:lnTo>
                <a:lnTo>
                  <a:pt x="46982" y="296479"/>
                </a:lnTo>
                <a:close/>
                <a:moveTo>
                  <a:pt x="26616" y="124507"/>
                </a:moveTo>
                <a:lnTo>
                  <a:pt x="27947" y="125034"/>
                </a:lnTo>
                <a:lnTo>
                  <a:pt x="25951" y="124771"/>
                </a:lnTo>
                <a:close/>
                <a:moveTo>
                  <a:pt x="42299" y="90006"/>
                </a:moveTo>
                <a:lnTo>
                  <a:pt x="43620" y="91644"/>
                </a:lnTo>
                <a:lnTo>
                  <a:pt x="41639" y="90825"/>
                </a:lnTo>
                <a:close/>
                <a:moveTo>
                  <a:pt x="12994" y="384687"/>
                </a:moveTo>
                <a:lnTo>
                  <a:pt x="14902" y="386092"/>
                </a:lnTo>
                <a:lnTo>
                  <a:pt x="12040" y="385390"/>
                </a:lnTo>
                <a:close/>
                <a:moveTo>
                  <a:pt x="13170" y="73277"/>
                </a:moveTo>
                <a:lnTo>
                  <a:pt x="14581" y="73732"/>
                </a:lnTo>
                <a:lnTo>
                  <a:pt x="12464" y="73504"/>
                </a:lnTo>
                <a:close/>
                <a:moveTo>
                  <a:pt x="8911" y="9226"/>
                </a:moveTo>
                <a:lnTo>
                  <a:pt x="10825" y="10434"/>
                </a:lnTo>
                <a:lnTo>
                  <a:pt x="7954" y="9830"/>
                </a:lnTo>
                <a:close/>
                <a:moveTo>
                  <a:pt x="36494" y="38822"/>
                </a:moveTo>
                <a:lnTo>
                  <a:pt x="37470" y="40303"/>
                </a:lnTo>
                <a:lnTo>
                  <a:pt x="36006" y="39562"/>
                </a:lnTo>
                <a:close/>
                <a:moveTo>
                  <a:pt x="2005" y="297656"/>
                </a:moveTo>
                <a:lnTo>
                  <a:pt x="4115" y="298168"/>
                </a:lnTo>
                <a:lnTo>
                  <a:pt x="950" y="297912"/>
                </a:lnTo>
                <a:close/>
                <a:moveTo>
                  <a:pt x="12727" y="160607"/>
                </a:moveTo>
                <a:lnTo>
                  <a:pt x="13994" y="161064"/>
                </a:lnTo>
                <a:lnTo>
                  <a:pt x="12093" y="160835"/>
                </a:lnTo>
                <a:close/>
                <a:moveTo>
                  <a:pt x="42853" y="348572"/>
                </a:moveTo>
                <a:lnTo>
                  <a:pt x="43853" y="349766"/>
                </a:lnTo>
                <a:lnTo>
                  <a:pt x="42354" y="349169"/>
                </a:lnTo>
                <a:close/>
                <a:moveTo>
                  <a:pt x="65477" y="14549"/>
                </a:moveTo>
                <a:lnTo>
                  <a:pt x="66759" y="16030"/>
                </a:lnTo>
                <a:lnTo>
                  <a:pt x="64837" y="15290"/>
                </a:lnTo>
                <a:close/>
                <a:moveTo>
                  <a:pt x="70343" y="174921"/>
                </a:moveTo>
                <a:lnTo>
                  <a:pt x="72245" y="176326"/>
                </a:lnTo>
                <a:lnTo>
                  <a:pt x="69392" y="175623"/>
                </a:lnTo>
                <a:close/>
                <a:moveTo>
                  <a:pt x="14068" y="198773"/>
                </a:moveTo>
                <a:lnTo>
                  <a:pt x="15831" y="200448"/>
                </a:lnTo>
                <a:lnTo>
                  <a:pt x="13187" y="199611"/>
                </a:lnTo>
                <a:close/>
                <a:moveTo>
                  <a:pt x="29577" y="342821"/>
                </a:moveTo>
                <a:lnTo>
                  <a:pt x="31417" y="343208"/>
                </a:lnTo>
                <a:lnTo>
                  <a:pt x="28656" y="343014"/>
                </a:lnTo>
                <a:close/>
                <a:moveTo>
                  <a:pt x="56972" y="335239"/>
                </a:moveTo>
                <a:lnTo>
                  <a:pt x="57353" y="336983"/>
                </a:lnTo>
                <a:lnTo>
                  <a:pt x="56781" y="336111"/>
                </a:lnTo>
                <a:close/>
                <a:moveTo>
                  <a:pt x="17646" y="354958"/>
                </a:moveTo>
                <a:lnTo>
                  <a:pt x="18299" y="355909"/>
                </a:lnTo>
                <a:lnTo>
                  <a:pt x="17320" y="355433"/>
                </a:lnTo>
                <a:close/>
                <a:moveTo>
                  <a:pt x="55476" y="151300"/>
                </a:moveTo>
                <a:lnTo>
                  <a:pt x="56588" y="151841"/>
                </a:lnTo>
                <a:lnTo>
                  <a:pt x="54920" y="151571"/>
                </a:lnTo>
                <a:close/>
                <a:moveTo>
                  <a:pt x="1020" y="8274"/>
                </a:moveTo>
                <a:lnTo>
                  <a:pt x="2370" y="9888"/>
                </a:lnTo>
                <a:lnTo>
                  <a:pt x="344" y="9081"/>
                </a:lnTo>
                <a:close/>
                <a:moveTo>
                  <a:pt x="1194" y="326319"/>
                </a:moveTo>
                <a:lnTo>
                  <a:pt x="3183" y="326673"/>
                </a:lnTo>
                <a:lnTo>
                  <a:pt x="200" y="326496"/>
                </a:lnTo>
                <a:close/>
                <a:moveTo>
                  <a:pt x="52764" y="176250"/>
                </a:moveTo>
                <a:lnTo>
                  <a:pt x="53786" y="176642"/>
                </a:lnTo>
                <a:lnTo>
                  <a:pt x="52254" y="176446"/>
                </a:lnTo>
                <a:close/>
                <a:moveTo>
                  <a:pt x="15683" y="419801"/>
                </a:moveTo>
                <a:lnTo>
                  <a:pt x="17725" y="421225"/>
                </a:lnTo>
                <a:lnTo>
                  <a:pt x="14661" y="420513"/>
                </a:lnTo>
                <a:close/>
                <a:moveTo>
                  <a:pt x="29652" y="309361"/>
                </a:moveTo>
                <a:lnTo>
                  <a:pt x="31401" y="310297"/>
                </a:lnTo>
                <a:lnTo>
                  <a:pt x="28778" y="309829"/>
                </a:lnTo>
                <a:close/>
                <a:moveTo>
                  <a:pt x="35016" y="288585"/>
                </a:moveTo>
                <a:lnTo>
                  <a:pt x="36944" y="290219"/>
                </a:lnTo>
                <a:lnTo>
                  <a:pt x="34052" y="289402"/>
                </a:lnTo>
                <a:close/>
                <a:moveTo>
                  <a:pt x="68469" y="107413"/>
                </a:moveTo>
                <a:lnTo>
                  <a:pt x="70398" y="107776"/>
                </a:lnTo>
                <a:lnTo>
                  <a:pt x="67504" y="107595"/>
                </a:lnTo>
                <a:close/>
                <a:moveTo>
                  <a:pt x="55637" y="43851"/>
                </a:moveTo>
                <a:lnTo>
                  <a:pt x="57496" y="44917"/>
                </a:lnTo>
                <a:lnTo>
                  <a:pt x="54707" y="44384"/>
                </a:lnTo>
                <a:close/>
                <a:moveTo>
                  <a:pt x="53123" y="72963"/>
                </a:moveTo>
                <a:lnTo>
                  <a:pt x="55185" y="74183"/>
                </a:lnTo>
                <a:lnTo>
                  <a:pt x="52092" y="73573"/>
                </a:lnTo>
                <a:close/>
                <a:moveTo>
                  <a:pt x="14129" y="196347"/>
                </a:moveTo>
                <a:lnTo>
                  <a:pt x="16110" y="197748"/>
                </a:lnTo>
                <a:lnTo>
                  <a:pt x="13138" y="197048"/>
                </a:lnTo>
                <a:close/>
                <a:moveTo>
                  <a:pt x="44006" y="332744"/>
                </a:moveTo>
                <a:lnTo>
                  <a:pt x="45571" y="334358"/>
                </a:lnTo>
                <a:lnTo>
                  <a:pt x="43223" y="333551"/>
                </a:lnTo>
                <a:close/>
                <a:moveTo>
                  <a:pt x="13080" y="301329"/>
                </a:moveTo>
                <a:lnTo>
                  <a:pt x="14631" y="302222"/>
                </a:lnTo>
                <a:lnTo>
                  <a:pt x="12305" y="301775"/>
                </a:lnTo>
                <a:close/>
                <a:moveTo>
                  <a:pt x="55906" y="309425"/>
                </a:moveTo>
                <a:lnTo>
                  <a:pt x="56690" y="310638"/>
                </a:lnTo>
                <a:lnTo>
                  <a:pt x="55514" y="310032"/>
                </a:lnTo>
                <a:close/>
                <a:moveTo>
                  <a:pt x="38845" y="171275"/>
                </a:moveTo>
                <a:lnTo>
                  <a:pt x="40482" y="172620"/>
                </a:lnTo>
                <a:lnTo>
                  <a:pt x="38026" y="171947"/>
                </a:lnTo>
                <a:close/>
                <a:moveTo>
                  <a:pt x="25199" y="251028"/>
                </a:moveTo>
                <a:lnTo>
                  <a:pt x="26546" y="252769"/>
                </a:lnTo>
                <a:lnTo>
                  <a:pt x="24525" y="251898"/>
                </a:lnTo>
                <a:close/>
                <a:moveTo>
                  <a:pt x="26554" y="223756"/>
                </a:moveTo>
                <a:lnTo>
                  <a:pt x="27416" y="224301"/>
                </a:lnTo>
                <a:lnTo>
                  <a:pt x="26124" y="224028"/>
                </a:lnTo>
                <a:close/>
                <a:moveTo>
                  <a:pt x="67800" y="367069"/>
                </a:moveTo>
                <a:lnTo>
                  <a:pt x="68995" y="368407"/>
                </a:lnTo>
                <a:lnTo>
                  <a:pt x="67203" y="367738"/>
                </a:lnTo>
                <a:close/>
                <a:moveTo>
                  <a:pt x="34033" y="120886"/>
                </a:moveTo>
                <a:lnTo>
                  <a:pt x="36147" y="121493"/>
                </a:lnTo>
                <a:lnTo>
                  <a:pt x="32975" y="121189"/>
                </a:lnTo>
                <a:close/>
                <a:moveTo>
                  <a:pt x="34940" y="287489"/>
                </a:moveTo>
                <a:lnTo>
                  <a:pt x="36302" y="288337"/>
                </a:lnTo>
                <a:lnTo>
                  <a:pt x="34259" y="287913"/>
                </a:lnTo>
                <a:close/>
                <a:moveTo>
                  <a:pt x="3126" y="275371"/>
                </a:moveTo>
                <a:lnTo>
                  <a:pt x="4984" y="277128"/>
                </a:lnTo>
                <a:lnTo>
                  <a:pt x="2197" y="276249"/>
                </a:lnTo>
                <a:close/>
                <a:moveTo>
                  <a:pt x="65744" y="217146"/>
                </a:moveTo>
                <a:lnTo>
                  <a:pt x="67068" y="218941"/>
                </a:lnTo>
                <a:lnTo>
                  <a:pt x="65081" y="218043"/>
                </a:lnTo>
                <a:close/>
                <a:moveTo>
                  <a:pt x="43387" y="33421"/>
                </a:moveTo>
                <a:lnTo>
                  <a:pt x="44703" y="34453"/>
                </a:lnTo>
                <a:lnTo>
                  <a:pt x="42729" y="33937"/>
                </a:lnTo>
                <a:close/>
                <a:moveTo>
                  <a:pt x="33476" y="382725"/>
                </a:moveTo>
                <a:lnTo>
                  <a:pt x="34925" y="384127"/>
                </a:lnTo>
                <a:lnTo>
                  <a:pt x="32751" y="383426"/>
                </a:lnTo>
                <a:close/>
                <a:moveTo>
                  <a:pt x="65769" y="9578"/>
                </a:moveTo>
                <a:lnTo>
                  <a:pt x="66271" y="10152"/>
                </a:lnTo>
                <a:lnTo>
                  <a:pt x="65518" y="9865"/>
                </a:lnTo>
                <a:close/>
                <a:moveTo>
                  <a:pt x="61777" y="234373"/>
                </a:moveTo>
                <a:lnTo>
                  <a:pt x="62626" y="235202"/>
                </a:lnTo>
                <a:lnTo>
                  <a:pt x="61352" y="234788"/>
                </a:lnTo>
                <a:close/>
                <a:moveTo>
                  <a:pt x="25965" y="214067"/>
                </a:moveTo>
                <a:lnTo>
                  <a:pt x="26548" y="215148"/>
                </a:lnTo>
                <a:lnTo>
                  <a:pt x="25674" y="214607"/>
                </a:lnTo>
                <a:close/>
                <a:moveTo>
                  <a:pt x="32622" y="330853"/>
                </a:moveTo>
                <a:lnTo>
                  <a:pt x="33397" y="331424"/>
                </a:lnTo>
                <a:lnTo>
                  <a:pt x="32234" y="331138"/>
                </a:lnTo>
                <a:close/>
                <a:moveTo>
                  <a:pt x="56840" y="125798"/>
                </a:moveTo>
                <a:lnTo>
                  <a:pt x="57643" y="126701"/>
                </a:lnTo>
                <a:lnTo>
                  <a:pt x="56439" y="126249"/>
                </a:lnTo>
                <a:close/>
                <a:moveTo>
                  <a:pt x="62694" y="423711"/>
                </a:moveTo>
                <a:lnTo>
                  <a:pt x="64077" y="424415"/>
                </a:lnTo>
                <a:lnTo>
                  <a:pt x="62002" y="424063"/>
                </a:lnTo>
                <a:close/>
                <a:moveTo>
                  <a:pt x="36772" y="143369"/>
                </a:moveTo>
                <a:lnTo>
                  <a:pt x="38197" y="144364"/>
                </a:lnTo>
                <a:lnTo>
                  <a:pt x="36059" y="143866"/>
                </a:lnTo>
                <a:close/>
                <a:moveTo>
                  <a:pt x="9527" y="145221"/>
                </a:moveTo>
                <a:lnTo>
                  <a:pt x="11350" y="145587"/>
                </a:lnTo>
                <a:lnTo>
                  <a:pt x="8615" y="145404"/>
                </a:lnTo>
                <a:close/>
                <a:moveTo>
                  <a:pt x="37828" y="130398"/>
                </a:moveTo>
                <a:lnTo>
                  <a:pt x="39193" y="131703"/>
                </a:lnTo>
                <a:lnTo>
                  <a:pt x="37145" y="131051"/>
                </a:lnTo>
                <a:close/>
                <a:moveTo>
                  <a:pt x="41412" y="74832"/>
                </a:moveTo>
                <a:lnTo>
                  <a:pt x="42558" y="75331"/>
                </a:lnTo>
                <a:lnTo>
                  <a:pt x="40839" y="75082"/>
                </a:lnTo>
                <a:close/>
                <a:moveTo>
                  <a:pt x="45470" y="32798"/>
                </a:moveTo>
                <a:lnTo>
                  <a:pt x="46860" y="33118"/>
                </a:lnTo>
                <a:lnTo>
                  <a:pt x="44775" y="32958"/>
                </a:lnTo>
                <a:close/>
                <a:moveTo>
                  <a:pt x="38599" y="422710"/>
                </a:moveTo>
                <a:lnTo>
                  <a:pt x="39092" y="424354"/>
                </a:lnTo>
                <a:lnTo>
                  <a:pt x="38353" y="423532"/>
                </a:lnTo>
                <a:close/>
                <a:moveTo>
                  <a:pt x="13945" y="342042"/>
                </a:moveTo>
                <a:lnTo>
                  <a:pt x="14394" y="343493"/>
                </a:lnTo>
                <a:lnTo>
                  <a:pt x="13720" y="342768"/>
                </a:lnTo>
                <a:close/>
                <a:moveTo>
                  <a:pt x="58463" y="352978"/>
                </a:moveTo>
                <a:lnTo>
                  <a:pt x="59918" y="354400"/>
                </a:lnTo>
                <a:lnTo>
                  <a:pt x="57736" y="353689"/>
                </a:lnTo>
                <a:close/>
                <a:moveTo>
                  <a:pt x="53615" y="263210"/>
                </a:moveTo>
                <a:lnTo>
                  <a:pt x="55139" y="264513"/>
                </a:lnTo>
                <a:lnTo>
                  <a:pt x="52853" y="263862"/>
                </a:lnTo>
                <a:close/>
                <a:moveTo>
                  <a:pt x="61198" y="88514"/>
                </a:moveTo>
                <a:lnTo>
                  <a:pt x="62653" y="88998"/>
                </a:lnTo>
                <a:lnTo>
                  <a:pt x="60471" y="88756"/>
                </a:lnTo>
                <a:close/>
                <a:moveTo>
                  <a:pt x="55012" y="167852"/>
                </a:moveTo>
                <a:lnTo>
                  <a:pt x="56864" y="169425"/>
                </a:lnTo>
                <a:lnTo>
                  <a:pt x="54086" y="168638"/>
                </a:lnTo>
                <a:close/>
                <a:moveTo>
                  <a:pt x="35020" y="100655"/>
                </a:moveTo>
                <a:lnTo>
                  <a:pt x="35765" y="101980"/>
                </a:lnTo>
                <a:lnTo>
                  <a:pt x="34647" y="101317"/>
                </a:lnTo>
                <a:close/>
                <a:moveTo>
                  <a:pt x="30127" y="153779"/>
                </a:moveTo>
                <a:lnTo>
                  <a:pt x="31063" y="155340"/>
                </a:lnTo>
                <a:lnTo>
                  <a:pt x="29659" y="154560"/>
                </a:lnTo>
                <a:close/>
                <a:moveTo>
                  <a:pt x="30015" y="398358"/>
                </a:moveTo>
                <a:lnTo>
                  <a:pt x="30915" y="398729"/>
                </a:lnTo>
                <a:lnTo>
                  <a:pt x="29565" y="398543"/>
                </a:lnTo>
                <a:close/>
                <a:moveTo>
                  <a:pt x="10223" y="220666"/>
                </a:moveTo>
                <a:lnTo>
                  <a:pt x="11517" y="221788"/>
                </a:lnTo>
                <a:lnTo>
                  <a:pt x="9576" y="221227"/>
                </a:lnTo>
                <a:close/>
                <a:moveTo>
                  <a:pt x="9351" y="162496"/>
                </a:moveTo>
                <a:lnTo>
                  <a:pt x="9832" y="163155"/>
                </a:lnTo>
                <a:lnTo>
                  <a:pt x="9111" y="162826"/>
                </a:lnTo>
                <a:close/>
                <a:moveTo>
                  <a:pt x="67947" y="53057"/>
                </a:moveTo>
                <a:lnTo>
                  <a:pt x="68879" y="53613"/>
                </a:lnTo>
                <a:lnTo>
                  <a:pt x="67482" y="53335"/>
                </a:lnTo>
                <a:close/>
                <a:moveTo>
                  <a:pt x="67851" y="120490"/>
                </a:moveTo>
                <a:lnTo>
                  <a:pt x="69338" y="121430"/>
                </a:lnTo>
                <a:lnTo>
                  <a:pt x="67107" y="120960"/>
                </a:lnTo>
                <a:close/>
                <a:moveTo>
                  <a:pt x="39974" y="316606"/>
                </a:moveTo>
                <a:lnTo>
                  <a:pt x="40428" y="318132"/>
                </a:lnTo>
                <a:lnTo>
                  <a:pt x="39746" y="317369"/>
                </a:lnTo>
                <a:close/>
                <a:moveTo>
                  <a:pt x="50078" y="210274"/>
                </a:moveTo>
                <a:lnTo>
                  <a:pt x="51185" y="211016"/>
                </a:lnTo>
                <a:lnTo>
                  <a:pt x="49524" y="210645"/>
                </a:lnTo>
                <a:close/>
                <a:moveTo>
                  <a:pt x="45192" y="314561"/>
                </a:moveTo>
                <a:lnTo>
                  <a:pt x="45584" y="315224"/>
                </a:lnTo>
                <a:lnTo>
                  <a:pt x="44996" y="314893"/>
                </a:lnTo>
                <a:close/>
                <a:moveTo>
                  <a:pt x="28220" y="432815"/>
                </a:moveTo>
                <a:lnTo>
                  <a:pt x="28613" y="434602"/>
                </a:lnTo>
                <a:lnTo>
                  <a:pt x="28023" y="433709"/>
                </a:lnTo>
                <a:close/>
                <a:moveTo>
                  <a:pt x="49108" y="123954"/>
                </a:moveTo>
                <a:lnTo>
                  <a:pt x="51149" y="124947"/>
                </a:lnTo>
                <a:lnTo>
                  <a:pt x="48088" y="124451"/>
                </a:lnTo>
                <a:close/>
                <a:moveTo>
                  <a:pt x="9606" y="209204"/>
                </a:moveTo>
                <a:lnTo>
                  <a:pt x="10686" y="209595"/>
                </a:lnTo>
                <a:lnTo>
                  <a:pt x="9066" y="209400"/>
                </a:lnTo>
                <a:close/>
                <a:moveTo>
                  <a:pt x="26961" y="398992"/>
                </a:moveTo>
                <a:lnTo>
                  <a:pt x="28487" y="400625"/>
                </a:lnTo>
                <a:lnTo>
                  <a:pt x="26198" y="399809"/>
                </a:lnTo>
                <a:close/>
                <a:moveTo>
                  <a:pt x="17491" y="39566"/>
                </a:moveTo>
                <a:lnTo>
                  <a:pt x="18209" y="40385"/>
                </a:lnTo>
                <a:lnTo>
                  <a:pt x="17132" y="39975"/>
                </a:lnTo>
                <a:close/>
                <a:moveTo>
                  <a:pt x="25791" y="248564"/>
                </a:moveTo>
                <a:lnTo>
                  <a:pt x="26376" y="249720"/>
                </a:lnTo>
                <a:lnTo>
                  <a:pt x="25499" y="249142"/>
                </a:lnTo>
                <a:close/>
                <a:moveTo>
                  <a:pt x="14758" y="176176"/>
                </a:moveTo>
                <a:lnTo>
                  <a:pt x="15990" y="176806"/>
                </a:lnTo>
                <a:lnTo>
                  <a:pt x="14142" y="176491"/>
                </a:lnTo>
                <a:close/>
                <a:moveTo>
                  <a:pt x="52250" y="175091"/>
                </a:moveTo>
                <a:lnTo>
                  <a:pt x="54335" y="176616"/>
                </a:lnTo>
                <a:lnTo>
                  <a:pt x="51208" y="175854"/>
                </a:lnTo>
                <a:close/>
                <a:moveTo>
                  <a:pt x="54511" y="427543"/>
                </a:moveTo>
                <a:lnTo>
                  <a:pt x="56591" y="428147"/>
                </a:lnTo>
                <a:lnTo>
                  <a:pt x="53471" y="427845"/>
                </a:lnTo>
                <a:close/>
                <a:moveTo>
                  <a:pt x="34315" y="89745"/>
                </a:moveTo>
                <a:lnTo>
                  <a:pt x="36081" y="90856"/>
                </a:lnTo>
                <a:lnTo>
                  <a:pt x="33433" y="90301"/>
                </a:lnTo>
                <a:close/>
                <a:moveTo>
                  <a:pt x="1422" y="299841"/>
                </a:moveTo>
                <a:lnTo>
                  <a:pt x="3487" y="301450"/>
                </a:lnTo>
                <a:lnTo>
                  <a:pt x="389" y="300646"/>
                </a:lnTo>
                <a:close/>
                <a:moveTo>
                  <a:pt x="57394" y="44612"/>
                </a:moveTo>
                <a:lnTo>
                  <a:pt x="59166" y="45518"/>
                </a:lnTo>
                <a:lnTo>
                  <a:pt x="56508" y="45065"/>
                </a:lnTo>
                <a:close/>
                <a:moveTo>
                  <a:pt x="28004" y="421475"/>
                </a:moveTo>
                <a:lnTo>
                  <a:pt x="28616" y="423252"/>
                </a:lnTo>
                <a:lnTo>
                  <a:pt x="27698" y="422364"/>
                </a:lnTo>
                <a:close/>
                <a:moveTo>
                  <a:pt x="60284" y="47929"/>
                </a:moveTo>
                <a:lnTo>
                  <a:pt x="60833" y="48494"/>
                </a:lnTo>
                <a:lnTo>
                  <a:pt x="60010" y="48211"/>
                </a:lnTo>
                <a:close/>
                <a:moveTo>
                  <a:pt x="43219" y="126763"/>
                </a:moveTo>
                <a:lnTo>
                  <a:pt x="45056" y="128414"/>
                </a:lnTo>
                <a:lnTo>
                  <a:pt x="42301" y="127588"/>
                </a:lnTo>
                <a:close/>
                <a:moveTo>
                  <a:pt x="28964" y="159690"/>
                </a:moveTo>
                <a:lnTo>
                  <a:pt x="30462" y="161228"/>
                </a:lnTo>
                <a:lnTo>
                  <a:pt x="28215" y="160459"/>
                </a:lnTo>
                <a:close/>
                <a:moveTo>
                  <a:pt x="53503" y="339436"/>
                </a:moveTo>
                <a:lnTo>
                  <a:pt x="55159" y="341215"/>
                </a:lnTo>
                <a:lnTo>
                  <a:pt x="52675" y="340326"/>
                </a:lnTo>
                <a:close/>
                <a:moveTo>
                  <a:pt x="21352" y="272573"/>
                </a:moveTo>
                <a:lnTo>
                  <a:pt x="22483" y="273780"/>
                </a:lnTo>
                <a:lnTo>
                  <a:pt x="20786" y="273177"/>
                </a:lnTo>
                <a:close/>
                <a:moveTo>
                  <a:pt x="25068" y="252576"/>
                </a:moveTo>
                <a:lnTo>
                  <a:pt x="26065" y="253359"/>
                </a:lnTo>
                <a:lnTo>
                  <a:pt x="24569" y="252967"/>
                </a:lnTo>
                <a:close/>
                <a:moveTo>
                  <a:pt x="43173" y="288653"/>
                </a:moveTo>
                <a:lnTo>
                  <a:pt x="45297" y="289526"/>
                </a:lnTo>
                <a:lnTo>
                  <a:pt x="42110" y="289090"/>
                </a:lnTo>
                <a:close/>
                <a:moveTo>
                  <a:pt x="25605" y="283531"/>
                </a:moveTo>
                <a:lnTo>
                  <a:pt x="26824" y="284423"/>
                </a:lnTo>
                <a:lnTo>
                  <a:pt x="24995" y="283977"/>
                </a:lnTo>
                <a:close/>
                <a:moveTo>
                  <a:pt x="70837" y="14940"/>
                </a:moveTo>
                <a:lnTo>
                  <a:pt x="72230" y="15607"/>
                </a:lnTo>
                <a:lnTo>
                  <a:pt x="70140" y="15273"/>
                </a:lnTo>
                <a:close/>
                <a:moveTo>
                  <a:pt x="50934" y="161137"/>
                </a:moveTo>
                <a:lnTo>
                  <a:pt x="52369" y="162425"/>
                </a:lnTo>
                <a:lnTo>
                  <a:pt x="50216" y="161781"/>
                </a:lnTo>
                <a:close/>
                <a:moveTo>
                  <a:pt x="65278" y="378608"/>
                </a:moveTo>
                <a:lnTo>
                  <a:pt x="65789" y="379120"/>
                </a:lnTo>
                <a:lnTo>
                  <a:pt x="65022" y="378864"/>
                </a:lnTo>
                <a:close/>
                <a:moveTo>
                  <a:pt x="5491" y="6896"/>
                </a:moveTo>
                <a:lnTo>
                  <a:pt x="7688" y="8040"/>
                </a:lnTo>
                <a:lnTo>
                  <a:pt x="4392" y="7468"/>
                </a:lnTo>
                <a:close/>
                <a:moveTo>
                  <a:pt x="59726" y="252685"/>
                </a:moveTo>
                <a:lnTo>
                  <a:pt x="60242" y="253811"/>
                </a:lnTo>
                <a:lnTo>
                  <a:pt x="59468" y="253248"/>
                </a:lnTo>
                <a:close/>
                <a:moveTo>
                  <a:pt x="26517" y="394054"/>
                </a:moveTo>
                <a:lnTo>
                  <a:pt x="27123" y="394664"/>
                </a:lnTo>
                <a:lnTo>
                  <a:pt x="26214" y="394359"/>
                </a:lnTo>
                <a:close/>
                <a:moveTo>
                  <a:pt x="65543" y="42061"/>
                </a:moveTo>
                <a:lnTo>
                  <a:pt x="66463" y="43445"/>
                </a:lnTo>
                <a:lnTo>
                  <a:pt x="65082" y="42753"/>
                </a:lnTo>
                <a:close/>
                <a:moveTo>
                  <a:pt x="69366" y="315029"/>
                </a:moveTo>
                <a:lnTo>
                  <a:pt x="71181" y="316550"/>
                </a:lnTo>
                <a:lnTo>
                  <a:pt x="68458" y="315790"/>
                </a:lnTo>
                <a:close/>
                <a:moveTo>
                  <a:pt x="15693" y="221460"/>
                </a:moveTo>
                <a:lnTo>
                  <a:pt x="16178" y="222719"/>
                </a:lnTo>
                <a:lnTo>
                  <a:pt x="15451" y="222089"/>
                </a:lnTo>
                <a:close/>
                <a:moveTo>
                  <a:pt x="57584" y="44532"/>
                </a:moveTo>
                <a:lnTo>
                  <a:pt x="58206" y="44943"/>
                </a:lnTo>
                <a:lnTo>
                  <a:pt x="57273" y="44737"/>
                </a:lnTo>
                <a:close/>
                <a:moveTo>
                  <a:pt x="32056" y="216486"/>
                </a:moveTo>
                <a:lnTo>
                  <a:pt x="33819" y="217256"/>
                </a:lnTo>
                <a:lnTo>
                  <a:pt x="31175" y="216871"/>
                </a:lnTo>
                <a:close/>
                <a:moveTo>
                  <a:pt x="22050" y="242403"/>
                </a:moveTo>
                <a:lnTo>
                  <a:pt x="24063" y="244087"/>
                </a:lnTo>
                <a:lnTo>
                  <a:pt x="21044" y="243245"/>
                </a:lnTo>
                <a:close/>
                <a:moveTo>
                  <a:pt x="30871" y="377495"/>
                </a:moveTo>
                <a:lnTo>
                  <a:pt x="33004" y="378811"/>
                </a:lnTo>
                <a:lnTo>
                  <a:pt x="29804" y="378153"/>
                </a:lnTo>
                <a:close/>
                <a:moveTo>
                  <a:pt x="63738" y="107178"/>
                </a:moveTo>
                <a:lnTo>
                  <a:pt x="65750" y="108889"/>
                </a:lnTo>
                <a:lnTo>
                  <a:pt x="62733" y="108034"/>
                </a:lnTo>
                <a:close/>
                <a:moveTo>
                  <a:pt x="69913" y="380153"/>
                </a:moveTo>
                <a:lnTo>
                  <a:pt x="71439" y="381933"/>
                </a:lnTo>
                <a:lnTo>
                  <a:pt x="69150" y="381043"/>
                </a:lnTo>
                <a:close/>
                <a:moveTo>
                  <a:pt x="1162" y="363903"/>
                </a:moveTo>
                <a:lnTo>
                  <a:pt x="2868" y="365112"/>
                </a:lnTo>
                <a:lnTo>
                  <a:pt x="309" y="364508"/>
                </a:lnTo>
                <a:close/>
                <a:moveTo>
                  <a:pt x="4048" y="411076"/>
                </a:moveTo>
                <a:lnTo>
                  <a:pt x="5227" y="411882"/>
                </a:lnTo>
                <a:lnTo>
                  <a:pt x="3458" y="411479"/>
                </a:lnTo>
                <a:close/>
                <a:moveTo>
                  <a:pt x="37186" y="1659"/>
                </a:moveTo>
                <a:lnTo>
                  <a:pt x="38707" y="2261"/>
                </a:lnTo>
                <a:lnTo>
                  <a:pt x="36426" y="1960"/>
                </a:lnTo>
                <a:close/>
                <a:moveTo>
                  <a:pt x="47035" y="174895"/>
                </a:moveTo>
                <a:lnTo>
                  <a:pt x="47850" y="175770"/>
                </a:lnTo>
                <a:lnTo>
                  <a:pt x="46627" y="175332"/>
                </a:lnTo>
                <a:close/>
                <a:moveTo>
                  <a:pt x="63909" y="29897"/>
                </a:moveTo>
                <a:lnTo>
                  <a:pt x="65258" y="30766"/>
                </a:lnTo>
                <a:lnTo>
                  <a:pt x="63235" y="30332"/>
                </a:lnTo>
                <a:close/>
                <a:moveTo>
                  <a:pt x="53671" y="221021"/>
                </a:moveTo>
                <a:lnTo>
                  <a:pt x="54523" y="221380"/>
                </a:lnTo>
                <a:lnTo>
                  <a:pt x="53245" y="221200"/>
                </a:lnTo>
                <a:close/>
                <a:moveTo>
                  <a:pt x="39163" y="51223"/>
                </a:moveTo>
                <a:lnTo>
                  <a:pt x="40912" y="52814"/>
                </a:lnTo>
                <a:lnTo>
                  <a:pt x="38288" y="52019"/>
                </a:lnTo>
                <a:close/>
                <a:moveTo>
                  <a:pt x="21593" y="246385"/>
                </a:moveTo>
                <a:lnTo>
                  <a:pt x="23668" y="247805"/>
                </a:lnTo>
                <a:lnTo>
                  <a:pt x="20556" y="247095"/>
                </a:lnTo>
                <a:close/>
                <a:moveTo>
                  <a:pt x="43303" y="260400"/>
                </a:moveTo>
                <a:lnTo>
                  <a:pt x="44316" y="260748"/>
                </a:lnTo>
                <a:lnTo>
                  <a:pt x="42797" y="260574"/>
                </a:lnTo>
                <a:close/>
                <a:moveTo>
                  <a:pt x="69609" y="293886"/>
                </a:moveTo>
                <a:lnTo>
                  <a:pt x="70638" y="294828"/>
                </a:lnTo>
                <a:lnTo>
                  <a:pt x="69095" y="294357"/>
                </a:lnTo>
                <a:close/>
                <a:moveTo>
                  <a:pt x="52612" y="126014"/>
                </a:moveTo>
                <a:lnTo>
                  <a:pt x="53947" y="127046"/>
                </a:lnTo>
                <a:lnTo>
                  <a:pt x="51945" y="126530"/>
                </a:lnTo>
                <a:close/>
                <a:moveTo>
                  <a:pt x="31351" y="179076"/>
                </a:moveTo>
                <a:lnTo>
                  <a:pt x="32339" y="179962"/>
                </a:lnTo>
                <a:lnTo>
                  <a:pt x="30858" y="179519"/>
                </a:lnTo>
                <a:close/>
                <a:moveTo>
                  <a:pt x="27338" y="93353"/>
                </a:moveTo>
                <a:lnTo>
                  <a:pt x="27693" y="93913"/>
                </a:lnTo>
                <a:lnTo>
                  <a:pt x="27161" y="93633"/>
                </a:lnTo>
                <a:close/>
                <a:moveTo>
                  <a:pt x="24131" y="417859"/>
                </a:moveTo>
                <a:lnTo>
                  <a:pt x="25207" y="418649"/>
                </a:lnTo>
                <a:lnTo>
                  <a:pt x="23594" y="418254"/>
                </a:lnTo>
                <a:close/>
                <a:moveTo>
                  <a:pt x="4991" y="158641"/>
                </a:moveTo>
                <a:lnTo>
                  <a:pt x="6226" y="159806"/>
                </a:lnTo>
                <a:lnTo>
                  <a:pt x="4373" y="159224"/>
                </a:lnTo>
                <a:close/>
                <a:moveTo>
                  <a:pt x="20293" y="359111"/>
                </a:moveTo>
                <a:lnTo>
                  <a:pt x="21035" y="360560"/>
                </a:lnTo>
                <a:lnTo>
                  <a:pt x="19923" y="359836"/>
                </a:lnTo>
                <a:close/>
                <a:moveTo>
                  <a:pt x="34280" y="334707"/>
                </a:moveTo>
                <a:lnTo>
                  <a:pt x="35766" y="335086"/>
                </a:lnTo>
                <a:lnTo>
                  <a:pt x="33537" y="334896"/>
                </a:lnTo>
                <a:close/>
                <a:moveTo>
                  <a:pt x="36288" y="35957"/>
                </a:moveTo>
                <a:lnTo>
                  <a:pt x="38469" y="37250"/>
                </a:lnTo>
                <a:lnTo>
                  <a:pt x="35198" y="36603"/>
                </a:lnTo>
                <a:close/>
                <a:moveTo>
                  <a:pt x="36100" y="47708"/>
                </a:moveTo>
                <a:lnTo>
                  <a:pt x="36524" y="48906"/>
                </a:lnTo>
                <a:lnTo>
                  <a:pt x="35887" y="48307"/>
                </a:lnTo>
                <a:close/>
                <a:moveTo>
                  <a:pt x="58813" y="68735"/>
                </a:moveTo>
                <a:lnTo>
                  <a:pt x="60774" y="69257"/>
                </a:lnTo>
                <a:lnTo>
                  <a:pt x="57832" y="68996"/>
                </a:lnTo>
                <a:close/>
                <a:moveTo>
                  <a:pt x="20458" y="354824"/>
                </a:moveTo>
                <a:lnTo>
                  <a:pt x="22460" y="355869"/>
                </a:lnTo>
                <a:lnTo>
                  <a:pt x="19457" y="355347"/>
                </a:lnTo>
                <a:close/>
                <a:moveTo>
                  <a:pt x="65440" y="337313"/>
                </a:moveTo>
                <a:lnTo>
                  <a:pt x="67133" y="339039"/>
                </a:lnTo>
                <a:lnTo>
                  <a:pt x="64594" y="338176"/>
                </a:lnTo>
                <a:close/>
                <a:moveTo>
                  <a:pt x="52217" y="178335"/>
                </a:moveTo>
                <a:lnTo>
                  <a:pt x="53099" y="179323"/>
                </a:lnTo>
                <a:lnTo>
                  <a:pt x="51775" y="178829"/>
                </a:lnTo>
                <a:close/>
                <a:moveTo>
                  <a:pt x="57204" y="194281"/>
                </a:moveTo>
                <a:lnTo>
                  <a:pt x="57573" y="195682"/>
                </a:lnTo>
                <a:lnTo>
                  <a:pt x="57020" y="194982"/>
                </a:lnTo>
                <a:close/>
                <a:moveTo>
                  <a:pt x="50911" y="98243"/>
                </a:moveTo>
                <a:lnTo>
                  <a:pt x="52240" y="99752"/>
                </a:lnTo>
                <a:lnTo>
                  <a:pt x="50247" y="98997"/>
                </a:lnTo>
                <a:close/>
                <a:moveTo>
                  <a:pt x="37820" y="367990"/>
                </a:moveTo>
                <a:lnTo>
                  <a:pt x="38369" y="369609"/>
                </a:lnTo>
                <a:lnTo>
                  <a:pt x="37546" y="368799"/>
                </a:lnTo>
                <a:close/>
                <a:moveTo>
                  <a:pt x="1703" y="131672"/>
                </a:moveTo>
                <a:lnTo>
                  <a:pt x="3491" y="132750"/>
                </a:lnTo>
                <a:lnTo>
                  <a:pt x="809" y="132211"/>
                </a:lnTo>
                <a:close/>
                <a:moveTo>
                  <a:pt x="16941" y="26219"/>
                </a:moveTo>
                <a:lnTo>
                  <a:pt x="17492" y="28000"/>
                </a:lnTo>
                <a:lnTo>
                  <a:pt x="16666" y="27109"/>
                </a:lnTo>
                <a:close/>
                <a:moveTo>
                  <a:pt x="61494" y="340766"/>
                </a:moveTo>
                <a:lnTo>
                  <a:pt x="62929" y="342047"/>
                </a:lnTo>
                <a:lnTo>
                  <a:pt x="60777" y="341407"/>
                </a:lnTo>
                <a:close/>
                <a:moveTo>
                  <a:pt x="50509" y="16115"/>
                </a:moveTo>
                <a:lnTo>
                  <a:pt x="52482" y="16994"/>
                </a:lnTo>
                <a:lnTo>
                  <a:pt x="49522" y="16554"/>
                </a:lnTo>
                <a:close/>
                <a:moveTo>
                  <a:pt x="67356" y="25334"/>
                </a:moveTo>
                <a:lnTo>
                  <a:pt x="68686" y="26136"/>
                </a:lnTo>
                <a:lnTo>
                  <a:pt x="66692" y="25735"/>
                </a:lnTo>
                <a:close/>
                <a:moveTo>
                  <a:pt x="5920" y="199964"/>
                </a:moveTo>
                <a:lnTo>
                  <a:pt x="7614" y="200858"/>
                </a:lnTo>
                <a:lnTo>
                  <a:pt x="5073" y="200411"/>
                </a:lnTo>
                <a:close/>
                <a:moveTo>
                  <a:pt x="57274" y="161348"/>
                </a:moveTo>
                <a:lnTo>
                  <a:pt x="58273" y="162451"/>
                </a:lnTo>
                <a:lnTo>
                  <a:pt x="56774" y="161899"/>
                </a:lnTo>
                <a:close/>
                <a:moveTo>
                  <a:pt x="19482" y="306417"/>
                </a:moveTo>
                <a:lnTo>
                  <a:pt x="21588" y="306794"/>
                </a:lnTo>
                <a:lnTo>
                  <a:pt x="18429" y="306605"/>
                </a:lnTo>
                <a:close/>
                <a:moveTo>
                  <a:pt x="44590" y="146366"/>
                </a:moveTo>
                <a:lnTo>
                  <a:pt x="44954" y="148022"/>
                </a:lnTo>
                <a:lnTo>
                  <a:pt x="44408" y="147194"/>
                </a:lnTo>
                <a:close/>
                <a:moveTo>
                  <a:pt x="60898" y="268846"/>
                </a:moveTo>
                <a:lnTo>
                  <a:pt x="61360" y="269231"/>
                </a:lnTo>
                <a:lnTo>
                  <a:pt x="60667" y="269038"/>
                </a:lnTo>
                <a:close/>
                <a:moveTo>
                  <a:pt x="15087" y="272518"/>
                </a:moveTo>
                <a:lnTo>
                  <a:pt x="16169" y="272927"/>
                </a:lnTo>
                <a:lnTo>
                  <a:pt x="14546" y="272723"/>
                </a:lnTo>
                <a:close/>
                <a:moveTo>
                  <a:pt x="6999" y="170002"/>
                </a:moveTo>
                <a:lnTo>
                  <a:pt x="8908" y="170394"/>
                </a:lnTo>
                <a:lnTo>
                  <a:pt x="6045" y="170198"/>
                </a:lnTo>
                <a:close/>
                <a:moveTo>
                  <a:pt x="20646" y="183415"/>
                </a:moveTo>
                <a:lnTo>
                  <a:pt x="22797" y="184087"/>
                </a:lnTo>
                <a:lnTo>
                  <a:pt x="19570" y="183751"/>
                </a:lnTo>
                <a:close/>
                <a:moveTo>
                  <a:pt x="37976" y="426438"/>
                </a:moveTo>
                <a:lnTo>
                  <a:pt x="38775" y="427980"/>
                </a:lnTo>
                <a:lnTo>
                  <a:pt x="37576" y="427209"/>
                </a:lnTo>
                <a:close/>
                <a:moveTo>
                  <a:pt x="56670" y="36860"/>
                </a:moveTo>
                <a:lnTo>
                  <a:pt x="58371" y="37676"/>
                </a:lnTo>
                <a:lnTo>
                  <a:pt x="55819" y="37268"/>
                </a:lnTo>
                <a:close/>
                <a:moveTo>
                  <a:pt x="29839" y="261835"/>
                </a:moveTo>
                <a:lnTo>
                  <a:pt x="30517" y="263620"/>
                </a:lnTo>
                <a:lnTo>
                  <a:pt x="29500" y="262727"/>
                </a:lnTo>
                <a:close/>
                <a:moveTo>
                  <a:pt x="46650" y="342967"/>
                </a:moveTo>
                <a:lnTo>
                  <a:pt x="48521" y="344291"/>
                </a:lnTo>
                <a:lnTo>
                  <a:pt x="45714" y="343629"/>
                </a:lnTo>
                <a:close/>
                <a:moveTo>
                  <a:pt x="44351" y="415149"/>
                </a:moveTo>
                <a:lnTo>
                  <a:pt x="45370" y="416169"/>
                </a:lnTo>
                <a:lnTo>
                  <a:pt x="43841" y="415659"/>
                </a:lnTo>
                <a:close/>
                <a:moveTo>
                  <a:pt x="41213" y="418072"/>
                </a:moveTo>
                <a:lnTo>
                  <a:pt x="42104" y="419005"/>
                </a:lnTo>
                <a:lnTo>
                  <a:pt x="40767" y="418538"/>
                </a:lnTo>
                <a:close/>
                <a:moveTo>
                  <a:pt x="13720" y="323591"/>
                </a:moveTo>
                <a:lnTo>
                  <a:pt x="14391" y="324549"/>
                </a:lnTo>
                <a:lnTo>
                  <a:pt x="13385" y="324070"/>
                </a:lnTo>
                <a:close/>
                <a:moveTo>
                  <a:pt x="24365" y="320511"/>
                </a:moveTo>
                <a:lnTo>
                  <a:pt x="25032" y="321243"/>
                </a:lnTo>
                <a:lnTo>
                  <a:pt x="24031" y="320877"/>
                </a:lnTo>
                <a:close/>
                <a:moveTo>
                  <a:pt x="9384" y="217078"/>
                </a:moveTo>
                <a:lnTo>
                  <a:pt x="10015" y="218452"/>
                </a:lnTo>
                <a:lnTo>
                  <a:pt x="9069" y="217765"/>
                </a:lnTo>
                <a:close/>
                <a:moveTo>
                  <a:pt x="25363" y="64968"/>
                </a:moveTo>
                <a:lnTo>
                  <a:pt x="26388" y="66251"/>
                </a:lnTo>
                <a:lnTo>
                  <a:pt x="24851" y="65610"/>
                </a:lnTo>
                <a:close/>
                <a:moveTo>
                  <a:pt x="60197" y="144791"/>
                </a:moveTo>
                <a:lnTo>
                  <a:pt x="62343" y="145510"/>
                </a:lnTo>
                <a:lnTo>
                  <a:pt x="59125" y="145151"/>
                </a:lnTo>
                <a:close/>
                <a:moveTo>
                  <a:pt x="51194" y="297314"/>
                </a:moveTo>
                <a:lnTo>
                  <a:pt x="53038" y="298993"/>
                </a:lnTo>
                <a:lnTo>
                  <a:pt x="50273" y="298153"/>
                </a:lnTo>
                <a:close/>
                <a:moveTo>
                  <a:pt x="45291" y="406669"/>
                </a:moveTo>
                <a:lnTo>
                  <a:pt x="46164" y="407584"/>
                </a:lnTo>
                <a:lnTo>
                  <a:pt x="44855" y="407126"/>
                </a:lnTo>
                <a:close/>
                <a:moveTo>
                  <a:pt x="50070" y="165931"/>
                </a:moveTo>
                <a:lnTo>
                  <a:pt x="52058" y="167712"/>
                </a:lnTo>
                <a:lnTo>
                  <a:pt x="49076" y="166822"/>
                </a:lnTo>
                <a:close/>
                <a:moveTo>
                  <a:pt x="27312" y="420402"/>
                </a:moveTo>
                <a:lnTo>
                  <a:pt x="27681" y="420773"/>
                </a:lnTo>
                <a:lnTo>
                  <a:pt x="27128" y="420588"/>
                </a:lnTo>
                <a:close/>
                <a:moveTo>
                  <a:pt x="50628" y="349111"/>
                </a:moveTo>
                <a:lnTo>
                  <a:pt x="52011" y="349758"/>
                </a:lnTo>
                <a:lnTo>
                  <a:pt x="49937" y="349435"/>
                </a:lnTo>
                <a:close/>
                <a:moveTo>
                  <a:pt x="25256" y="196900"/>
                </a:moveTo>
                <a:lnTo>
                  <a:pt x="26034" y="197962"/>
                </a:lnTo>
                <a:lnTo>
                  <a:pt x="24867" y="197431"/>
                </a:lnTo>
                <a:close/>
                <a:moveTo>
                  <a:pt x="6688" y="201284"/>
                </a:moveTo>
                <a:lnTo>
                  <a:pt x="7982" y="202128"/>
                </a:lnTo>
                <a:lnTo>
                  <a:pt x="6041" y="201706"/>
                </a:lnTo>
                <a:close/>
                <a:moveTo>
                  <a:pt x="33048" y="281977"/>
                </a:moveTo>
                <a:lnTo>
                  <a:pt x="35029" y="282453"/>
                </a:lnTo>
                <a:lnTo>
                  <a:pt x="32058" y="282215"/>
                </a:lnTo>
                <a:close/>
                <a:moveTo>
                  <a:pt x="56323" y="295994"/>
                </a:moveTo>
                <a:lnTo>
                  <a:pt x="58165" y="297340"/>
                </a:lnTo>
                <a:lnTo>
                  <a:pt x="55403" y="296667"/>
                </a:lnTo>
                <a:close/>
                <a:moveTo>
                  <a:pt x="63172" y="206381"/>
                </a:moveTo>
                <a:lnTo>
                  <a:pt x="63833" y="206834"/>
                </a:lnTo>
                <a:lnTo>
                  <a:pt x="62841" y="206607"/>
                </a:lnTo>
                <a:close/>
                <a:moveTo>
                  <a:pt x="17865" y="92521"/>
                </a:moveTo>
                <a:lnTo>
                  <a:pt x="18768" y="93629"/>
                </a:lnTo>
                <a:lnTo>
                  <a:pt x="17414" y="93075"/>
                </a:lnTo>
                <a:close/>
                <a:moveTo>
                  <a:pt x="27280" y="419987"/>
                </a:moveTo>
                <a:lnTo>
                  <a:pt x="29272" y="420646"/>
                </a:lnTo>
                <a:lnTo>
                  <a:pt x="26284" y="420317"/>
                </a:lnTo>
                <a:close/>
                <a:moveTo>
                  <a:pt x="64893" y="192914"/>
                </a:moveTo>
                <a:lnTo>
                  <a:pt x="65990" y="194294"/>
                </a:lnTo>
                <a:lnTo>
                  <a:pt x="64345" y="193604"/>
                </a:lnTo>
                <a:close/>
                <a:moveTo>
                  <a:pt x="25641" y="412371"/>
                </a:moveTo>
                <a:lnTo>
                  <a:pt x="26387" y="413527"/>
                </a:lnTo>
                <a:lnTo>
                  <a:pt x="25268" y="412949"/>
                </a:lnTo>
                <a:close/>
                <a:moveTo>
                  <a:pt x="15832" y="252595"/>
                </a:moveTo>
                <a:lnTo>
                  <a:pt x="16727" y="252983"/>
                </a:lnTo>
                <a:lnTo>
                  <a:pt x="15385" y="252789"/>
                </a:lnTo>
                <a:close/>
                <a:moveTo>
                  <a:pt x="21050" y="420663"/>
                </a:moveTo>
                <a:lnTo>
                  <a:pt x="22989" y="422443"/>
                </a:lnTo>
                <a:lnTo>
                  <a:pt x="20081" y="421553"/>
                </a:lnTo>
                <a:close/>
                <a:moveTo>
                  <a:pt x="22509" y="236835"/>
                </a:moveTo>
                <a:lnTo>
                  <a:pt x="23473" y="238313"/>
                </a:lnTo>
                <a:lnTo>
                  <a:pt x="22027" y="237574"/>
                </a:lnTo>
                <a:close/>
                <a:moveTo>
                  <a:pt x="31607" y="127967"/>
                </a:moveTo>
                <a:lnTo>
                  <a:pt x="32352" y="129731"/>
                </a:lnTo>
                <a:lnTo>
                  <a:pt x="31234" y="128849"/>
                </a:lnTo>
                <a:close/>
                <a:moveTo>
                  <a:pt x="28309" y="424279"/>
                </a:moveTo>
                <a:lnTo>
                  <a:pt x="28780" y="425620"/>
                </a:lnTo>
                <a:lnTo>
                  <a:pt x="28074" y="424950"/>
                </a:lnTo>
                <a:close/>
                <a:moveTo>
                  <a:pt x="16189" y="337600"/>
                </a:moveTo>
                <a:lnTo>
                  <a:pt x="18021" y="339253"/>
                </a:lnTo>
                <a:lnTo>
                  <a:pt x="15273" y="338426"/>
                </a:lnTo>
                <a:close/>
                <a:moveTo>
                  <a:pt x="70650" y="112448"/>
                </a:moveTo>
                <a:lnTo>
                  <a:pt x="72282" y="113159"/>
                </a:lnTo>
                <a:lnTo>
                  <a:pt x="69833" y="112803"/>
                </a:lnTo>
                <a:close/>
                <a:moveTo>
                  <a:pt x="56425" y="120788"/>
                </a:moveTo>
                <a:lnTo>
                  <a:pt x="57094" y="121522"/>
                </a:lnTo>
                <a:lnTo>
                  <a:pt x="56090" y="121155"/>
                </a:lnTo>
                <a:close/>
                <a:moveTo>
                  <a:pt x="4242" y="342289"/>
                </a:moveTo>
                <a:lnTo>
                  <a:pt x="4801" y="343048"/>
                </a:lnTo>
                <a:lnTo>
                  <a:pt x="3963" y="342669"/>
                </a:lnTo>
                <a:close/>
                <a:moveTo>
                  <a:pt x="54791" y="85350"/>
                </a:moveTo>
                <a:lnTo>
                  <a:pt x="56858" y="86995"/>
                </a:lnTo>
                <a:lnTo>
                  <a:pt x="53758" y="86172"/>
                </a:lnTo>
                <a:close/>
                <a:moveTo>
                  <a:pt x="34129" y="332110"/>
                </a:moveTo>
                <a:lnTo>
                  <a:pt x="35511" y="333278"/>
                </a:lnTo>
                <a:lnTo>
                  <a:pt x="33439" y="332694"/>
                </a:lnTo>
                <a:close/>
                <a:moveTo>
                  <a:pt x="25729" y="282017"/>
                </a:moveTo>
                <a:lnTo>
                  <a:pt x="27601" y="282344"/>
                </a:lnTo>
                <a:lnTo>
                  <a:pt x="24792" y="282180"/>
                </a:lnTo>
                <a:close/>
                <a:moveTo>
                  <a:pt x="5818" y="364958"/>
                </a:moveTo>
                <a:lnTo>
                  <a:pt x="7545" y="365320"/>
                </a:lnTo>
                <a:lnTo>
                  <a:pt x="4955" y="365139"/>
                </a:lnTo>
                <a:close/>
                <a:moveTo>
                  <a:pt x="6259" y="426824"/>
                </a:moveTo>
                <a:lnTo>
                  <a:pt x="8318" y="427910"/>
                </a:lnTo>
                <a:lnTo>
                  <a:pt x="5229" y="427367"/>
                </a:lnTo>
                <a:close/>
                <a:moveTo>
                  <a:pt x="67412" y="432654"/>
                </a:moveTo>
                <a:lnTo>
                  <a:pt x="68815" y="433134"/>
                </a:lnTo>
                <a:lnTo>
                  <a:pt x="66710" y="432894"/>
                </a:lnTo>
                <a:close/>
                <a:moveTo>
                  <a:pt x="9188" y="401337"/>
                </a:moveTo>
                <a:lnTo>
                  <a:pt x="9927" y="401698"/>
                </a:lnTo>
                <a:lnTo>
                  <a:pt x="8818" y="401517"/>
                </a:lnTo>
                <a:close/>
                <a:moveTo>
                  <a:pt x="45716" y="1262"/>
                </a:moveTo>
                <a:lnTo>
                  <a:pt x="46598" y="2796"/>
                </a:lnTo>
                <a:lnTo>
                  <a:pt x="45275" y="2029"/>
                </a:lnTo>
                <a:close/>
                <a:moveTo>
                  <a:pt x="48099" y="114529"/>
                </a:moveTo>
                <a:lnTo>
                  <a:pt x="49541" y="115081"/>
                </a:lnTo>
                <a:lnTo>
                  <a:pt x="47378" y="114805"/>
                </a:lnTo>
                <a:close/>
                <a:moveTo>
                  <a:pt x="54309" y="204650"/>
                </a:moveTo>
                <a:lnTo>
                  <a:pt x="56269" y="206199"/>
                </a:lnTo>
                <a:lnTo>
                  <a:pt x="53329" y="205425"/>
                </a:lnTo>
                <a:close/>
                <a:moveTo>
                  <a:pt x="26547" y="155657"/>
                </a:moveTo>
                <a:lnTo>
                  <a:pt x="27473" y="157216"/>
                </a:lnTo>
                <a:lnTo>
                  <a:pt x="26084" y="156437"/>
                </a:lnTo>
                <a:close/>
                <a:moveTo>
                  <a:pt x="25123" y="192700"/>
                </a:moveTo>
                <a:lnTo>
                  <a:pt x="25615" y="194454"/>
                </a:lnTo>
                <a:lnTo>
                  <a:pt x="24877" y="193577"/>
                </a:lnTo>
                <a:close/>
                <a:moveTo>
                  <a:pt x="1670" y="340161"/>
                </a:moveTo>
                <a:lnTo>
                  <a:pt x="3850" y="340720"/>
                </a:lnTo>
                <a:lnTo>
                  <a:pt x="580" y="340441"/>
                </a:lnTo>
                <a:close/>
                <a:moveTo>
                  <a:pt x="8827" y="132222"/>
                </a:moveTo>
                <a:lnTo>
                  <a:pt x="10734" y="133264"/>
                </a:lnTo>
                <a:lnTo>
                  <a:pt x="7874" y="132743"/>
                </a:lnTo>
                <a:close/>
                <a:moveTo>
                  <a:pt x="53796" y="63339"/>
                </a:moveTo>
                <a:lnTo>
                  <a:pt x="54899" y="64015"/>
                </a:lnTo>
                <a:lnTo>
                  <a:pt x="53244" y="63677"/>
                </a:lnTo>
                <a:close/>
                <a:moveTo>
                  <a:pt x="22668" y="337202"/>
                </a:moveTo>
                <a:lnTo>
                  <a:pt x="23382" y="338905"/>
                </a:lnTo>
                <a:lnTo>
                  <a:pt x="22310" y="338054"/>
                </a:lnTo>
                <a:close/>
                <a:moveTo>
                  <a:pt x="56927" y="361808"/>
                </a:moveTo>
                <a:lnTo>
                  <a:pt x="58172" y="362244"/>
                </a:lnTo>
                <a:lnTo>
                  <a:pt x="56305" y="362026"/>
                </a:lnTo>
                <a:close/>
                <a:moveTo>
                  <a:pt x="50737" y="192772"/>
                </a:moveTo>
                <a:lnTo>
                  <a:pt x="52499" y="194311"/>
                </a:lnTo>
                <a:lnTo>
                  <a:pt x="49855" y="193541"/>
                </a:lnTo>
                <a:close/>
                <a:moveTo>
                  <a:pt x="43383" y="360699"/>
                </a:moveTo>
                <a:lnTo>
                  <a:pt x="44081" y="361440"/>
                </a:lnTo>
                <a:lnTo>
                  <a:pt x="43033" y="361069"/>
                </a:lnTo>
                <a:close/>
                <a:moveTo>
                  <a:pt x="14689" y="390896"/>
                </a:moveTo>
                <a:lnTo>
                  <a:pt x="15529" y="392367"/>
                </a:lnTo>
                <a:lnTo>
                  <a:pt x="14268" y="391632"/>
                </a:lnTo>
                <a:close/>
                <a:moveTo>
                  <a:pt x="40798" y="94043"/>
                </a:moveTo>
                <a:lnTo>
                  <a:pt x="41660" y="95145"/>
                </a:lnTo>
                <a:lnTo>
                  <a:pt x="40367" y="94594"/>
                </a:lnTo>
                <a:close/>
                <a:moveTo>
                  <a:pt x="53041" y="218420"/>
                </a:moveTo>
                <a:lnTo>
                  <a:pt x="55174" y="219067"/>
                </a:lnTo>
                <a:lnTo>
                  <a:pt x="51975" y="218743"/>
                </a:lnTo>
                <a:close/>
                <a:moveTo>
                  <a:pt x="34996" y="424255"/>
                </a:moveTo>
                <a:lnTo>
                  <a:pt x="36534" y="425565"/>
                </a:lnTo>
                <a:lnTo>
                  <a:pt x="34226" y="424910"/>
                </a:lnTo>
                <a:close/>
                <a:moveTo>
                  <a:pt x="22635" y="293505"/>
                </a:moveTo>
                <a:lnTo>
                  <a:pt x="24657" y="295169"/>
                </a:lnTo>
                <a:lnTo>
                  <a:pt x="21625" y="294337"/>
                </a:lnTo>
                <a:close/>
                <a:moveTo>
                  <a:pt x="48633" y="424513"/>
                </a:moveTo>
                <a:lnTo>
                  <a:pt x="50745" y="425804"/>
                </a:lnTo>
                <a:lnTo>
                  <a:pt x="47577" y="425159"/>
                </a:lnTo>
                <a:close/>
                <a:moveTo>
                  <a:pt x="4291" y="402626"/>
                </a:moveTo>
                <a:lnTo>
                  <a:pt x="5321" y="403098"/>
                </a:lnTo>
                <a:lnTo>
                  <a:pt x="3776" y="402862"/>
                </a:lnTo>
                <a:close/>
                <a:moveTo>
                  <a:pt x="18870" y="213573"/>
                </a:moveTo>
                <a:lnTo>
                  <a:pt x="20516" y="214411"/>
                </a:lnTo>
                <a:lnTo>
                  <a:pt x="18047" y="213992"/>
                </a:lnTo>
                <a:close/>
                <a:moveTo>
                  <a:pt x="6949" y="269273"/>
                </a:moveTo>
                <a:lnTo>
                  <a:pt x="8532" y="270472"/>
                </a:lnTo>
                <a:lnTo>
                  <a:pt x="6157" y="269873"/>
                </a:lnTo>
                <a:close/>
                <a:moveTo>
                  <a:pt x="16957" y="38679"/>
                </a:moveTo>
                <a:lnTo>
                  <a:pt x="19125" y="39891"/>
                </a:lnTo>
                <a:lnTo>
                  <a:pt x="15873" y="39285"/>
                </a:lnTo>
                <a:close/>
                <a:moveTo>
                  <a:pt x="25325" y="238991"/>
                </a:moveTo>
                <a:lnTo>
                  <a:pt x="27006" y="240780"/>
                </a:lnTo>
                <a:lnTo>
                  <a:pt x="24485" y="239886"/>
                </a:lnTo>
                <a:close/>
                <a:moveTo>
                  <a:pt x="38309" y="84480"/>
                </a:moveTo>
                <a:lnTo>
                  <a:pt x="39532" y="86106"/>
                </a:lnTo>
                <a:lnTo>
                  <a:pt x="37698" y="85293"/>
                </a:lnTo>
                <a:close/>
                <a:moveTo>
                  <a:pt x="60832" y="326405"/>
                </a:moveTo>
                <a:lnTo>
                  <a:pt x="62744" y="326955"/>
                </a:lnTo>
                <a:lnTo>
                  <a:pt x="59876" y="326680"/>
                </a:lnTo>
                <a:close/>
                <a:moveTo>
                  <a:pt x="33100" y="176248"/>
                </a:moveTo>
                <a:lnTo>
                  <a:pt x="34468" y="177400"/>
                </a:lnTo>
                <a:lnTo>
                  <a:pt x="32416" y="176824"/>
                </a:lnTo>
                <a:close/>
                <a:moveTo>
                  <a:pt x="51342" y="77485"/>
                </a:moveTo>
                <a:lnTo>
                  <a:pt x="53091" y="78405"/>
                </a:lnTo>
                <a:lnTo>
                  <a:pt x="50468" y="77945"/>
                </a:lnTo>
                <a:close/>
                <a:moveTo>
                  <a:pt x="16295" y="81570"/>
                </a:moveTo>
                <a:lnTo>
                  <a:pt x="18311" y="83361"/>
                </a:lnTo>
                <a:lnTo>
                  <a:pt x="15287" y="82465"/>
                </a:lnTo>
                <a:close/>
                <a:moveTo>
                  <a:pt x="35190" y="300389"/>
                </a:moveTo>
                <a:lnTo>
                  <a:pt x="36303" y="301495"/>
                </a:lnTo>
                <a:lnTo>
                  <a:pt x="34634" y="300942"/>
                </a:lnTo>
                <a:close/>
                <a:moveTo>
                  <a:pt x="48274" y="183274"/>
                </a:moveTo>
                <a:lnTo>
                  <a:pt x="49250" y="184047"/>
                </a:lnTo>
                <a:lnTo>
                  <a:pt x="47786" y="183660"/>
                </a:lnTo>
                <a:close/>
                <a:moveTo>
                  <a:pt x="39309" y="108171"/>
                </a:moveTo>
                <a:lnTo>
                  <a:pt x="41473" y="108752"/>
                </a:lnTo>
                <a:lnTo>
                  <a:pt x="38226" y="108461"/>
                </a:lnTo>
                <a:close/>
                <a:moveTo>
                  <a:pt x="49270" y="129189"/>
                </a:moveTo>
                <a:lnTo>
                  <a:pt x="50209" y="130817"/>
                </a:lnTo>
                <a:lnTo>
                  <a:pt x="48800" y="130003"/>
                </a:lnTo>
                <a:close/>
                <a:moveTo>
                  <a:pt x="64235" y="240241"/>
                </a:moveTo>
                <a:lnTo>
                  <a:pt x="65535" y="241353"/>
                </a:lnTo>
                <a:lnTo>
                  <a:pt x="63586" y="240797"/>
                </a:lnTo>
                <a:close/>
                <a:moveTo>
                  <a:pt x="18637" y="191447"/>
                </a:moveTo>
                <a:lnTo>
                  <a:pt x="19411" y="191925"/>
                </a:lnTo>
                <a:lnTo>
                  <a:pt x="18250" y="191686"/>
                </a:lnTo>
                <a:close/>
                <a:moveTo>
                  <a:pt x="55668" y="243420"/>
                </a:moveTo>
                <a:lnTo>
                  <a:pt x="57808" y="244335"/>
                </a:lnTo>
                <a:lnTo>
                  <a:pt x="54598" y="243877"/>
                </a:lnTo>
                <a:close/>
                <a:moveTo>
                  <a:pt x="27772" y="141485"/>
                </a:moveTo>
                <a:lnTo>
                  <a:pt x="29317" y="141942"/>
                </a:lnTo>
                <a:lnTo>
                  <a:pt x="26999" y="141713"/>
                </a:lnTo>
                <a:close/>
                <a:moveTo>
                  <a:pt x="23115" y="136361"/>
                </a:moveTo>
                <a:lnTo>
                  <a:pt x="24734" y="137837"/>
                </a:lnTo>
                <a:lnTo>
                  <a:pt x="22305" y="137099"/>
                </a:lnTo>
                <a:close/>
                <a:moveTo>
                  <a:pt x="70462" y="369179"/>
                </a:moveTo>
                <a:lnTo>
                  <a:pt x="72269" y="370371"/>
                </a:lnTo>
                <a:lnTo>
                  <a:pt x="69559" y="369775"/>
                </a:lnTo>
                <a:close/>
                <a:moveTo>
                  <a:pt x="31692" y="226634"/>
                </a:moveTo>
                <a:lnTo>
                  <a:pt x="33686" y="227031"/>
                </a:lnTo>
                <a:lnTo>
                  <a:pt x="30695" y="226832"/>
                </a:lnTo>
                <a:close/>
                <a:moveTo>
                  <a:pt x="26310" y="14240"/>
                </a:moveTo>
                <a:lnTo>
                  <a:pt x="28015" y="15335"/>
                </a:lnTo>
                <a:lnTo>
                  <a:pt x="25457" y="14787"/>
                </a:lnTo>
                <a:close/>
                <a:moveTo>
                  <a:pt x="5740" y="427886"/>
                </a:moveTo>
                <a:lnTo>
                  <a:pt x="6984" y="428210"/>
                </a:lnTo>
                <a:lnTo>
                  <a:pt x="5119" y="428048"/>
                </a:lnTo>
                <a:close/>
                <a:moveTo>
                  <a:pt x="37843" y="104011"/>
                </a:moveTo>
                <a:lnTo>
                  <a:pt x="39862" y="104729"/>
                </a:lnTo>
                <a:lnTo>
                  <a:pt x="36834" y="104370"/>
                </a:lnTo>
                <a:close/>
                <a:moveTo>
                  <a:pt x="40467" y="98026"/>
                </a:moveTo>
                <a:lnTo>
                  <a:pt x="40823" y="99546"/>
                </a:lnTo>
                <a:lnTo>
                  <a:pt x="40289" y="98786"/>
                </a:lnTo>
                <a:close/>
                <a:moveTo>
                  <a:pt x="68054" y="378324"/>
                </a:moveTo>
                <a:lnTo>
                  <a:pt x="70056" y="379421"/>
                </a:lnTo>
                <a:lnTo>
                  <a:pt x="67053" y="378872"/>
                </a:lnTo>
                <a:close/>
                <a:moveTo>
                  <a:pt x="24297" y="414835"/>
                </a:moveTo>
                <a:lnTo>
                  <a:pt x="25775" y="415229"/>
                </a:lnTo>
                <a:lnTo>
                  <a:pt x="23558" y="415032"/>
                </a:lnTo>
                <a:close/>
                <a:moveTo>
                  <a:pt x="44384" y="389452"/>
                </a:moveTo>
                <a:lnTo>
                  <a:pt x="44779" y="389800"/>
                </a:lnTo>
                <a:lnTo>
                  <a:pt x="44186" y="389626"/>
                </a:lnTo>
                <a:close/>
                <a:moveTo>
                  <a:pt x="8203" y="6904"/>
                </a:moveTo>
                <a:lnTo>
                  <a:pt x="8625" y="7638"/>
                </a:lnTo>
                <a:lnTo>
                  <a:pt x="7992" y="7271"/>
                </a:lnTo>
                <a:close/>
                <a:moveTo>
                  <a:pt x="61360" y="91006"/>
                </a:moveTo>
                <a:lnTo>
                  <a:pt x="63121" y="91394"/>
                </a:lnTo>
                <a:lnTo>
                  <a:pt x="60479" y="91200"/>
                </a:lnTo>
                <a:close/>
                <a:moveTo>
                  <a:pt x="36562" y="272330"/>
                </a:moveTo>
                <a:lnTo>
                  <a:pt x="37095" y="272802"/>
                </a:lnTo>
                <a:lnTo>
                  <a:pt x="36296" y="272566"/>
                </a:lnTo>
                <a:close/>
                <a:moveTo>
                  <a:pt x="1059" y="349884"/>
                </a:moveTo>
                <a:lnTo>
                  <a:pt x="2886" y="351290"/>
                </a:lnTo>
                <a:lnTo>
                  <a:pt x="146" y="350587"/>
                </a:lnTo>
                <a:close/>
                <a:moveTo>
                  <a:pt x="38997" y="35602"/>
                </a:moveTo>
                <a:lnTo>
                  <a:pt x="40152" y="36653"/>
                </a:lnTo>
                <a:lnTo>
                  <a:pt x="38419" y="36128"/>
                </a:lnTo>
                <a:close/>
                <a:moveTo>
                  <a:pt x="11193" y="152819"/>
                </a:moveTo>
                <a:lnTo>
                  <a:pt x="13044" y="153534"/>
                </a:lnTo>
                <a:lnTo>
                  <a:pt x="10268" y="153176"/>
                </a:lnTo>
                <a:close/>
                <a:moveTo>
                  <a:pt x="49976" y="431677"/>
                </a:moveTo>
                <a:lnTo>
                  <a:pt x="50774" y="432130"/>
                </a:lnTo>
                <a:lnTo>
                  <a:pt x="49577" y="431904"/>
                </a:lnTo>
                <a:close/>
                <a:moveTo>
                  <a:pt x="32493" y="346569"/>
                </a:moveTo>
                <a:lnTo>
                  <a:pt x="34250" y="347793"/>
                </a:lnTo>
                <a:lnTo>
                  <a:pt x="31615" y="347181"/>
                </a:lnTo>
                <a:close/>
                <a:moveTo>
                  <a:pt x="10016" y="341904"/>
                </a:moveTo>
                <a:lnTo>
                  <a:pt x="11450" y="343477"/>
                </a:lnTo>
                <a:lnTo>
                  <a:pt x="9299" y="342691"/>
                </a:lnTo>
                <a:close/>
                <a:moveTo>
                  <a:pt x="61170" y="227927"/>
                </a:moveTo>
                <a:lnTo>
                  <a:pt x="61760" y="229561"/>
                </a:lnTo>
                <a:lnTo>
                  <a:pt x="60875" y="228744"/>
                </a:lnTo>
                <a:close/>
                <a:moveTo>
                  <a:pt x="2957" y="244347"/>
                </a:moveTo>
                <a:lnTo>
                  <a:pt x="4169" y="245422"/>
                </a:lnTo>
                <a:lnTo>
                  <a:pt x="2351" y="244884"/>
                </a:lnTo>
                <a:close/>
                <a:moveTo>
                  <a:pt x="49532" y="342074"/>
                </a:moveTo>
                <a:lnTo>
                  <a:pt x="51269" y="343105"/>
                </a:lnTo>
                <a:lnTo>
                  <a:pt x="48664" y="342590"/>
                </a:lnTo>
                <a:close/>
                <a:moveTo>
                  <a:pt x="19472" y="362444"/>
                </a:moveTo>
                <a:lnTo>
                  <a:pt x="21639" y="362819"/>
                </a:lnTo>
                <a:lnTo>
                  <a:pt x="18389" y="362632"/>
                </a:lnTo>
                <a:close/>
                <a:moveTo>
                  <a:pt x="17174" y="256961"/>
                </a:moveTo>
                <a:lnTo>
                  <a:pt x="17547" y="258359"/>
                </a:lnTo>
                <a:lnTo>
                  <a:pt x="16988" y="257660"/>
                </a:lnTo>
                <a:close/>
                <a:moveTo>
                  <a:pt x="44337" y="239766"/>
                </a:moveTo>
                <a:lnTo>
                  <a:pt x="45399" y="240740"/>
                </a:lnTo>
                <a:lnTo>
                  <a:pt x="43807" y="240253"/>
                </a:lnTo>
                <a:close/>
                <a:moveTo>
                  <a:pt x="7769" y="290520"/>
                </a:moveTo>
                <a:lnTo>
                  <a:pt x="9352" y="291061"/>
                </a:lnTo>
                <a:lnTo>
                  <a:pt x="6977" y="290790"/>
                </a:lnTo>
                <a:close/>
                <a:moveTo>
                  <a:pt x="58654" y="153335"/>
                </a:moveTo>
                <a:lnTo>
                  <a:pt x="59310" y="154131"/>
                </a:lnTo>
                <a:lnTo>
                  <a:pt x="58325" y="153733"/>
                </a:lnTo>
                <a:close/>
                <a:moveTo>
                  <a:pt x="30977" y="38152"/>
                </a:moveTo>
                <a:lnTo>
                  <a:pt x="33167" y="39806"/>
                </a:lnTo>
                <a:lnTo>
                  <a:pt x="29881" y="38979"/>
                </a:lnTo>
                <a:close/>
                <a:moveTo>
                  <a:pt x="44037" y="313051"/>
                </a:moveTo>
                <a:lnTo>
                  <a:pt x="44482" y="314833"/>
                </a:lnTo>
                <a:lnTo>
                  <a:pt x="43815" y="313942"/>
                </a:lnTo>
                <a:close/>
                <a:moveTo>
                  <a:pt x="50154" y="281849"/>
                </a:moveTo>
                <a:lnTo>
                  <a:pt x="51236" y="283353"/>
                </a:lnTo>
                <a:lnTo>
                  <a:pt x="49613" y="282601"/>
                </a:lnTo>
                <a:close/>
                <a:moveTo>
                  <a:pt x="70635" y="46076"/>
                </a:moveTo>
                <a:lnTo>
                  <a:pt x="71281" y="47110"/>
                </a:lnTo>
                <a:lnTo>
                  <a:pt x="70312" y="46593"/>
                </a:lnTo>
                <a:close/>
                <a:moveTo>
                  <a:pt x="4349" y="82380"/>
                </a:moveTo>
                <a:lnTo>
                  <a:pt x="5199" y="83166"/>
                </a:lnTo>
                <a:lnTo>
                  <a:pt x="3924" y="82773"/>
                </a:lnTo>
                <a:close/>
                <a:moveTo>
                  <a:pt x="61299" y="360187"/>
                </a:moveTo>
                <a:lnTo>
                  <a:pt x="61915" y="361583"/>
                </a:lnTo>
                <a:lnTo>
                  <a:pt x="60991" y="360885"/>
                </a:lnTo>
                <a:close/>
                <a:moveTo>
                  <a:pt x="8118" y="267217"/>
                </a:moveTo>
                <a:lnTo>
                  <a:pt x="8559" y="268900"/>
                </a:lnTo>
                <a:lnTo>
                  <a:pt x="7897" y="268058"/>
                </a:lnTo>
                <a:close/>
                <a:moveTo>
                  <a:pt x="11289" y="191896"/>
                </a:moveTo>
                <a:lnTo>
                  <a:pt x="11936" y="192939"/>
                </a:lnTo>
                <a:lnTo>
                  <a:pt x="10965" y="192417"/>
                </a:lnTo>
                <a:close/>
                <a:moveTo>
                  <a:pt x="66998" y="336725"/>
                </a:moveTo>
                <a:lnTo>
                  <a:pt x="69088" y="337039"/>
                </a:lnTo>
                <a:lnTo>
                  <a:pt x="65953" y="336882"/>
                </a:lnTo>
                <a:close/>
                <a:moveTo>
                  <a:pt x="29962" y="220108"/>
                </a:moveTo>
                <a:lnTo>
                  <a:pt x="30460" y="221080"/>
                </a:lnTo>
                <a:lnTo>
                  <a:pt x="29713" y="220594"/>
                </a:lnTo>
                <a:close/>
                <a:moveTo>
                  <a:pt x="67261" y="297508"/>
                </a:moveTo>
                <a:lnTo>
                  <a:pt x="68843" y="299289"/>
                </a:lnTo>
                <a:lnTo>
                  <a:pt x="66470" y="298398"/>
                </a:lnTo>
                <a:close/>
                <a:moveTo>
                  <a:pt x="4264" y="370508"/>
                </a:moveTo>
                <a:lnTo>
                  <a:pt x="6129" y="371801"/>
                </a:lnTo>
                <a:lnTo>
                  <a:pt x="3331" y="371154"/>
                </a:lnTo>
                <a:close/>
                <a:moveTo>
                  <a:pt x="69451" y="66313"/>
                </a:moveTo>
                <a:lnTo>
                  <a:pt x="70873" y="67374"/>
                </a:lnTo>
                <a:lnTo>
                  <a:pt x="68741" y="66843"/>
                </a:lnTo>
                <a:close/>
                <a:moveTo>
                  <a:pt x="3066" y="209036"/>
                </a:moveTo>
                <a:lnTo>
                  <a:pt x="3949" y="210606"/>
                </a:lnTo>
                <a:lnTo>
                  <a:pt x="2625" y="209821"/>
                </a:lnTo>
                <a:close/>
                <a:moveTo>
                  <a:pt x="4635" y="423905"/>
                </a:moveTo>
                <a:lnTo>
                  <a:pt x="5203" y="425596"/>
                </a:lnTo>
                <a:lnTo>
                  <a:pt x="4351" y="424750"/>
                </a:lnTo>
                <a:close/>
                <a:moveTo>
                  <a:pt x="68732" y="20691"/>
                </a:moveTo>
                <a:lnTo>
                  <a:pt x="70845" y="22366"/>
                </a:lnTo>
                <a:lnTo>
                  <a:pt x="67675" y="21528"/>
                </a:lnTo>
                <a:close/>
                <a:moveTo>
                  <a:pt x="53436" y="71355"/>
                </a:moveTo>
                <a:lnTo>
                  <a:pt x="54233" y="71847"/>
                </a:lnTo>
                <a:lnTo>
                  <a:pt x="53037" y="71601"/>
                </a:lnTo>
                <a:close/>
                <a:moveTo>
                  <a:pt x="1878" y="69059"/>
                </a:moveTo>
                <a:lnTo>
                  <a:pt x="2455" y="69388"/>
                </a:lnTo>
                <a:lnTo>
                  <a:pt x="1589" y="69223"/>
                </a:lnTo>
                <a:close/>
                <a:moveTo>
                  <a:pt x="64678" y="12118"/>
                </a:moveTo>
                <a:lnTo>
                  <a:pt x="65115" y="13006"/>
                </a:lnTo>
                <a:lnTo>
                  <a:pt x="64459" y="12562"/>
                </a:lnTo>
                <a:close/>
                <a:moveTo>
                  <a:pt x="25827" y="121448"/>
                </a:moveTo>
                <a:lnTo>
                  <a:pt x="26583" y="121766"/>
                </a:lnTo>
                <a:lnTo>
                  <a:pt x="25450" y="121607"/>
                </a:lnTo>
                <a:close/>
                <a:moveTo>
                  <a:pt x="50877" y="251812"/>
                </a:moveTo>
                <a:lnTo>
                  <a:pt x="52759" y="252996"/>
                </a:lnTo>
                <a:lnTo>
                  <a:pt x="49936" y="252404"/>
                </a:lnTo>
                <a:close/>
                <a:moveTo>
                  <a:pt x="62602" y="77801"/>
                </a:moveTo>
                <a:lnTo>
                  <a:pt x="63006" y="78645"/>
                </a:lnTo>
                <a:lnTo>
                  <a:pt x="62400" y="78223"/>
                </a:lnTo>
                <a:close/>
                <a:moveTo>
                  <a:pt x="28764" y="323163"/>
                </a:moveTo>
                <a:lnTo>
                  <a:pt x="30636" y="323572"/>
                </a:lnTo>
                <a:lnTo>
                  <a:pt x="27827" y="323367"/>
                </a:lnTo>
                <a:close/>
                <a:moveTo>
                  <a:pt x="55462" y="34374"/>
                </a:moveTo>
                <a:lnTo>
                  <a:pt x="57495" y="35811"/>
                </a:lnTo>
                <a:lnTo>
                  <a:pt x="54445" y="35093"/>
                </a:lnTo>
                <a:close/>
                <a:moveTo>
                  <a:pt x="20608" y="272401"/>
                </a:moveTo>
                <a:lnTo>
                  <a:pt x="21858" y="274044"/>
                </a:lnTo>
                <a:lnTo>
                  <a:pt x="19983" y="273223"/>
                </a:lnTo>
                <a:close/>
                <a:moveTo>
                  <a:pt x="38316" y="9381"/>
                </a:moveTo>
                <a:lnTo>
                  <a:pt x="39209" y="10651"/>
                </a:lnTo>
                <a:lnTo>
                  <a:pt x="37870" y="10016"/>
                </a:lnTo>
                <a:close/>
                <a:moveTo>
                  <a:pt x="65683" y="407211"/>
                </a:moveTo>
                <a:lnTo>
                  <a:pt x="67240" y="408223"/>
                </a:lnTo>
                <a:lnTo>
                  <a:pt x="64905" y="407717"/>
                </a:lnTo>
                <a:close/>
                <a:moveTo>
                  <a:pt x="7951" y="27917"/>
                </a:moveTo>
                <a:lnTo>
                  <a:pt x="10027" y="28948"/>
                </a:lnTo>
                <a:lnTo>
                  <a:pt x="6913" y="28432"/>
                </a:lnTo>
                <a:close/>
                <a:moveTo>
                  <a:pt x="69929" y="231502"/>
                </a:moveTo>
                <a:lnTo>
                  <a:pt x="70307" y="232358"/>
                </a:lnTo>
                <a:lnTo>
                  <a:pt x="69740" y="231930"/>
                </a:lnTo>
                <a:close/>
                <a:moveTo>
                  <a:pt x="4433" y="407595"/>
                </a:moveTo>
                <a:lnTo>
                  <a:pt x="6113" y="408137"/>
                </a:lnTo>
                <a:lnTo>
                  <a:pt x="3592" y="407866"/>
                </a:lnTo>
                <a:close/>
                <a:moveTo>
                  <a:pt x="1785" y="154485"/>
                </a:moveTo>
                <a:lnTo>
                  <a:pt x="2702" y="156220"/>
                </a:lnTo>
                <a:lnTo>
                  <a:pt x="1327" y="155353"/>
                </a:lnTo>
                <a:close/>
                <a:moveTo>
                  <a:pt x="10991" y="125210"/>
                </a:moveTo>
                <a:lnTo>
                  <a:pt x="11894" y="125764"/>
                </a:lnTo>
                <a:lnTo>
                  <a:pt x="10539" y="125487"/>
                </a:lnTo>
                <a:close/>
                <a:moveTo>
                  <a:pt x="36664" y="205486"/>
                </a:moveTo>
                <a:lnTo>
                  <a:pt x="37804" y="206958"/>
                </a:lnTo>
                <a:lnTo>
                  <a:pt x="36094" y="206222"/>
                </a:lnTo>
                <a:close/>
                <a:moveTo>
                  <a:pt x="19820" y="112638"/>
                </a:moveTo>
                <a:lnTo>
                  <a:pt x="21927" y="114378"/>
                </a:lnTo>
                <a:lnTo>
                  <a:pt x="18767" y="113508"/>
                </a:lnTo>
                <a:close/>
                <a:moveTo>
                  <a:pt x="33150" y="137847"/>
                </a:moveTo>
                <a:lnTo>
                  <a:pt x="35132" y="139342"/>
                </a:lnTo>
                <a:lnTo>
                  <a:pt x="32160" y="138595"/>
                </a:lnTo>
                <a:close/>
                <a:moveTo>
                  <a:pt x="41822" y="376821"/>
                </a:moveTo>
                <a:lnTo>
                  <a:pt x="42739" y="378106"/>
                </a:lnTo>
                <a:lnTo>
                  <a:pt x="41363" y="377464"/>
                </a:lnTo>
                <a:close/>
                <a:moveTo>
                  <a:pt x="60843" y="403121"/>
                </a:moveTo>
                <a:lnTo>
                  <a:pt x="61537" y="404479"/>
                </a:lnTo>
                <a:lnTo>
                  <a:pt x="60496" y="403800"/>
                </a:lnTo>
                <a:close/>
                <a:moveTo>
                  <a:pt x="36155" y="238772"/>
                </a:moveTo>
                <a:lnTo>
                  <a:pt x="37208" y="239934"/>
                </a:lnTo>
                <a:lnTo>
                  <a:pt x="35628" y="239353"/>
                </a:lnTo>
                <a:close/>
                <a:moveTo>
                  <a:pt x="59704" y="218644"/>
                </a:moveTo>
                <a:lnTo>
                  <a:pt x="60841" y="219869"/>
                </a:lnTo>
                <a:lnTo>
                  <a:pt x="59135" y="219257"/>
                </a:lnTo>
                <a:close/>
                <a:moveTo>
                  <a:pt x="15034" y="136515"/>
                </a:moveTo>
                <a:lnTo>
                  <a:pt x="16219" y="136824"/>
                </a:lnTo>
                <a:lnTo>
                  <a:pt x="14441" y="136670"/>
                </a:lnTo>
                <a:close/>
                <a:moveTo>
                  <a:pt x="23917" y="324105"/>
                </a:moveTo>
                <a:lnTo>
                  <a:pt x="25540" y="325370"/>
                </a:lnTo>
                <a:lnTo>
                  <a:pt x="23105" y="324737"/>
                </a:lnTo>
                <a:close/>
                <a:moveTo>
                  <a:pt x="66101" y="366520"/>
                </a:moveTo>
                <a:lnTo>
                  <a:pt x="68054" y="367841"/>
                </a:lnTo>
                <a:lnTo>
                  <a:pt x="65124" y="367181"/>
                </a:lnTo>
                <a:close/>
                <a:moveTo>
                  <a:pt x="56660" y="104466"/>
                </a:moveTo>
                <a:lnTo>
                  <a:pt x="58652" y="105267"/>
                </a:lnTo>
                <a:lnTo>
                  <a:pt x="55664" y="104867"/>
                </a:lnTo>
                <a:close/>
                <a:moveTo>
                  <a:pt x="34195" y="51350"/>
                </a:moveTo>
                <a:lnTo>
                  <a:pt x="36193" y="52359"/>
                </a:lnTo>
                <a:lnTo>
                  <a:pt x="33197" y="51855"/>
                </a:lnTo>
                <a:close/>
                <a:moveTo>
                  <a:pt x="6881" y="229538"/>
                </a:moveTo>
                <a:lnTo>
                  <a:pt x="7607" y="230083"/>
                </a:lnTo>
                <a:lnTo>
                  <a:pt x="6519" y="229810"/>
                </a:lnTo>
                <a:close/>
                <a:moveTo>
                  <a:pt x="41037" y="368135"/>
                </a:moveTo>
                <a:lnTo>
                  <a:pt x="43165" y="368538"/>
                </a:lnTo>
                <a:lnTo>
                  <a:pt x="39973" y="368337"/>
                </a:lnTo>
                <a:close/>
                <a:moveTo>
                  <a:pt x="19969" y="189134"/>
                </a:moveTo>
                <a:lnTo>
                  <a:pt x="20450" y="190238"/>
                </a:lnTo>
                <a:lnTo>
                  <a:pt x="19728" y="189686"/>
                </a:lnTo>
                <a:close/>
                <a:moveTo>
                  <a:pt x="19220" y="352136"/>
                </a:moveTo>
                <a:lnTo>
                  <a:pt x="19738" y="353823"/>
                </a:lnTo>
                <a:lnTo>
                  <a:pt x="18961" y="352980"/>
                </a:lnTo>
                <a:close/>
                <a:moveTo>
                  <a:pt x="56140" y="417374"/>
                </a:moveTo>
                <a:lnTo>
                  <a:pt x="58156" y="417997"/>
                </a:lnTo>
                <a:lnTo>
                  <a:pt x="55131" y="417685"/>
                </a:lnTo>
                <a:close/>
                <a:moveTo>
                  <a:pt x="8798" y="162038"/>
                </a:moveTo>
                <a:lnTo>
                  <a:pt x="10285" y="163543"/>
                </a:lnTo>
                <a:lnTo>
                  <a:pt x="8054" y="162791"/>
                </a:lnTo>
                <a:close/>
                <a:moveTo>
                  <a:pt x="2361" y="256425"/>
                </a:moveTo>
                <a:lnTo>
                  <a:pt x="4420" y="257843"/>
                </a:lnTo>
                <a:lnTo>
                  <a:pt x="1332" y="257134"/>
                </a:lnTo>
                <a:close/>
                <a:moveTo>
                  <a:pt x="42982" y="389955"/>
                </a:moveTo>
                <a:lnTo>
                  <a:pt x="43387" y="391254"/>
                </a:lnTo>
                <a:lnTo>
                  <a:pt x="42780" y="390604"/>
                </a:lnTo>
                <a:close/>
                <a:moveTo>
                  <a:pt x="10670" y="373977"/>
                </a:moveTo>
                <a:lnTo>
                  <a:pt x="12764" y="375418"/>
                </a:lnTo>
                <a:lnTo>
                  <a:pt x="9623" y="374697"/>
                </a:lnTo>
                <a:close/>
                <a:moveTo>
                  <a:pt x="64824" y="124309"/>
                </a:moveTo>
                <a:lnTo>
                  <a:pt x="66578" y="125901"/>
                </a:lnTo>
                <a:lnTo>
                  <a:pt x="63947" y="125105"/>
                </a:lnTo>
                <a:close/>
                <a:moveTo>
                  <a:pt x="50831" y="384695"/>
                </a:moveTo>
                <a:lnTo>
                  <a:pt x="52836" y="386391"/>
                </a:lnTo>
                <a:lnTo>
                  <a:pt x="49828" y="385543"/>
                </a:lnTo>
                <a:close/>
                <a:moveTo>
                  <a:pt x="29548" y="62090"/>
                </a:moveTo>
                <a:lnTo>
                  <a:pt x="30999" y="62923"/>
                </a:lnTo>
                <a:lnTo>
                  <a:pt x="28822" y="62506"/>
                </a:lnTo>
                <a:close/>
                <a:moveTo>
                  <a:pt x="42864" y="104348"/>
                </a:moveTo>
                <a:lnTo>
                  <a:pt x="44127" y="105555"/>
                </a:lnTo>
                <a:lnTo>
                  <a:pt x="42233" y="104951"/>
                </a:lnTo>
                <a:close/>
                <a:moveTo>
                  <a:pt x="70758" y="36599"/>
                </a:moveTo>
                <a:lnTo>
                  <a:pt x="72734" y="37581"/>
                </a:lnTo>
                <a:lnTo>
                  <a:pt x="69771" y="37090"/>
                </a:lnTo>
                <a:close/>
                <a:moveTo>
                  <a:pt x="12608" y="302118"/>
                </a:moveTo>
                <a:lnTo>
                  <a:pt x="13741" y="302517"/>
                </a:lnTo>
                <a:lnTo>
                  <a:pt x="12042" y="302317"/>
                </a:lnTo>
                <a:close/>
                <a:moveTo>
                  <a:pt x="69047" y="162825"/>
                </a:moveTo>
                <a:lnTo>
                  <a:pt x="71172" y="164593"/>
                </a:lnTo>
                <a:lnTo>
                  <a:pt x="67984" y="163709"/>
                </a:lnTo>
                <a:close/>
                <a:moveTo>
                  <a:pt x="29781" y="425243"/>
                </a:moveTo>
                <a:lnTo>
                  <a:pt x="31936" y="426661"/>
                </a:lnTo>
                <a:lnTo>
                  <a:pt x="28704" y="425952"/>
                </a:lnTo>
                <a:close/>
                <a:moveTo>
                  <a:pt x="64301" y="99662"/>
                </a:moveTo>
                <a:lnTo>
                  <a:pt x="66299" y="101366"/>
                </a:lnTo>
                <a:lnTo>
                  <a:pt x="63302" y="100514"/>
                </a:lnTo>
                <a:close/>
                <a:moveTo>
                  <a:pt x="58277" y="138045"/>
                </a:moveTo>
                <a:lnTo>
                  <a:pt x="58861" y="138508"/>
                </a:lnTo>
                <a:lnTo>
                  <a:pt x="57986" y="138276"/>
                </a:lnTo>
                <a:close/>
                <a:moveTo>
                  <a:pt x="59145" y="338281"/>
                </a:moveTo>
                <a:lnTo>
                  <a:pt x="60990" y="339400"/>
                </a:lnTo>
                <a:lnTo>
                  <a:pt x="58222" y="338841"/>
                </a:lnTo>
                <a:close/>
                <a:moveTo>
                  <a:pt x="48202" y="177433"/>
                </a:moveTo>
                <a:lnTo>
                  <a:pt x="49857" y="178906"/>
                </a:lnTo>
                <a:lnTo>
                  <a:pt x="47375" y="178169"/>
                </a:lnTo>
                <a:close/>
                <a:moveTo>
                  <a:pt x="41618" y="255320"/>
                </a:moveTo>
                <a:lnTo>
                  <a:pt x="42264" y="255627"/>
                </a:lnTo>
                <a:lnTo>
                  <a:pt x="41295" y="255474"/>
                </a:lnTo>
                <a:close/>
                <a:moveTo>
                  <a:pt x="20369" y="208588"/>
                </a:moveTo>
                <a:lnTo>
                  <a:pt x="22274" y="210075"/>
                </a:lnTo>
                <a:lnTo>
                  <a:pt x="19417" y="209332"/>
                </a:lnTo>
                <a:close/>
                <a:moveTo>
                  <a:pt x="30096" y="312836"/>
                </a:moveTo>
                <a:lnTo>
                  <a:pt x="31310" y="314420"/>
                </a:lnTo>
                <a:lnTo>
                  <a:pt x="29488" y="313628"/>
                </a:lnTo>
                <a:close/>
                <a:moveTo>
                  <a:pt x="62914" y="275278"/>
                </a:moveTo>
                <a:lnTo>
                  <a:pt x="63852" y="276748"/>
                </a:lnTo>
                <a:lnTo>
                  <a:pt x="62445" y="276013"/>
                </a:lnTo>
                <a:close/>
                <a:moveTo>
                  <a:pt x="31272" y="53144"/>
                </a:moveTo>
                <a:lnTo>
                  <a:pt x="33063" y="53657"/>
                </a:lnTo>
                <a:lnTo>
                  <a:pt x="30377" y="53400"/>
                </a:lnTo>
                <a:close/>
                <a:moveTo>
                  <a:pt x="45886" y="181167"/>
                </a:moveTo>
                <a:lnTo>
                  <a:pt x="46881" y="182875"/>
                </a:lnTo>
                <a:lnTo>
                  <a:pt x="45389" y="182021"/>
                </a:lnTo>
                <a:close/>
                <a:moveTo>
                  <a:pt x="24666" y="82166"/>
                </a:moveTo>
                <a:lnTo>
                  <a:pt x="26609" y="83668"/>
                </a:lnTo>
                <a:lnTo>
                  <a:pt x="23695" y="82917"/>
                </a:lnTo>
                <a:close/>
                <a:moveTo>
                  <a:pt x="63433" y="20582"/>
                </a:moveTo>
                <a:lnTo>
                  <a:pt x="64469" y="21930"/>
                </a:lnTo>
                <a:lnTo>
                  <a:pt x="62914" y="21256"/>
                </a:lnTo>
                <a:close/>
                <a:moveTo>
                  <a:pt x="43926" y="147883"/>
                </a:moveTo>
                <a:lnTo>
                  <a:pt x="44704" y="149014"/>
                </a:lnTo>
                <a:lnTo>
                  <a:pt x="43537" y="148448"/>
                </a:lnTo>
                <a:close/>
                <a:moveTo>
                  <a:pt x="16910" y="135837"/>
                </a:moveTo>
                <a:lnTo>
                  <a:pt x="18652" y="136356"/>
                </a:lnTo>
                <a:lnTo>
                  <a:pt x="16039" y="136096"/>
                </a:lnTo>
                <a:close/>
                <a:moveTo>
                  <a:pt x="18462" y="201300"/>
                </a:moveTo>
                <a:lnTo>
                  <a:pt x="20105" y="202640"/>
                </a:lnTo>
                <a:lnTo>
                  <a:pt x="17640" y="201970"/>
                </a:lnTo>
                <a:close/>
                <a:moveTo>
                  <a:pt x="33864" y="308993"/>
                </a:moveTo>
                <a:lnTo>
                  <a:pt x="34684" y="309999"/>
                </a:lnTo>
                <a:lnTo>
                  <a:pt x="33455" y="309496"/>
                </a:lnTo>
                <a:close/>
                <a:moveTo>
                  <a:pt x="68284" y="145207"/>
                </a:moveTo>
                <a:lnTo>
                  <a:pt x="68962" y="145655"/>
                </a:lnTo>
                <a:lnTo>
                  <a:pt x="67945" y="145431"/>
                </a:lnTo>
                <a:close/>
                <a:moveTo>
                  <a:pt x="11270" y="20138"/>
                </a:moveTo>
                <a:lnTo>
                  <a:pt x="12855" y="21597"/>
                </a:lnTo>
                <a:lnTo>
                  <a:pt x="10478" y="20868"/>
                </a:lnTo>
                <a:close/>
                <a:moveTo>
                  <a:pt x="38371" y="226963"/>
                </a:moveTo>
                <a:lnTo>
                  <a:pt x="40088" y="227696"/>
                </a:lnTo>
                <a:lnTo>
                  <a:pt x="37513" y="227329"/>
                </a:lnTo>
                <a:close/>
                <a:moveTo>
                  <a:pt x="55139" y="302067"/>
                </a:moveTo>
                <a:lnTo>
                  <a:pt x="57024" y="303606"/>
                </a:lnTo>
                <a:lnTo>
                  <a:pt x="54197" y="302836"/>
                </a:lnTo>
                <a:close/>
                <a:moveTo>
                  <a:pt x="33793" y="152990"/>
                </a:moveTo>
                <a:lnTo>
                  <a:pt x="34261" y="154373"/>
                </a:lnTo>
                <a:lnTo>
                  <a:pt x="33559" y="153681"/>
                </a:lnTo>
                <a:close/>
                <a:moveTo>
                  <a:pt x="29420" y="232534"/>
                </a:moveTo>
                <a:lnTo>
                  <a:pt x="30932" y="234239"/>
                </a:lnTo>
                <a:lnTo>
                  <a:pt x="28664" y="233387"/>
                </a:lnTo>
                <a:close/>
                <a:moveTo>
                  <a:pt x="36885" y="119855"/>
                </a:moveTo>
                <a:lnTo>
                  <a:pt x="38788" y="120653"/>
                </a:lnTo>
                <a:lnTo>
                  <a:pt x="35933" y="120254"/>
                </a:lnTo>
                <a:close/>
                <a:moveTo>
                  <a:pt x="55761" y="174193"/>
                </a:moveTo>
                <a:lnTo>
                  <a:pt x="56892" y="175229"/>
                </a:lnTo>
                <a:lnTo>
                  <a:pt x="55195" y="174711"/>
                </a:lnTo>
                <a:close/>
                <a:moveTo>
                  <a:pt x="33492" y="89796"/>
                </a:moveTo>
                <a:lnTo>
                  <a:pt x="33929" y="90926"/>
                </a:lnTo>
                <a:lnTo>
                  <a:pt x="33273" y="90361"/>
                </a:lnTo>
                <a:close/>
                <a:moveTo>
                  <a:pt x="36469" y="380992"/>
                </a:moveTo>
                <a:lnTo>
                  <a:pt x="37163" y="381759"/>
                </a:lnTo>
                <a:lnTo>
                  <a:pt x="36122" y="381375"/>
                </a:lnTo>
                <a:close/>
                <a:moveTo>
                  <a:pt x="68173" y="352883"/>
                </a:moveTo>
                <a:lnTo>
                  <a:pt x="69901" y="354409"/>
                </a:lnTo>
                <a:lnTo>
                  <a:pt x="67309" y="353646"/>
                </a:lnTo>
                <a:close/>
                <a:moveTo>
                  <a:pt x="57749" y="221580"/>
                </a:moveTo>
                <a:lnTo>
                  <a:pt x="59291" y="222146"/>
                </a:lnTo>
                <a:lnTo>
                  <a:pt x="56979" y="221863"/>
                </a:lnTo>
                <a:close/>
                <a:moveTo>
                  <a:pt x="50602" y="85700"/>
                </a:moveTo>
                <a:lnTo>
                  <a:pt x="51123" y="87118"/>
                </a:lnTo>
                <a:lnTo>
                  <a:pt x="50342" y="86409"/>
                </a:lnTo>
                <a:close/>
                <a:moveTo>
                  <a:pt x="68745" y="252618"/>
                </a:moveTo>
                <a:lnTo>
                  <a:pt x="69308" y="253293"/>
                </a:lnTo>
                <a:lnTo>
                  <a:pt x="68463" y="252955"/>
                </a:lnTo>
                <a:close/>
                <a:moveTo>
                  <a:pt x="13226" y="135374"/>
                </a:moveTo>
                <a:lnTo>
                  <a:pt x="13935" y="136200"/>
                </a:lnTo>
                <a:lnTo>
                  <a:pt x="12871" y="135787"/>
                </a:lnTo>
                <a:close/>
                <a:moveTo>
                  <a:pt x="65437" y="181408"/>
                </a:moveTo>
                <a:lnTo>
                  <a:pt x="66310" y="183090"/>
                </a:lnTo>
                <a:lnTo>
                  <a:pt x="65000" y="182249"/>
                </a:lnTo>
                <a:close/>
                <a:moveTo>
                  <a:pt x="35516" y="370436"/>
                </a:moveTo>
                <a:lnTo>
                  <a:pt x="36945" y="371970"/>
                </a:lnTo>
                <a:lnTo>
                  <a:pt x="34802" y="371203"/>
                </a:lnTo>
                <a:close/>
                <a:moveTo>
                  <a:pt x="29598" y="138827"/>
                </a:moveTo>
                <a:lnTo>
                  <a:pt x="31109" y="139625"/>
                </a:lnTo>
                <a:lnTo>
                  <a:pt x="28842" y="139226"/>
                </a:lnTo>
                <a:close/>
                <a:moveTo>
                  <a:pt x="4901" y="174773"/>
                </a:moveTo>
                <a:lnTo>
                  <a:pt x="5610" y="176215"/>
                </a:lnTo>
                <a:lnTo>
                  <a:pt x="4547" y="175494"/>
                </a:lnTo>
                <a:close/>
                <a:moveTo>
                  <a:pt x="16697" y="59764"/>
                </a:moveTo>
                <a:lnTo>
                  <a:pt x="17942" y="61139"/>
                </a:lnTo>
                <a:lnTo>
                  <a:pt x="16074" y="60451"/>
                </a:lnTo>
                <a:close/>
                <a:moveTo>
                  <a:pt x="64689" y="208434"/>
                </a:moveTo>
                <a:lnTo>
                  <a:pt x="66805" y="209561"/>
                </a:lnTo>
                <a:lnTo>
                  <a:pt x="63631" y="208998"/>
                </a:lnTo>
                <a:close/>
                <a:moveTo>
                  <a:pt x="46088" y="191514"/>
                </a:moveTo>
                <a:lnTo>
                  <a:pt x="47346" y="192855"/>
                </a:lnTo>
                <a:lnTo>
                  <a:pt x="45459" y="192184"/>
                </a:lnTo>
                <a:close/>
                <a:moveTo>
                  <a:pt x="56611" y="331722"/>
                </a:moveTo>
                <a:lnTo>
                  <a:pt x="57824" y="333041"/>
                </a:lnTo>
                <a:lnTo>
                  <a:pt x="56004" y="332382"/>
                </a:lnTo>
                <a:close/>
                <a:moveTo>
                  <a:pt x="10648" y="391822"/>
                </a:moveTo>
                <a:lnTo>
                  <a:pt x="11958" y="392307"/>
                </a:lnTo>
                <a:lnTo>
                  <a:pt x="9992" y="392064"/>
                </a:lnTo>
                <a:close/>
                <a:moveTo>
                  <a:pt x="18321" y="132004"/>
                </a:moveTo>
                <a:lnTo>
                  <a:pt x="18683" y="132878"/>
                </a:lnTo>
                <a:lnTo>
                  <a:pt x="18139" y="132441"/>
                </a:lnTo>
                <a:close/>
                <a:moveTo>
                  <a:pt x="19923" y="214066"/>
                </a:moveTo>
                <a:lnTo>
                  <a:pt x="21023" y="215774"/>
                </a:lnTo>
                <a:lnTo>
                  <a:pt x="19373" y="214920"/>
                </a:lnTo>
                <a:close/>
                <a:moveTo>
                  <a:pt x="54086" y="362068"/>
                </a:moveTo>
                <a:lnTo>
                  <a:pt x="56065" y="363435"/>
                </a:lnTo>
                <a:lnTo>
                  <a:pt x="53096" y="362751"/>
                </a:lnTo>
                <a:close/>
                <a:moveTo>
                  <a:pt x="69062" y="43429"/>
                </a:moveTo>
                <a:lnTo>
                  <a:pt x="70001" y="44913"/>
                </a:lnTo>
                <a:lnTo>
                  <a:pt x="68593" y="44171"/>
                </a:lnTo>
                <a:close/>
                <a:moveTo>
                  <a:pt x="56233" y="108737"/>
                </a:moveTo>
                <a:lnTo>
                  <a:pt x="57012" y="109063"/>
                </a:lnTo>
                <a:lnTo>
                  <a:pt x="55844" y="108900"/>
                </a:lnTo>
                <a:close/>
                <a:moveTo>
                  <a:pt x="48950" y="150878"/>
                </a:moveTo>
                <a:lnTo>
                  <a:pt x="50716" y="151731"/>
                </a:lnTo>
                <a:lnTo>
                  <a:pt x="48067" y="151304"/>
                </a:lnTo>
                <a:close/>
                <a:moveTo>
                  <a:pt x="19833" y="126626"/>
                </a:moveTo>
                <a:lnTo>
                  <a:pt x="21491" y="127568"/>
                </a:lnTo>
                <a:lnTo>
                  <a:pt x="19004" y="127097"/>
                </a:lnTo>
                <a:close/>
                <a:moveTo>
                  <a:pt x="36976" y="297904"/>
                </a:moveTo>
                <a:lnTo>
                  <a:pt x="37851" y="299700"/>
                </a:lnTo>
                <a:lnTo>
                  <a:pt x="36538" y="298802"/>
                </a:lnTo>
                <a:close/>
                <a:moveTo>
                  <a:pt x="16643" y="28284"/>
                </a:moveTo>
                <a:lnTo>
                  <a:pt x="17940" y="30081"/>
                </a:lnTo>
                <a:lnTo>
                  <a:pt x="15995" y="29182"/>
                </a:lnTo>
                <a:close/>
                <a:moveTo>
                  <a:pt x="29737" y="189305"/>
                </a:moveTo>
                <a:lnTo>
                  <a:pt x="30703" y="190853"/>
                </a:lnTo>
                <a:lnTo>
                  <a:pt x="29254" y="190079"/>
                </a:lnTo>
                <a:close/>
                <a:moveTo>
                  <a:pt x="43649" y="374701"/>
                </a:moveTo>
                <a:lnTo>
                  <a:pt x="45245" y="376092"/>
                </a:lnTo>
                <a:lnTo>
                  <a:pt x="42852" y="375396"/>
                </a:lnTo>
                <a:close/>
                <a:moveTo>
                  <a:pt x="47433" y="90756"/>
                </a:moveTo>
                <a:lnTo>
                  <a:pt x="49451" y="91912"/>
                </a:lnTo>
                <a:lnTo>
                  <a:pt x="46425" y="91334"/>
                </a:lnTo>
                <a:close/>
                <a:moveTo>
                  <a:pt x="28214" y="123773"/>
                </a:moveTo>
                <a:lnTo>
                  <a:pt x="28683" y="124691"/>
                </a:lnTo>
                <a:lnTo>
                  <a:pt x="27979" y="124232"/>
                </a:lnTo>
                <a:close/>
                <a:moveTo>
                  <a:pt x="25941" y="96979"/>
                </a:moveTo>
                <a:lnTo>
                  <a:pt x="28049" y="98278"/>
                </a:lnTo>
                <a:lnTo>
                  <a:pt x="24888" y="97629"/>
                </a:lnTo>
                <a:close/>
                <a:moveTo>
                  <a:pt x="3333" y="58364"/>
                </a:moveTo>
                <a:lnTo>
                  <a:pt x="4246" y="58949"/>
                </a:lnTo>
                <a:lnTo>
                  <a:pt x="2876" y="58657"/>
                </a:lnTo>
                <a:close/>
                <a:moveTo>
                  <a:pt x="56854" y="33633"/>
                </a:moveTo>
                <a:lnTo>
                  <a:pt x="58153" y="34191"/>
                </a:lnTo>
                <a:lnTo>
                  <a:pt x="56204" y="33912"/>
                </a:lnTo>
                <a:close/>
                <a:moveTo>
                  <a:pt x="24951" y="354729"/>
                </a:moveTo>
                <a:lnTo>
                  <a:pt x="27097" y="355663"/>
                </a:lnTo>
                <a:lnTo>
                  <a:pt x="23879" y="355196"/>
                </a:lnTo>
                <a:close/>
                <a:moveTo>
                  <a:pt x="21789" y="135588"/>
                </a:moveTo>
                <a:lnTo>
                  <a:pt x="23935" y="135999"/>
                </a:lnTo>
                <a:lnTo>
                  <a:pt x="20716" y="135794"/>
                </a:lnTo>
                <a:close/>
                <a:moveTo>
                  <a:pt x="51584" y="105619"/>
                </a:moveTo>
                <a:lnTo>
                  <a:pt x="53513" y="106409"/>
                </a:lnTo>
                <a:lnTo>
                  <a:pt x="50619" y="106014"/>
                </a:lnTo>
                <a:close/>
                <a:moveTo>
                  <a:pt x="44173" y="90836"/>
                </a:moveTo>
                <a:lnTo>
                  <a:pt x="45803" y="92396"/>
                </a:lnTo>
                <a:lnTo>
                  <a:pt x="43358" y="91616"/>
                </a:lnTo>
                <a:close/>
                <a:moveTo>
                  <a:pt x="56088" y="318092"/>
                </a:moveTo>
                <a:lnTo>
                  <a:pt x="57332" y="319338"/>
                </a:lnTo>
                <a:lnTo>
                  <a:pt x="55467" y="318715"/>
                </a:lnTo>
                <a:close/>
                <a:moveTo>
                  <a:pt x="70399" y="36014"/>
                </a:moveTo>
                <a:lnTo>
                  <a:pt x="71513" y="37468"/>
                </a:lnTo>
                <a:lnTo>
                  <a:pt x="69841" y="36741"/>
                </a:lnTo>
                <a:close/>
                <a:moveTo>
                  <a:pt x="63349" y="138308"/>
                </a:moveTo>
                <a:lnTo>
                  <a:pt x="64093" y="139364"/>
                </a:lnTo>
                <a:lnTo>
                  <a:pt x="62976" y="138836"/>
                </a:lnTo>
                <a:close/>
                <a:moveTo>
                  <a:pt x="55405" y="111036"/>
                </a:moveTo>
                <a:lnTo>
                  <a:pt x="57216" y="111371"/>
                </a:lnTo>
                <a:lnTo>
                  <a:pt x="54500" y="111204"/>
                </a:lnTo>
                <a:close/>
                <a:moveTo>
                  <a:pt x="22746" y="267538"/>
                </a:moveTo>
                <a:lnTo>
                  <a:pt x="24810" y="269316"/>
                </a:lnTo>
                <a:lnTo>
                  <a:pt x="21714" y="268427"/>
                </a:lnTo>
                <a:close/>
                <a:moveTo>
                  <a:pt x="63820" y="418808"/>
                </a:moveTo>
                <a:lnTo>
                  <a:pt x="65141" y="419375"/>
                </a:lnTo>
                <a:lnTo>
                  <a:pt x="63160" y="419092"/>
                </a:lnTo>
                <a:close/>
                <a:moveTo>
                  <a:pt x="5762" y="94570"/>
                </a:moveTo>
                <a:lnTo>
                  <a:pt x="7540" y="95595"/>
                </a:lnTo>
                <a:lnTo>
                  <a:pt x="4872" y="95082"/>
                </a:lnTo>
                <a:close/>
                <a:moveTo>
                  <a:pt x="6148" y="124364"/>
                </a:moveTo>
                <a:lnTo>
                  <a:pt x="7173" y="124729"/>
                </a:lnTo>
                <a:lnTo>
                  <a:pt x="5635" y="124546"/>
                </a:lnTo>
                <a:close/>
                <a:moveTo>
                  <a:pt x="52378" y="134207"/>
                </a:moveTo>
                <a:lnTo>
                  <a:pt x="53199" y="135033"/>
                </a:lnTo>
                <a:lnTo>
                  <a:pt x="51968" y="134620"/>
                </a:lnTo>
                <a:close/>
                <a:moveTo>
                  <a:pt x="20723" y="264517"/>
                </a:moveTo>
                <a:lnTo>
                  <a:pt x="22600" y="266244"/>
                </a:lnTo>
                <a:lnTo>
                  <a:pt x="19785" y="265381"/>
                </a:lnTo>
                <a:close/>
                <a:moveTo>
                  <a:pt x="23272" y="66236"/>
                </a:moveTo>
                <a:lnTo>
                  <a:pt x="24078" y="66943"/>
                </a:lnTo>
                <a:lnTo>
                  <a:pt x="22869" y="66589"/>
                </a:lnTo>
                <a:close/>
                <a:moveTo>
                  <a:pt x="4881" y="388229"/>
                </a:moveTo>
                <a:lnTo>
                  <a:pt x="6285" y="388873"/>
                </a:lnTo>
                <a:lnTo>
                  <a:pt x="4178" y="388551"/>
                </a:lnTo>
                <a:close/>
                <a:moveTo>
                  <a:pt x="21433" y="27776"/>
                </a:moveTo>
                <a:lnTo>
                  <a:pt x="23201" y="28939"/>
                </a:lnTo>
                <a:lnTo>
                  <a:pt x="20549" y="28358"/>
                </a:lnTo>
                <a:close/>
                <a:moveTo>
                  <a:pt x="9455" y="260074"/>
                </a:moveTo>
                <a:lnTo>
                  <a:pt x="10383" y="261192"/>
                </a:lnTo>
                <a:lnTo>
                  <a:pt x="8991" y="260633"/>
                </a:lnTo>
                <a:close/>
                <a:moveTo>
                  <a:pt x="27739" y="93626"/>
                </a:moveTo>
                <a:lnTo>
                  <a:pt x="28137" y="93942"/>
                </a:lnTo>
                <a:lnTo>
                  <a:pt x="27540" y="93784"/>
                </a:lnTo>
                <a:close/>
                <a:moveTo>
                  <a:pt x="15746" y="182726"/>
                </a:moveTo>
                <a:lnTo>
                  <a:pt x="17055" y="183072"/>
                </a:lnTo>
                <a:lnTo>
                  <a:pt x="15092" y="182899"/>
                </a:lnTo>
                <a:close/>
                <a:moveTo>
                  <a:pt x="69135" y="253868"/>
                </a:moveTo>
                <a:lnTo>
                  <a:pt x="71261" y="254650"/>
                </a:lnTo>
                <a:lnTo>
                  <a:pt x="68072" y="254259"/>
                </a:lnTo>
                <a:close/>
                <a:moveTo>
                  <a:pt x="32430" y="115166"/>
                </a:moveTo>
                <a:lnTo>
                  <a:pt x="33278" y="116287"/>
                </a:lnTo>
                <a:lnTo>
                  <a:pt x="32006" y="115727"/>
                </a:lnTo>
                <a:close/>
                <a:moveTo>
                  <a:pt x="64846" y="118832"/>
                </a:moveTo>
                <a:lnTo>
                  <a:pt x="66167" y="119316"/>
                </a:lnTo>
                <a:lnTo>
                  <a:pt x="64186" y="119074"/>
                </a:lnTo>
                <a:close/>
                <a:moveTo>
                  <a:pt x="9283" y="352553"/>
                </a:moveTo>
                <a:lnTo>
                  <a:pt x="9744" y="353078"/>
                </a:lnTo>
                <a:lnTo>
                  <a:pt x="9052" y="352816"/>
                </a:lnTo>
                <a:close/>
                <a:moveTo>
                  <a:pt x="25254" y="115538"/>
                </a:moveTo>
                <a:lnTo>
                  <a:pt x="25606" y="116169"/>
                </a:lnTo>
                <a:lnTo>
                  <a:pt x="25078" y="115853"/>
                </a:lnTo>
                <a:close/>
                <a:moveTo>
                  <a:pt x="46889" y="338887"/>
                </a:moveTo>
                <a:lnTo>
                  <a:pt x="48673" y="340484"/>
                </a:lnTo>
                <a:lnTo>
                  <a:pt x="45998" y="339686"/>
                </a:lnTo>
                <a:close/>
                <a:moveTo>
                  <a:pt x="47455" y="175492"/>
                </a:moveTo>
                <a:lnTo>
                  <a:pt x="48097" y="176600"/>
                </a:lnTo>
                <a:lnTo>
                  <a:pt x="47134" y="176046"/>
                </a:lnTo>
                <a:close/>
                <a:moveTo>
                  <a:pt x="69389" y="80525"/>
                </a:moveTo>
                <a:lnTo>
                  <a:pt x="70205" y="81511"/>
                </a:lnTo>
                <a:lnTo>
                  <a:pt x="68982" y="81018"/>
                </a:lnTo>
                <a:close/>
                <a:moveTo>
                  <a:pt x="24784" y="90196"/>
                </a:moveTo>
                <a:lnTo>
                  <a:pt x="26422" y="90959"/>
                </a:lnTo>
                <a:lnTo>
                  <a:pt x="23966" y="90578"/>
                </a:lnTo>
                <a:close/>
                <a:moveTo>
                  <a:pt x="33110" y="216150"/>
                </a:moveTo>
                <a:lnTo>
                  <a:pt x="34445" y="217913"/>
                </a:lnTo>
                <a:lnTo>
                  <a:pt x="32442" y="217032"/>
                </a:lnTo>
                <a:close/>
                <a:moveTo>
                  <a:pt x="70322" y="401754"/>
                </a:moveTo>
                <a:lnTo>
                  <a:pt x="71817" y="403009"/>
                </a:lnTo>
                <a:lnTo>
                  <a:pt x="69574" y="402382"/>
                </a:lnTo>
                <a:close/>
                <a:moveTo>
                  <a:pt x="52034" y="276793"/>
                </a:moveTo>
                <a:lnTo>
                  <a:pt x="53124" y="277175"/>
                </a:lnTo>
                <a:lnTo>
                  <a:pt x="51489" y="276984"/>
                </a:lnTo>
                <a:close/>
                <a:moveTo>
                  <a:pt x="64496" y="336191"/>
                </a:moveTo>
                <a:lnTo>
                  <a:pt x="66350" y="337818"/>
                </a:lnTo>
                <a:lnTo>
                  <a:pt x="63569" y="337004"/>
                </a:lnTo>
                <a:close/>
                <a:moveTo>
                  <a:pt x="16108" y="8130"/>
                </a:moveTo>
                <a:lnTo>
                  <a:pt x="18103" y="8883"/>
                </a:lnTo>
                <a:lnTo>
                  <a:pt x="15110" y="8506"/>
                </a:lnTo>
                <a:close/>
                <a:moveTo>
                  <a:pt x="63663" y="181093"/>
                </a:moveTo>
                <a:lnTo>
                  <a:pt x="65067" y="181462"/>
                </a:lnTo>
                <a:lnTo>
                  <a:pt x="62960" y="181277"/>
                </a:lnTo>
                <a:close/>
                <a:moveTo>
                  <a:pt x="28332" y="42150"/>
                </a:moveTo>
                <a:lnTo>
                  <a:pt x="30270" y="43048"/>
                </a:lnTo>
                <a:lnTo>
                  <a:pt x="27363" y="42599"/>
                </a:lnTo>
                <a:close/>
                <a:moveTo>
                  <a:pt x="10417" y="146484"/>
                </a:moveTo>
                <a:lnTo>
                  <a:pt x="11056" y="147677"/>
                </a:lnTo>
                <a:lnTo>
                  <a:pt x="10098" y="147081"/>
                </a:lnTo>
                <a:close/>
                <a:moveTo>
                  <a:pt x="45562" y="56890"/>
                </a:moveTo>
                <a:lnTo>
                  <a:pt x="45937" y="57993"/>
                </a:lnTo>
                <a:lnTo>
                  <a:pt x="45375" y="57442"/>
                </a:lnTo>
                <a:close/>
                <a:moveTo>
                  <a:pt x="25598" y="300389"/>
                </a:moveTo>
                <a:lnTo>
                  <a:pt x="26607" y="301577"/>
                </a:lnTo>
                <a:lnTo>
                  <a:pt x="25094" y="300983"/>
                </a:lnTo>
                <a:close/>
                <a:moveTo>
                  <a:pt x="48189" y="402658"/>
                </a:moveTo>
                <a:lnTo>
                  <a:pt x="49950" y="403133"/>
                </a:lnTo>
                <a:lnTo>
                  <a:pt x="47308" y="402896"/>
                </a:lnTo>
                <a:close/>
                <a:moveTo>
                  <a:pt x="60026" y="230949"/>
                </a:moveTo>
                <a:lnTo>
                  <a:pt x="61146" y="231598"/>
                </a:lnTo>
                <a:lnTo>
                  <a:pt x="59467" y="231273"/>
                </a:lnTo>
                <a:close/>
                <a:moveTo>
                  <a:pt x="20112" y="237709"/>
                </a:moveTo>
                <a:lnTo>
                  <a:pt x="21391" y="239388"/>
                </a:lnTo>
                <a:lnTo>
                  <a:pt x="19472" y="238548"/>
                </a:lnTo>
                <a:close/>
                <a:moveTo>
                  <a:pt x="46711" y="391626"/>
                </a:moveTo>
                <a:lnTo>
                  <a:pt x="47565" y="392414"/>
                </a:lnTo>
                <a:lnTo>
                  <a:pt x="46283" y="392020"/>
                </a:lnTo>
                <a:close/>
                <a:moveTo>
                  <a:pt x="6784" y="147331"/>
                </a:moveTo>
                <a:lnTo>
                  <a:pt x="7373" y="148080"/>
                </a:lnTo>
                <a:lnTo>
                  <a:pt x="6490" y="147706"/>
                </a:lnTo>
                <a:close/>
                <a:moveTo>
                  <a:pt x="55435" y="90396"/>
                </a:moveTo>
                <a:lnTo>
                  <a:pt x="56146" y="91585"/>
                </a:lnTo>
                <a:lnTo>
                  <a:pt x="55080" y="90991"/>
                </a:lnTo>
                <a:close/>
                <a:moveTo>
                  <a:pt x="57684" y="108662"/>
                </a:moveTo>
                <a:lnTo>
                  <a:pt x="58331" y="110288"/>
                </a:lnTo>
                <a:lnTo>
                  <a:pt x="57361" y="109475"/>
                </a:lnTo>
                <a:close/>
                <a:moveTo>
                  <a:pt x="68183" y="137417"/>
                </a:moveTo>
                <a:lnTo>
                  <a:pt x="68684" y="138747"/>
                </a:lnTo>
                <a:lnTo>
                  <a:pt x="67933" y="138082"/>
                </a:lnTo>
                <a:close/>
                <a:moveTo>
                  <a:pt x="11354" y="170697"/>
                </a:moveTo>
                <a:lnTo>
                  <a:pt x="12406" y="172365"/>
                </a:lnTo>
                <a:lnTo>
                  <a:pt x="10827" y="171531"/>
                </a:lnTo>
                <a:close/>
                <a:moveTo>
                  <a:pt x="55252" y="66104"/>
                </a:moveTo>
                <a:lnTo>
                  <a:pt x="56428" y="67157"/>
                </a:lnTo>
                <a:lnTo>
                  <a:pt x="54664" y="66631"/>
                </a:lnTo>
                <a:close/>
                <a:moveTo>
                  <a:pt x="16038" y="406180"/>
                </a:moveTo>
                <a:lnTo>
                  <a:pt x="18069" y="407947"/>
                </a:lnTo>
                <a:lnTo>
                  <a:pt x="15022" y="407063"/>
                </a:lnTo>
                <a:close/>
                <a:moveTo>
                  <a:pt x="40119" y="144548"/>
                </a:moveTo>
                <a:lnTo>
                  <a:pt x="40901" y="146135"/>
                </a:lnTo>
                <a:lnTo>
                  <a:pt x="39728" y="145341"/>
                </a:lnTo>
                <a:close/>
                <a:moveTo>
                  <a:pt x="48855" y="213799"/>
                </a:moveTo>
                <a:lnTo>
                  <a:pt x="49862" y="215011"/>
                </a:lnTo>
                <a:lnTo>
                  <a:pt x="48351" y="214405"/>
                </a:lnTo>
                <a:close/>
                <a:moveTo>
                  <a:pt x="4224" y="296954"/>
                </a:moveTo>
                <a:lnTo>
                  <a:pt x="5477" y="297833"/>
                </a:lnTo>
                <a:lnTo>
                  <a:pt x="3597" y="297394"/>
                </a:lnTo>
                <a:close/>
                <a:moveTo>
                  <a:pt x="58064" y="196746"/>
                </a:moveTo>
                <a:lnTo>
                  <a:pt x="59081" y="198314"/>
                </a:lnTo>
                <a:lnTo>
                  <a:pt x="57556" y="197530"/>
                </a:lnTo>
                <a:close/>
                <a:moveTo>
                  <a:pt x="30336" y="2528"/>
                </a:moveTo>
                <a:lnTo>
                  <a:pt x="31698" y="3715"/>
                </a:lnTo>
                <a:lnTo>
                  <a:pt x="29655" y="3122"/>
                </a:lnTo>
                <a:close/>
                <a:moveTo>
                  <a:pt x="67464" y="102646"/>
                </a:moveTo>
                <a:lnTo>
                  <a:pt x="69521" y="104008"/>
                </a:lnTo>
                <a:lnTo>
                  <a:pt x="66435" y="103327"/>
                </a:lnTo>
                <a:close/>
                <a:moveTo>
                  <a:pt x="49324" y="364399"/>
                </a:moveTo>
                <a:lnTo>
                  <a:pt x="50395" y="364914"/>
                </a:lnTo>
                <a:lnTo>
                  <a:pt x="48789" y="364656"/>
                </a:lnTo>
                <a:close/>
                <a:moveTo>
                  <a:pt x="33104" y="405788"/>
                </a:moveTo>
                <a:lnTo>
                  <a:pt x="33457" y="406110"/>
                </a:lnTo>
                <a:lnTo>
                  <a:pt x="32928" y="405949"/>
                </a:lnTo>
                <a:close/>
                <a:moveTo>
                  <a:pt x="56234" y="435044"/>
                </a:moveTo>
                <a:lnTo>
                  <a:pt x="57288" y="436253"/>
                </a:lnTo>
                <a:lnTo>
                  <a:pt x="55707" y="435648"/>
                </a:lnTo>
                <a:close/>
                <a:moveTo>
                  <a:pt x="44734" y="157534"/>
                </a:moveTo>
                <a:lnTo>
                  <a:pt x="45098" y="158680"/>
                </a:lnTo>
                <a:lnTo>
                  <a:pt x="44552" y="158107"/>
                </a:lnTo>
                <a:close/>
                <a:moveTo>
                  <a:pt x="28434" y="16876"/>
                </a:moveTo>
                <a:lnTo>
                  <a:pt x="29605" y="18251"/>
                </a:lnTo>
                <a:lnTo>
                  <a:pt x="27848" y="17564"/>
                </a:lnTo>
                <a:close/>
                <a:moveTo>
                  <a:pt x="60742" y="94395"/>
                </a:moveTo>
                <a:lnTo>
                  <a:pt x="61220" y="95524"/>
                </a:lnTo>
                <a:lnTo>
                  <a:pt x="60503" y="94960"/>
                </a:lnTo>
                <a:close/>
                <a:moveTo>
                  <a:pt x="37497" y="430716"/>
                </a:moveTo>
                <a:lnTo>
                  <a:pt x="38028" y="431327"/>
                </a:lnTo>
                <a:lnTo>
                  <a:pt x="37231" y="431021"/>
                </a:lnTo>
                <a:close/>
                <a:moveTo>
                  <a:pt x="41255" y="362473"/>
                </a:moveTo>
                <a:lnTo>
                  <a:pt x="42428" y="364072"/>
                </a:lnTo>
                <a:lnTo>
                  <a:pt x="40669" y="363273"/>
                </a:lnTo>
                <a:close/>
                <a:moveTo>
                  <a:pt x="70950" y="66780"/>
                </a:moveTo>
                <a:lnTo>
                  <a:pt x="72060" y="67233"/>
                </a:lnTo>
                <a:lnTo>
                  <a:pt x="70395" y="67006"/>
                </a:lnTo>
                <a:close/>
                <a:moveTo>
                  <a:pt x="15145" y="36060"/>
                </a:moveTo>
                <a:lnTo>
                  <a:pt x="17231" y="36409"/>
                </a:lnTo>
                <a:lnTo>
                  <a:pt x="14103" y="36234"/>
                </a:lnTo>
                <a:close/>
                <a:moveTo>
                  <a:pt x="50118" y="67365"/>
                </a:moveTo>
                <a:lnTo>
                  <a:pt x="52169" y="68765"/>
                </a:lnTo>
                <a:lnTo>
                  <a:pt x="49092" y="68065"/>
                </a:lnTo>
                <a:close/>
                <a:moveTo>
                  <a:pt x="21241" y="339351"/>
                </a:moveTo>
                <a:lnTo>
                  <a:pt x="23315" y="340584"/>
                </a:lnTo>
                <a:lnTo>
                  <a:pt x="20203" y="339967"/>
                </a:lnTo>
                <a:close/>
                <a:moveTo>
                  <a:pt x="46307" y="196920"/>
                </a:moveTo>
                <a:lnTo>
                  <a:pt x="47170" y="197577"/>
                </a:lnTo>
                <a:lnTo>
                  <a:pt x="45875" y="197248"/>
                </a:lnTo>
                <a:close/>
                <a:moveTo>
                  <a:pt x="65756" y="95436"/>
                </a:moveTo>
                <a:lnTo>
                  <a:pt x="66646" y="96988"/>
                </a:lnTo>
                <a:lnTo>
                  <a:pt x="65311" y="96212"/>
                </a:lnTo>
                <a:close/>
                <a:moveTo>
                  <a:pt x="1163" y="158728"/>
                </a:moveTo>
                <a:lnTo>
                  <a:pt x="3349" y="160293"/>
                </a:lnTo>
                <a:lnTo>
                  <a:pt x="70" y="159511"/>
                </a:lnTo>
                <a:close/>
                <a:moveTo>
                  <a:pt x="65748" y="253498"/>
                </a:moveTo>
                <a:lnTo>
                  <a:pt x="66948" y="255257"/>
                </a:lnTo>
                <a:lnTo>
                  <a:pt x="65149" y="254378"/>
                </a:lnTo>
                <a:close/>
                <a:moveTo>
                  <a:pt x="34212" y="401597"/>
                </a:moveTo>
                <a:lnTo>
                  <a:pt x="35857" y="402824"/>
                </a:lnTo>
                <a:lnTo>
                  <a:pt x="33390" y="402210"/>
                </a:lnTo>
                <a:close/>
                <a:moveTo>
                  <a:pt x="47665" y="168017"/>
                </a:moveTo>
                <a:lnTo>
                  <a:pt x="49857" y="169261"/>
                </a:lnTo>
                <a:lnTo>
                  <a:pt x="46569" y="168639"/>
                </a:lnTo>
                <a:close/>
                <a:moveTo>
                  <a:pt x="60431" y="168912"/>
                </a:moveTo>
                <a:lnTo>
                  <a:pt x="61885" y="170225"/>
                </a:lnTo>
                <a:lnTo>
                  <a:pt x="59704" y="169569"/>
                </a:lnTo>
                <a:close/>
                <a:moveTo>
                  <a:pt x="2069" y="398722"/>
                </a:moveTo>
                <a:lnTo>
                  <a:pt x="2969" y="399103"/>
                </a:lnTo>
                <a:lnTo>
                  <a:pt x="1619" y="398913"/>
                </a:lnTo>
                <a:close/>
                <a:moveTo>
                  <a:pt x="24064" y="355993"/>
                </a:moveTo>
                <a:lnTo>
                  <a:pt x="25786" y="356728"/>
                </a:lnTo>
                <a:lnTo>
                  <a:pt x="23202" y="356361"/>
                </a:lnTo>
                <a:close/>
                <a:moveTo>
                  <a:pt x="32208" y="147904"/>
                </a:moveTo>
                <a:lnTo>
                  <a:pt x="33724" y="148366"/>
                </a:lnTo>
                <a:lnTo>
                  <a:pt x="31449" y="148135"/>
                </a:lnTo>
                <a:close/>
                <a:moveTo>
                  <a:pt x="4537" y="228674"/>
                </a:moveTo>
                <a:lnTo>
                  <a:pt x="5233" y="229329"/>
                </a:lnTo>
                <a:lnTo>
                  <a:pt x="4189" y="229002"/>
                </a:lnTo>
                <a:close/>
                <a:moveTo>
                  <a:pt x="61460" y="145097"/>
                </a:moveTo>
                <a:lnTo>
                  <a:pt x="62157" y="146099"/>
                </a:lnTo>
                <a:lnTo>
                  <a:pt x="61111" y="145598"/>
                </a:lnTo>
                <a:close/>
                <a:moveTo>
                  <a:pt x="3596" y="250919"/>
                </a:moveTo>
                <a:lnTo>
                  <a:pt x="5038" y="252429"/>
                </a:lnTo>
                <a:lnTo>
                  <a:pt x="2876" y="251674"/>
                </a:lnTo>
                <a:close/>
                <a:moveTo>
                  <a:pt x="16531" y="209245"/>
                </a:moveTo>
                <a:lnTo>
                  <a:pt x="17417" y="210215"/>
                </a:lnTo>
                <a:lnTo>
                  <a:pt x="16088" y="209730"/>
                </a:lnTo>
                <a:close/>
                <a:moveTo>
                  <a:pt x="39559" y="192693"/>
                </a:moveTo>
                <a:lnTo>
                  <a:pt x="39909" y="194210"/>
                </a:lnTo>
                <a:lnTo>
                  <a:pt x="39384" y="193451"/>
                </a:lnTo>
                <a:close/>
                <a:moveTo>
                  <a:pt x="64839" y="391581"/>
                </a:moveTo>
                <a:lnTo>
                  <a:pt x="66580" y="393083"/>
                </a:lnTo>
                <a:lnTo>
                  <a:pt x="63968" y="392332"/>
                </a:lnTo>
                <a:close/>
                <a:moveTo>
                  <a:pt x="34749" y="92804"/>
                </a:moveTo>
                <a:lnTo>
                  <a:pt x="35400" y="93999"/>
                </a:lnTo>
                <a:lnTo>
                  <a:pt x="34423" y="93402"/>
                </a:lnTo>
                <a:close/>
                <a:moveTo>
                  <a:pt x="62441" y="273423"/>
                </a:moveTo>
                <a:lnTo>
                  <a:pt x="63634" y="274448"/>
                </a:lnTo>
                <a:lnTo>
                  <a:pt x="61844" y="273936"/>
                </a:lnTo>
                <a:close/>
                <a:moveTo>
                  <a:pt x="61356" y="141905"/>
                </a:moveTo>
                <a:lnTo>
                  <a:pt x="62003" y="143009"/>
                </a:lnTo>
                <a:lnTo>
                  <a:pt x="61033" y="142457"/>
                </a:lnTo>
                <a:close/>
                <a:moveTo>
                  <a:pt x="35015" y="41978"/>
                </a:moveTo>
                <a:lnTo>
                  <a:pt x="36449" y="42528"/>
                </a:lnTo>
                <a:lnTo>
                  <a:pt x="34298" y="42253"/>
                </a:lnTo>
                <a:close/>
                <a:moveTo>
                  <a:pt x="36578" y="308153"/>
                </a:moveTo>
                <a:lnTo>
                  <a:pt x="38432" y="309356"/>
                </a:lnTo>
                <a:lnTo>
                  <a:pt x="35651" y="308755"/>
                </a:lnTo>
                <a:close/>
                <a:moveTo>
                  <a:pt x="22721" y="96502"/>
                </a:moveTo>
                <a:lnTo>
                  <a:pt x="24801" y="97403"/>
                </a:lnTo>
                <a:lnTo>
                  <a:pt x="21681" y="96952"/>
                </a:lnTo>
                <a:close/>
                <a:moveTo>
                  <a:pt x="54091" y="215178"/>
                </a:moveTo>
                <a:lnTo>
                  <a:pt x="56161" y="216825"/>
                </a:lnTo>
                <a:lnTo>
                  <a:pt x="53056" y="216001"/>
                </a:lnTo>
                <a:close/>
                <a:moveTo>
                  <a:pt x="46214" y="418386"/>
                </a:moveTo>
                <a:lnTo>
                  <a:pt x="47548" y="419799"/>
                </a:lnTo>
                <a:lnTo>
                  <a:pt x="45547" y="419092"/>
                </a:lnTo>
                <a:close/>
                <a:moveTo>
                  <a:pt x="67332" y="375971"/>
                </a:moveTo>
                <a:lnTo>
                  <a:pt x="69393" y="376525"/>
                </a:lnTo>
                <a:lnTo>
                  <a:pt x="66302" y="376248"/>
                </a:lnTo>
                <a:close/>
                <a:moveTo>
                  <a:pt x="16586" y="165488"/>
                </a:moveTo>
                <a:lnTo>
                  <a:pt x="17458" y="166232"/>
                </a:lnTo>
                <a:lnTo>
                  <a:pt x="16150" y="165860"/>
                </a:lnTo>
                <a:close/>
                <a:moveTo>
                  <a:pt x="20197" y="168787"/>
                </a:moveTo>
                <a:lnTo>
                  <a:pt x="21544" y="170161"/>
                </a:lnTo>
                <a:lnTo>
                  <a:pt x="19524" y="169474"/>
                </a:lnTo>
                <a:close/>
                <a:moveTo>
                  <a:pt x="36994" y="61756"/>
                </a:moveTo>
                <a:lnTo>
                  <a:pt x="37616" y="63005"/>
                </a:lnTo>
                <a:lnTo>
                  <a:pt x="36683" y="62381"/>
                </a:lnTo>
                <a:close/>
                <a:moveTo>
                  <a:pt x="67872" y="333543"/>
                </a:moveTo>
                <a:lnTo>
                  <a:pt x="69336" y="334513"/>
                </a:lnTo>
                <a:lnTo>
                  <a:pt x="67140" y="334028"/>
                </a:lnTo>
                <a:close/>
                <a:moveTo>
                  <a:pt x="37151" y="260289"/>
                </a:moveTo>
                <a:lnTo>
                  <a:pt x="39271" y="261255"/>
                </a:lnTo>
                <a:lnTo>
                  <a:pt x="36092" y="260772"/>
                </a:lnTo>
                <a:close/>
                <a:moveTo>
                  <a:pt x="13915" y="7293"/>
                </a:moveTo>
                <a:lnTo>
                  <a:pt x="15007" y="8971"/>
                </a:lnTo>
                <a:lnTo>
                  <a:pt x="13369" y="8132"/>
                </a:lnTo>
                <a:close/>
                <a:moveTo>
                  <a:pt x="69021" y="188027"/>
                </a:moveTo>
                <a:lnTo>
                  <a:pt x="70283" y="189639"/>
                </a:lnTo>
                <a:lnTo>
                  <a:pt x="68390" y="188833"/>
                </a:lnTo>
                <a:close/>
                <a:moveTo>
                  <a:pt x="8569" y="189632"/>
                </a:moveTo>
                <a:lnTo>
                  <a:pt x="9486" y="190634"/>
                </a:lnTo>
                <a:lnTo>
                  <a:pt x="8111" y="190133"/>
                </a:lnTo>
                <a:close/>
                <a:moveTo>
                  <a:pt x="54391" y="26198"/>
                </a:moveTo>
                <a:lnTo>
                  <a:pt x="54936" y="27007"/>
                </a:lnTo>
                <a:lnTo>
                  <a:pt x="54119" y="26603"/>
                </a:lnTo>
                <a:close/>
                <a:moveTo>
                  <a:pt x="37586" y="285783"/>
                </a:moveTo>
                <a:lnTo>
                  <a:pt x="39553" y="287289"/>
                </a:lnTo>
                <a:lnTo>
                  <a:pt x="36603" y="286536"/>
                </a:lnTo>
                <a:close/>
                <a:moveTo>
                  <a:pt x="57831" y="195375"/>
                </a:moveTo>
                <a:lnTo>
                  <a:pt x="59561" y="196247"/>
                </a:lnTo>
                <a:lnTo>
                  <a:pt x="56967" y="195811"/>
                </a:lnTo>
                <a:close/>
                <a:moveTo>
                  <a:pt x="46975" y="206457"/>
                </a:moveTo>
                <a:lnTo>
                  <a:pt x="48881" y="207391"/>
                </a:lnTo>
                <a:lnTo>
                  <a:pt x="46023" y="206924"/>
                </a:lnTo>
                <a:close/>
                <a:moveTo>
                  <a:pt x="37444" y="171679"/>
                </a:moveTo>
                <a:lnTo>
                  <a:pt x="38093" y="172910"/>
                </a:lnTo>
                <a:lnTo>
                  <a:pt x="37120" y="172295"/>
                </a:lnTo>
                <a:close/>
                <a:moveTo>
                  <a:pt x="2850" y="336211"/>
                </a:moveTo>
                <a:lnTo>
                  <a:pt x="4055" y="336712"/>
                </a:lnTo>
                <a:lnTo>
                  <a:pt x="2248" y="336461"/>
                </a:lnTo>
                <a:close/>
                <a:moveTo>
                  <a:pt x="49024" y="357988"/>
                </a:moveTo>
                <a:lnTo>
                  <a:pt x="50128" y="359649"/>
                </a:lnTo>
                <a:lnTo>
                  <a:pt x="48471" y="358818"/>
                </a:lnTo>
                <a:close/>
                <a:moveTo>
                  <a:pt x="50772" y="157121"/>
                </a:moveTo>
                <a:lnTo>
                  <a:pt x="52326" y="158313"/>
                </a:lnTo>
                <a:lnTo>
                  <a:pt x="49996" y="157717"/>
                </a:lnTo>
                <a:close/>
                <a:moveTo>
                  <a:pt x="12885" y="424651"/>
                </a:moveTo>
                <a:lnTo>
                  <a:pt x="14484" y="425138"/>
                </a:lnTo>
                <a:lnTo>
                  <a:pt x="12085" y="424894"/>
                </a:lnTo>
                <a:close/>
                <a:moveTo>
                  <a:pt x="58096" y="272860"/>
                </a:moveTo>
                <a:lnTo>
                  <a:pt x="58667" y="273386"/>
                </a:lnTo>
                <a:lnTo>
                  <a:pt x="57810" y="273123"/>
                </a:lnTo>
                <a:close/>
                <a:moveTo>
                  <a:pt x="6055" y="23839"/>
                </a:moveTo>
                <a:lnTo>
                  <a:pt x="7587" y="25501"/>
                </a:lnTo>
                <a:lnTo>
                  <a:pt x="5290" y="24670"/>
                </a:lnTo>
                <a:close/>
                <a:moveTo>
                  <a:pt x="3588" y="157031"/>
                </a:moveTo>
                <a:lnTo>
                  <a:pt x="4886" y="157716"/>
                </a:lnTo>
                <a:lnTo>
                  <a:pt x="2939" y="157374"/>
                </a:lnTo>
                <a:close/>
                <a:moveTo>
                  <a:pt x="14207" y="304504"/>
                </a:moveTo>
                <a:lnTo>
                  <a:pt x="15946" y="305258"/>
                </a:lnTo>
                <a:lnTo>
                  <a:pt x="13338" y="304881"/>
                </a:lnTo>
                <a:close/>
                <a:moveTo>
                  <a:pt x="33438" y="5075"/>
                </a:moveTo>
                <a:lnTo>
                  <a:pt x="35008" y="5538"/>
                </a:lnTo>
                <a:lnTo>
                  <a:pt x="32653" y="5307"/>
                </a:lnTo>
                <a:close/>
                <a:moveTo>
                  <a:pt x="30469" y="179480"/>
                </a:moveTo>
                <a:lnTo>
                  <a:pt x="31372" y="180700"/>
                </a:lnTo>
                <a:lnTo>
                  <a:pt x="30017" y="180090"/>
                </a:lnTo>
                <a:close/>
                <a:moveTo>
                  <a:pt x="45467" y="8176"/>
                </a:moveTo>
                <a:lnTo>
                  <a:pt x="47370" y="8836"/>
                </a:lnTo>
                <a:lnTo>
                  <a:pt x="44515" y="8506"/>
                </a:lnTo>
                <a:close/>
                <a:moveTo>
                  <a:pt x="26702" y="83642"/>
                </a:moveTo>
                <a:lnTo>
                  <a:pt x="28490" y="84912"/>
                </a:lnTo>
                <a:lnTo>
                  <a:pt x="25808" y="84277"/>
                </a:lnTo>
                <a:close/>
                <a:moveTo>
                  <a:pt x="16815" y="85696"/>
                </a:moveTo>
                <a:lnTo>
                  <a:pt x="18392" y="87105"/>
                </a:lnTo>
                <a:lnTo>
                  <a:pt x="16027" y="86400"/>
                </a:lnTo>
                <a:close/>
                <a:moveTo>
                  <a:pt x="36389" y="156678"/>
                </a:moveTo>
                <a:lnTo>
                  <a:pt x="36899" y="157109"/>
                </a:lnTo>
                <a:lnTo>
                  <a:pt x="36134" y="156893"/>
                </a:lnTo>
                <a:close/>
                <a:moveTo>
                  <a:pt x="30687" y="395732"/>
                </a:moveTo>
                <a:lnTo>
                  <a:pt x="31872" y="397009"/>
                </a:lnTo>
                <a:lnTo>
                  <a:pt x="30094" y="396371"/>
                </a:lnTo>
                <a:close/>
                <a:moveTo>
                  <a:pt x="42805" y="160132"/>
                </a:moveTo>
                <a:lnTo>
                  <a:pt x="44724" y="161733"/>
                </a:lnTo>
                <a:lnTo>
                  <a:pt x="41845" y="160933"/>
                </a:lnTo>
                <a:close/>
                <a:moveTo>
                  <a:pt x="61581" y="258657"/>
                </a:moveTo>
                <a:lnTo>
                  <a:pt x="62027" y="259270"/>
                </a:lnTo>
                <a:lnTo>
                  <a:pt x="61359" y="258964"/>
                </a:lnTo>
                <a:close/>
                <a:moveTo>
                  <a:pt x="37841" y="424430"/>
                </a:moveTo>
                <a:lnTo>
                  <a:pt x="39172" y="426185"/>
                </a:lnTo>
                <a:lnTo>
                  <a:pt x="37176" y="425308"/>
                </a:lnTo>
                <a:close/>
                <a:moveTo>
                  <a:pt x="32567" y="208388"/>
                </a:moveTo>
                <a:lnTo>
                  <a:pt x="33302" y="209087"/>
                </a:lnTo>
                <a:lnTo>
                  <a:pt x="32199" y="208738"/>
                </a:lnTo>
                <a:close/>
                <a:moveTo>
                  <a:pt x="60101" y="36939"/>
                </a:moveTo>
                <a:lnTo>
                  <a:pt x="61131" y="38706"/>
                </a:lnTo>
                <a:lnTo>
                  <a:pt x="59586" y="37822"/>
                </a:lnTo>
                <a:close/>
                <a:moveTo>
                  <a:pt x="64742" y="254993"/>
                </a:moveTo>
                <a:lnTo>
                  <a:pt x="66819" y="256440"/>
                </a:lnTo>
                <a:lnTo>
                  <a:pt x="63704" y="255716"/>
                </a:lnTo>
                <a:close/>
                <a:moveTo>
                  <a:pt x="10886" y="6612"/>
                </a:moveTo>
                <a:lnTo>
                  <a:pt x="11425" y="7379"/>
                </a:lnTo>
                <a:lnTo>
                  <a:pt x="10616" y="6995"/>
                </a:lnTo>
                <a:close/>
                <a:moveTo>
                  <a:pt x="65590" y="240041"/>
                </a:moveTo>
                <a:lnTo>
                  <a:pt x="67695" y="241256"/>
                </a:lnTo>
                <a:lnTo>
                  <a:pt x="64538" y="240649"/>
                </a:lnTo>
                <a:close/>
                <a:moveTo>
                  <a:pt x="65789" y="68424"/>
                </a:moveTo>
                <a:lnTo>
                  <a:pt x="67839" y="68944"/>
                </a:lnTo>
                <a:lnTo>
                  <a:pt x="64764" y="68684"/>
                </a:lnTo>
                <a:close/>
                <a:moveTo>
                  <a:pt x="17118" y="409999"/>
                </a:moveTo>
                <a:lnTo>
                  <a:pt x="18385" y="410713"/>
                </a:lnTo>
                <a:lnTo>
                  <a:pt x="16484" y="410356"/>
                </a:lnTo>
                <a:close/>
                <a:moveTo>
                  <a:pt x="23753" y="414633"/>
                </a:moveTo>
                <a:lnTo>
                  <a:pt x="25837" y="415527"/>
                </a:lnTo>
                <a:lnTo>
                  <a:pt x="22711" y="415080"/>
                </a:lnTo>
                <a:close/>
                <a:moveTo>
                  <a:pt x="52003" y="198670"/>
                </a:moveTo>
                <a:lnTo>
                  <a:pt x="54078" y="199422"/>
                </a:lnTo>
                <a:lnTo>
                  <a:pt x="50965" y="199046"/>
                </a:lnTo>
                <a:close/>
                <a:moveTo>
                  <a:pt x="25469" y="161495"/>
                </a:moveTo>
                <a:lnTo>
                  <a:pt x="27146" y="163047"/>
                </a:lnTo>
                <a:lnTo>
                  <a:pt x="24631" y="162271"/>
                </a:lnTo>
                <a:close/>
                <a:moveTo>
                  <a:pt x="39989" y="377553"/>
                </a:moveTo>
                <a:lnTo>
                  <a:pt x="40460" y="378027"/>
                </a:lnTo>
                <a:lnTo>
                  <a:pt x="39754" y="377790"/>
                </a:lnTo>
                <a:close/>
                <a:moveTo>
                  <a:pt x="65136" y="29968"/>
                </a:moveTo>
                <a:lnTo>
                  <a:pt x="65533" y="31147"/>
                </a:lnTo>
                <a:lnTo>
                  <a:pt x="64937" y="30557"/>
                </a:lnTo>
                <a:close/>
                <a:moveTo>
                  <a:pt x="38274" y="343676"/>
                </a:moveTo>
                <a:lnTo>
                  <a:pt x="38741" y="345023"/>
                </a:lnTo>
                <a:lnTo>
                  <a:pt x="38041" y="344349"/>
                </a:lnTo>
                <a:close/>
                <a:moveTo>
                  <a:pt x="63666" y="209005"/>
                </a:moveTo>
                <a:lnTo>
                  <a:pt x="64223" y="210680"/>
                </a:lnTo>
                <a:lnTo>
                  <a:pt x="63388" y="209843"/>
                </a:lnTo>
                <a:close/>
                <a:moveTo>
                  <a:pt x="54176" y="113220"/>
                </a:moveTo>
                <a:lnTo>
                  <a:pt x="56227" y="114160"/>
                </a:lnTo>
                <a:lnTo>
                  <a:pt x="53150" y="113690"/>
                </a:lnTo>
                <a:close/>
                <a:moveTo>
                  <a:pt x="22633" y="125676"/>
                </a:moveTo>
                <a:lnTo>
                  <a:pt x="23232" y="126711"/>
                </a:lnTo>
                <a:lnTo>
                  <a:pt x="22334" y="126193"/>
                </a:lnTo>
                <a:close/>
                <a:moveTo>
                  <a:pt x="39699" y="65652"/>
                </a:moveTo>
                <a:lnTo>
                  <a:pt x="40424" y="66301"/>
                </a:lnTo>
                <a:lnTo>
                  <a:pt x="39336" y="65977"/>
                </a:lnTo>
                <a:close/>
                <a:moveTo>
                  <a:pt x="41103" y="162534"/>
                </a:moveTo>
                <a:lnTo>
                  <a:pt x="41597" y="163810"/>
                </a:lnTo>
                <a:lnTo>
                  <a:pt x="40855" y="163172"/>
                </a:lnTo>
                <a:close/>
                <a:moveTo>
                  <a:pt x="11201" y="57560"/>
                </a:moveTo>
                <a:lnTo>
                  <a:pt x="13229" y="58224"/>
                </a:lnTo>
                <a:lnTo>
                  <a:pt x="10186" y="57892"/>
                </a:lnTo>
                <a:close/>
              </a:path>
            </a:pathLst>
          </a:custGeom>
          <a:solidFill>
            <a:srgbClr val="FFFFFF">
              <a:alpha val="20000"/>
            </a:srgbClr>
          </a:solidFill>
          <a:ln w="0" cap="rnd" cmpd="sng" algn="ctr">
            <a:solidFill>
              <a:srgbClr val="FFFFFF">
                <a:alpha val="0"/>
              </a:srgbClr>
            </a:solidFill>
            <a:round/>
            <a:headEnd type="none"/>
            <a:tailEnd type="none"/>
          </a:ln>
        </p:spPr>
      </p:sp>
      <p:sp>
        <p:nvSpPr>
          <p:cNvPr id="964" name="post-activation and feedback / 0950 stack cell boundary"/>
          <p:cNvSpPr/>
          <p:nvPr/>
        </p:nvSpPr>
        <p:spPr>
          <a:xfrm>
            <a:off x="16175736" y="1322832"/>
            <a:ext cx="667512" cy="914"/>
          </a:xfrm>
          <a:custGeom>
            <a:avLst/>
            <a:gdLst/>
            <a:ahLst/>
            <a:cxnLst/>
            <a:rect l="0" t="0" r="r" b="b"/>
            <a:pathLst>
              <a:path w="73000" h="100" fill="none" stroke="1" extrusionOk="0">
                <a:moveTo>
                  <a:pt x="0" y="0"/>
                </a:moveTo>
                <a:lnTo>
                  <a:pt x="73000" y="0"/>
                </a:lnTo>
              </a:path>
            </a:pathLst>
          </a:custGeom>
          <a:noFill/>
          <a:ln w="23774" cap="rnd" cmpd="sng" algn="ctr">
            <a:solidFill>
              <a:srgbClr val="000000"/>
            </a:solidFill>
            <a:round/>
            <a:headEnd type="none"/>
            <a:tailEnd type="none"/>
          </a:ln>
        </p:spPr>
      </p:sp>
      <p:sp>
        <p:nvSpPr>
          <p:cNvPr id="965" name="post-activation and feedback / 0951 side cell boundary"/>
          <p:cNvSpPr/>
          <p:nvPr/>
        </p:nvSpPr>
        <p:spPr>
          <a:xfrm>
            <a:off x="16020288" y="1322832"/>
            <a:ext cx="155448" cy="118872"/>
          </a:xfrm>
          <a:custGeom>
            <a:avLst/>
            <a:gdLst/>
            <a:ahLst/>
            <a:cxnLst/>
            <a:rect l="0" t="0" r="r" b="b"/>
            <a:pathLst>
              <a:path w="17000" h="13000" fill="none" stroke="1" extrusionOk="0">
                <a:moveTo>
                  <a:pt x="17000" y="0"/>
                </a:moveTo>
                <a:lnTo>
                  <a:pt x="0" y="13000"/>
                </a:lnTo>
              </a:path>
            </a:pathLst>
          </a:custGeom>
          <a:noFill/>
          <a:ln w="16459" cap="rnd" cmpd="sng" algn="ctr">
            <a:solidFill>
              <a:srgbClr val="000000"/>
            </a:solidFill>
            <a:round/>
            <a:headEnd type="none"/>
            <a:tailEnd type="none"/>
          </a:ln>
        </p:spPr>
      </p:sp>
      <p:sp>
        <p:nvSpPr>
          <p:cNvPr id="966" name="post-activation and feedback / 0952 stack cell boundary"/>
          <p:cNvSpPr/>
          <p:nvPr/>
        </p:nvSpPr>
        <p:spPr>
          <a:xfrm>
            <a:off x="16175736" y="1658112"/>
            <a:ext cx="667512" cy="914"/>
          </a:xfrm>
          <a:custGeom>
            <a:avLst/>
            <a:gdLst/>
            <a:ahLst/>
            <a:cxnLst/>
            <a:rect l="0" t="0" r="r" b="b"/>
            <a:pathLst>
              <a:path w="73000" h="100" fill="none" stroke="1" extrusionOk="0">
                <a:moveTo>
                  <a:pt x="0" y="0"/>
                </a:moveTo>
                <a:lnTo>
                  <a:pt x="73000" y="0"/>
                </a:lnTo>
              </a:path>
            </a:pathLst>
          </a:custGeom>
          <a:noFill/>
          <a:ln w="23774" cap="rnd" cmpd="sng" algn="ctr">
            <a:solidFill>
              <a:srgbClr val="000000"/>
            </a:solidFill>
            <a:round/>
            <a:headEnd type="none"/>
            <a:tailEnd type="none"/>
          </a:ln>
        </p:spPr>
      </p:sp>
      <p:sp>
        <p:nvSpPr>
          <p:cNvPr id="967" name="post-activation and feedback / 0953 side cell boundary"/>
          <p:cNvSpPr/>
          <p:nvPr/>
        </p:nvSpPr>
        <p:spPr>
          <a:xfrm>
            <a:off x="16020288" y="1658112"/>
            <a:ext cx="155448" cy="118872"/>
          </a:xfrm>
          <a:custGeom>
            <a:avLst/>
            <a:gdLst/>
            <a:ahLst/>
            <a:cxnLst/>
            <a:rect l="0" t="0" r="r" b="b"/>
            <a:pathLst>
              <a:path w="17000" h="13000" fill="none" stroke="1" extrusionOk="0">
                <a:moveTo>
                  <a:pt x="17000" y="0"/>
                </a:moveTo>
                <a:lnTo>
                  <a:pt x="0" y="13000"/>
                </a:lnTo>
              </a:path>
            </a:pathLst>
          </a:custGeom>
          <a:noFill/>
          <a:ln w="16459" cap="rnd" cmpd="sng" algn="ctr">
            <a:solidFill>
              <a:srgbClr val="000000"/>
            </a:solidFill>
            <a:round/>
            <a:headEnd type="none"/>
            <a:tailEnd type="none"/>
          </a:ln>
        </p:spPr>
      </p:sp>
      <p:sp>
        <p:nvSpPr>
          <p:cNvPr id="968" name="post-activation and feedback / 0954 stack cell boundary"/>
          <p:cNvSpPr/>
          <p:nvPr/>
        </p:nvSpPr>
        <p:spPr>
          <a:xfrm>
            <a:off x="16175736" y="1993392"/>
            <a:ext cx="667512" cy="914"/>
          </a:xfrm>
          <a:custGeom>
            <a:avLst/>
            <a:gdLst/>
            <a:ahLst/>
            <a:cxnLst/>
            <a:rect l="0" t="0" r="r" b="b"/>
            <a:pathLst>
              <a:path w="73000" h="100" fill="none" stroke="1" extrusionOk="0">
                <a:moveTo>
                  <a:pt x="0" y="0"/>
                </a:moveTo>
                <a:lnTo>
                  <a:pt x="73000" y="0"/>
                </a:lnTo>
              </a:path>
            </a:pathLst>
          </a:custGeom>
          <a:noFill/>
          <a:ln w="23774" cap="rnd" cmpd="sng" algn="ctr">
            <a:solidFill>
              <a:srgbClr val="000000"/>
            </a:solidFill>
            <a:round/>
            <a:headEnd type="none"/>
            <a:tailEnd type="none"/>
          </a:ln>
        </p:spPr>
      </p:sp>
      <p:sp>
        <p:nvSpPr>
          <p:cNvPr id="969" name="post-activation and feedback / 0955 side cell boundary"/>
          <p:cNvSpPr/>
          <p:nvPr/>
        </p:nvSpPr>
        <p:spPr>
          <a:xfrm>
            <a:off x="16020288" y="1993392"/>
            <a:ext cx="155448" cy="118872"/>
          </a:xfrm>
          <a:custGeom>
            <a:avLst/>
            <a:gdLst/>
            <a:ahLst/>
            <a:cxnLst/>
            <a:rect l="0" t="0" r="r" b="b"/>
            <a:pathLst>
              <a:path w="17000" h="13000" fill="none" stroke="1" extrusionOk="0">
                <a:moveTo>
                  <a:pt x="17000" y="0"/>
                </a:moveTo>
                <a:lnTo>
                  <a:pt x="0" y="13000"/>
                </a:lnTo>
              </a:path>
            </a:pathLst>
          </a:custGeom>
          <a:noFill/>
          <a:ln w="16459" cap="rnd" cmpd="sng" algn="ctr">
            <a:solidFill>
              <a:srgbClr val="000000"/>
            </a:solidFill>
            <a:round/>
            <a:headEnd type="none"/>
            <a:tailEnd type="none"/>
          </a:ln>
        </p:spPr>
      </p:sp>
      <p:sp>
        <p:nvSpPr>
          <p:cNvPr id="970" name="post-activation and feedback / 0956 stack cell boundary"/>
          <p:cNvSpPr/>
          <p:nvPr/>
        </p:nvSpPr>
        <p:spPr>
          <a:xfrm>
            <a:off x="16175736" y="2328672"/>
            <a:ext cx="667512" cy="914"/>
          </a:xfrm>
          <a:custGeom>
            <a:avLst/>
            <a:gdLst/>
            <a:ahLst/>
            <a:cxnLst/>
            <a:rect l="0" t="0" r="r" b="b"/>
            <a:pathLst>
              <a:path w="73000" h="100" fill="none" stroke="1" extrusionOk="0">
                <a:moveTo>
                  <a:pt x="0" y="0"/>
                </a:moveTo>
                <a:lnTo>
                  <a:pt x="73000" y="0"/>
                </a:lnTo>
              </a:path>
            </a:pathLst>
          </a:custGeom>
          <a:noFill/>
          <a:ln w="23774" cap="rnd" cmpd="sng" algn="ctr">
            <a:solidFill>
              <a:srgbClr val="000000"/>
            </a:solidFill>
            <a:round/>
            <a:headEnd type="none"/>
            <a:tailEnd type="none"/>
          </a:ln>
        </p:spPr>
      </p:sp>
      <p:sp>
        <p:nvSpPr>
          <p:cNvPr id="971" name="post-activation and feedback / 0957 side cell boundary"/>
          <p:cNvSpPr/>
          <p:nvPr/>
        </p:nvSpPr>
        <p:spPr>
          <a:xfrm>
            <a:off x="16020288" y="2328672"/>
            <a:ext cx="155448" cy="118872"/>
          </a:xfrm>
          <a:custGeom>
            <a:avLst/>
            <a:gdLst/>
            <a:ahLst/>
            <a:cxnLst/>
            <a:rect l="0" t="0" r="r" b="b"/>
            <a:pathLst>
              <a:path w="17000" h="13000" fill="none" stroke="1" extrusionOk="0">
                <a:moveTo>
                  <a:pt x="17000" y="0"/>
                </a:moveTo>
                <a:lnTo>
                  <a:pt x="0" y="13000"/>
                </a:lnTo>
              </a:path>
            </a:pathLst>
          </a:custGeom>
          <a:noFill/>
          <a:ln w="16459" cap="rnd" cmpd="sng" algn="ctr">
            <a:solidFill>
              <a:srgbClr val="000000"/>
            </a:solidFill>
            <a:round/>
            <a:headEnd type="none"/>
            <a:tailEnd type="none"/>
          </a:ln>
        </p:spPr>
      </p:sp>
      <p:sp>
        <p:nvSpPr>
          <p:cNvPr id="972" name="post-activation and feedback / 0958 stack cell boundary"/>
          <p:cNvSpPr/>
          <p:nvPr/>
        </p:nvSpPr>
        <p:spPr>
          <a:xfrm>
            <a:off x="16175736" y="2663952"/>
            <a:ext cx="667512" cy="914"/>
          </a:xfrm>
          <a:custGeom>
            <a:avLst/>
            <a:gdLst/>
            <a:ahLst/>
            <a:cxnLst/>
            <a:rect l="0" t="0" r="r" b="b"/>
            <a:pathLst>
              <a:path w="73000" h="100" fill="none" stroke="1" extrusionOk="0">
                <a:moveTo>
                  <a:pt x="0" y="0"/>
                </a:moveTo>
                <a:lnTo>
                  <a:pt x="73000" y="0"/>
                </a:lnTo>
              </a:path>
            </a:pathLst>
          </a:custGeom>
          <a:noFill/>
          <a:ln w="23774" cap="rnd" cmpd="sng" algn="ctr">
            <a:solidFill>
              <a:srgbClr val="000000"/>
            </a:solidFill>
            <a:round/>
            <a:headEnd type="none"/>
            <a:tailEnd type="none"/>
          </a:ln>
        </p:spPr>
      </p:sp>
      <p:sp>
        <p:nvSpPr>
          <p:cNvPr id="973" name="post-activation and feedback / 0959 side cell boundary"/>
          <p:cNvSpPr/>
          <p:nvPr/>
        </p:nvSpPr>
        <p:spPr>
          <a:xfrm>
            <a:off x="16020288" y="2663952"/>
            <a:ext cx="155448" cy="118872"/>
          </a:xfrm>
          <a:custGeom>
            <a:avLst/>
            <a:gdLst/>
            <a:ahLst/>
            <a:cxnLst/>
            <a:rect l="0" t="0" r="r" b="b"/>
            <a:pathLst>
              <a:path w="17000" h="13000" fill="none" stroke="1" extrusionOk="0">
                <a:moveTo>
                  <a:pt x="17000" y="0"/>
                </a:moveTo>
                <a:lnTo>
                  <a:pt x="0" y="13000"/>
                </a:lnTo>
              </a:path>
            </a:pathLst>
          </a:custGeom>
          <a:noFill/>
          <a:ln w="16459" cap="rnd" cmpd="sng" algn="ctr">
            <a:solidFill>
              <a:srgbClr val="000000"/>
            </a:solidFill>
            <a:round/>
            <a:headEnd type="none"/>
            <a:tailEnd type="none"/>
          </a:ln>
        </p:spPr>
      </p:sp>
      <p:sp>
        <p:nvSpPr>
          <p:cNvPr id="974" name="post-activation and feedback / 0960 stack cell boundary"/>
          <p:cNvSpPr/>
          <p:nvPr/>
        </p:nvSpPr>
        <p:spPr>
          <a:xfrm>
            <a:off x="16175736" y="2999232"/>
            <a:ext cx="667512" cy="914"/>
          </a:xfrm>
          <a:custGeom>
            <a:avLst/>
            <a:gdLst/>
            <a:ahLst/>
            <a:cxnLst/>
            <a:rect l="0" t="0" r="r" b="b"/>
            <a:pathLst>
              <a:path w="73000" h="100" fill="none" stroke="1" extrusionOk="0">
                <a:moveTo>
                  <a:pt x="0" y="0"/>
                </a:moveTo>
                <a:lnTo>
                  <a:pt x="73000" y="0"/>
                </a:lnTo>
              </a:path>
            </a:pathLst>
          </a:custGeom>
          <a:noFill/>
          <a:ln w="23774" cap="rnd" cmpd="sng" algn="ctr">
            <a:solidFill>
              <a:srgbClr val="000000"/>
            </a:solidFill>
            <a:round/>
            <a:headEnd type="none"/>
            <a:tailEnd type="none"/>
          </a:ln>
        </p:spPr>
      </p:sp>
      <p:sp>
        <p:nvSpPr>
          <p:cNvPr id="975" name="post-activation and feedback / 0961 side cell boundary"/>
          <p:cNvSpPr/>
          <p:nvPr/>
        </p:nvSpPr>
        <p:spPr>
          <a:xfrm>
            <a:off x="16020288" y="2999232"/>
            <a:ext cx="155448" cy="118872"/>
          </a:xfrm>
          <a:custGeom>
            <a:avLst/>
            <a:gdLst/>
            <a:ahLst/>
            <a:cxnLst/>
            <a:rect l="0" t="0" r="r" b="b"/>
            <a:pathLst>
              <a:path w="17000" h="13000" fill="none" stroke="1" extrusionOk="0">
                <a:moveTo>
                  <a:pt x="17000" y="0"/>
                </a:moveTo>
                <a:lnTo>
                  <a:pt x="0" y="13000"/>
                </a:lnTo>
              </a:path>
            </a:pathLst>
          </a:custGeom>
          <a:noFill/>
          <a:ln w="16459" cap="rnd" cmpd="sng" algn="ctr">
            <a:solidFill>
              <a:srgbClr val="000000"/>
            </a:solidFill>
            <a:round/>
            <a:headEnd type="none"/>
            <a:tailEnd type="none"/>
          </a:ln>
        </p:spPr>
      </p:sp>
      <p:sp>
        <p:nvSpPr>
          <p:cNvPr id="976" name="post-activation and feedback / 0962 stack cell boundary"/>
          <p:cNvSpPr/>
          <p:nvPr/>
        </p:nvSpPr>
        <p:spPr>
          <a:xfrm>
            <a:off x="16175736" y="3334512"/>
            <a:ext cx="667512" cy="914"/>
          </a:xfrm>
          <a:custGeom>
            <a:avLst/>
            <a:gdLst/>
            <a:ahLst/>
            <a:cxnLst/>
            <a:rect l="0" t="0" r="r" b="b"/>
            <a:pathLst>
              <a:path w="73000" h="100" fill="none" stroke="1" extrusionOk="0">
                <a:moveTo>
                  <a:pt x="0" y="0"/>
                </a:moveTo>
                <a:lnTo>
                  <a:pt x="73000" y="0"/>
                </a:lnTo>
              </a:path>
            </a:pathLst>
          </a:custGeom>
          <a:noFill/>
          <a:ln w="23774" cap="rnd" cmpd="sng" algn="ctr">
            <a:solidFill>
              <a:srgbClr val="000000"/>
            </a:solidFill>
            <a:round/>
            <a:headEnd type="none"/>
            <a:tailEnd type="none"/>
          </a:ln>
        </p:spPr>
      </p:sp>
      <p:sp>
        <p:nvSpPr>
          <p:cNvPr id="977" name="post-activation and feedback / 0963 side cell boundary"/>
          <p:cNvSpPr/>
          <p:nvPr/>
        </p:nvSpPr>
        <p:spPr>
          <a:xfrm>
            <a:off x="16020288" y="3334512"/>
            <a:ext cx="155448" cy="118872"/>
          </a:xfrm>
          <a:custGeom>
            <a:avLst/>
            <a:gdLst/>
            <a:ahLst/>
            <a:cxnLst/>
            <a:rect l="0" t="0" r="r" b="b"/>
            <a:pathLst>
              <a:path w="17000" h="13000" fill="none" stroke="1" extrusionOk="0">
                <a:moveTo>
                  <a:pt x="17000" y="0"/>
                </a:moveTo>
                <a:lnTo>
                  <a:pt x="0" y="13000"/>
                </a:lnTo>
              </a:path>
            </a:pathLst>
          </a:custGeom>
          <a:noFill/>
          <a:ln w="16459" cap="rnd" cmpd="sng" algn="ctr">
            <a:solidFill>
              <a:srgbClr val="000000"/>
            </a:solidFill>
            <a:round/>
            <a:headEnd type="none"/>
            <a:tailEnd type="none"/>
          </a:ln>
        </p:spPr>
      </p:sp>
      <p:sp>
        <p:nvSpPr>
          <p:cNvPr id="978" name="post-activation and feedback / 0964 stack cell boundary"/>
          <p:cNvSpPr/>
          <p:nvPr/>
        </p:nvSpPr>
        <p:spPr>
          <a:xfrm>
            <a:off x="16175736" y="3669792"/>
            <a:ext cx="667512" cy="914"/>
          </a:xfrm>
          <a:custGeom>
            <a:avLst/>
            <a:gdLst/>
            <a:ahLst/>
            <a:cxnLst/>
            <a:rect l="0" t="0" r="r" b="b"/>
            <a:pathLst>
              <a:path w="73000" h="100" fill="none" stroke="1" extrusionOk="0">
                <a:moveTo>
                  <a:pt x="0" y="0"/>
                </a:moveTo>
                <a:lnTo>
                  <a:pt x="73000" y="0"/>
                </a:lnTo>
              </a:path>
            </a:pathLst>
          </a:custGeom>
          <a:noFill/>
          <a:ln w="23774" cap="rnd" cmpd="sng" algn="ctr">
            <a:solidFill>
              <a:srgbClr val="000000"/>
            </a:solidFill>
            <a:round/>
            <a:headEnd type="none"/>
            <a:tailEnd type="none"/>
          </a:ln>
        </p:spPr>
      </p:sp>
      <p:sp>
        <p:nvSpPr>
          <p:cNvPr id="979" name="post-activation and feedback / 0965 side cell boundary"/>
          <p:cNvSpPr/>
          <p:nvPr/>
        </p:nvSpPr>
        <p:spPr>
          <a:xfrm>
            <a:off x="16020288" y="3669792"/>
            <a:ext cx="155448" cy="118872"/>
          </a:xfrm>
          <a:custGeom>
            <a:avLst/>
            <a:gdLst/>
            <a:ahLst/>
            <a:cxnLst/>
            <a:rect l="0" t="0" r="r" b="b"/>
            <a:pathLst>
              <a:path w="17000" h="13000" fill="none" stroke="1" extrusionOk="0">
                <a:moveTo>
                  <a:pt x="17000" y="0"/>
                </a:moveTo>
                <a:lnTo>
                  <a:pt x="0" y="13000"/>
                </a:lnTo>
              </a:path>
            </a:pathLst>
          </a:custGeom>
          <a:noFill/>
          <a:ln w="16459" cap="rnd" cmpd="sng" algn="ctr">
            <a:solidFill>
              <a:srgbClr val="000000"/>
            </a:solidFill>
            <a:round/>
            <a:headEnd type="none"/>
            <a:tailEnd type="none"/>
          </a:ln>
        </p:spPr>
      </p:sp>
      <p:sp>
        <p:nvSpPr>
          <p:cNvPr id="980" name="post-activation and feedback / 0966 stack cell boundary"/>
          <p:cNvSpPr/>
          <p:nvPr/>
        </p:nvSpPr>
        <p:spPr>
          <a:xfrm>
            <a:off x="16175736" y="4005072"/>
            <a:ext cx="667512" cy="914"/>
          </a:xfrm>
          <a:custGeom>
            <a:avLst/>
            <a:gdLst/>
            <a:ahLst/>
            <a:cxnLst/>
            <a:rect l="0" t="0" r="r" b="b"/>
            <a:pathLst>
              <a:path w="73000" h="100" fill="none" stroke="1" extrusionOk="0">
                <a:moveTo>
                  <a:pt x="0" y="0"/>
                </a:moveTo>
                <a:lnTo>
                  <a:pt x="73000" y="0"/>
                </a:lnTo>
              </a:path>
            </a:pathLst>
          </a:custGeom>
          <a:noFill/>
          <a:ln w="23774" cap="rnd" cmpd="sng" algn="ctr">
            <a:solidFill>
              <a:srgbClr val="000000"/>
            </a:solidFill>
            <a:round/>
            <a:headEnd type="none"/>
            <a:tailEnd type="none"/>
          </a:ln>
        </p:spPr>
      </p:sp>
      <p:sp>
        <p:nvSpPr>
          <p:cNvPr id="981" name="post-activation and feedback / 0967 side cell boundary"/>
          <p:cNvSpPr/>
          <p:nvPr/>
        </p:nvSpPr>
        <p:spPr>
          <a:xfrm>
            <a:off x="16020288" y="4005072"/>
            <a:ext cx="155448" cy="118872"/>
          </a:xfrm>
          <a:custGeom>
            <a:avLst/>
            <a:gdLst/>
            <a:ahLst/>
            <a:cxnLst/>
            <a:rect l="0" t="0" r="r" b="b"/>
            <a:pathLst>
              <a:path w="17000" h="13000" fill="none" stroke="1" extrusionOk="0">
                <a:moveTo>
                  <a:pt x="17000" y="0"/>
                </a:moveTo>
                <a:lnTo>
                  <a:pt x="0" y="13000"/>
                </a:lnTo>
              </a:path>
            </a:pathLst>
          </a:custGeom>
          <a:noFill/>
          <a:ln w="16459" cap="rnd" cmpd="sng" algn="ctr">
            <a:solidFill>
              <a:srgbClr val="000000"/>
            </a:solidFill>
            <a:round/>
            <a:headEnd type="none"/>
            <a:tailEnd type="none"/>
          </a:ln>
        </p:spPr>
      </p:sp>
      <p:sp>
        <p:nvSpPr>
          <p:cNvPr id="982" name="post-activation and feedback / 0968 stack cell boundary"/>
          <p:cNvSpPr/>
          <p:nvPr/>
        </p:nvSpPr>
        <p:spPr>
          <a:xfrm>
            <a:off x="16175736" y="4340352"/>
            <a:ext cx="667512" cy="914"/>
          </a:xfrm>
          <a:custGeom>
            <a:avLst/>
            <a:gdLst/>
            <a:ahLst/>
            <a:cxnLst/>
            <a:rect l="0" t="0" r="r" b="b"/>
            <a:pathLst>
              <a:path w="73000" h="100" fill="none" stroke="1" extrusionOk="0">
                <a:moveTo>
                  <a:pt x="0" y="0"/>
                </a:moveTo>
                <a:lnTo>
                  <a:pt x="73000" y="0"/>
                </a:lnTo>
              </a:path>
            </a:pathLst>
          </a:custGeom>
          <a:noFill/>
          <a:ln w="23774" cap="rnd" cmpd="sng" algn="ctr">
            <a:solidFill>
              <a:srgbClr val="000000"/>
            </a:solidFill>
            <a:round/>
            <a:headEnd type="none"/>
            <a:tailEnd type="none"/>
          </a:ln>
        </p:spPr>
      </p:sp>
      <p:sp>
        <p:nvSpPr>
          <p:cNvPr id="983" name="post-activation and feedback / 0969 side cell boundary"/>
          <p:cNvSpPr/>
          <p:nvPr/>
        </p:nvSpPr>
        <p:spPr>
          <a:xfrm>
            <a:off x="16020288" y="4340352"/>
            <a:ext cx="155448" cy="118872"/>
          </a:xfrm>
          <a:custGeom>
            <a:avLst/>
            <a:gdLst/>
            <a:ahLst/>
            <a:cxnLst/>
            <a:rect l="0" t="0" r="r" b="b"/>
            <a:pathLst>
              <a:path w="17000" h="13000" fill="none" stroke="1" extrusionOk="0">
                <a:moveTo>
                  <a:pt x="17000" y="0"/>
                </a:moveTo>
                <a:lnTo>
                  <a:pt x="0" y="13000"/>
                </a:lnTo>
              </a:path>
            </a:pathLst>
          </a:custGeom>
          <a:noFill/>
          <a:ln w="16459" cap="rnd" cmpd="sng" algn="ctr">
            <a:solidFill>
              <a:srgbClr val="000000"/>
            </a:solidFill>
            <a:round/>
            <a:headEnd type="none"/>
            <a:tailEnd type="none"/>
          </a:ln>
        </p:spPr>
      </p:sp>
      <p:sp>
        <p:nvSpPr>
          <p:cNvPr id="984" name="post-activation and feedback / 0970 stack cell boundary"/>
          <p:cNvSpPr/>
          <p:nvPr/>
        </p:nvSpPr>
        <p:spPr>
          <a:xfrm>
            <a:off x="16175736" y="4675632"/>
            <a:ext cx="667512" cy="914"/>
          </a:xfrm>
          <a:custGeom>
            <a:avLst/>
            <a:gdLst/>
            <a:ahLst/>
            <a:cxnLst/>
            <a:rect l="0" t="0" r="r" b="b"/>
            <a:pathLst>
              <a:path w="73000" h="100" fill="none" stroke="1" extrusionOk="0">
                <a:moveTo>
                  <a:pt x="0" y="0"/>
                </a:moveTo>
                <a:lnTo>
                  <a:pt x="73000" y="0"/>
                </a:lnTo>
              </a:path>
            </a:pathLst>
          </a:custGeom>
          <a:noFill/>
          <a:ln w="23774" cap="rnd" cmpd="sng" algn="ctr">
            <a:solidFill>
              <a:srgbClr val="000000"/>
            </a:solidFill>
            <a:round/>
            <a:headEnd type="none"/>
            <a:tailEnd type="none"/>
          </a:ln>
        </p:spPr>
      </p:sp>
      <p:sp>
        <p:nvSpPr>
          <p:cNvPr id="985" name="post-activation and feedback / 0971 side cell boundary"/>
          <p:cNvSpPr/>
          <p:nvPr/>
        </p:nvSpPr>
        <p:spPr>
          <a:xfrm>
            <a:off x="16020288" y="4675632"/>
            <a:ext cx="155448" cy="118872"/>
          </a:xfrm>
          <a:custGeom>
            <a:avLst/>
            <a:gdLst/>
            <a:ahLst/>
            <a:cxnLst/>
            <a:rect l="0" t="0" r="r" b="b"/>
            <a:pathLst>
              <a:path w="17000" h="13000" fill="none" stroke="1" extrusionOk="0">
                <a:moveTo>
                  <a:pt x="17000" y="0"/>
                </a:moveTo>
                <a:lnTo>
                  <a:pt x="0" y="13000"/>
                </a:lnTo>
              </a:path>
            </a:pathLst>
          </a:custGeom>
          <a:noFill/>
          <a:ln w="16459" cap="rnd" cmpd="sng" algn="ctr">
            <a:solidFill>
              <a:srgbClr val="000000"/>
            </a:solidFill>
            <a:round/>
            <a:headEnd type="none"/>
            <a:tailEnd type="none"/>
          </a:ln>
        </p:spPr>
      </p:sp>
      <p:sp>
        <p:nvSpPr>
          <p:cNvPr id="986" name="post-activation and feedback / 0972 variable z — white text backing"/>
          <p:cNvSpPr/>
          <p:nvPr/>
        </p:nvSpPr>
        <p:spPr>
          <a:xfrm>
            <a:off x="16084582" y="2928509"/>
            <a:ext cx="382619" cy="436483"/>
          </a:xfrm>
          <a:custGeom>
            <a:avLst/>
            <a:gdLst/>
            <a:ahLst/>
            <a:cxnLst/>
            <a:rect l="0" t="0" r="r" b="b"/>
            <a:pathLst>
              <a:path w="41844" h="47734" fill="norm" stroke="1" extrusionOk="0">
                <a:moveTo>
                  <a:pt x="0" y="47734"/>
                </a:moveTo>
                <a:lnTo>
                  <a:pt x="0" y="45449"/>
                </a:lnTo>
                <a:lnTo>
                  <a:pt x="21938" y="4570"/>
                </a:lnTo>
                <a:lnTo>
                  <a:pt x="16504" y="4570"/>
                </a:lnTo>
                <a:quadBezTo>
                  <a:pt x="13660" y="4570"/>
                  <a:pt x="11020" y="5053"/>
                </a:quadBezTo>
                <a:quadBezTo>
                  <a:pt x="8379" y="5535"/>
                  <a:pt x="7363" y="6348"/>
                </a:quadBezTo>
                <a:lnTo>
                  <a:pt x="5789" y="14219"/>
                </a:lnTo>
                <a:lnTo>
                  <a:pt x="2133" y="14219"/>
                </a:lnTo>
                <a:lnTo>
                  <a:pt x="2133" y="0"/>
                </a:lnTo>
                <a:lnTo>
                  <a:pt x="39203" y="0"/>
                </a:lnTo>
                <a:lnTo>
                  <a:pt x="39203" y="2488"/>
                </a:lnTo>
                <a:lnTo>
                  <a:pt x="17266" y="43164"/>
                </a:lnTo>
                <a:lnTo>
                  <a:pt x="24883" y="43164"/>
                </a:lnTo>
                <a:quadBezTo>
                  <a:pt x="27777" y="43164"/>
                  <a:pt x="30977" y="42479"/>
                </a:quadBezTo>
                <a:quadBezTo>
                  <a:pt x="34176" y="41793"/>
                  <a:pt x="35496" y="40777"/>
                </a:quadBezTo>
                <a:lnTo>
                  <a:pt x="38188" y="29758"/>
                </a:lnTo>
                <a:lnTo>
                  <a:pt x="41844" y="29758"/>
                </a:lnTo>
                <a:lnTo>
                  <a:pt x="40473" y="47734"/>
                </a:lnTo>
                <a:close/>
              </a:path>
            </a:pathLst>
          </a:custGeom>
          <a:solidFill>
            <a:srgbClr val="FFFFFF"/>
          </a:solidFill>
          <a:ln w="54864" cap="rnd" cmpd="sng" algn="ctr">
            <a:solidFill>
              <a:srgbClr val="FFFFFF"/>
            </a:solidFill>
            <a:round/>
            <a:headEnd type="none"/>
            <a:tailEnd type="none"/>
          </a:ln>
        </p:spPr>
      </p:sp>
      <p:sp>
        <p:nvSpPr>
          <p:cNvPr id="987" name="post-activation and feedback / 0972 variable z"/>
          <p:cNvSpPr txBox="1"/>
          <p:nvPr/>
        </p:nvSpPr>
        <p:spPr>
          <a:xfrm>
            <a:off x="16066008" y="2414016"/>
            <a:ext cx="559256" cy="1283818"/>
          </a:xfrm>
          <a:prstGeom prst="rect">
            <a:avLst/>
          </a:prstGeom>
          <a:noFill/>
        </p:spPr>
        <p:txBody>
          <a:bodyPr wrap="none" lIns="0" rIns="0" tIns="0" bIns="0" anchor="t">
            <a:noAutofit/>
          </a:bodyPr>
          <a:lstStyle/>
          <a:p>
            <a:pPr>
              <a:spcBef>
                <a:spcPts val="0"/>
              </a:spcBef>
              <a:spcAft>
                <a:spcPts val="0"/>
              </a:spcAft>
            </a:pPr>
            <a:r>
              <a:rPr sz="7488" b="1" i="0" dirty="0" spc="0">
                <a:solidFill>
                  <a:srgbClr val="000000"/>
                </a:solidFill>
                <a:latin typeface="Liberation Serif"/>
                <a:ea typeface="Liberation Serif"/>
                <a:cs typeface="Liberation Serif"/>
              </a:rPr>
              <a:t>z</a:t>
            </a:r>
          </a:p>
        </p:txBody>
      </p:sp>
      <p:sp>
        <p:nvSpPr>
          <p:cNvPr id="988" name="post-activation and feedback / 0973 t+1 — white text backing"/>
          <p:cNvSpPr/>
          <p:nvPr/>
        </p:nvSpPr>
        <p:spPr>
          <a:xfrm>
            <a:off x="16381422" y="2702552"/>
            <a:ext cx="404568" cy="208276"/>
          </a:xfrm>
          <a:custGeom>
            <a:avLst/>
            <a:gdLst/>
            <a:ahLst/>
            <a:cxnLst/>
            <a:rect l="0" t="0" r="r" b="b"/>
            <a:pathLst>
              <a:path w="44244" h="22777" fill="norm" stroke="1" extrusionOk="0">
                <a:moveTo>
                  <a:pt x="2889" y="19557"/>
                </a:moveTo>
                <a:quadBezTo>
                  <a:pt x="2889" y="20304"/>
                  <a:pt x="3262" y="20677"/>
                </a:quadBezTo>
                <a:quadBezTo>
                  <a:pt x="3636" y="21051"/>
                  <a:pt x="4217" y="21051"/>
                </a:quadBezTo>
                <a:quadBezTo>
                  <a:pt x="5429" y="21051"/>
                  <a:pt x="6740" y="20553"/>
                </a:quadBezTo>
                <a:lnTo>
                  <a:pt x="7089" y="21333"/>
                </a:lnTo>
                <a:quadBezTo>
                  <a:pt x="5047" y="22777"/>
                  <a:pt x="2955" y="22777"/>
                </a:quadBezTo>
                <a:quadBezTo>
                  <a:pt x="1644" y="22777"/>
                  <a:pt x="888" y="21980"/>
                </a:quadBezTo>
                <a:quadBezTo>
                  <a:pt x="133" y="21184"/>
                  <a:pt x="133" y="19756"/>
                </a:quadBezTo>
                <a:quadBezTo>
                  <a:pt x="133" y="19274"/>
                  <a:pt x="224" y="18619"/>
                </a:quadBezTo>
                <a:quadBezTo>
                  <a:pt x="315" y="17963"/>
                  <a:pt x="2042" y="8234"/>
                </a:quadBezTo>
                <a:lnTo>
                  <a:pt x="0" y="8234"/>
                </a:lnTo>
                <a:lnTo>
                  <a:pt x="133" y="7487"/>
                </a:lnTo>
                <a:lnTo>
                  <a:pt x="2341" y="6840"/>
                </a:lnTo>
                <a:lnTo>
                  <a:pt x="4615" y="3304"/>
                </a:lnTo>
                <a:lnTo>
                  <a:pt x="5678" y="3304"/>
                </a:lnTo>
                <a:lnTo>
                  <a:pt x="5063" y="6840"/>
                </a:lnTo>
                <a:lnTo>
                  <a:pt x="8633" y="6840"/>
                </a:lnTo>
                <a:lnTo>
                  <a:pt x="8367" y="8234"/>
                </a:lnTo>
                <a:lnTo>
                  <a:pt x="4798" y="8234"/>
                </a:lnTo>
                <a:lnTo>
                  <a:pt x="3188" y="17349"/>
                </a:lnTo>
                <a:quadBezTo>
                  <a:pt x="2889" y="18876"/>
                  <a:pt x="2889" y="19557"/>
                </a:quadBezTo>
                <a:close/>
                <a:moveTo>
                  <a:pt x="20570" y="12003"/>
                </a:moveTo>
                <a:lnTo>
                  <a:pt x="20570" y="19075"/>
                </a:lnTo>
                <a:lnTo>
                  <a:pt x="18860" y="19075"/>
                </a:lnTo>
                <a:lnTo>
                  <a:pt x="18860" y="12003"/>
                </a:lnTo>
                <a:lnTo>
                  <a:pt x="11821" y="12003"/>
                </a:lnTo>
                <a:lnTo>
                  <a:pt x="11821" y="10310"/>
                </a:lnTo>
                <a:lnTo>
                  <a:pt x="18860" y="10310"/>
                </a:lnTo>
                <a:lnTo>
                  <a:pt x="18860" y="3237"/>
                </a:lnTo>
                <a:lnTo>
                  <a:pt x="20570" y="3237"/>
                </a:lnTo>
                <a:lnTo>
                  <a:pt x="20570" y="10310"/>
                </a:lnTo>
                <a:lnTo>
                  <a:pt x="27642" y="10310"/>
                </a:lnTo>
                <a:lnTo>
                  <a:pt x="27642" y="12003"/>
                </a:lnTo>
                <a:close/>
                <a:moveTo>
                  <a:pt x="39762" y="21117"/>
                </a:moveTo>
                <a:lnTo>
                  <a:pt x="44244" y="21565"/>
                </a:lnTo>
                <a:lnTo>
                  <a:pt x="44078" y="22445"/>
                </a:lnTo>
                <a:lnTo>
                  <a:pt x="32108" y="22445"/>
                </a:lnTo>
                <a:lnTo>
                  <a:pt x="32274" y="21565"/>
                </a:lnTo>
                <a:lnTo>
                  <a:pt x="36906" y="21117"/>
                </a:lnTo>
                <a:lnTo>
                  <a:pt x="40110" y="2955"/>
                </a:lnTo>
                <a:lnTo>
                  <a:pt x="35329" y="4565"/>
                </a:lnTo>
                <a:lnTo>
                  <a:pt x="35495" y="3686"/>
                </a:lnTo>
                <a:lnTo>
                  <a:pt x="42634" y="0"/>
                </a:lnTo>
                <a:lnTo>
                  <a:pt x="43497" y="0"/>
                </a:lnTo>
                <a:close/>
              </a:path>
            </a:pathLst>
          </a:custGeom>
          <a:solidFill>
            <a:srgbClr val="FFFFFF"/>
          </a:solidFill>
          <a:ln w="27432" cap="rnd" cmpd="sng" algn="ctr">
            <a:solidFill>
              <a:srgbClr val="FFFFFF"/>
            </a:solidFill>
            <a:round/>
            <a:headEnd type="none"/>
            <a:tailEnd type="none"/>
          </a:ln>
        </p:spPr>
      </p:sp>
      <p:sp>
        <p:nvSpPr>
          <p:cNvPr id="989" name="post-activation and feedback / 0973 t+1"/>
          <p:cNvSpPr txBox="1"/>
          <p:nvPr/>
        </p:nvSpPr>
        <p:spPr>
          <a:xfrm>
            <a:off x="16367760" y="2596896"/>
            <a:ext cx="588788" cy="419710"/>
          </a:xfrm>
          <a:prstGeom prst="rect">
            <a:avLst/>
          </a:prstGeom>
          <a:noFill/>
        </p:spPr>
        <p:txBody>
          <a:bodyPr wrap="none" lIns="0" rIns="0" tIns="0" bIns="0" anchor="t">
            <a:noAutofit/>
          </a:bodyPr>
          <a:lstStyle/>
          <a:p>
            <a:pPr>
              <a:spcBef>
                <a:spcPts val="0"/>
              </a:spcBef>
              <a:spcAft>
                <a:spcPts val="0"/>
              </a:spcAft>
            </a:pPr>
            <a:r>
              <a:rPr sz="2448" b="0" i="1" dirty="0" spc="0">
                <a:solidFill>
                  <a:srgbClr val="000000"/>
                </a:solidFill>
                <a:latin typeface="Liberation Serif"/>
                <a:ea typeface="Liberation Serif"/>
                <a:cs typeface="Liberation Serif"/>
              </a:rPr>
              <a:t>t+1</a:t>
            </a:r>
          </a:p>
        </p:txBody>
      </p:sp>
      <p:sp>
        <p:nvSpPr>
          <p:cNvPr id="990" name="post-activation and feedback / 0974 P"/>
          <p:cNvSpPr txBox="1"/>
          <p:nvPr/>
        </p:nvSpPr>
        <p:spPr>
          <a:xfrm>
            <a:off x="16988709" y="868680"/>
            <a:ext cx="285150" cy="345643"/>
          </a:xfrm>
          <a:prstGeom prst="rect">
            <a:avLst/>
          </a:prstGeom>
          <a:noFill/>
        </p:spPr>
        <p:txBody>
          <a:bodyPr wrap="none" lIns="0" rIns="0" tIns="0" bIns="0" anchor="t">
            <a:noAutofit/>
          </a:bodyPr>
          <a:lstStyle/>
          <a:p>
            <a:pPr>
              <a:spcBef>
                <a:spcPts val="0"/>
              </a:spcBef>
              <a:spcAft>
                <a:spcPts val="0"/>
              </a:spcAft>
            </a:pPr>
            <a:r>
              <a:rPr sz="2016" b="0" i="0" dirty="0" spc="0">
                <a:solidFill>
                  <a:srgbClr val="000000"/>
                </a:solidFill>
                <a:latin typeface="Lato Light"/>
                <a:ea typeface="Lato Light"/>
                <a:cs typeface="Lato Light"/>
              </a:rPr>
              <a:t>P</a:t>
            </a:r>
          </a:p>
        </p:txBody>
      </p:sp>
      <p:sp>
        <p:nvSpPr>
          <p:cNvPr id="991" name="post-activation and feedback / 0975 O"/>
          <p:cNvSpPr txBox="1"/>
          <p:nvPr/>
        </p:nvSpPr>
        <p:spPr>
          <a:xfrm>
            <a:off x="16961377" y="1134770"/>
            <a:ext cx="339814" cy="345643"/>
          </a:xfrm>
          <a:prstGeom prst="rect">
            <a:avLst/>
          </a:prstGeom>
          <a:noFill/>
        </p:spPr>
        <p:txBody>
          <a:bodyPr wrap="none" lIns="0" rIns="0" tIns="0" bIns="0" anchor="t">
            <a:noAutofit/>
          </a:bodyPr>
          <a:lstStyle/>
          <a:p>
            <a:pPr>
              <a:spcBef>
                <a:spcPts val="0"/>
              </a:spcBef>
              <a:spcAft>
                <a:spcPts val="0"/>
              </a:spcAft>
            </a:pPr>
            <a:r>
              <a:rPr sz="2016" b="0" i="0" dirty="0" spc="0">
                <a:solidFill>
                  <a:srgbClr val="000000"/>
                </a:solidFill>
                <a:latin typeface="Lato Light"/>
                <a:ea typeface="Lato Light"/>
                <a:cs typeface="Lato Light"/>
              </a:rPr>
              <a:t>O</a:t>
            </a:r>
          </a:p>
        </p:txBody>
      </p:sp>
      <p:sp>
        <p:nvSpPr>
          <p:cNvPr id="992" name="post-activation and feedback / 0976 S"/>
          <p:cNvSpPr txBox="1"/>
          <p:nvPr/>
        </p:nvSpPr>
        <p:spPr>
          <a:xfrm>
            <a:off x="16994217" y="1400861"/>
            <a:ext cx="274134" cy="345643"/>
          </a:xfrm>
          <a:prstGeom prst="rect">
            <a:avLst/>
          </a:prstGeom>
          <a:noFill/>
        </p:spPr>
        <p:txBody>
          <a:bodyPr wrap="none" lIns="0" rIns="0" tIns="0" bIns="0" anchor="t">
            <a:noAutofit/>
          </a:bodyPr>
          <a:lstStyle/>
          <a:p>
            <a:pPr>
              <a:spcBef>
                <a:spcPts val="0"/>
              </a:spcBef>
              <a:spcAft>
                <a:spcPts val="0"/>
              </a:spcAft>
            </a:pPr>
            <a:r>
              <a:rPr sz="2016" b="0" i="0" dirty="0" spc="0">
                <a:solidFill>
                  <a:srgbClr val="000000"/>
                </a:solidFill>
                <a:latin typeface="Lato Light"/>
                <a:ea typeface="Lato Light"/>
                <a:cs typeface="Lato Light"/>
              </a:rPr>
              <a:t>S</a:t>
            </a:r>
          </a:p>
        </p:txBody>
      </p:sp>
      <p:sp>
        <p:nvSpPr>
          <p:cNvPr id="993" name="post-activation and feedback / 0977 T"/>
          <p:cNvSpPr txBox="1"/>
          <p:nvPr/>
        </p:nvSpPr>
        <p:spPr>
          <a:xfrm>
            <a:off x="16988580" y="1666951"/>
            <a:ext cx="285407" cy="345643"/>
          </a:xfrm>
          <a:prstGeom prst="rect">
            <a:avLst/>
          </a:prstGeom>
          <a:noFill/>
        </p:spPr>
        <p:txBody>
          <a:bodyPr wrap="none" lIns="0" rIns="0" tIns="0" bIns="0" anchor="t">
            <a:noAutofit/>
          </a:bodyPr>
          <a:lstStyle/>
          <a:p>
            <a:pPr>
              <a:spcBef>
                <a:spcPts val="0"/>
              </a:spcBef>
              <a:spcAft>
                <a:spcPts val="0"/>
              </a:spcAft>
            </a:pPr>
            <a:r>
              <a:rPr sz="2016" b="0" i="0" dirty="0" spc="0">
                <a:solidFill>
                  <a:srgbClr val="000000"/>
                </a:solidFill>
                <a:latin typeface="Lato Light"/>
                <a:ea typeface="Lato Light"/>
                <a:cs typeface="Lato Light"/>
              </a:rPr>
              <a:t>T</a:t>
            </a:r>
          </a:p>
        </p:txBody>
      </p:sp>
      <p:sp>
        <p:nvSpPr>
          <p:cNvPr id="994" name="post-activation and feedback / 0978 -"/>
          <p:cNvSpPr txBox="1"/>
          <p:nvPr/>
        </p:nvSpPr>
        <p:spPr>
          <a:xfrm>
            <a:off x="17015341" y="1933042"/>
            <a:ext cx="231886" cy="345643"/>
          </a:xfrm>
          <a:prstGeom prst="rect">
            <a:avLst/>
          </a:prstGeom>
          <a:noFill/>
        </p:spPr>
        <p:txBody>
          <a:bodyPr wrap="none" lIns="0" rIns="0" tIns="0" bIns="0" anchor="t">
            <a:noAutofit/>
          </a:bodyPr>
          <a:lstStyle/>
          <a:p>
            <a:pPr>
              <a:spcBef>
                <a:spcPts val="0"/>
              </a:spcBef>
              <a:spcAft>
                <a:spcPts val="0"/>
              </a:spcAft>
            </a:pPr>
            <a:r>
              <a:rPr sz="2016" b="0" i="0" dirty="0" spc="0">
                <a:solidFill>
                  <a:srgbClr val="000000"/>
                </a:solidFill>
                <a:latin typeface="Lato Light"/>
                <a:ea typeface="Lato Light"/>
                <a:cs typeface="Lato Light"/>
              </a:rPr>
              <a:t>-</a:t>
            </a:r>
          </a:p>
        </p:txBody>
      </p:sp>
      <p:sp>
        <p:nvSpPr>
          <p:cNvPr id="995" name="post-activation and feedback / 0979 A"/>
          <p:cNvSpPr txBox="1"/>
          <p:nvPr/>
        </p:nvSpPr>
        <p:spPr>
          <a:xfrm>
            <a:off x="16978786" y="2199132"/>
            <a:ext cx="304995" cy="345643"/>
          </a:xfrm>
          <a:prstGeom prst="rect">
            <a:avLst/>
          </a:prstGeom>
          <a:noFill/>
        </p:spPr>
        <p:txBody>
          <a:bodyPr wrap="none" lIns="0" rIns="0" tIns="0" bIns="0" anchor="t">
            <a:noAutofit/>
          </a:bodyPr>
          <a:lstStyle/>
          <a:p>
            <a:pPr>
              <a:spcBef>
                <a:spcPts val="0"/>
              </a:spcBef>
              <a:spcAft>
                <a:spcPts val="0"/>
              </a:spcAft>
            </a:pPr>
            <a:r>
              <a:rPr sz="2016" b="0" i="0" dirty="0" spc="0">
                <a:solidFill>
                  <a:srgbClr val="000000"/>
                </a:solidFill>
                <a:latin typeface="Lato Light"/>
                <a:ea typeface="Lato Light"/>
                <a:cs typeface="Lato Light"/>
              </a:rPr>
              <a:t>A</a:t>
            </a:r>
          </a:p>
        </p:txBody>
      </p:sp>
      <p:sp>
        <p:nvSpPr>
          <p:cNvPr id="996" name="post-activation and feedback / 0980 C"/>
          <p:cNvSpPr txBox="1"/>
          <p:nvPr/>
        </p:nvSpPr>
        <p:spPr>
          <a:xfrm>
            <a:off x="16976165" y="2465222"/>
            <a:ext cx="310239" cy="345643"/>
          </a:xfrm>
          <a:prstGeom prst="rect">
            <a:avLst/>
          </a:prstGeom>
          <a:noFill/>
        </p:spPr>
        <p:txBody>
          <a:bodyPr wrap="none" lIns="0" rIns="0" tIns="0" bIns="0" anchor="t">
            <a:noAutofit/>
          </a:bodyPr>
          <a:lstStyle/>
          <a:p>
            <a:pPr>
              <a:spcBef>
                <a:spcPts val="0"/>
              </a:spcBef>
              <a:spcAft>
                <a:spcPts val="0"/>
              </a:spcAft>
            </a:pPr>
            <a:r>
              <a:rPr sz="2016" b="0" i="0" dirty="0" spc="0">
                <a:solidFill>
                  <a:srgbClr val="000000"/>
                </a:solidFill>
                <a:latin typeface="Lato Light"/>
                <a:ea typeface="Lato Light"/>
                <a:cs typeface="Lato Light"/>
              </a:rPr>
              <a:t>C</a:t>
            </a:r>
          </a:p>
        </p:txBody>
      </p:sp>
      <p:sp>
        <p:nvSpPr>
          <p:cNvPr id="997" name="post-activation and feedback / 0981 T"/>
          <p:cNvSpPr txBox="1"/>
          <p:nvPr/>
        </p:nvSpPr>
        <p:spPr>
          <a:xfrm>
            <a:off x="16988580" y="2731313"/>
            <a:ext cx="285407" cy="345643"/>
          </a:xfrm>
          <a:prstGeom prst="rect">
            <a:avLst/>
          </a:prstGeom>
          <a:noFill/>
        </p:spPr>
        <p:txBody>
          <a:bodyPr wrap="none" lIns="0" rIns="0" tIns="0" bIns="0" anchor="t">
            <a:noAutofit/>
          </a:bodyPr>
          <a:lstStyle/>
          <a:p>
            <a:pPr>
              <a:spcBef>
                <a:spcPts val="0"/>
              </a:spcBef>
              <a:spcAft>
                <a:spcPts val="0"/>
              </a:spcAft>
            </a:pPr>
            <a:r>
              <a:rPr sz="2016" b="0" i="0" dirty="0" spc="0">
                <a:solidFill>
                  <a:srgbClr val="000000"/>
                </a:solidFill>
                <a:latin typeface="Lato Light"/>
                <a:ea typeface="Lato Light"/>
                <a:cs typeface="Lato Light"/>
              </a:rPr>
              <a:t>T</a:t>
            </a:r>
          </a:p>
        </p:txBody>
      </p:sp>
      <p:sp>
        <p:nvSpPr>
          <p:cNvPr id="998" name="post-activation and feedback / 0982 I"/>
          <p:cNvSpPr txBox="1"/>
          <p:nvPr/>
        </p:nvSpPr>
        <p:spPr>
          <a:xfrm>
            <a:off x="17029357" y="2997403"/>
            <a:ext cx="203854" cy="345643"/>
          </a:xfrm>
          <a:prstGeom prst="rect">
            <a:avLst/>
          </a:prstGeom>
          <a:noFill/>
        </p:spPr>
        <p:txBody>
          <a:bodyPr wrap="none" lIns="0" rIns="0" tIns="0" bIns="0" anchor="t">
            <a:noAutofit/>
          </a:bodyPr>
          <a:lstStyle/>
          <a:p>
            <a:pPr>
              <a:spcBef>
                <a:spcPts val="0"/>
              </a:spcBef>
              <a:spcAft>
                <a:spcPts val="0"/>
              </a:spcAft>
            </a:pPr>
            <a:r>
              <a:rPr sz="2016" b="0" i="0" dirty="0" spc="0">
                <a:solidFill>
                  <a:srgbClr val="000000"/>
                </a:solidFill>
                <a:latin typeface="Lato Light"/>
                <a:ea typeface="Lato Light"/>
                <a:cs typeface="Lato Light"/>
              </a:rPr>
              <a:t>I</a:t>
            </a:r>
          </a:p>
        </p:txBody>
      </p:sp>
      <p:sp>
        <p:nvSpPr>
          <p:cNvPr id="999" name="post-activation and feedback / 0983 V"/>
          <p:cNvSpPr txBox="1"/>
          <p:nvPr/>
        </p:nvSpPr>
        <p:spPr>
          <a:xfrm>
            <a:off x="16978786" y="3263494"/>
            <a:ext cx="304995" cy="345643"/>
          </a:xfrm>
          <a:prstGeom prst="rect">
            <a:avLst/>
          </a:prstGeom>
          <a:noFill/>
        </p:spPr>
        <p:txBody>
          <a:bodyPr wrap="none" lIns="0" rIns="0" tIns="0" bIns="0" anchor="t">
            <a:noAutofit/>
          </a:bodyPr>
          <a:lstStyle/>
          <a:p>
            <a:pPr>
              <a:spcBef>
                <a:spcPts val="0"/>
              </a:spcBef>
              <a:spcAft>
                <a:spcPts val="0"/>
              </a:spcAft>
            </a:pPr>
            <a:r>
              <a:rPr sz="2016" b="0" i="0" dirty="0" spc="0">
                <a:solidFill>
                  <a:srgbClr val="000000"/>
                </a:solidFill>
                <a:latin typeface="Lato Light"/>
                <a:ea typeface="Lato Light"/>
                <a:cs typeface="Lato Light"/>
              </a:rPr>
              <a:t>V</a:t>
            </a:r>
          </a:p>
        </p:txBody>
      </p:sp>
      <p:sp>
        <p:nvSpPr>
          <p:cNvPr id="1000" name="post-activation and feedback / 0984 A"/>
          <p:cNvSpPr txBox="1"/>
          <p:nvPr/>
        </p:nvSpPr>
        <p:spPr>
          <a:xfrm>
            <a:off x="16978786" y="3529584"/>
            <a:ext cx="304995" cy="345643"/>
          </a:xfrm>
          <a:prstGeom prst="rect">
            <a:avLst/>
          </a:prstGeom>
          <a:noFill/>
        </p:spPr>
        <p:txBody>
          <a:bodyPr wrap="none" lIns="0" rIns="0" tIns="0" bIns="0" anchor="t">
            <a:noAutofit/>
          </a:bodyPr>
          <a:lstStyle/>
          <a:p>
            <a:pPr>
              <a:spcBef>
                <a:spcPts val="0"/>
              </a:spcBef>
              <a:spcAft>
                <a:spcPts val="0"/>
              </a:spcAft>
            </a:pPr>
            <a:r>
              <a:rPr sz="2016" b="0" i="0" dirty="0" spc="0">
                <a:solidFill>
                  <a:srgbClr val="000000"/>
                </a:solidFill>
                <a:latin typeface="Lato Light"/>
                <a:ea typeface="Lato Light"/>
                <a:cs typeface="Lato Light"/>
              </a:rPr>
              <a:t>A</a:t>
            </a:r>
          </a:p>
        </p:txBody>
      </p:sp>
      <p:sp>
        <p:nvSpPr>
          <p:cNvPr id="1001" name="post-activation and feedback / 0985 T"/>
          <p:cNvSpPr txBox="1"/>
          <p:nvPr/>
        </p:nvSpPr>
        <p:spPr>
          <a:xfrm>
            <a:off x="16988580" y="3795674"/>
            <a:ext cx="285407" cy="345643"/>
          </a:xfrm>
          <a:prstGeom prst="rect">
            <a:avLst/>
          </a:prstGeom>
          <a:noFill/>
        </p:spPr>
        <p:txBody>
          <a:bodyPr wrap="none" lIns="0" rIns="0" tIns="0" bIns="0" anchor="t">
            <a:noAutofit/>
          </a:bodyPr>
          <a:lstStyle/>
          <a:p>
            <a:pPr>
              <a:spcBef>
                <a:spcPts val="0"/>
              </a:spcBef>
              <a:spcAft>
                <a:spcPts val="0"/>
              </a:spcAft>
            </a:pPr>
            <a:r>
              <a:rPr sz="2016" b="0" i="0" dirty="0" spc="0">
                <a:solidFill>
                  <a:srgbClr val="000000"/>
                </a:solidFill>
                <a:latin typeface="Lato Light"/>
                <a:ea typeface="Lato Light"/>
                <a:cs typeface="Lato Light"/>
              </a:rPr>
              <a:t>T</a:t>
            </a:r>
          </a:p>
        </p:txBody>
      </p:sp>
      <p:sp>
        <p:nvSpPr>
          <p:cNvPr id="1002" name="post-activation and feedback / 0986 I"/>
          <p:cNvSpPr txBox="1"/>
          <p:nvPr/>
        </p:nvSpPr>
        <p:spPr>
          <a:xfrm>
            <a:off x="17029357" y="4061765"/>
            <a:ext cx="203854" cy="345643"/>
          </a:xfrm>
          <a:prstGeom prst="rect">
            <a:avLst/>
          </a:prstGeom>
          <a:noFill/>
        </p:spPr>
        <p:txBody>
          <a:bodyPr wrap="none" lIns="0" rIns="0" tIns="0" bIns="0" anchor="t">
            <a:noAutofit/>
          </a:bodyPr>
          <a:lstStyle/>
          <a:p>
            <a:pPr>
              <a:spcBef>
                <a:spcPts val="0"/>
              </a:spcBef>
              <a:spcAft>
                <a:spcPts val="0"/>
              </a:spcAft>
            </a:pPr>
            <a:r>
              <a:rPr sz="2016" b="0" i="0" dirty="0" spc="0">
                <a:solidFill>
                  <a:srgbClr val="000000"/>
                </a:solidFill>
                <a:latin typeface="Lato Light"/>
                <a:ea typeface="Lato Light"/>
                <a:cs typeface="Lato Light"/>
              </a:rPr>
              <a:t>I</a:t>
            </a:r>
          </a:p>
        </p:txBody>
      </p:sp>
      <p:sp>
        <p:nvSpPr>
          <p:cNvPr id="1003" name="post-activation and feedback / 0987 O"/>
          <p:cNvSpPr txBox="1"/>
          <p:nvPr/>
        </p:nvSpPr>
        <p:spPr>
          <a:xfrm>
            <a:off x="16961377" y="4327855"/>
            <a:ext cx="339814" cy="345643"/>
          </a:xfrm>
          <a:prstGeom prst="rect">
            <a:avLst/>
          </a:prstGeom>
          <a:noFill/>
        </p:spPr>
        <p:txBody>
          <a:bodyPr wrap="none" lIns="0" rIns="0" tIns="0" bIns="0" anchor="t">
            <a:noAutofit/>
          </a:bodyPr>
          <a:lstStyle/>
          <a:p>
            <a:pPr>
              <a:spcBef>
                <a:spcPts val="0"/>
              </a:spcBef>
              <a:spcAft>
                <a:spcPts val="0"/>
              </a:spcAft>
            </a:pPr>
            <a:r>
              <a:rPr sz="2016" b="0" i="0" dirty="0" spc="0">
                <a:solidFill>
                  <a:srgbClr val="000000"/>
                </a:solidFill>
                <a:latin typeface="Lato Light"/>
                <a:ea typeface="Lato Light"/>
                <a:cs typeface="Lato Light"/>
              </a:rPr>
              <a:t>O</a:t>
            </a:r>
          </a:p>
        </p:txBody>
      </p:sp>
      <p:sp>
        <p:nvSpPr>
          <p:cNvPr id="1004" name="post-activation and feedback / 0988 N"/>
          <p:cNvSpPr txBox="1"/>
          <p:nvPr/>
        </p:nvSpPr>
        <p:spPr>
          <a:xfrm>
            <a:off x="16966049" y="4593946"/>
            <a:ext cx="330470" cy="345643"/>
          </a:xfrm>
          <a:prstGeom prst="rect">
            <a:avLst/>
          </a:prstGeom>
          <a:noFill/>
        </p:spPr>
        <p:txBody>
          <a:bodyPr wrap="none" lIns="0" rIns="0" tIns="0" bIns="0" anchor="t">
            <a:noAutofit/>
          </a:bodyPr>
          <a:lstStyle/>
          <a:p>
            <a:pPr>
              <a:spcBef>
                <a:spcPts val="0"/>
              </a:spcBef>
              <a:spcAft>
                <a:spcPts val="0"/>
              </a:spcAft>
            </a:pPr>
            <a:r>
              <a:rPr sz="2016" b="0" i="0" dirty="0" spc="0">
                <a:solidFill>
                  <a:srgbClr val="000000"/>
                </a:solidFill>
                <a:latin typeface="Lato Light"/>
                <a:ea typeface="Lato Light"/>
                <a:cs typeface="Lato Light"/>
              </a:rPr>
              <a:t>N</a:t>
            </a:r>
          </a:p>
        </p:txBody>
      </p:sp>
      <p:sp>
        <p:nvSpPr>
          <p:cNvPr id="1005" name="post-activation and feedback / 0989 S"/>
          <p:cNvSpPr txBox="1"/>
          <p:nvPr/>
        </p:nvSpPr>
        <p:spPr>
          <a:xfrm>
            <a:off x="16994217" y="4860036"/>
            <a:ext cx="274134" cy="345643"/>
          </a:xfrm>
          <a:prstGeom prst="rect">
            <a:avLst/>
          </a:prstGeom>
          <a:noFill/>
        </p:spPr>
        <p:txBody>
          <a:bodyPr wrap="none" lIns="0" rIns="0" tIns="0" bIns="0" anchor="t">
            <a:noAutofit/>
          </a:bodyPr>
          <a:lstStyle/>
          <a:p>
            <a:pPr>
              <a:spcBef>
                <a:spcPts val="0"/>
              </a:spcBef>
              <a:spcAft>
                <a:spcPts val="0"/>
              </a:spcAft>
            </a:pPr>
            <a:r>
              <a:rPr sz="2016" b="0" i="0" dirty="0" spc="0">
                <a:solidFill>
                  <a:srgbClr val="000000"/>
                </a:solidFill>
                <a:latin typeface="Lato Light"/>
                <a:ea typeface="Lato Light"/>
                <a:cs typeface="Lato Light"/>
              </a:rPr>
              <a:t>S</a:t>
            </a:r>
          </a:p>
        </p:txBody>
      </p:sp>
      <p:sp>
        <p:nvSpPr>
          <p:cNvPr id="1006" name="post-activation and feedback / 0990 step 4 badge"/>
          <p:cNvSpPr/>
          <p:nvPr/>
        </p:nvSpPr>
        <p:spPr>
          <a:xfrm>
            <a:off x="15361920" y="1399032"/>
            <a:ext cx="713232" cy="713232"/>
          </a:xfrm>
          <a:custGeom>
            <a:avLst/>
            <a:gdLst/>
            <a:ahLst/>
            <a:cxnLst/>
            <a:rect l="0" t="0" r="r" b="b"/>
            <a:pathLst>
              <a:path w="78000" h="78000" fill="norm" stroke="1" extrusionOk="0">
                <a:moveTo>
                  <a:pt x="78000" y="39000"/>
                </a:moveTo>
                <a:cubicBezTo>
                  <a:pt x="78000" y="60539"/>
                  <a:pt x="60539" y="78000"/>
                  <a:pt x="39000" y="78000"/>
                </a:cubicBezTo>
                <a:cubicBezTo>
                  <a:pt x="17461" y="78000"/>
                  <a:pt x="0" y="60539"/>
                  <a:pt x="0" y="39000"/>
                </a:cubicBezTo>
                <a:cubicBezTo>
                  <a:pt x="0" y="17461"/>
                  <a:pt x="17461" y="0"/>
                  <a:pt x="39000" y="0"/>
                </a:cubicBezTo>
                <a:cubicBezTo>
                  <a:pt x="60539" y="0"/>
                  <a:pt x="78000" y="17461"/>
                  <a:pt x="78000" y="39000"/>
                </a:cubicBezTo>
                <a:close/>
              </a:path>
            </a:pathLst>
          </a:custGeom>
          <a:solidFill>
            <a:srgbClr val="FFF42B"/>
          </a:solidFill>
          <a:ln w="64008" cap="rnd" cmpd="sng" algn="ctr">
            <a:solidFill>
              <a:srgbClr val="000000"/>
            </a:solidFill>
            <a:round/>
            <a:headEnd type="none"/>
            <a:tailEnd type="none"/>
          </a:ln>
        </p:spPr>
      </p:sp>
      <p:sp>
        <p:nvSpPr>
          <p:cNvPr id="1007" name="post-activation and feedback / 0991 step 4 number"/>
          <p:cNvSpPr txBox="1"/>
          <p:nvPr/>
        </p:nvSpPr>
        <p:spPr>
          <a:xfrm>
            <a:off x="15537999" y="1335024"/>
            <a:ext cx="498234" cy="876452"/>
          </a:xfrm>
          <a:prstGeom prst="rect">
            <a:avLst/>
          </a:prstGeom>
          <a:noFill/>
        </p:spPr>
        <p:txBody>
          <a:bodyPr wrap="none" lIns="0" rIns="0" tIns="0" bIns="0" anchor="t">
            <a:noAutofit/>
          </a:bodyPr>
          <a:lstStyle/>
          <a:p>
            <a:pPr>
              <a:spcBef>
                <a:spcPts val="0"/>
              </a:spcBef>
              <a:spcAft>
                <a:spcPts val="0"/>
              </a:spcAft>
            </a:pPr>
            <a:r>
              <a:rPr sz="5112" b="0" i="0" dirty="0" spc="0">
                <a:solidFill>
                  <a:srgbClr val="000000"/>
                </a:solidFill>
                <a:latin typeface="Liberation Sans"/>
                <a:ea typeface="Liberation Sans"/>
                <a:cs typeface="Liberation Sans"/>
              </a:rPr>
              <a:t>4</a:t>
            </a:r>
          </a:p>
        </p:txBody>
      </p:sp>
      <p:sp>
        <p:nvSpPr>
          <p:cNvPr id="1008" name="post-activation and feedback / 0992 to next internal tick feedback"/>
          <p:cNvSpPr/>
          <p:nvPr/>
        </p:nvSpPr>
        <p:spPr>
          <a:xfrm>
            <a:off x="1124712" y="4636008"/>
            <a:ext cx="15371064" cy="1069848"/>
          </a:xfrm>
          <a:custGeom>
            <a:avLst/>
            <a:gdLst/>
            <a:ahLst/>
            <a:cxnLst/>
            <a:rect l="0" t="0" r="r" b="b"/>
            <a:pathLst>
              <a:path w="1681000" h="117000" fill="none" stroke="1" extrusionOk="0">
                <a:moveTo>
                  <a:pt x="1680000" y="47000"/>
                </a:moveTo>
                <a:cubicBezTo>
                  <a:pt x="1681000" y="64000"/>
                  <a:pt x="1679000" y="96000"/>
                  <a:pt x="1678000" y="110000"/>
                </a:cubicBezTo>
                <a:cubicBezTo>
                  <a:pt x="1677000" y="115000"/>
                  <a:pt x="1674000" y="115000"/>
                  <a:pt x="1668000" y="115000"/>
                </a:cubicBezTo>
                <a:lnTo>
                  <a:pt x="91000" y="116000"/>
                </a:lnTo>
                <a:cubicBezTo>
                  <a:pt x="66000" y="117000"/>
                  <a:pt x="33000" y="51000"/>
                  <a:pt x="0" y="0"/>
                </a:cubicBezTo>
              </a:path>
            </a:pathLst>
          </a:custGeom>
          <a:noFill/>
          <a:ln w="41148" cap="rnd" cmpd="sng" algn="ctr">
            <a:solidFill>
              <a:srgbClr val="000000"/>
            </a:solidFill>
            <a:round/>
            <a:headEnd type="none"/>
            <a:tailEnd type="none"/>
          </a:ln>
        </p:spPr>
      </p:sp>
      <p:sp>
        <p:nvSpPr>
          <p:cNvPr id="1009" name="post-activation and feedback / 0993 to next internal tick feedback arrowhead"/>
          <p:cNvSpPr/>
          <p:nvPr/>
        </p:nvSpPr>
        <p:spPr>
          <a:xfrm>
            <a:off x="1124712" y="4636008"/>
            <a:ext cx="197241" cy="230270"/>
          </a:xfrm>
          <a:custGeom>
            <a:avLst/>
            <a:gdLst/>
            <a:ahLst/>
            <a:cxnLst/>
            <a:rect l="0" t="0" r="r" b="b"/>
            <a:pathLst>
              <a:path w="21571" h="25183" fill="norm" stroke="1" extrusionOk="0">
                <a:moveTo>
                  <a:pt x="0" y="0"/>
                </a:moveTo>
                <a:lnTo>
                  <a:pt x="3419" y="25183"/>
                </a:lnTo>
                <a:lnTo>
                  <a:pt x="21571" y="13438"/>
                </a:lnTo>
                <a:close/>
              </a:path>
            </a:pathLst>
          </a:custGeom>
          <a:solidFill>
            <a:srgbClr val="000000"/>
          </a:solidFill>
          <a:ln w="9144" cap="rnd" cmpd="sng" algn="ctr">
            <a:solidFill>
              <a:srgbClr val="000000"/>
            </a:solidFill>
            <a:round/>
            <a:headEnd type="none"/>
            <a:tailEnd type="none"/>
          </a:ln>
        </p:spPr>
      </p:sp>
      <p:sp>
        <p:nvSpPr>
          <p:cNvPr id="1010" name="post-activation and feedback / 0994 to next internal tick"/>
          <p:cNvSpPr txBox="1"/>
          <p:nvPr/>
        </p:nvSpPr>
        <p:spPr>
          <a:xfrm>
            <a:off x="9930384" y="5221224"/>
            <a:ext cx="4352458" cy="444398"/>
          </a:xfrm>
          <a:prstGeom prst="rect">
            <a:avLst/>
          </a:prstGeom>
          <a:noFill/>
        </p:spPr>
        <p:txBody>
          <a:bodyPr wrap="none" lIns="0" rIns="0" tIns="0" bIns="0" anchor="t">
            <a:noAutofit/>
          </a:bodyPr>
          <a:lstStyle/>
          <a:p>
            <a:pPr>
              <a:spcBef>
                <a:spcPts val="0"/>
              </a:spcBef>
              <a:spcAft>
                <a:spcPts val="0"/>
              </a:spcAft>
            </a:pPr>
            <a:r>
              <a:rPr sz="2592" b="0" i="0" dirty="0" spc="576">
                <a:solidFill>
                  <a:srgbClr val="000000"/>
                </a:solidFill>
                <a:latin typeface="Lato Light"/>
                <a:ea typeface="Lato Light"/>
                <a:cs typeface="Lato Light"/>
              </a:rPr>
              <a:t>to next internal tick</a:t>
            </a:r>
          </a:p>
        </p:txBody>
      </p:sp>
      <p:sp>
        <p:nvSpPr>
          <p:cNvPr id="1011" name="post-activation and feedback / 0995 post activation to history"/>
          <p:cNvSpPr/>
          <p:nvPr/>
        </p:nvSpPr>
        <p:spPr>
          <a:xfrm>
            <a:off x="15819120" y="5705856"/>
            <a:ext cx="914" cy="877824"/>
          </a:xfrm>
          <a:custGeom>
            <a:avLst/>
            <a:gdLst/>
            <a:ahLst/>
            <a:cxnLst/>
            <a:rect l="0" t="0" r="r" b="b"/>
            <a:pathLst>
              <a:path w="100" h="96000" fill="none" stroke="1" extrusionOk="0">
                <a:moveTo>
                  <a:pt x="0" y="0"/>
                </a:moveTo>
                <a:lnTo>
                  <a:pt x="0" y="96000"/>
                </a:lnTo>
              </a:path>
            </a:pathLst>
          </a:custGeom>
          <a:noFill/>
          <a:ln w="36576" cap="rnd" cmpd="sng" algn="ctr">
            <a:solidFill>
              <a:srgbClr val="000000"/>
            </a:solidFill>
            <a:round/>
            <a:headEnd type="none"/>
            <a:tailEnd type="none"/>
          </a:ln>
        </p:spPr>
      </p:sp>
      <p:sp>
        <p:nvSpPr>
          <p:cNvPr id="1012" name="post-activation and feedback / 0996 post activation to history arrowhead"/>
          <p:cNvSpPr/>
          <p:nvPr/>
        </p:nvSpPr>
        <p:spPr>
          <a:xfrm>
            <a:off x="15724571" y="6382512"/>
            <a:ext cx="189098" cy="201168"/>
          </a:xfrm>
          <a:custGeom>
            <a:avLst/>
            <a:gdLst/>
            <a:ahLst/>
            <a:cxnLst/>
            <a:rect l="0" t="0" r="r" b="b"/>
            <a:pathLst>
              <a:path w="20680" h="22000" fill="norm" stroke="1" extrusionOk="0">
                <a:moveTo>
                  <a:pt x="10340" y="22000"/>
                </a:moveTo>
                <a:lnTo>
                  <a:pt x="20680" y="0"/>
                </a:lnTo>
                <a:lnTo>
                  <a:pt x="0" y="0"/>
                </a:lnTo>
                <a:close/>
              </a:path>
            </a:pathLst>
          </a:custGeom>
          <a:solidFill>
            <a:srgbClr val="000000"/>
          </a:solidFill>
          <a:ln w="9144" cap="rnd" cmpd="sng" algn="ctr">
            <a:solidFill>
              <a:srgbClr val="000000"/>
            </a:solidFill>
            <a:round/>
            <a:headEnd type="none"/>
            <a:tailEnd type="none"/>
          </a:ln>
        </p:spPr>
      </p:sp>
      <p:sp>
        <p:nvSpPr>
          <p:cNvPr id="1013" name="post-activation history / 0997 history stack top"/>
          <p:cNvSpPr/>
          <p:nvPr/>
        </p:nvSpPr>
        <p:spPr>
          <a:xfrm>
            <a:off x="15014448" y="6592824"/>
            <a:ext cx="1828800" cy="109728"/>
          </a:xfrm>
          <a:custGeom>
            <a:avLst/>
            <a:gdLst/>
            <a:ahLst/>
            <a:cxnLst/>
            <a:rect l="0" t="0" r="r" b="b"/>
            <a:pathLst>
              <a:path w="200000" h="12000" fill="norm" stroke="1" extrusionOk="0">
                <a:moveTo>
                  <a:pt x="54000" y="12000"/>
                </a:moveTo>
                <a:lnTo>
                  <a:pt x="0" y="0"/>
                </a:lnTo>
                <a:lnTo>
                  <a:pt x="140000" y="0"/>
                </a:lnTo>
                <a:lnTo>
                  <a:pt x="200000" y="8000"/>
                </a:lnTo>
                <a:close/>
              </a:path>
            </a:pathLst>
          </a:custGeom>
          <a:gradFill rotWithShape="1">
            <a:gsLst>
              <a:gs pos="0">
                <a:srgbClr val="DEDEDE"/>
              </a:gs>
              <a:gs pos="100000">
                <a:srgbClr val="BBBBBB"/>
              </a:gs>
            </a:gsLst>
            <a:lin ang="0" scaled="1"/>
            <a:tileRect/>
          </a:gradFill>
          <a:ln w="27432" cap="rnd" cmpd="sng" algn="ctr">
            <a:solidFill>
              <a:srgbClr val="000000"/>
            </a:solidFill>
            <a:round/>
            <a:headEnd type="none"/>
            <a:tailEnd type="none"/>
          </a:ln>
        </p:spPr>
      </p:sp>
      <p:sp>
        <p:nvSpPr>
          <p:cNvPr id="1014" name="post-activation history / 0998 stack side"/>
          <p:cNvSpPr/>
          <p:nvPr/>
        </p:nvSpPr>
        <p:spPr>
          <a:xfrm>
            <a:off x="15014448" y="6592824"/>
            <a:ext cx="493776" cy="4407408"/>
          </a:xfrm>
          <a:custGeom>
            <a:avLst/>
            <a:gdLst/>
            <a:ahLst/>
            <a:cxnLst/>
            <a:rect l="0" t="0" r="r" b="b"/>
            <a:pathLst>
              <a:path w="54000" h="482000" fill="norm" stroke="1" extrusionOk="0">
                <a:moveTo>
                  <a:pt x="54000" y="8000"/>
                </a:moveTo>
                <a:lnTo>
                  <a:pt x="0" y="0"/>
                </a:lnTo>
                <a:lnTo>
                  <a:pt x="0" y="482000"/>
                </a:lnTo>
                <a:lnTo>
                  <a:pt x="54000" y="482000"/>
                </a:lnTo>
                <a:close/>
              </a:path>
            </a:pathLst>
          </a:custGeom>
          <a:gradFill rotWithShape="1">
            <a:gsLst>
              <a:gs pos="0">
                <a:srgbClr val="DEDEDE"/>
              </a:gs>
              <a:gs pos="100000">
                <a:srgbClr val="BBBBBB"/>
              </a:gs>
            </a:gsLst>
            <a:lin ang="0" scaled="1"/>
            <a:tileRect/>
          </a:gradFill>
          <a:ln w="20117" cap="rnd" cmpd="sng" algn="ctr">
            <a:solidFill>
              <a:srgbClr val="000000"/>
            </a:solidFill>
            <a:round/>
            <a:headEnd type="none"/>
            <a:tailEnd type="none"/>
          </a:ln>
        </p:spPr>
      </p:sp>
      <p:sp>
        <p:nvSpPr>
          <p:cNvPr id="1015" name="post-activation history / 0999 activation stack"/>
          <p:cNvSpPr/>
          <p:nvPr/>
        </p:nvSpPr>
        <p:spPr>
          <a:xfrm>
            <a:off x="15508224" y="6665976"/>
            <a:ext cx="1335024" cy="4334256"/>
          </a:xfrm>
          <a:custGeom>
            <a:avLst/>
            <a:gdLst/>
            <a:ahLst/>
            <a:cxnLst/>
            <a:rect l="0" t="0" r="r" b="b"/>
            <a:pathLst>
              <a:path w="146000" h="474000" fill="norm" stroke="1" extrusionOk="0">
                <a:moveTo>
                  <a:pt x="0" y="0"/>
                </a:moveTo>
                <a:lnTo>
                  <a:pt x="146000" y="0"/>
                </a:lnTo>
                <a:lnTo>
                  <a:pt x="146000" y="474000"/>
                </a:lnTo>
                <a:lnTo>
                  <a:pt x="0" y="474000"/>
                </a:lnTo>
                <a:close/>
              </a:path>
            </a:pathLst>
          </a:custGeom>
          <a:gradFill rotWithShape="1">
            <a:gsLst>
              <a:gs pos="0">
                <a:srgbClr val="B2B2B2"/>
              </a:gs>
              <a:gs pos="100000">
                <a:srgbClr val="E4E4E4"/>
              </a:gs>
            </a:gsLst>
            <a:lin ang="5400000" scaled="1"/>
            <a:tileRect/>
          </a:gradFill>
          <a:ln w="33833" cap="rnd" cmpd="sng" algn="ctr">
            <a:solidFill>
              <a:srgbClr val="000000"/>
            </a:solidFill>
            <a:round/>
            <a:headEnd type="none"/>
            <a:tailEnd type="none"/>
          </a:ln>
        </p:spPr>
      </p:sp>
      <p:sp>
        <p:nvSpPr>
          <p:cNvPr id="1016" name="post-activation history / 1000 paper texture"/>
          <p:cNvSpPr/>
          <p:nvPr/>
        </p:nvSpPr>
        <p:spPr>
          <a:xfrm>
            <a:off x="15511663" y="6676540"/>
            <a:ext cx="1330416" cy="4317686"/>
          </a:xfrm>
          <a:custGeom>
            <a:avLst/>
            <a:gdLst/>
            <a:ahLst/>
            <a:cxnLst/>
            <a:rect l="0" t="0" r="r" b="b"/>
            <a:pathLst>
              <a:path w="145496" h="472188" fill="norm" stroke="1" extrusionOk="0">
                <a:moveTo>
                  <a:pt x="55110" y="108513"/>
                </a:moveTo>
                <a:lnTo>
                  <a:pt x="55767" y="110184"/>
                </a:lnTo>
                <a:lnTo>
                  <a:pt x="54781" y="109349"/>
                </a:lnTo>
                <a:close/>
                <a:moveTo>
                  <a:pt x="83269" y="324897"/>
                </a:moveTo>
                <a:lnTo>
                  <a:pt x="84642" y="325773"/>
                </a:lnTo>
                <a:lnTo>
                  <a:pt x="82583" y="325335"/>
                </a:lnTo>
                <a:close/>
                <a:moveTo>
                  <a:pt x="105246" y="271342"/>
                </a:moveTo>
                <a:lnTo>
                  <a:pt x="107041" y="272635"/>
                </a:lnTo>
                <a:lnTo>
                  <a:pt x="104348" y="271988"/>
                </a:lnTo>
                <a:close/>
                <a:moveTo>
                  <a:pt x="120643" y="206800"/>
                </a:moveTo>
                <a:lnTo>
                  <a:pt x="121280" y="207324"/>
                </a:lnTo>
                <a:lnTo>
                  <a:pt x="120325" y="207062"/>
                </a:lnTo>
                <a:close/>
                <a:moveTo>
                  <a:pt x="104037" y="78742"/>
                </a:moveTo>
                <a:lnTo>
                  <a:pt x="105598" y="79973"/>
                </a:lnTo>
                <a:lnTo>
                  <a:pt x="103257" y="79358"/>
                </a:lnTo>
                <a:close/>
                <a:moveTo>
                  <a:pt x="9132" y="369257"/>
                </a:moveTo>
                <a:lnTo>
                  <a:pt x="9543" y="370857"/>
                </a:lnTo>
                <a:lnTo>
                  <a:pt x="8927" y="370057"/>
                </a:lnTo>
                <a:close/>
                <a:moveTo>
                  <a:pt x="120893" y="101521"/>
                </a:moveTo>
                <a:lnTo>
                  <a:pt x="122587" y="102920"/>
                </a:lnTo>
                <a:lnTo>
                  <a:pt x="120047" y="102220"/>
                </a:lnTo>
                <a:close/>
                <a:moveTo>
                  <a:pt x="18499" y="315392"/>
                </a:moveTo>
                <a:lnTo>
                  <a:pt x="19078" y="317062"/>
                </a:lnTo>
                <a:lnTo>
                  <a:pt x="18210" y="316227"/>
                </a:lnTo>
                <a:close/>
                <a:moveTo>
                  <a:pt x="99130" y="461427"/>
                </a:moveTo>
                <a:lnTo>
                  <a:pt x="99579" y="462204"/>
                </a:lnTo>
                <a:lnTo>
                  <a:pt x="98905" y="461815"/>
                </a:lnTo>
                <a:close/>
                <a:moveTo>
                  <a:pt x="89270" y="286310"/>
                </a:moveTo>
                <a:lnTo>
                  <a:pt x="89956" y="287942"/>
                </a:lnTo>
                <a:lnTo>
                  <a:pt x="88926" y="287126"/>
                </a:lnTo>
                <a:close/>
                <a:moveTo>
                  <a:pt x="121677" y="141812"/>
                </a:moveTo>
                <a:lnTo>
                  <a:pt x="122297" y="143113"/>
                </a:lnTo>
                <a:lnTo>
                  <a:pt x="121367" y="142463"/>
                </a:lnTo>
                <a:close/>
                <a:moveTo>
                  <a:pt x="58852" y="312278"/>
                </a:moveTo>
                <a:lnTo>
                  <a:pt x="60115" y="313170"/>
                </a:lnTo>
                <a:lnTo>
                  <a:pt x="58221" y="312724"/>
                </a:lnTo>
                <a:close/>
                <a:moveTo>
                  <a:pt x="3722" y="63406"/>
                </a:moveTo>
                <a:lnTo>
                  <a:pt x="4920" y="64798"/>
                </a:lnTo>
                <a:lnTo>
                  <a:pt x="3123" y="64102"/>
                </a:lnTo>
                <a:close/>
                <a:moveTo>
                  <a:pt x="61494" y="350477"/>
                </a:moveTo>
                <a:lnTo>
                  <a:pt x="62842" y="352097"/>
                </a:lnTo>
                <a:lnTo>
                  <a:pt x="60820" y="351287"/>
                </a:lnTo>
                <a:close/>
                <a:moveTo>
                  <a:pt x="94306" y="151446"/>
                </a:moveTo>
                <a:lnTo>
                  <a:pt x="94913" y="151844"/>
                </a:lnTo>
                <a:lnTo>
                  <a:pt x="94002" y="151645"/>
                </a:lnTo>
                <a:close/>
                <a:moveTo>
                  <a:pt x="6286" y="406075"/>
                </a:moveTo>
                <a:lnTo>
                  <a:pt x="8254" y="407502"/>
                </a:lnTo>
                <a:lnTo>
                  <a:pt x="5302" y="406788"/>
                </a:lnTo>
                <a:close/>
                <a:moveTo>
                  <a:pt x="16258" y="310943"/>
                </a:moveTo>
                <a:lnTo>
                  <a:pt x="16844" y="312576"/>
                </a:lnTo>
                <a:lnTo>
                  <a:pt x="15965" y="311760"/>
                </a:lnTo>
                <a:close/>
                <a:moveTo>
                  <a:pt x="94352" y="352915"/>
                </a:moveTo>
                <a:lnTo>
                  <a:pt x="95828" y="353842"/>
                </a:lnTo>
                <a:lnTo>
                  <a:pt x="93613" y="353378"/>
                </a:lnTo>
                <a:close/>
                <a:moveTo>
                  <a:pt x="121945" y="452795"/>
                </a:moveTo>
                <a:lnTo>
                  <a:pt x="122743" y="453751"/>
                </a:lnTo>
                <a:lnTo>
                  <a:pt x="121547" y="453273"/>
                </a:lnTo>
                <a:close/>
                <a:moveTo>
                  <a:pt x="105503" y="320103"/>
                </a:moveTo>
                <a:lnTo>
                  <a:pt x="106613" y="321078"/>
                </a:lnTo>
                <a:lnTo>
                  <a:pt x="104948" y="320590"/>
                </a:lnTo>
                <a:close/>
                <a:moveTo>
                  <a:pt x="138995" y="129813"/>
                </a:moveTo>
                <a:lnTo>
                  <a:pt x="139736" y="131143"/>
                </a:lnTo>
                <a:lnTo>
                  <a:pt x="138624" y="130478"/>
                </a:lnTo>
                <a:close/>
                <a:moveTo>
                  <a:pt x="40229" y="422544"/>
                </a:moveTo>
                <a:lnTo>
                  <a:pt x="41182" y="424230"/>
                </a:lnTo>
                <a:lnTo>
                  <a:pt x="39753" y="423387"/>
                </a:lnTo>
                <a:close/>
                <a:moveTo>
                  <a:pt x="54937" y="416735"/>
                </a:moveTo>
                <a:lnTo>
                  <a:pt x="56677" y="418133"/>
                </a:lnTo>
                <a:lnTo>
                  <a:pt x="54067" y="417434"/>
                </a:lnTo>
                <a:close/>
                <a:moveTo>
                  <a:pt x="31271" y="77208"/>
                </a:moveTo>
                <a:lnTo>
                  <a:pt x="31678" y="77779"/>
                </a:lnTo>
                <a:lnTo>
                  <a:pt x="31067" y="77493"/>
                </a:lnTo>
                <a:close/>
                <a:moveTo>
                  <a:pt x="95941" y="30161"/>
                </a:moveTo>
                <a:lnTo>
                  <a:pt x="96730" y="31312"/>
                </a:lnTo>
                <a:lnTo>
                  <a:pt x="95547" y="30736"/>
                </a:lnTo>
                <a:close/>
                <a:moveTo>
                  <a:pt x="22810" y="154837"/>
                </a:moveTo>
                <a:lnTo>
                  <a:pt x="23583" y="156151"/>
                </a:lnTo>
                <a:lnTo>
                  <a:pt x="22424" y="155494"/>
                </a:lnTo>
                <a:close/>
                <a:moveTo>
                  <a:pt x="17572" y="469678"/>
                </a:moveTo>
                <a:lnTo>
                  <a:pt x="19029" y="471047"/>
                </a:lnTo>
                <a:lnTo>
                  <a:pt x="16843" y="470363"/>
                </a:lnTo>
                <a:close/>
                <a:moveTo>
                  <a:pt x="79639" y="234317"/>
                </a:moveTo>
                <a:lnTo>
                  <a:pt x="81785" y="235958"/>
                </a:lnTo>
                <a:lnTo>
                  <a:pt x="78566" y="235138"/>
                </a:lnTo>
                <a:close/>
                <a:moveTo>
                  <a:pt x="118162" y="13901"/>
                </a:moveTo>
                <a:lnTo>
                  <a:pt x="119603" y="15614"/>
                </a:lnTo>
                <a:lnTo>
                  <a:pt x="117442" y="14757"/>
                </a:lnTo>
                <a:close/>
                <a:moveTo>
                  <a:pt x="91902" y="241462"/>
                </a:moveTo>
                <a:lnTo>
                  <a:pt x="93454" y="242027"/>
                </a:lnTo>
                <a:lnTo>
                  <a:pt x="91126" y="241745"/>
                </a:lnTo>
                <a:close/>
                <a:moveTo>
                  <a:pt x="104684" y="368970"/>
                </a:moveTo>
                <a:lnTo>
                  <a:pt x="105167" y="370035"/>
                </a:lnTo>
                <a:lnTo>
                  <a:pt x="104443" y="369503"/>
                </a:lnTo>
                <a:close/>
                <a:moveTo>
                  <a:pt x="85742" y="165645"/>
                </a:moveTo>
                <a:lnTo>
                  <a:pt x="87353" y="167328"/>
                </a:lnTo>
                <a:lnTo>
                  <a:pt x="84936" y="166486"/>
                </a:lnTo>
                <a:close/>
                <a:moveTo>
                  <a:pt x="130210" y="144804"/>
                </a:moveTo>
                <a:lnTo>
                  <a:pt x="130841" y="146385"/>
                </a:lnTo>
                <a:lnTo>
                  <a:pt x="129895" y="145594"/>
                </a:lnTo>
                <a:close/>
                <a:moveTo>
                  <a:pt x="88135" y="390547"/>
                </a:moveTo>
                <a:lnTo>
                  <a:pt x="90092" y="391267"/>
                </a:lnTo>
                <a:lnTo>
                  <a:pt x="87156" y="390907"/>
                </a:lnTo>
                <a:close/>
                <a:moveTo>
                  <a:pt x="84621" y="142664"/>
                </a:moveTo>
                <a:lnTo>
                  <a:pt x="86446" y="144001"/>
                </a:lnTo>
                <a:lnTo>
                  <a:pt x="83708" y="143333"/>
                </a:lnTo>
                <a:close/>
                <a:moveTo>
                  <a:pt x="34808" y="235407"/>
                </a:moveTo>
                <a:lnTo>
                  <a:pt x="36257" y="236057"/>
                </a:lnTo>
                <a:lnTo>
                  <a:pt x="34083" y="235732"/>
                </a:lnTo>
                <a:close/>
                <a:moveTo>
                  <a:pt x="26720" y="223210"/>
                </a:moveTo>
                <a:lnTo>
                  <a:pt x="27204" y="224253"/>
                </a:lnTo>
                <a:lnTo>
                  <a:pt x="26478" y="223732"/>
                </a:lnTo>
                <a:close/>
                <a:moveTo>
                  <a:pt x="135041" y="388885"/>
                </a:moveTo>
                <a:lnTo>
                  <a:pt x="135491" y="390424"/>
                </a:lnTo>
                <a:lnTo>
                  <a:pt x="134816" y="389655"/>
                </a:lnTo>
                <a:close/>
                <a:moveTo>
                  <a:pt x="103077" y="333396"/>
                </a:moveTo>
                <a:lnTo>
                  <a:pt x="103476" y="334835"/>
                </a:lnTo>
                <a:lnTo>
                  <a:pt x="102877" y="334116"/>
                </a:lnTo>
                <a:close/>
                <a:moveTo>
                  <a:pt x="28571" y="378078"/>
                </a:moveTo>
                <a:lnTo>
                  <a:pt x="29517" y="378928"/>
                </a:lnTo>
                <a:lnTo>
                  <a:pt x="28098" y="378503"/>
                </a:lnTo>
                <a:close/>
                <a:moveTo>
                  <a:pt x="25257" y="408478"/>
                </a:moveTo>
                <a:lnTo>
                  <a:pt x="26017" y="410087"/>
                </a:lnTo>
                <a:lnTo>
                  <a:pt x="24877" y="409283"/>
                </a:lnTo>
                <a:close/>
                <a:moveTo>
                  <a:pt x="74099" y="69786"/>
                </a:moveTo>
                <a:lnTo>
                  <a:pt x="75661" y="70882"/>
                </a:lnTo>
                <a:lnTo>
                  <a:pt x="73318" y="70334"/>
                </a:lnTo>
                <a:close/>
                <a:moveTo>
                  <a:pt x="4490" y="387755"/>
                </a:moveTo>
                <a:lnTo>
                  <a:pt x="5341" y="388091"/>
                </a:lnTo>
                <a:lnTo>
                  <a:pt x="4064" y="387923"/>
                </a:lnTo>
                <a:close/>
                <a:moveTo>
                  <a:pt x="110214" y="342287"/>
                </a:moveTo>
                <a:lnTo>
                  <a:pt x="111277" y="342866"/>
                </a:lnTo>
                <a:lnTo>
                  <a:pt x="109682" y="342577"/>
                </a:lnTo>
                <a:close/>
                <a:moveTo>
                  <a:pt x="75976" y="276052"/>
                </a:moveTo>
                <a:lnTo>
                  <a:pt x="77602" y="277086"/>
                </a:lnTo>
                <a:lnTo>
                  <a:pt x="75164" y="276569"/>
                </a:lnTo>
                <a:close/>
                <a:moveTo>
                  <a:pt x="81825" y="339333"/>
                </a:moveTo>
                <a:lnTo>
                  <a:pt x="82526" y="339904"/>
                </a:lnTo>
                <a:lnTo>
                  <a:pt x="81474" y="339618"/>
                </a:lnTo>
                <a:close/>
                <a:moveTo>
                  <a:pt x="69901" y="355042"/>
                </a:moveTo>
                <a:lnTo>
                  <a:pt x="71736" y="356622"/>
                </a:lnTo>
                <a:lnTo>
                  <a:pt x="68984" y="355832"/>
                </a:lnTo>
                <a:close/>
                <a:moveTo>
                  <a:pt x="63393" y="335993"/>
                </a:moveTo>
                <a:lnTo>
                  <a:pt x="63939" y="336876"/>
                </a:lnTo>
                <a:lnTo>
                  <a:pt x="63120" y="336435"/>
                </a:lnTo>
                <a:close/>
                <a:moveTo>
                  <a:pt x="10176" y="393268"/>
                </a:moveTo>
                <a:lnTo>
                  <a:pt x="12375" y="394572"/>
                </a:lnTo>
                <a:lnTo>
                  <a:pt x="9076" y="393920"/>
                </a:lnTo>
                <a:close/>
                <a:moveTo>
                  <a:pt x="108225" y="175165"/>
                </a:moveTo>
                <a:lnTo>
                  <a:pt x="110045" y="175593"/>
                </a:lnTo>
                <a:lnTo>
                  <a:pt x="107315" y="175379"/>
                </a:lnTo>
                <a:close/>
                <a:moveTo>
                  <a:pt x="53623" y="165079"/>
                </a:moveTo>
                <a:lnTo>
                  <a:pt x="55571" y="165639"/>
                </a:lnTo>
                <a:lnTo>
                  <a:pt x="52649" y="165359"/>
                </a:lnTo>
                <a:close/>
                <a:moveTo>
                  <a:pt x="23380" y="41947"/>
                </a:moveTo>
                <a:lnTo>
                  <a:pt x="25290" y="42720"/>
                </a:lnTo>
                <a:lnTo>
                  <a:pt x="22426" y="42334"/>
                </a:lnTo>
                <a:close/>
                <a:moveTo>
                  <a:pt x="129765" y="147267"/>
                </a:moveTo>
                <a:lnTo>
                  <a:pt x="131663" y="147860"/>
                </a:lnTo>
                <a:lnTo>
                  <a:pt x="128816" y="147563"/>
                </a:lnTo>
                <a:close/>
                <a:moveTo>
                  <a:pt x="129680" y="458439"/>
                </a:moveTo>
                <a:lnTo>
                  <a:pt x="131655" y="459777"/>
                </a:lnTo>
                <a:lnTo>
                  <a:pt x="128693" y="459108"/>
                </a:lnTo>
                <a:close/>
                <a:moveTo>
                  <a:pt x="128803" y="430492"/>
                </a:moveTo>
                <a:lnTo>
                  <a:pt x="130936" y="431206"/>
                </a:lnTo>
                <a:lnTo>
                  <a:pt x="127736" y="430849"/>
                </a:lnTo>
                <a:close/>
                <a:moveTo>
                  <a:pt x="122158" y="367068"/>
                </a:moveTo>
                <a:lnTo>
                  <a:pt x="123148" y="367620"/>
                </a:lnTo>
                <a:lnTo>
                  <a:pt x="121663" y="367344"/>
                </a:lnTo>
                <a:close/>
                <a:moveTo>
                  <a:pt x="129273" y="222335"/>
                </a:moveTo>
                <a:lnTo>
                  <a:pt x="130603" y="223965"/>
                </a:lnTo>
                <a:lnTo>
                  <a:pt x="128607" y="223150"/>
                </a:lnTo>
                <a:close/>
                <a:moveTo>
                  <a:pt x="69814" y="118772"/>
                </a:moveTo>
                <a:lnTo>
                  <a:pt x="71433" y="119870"/>
                </a:lnTo>
                <a:lnTo>
                  <a:pt x="69004" y="119321"/>
                </a:lnTo>
                <a:close/>
                <a:moveTo>
                  <a:pt x="39577" y="325798"/>
                </a:moveTo>
                <a:lnTo>
                  <a:pt x="41599" y="326467"/>
                </a:lnTo>
                <a:lnTo>
                  <a:pt x="38565" y="326133"/>
                </a:lnTo>
                <a:close/>
                <a:moveTo>
                  <a:pt x="116846" y="354821"/>
                </a:moveTo>
                <a:lnTo>
                  <a:pt x="118163" y="355411"/>
                </a:lnTo>
                <a:lnTo>
                  <a:pt x="116188" y="355116"/>
                </a:lnTo>
                <a:close/>
                <a:moveTo>
                  <a:pt x="95708" y="132389"/>
                </a:moveTo>
                <a:lnTo>
                  <a:pt x="96522" y="133969"/>
                </a:lnTo>
                <a:lnTo>
                  <a:pt x="95301" y="133179"/>
                </a:lnTo>
                <a:close/>
                <a:moveTo>
                  <a:pt x="39319" y="43398"/>
                </a:moveTo>
                <a:lnTo>
                  <a:pt x="41233" y="45191"/>
                </a:lnTo>
                <a:lnTo>
                  <a:pt x="38362" y="44295"/>
                </a:lnTo>
                <a:close/>
                <a:moveTo>
                  <a:pt x="44291" y="190586"/>
                </a:moveTo>
                <a:lnTo>
                  <a:pt x="45649" y="192015"/>
                </a:lnTo>
                <a:lnTo>
                  <a:pt x="43613" y="191301"/>
                </a:lnTo>
                <a:close/>
                <a:moveTo>
                  <a:pt x="2370" y="305031"/>
                </a:moveTo>
                <a:lnTo>
                  <a:pt x="3152" y="306724"/>
                </a:lnTo>
                <a:lnTo>
                  <a:pt x="1979" y="305877"/>
                </a:lnTo>
                <a:close/>
                <a:moveTo>
                  <a:pt x="59918" y="444587"/>
                </a:moveTo>
                <a:lnTo>
                  <a:pt x="61101" y="445869"/>
                </a:lnTo>
                <a:lnTo>
                  <a:pt x="59327" y="445228"/>
                </a:lnTo>
                <a:close/>
                <a:moveTo>
                  <a:pt x="6041" y="95310"/>
                </a:moveTo>
                <a:lnTo>
                  <a:pt x="6939" y="96163"/>
                </a:lnTo>
                <a:lnTo>
                  <a:pt x="5592" y="95737"/>
                </a:lnTo>
                <a:close/>
                <a:moveTo>
                  <a:pt x="25373" y="198168"/>
                </a:moveTo>
                <a:lnTo>
                  <a:pt x="25886" y="199317"/>
                </a:lnTo>
                <a:lnTo>
                  <a:pt x="25117" y="198743"/>
                </a:lnTo>
                <a:close/>
                <a:moveTo>
                  <a:pt x="138324" y="403581"/>
                </a:moveTo>
                <a:lnTo>
                  <a:pt x="139825" y="405354"/>
                </a:lnTo>
                <a:lnTo>
                  <a:pt x="137574" y="404467"/>
                </a:lnTo>
                <a:close/>
                <a:moveTo>
                  <a:pt x="104802" y="298563"/>
                </a:moveTo>
                <a:lnTo>
                  <a:pt x="105998" y="298987"/>
                </a:lnTo>
                <a:lnTo>
                  <a:pt x="104204" y="298775"/>
                </a:lnTo>
                <a:close/>
                <a:moveTo>
                  <a:pt x="128352" y="421954"/>
                </a:moveTo>
                <a:lnTo>
                  <a:pt x="130191" y="423288"/>
                </a:lnTo>
                <a:lnTo>
                  <a:pt x="127433" y="422621"/>
                </a:lnTo>
                <a:close/>
                <a:moveTo>
                  <a:pt x="116838" y="451334"/>
                </a:moveTo>
                <a:lnTo>
                  <a:pt x="118986" y="452789"/>
                </a:lnTo>
                <a:lnTo>
                  <a:pt x="115764" y="452061"/>
                </a:lnTo>
                <a:close/>
                <a:moveTo>
                  <a:pt x="2951" y="446039"/>
                </a:moveTo>
                <a:lnTo>
                  <a:pt x="4351" y="447017"/>
                </a:lnTo>
                <a:lnTo>
                  <a:pt x="2251" y="446528"/>
                </a:lnTo>
                <a:close/>
                <a:moveTo>
                  <a:pt x="62255" y="127213"/>
                </a:moveTo>
                <a:lnTo>
                  <a:pt x="62668" y="128441"/>
                </a:lnTo>
                <a:lnTo>
                  <a:pt x="62049" y="127827"/>
                </a:lnTo>
                <a:close/>
                <a:moveTo>
                  <a:pt x="88930" y="40545"/>
                </a:moveTo>
                <a:lnTo>
                  <a:pt x="90988" y="42200"/>
                </a:lnTo>
                <a:lnTo>
                  <a:pt x="87902" y="41373"/>
                </a:lnTo>
                <a:close/>
                <a:moveTo>
                  <a:pt x="124276" y="252960"/>
                </a:moveTo>
                <a:lnTo>
                  <a:pt x="125338" y="253966"/>
                </a:lnTo>
                <a:lnTo>
                  <a:pt x="123745" y="253463"/>
                </a:lnTo>
                <a:close/>
                <a:moveTo>
                  <a:pt x="53619" y="449909"/>
                </a:moveTo>
                <a:lnTo>
                  <a:pt x="55670" y="451557"/>
                </a:lnTo>
                <a:lnTo>
                  <a:pt x="52594" y="450733"/>
                </a:lnTo>
                <a:close/>
                <a:moveTo>
                  <a:pt x="74953" y="240531"/>
                </a:moveTo>
                <a:lnTo>
                  <a:pt x="76574" y="241264"/>
                </a:lnTo>
                <a:lnTo>
                  <a:pt x="74142" y="240898"/>
                </a:lnTo>
                <a:close/>
                <a:moveTo>
                  <a:pt x="26953" y="463746"/>
                </a:moveTo>
                <a:lnTo>
                  <a:pt x="27802" y="464451"/>
                </a:lnTo>
                <a:lnTo>
                  <a:pt x="26529" y="464099"/>
                </a:lnTo>
                <a:close/>
                <a:moveTo>
                  <a:pt x="71025" y="41421"/>
                </a:moveTo>
                <a:lnTo>
                  <a:pt x="72344" y="41961"/>
                </a:lnTo>
                <a:lnTo>
                  <a:pt x="70365" y="41691"/>
                </a:lnTo>
                <a:close/>
                <a:moveTo>
                  <a:pt x="119189" y="38406"/>
                </a:moveTo>
                <a:lnTo>
                  <a:pt x="121023" y="39109"/>
                </a:lnTo>
                <a:lnTo>
                  <a:pt x="118272" y="38758"/>
                </a:lnTo>
                <a:close/>
                <a:moveTo>
                  <a:pt x="113310" y="376981"/>
                </a:moveTo>
                <a:lnTo>
                  <a:pt x="115427" y="377543"/>
                </a:lnTo>
                <a:lnTo>
                  <a:pt x="112251" y="377262"/>
                </a:lnTo>
                <a:close/>
                <a:moveTo>
                  <a:pt x="141433" y="69556"/>
                </a:moveTo>
                <a:lnTo>
                  <a:pt x="142433" y="69867"/>
                </a:lnTo>
                <a:lnTo>
                  <a:pt x="140933" y="69711"/>
                </a:lnTo>
                <a:close/>
                <a:moveTo>
                  <a:pt x="71265" y="38451"/>
                </a:moveTo>
                <a:lnTo>
                  <a:pt x="72642" y="40151"/>
                </a:lnTo>
                <a:lnTo>
                  <a:pt x="70576" y="39301"/>
                </a:lnTo>
                <a:close/>
                <a:moveTo>
                  <a:pt x="112410" y="304928"/>
                </a:moveTo>
                <a:lnTo>
                  <a:pt x="112928" y="306708"/>
                </a:lnTo>
                <a:lnTo>
                  <a:pt x="112151" y="305818"/>
                </a:lnTo>
                <a:close/>
                <a:moveTo>
                  <a:pt x="52785" y="447040"/>
                </a:moveTo>
                <a:lnTo>
                  <a:pt x="53404" y="447789"/>
                </a:lnTo>
                <a:lnTo>
                  <a:pt x="52475" y="447414"/>
                </a:lnTo>
                <a:close/>
                <a:moveTo>
                  <a:pt x="136148" y="351676"/>
                </a:moveTo>
                <a:lnTo>
                  <a:pt x="136842" y="352663"/>
                </a:lnTo>
                <a:lnTo>
                  <a:pt x="135800" y="352170"/>
                </a:lnTo>
                <a:close/>
                <a:moveTo>
                  <a:pt x="78183" y="118471"/>
                </a:moveTo>
                <a:lnTo>
                  <a:pt x="78937" y="118897"/>
                </a:lnTo>
                <a:lnTo>
                  <a:pt x="77805" y="118684"/>
                </a:lnTo>
                <a:close/>
                <a:moveTo>
                  <a:pt x="73475" y="195715"/>
                </a:moveTo>
                <a:lnTo>
                  <a:pt x="74472" y="196734"/>
                </a:lnTo>
                <a:lnTo>
                  <a:pt x="72976" y="196224"/>
                </a:lnTo>
                <a:close/>
                <a:moveTo>
                  <a:pt x="50185" y="181801"/>
                </a:moveTo>
                <a:lnTo>
                  <a:pt x="51948" y="182323"/>
                </a:lnTo>
                <a:lnTo>
                  <a:pt x="49304" y="182062"/>
                </a:lnTo>
                <a:close/>
                <a:moveTo>
                  <a:pt x="14274" y="210352"/>
                </a:moveTo>
                <a:lnTo>
                  <a:pt x="15159" y="211364"/>
                </a:lnTo>
                <a:lnTo>
                  <a:pt x="13831" y="210858"/>
                </a:lnTo>
                <a:close/>
                <a:moveTo>
                  <a:pt x="123566" y="445520"/>
                </a:moveTo>
                <a:lnTo>
                  <a:pt x="125427" y="447201"/>
                </a:lnTo>
                <a:lnTo>
                  <a:pt x="122636" y="446361"/>
                </a:lnTo>
                <a:close/>
                <a:moveTo>
                  <a:pt x="33605" y="162934"/>
                </a:moveTo>
                <a:lnTo>
                  <a:pt x="34162" y="163668"/>
                </a:lnTo>
                <a:lnTo>
                  <a:pt x="33327" y="163301"/>
                </a:lnTo>
                <a:close/>
                <a:moveTo>
                  <a:pt x="37892" y="112799"/>
                </a:moveTo>
                <a:lnTo>
                  <a:pt x="38859" y="114510"/>
                </a:lnTo>
                <a:lnTo>
                  <a:pt x="37409" y="113655"/>
                </a:lnTo>
                <a:close/>
                <a:moveTo>
                  <a:pt x="74302" y="423600"/>
                </a:moveTo>
                <a:lnTo>
                  <a:pt x="75628" y="425023"/>
                </a:lnTo>
                <a:lnTo>
                  <a:pt x="73640" y="424311"/>
                </a:lnTo>
                <a:close/>
                <a:moveTo>
                  <a:pt x="96440" y="278946"/>
                </a:moveTo>
                <a:lnTo>
                  <a:pt x="98500" y="280137"/>
                </a:lnTo>
                <a:lnTo>
                  <a:pt x="95410" y="279541"/>
                </a:lnTo>
                <a:close/>
                <a:moveTo>
                  <a:pt x="72627" y="107898"/>
                </a:moveTo>
                <a:lnTo>
                  <a:pt x="73160" y="108842"/>
                </a:lnTo>
                <a:lnTo>
                  <a:pt x="72361" y="108370"/>
                </a:lnTo>
                <a:close/>
                <a:moveTo>
                  <a:pt x="58710" y="61335"/>
                </a:moveTo>
                <a:lnTo>
                  <a:pt x="60822" y="61662"/>
                </a:lnTo>
                <a:lnTo>
                  <a:pt x="57654" y="61499"/>
                </a:lnTo>
                <a:close/>
                <a:moveTo>
                  <a:pt x="63742" y="116017"/>
                </a:moveTo>
                <a:lnTo>
                  <a:pt x="64847" y="117572"/>
                </a:lnTo>
                <a:lnTo>
                  <a:pt x="63189" y="116795"/>
                </a:lnTo>
                <a:close/>
                <a:moveTo>
                  <a:pt x="138451" y="187549"/>
                </a:moveTo>
                <a:lnTo>
                  <a:pt x="140119" y="189187"/>
                </a:lnTo>
                <a:lnTo>
                  <a:pt x="137618" y="188368"/>
                </a:lnTo>
                <a:close/>
                <a:moveTo>
                  <a:pt x="42125" y="186698"/>
                </a:moveTo>
                <a:lnTo>
                  <a:pt x="43277" y="188254"/>
                </a:lnTo>
                <a:lnTo>
                  <a:pt x="41549" y="187476"/>
                </a:lnTo>
                <a:close/>
                <a:moveTo>
                  <a:pt x="43985" y="422119"/>
                </a:moveTo>
                <a:lnTo>
                  <a:pt x="44678" y="423441"/>
                </a:lnTo>
                <a:lnTo>
                  <a:pt x="43639" y="422780"/>
                </a:lnTo>
                <a:close/>
                <a:moveTo>
                  <a:pt x="90834" y="15840"/>
                </a:moveTo>
                <a:lnTo>
                  <a:pt x="91790" y="17393"/>
                </a:lnTo>
                <a:lnTo>
                  <a:pt x="90356" y="16616"/>
                </a:lnTo>
                <a:close/>
                <a:moveTo>
                  <a:pt x="58092" y="26789"/>
                </a:moveTo>
                <a:lnTo>
                  <a:pt x="59312" y="27901"/>
                </a:lnTo>
                <a:lnTo>
                  <a:pt x="57482" y="27345"/>
                </a:lnTo>
                <a:close/>
                <a:moveTo>
                  <a:pt x="67761" y="198149"/>
                </a:moveTo>
                <a:lnTo>
                  <a:pt x="69847" y="199455"/>
                </a:lnTo>
                <a:lnTo>
                  <a:pt x="66718" y="198802"/>
                </a:lnTo>
                <a:close/>
                <a:moveTo>
                  <a:pt x="64136" y="210310"/>
                </a:moveTo>
                <a:lnTo>
                  <a:pt x="65910" y="210967"/>
                </a:lnTo>
                <a:lnTo>
                  <a:pt x="63249" y="210638"/>
                </a:lnTo>
                <a:close/>
                <a:moveTo>
                  <a:pt x="69555" y="357981"/>
                </a:moveTo>
                <a:lnTo>
                  <a:pt x="70072" y="358503"/>
                </a:lnTo>
                <a:lnTo>
                  <a:pt x="69296" y="358242"/>
                </a:lnTo>
                <a:close/>
                <a:moveTo>
                  <a:pt x="7887" y="315320"/>
                </a:moveTo>
                <a:lnTo>
                  <a:pt x="9717" y="316613"/>
                </a:lnTo>
                <a:lnTo>
                  <a:pt x="6972" y="315966"/>
                </a:lnTo>
                <a:close/>
                <a:moveTo>
                  <a:pt x="89277" y="14790"/>
                </a:moveTo>
                <a:lnTo>
                  <a:pt x="90300" y="15783"/>
                </a:lnTo>
                <a:lnTo>
                  <a:pt x="88765" y="15287"/>
                </a:lnTo>
                <a:close/>
                <a:moveTo>
                  <a:pt x="48785" y="117746"/>
                </a:moveTo>
                <a:lnTo>
                  <a:pt x="49822" y="118387"/>
                </a:lnTo>
                <a:lnTo>
                  <a:pt x="48266" y="118066"/>
                </a:lnTo>
                <a:close/>
                <a:moveTo>
                  <a:pt x="10637" y="268856"/>
                </a:moveTo>
                <a:lnTo>
                  <a:pt x="11032" y="269806"/>
                </a:lnTo>
                <a:lnTo>
                  <a:pt x="10439" y="269331"/>
                </a:lnTo>
                <a:close/>
                <a:moveTo>
                  <a:pt x="58057" y="381511"/>
                </a:moveTo>
                <a:lnTo>
                  <a:pt x="59714" y="382499"/>
                </a:lnTo>
                <a:lnTo>
                  <a:pt x="57229" y="382005"/>
                </a:lnTo>
                <a:close/>
                <a:moveTo>
                  <a:pt x="1495" y="335073"/>
                </a:moveTo>
                <a:lnTo>
                  <a:pt x="3184" y="336329"/>
                </a:lnTo>
                <a:lnTo>
                  <a:pt x="651" y="335701"/>
                </a:lnTo>
                <a:close/>
                <a:moveTo>
                  <a:pt x="142279" y="231498"/>
                </a:moveTo>
                <a:lnTo>
                  <a:pt x="143361" y="232600"/>
                </a:lnTo>
                <a:lnTo>
                  <a:pt x="141738" y="232049"/>
                </a:lnTo>
                <a:close/>
                <a:moveTo>
                  <a:pt x="15603" y="294939"/>
                </a:moveTo>
                <a:lnTo>
                  <a:pt x="16197" y="296243"/>
                </a:lnTo>
                <a:lnTo>
                  <a:pt x="15306" y="295591"/>
                </a:lnTo>
                <a:close/>
                <a:moveTo>
                  <a:pt x="88123" y="322383"/>
                </a:moveTo>
                <a:lnTo>
                  <a:pt x="88815" y="323752"/>
                </a:lnTo>
                <a:lnTo>
                  <a:pt x="87778" y="323068"/>
                </a:lnTo>
                <a:close/>
                <a:moveTo>
                  <a:pt x="135477" y="464103"/>
                </a:moveTo>
                <a:lnTo>
                  <a:pt x="137243" y="464639"/>
                </a:lnTo>
                <a:lnTo>
                  <a:pt x="134594" y="464371"/>
                </a:lnTo>
                <a:close/>
                <a:moveTo>
                  <a:pt x="111339" y="83329"/>
                </a:moveTo>
                <a:lnTo>
                  <a:pt x="113502" y="83677"/>
                </a:lnTo>
                <a:lnTo>
                  <a:pt x="110258" y="83503"/>
                </a:lnTo>
                <a:close/>
                <a:moveTo>
                  <a:pt x="3017" y="189125"/>
                </a:moveTo>
                <a:lnTo>
                  <a:pt x="3511" y="190854"/>
                </a:lnTo>
                <a:lnTo>
                  <a:pt x="2770" y="189989"/>
                </a:lnTo>
                <a:close/>
                <a:moveTo>
                  <a:pt x="133661" y="122146"/>
                </a:moveTo>
                <a:lnTo>
                  <a:pt x="135620" y="122971"/>
                </a:lnTo>
                <a:lnTo>
                  <a:pt x="132682" y="122558"/>
                </a:lnTo>
                <a:close/>
                <a:moveTo>
                  <a:pt x="117618" y="58523"/>
                </a:moveTo>
                <a:lnTo>
                  <a:pt x="119708" y="59492"/>
                </a:lnTo>
                <a:lnTo>
                  <a:pt x="116573" y="59007"/>
                </a:lnTo>
                <a:close/>
                <a:moveTo>
                  <a:pt x="34368" y="209415"/>
                </a:moveTo>
                <a:lnTo>
                  <a:pt x="34721" y="209771"/>
                </a:lnTo>
                <a:lnTo>
                  <a:pt x="34192" y="209593"/>
                </a:lnTo>
                <a:close/>
                <a:moveTo>
                  <a:pt x="68514" y="280639"/>
                </a:moveTo>
                <a:lnTo>
                  <a:pt x="70708" y="281721"/>
                </a:lnTo>
                <a:lnTo>
                  <a:pt x="67417" y="281180"/>
                </a:lnTo>
                <a:close/>
                <a:moveTo>
                  <a:pt x="48669" y="122982"/>
                </a:moveTo>
                <a:lnTo>
                  <a:pt x="49058" y="124656"/>
                </a:lnTo>
                <a:lnTo>
                  <a:pt x="48475" y="123819"/>
                </a:lnTo>
                <a:close/>
                <a:moveTo>
                  <a:pt x="100648" y="124386"/>
                </a:moveTo>
                <a:lnTo>
                  <a:pt x="102397" y="125722"/>
                </a:lnTo>
                <a:lnTo>
                  <a:pt x="99773" y="125054"/>
                </a:lnTo>
                <a:close/>
                <a:moveTo>
                  <a:pt x="92026" y="212776"/>
                </a:moveTo>
                <a:lnTo>
                  <a:pt x="93986" y="214465"/>
                </a:lnTo>
                <a:lnTo>
                  <a:pt x="91046" y="213620"/>
                </a:lnTo>
                <a:close/>
                <a:moveTo>
                  <a:pt x="109049" y="87293"/>
                </a:moveTo>
                <a:lnTo>
                  <a:pt x="110227" y="88559"/>
                </a:lnTo>
                <a:lnTo>
                  <a:pt x="108460" y="87926"/>
                </a:lnTo>
                <a:close/>
                <a:moveTo>
                  <a:pt x="136725" y="237761"/>
                </a:moveTo>
                <a:lnTo>
                  <a:pt x="137966" y="238163"/>
                </a:lnTo>
                <a:lnTo>
                  <a:pt x="136104" y="237962"/>
                </a:lnTo>
                <a:close/>
                <a:moveTo>
                  <a:pt x="9829" y="126334"/>
                </a:moveTo>
                <a:lnTo>
                  <a:pt x="11431" y="126955"/>
                </a:lnTo>
                <a:lnTo>
                  <a:pt x="9029" y="126645"/>
                </a:lnTo>
                <a:close/>
                <a:moveTo>
                  <a:pt x="108572" y="302649"/>
                </a:moveTo>
                <a:lnTo>
                  <a:pt x="109453" y="303732"/>
                </a:lnTo>
                <a:lnTo>
                  <a:pt x="108132" y="303191"/>
                </a:lnTo>
                <a:close/>
                <a:moveTo>
                  <a:pt x="119950" y="14583"/>
                </a:moveTo>
                <a:lnTo>
                  <a:pt x="121460" y="16011"/>
                </a:lnTo>
                <a:lnTo>
                  <a:pt x="119196" y="15297"/>
                </a:lnTo>
                <a:close/>
                <a:moveTo>
                  <a:pt x="138837" y="156383"/>
                </a:moveTo>
                <a:lnTo>
                  <a:pt x="140366" y="157892"/>
                </a:lnTo>
                <a:lnTo>
                  <a:pt x="138073" y="157138"/>
                </a:lnTo>
                <a:close/>
                <a:moveTo>
                  <a:pt x="43968" y="364982"/>
                </a:moveTo>
                <a:lnTo>
                  <a:pt x="45705" y="366709"/>
                </a:lnTo>
                <a:lnTo>
                  <a:pt x="43100" y="365846"/>
                </a:lnTo>
                <a:close/>
                <a:moveTo>
                  <a:pt x="59892" y="51271"/>
                </a:moveTo>
                <a:lnTo>
                  <a:pt x="61198" y="52588"/>
                </a:lnTo>
                <a:lnTo>
                  <a:pt x="59239" y="51929"/>
                </a:lnTo>
                <a:close/>
                <a:moveTo>
                  <a:pt x="131303" y="356063"/>
                </a:moveTo>
                <a:lnTo>
                  <a:pt x="132665" y="357646"/>
                </a:lnTo>
                <a:lnTo>
                  <a:pt x="130622" y="356855"/>
                </a:lnTo>
                <a:close/>
                <a:moveTo>
                  <a:pt x="122258" y="288139"/>
                </a:moveTo>
                <a:lnTo>
                  <a:pt x="123111" y="288454"/>
                </a:lnTo>
                <a:lnTo>
                  <a:pt x="121832" y="288297"/>
                </a:lnTo>
                <a:close/>
                <a:moveTo>
                  <a:pt x="84450" y="6118"/>
                </a:moveTo>
                <a:lnTo>
                  <a:pt x="85449" y="7902"/>
                </a:lnTo>
                <a:lnTo>
                  <a:pt x="83950" y="7010"/>
                </a:lnTo>
                <a:close/>
                <a:moveTo>
                  <a:pt x="37566" y="324372"/>
                </a:moveTo>
                <a:lnTo>
                  <a:pt x="39275" y="325158"/>
                </a:lnTo>
                <a:lnTo>
                  <a:pt x="36711" y="324765"/>
                </a:lnTo>
                <a:close/>
                <a:moveTo>
                  <a:pt x="86662" y="416997"/>
                </a:moveTo>
                <a:lnTo>
                  <a:pt x="88352" y="417799"/>
                </a:lnTo>
                <a:lnTo>
                  <a:pt x="85816" y="417398"/>
                </a:lnTo>
                <a:close/>
                <a:moveTo>
                  <a:pt x="142857" y="315793"/>
                </a:moveTo>
                <a:lnTo>
                  <a:pt x="143651" y="317305"/>
                </a:lnTo>
                <a:lnTo>
                  <a:pt x="142460" y="316549"/>
                </a:lnTo>
                <a:close/>
                <a:moveTo>
                  <a:pt x="112697" y="413100"/>
                </a:moveTo>
                <a:lnTo>
                  <a:pt x="114594" y="414595"/>
                </a:lnTo>
                <a:lnTo>
                  <a:pt x="111748" y="413847"/>
                </a:lnTo>
                <a:close/>
                <a:moveTo>
                  <a:pt x="56533" y="355912"/>
                </a:moveTo>
                <a:lnTo>
                  <a:pt x="58298" y="357445"/>
                </a:lnTo>
                <a:lnTo>
                  <a:pt x="55651" y="356679"/>
                </a:lnTo>
                <a:close/>
                <a:moveTo>
                  <a:pt x="31386" y="464447"/>
                </a:moveTo>
                <a:lnTo>
                  <a:pt x="32801" y="466110"/>
                </a:lnTo>
                <a:lnTo>
                  <a:pt x="30678" y="465278"/>
                </a:lnTo>
                <a:close/>
                <a:moveTo>
                  <a:pt x="74555" y="367481"/>
                </a:moveTo>
                <a:lnTo>
                  <a:pt x="76022" y="368217"/>
                </a:lnTo>
                <a:lnTo>
                  <a:pt x="73821" y="367849"/>
                </a:lnTo>
                <a:close/>
                <a:moveTo>
                  <a:pt x="70769" y="386814"/>
                </a:moveTo>
                <a:lnTo>
                  <a:pt x="71635" y="388501"/>
                </a:lnTo>
                <a:lnTo>
                  <a:pt x="70336" y="387657"/>
                </a:lnTo>
                <a:close/>
                <a:moveTo>
                  <a:pt x="105260" y="370994"/>
                </a:moveTo>
                <a:lnTo>
                  <a:pt x="106586" y="372357"/>
                </a:lnTo>
                <a:lnTo>
                  <a:pt x="104597" y="371676"/>
                </a:lnTo>
                <a:close/>
                <a:moveTo>
                  <a:pt x="91490" y="195466"/>
                </a:moveTo>
                <a:lnTo>
                  <a:pt x="91844" y="196607"/>
                </a:lnTo>
                <a:lnTo>
                  <a:pt x="91314" y="196036"/>
                </a:lnTo>
                <a:close/>
                <a:moveTo>
                  <a:pt x="99341" y="261126"/>
                </a:moveTo>
                <a:lnTo>
                  <a:pt x="100432" y="262247"/>
                </a:lnTo>
                <a:lnTo>
                  <a:pt x="98795" y="261686"/>
                </a:lnTo>
                <a:close/>
                <a:moveTo>
                  <a:pt x="15595" y="303242"/>
                </a:moveTo>
                <a:lnTo>
                  <a:pt x="16067" y="303739"/>
                </a:lnTo>
                <a:lnTo>
                  <a:pt x="15359" y="303491"/>
                </a:lnTo>
                <a:close/>
                <a:moveTo>
                  <a:pt x="11993" y="448524"/>
                </a:moveTo>
                <a:lnTo>
                  <a:pt x="14024" y="449764"/>
                </a:lnTo>
                <a:lnTo>
                  <a:pt x="10978" y="449144"/>
                </a:lnTo>
                <a:close/>
                <a:moveTo>
                  <a:pt x="134705" y="98511"/>
                </a:moveTo>
                <a:lnTo>
                  <a:pt x="136279" y="99522"/>
                </a:lnTo>
                <a:lnTo>
                  <a:pt x="133917" y="99016"/>
                </a:lnTo>
                <a:close/>
                <a:moveTo>
                  <a:pt x="16026" y="271790"/>
                </a:moveTo>
                <a:lnTo>
                  <a:pt x="16580" y="272510"/>
                </a:lnTo>
                <a:lnTo>
                  <a:pt x="15749" y="272150"/>
                </a:lnTo>
                <a:close/>
                <a:moveTo>
                  <a:pt x="21017" y="115517"/>
                </a:moveTo>
                <a:lnTo>
                  <a:pt x="23026" y="116557"/>
                </a:lnTo>
                <a:lnTo>
                  <a:pt x="20013" y="116037"/>
                </a:lnTo>
                <a:close/>
                <a:moveTo>
                  <a:pt x="79200" y="67870"/>
                </a:moveTo>
                <a:lnTo>
                  <a:pt x="79832" y="68328"/>
                </a:lnTo>
                <a:lnTo>
                  <a:pt x="78884" y="68099"/>
                </a:lnTo>
                <a:close/>
                <a:moveTo>
                  <a:pt x="100917" y="272349"/>
                </a:moveTo>
                <a:lnTo>
                  <a:pt x="102639" y="273529"/>
                </a:lnTo>
                <a:lnTo>
                  <a:pt x="100055" y="272939"/>
                </a:lnTo>
                <a:close/>
                <a:moveTo>
                  <a:pt x="36526" y="187555"/>
                </a:moveTo>
                <a:lnTo>
                  <a:pt x="37555" y="189245"/>
                </a:lnTo>
                <a:lnTo>
                  <a:pt x="36012" y="188400"/>
                </a:lnTo>
                <a:close/>
                <a:moveTo>
                  <a:pt x="101142" y="391924"/>
                </a:moveTo>
                <a:lnTo>
                  <a:pt x="102708" y="393668"/>
                </a:lnTo>
                <a:lnTo>
                  <a:pt x="100358" y="392796"/>
                </a:lnTo>
                <a:close/>
                <a:moveTo>
                  <a:pt x="109960" y="0"/>
                </a:moveTo>
                <a:lnTo>
                  <a:pt x="110459" y="358"/>
                </a:lnTo>
                <a:lnTo>
                  <a:pt x="109711" y="179"/>
                </a:lnTo>
                <a:close/>
                <a:moveTo>
                  <a:pt x="128396" y="98765"/>
                </a:moveTo>
                <a:lnTo>
                  <a:pt x="129602" y="99942"/>
                </a:lnTo>
                <a:lnTo>
                  <a:pt x="127793" y="99354"/>
                </a:lnTo>
                <a:close/>
                <a:moveTo>
                  <a:pt x="32665" y="129840"/>
                </a:moveTo>
                <a:lnTo>
                  <a:pt x="34649" y="130415"/>
                </a:lnTo>
                <a:lnTo>
                  <a:pt x="31674" y="130128"/>
                </a:lnTo>
                <a:close/>
                <a:moveTo>
                  <a:pt x="119563" y="220647"/>
                </a:moveTo>
                <a:lnTo>
                  <a:pt x="121188" y="221536"/>
                </a:lnTo>
                <a:lnTo>
                  <a:pt x="118750" y="221092"/>
                </a:lnTo>
                <a:close/>
                <a:moveTo>
                  <a:pt x="97649" y="331650"/>
                </a:moveTo>
                <a:lnTo>
                  <a:pt x="98781" y="332399"/>
                </a:lnTo>
                <a:lnTo>
                  <a:pt x="97083" y="332024"/>
                </a:lnTo>
                <a:close/>
                <a:moveTo>
                  <a:pt x="62047" y="350986"/>
                </a:moveTo>
                <a:lnTo>
                  <a:pt x="62417" y="351597"/>
                </a:lnTo>
                <a:lnTo>
                  <a:pt x="61862" y="351291"/>
                </a:lnTo>
                <a:close/>
                <a:moveTo>
                  <a:pt x="50780" y="328189"/>
                </a:moveTo>
                <a:lnTo>
                  <a:pt x="52071" y="328826"/>
                </a:lnTo>
                <a:lnTo>
                  <a:pt x="50134" y="328508"/>
                </a:lnTo>
                <a:close/>
                <a:moveTo>
                  <a:pt x="126275" y="270574"/>
                </a:moveTo>
                <a:lnTo>
                  <a:pt x="128272" y="271444"/>
                </a:lnTo>
                <a:lnTo>
                  <a:pt x="125277" y="271009"/>
                </a:lnTo>
                <a:close/>
                <a:moveTo>
                  <a:pt x="136539" y="273482"/>
                </a:moveTo>
                <a:lnTo>
                  <a:pt x="137529" y="274013"/>
                </a:lnTo>
                <a:lnTo>
                  <a:pt x="136044" y="273748"/>
                </a:lnTo>
                <a:close/>
                <a:moveTo>
                  <a:pt x="115092" y="81949"/>
                </a:moveTo>
                <a:lnTo>
                  <a:pt x="116962" y="83467"/>
                </a:lnTo>
                <a:lnTo>
                  <a:pt x="114156" y="82708"/>
                </a:lnTo>
                <a:close/>
                <a:moveTo>
                  <a:pt x="19539" y="342657"/>
                </a:moveTo>
                <a:lnTo>
                  <a:pt x="21186" y="343097"/>
                </a:lnTo>
                <a:lnTo>
                  <a:pt x="18716" y="342877"/>
                </a:lnTo>
                <a:close/>
                <a:moveTo>
                  <a:pt x="109196" y="447156"/>
                </a:moveTo>
                <a:lnTo>
                  <a:pt x="110167" y="448251"/>
                </a:lnTo>
                <a:lnTo>
                  <a:pt x="108711" y="447703"/>
                </a:lnTo>
                <a:close/>
                <a:moveTo>
                  <a:pt x="59326" y="112230"/>
                </a:moveTo>
                <a:lnTo>
                  <a:pt x="59974" y="113526"/>
                </a:lnTo>
                <a:lnTo>
                  <a:pt x="59002" y="112878"/>
                </a:lnTo>
                <a:close/>
                <a:moveTo>
                  <a:pt x="138980" y="59612"/>
                </a:moveTo>
                <a:lnTo>
                  <a:pt x="139370" y="60723"/>
                </a:lnTo>
                <a:lnTo>
                  <a:pt x="138785" y="60168"/>
                </a:lnTo>
                <a:close/>
                <a:moveTo>
                  <a:pt x="38567" y="408789"/>
                </a:moveTo>
                <a:lnTo>
                  <a:pt x="39460" y="409124"/>
                </a:lnTo>
                <a:lnTo>
                  <a:pt x="38120" y="408957"/>
                </a:lnTo>
                <a:close/>
                <a:moveTo>
                  <a:pt x="44995" y="193157"/>
                </a:moveTo>
                <a:lnTo>
                  <a:pt x="46146" y="194072"/>
                </a:lnTo>
                <a:lnTo>
                  <a:pt x="44420" y="193614"/>
                </a:lnTo>
                <a:close/>
                <a:moveTo>
                  <a:pt x="41362" y="453529"/>
                </a:moveTo>
                <a:lnTo>
                  <a:pt x="41738" y="454164"/>
                </a:lnTo>
                <a:lnTo>
                  <a:pt x="41175" y="453846"/>
                </a:lnTo>
                <a:close/>
                <a:moveTo>
                  <a:pt x="117864" y="94720"/>
                </a:moveTo>
                <a:lnTo>
                  <a:pt x="118602" y="95606"/>
                </a:lnTo>
                <a:lnTo>
                  <a:pt x="117495" y="95163"/>
                </a:lnTo>
                <a:close/>
                <a:moveTo>
                  <a:pt x="91026" y="388122"/>
                </a:moveTo>
                <a:lnTo>
                  <a:pt x="92832" y="388687"/>
                </a:lnTo>
                <a:lnTo>
                  <a:pt x="90123" y="388404"/>
                </a:lnTo>
                <a:close/>
                <a:moveTo>
                  <a:pt x="133900" y="82273"/>
                </a:moveTo>
                <a:lnTo>
                  <a:pt x="135743" y="83862"/>
                </a:lnTo>
                <a:lnTo>
                  <a:pt x="132978" y="83068"/>
                </a:lnTo>
                <a:close/>
                <a:moveTo>
                  <a:pt x="17126" y="178144"/>
                </a:moveTo>
                <a:lnTo>
                  <a:pt x="17869" y="179136"/>
                </a:lnTo>
                <a:lnTo>
                  <a:pt x="16754" y="178640"/>
                </a:lnTo>
                <a:close/>
                <a:moveTo>
                  <a:pt x="112490" y="377990"/>
                </a:moveTo>
                <a:lnTo>
                  <a:pt x="114241" y="378335"/>
                </a:lnTo>
                <a:lnTo>
                  <a:pt x="111614" y="378162"/>
                </a:lnTo>
                <a:close/>
                <a:moveTo>
                  <a:pt x="42046" y="434614"/>
                </a:moveTo>
                <a:lnTo>
                  <a:pt x="43760" y="436058"/>
                </a:lnTo>
                <a:lnTo>
                  <a:pt x="41189" y="435336"/>
                </a:lnTo>
                <a:close/>
                <a:moveTo>
                  <a:pt x="25508" y="73268"/>
                </a:moveTo>
                <a:lnTo>
                  <a:pt x="26762" y="74482"/>
                </a:lnTo>
                <a:lnTo>
                  <a:pt x="24880" y="73875"/>
                </a:lnTo>
                <a:close/>
                <a:moveTo>
                  <a:pt x="18443" y="411807"/>
                </a:moveTo>
                <a:lnTo>
                  <a:pt x="19852" y="413499"/>
                </a:lnTo>
                <a:lnTo>
                  <a:pt x="17738" y="412653"/>
                </a:lnTo>
                <a:close/>
                <a:moveTo>
                  <a:pt x="130234" y="188179"/>
                </a:moveTo>
                <a:lnTo>
                  <a:pt x="131094" y="189734"/>
                </a:lnTo>
                <a:lnTo>
                  <a:pt x="129804" y="188957"/>
                </a:lnTo>
                <a:close/>
                <a:moveTo>
                  <a:pt x="71762" y="282628"/>
                </a:moveTo>
                <a:lnTo>
                  <a:pt x="73445" y="284395"/>
                </a:lnTo>
                <a:lnTo>
                  <a:pt x="70920" y="283511"/>
                </a:lnTo>
                <a:close/>
                <a:moveTo>
                  <a:pt x="74241" y="215863"/>
                </a:moveTo>
                <a:lnTo>
                  <a:pt x="76177" y="216278"/>
                </a:lnTo>
                <a:lnTo>
                  <a:pt x="73274" y="216071"/>
                </a:lnTo>
                <a:close/>
                <a:moveTo>
                  <a:pt x="63314" y="103193"/>
                </a:moveTo>
                <a:lnTo>
                  <a:pt x="64794" y="104726"/>
                </a:lnTo>
                <a:lnTo>
                  <a:pt x="62574" y="103960"/>
                </a:lnTo>
                <a:close/>
                <a:moveTo>
                  <a:pt x="61534" y="97607"/>
                </a:moveTo>
                <a:lnTo>
                  <a:pt x="62108" y="99259"/>
                </a:lnTo>
                <a:lnTo>
                  <a:pt x="61246" y="98433"/>
                </a:lnTo>
                <a:close/>
                <a:moveTo>
                  <a:pt x="84340" y="440414"/>
                </a:moveTo>
                <a:lnTo>
                  <a:pt x="85187" y="441142"/>
                </a:lnTo>
                <a:lnTo>
                  <a:pt x="83917" y="440778"/>
                </a:lnTo>
                <a:close/>
                <a:moveTo>
                  <a:pt x="26329" y="300192"/>
                </a:moveTo>
                <a:lnTo>
                  <a:pt x="27718" y="301777"/>
                </a:lnTo>
                <a:lnTo>
                  <a:pt x="25635" y="300984"/>
                </a:lnTo>
                <a:close/>
                <a:moveTo>
                  <a:pt x="84869" y="157290"/>
                </a:moveTo>
                <a:lnTo>
                  <a:pt x="85409" y="158769"/>
                </a:lnTo>
                <a:lnTo>
                  <a:pt x="84599" y="158030"/>
                </a:lnTo>
                <a:close/>
                <a:moveTo>
                  <a:pt x="136232" y="154381"/>
                </a:moveTo>
                <a:lnTo>
                  <a:pt x="137160" y="155469"/>
                </a:lnTo>
                <a:lnTo>
                  <a:pt x="135768" y="154925"/>
                </a:lnTo>
                <a:close/>
                <a:moveTo>
                  <a:pt x="54296" y="350536"/>
                </a:moveTo>
                <a:lnTo>
                  <a:pt x="55535" y="351560"/>
                </a:lnTo>
                <a:lnTo>
                  <a:pt x="53677" y="351048"/>
                </a:lnTo>
                <a:close/>
                <a:moveTo>
                  <a:pt x="54622" y="117937"/>
                </a:moveTo>
                <a:lnTo>
                  <a:pt x="56680" y="119653"/>
                </a:lnTo>
                <a:lnTo>
                  <a:pt x="53593" y="118795"/>
                </a:lnTo>
                <a:close/>
                <a:moveTo>
                  <a:pt x="30624" y="176887"/>
                </a:moveTo>
                <a:lnTo>
                  <a:pt x="32304" y="177717"/>
                </a:lnTo>
                <a:lnTo>
                  <a:pt x="29784" y="177302"/>
                </a:lnTo>
                <a:close/>
                <a:moveTo>
                  <a:pt x="63767" y="265586"/>
                </a:moveTo>
                <a:lnTo>
                  <a:pt x="64618" y="266467"/>
                </a:lnTo>
                <a:lnTo>
                  <a:pt x="63342" y="266026"/>
                </a:lnTo>
                <a:close/>
                <a:moveTo>
                  <a:pt x="103336" y="442183"/>
                </a:moveTo>
                <a:lnTo>
                  <a:pt x="103806" y="443797"/>
                </a:lnTo>
                <a:lnTo>
                  <a:pt x="103101" y="442990"/>
                </a:lnTo>
                <a:close/>
                <a:moveTo>
                  <a:pt x="13074" y="309815"/>
                </a:moveTo>
                <a:lnTo>
                  <a:pt x="13522" y="310933"/>
                </a:lnTo>
                <a:lnTo>
                  <a:pt x="12851" y="310374"/>
                </a:lnTo>
                <a:close/>
                <a:moveTo>
                  <a:pt x="33336" y="380793"/>
                </a:moveTo>
                <a:lnTo>
                  <a:pt x="33724" y="381862"/>
                </a:lnTo>
                <a:lnTo>
                  <a:pt x="33142" y="381327"/>
                </a:lnTo>
                <a:close/>
                <a:moveTo>
                  <a:pt x="138030" y="250192"/>
                </a:moveTo>
                <a:lnTo>
                  <a:pt x="139198" y="251466"/>
                </a:lnTo>
                <a:lnTo>
                  <a:pt x="137446" y="250829"/>
                </a:lnTo>
                <a:close/>
                <a:moveTo>
                  <a:pt x="114176" y="322738"/>
                </a:moveTo>
                <a:lnTo>
                  <a:pt x="115296" y="323346"/>
                </a:lnTo>
                <a:lnTo>
                  <a:pt x="113616" y="323042"/>
                </a:lnTo>
                <a:close/>
                <a:moveTo>
                  <a:pt x="112541" y="236977"/>
                </a:moveTo>
                <a:lnTo>
                  <a:pt x="114661" y="237786"/>
                </a:lnTo>
                <a:lnTo>
                  <a:pt x="111481" y="237381"/>
                </a:lnTo>
                <a:close/>
                <a:moveTo>
                  <a:pt x="44483" y="219335"/>
                </a:moveTo>
                <a:lnTo>
                  <a:pt x="46661" y="220804"/>
                </a:lnTo>
                <a:lnTo>
                  <a:pt x="43394" y="220069"/>
                </a:lnTo>
                <a:close/>
                <a:moveTo>
                  <a:pt x="42730" y="325973"/>
                </a:moveTo>
                <a:lnTo>
                  <a:pt x="44603" y="326359"/>
                </a:lnTo>
                <a:lnTo>
                  <a:pt x="41794" y="326166"/>
                </a:lnTo>
                <a:close/>
                <a:moveTo>
                  <a:pt x="107371" y="223444"/>
                </a:moveTo>
                <a:lnTo>
                  <a:pt x="109352" y="224870"/>
                </a:lnTo>
                <a:lnTo>
                  <a:pt x="106380" y="224157"/>
                </a:lnTo>
                <a:close/>
                <a:moveTo>
                  <a:pt x="52966" y="38082"/>
                </a:moveTo>
                <a:lnTo>
                  <a:pt x="54066" y="38953"/>
                </a:lnTo>
                <a:lnTo>
                  <a:pt x="52416" y="38518"/>
                </a:lnTo>
                <a:close/>
                <a:moveTo>
                  <a:pt x="29766" y="323836"/>
                </a:moveTo>
                <a:lnTo>
                  <a:pt x="31714" y="324801"/>
                </a:lnTo>
                <a:lnTo>
                  <a:pt x="28792" y="324318"/>
                </a:lnTo>
                <a:close/>
                <a:moveTo>
                  <a:pt x="17188" y="263321"/>
                </a:moveTo>
                <a:lnTo>
                  <a:pt x="18168" y="263687"/>
                </a:lnTo>
                <a:lnTo>
                  <a:pt x="16699" y="263504"/>
                </a:lnTo>
                <a:close/>
                <a:moveTo>
                  <a:pt x="14518" y="182976"/>
                </a:moveTo>
                <a:lnTo>
                  <a:pt x="14932" y="183473"/>
                </a:lnTo>
                <a:lnTo>
                  <a:pt x="14311" y="183224"/>
                </a:lnTo>
                <a:close/>
                <a:moveTo>
                  <a:pt x="135875" y="251257"/>
                </a:moveTo>
                <a:lnTo>
                  <a:pt x="136566" y="251620"/>
                </a:lnTo>
                <a:lnTo>
                  <a:pt x="135529" y="251438"/>
                </a:lnTo>
                <a:close/>
                <a:moveTo>
                  <a:pt x="41585" y="152195"/>
                </a:moveTo>
                <a:lnTo>
                  <a:pt x="43678" y="152772"/>
                </a:lnTo>
                <a:lnTo>
                  <a:pt x="40539" y="152484"/>
                </a:lnTo>
                <a:close/>
                <a:moveTo>
                  <a:pt x="132219" y="236566"/>
                </a:moveTo>
                <a:lnTo>
                  <a:pt x="134060" y="237704"/>
                </a:lnTo>
                <a:lnTo>
                  <a:pt x="131299" y="237135"/>
                </a:lnTo>
                <a:close/>
                <a:moveTo>
                  <a:pt x="137834" y="451992"/>
                </a:moveTo>
                <a:lnTo>
                  <a:pt x="139333" y="452800"/>
                </a:lnTo>
                <a:lnTo>
                  <a:pt x="137085" y="452396"/>
                </a:lnTo>
                <a:close/>
                <a:moveTo>
                  <a:pt x="43133" y="76893"/>
                </a:moveTo>
                <a:lnTo>
                  <a:pt x="43908" y="78111"/>
                </a:lnTo>
                <a:lnTo>
                  <a:pt x="42746" y="77502"/>
                </a:lnTo>
                <a:close/>
                <a:moveTo>
                  <a:pt x="60234" y="254223"/>
                </a:moveTo>
                <a:lnTo>
                  <a:pt x="62345" y="255620"/>
                </a:lnTo>
                <a:lnTo>
                  <a:pt x="59178" y="254921"/>
                </a:lnTo>
                <a:close/>
                <a:moveTo>
                  <a:pt x="134161" y="360212"/>
                </a:moveTo>
                <a:lnTo>
                  <a:pt x="134967" y="360576"/>
                </a:lnTo>
                <a:lnTo>
                  <a:pt x="133757" y="360394"/>
                </a:lnTo>
                <a:close/>
                <a:moveTo>
                  <a:pt x="100725" y="68959"/>
                </a:moveTo>
                <a:lnTo>
                  <a:pt x="102288" y="69388"/>
                </a:lnTo>
                <a:lnTo>
                  <a:pt x="99944" y="69173"/>
                </a:lnTo>
                <a:close/>
                <a:moveTo>
                  <a:pt x="83469" y="248446"/>
                </a:moveTo>
                <a:lnTo>
                  <a:pt x="84668" y="249960"/>
                </a:lnTo>
                <a:lnTo>
                  <a:pt x="82869" y="249203"/>
                </a:lnTo>
                <a:close/>
                <a:moveTo>
                  <a:pt x="100672" y="103896"/>
                </a:moveTo>
                <a:lnTo>
                  <a:pt x="101933" y="104819"/>
                </a:lnTo>
                <a:lnTo>
                  <a:pt x="100042" y="104358"/>
                </a:lnTo>
                <a:close/>
                <a:moveTo>
                  <a:pt x="55974" y="106766"/>
                </a:moveTo>
                <a:lnTo>
                  <a:pt x="56734" y="107991"/>
                </a:lnTo>
                <a:lnTo>
                  <a:pt x="55594" y="107379"/>
                </a:lnTo>
                <a:close/>
                <a:moveTo>
                  <a:pt x="9517" y="201938"/>
                </a:moveTo>
                <a:lnTo>
                  <a:pt x="10786" y="202929"/>
                </a:lnTo>
                <a:lnTo>
                  <a:pt x="8882" y="202433"/>
                </a:lnTo>
                <a:close/>
                <a:moveTo>
                  <a:pt x="99509" y="378978"/>
                </a:moveTo>
                <a:lnTo>
                  <a:pt x="100854" y="379521"/>
                </a:lnTo>
                <a:lnTo>
                  <a:pt x="98836" y="379250"/>
                </a:lnTo>
                <a:close/>
                <a:moveTo>
                  <a:pt x="25932" y="439367"/>
                </a:moveTo>
                <a:lnTo>
                  <a:pt x="27146" y="440400"/>
                </a:lnTo>
                <a:lnTo>
                  <a:pt x="25325" y="439884"/>
                </a:lnTo>
                <a:close/>
                <a:moveTo>
                  <a:pt x="31967" y="296608"/>
                </a:moveTo>
                <a:lnTo>
                  <a:pt x="33020" y="297761"/>
                </a:lnTo>
                <a:lnTo>
                  <a:pt x="31440" y="297184"/>
                </a:lnTo>
                <a:close/>
                <a:moveTo>
                  <a:pt x="79770" y="429233"/>
                </a:moveTo>
                <a:lnTo>
                  <a:pt x="81556" y="430903"/>
                </a:lnTo>
                <a:lnTo>
                  <a:pt x="78878" y="430068"/>
                </a:lnTo>
                <a:close/>
                <a:moveTo>
                  <a:pt x="125506" y="43026"/>
                </a:moveTo>
                <a:lnTo>
                  <a:pt x="126993" y="43736"/>
                </a:lnTo>
                <a:lnTo>
                  <a:pt x="124763" y="43381"/>
                </a:lnTo>
                <a:close/>
                <a:moveTo>
                  <a:pt x="49455" y="241904"/>
                </a:moveTo>
                <a:lnTo>
                  <a:pt x="50769" y="243074"/>
                </a:lnTo>
                <a:lnTo>
                  <a:pt x="48797" y="242489"/>
                </a:lnTo>
                <a:close/>
                <a:moveTo>
                  <a:pt x="63312" y="50527"/>
                </a:moveTo>
                <a:lnTo>
                  <a:pt x="65481" y="50881"/>
                </a:lnTo>
                <a:lnTo>
                  <a:pt x="62227" y="50704"/>
                </a:lnTo>
                <a:close/>
                <a:moveTo>
                  <a:pt x="135965" y="464971"/>
                </a:moveTo>
                <a:lnTo>
                  <a:pt x="137546" y="465588"/>
                </a:lnTo>
                <a:lnTo>
                  <a:pt x="135175" y="465279"/>
                </a:lnTo>
                <a:close/>
                <a:moveTo>
                  <a:pt x="100972" y="157054"/>
                </a:moveTo>
                <a:lnTo>
                  <a:pt x="101987" y="158627"/>
                </a:lnTo>
                <a:lnTo>
                  <a:pt x="100465" y="157841"/>
                </a:lnTo>
                <a:close/>
                <a:moveTo>
                  <a:pt x="104362" y="11238"/>
                </a:moveTo>
                <a:lnTo>
                  <a:pt x="106455" y="12127"/>
                </a:lnTo>
                <a:lnTo>
                  <a:pt x="103316" y="11683"/>
                </a:lnTo>
                <a:close/>
                <a:moveTo>
                  <a:pt x="43318" y="182572"/>
                </a:moveTo>
                <a:lnTo>
                  <a:pt x="44047" y="183513"/>
                </a:lnTo>
                <a:lnTo>
                  <a:pt x="42953" y="183043"/>
                </a:lnTo>
                <a:close/>
                <a:moveTo>
                  <a:pt x="120760" y="460865"/>
                </a:moveTo>
                <a:lnTo>
                  <a:pt x="122669" y="462130"/>
                </a:lnTo>
                <a:lnTo>
                  <a:pt x="119805" y="461498"/>
                </a:lnTo>
                <a:close/>
                <a:moveTo>
                  <a:pt x="61450" y="224841"/>
                </a:moveTo>
                <a:lnTo>
                  <a:pt x="62077" y="225519"/>
                </a:lnTo>
                <a:lnTo>
                  <a:pt x="61136" y="225180"/>
                </a:lnTo>
                <a:close/>
                <a:moveTo>
                  <a:pt x="7284" y="365148"/>
                </a:moveTo>
                <a:lnTo>
                  <a:pt x="7828" y="365716"/>
                </a:lnTo>
                <a:lnTo>
                  <a:pt x="7012" y="365432"/>
                </a:lnTo>
                <a:close/>
                <a:moveTo>
                  <a:pt x="61583" y="382354"/>
                </a:moveTo>
                <a:lnTo>
                  <a:pt x="62071" y="383785"/>
                </a:lnTo>
                <a:lnTo>
                  <a:pt x="61340" y="383069"/>
                </a:lnTo>
                <a:close/>
                <a:moveTo>
                  <a:pt x="43381" y="189918"/>
                </a:moveTo>
                <a:lnTo>
                  <a:pt x="44564" y="191700"/>
                </a:lnTo>
                <a:lnTo>
                  <a:pt x="42790" y="190809"/>
                </a:lnTo>
                <a:close/>
                <a:moveTo>
                  <a:pt x="142889" y="124413"/>
                </a:moveTo>
                <a:lnTo>
                  <a:pt x="144349" y="125204"/>
                </a:lnTo>
                <a:lnTo>
                  <a:pt x="142159" y="124809"/>
                </a:lnTo>
                <a:close/>
                <a:moveTo>
                  <a:pt x="47502" y="387549"/>
                </a:moveTo>
                <a:lnTo>
                  <a:pt x="49043" y="388647"/>
                </a:lnTo>
                <a:lnTo>
                  <a:pt x="46731" y="388098"/>
                </a:lnTo>
                <a:close/>
                <a:moveTo>
                  <a:pt x="44159" y="177363"/>
                </a:moveTo>
                <a:lnTo>
                  <a:pt x="45378" y="178895"/>
                </a:lnTo>
                <a:lnTo>
                  <a:pt x="43550" y="178129"/>
                </a:lnTo>
                <a:close/>
                <a:moveTo>
                  <a:pt x="38665" y="267479"/>
                </a:moveTo>
                <a:lnTo>
                  <a:pt x="40482" y="267863"/>
                </a:lnTo>
                <a:lnTo>
                  <a:pt x="37757" y="267671"/>
                </a:lnTo>
                <a:close/>
                <a:moveTo>
                  <a:pt x="33162" y="359331"/>
                </a:moveTo>
                <a:lnTo>
                  <a:pt x="33641" y="361051"/>
                </a:lnTo>
                <a:lnTo>
                  <a:pt x="32923" y="360191"/>
                </a:lnTo>
                <a:close/>
                <a:moveTo>
                  <a:pt x="62634" y="297536"/>
                </a:moveTo>
                <a:lnTo>
                  <a:pt x="63185" y="298504"/>
                </a:lnTo>
                <a:lnTo>
                  <a:pt x="62358" y="298020"/>
                </a:lnTo>
                <a:close/>
                <a:moveTo>
                  <a:pt x="67405" y="366689"/>
                </a:moveTo>
                <a:lnTo>
                  <a:pt x="68855" y="367214"/>
                </a:lnTo>
                <a:lnTo>
                  <a:pt x="66680" y="366952"/>
                </a:lnTo>
                <a:close/>
                <a:moveTo>
                  <a:pt x="11968" y="122716"/>
                </a:moveTo>
                <a:lnTo>
                  <a:pt x="13396" y="123189"/>
                </a:lnTo>
                <a:lnTo>
                  <a:pt x="11254" y="122952"/>
                </a:lnTo>
                <a:close/>
                <a:moveTo>
                  <a:pt x="22822" y="164863"/>
                </a:moveTo>
                <a:lnTo>
                  <a:pt x="23611" y="166074"/>
                </a:lnTo>
                <a:lnTo>
                  <a:pt x="22428" y="165469"/>
                </a:lnTo>
                <a:close/>
                <a:moveTo>
                  <a:pt x="32320" y="96467"/>
                </a:moveTo>
                <a:lnTo>
                  <a:pt x="34060" y="97699"/>
                </a:lnTo>
                <a:lnTo>
                  <a:pt x="31450" y="97083"/>
                </a:lnTo>
                <a:close/>
                <a:moveTo>
                  <a:pt x="106394" y="68293"/>
                </a:moveTo>
                <a:lnTo>
                  <a:pt x="107905" y="69160"/>
                </a:lnTo>
                <a:lnTo>
                  <a:pt x="105638" y="68726"/>
                </a:lnTo>
                <a:close/>
                <a:moveTo>
                  <a:pt x="68191" y="100743"/>
                </a:moveTo>
                <a:lnTo>
                  <a:pt x="70053" y="102264"/>
                </a:lnTo>
                <a:lnTo>
                  <a:pt x="67259" y="101503"/>
                </a:lnTo>
                <a:close/>
                <a:moveTo>
                  <a:pt x="66624" y="170242"/>
                </a:moveTo>
                <a:lnTo>
                  <a:pt x="67436" y="171300"/>
                </a:lnTo>
                <a:lnTo>
                  <a:pt x="66218" y="170771"/>
                </a:lnTo>
                <a:close/>
                <a:moveTo>
                  <a:pt x="43865" y="206405"/>
                </a:moveTo>
                <a:lnTo>
                  <a:pt x="45340" y="207982"/>
                </a:lnTo>
                <a:lnTo>
                  <a:pt x="43128" y="207193"/>
                </a:lnTo>
                <a:close/>
                <a:moveTo>
                  <a:pt x="122732" y="30381"/>
                </a:moveTo>
                <a:lnTo>
                  <a:pt x="124525" y="31264"/>
                </a:lnTo>
                <a:lnTo>
                  <a:pt x="121835" y="30823"/>
                </a:lnTo>
                <a:close/>
                <a:moveTo>
                  <a:pt x="17281" y="214491"/>
                </a:moveTo>
                <a:lnTo>
                  <a:pt x="19246" y="215380"/>
                </a:lnTo>
                <a:lnTo>
                  <a:pt x="16298" y="214936"/>
                </a:lnTo>
                <a:close/>
                <a:moveTo>
                  <a:pt x="44060" y="251476"/>
                </a:moveTo>
                <a:lnTo>
                  <a:pt x="45455" y="253154"/>
                </a:lnTo>
                <a:lnTo>
                  <a:pt x="43363" y="252315"/>
                </a:lnTo>
                <a:close/>
                <a:moveTo>
                  <a:pt x="130321" y="462128"/>
                </a:moveTo>
                <a:lnTo>
                  <a:pt x="130797" y="463517"/>
                </a:lnTo>
                <a:lnTo>
                  <a:pt x="130082" y="462822"/>
                </a:lnTo>
                <a:close/>
                <a:moveTo>
                  <a:pt x="70293" y="276280"/>
                </a:moveTo>
                <a:lnTo>
                  <a:pt x="72199" y="277030"/>
                </a:lnTo>
                <a:lnTo>
                  <a:pt x="69340" y="276655"/>
                </a:lnTo>
                <a:close/>
                <a:moveTo>
                  <a:pt x="1298" y="118931"/>
                </a:moveTo>
                <a:lnTo>
                  <a:pt x="3433" y="120624"/>
                </a:lnTo>
                <a:lnTo>
                  <a:pt x="230" y="119778"/>
                </a:lnTo>
                <a:close/>
                <a:moveTo>
                  <a:pt x="66902" y="63187"/>
                </a:moveTo>
                <a:lnTo>
                  <a:pt x="68624" y="63955"/>
                </a:lnTo>
                <a:lnTo>
                  <a:pt x="66041" y="63571"/>
                </a:lnTo>
                <a:close/>
                <a:moveTo>
                  <a:pt x="126213" y="238210"/>
                </a:moveTo>
                <a:lnTo>
                  <a:pt x="127111" y="238604"/>
                </a:lnTo>
                <a:lnTo>
                  <a:pt x="125764" y="238407"/>
                </a:lnTo>
                <a:close/>
                <a:moveTo>
                  <a:pt x="38836" y="159132"/>
                </a:moveTo>
                <a:lnTo>
                  <a:pt x="39732" y="160557"/>
                </a:lnTo>
                <a:lnTo>
                  <a:pt x="38388" y="159844"/>
                </a:lnTo>
                <a:close/>
                <a:moveTo>
                  <a:pt x="121756" y="307393"/>
                </a:moveTo>
                <a:lnTo>
                  <a:pt x="122936" y="308706"/>
                </a:lnTo>
                <a:lnTo>
                  <a:pt x="121166" y="308050"/>
                </a:lnTo>
                <a:close/>
                <a:moveTo>
                  <a:pt x="7016" y="239818"/>
                </a:moveTo>
                <a:lnTo>
                  <a:pt x="8355" y="241042"/>
                </a:lnTo>
                <a:lnTo>
                  <a:pt x="6346" y="240430"/>
                </a:lnTo>
                <a:close/>
                <a:moveTo>
                  <a:pt x="38877" y="408221"/>
                </a:moveTo>
                <a:lnTo>
                  <a:pt x="39868" y="409198"/>
                </a:lnTo>
                <a:lnTo>
                  <a:pt x="38381" y="408709"/>
                </a:lnTo>
                <a:close/>
                <a:moveTo>
                  <a:pt x="17887" y="244168"/>
                </a:moveTo>
                <a:lnTo>
                  <a:pt x="18242" y="245263"/>
                </a:lnTo>
                <a:lnTo>
                  <a:pt x="17709" y="244715"/>
                </a:lnTo>
                <a:close/>
                <a:moveTo>
                  <a:pt x="30134" y="448012"/>
                </a:moveTo>
                <a:lnTo>
                  <a:pt x="31311" y="448661"/>
                </a:lnTo>
                <a:lnTo>
                  <a:pt x="29546" y="448336"/>
                </a:lnTo>
                <a:close/>
                <a:moveTo>
                  <a:pt x="95620" y="65400"/>
                </a:moveTo>
                <a:lnTo>
                  <a:pt x="96938" y="66375"/>
                </a:lnTo>
                <a:lnTo>
                  <a:pt x="94961" y="65888"/>
                </a:lnTo>
                <a:close/>
                <a:moveTo>
                  <a:pt x="135639" y="348429"/>
                </a:moveTo>
                <a:lnTo>
                  <a:pt x="137578" y="350208"/>
                </a:lnTo>
                <a:lnTo>
                  <a:pt x="134670" y="349318"/>
                </a:lnTo>
                <a:close/>
                <a:moveTo>
                  <a:pt x="86409" y="314991"/>
                </a:moveTo>
                <a:lnTo>
                  <a:pt x="88032" y="316527"/>
                </a:lnTo>
                <a:lnTo>
                  <a:pt x="85597" y="315759"/>
                </a:lnTo>
                <a:close/>
                <a:moveTo>
                  <a:pt x="124822" y="411653"/>
                </a:moveTo>
                <a:lnTo>
                  <a:pt x="126876" y="413359"/>
                </a:lnTo>
                <a:lnTo>
                  <a:pt x="123795" y="412506"/>
                </a:lnTo>
                <a:close/>
                <a:moveTo>
                  <a:pt x="24865" y="363784"/>
                </a:moveTo>
                <a:lnTo>
                  <a:pt x="26535" y="365425"/>
                </a:lnTo>
                <a:lnTo>
                  <a:pt x="24030" y="364605"/>
                </a:lnTo>
                <a:close/>
                <a:moveTo>
                  <a:pt x="52274" y="359548"/>
                </a:moveTo>
                <a:lnTo>
                  <a:pt x="52634" y="360427"/>
                </a:lnTo>
                <a:lnTo>
                  <a:pt x="52094" y="359988"/>
                </a:lnTo>
                <a:close/>
                <a:moveTo>
                  <a:pt x="33132" y="113915"/>
                </a:moveTo>
                <a:lnTo>
                  <a:pt x="33638" y="114986"/>
                </a:lnTo>
                <a:lnTo>
                  <a:pt x="32879" y="114450"/>
                </a:lnTo>
                <a:close/>
                <a:moveTo>
                  <a:pt x="20488" y="25300"/>
                </a:moveTo>
                <a:lnTo>
                  <a:pt x="21977" y="26767"/>
                </a:lnTo>
                <a:lnTo>
                  <a:pt x="19744" y="26033"/>
                </a:lnTo>
                <a:close/>
                <a:moveTo>
                  <a:pt x="47572" y="19417"/>
                </a:moveTo>
                <a:lnTo>
                  <a:pt x="49530" y="20251"/>
                </a:lnTo>
                <a:lnTo>
                  <a:pt x="46592" y="19834"/>
                </a:lnTo>
                <a:close/>
                <a:moveTo>
                  <a:pt x="56020" y="424727"/>
                </a:moveTo>
                <a:lnTo>
                  <a:pt x="56649" y="426008"/>
                </a:lnTo>
                <a:lnTo>
                  <a:pt x="55705" y="425367"/>
                </a:lnTo>
                <a:close/>
                <a:moveTo>
                  <a:pt x="53029" y="283928"/>
                </a:moveTo>
                <a:lnTo>
                  <a:pt x="54214" y="284529"/>
                </a:lnTo>
                <a:lnTo>
                  <a:pt x="52437" y="284228"/>
                </a:lnTo>
                <a:close/>
                <a:moveTo>
                  <a:pt x="135067" y="247184"/>
                </a:moveTo>
                <a:lnTo>
                  <a:pt x="135756" y="248173"/>
                </a:lnTo>
                <a:lnTo>
                  <a:pt x="134722" y="247678"/>
                </a:lnTo>
                <a:close/>
                <a:moveTo>
                  <a:pt x="86425" y="431481"/>
                </a:moveTo>
                <a:lnTo>
                  <a:pt x="87333" y="431944"/>
                </a:lnTo>
                <a:lnTo>
                  <a:pt x="85971" y="431713"/>
                </a:lnTo>
                <a:close/>
                <a:moveTo>
                  <a:pt x="67496" y="399407"/>
                </a:moveTo>
                <a:lnTo>
                  <a:pt x="67902" y="401087"/>
                </a:lnTo>
                <a:lnTo>
                  <a:pt x="67293" y="400247"/>
                </a:lnTo>
                <a:close/>
                <a:moveTo>
                  <a:pt x="71385" y="222538"/>
                </a:moveTo>
                <a:lnTo>
                  <a:pt x="72889" y="223944"/>
                </a:lnTo>
                <a:lnTo>
                  <a:pt x="70633" y="223241"/>
                </a:lnTo>
                <a:close/>
                <a:moveTo>
                  <a:pt x="94197" y="435070"/>
                </a:moveTo>
                <a:lnTo>
                  <a:pt x="95686" y="435840"/>
                </a:lnTo>
                <a:lnTo>
                  <a:pt x="93453" y="435455"/>
                </a:lnTo>
                <a:close/>
                <a:moveTo>
                  <a:pt x="58684" y="195275"/>
                </a:moveTo>
                <a:lnTo>
                  <a:pt x="59439" y="196032"/>
                </a:lnTo>
                <a:lnTo>
                  <a:pt x="58307" y="195654"/>
                </a:lnTo>
                <a:close/>
                <a:moveTo>
                  <a:pt x="54248" y="444829"/>
                </a:moveTo>
                <a:lnTo>
                  <a:pt x="56248" y="446233"/>
                </a:lnTo>
                <a:lnTo>
                  <a:pt x="53247" y="445531"/>
                </a:lnTo>
                <a:close/>
                <a:moveTo>
                  <a:pt x="102375" y="121198"/>
                </a:moveTo>
                <a:lnTo>
                  <a:pt x="103401" y="121804"/>
                </a:lnTo>
                <a:lnTo>
                  <a:pt x="101862" y="121501"/>
                </a:lnTo>
                <a:close/>
                <a:moveTo>
                  <a:pt x="117713" y="320300"/>
                </a:moveTo>
                <a:lnTo>
                  <a:pt x="119266" y="320630"/>
                </a:lnTo>
                <a:lnTo>
                  <a:pt x="116936" y="320465"/>
                </a:lnTo>
                <a:close/>
                <a:moveTo>
                  <a:pt x="104883" y="374020"/>
                </a:moveTo>
                <a:lnTo>
                  <a:pt x="106199" y="375457"/>
                </a:lnTo>
                <a:lnTo>
                  <a:pt x="104225" y="374738"/>
                </a:lnTo>
                <a:close/>
                <a:moveTo>
                  <a:pt x="116895" y="299802"/>
                </a:moveTo>
                <a:lnTo>
                  <a:pt x="117831" y="300943"/>
                </a:lnTo>
                <a:lnTo>
                  <a:pt x="116426" y="300372"/>
                </a:lnTo>
                <a:close/>
                <a:moveTo>
                  <a:pt x="126285" y="46149"/>
                </a:moveTo>
                <a:lnTo>
                  <a:pt x="128169" y="46962"/>
                </a:lnTo>
                <a:lnTo>
                  <a:pt x="125343" y="46556"/>
                </a:lnTo>
                <a:close/>
                <a:moveTo>
                  <a:pt x="99338" y="57479"/>
                </a:moveTo>
                <a:lnTo>
                  <a:pt x="100532" y="59276"/>
                </a:lnTo>
                <a:lnTo>
                  <a:pt x="98741" y="58377"/>
                </a:lnTo>
                <a:close/>
                <a:moveTo>
                  <a:pt x="84303" y="226084"/>
                </a:moveTo>
                <a:lnTo>
                  <a:pt x="85234" y="226938"/>
                </a:lnTo>
                <a:lnTo>
                  <a:pt x="83837" y="226511"/>
                </a:lnTo>
                <a:close/>
                <a:moveTo>
                  <a:pt x="94755" y="432671"/>
                </a:moveTo>
                <a:lnTo>
                  <a:pt x="95340" y="433483"/>
                </a:lnTo>
                <a:lnTo>
                  <a:pt x="94463" y="433077"/>
                </a:lnTo>
                <a:close/>
                <a:moveTo>
                  <a:pt x="53941" y="136360"/>
                </a:moveTo>
                <a:lnTo>
                  <a:pt x="56084" y="137886"/>
                </a:lnTo>
                <a:lnTo>
                  <a:pt x="52870" y="137123"/>
                </a:lnTo>
                <a:close/>
                <a:moveTo>
                  <a:pt x="75115" y="9000"/>
                </a:moveTo>
                <a:lnTo>
                  <a:pt x="77122" y="10403"/>
                </a:lnTo>
                <a:lnTo>
                  <a:pt x="74112" y="9701"/>
                </a:lnTo>
                <a:close/>
                <a:moveTo>
                  <a:pt x="126742" y="142532"/>
                </a:moveTo>
                <a:lnTo>
                  <a:pt x="127685" y="143444"/>
                </a:lnTo>
                <a:lnTo>
                  <a:pt x="126271" y="142988"/>
                </a:lnTo>
                <a:close/>
                <a:moveTo>
                  <a:pt x="58589" y="214039"/>
                </a:moveTo>
                <a:lnTo>
                  <a:pt x="60770" y="215619"/>
                </a:lnTo>
                <a:lnTo>
                  <a:pt x="57499" y="214829"/>
                </a:lnTo>
                <a:close/>
                <a:moveTo>
                  <a:pt x="10613" y="203266"/>
                </a:moveTo>
                <a:lnTo>
                  <a:pt x="11238" y="204294"/>
                </a:lnTo>
                <a:lnTo>
                  <a:pt x="10301" y="203780"/>
                </a:lnTo>
                <a:close/>
                <a:moveTo>
                  <a:pt x="65284" y="313425"/>
                </a:moveTo>
                <a:lnTo>
                  <a:pt x="67196" y="314442"/>
                </a:lnTo>
                <a:lnTo>
                  <a:pt x="64328" y="313933"/>
                </a:lnTo>
                <a:close/>
                <a:moveTo>
                  <a:pt x="125394" y="90571"/>
                </a:moveTo>
                <a:lnTo>
                  <a:pt x="126374" y="91058"/>
                </a:lnTo>
                <a:lnTo>
                  <a:pt x="124904" y="90815"/>
                </a:lnTo>
                <a:close/>
                <a:moveTo>
                  <a:pt x="118288" y="383354"/>
                </a:moveTo>
                <a:lnTo>
                  <a:pt x="119721" y="384072"/>
                </a:lnTo>
                <a:lnTo>
                  <a:pt x="117572" y="383713"/>
                </a:lnTo>
                <a:close/>
                <a:moveTo>
                  <a:pt x="49412" y="19857"/>
                </a:moveTo>
                <a:lnTo>
                  <a:pt x="50928" y="20478"/>
                </a:lnTo>
                <a:lnTo>
                  <a:pt x="48654" y="20167"/>
                </a:lnTo>
                <a:close/>
                <a:moveTo>
                  <a:pt x="33143" y="133146"/>
                </a:moveTo>
                <a:lnTo>
                  <a:pt x="34960" y="133879"/>
                </a:lnTo>
                <a:lnTo>
                  <a:pt x="32234" y="133513"/>
                </a:lnTo>
                <a:close/>
                <a:moveTo>
                  <a:pt x="134654" y="273163"/>
                </a:moveTo>
                <a:lnTo>
                  <a:pt x="135228" y="273796"/>
                </a:lnTo>
                <a:lnTo>
                  <a:pt x="134367" y="273479"/>
                </a:lnTo>
                <a:close/>
                <a:moveTo>
                  <a:pt x="143036" y="235127"/>
                </a:moveTo>
                <a:lnTo>
                  <a:pt x="144444" y="235578"/>
                </a:lnTo>
                <a:lnTo>
                  <a:pt x="142332" y="235352"/>
                </a:lnTo>
                <a:close/>
                <a:moveTo>
                  <a:pt x="114189" y="175067"/>
                </a:moveTo>
                <a:lnTo>
                  <a:pt x="114570" y="175574"/>
                </a:lnTo>
                <a:lnTo>
                  <a:pt x="113999" y="175320"/>
                </a:lnTo>
                <a:close/>
                <a:moveTo>
                  <a:pt x="45915" y="41939"/>
                </a:moveTo>
                <a:lnTo>
                  <a:pt x="46831" y="43208"/>
                </a:lnTo>
                <a:lnTo>
                  <a:pt x="45458" y="42573"/>
                </a:lnTo>
                <a:close/>
                <a:moveTo>
                  <a:pt x="28716" y="463059"/>
                </a:moveTo>
                <a:lnTo>
                  <a:pt x="30201" y="464337"/>
                </a:lnTo>
                <a:lnTo>
                  <a:pt x="27973" y="463698"/>
                </a:lnTo>
                <a:close/>
                <a:moveTo>
                  <a:pt x="88123" y="243367"/>
                </a:moveTo>
                <a:lnTo>
                  <a:pt x="89666" y="244063"/>
                </a:lnTo>
                <a:lnTo>
                  <a:pt x="87351" y="243715"/>
                </a:lnTo>
                <a:close/>
                <a:moveTo>
                  <a:pt x="49768" y="104879"/>
                </a:moveTo>
                <a:lnTo>
                  <a:pt x="51140" y="106026"/>
                </a:lnTo>
                <a:lnTo>
                  <a:pt x="49082" y="105453"/>
                </a:lnTo>
                <a:close/>
                <a:moveTo>
                  <a:pt x="117150" y="331534"/>
                </a:moveTo>
                <a:lnTo>
                  <a:pt x="119091" y="332438"/>
                </a:lnTo>
                <a:lnTo>
                  <a:pt x="116180" y="331986"/>
                </a:lnTo>
                <a:close/>
                <a:moveTo>
                  <a:pt x="124636" y="74625"/>
                </a:moveTo>
                <a:lnTo>
                  <a:pt x="125881" y="75877"/>
                </a:lnTo>
                <a:lnTo>
                  <a:pt x="124013" y="75251"/>
                </a:lnTo>
                <a:close/>
                <a:moveTo>
                  <a:pt x="4143" y="120163"/>
                </a:moveTo>
                <a:lnTo>
                  <a:pt x="5211" y="121551"/>
                </a:lnTo>
                <a:lnTo>
                  <a:pt x="3608" y="120857"/>
                </a:lnTo>
                <a:close/>
                <a:moveTo>
                  <a:pt x="59912" y="464516"/>
                </a:moveTo>
                <a:lnTo>
                  <a:pt x="61467" y="466070"/>
                </a:lnTo>
                <a:lnTo>
                  <a:pt x="59134" y="465293"/>
                </a:lnTo>
                <a:close/>
                <a:moveTo>
                  <a:pt x="141160" y="245892"/>
                </a:moveTo>
                <a:lnTo>
                  <a:pt x="142643" y="246350"/>
                </a:lnTo>
                <a:lnTo>
                  <a:pt x="140418" y="246121"/>
                </a:lnTo>
                <a:close/>
                <a:moveTo>
                  <a:pt x="81666" y="120962"/>
                </a:moveTo>
                <a:lnTo>
                  <a:pt x="82665" y="122071"/>
                </a:lnTo>
                <a:lnTo>
                  <a:pt x="81166" y="121517"/>
                </a:lnTo>
                <a:close/>
                <a:moveTo>
                  <a:pt x="26666" y="297364"/>
                </a:moveTo>
                <a:lnTo>
                  <a:pt x="27516" y="298900"/>
                </a:lnTo>
                <a:lnTo>
                  <a:pt x="26240" y="298132"/>
                </a:lnTo>
                <a:close/>
                <a:moveTo>
                  <a:pt x="143139" y="142364"/>
                </a:moveTo>
                <a:lnTo>
                  <a:pt x="144037" y="142807"/>
                </a:lnTo>
                <a:lnTo>
                  <a:pt x="142690" y="142585"/>
                </a:lnTo>
                <a:close/>
                <a:moveTo>
                  <a:pt x="7358" y="57164"/>
                </a:moveTo>
                <a:lnTo>
                  <a:pt x="8151" y="58499"/>
                </a:lnTo>
                <a:lnTo>
                  <a:pt x="6961" y="57832"/>
                </a:lnTo>
                <a:close/>
                <a:moveTo>
                  <a:pt x="104398" y="204983"/>
                </a:moveTo>
                <a:lnTo>
                  <a:pt x="105507" y="205810"/>
                </a:lnTo>
                <a:lnTo>
                  <a:pt x="103843" y="205397"/>
                </a:lnTo>
                <a:close/>
                <a:moveTo>
                  <a:pt x="27639" y="452754"/>
                </a:moveTo>
                <a:lnTo>
                  <a:pt x="28263" y="453689"/>
                </a:lnTo>
                <a:lnTo>
                  <a:pt x="27328" y="453221"/>
                </a:lnTo>
                <a:close/>
                <a:moveTo>
                  <a:pt x="4947" y="255998"/>
                </a:moveTo>
                <a:lnTo>
                  <a:pt x="6198" y="256421"/>
                </a:lnTo>
                <a:lnTo>
                  <a:pt x="4322" y="256209"/>
                </a:lnTo>
                <a:close/>
                <a:moveTo>
                  <a:pt x="90040" y="235821"/>
                </a:moveTo>
                <a:lnTo>
                  <a:pt x="91684" y="236951"/>
                </a:lnTo>
                <a:lnTo>
                  <a:pt x="89218" y="236386"/>
                </a:lnTo>
                <a:close/>
                <a:moveTo>
                  <a:pt x="46984" y="314167"/>
                </a:moveTo>
                <a:lnTo>
                  <a:pt x="48253" y="315774"/>
                </a:lnTo>
                <a:lnTo>
                  <a:pt x="46350" y="314970"/>
                </a:lnTo>
                <a:close/>
                <a:moveTo>
                  <a:pt x="134470" y="414362"/>
                </a:moveTo>
                <a:lnTo>
                  <a:pt x="136035" y="415101"/>
                </a:lnTo>
                <a:lnTo>
                  <a:pt x="133687" y="414732"/>
                </a:lnTo>
                <a:close/>
                <a:moveTo>
                  <a:pt x="12485" y="401106"/>
                </a:moveTo>
                <a:lnTo>
                  <a:pt x="12876" y="402708"/>
                </a:lnTo>
                <a:lnTo>
                  <a:pt x="12290" y="401907"/>
                </a:lnTo>
                <a:close/>
                <a:moveTo>
                  <a:pt x="25452" y="132918"/>
                </a:moveTo>
                <a:lnTo>
                  <a:pt x="27062" y="133463"/>
                </a:lnTo>
                <a:lnTo>
                  <a:pt x="24647" y="133191"/>
                </a:lnTo>
                <a:close/>
                <a:moveTo>
                  <a:pt x="55504" y="224301"/>
                </a:moveTo>
                <a:lnTo>
                  <a:pt x="55878" y="224812"/>
                </a:lnTo>
                <a:lnTo>
                  <a:pt x="55317" y="224556"/>
                </a:lnTo>
                <a:close/>
                <a:moveTo>
                  <a:pt x="35060" y="296076"/>
                </a:moveTo>
                <a:lnTo>
                  <a:pt x="36592" y="296567"/>
                </a:lnTo>
                <a:lnTo>
                  <a:pt x="34294" y="296321"/>
                </a:lnTo>
                <a:close/>
                <a:moveTo>
                  <a:pt x="142040" y="109930"/>
                </a:moveTo>
                <a:lnTo>
                  <a:pt x="142693" y="110723"/>
                </a:lnTo>
                <a:lnTo>
                  <a:pt x="141713" y="110327"/>
                </a:lnTo>
                <a:close/>
                <a:moveTo>
                  <a:pt x="16963" y="176069"/>
                </a:moveTo>
                <a:lnTo>
                  <a:pt x="17380" y="176750"/>
                </a:lnTo>
                <a:lnTo>
                  <a:pt x="16754" y="176410"/>
                </a:lnTo>
                <a:close/>
                <a:moveTo>
                  <a:pt x="117435" y="75994"/>
                </a:moveTo>
                <a:lnTo>
                  <a:pt x="118857" y="76999"/>
                </a:lnTo>
                <a:lnTo>
                  <a:pt x="116724" y="76497"/>
                </a:lnTo>
                <a:close/>
                <a:moveTo>
                  <a:pt x="105425" y="75103"/>
                </a:moveTo>
                <a:lnTo>
                  <a:pt x="107556" y="75918"/>
                </a:lnTo>
                <a:lnTo>
                  <a:pt x="104360" y="75511"/>
                </a:lnTo>
                <a:close/>
                <a:moveTo>
                  <a:pt x="135423" y="104164"/>
                </a:moveTo>
                <a:lnTo>
                  <a:pt x="136230" y="105746"/>
                </a:lnTo>
                <a:lnTo>
                  <a:pt x="135020" y="104955"/>
                </a:lnTo>
                <a:close/>
                <a:moveTo>
                  <a:pt x="62223" y="324073"/>
                </a:moveTo>
                <a:lnTo>
                  <a:pt x="64128" y="325419"/>
                </a:lnTo>
                <a:lnTo>
                  <a:pt x="61270" y="324746"/>
                </a:lnTo>
                <a:close/>
                <a:moveTo>
                  <a:pt x="105180" y="385856"/>
                </a:moveTo>
                <a:lnTo>
                  <a:pt x="105555" y="386503"/>
                </a:lnTo>
                <a:lnTo>
                  <a:pt x="104992" y="386179"/>
                </a:lnTo>
                <a:close/>
                <a:moveTo>
                  <a:pt x="131693" y="372485"/>
                </a:moveTo>
                <a:lnTo>
                  <a:pt x="132221" y="374121"/>
                </a:lnTo>
                <a:lnTo>
                  <a:pt x="131428" y="373303"/>
                </a:lnTo>
                <a:close/>
                <a:moveTo>
                  <a:pt x="107821" y="184826"/>
                </a:moveTo>
                <a:lnTo>
                  <a:pt x="108896" y="185650"/>
                </a:lnTo>
                <a:lnTo>
                  <a:pt x="107284" y="185238"/>
                </a:lnTo>
                <a:close/>
                <a:moveTo>
                  <a:pt x="117092" y="126164"/>
                </a:moveTo>
                <a:lnTo>
                  <a:pt x="118218" y="127371"/>
                </a:lnTo>
                <a:lnTo>
                  <a:pt x="116529" y="126768"/>
                </a:lnTo>
                <a:close/>
                <a:moveTo>
                  <a:pt x="73831" y="235680"/>
                </a:moveTo>
                <a:lnTo>
                  <a:pt x="74448" y="236948"/>
                </a:lnTo>
                <a:lnTo>
                  <a:pt x="73522" y="236314"/>
                </a:lnTo>
                <a:close/>
                <a:moveTo>
                  <a:pt x="40301" y="452431"/>
                </a:moveTo>
                <a:lnTo>
                  <a:pt x="41046" y="454197"/>
                </a:lnTo>
                <a:lnTo>
                  <a:pt x="39929" y="453314"/>
                </a:lnTo>
                <a:close/>
                <a:moveTo>
                  <a:pt x="64740" y="40966"/>
                </a:moveTo>
                <a:lnTo>
                  <a:pt x="65844" y="41817"/>
                </a:lnTo>
                <a:lnTo>
                  <a:pt x="64188" y="41392"/>
                </a:lnTo>
                <a:close/>
                <a:moveTo>
                  <a:pt x="31687" y="274106"/>
                </a:moveTo>
                <a:lnTo>
                  <a:pt x="33055" y="275394"/>
                </a:lnTo>
                <a:lnTo>
                  <a:pt x="31002" y="274750"/>
                </a:lnTo>
                <a:close/>
                <a:moveTo>
                  <a:pt x="79997" y="86898"/>
                </a:moveTo>
                <a:lnTo>
                  <a:pt x="81949" y="87894"/>
                </a:lnTo>
                <a:lnTo>
                  <a:pt x="79021" y="87396"/>
                </a:lnTo>
                <a:close/>
                <a:moveTo>
                  <a:pt x="2973" y="336764"/>
                </a:moveTo>
                <a:lnTo>
                  <a:pt x="5121" y="338322"/>
                </a:lnTo>
                <a:lnTo>
                  <a:pt x="1899" y="337543"/>
                </a:lnTo>
                <a:close/>
                <a:moveTo>
                  <a:pt x="112836" y="323554"/>
                </a:moveTo>
                <a:lnTo>
                  <a:pt x="113479" y="324126"/>
                </a:lnTo>
                <a:lnTo>
                  <a:pt x="112514" y="323840"/>
                </a:lnTo>
                <a:close/>
                <a:moveTo>
                  <a:pt x="119131" y="361356"/>
                </a:moveTo>
                <a:lnTo>
                  <a:pt x="120522" y="362093"/>
                </a:lnTo>
                <a:lnTo>
                  <a:pt x="118436" y="361724"/>
                </a:lnTo>
                <a:close/>
                <a:moveTo>
                  <a:pt x="88063" y="434901"/>
                </a:moveTo>
                <a:lnTo>
                  <a:pt x="88618" y="435649"/>
                </a:lnTo>
                <a:lnTo>
                  <a:pt x="87786" y="435275"/>
                </a:lnTo>
                <a:close/>
                <a:moveTo>
                  <a:pt x="81707" y="125974"/>
                </a:moveTo>
                <a:lnTo>
                  <a:pt x="83416" y="126575"/>
                </a:lnTo>
                <a:lnTo>
                  <a:pt x="80853" y="126275"/>
                </a:lnTo>
                <a:close/>
                <a:moveTo>
                  <a:pt x="20838" y="97032"/>
                </a:moveTo>
                <a:lnTo>
                  <a:pt x="21242" y="97953"/>
                </a:lnTo>
                <a:lnTo>
                  <a:pt x="20636" y="97492"/>
                </a:lnTo>
                <a:close/>
                <a:moveTo>
                  <a:pt x="75735" y="449857"/>
                </a:moveTo>
                <a:lnTo>
                  <a:pt x="76973" y="451523"/>
                </a:lnTo>
                <a:lnTo>
                  <a:pt x="75115" y="450690"/>
                </a:lnTo>
                <a:close/>
                <a:moveTo>
                  <a:pt x="12202" y="173271"/>
                </a:moveTo>
                <a:lnTo>
                  <a:pt x="14266" y="174056"/>
                </a:lnTo>
                <a:lnTo>
                  <a:pt x="11170" y="173663"/>
                </a:lnTo>
                <a:close/>
                <a:moveTo>
                  <a:pt x="3023" y="38625"/>
                </a:moveTo>
                <a:lnTo>
                  <a:pt x="4623" y="39926"/>
                </a:lnTo>
                <a:lnTo>
                  <a:pt x="2223" y="39276"/>
                </a:lnTo>
                <a:close/>
                <a:moveTo>
                  <a:pt x="91829" y="391730"/>
                </a:moveTo>
                <a:lnTo>
                  <a:pt x="93759" y="393295"/>
                </a:lnTo>
                <a:lnTo>
                  <a:pt x="90864" y="392513"/>
                </a:lnTo>
                <a:close/>
                <a:moveTo>
                  <a:pt x="108270" y="139398"/>
                </a:moveTo>
                <a:lnTo>
                  <a:pt x="109464" y="140695"/>
                </a:lnTo>
                <a:lnTo>
                  <a:pt x="107674" y="140047"/>
                </a:lnTo>
                <a:close/>
                <a:moveTo>
                  <a:pt x="65528" y="42636"/>
                </a:moveTo>
                <a:lnTo>
                  <a:pt x="66513" y="43537"/>
                </a:lnTo>
                <a:lnTo>
                  <a:pt x="65036" y="43086"/>
                </a:lnTo>
                <a:close/>
                <a:moveTo>
                  <a:pt x="43336" y="33506"/>
                </a:moveTo>
                <a:lnTo>
                  <a:pt x="44759" y="34165"/>
                </a:lnTo>
                <a:lnTo>
                  <a:pt x="42625" y="33836"/>
                </a:lnTo>
                <a:close/>
                <a:moveTo>
                  <a:pt x="89595" y="160078"/>
                </a:moveTo>
                <a:lnTo>
                  <a:pt x="91189" y="161605"/>
                </a:lnTo>
                <a:lnTo>
                  <a:pt x="88798" y="160842"/>
                </a:lnTo>
                <a:close/>
                <a:moveTo>
                  <a:pt x="77637" y="155772"/>
                </a:moveTo>
                <a:lnTo>
                  <a:pt x="79234" y="156500"/>
                </a:lnTo>
                <a:lnTo>
                  <a:pt x="76838" y="156136"/>
                </a:lnTo>
                <a:close/>
                <a:moveTo>
                  <a:pt x="107644" y="448382"/>
                </a:moveTo>
                <a:lnTo>
                  <a:pt x="109527" y="449550"/>
                </a:lnTo>
                <a:lnTo>
                  <a:pt x="106703" y="448966"/>
                </a:lnTo>
                <a:close/>
                <a:moveTo>
                  <a:pt x="130652" y="256077"/>
                </a:moveTo>
                <a:lnTo>
                  <a:pt x="132192" y="256399"/>
                </a:lnTo>
                <a:lnTo>
                  <a:pt x="129882" y="256238"/>
                </a:lnTo>
                <a:close/>
                <a:moveTo>
                  <a:pt x="54905" y="141201"/>
                </a:moveTo>
                <a:lnTo>
                  <a:pt x="55332" y="141579"/>
                </a:lnTo>
                <a:lnTo>
                  <a:pt x="54691" y="141390"/>
                </a:lnTo>
                <a:close/>
                <a:moveTo>
                  <a:pt x="85551" y="85524"/>
                </a:moveTo>
                <a:lnTo>
                  <a:pt x="86679" y="87156"/>
                </a:lnTo>
                <a:lnTo>
                  <a:pt x="84986" y="86340"/>
                </a:lnTo>
                <a:close/>
                <a:moveTo>
                  <a:pt x="9531" y="142022"/>
                </a:moveTo>
                <a:lnTo>
                  <a:pt x="10964" y="143400"/>
                </a:lnTo>
                <a:lnTo>
                  <a:pt x="8815" y="142711"/>
                </a:lnTo>
                <a:close/>
                <a:moveTo>
                  <a:pt x="56506" y="17133"/>
                </a:moveTo>
                <a:lnTo>
                  <a:pt x="57834" y="17558"/>
                </a:lnTo>
                <a:lnTo>
                  <a:pt x="55842" y="17346"/>
                </a:lnTo>
                <a:close/>
                <a:moveTo>
                  <a:pt x="34003" y="273687"/>
                </a:moveTo>
                <a:lnTo>
                  <a:pt x="34629" y="274051"/>
                </a:lnTo>
                <a:lnTo>
                  <a:pt x="33690" y="273869"/>
                </a:lnTo>
                <a:close/>
                <a:moveTo>
                  <a:pt x="132903" y="45818"/>
                </a:moveTo>
                <a:lnTo>
                  <a:pt x="134695" y="47288"/>
                </a:lnTo>
                <a:lnTo>
                  <a:pt x="132007" y="46553"/>
                </a:lnTo>
                <a:close/>
                <a:moveTo>
                  <a:pt x="120879" y="4045"/>
                </a:moveTo>
                <a:lnTo>
                  <a:pt x="121430" y="5719"/>
                </a:lnTo>
                <a:lnTo>
                  <a:pt x="120604" y="4882"/>
                </a:lnTo>
                <a:close/>
                <a:moveTo>
                  <a:pt x="67493" y="252071"/>
                </a:moveTo>
                <a:lnTo>
                  <a:pt x="67961" y="252748"/>
                </a:lnTo>
                <a:lnTo>
                  <a:pt x="67259" y="252410"/>
                </a:lnTo>
                <a:close/>
                <a:moveTo>
                  <a:pt x="2374" y="232597"/>
                </a:moveTo>
                <a:lnTo>
                  <a:pt x="3251" y="234047"/>
                </a:lnTo>
                <a:lnTo>
                  <a:pt x="1936" y="233322"/>
                </a:lnTo>
                <a:close/>
                <a:moveTo>
                  <a:pt x="114080" y="137530"/>
                </a:moveTo>
                <a:lnTo>
                  <a:pt x="116223" y="138342"/>
                </a:lnTo>
                <a:lnTo>
                  <a:pt x="113008" y="137936"/>
                </a:lnTo>
                <a:close/>
                <a:moveTo>
                  <a:pt x="16305" y="132938"/>
                </a:moveTo>
                <a:lnTo>
                  <a:pt x="18186" y="134034"/>
                </a:lnTo>
                <a:lnTo>
                  <a:pt x="15365" y="133486"/>
                </a:lnTo>
                <a:close/>
                <a:moveTo>
                  <a:pt x="135169" y="112152"/>
                </a:moveTo>
                <a:lnTo>
                  <a:pt x="136990" y="112873"/>
                </a:lnTo>
                <a:lnTo>
                  <a:pt x="134258" y="112513"/>
                </a:lnTo>
                <a:close/>
                <a:moveTo>
                  <a:pt x="99823" y="406950"/>
                </a:moveTo>
                <a:lnTo>
                  <a:pt x="101111" y="408610"/>
                </a:lnTo>
                <a:lnTo>
                  <a:pt x="99178" y="407780"/>
                </a:lnTo>
                <a:close/>
                <a:moveTo>
                  <a:pt x="88050" y="243551"/>
                </a:moveTo>
                <a:lnTo>
                  <a:pt x="89865" y="244392"/>
                </a:lnTo>
                <a:lnTo>
                  <a:pt x="87142" y="243971"/>
                </a:lnTo>
                <a:close/>
                <a:moveTo>
                  <a:pt x="43924" y="113624"/>
                </a:moveTo>
                <a:lnTo>
                  <a:pt x="44499" y="114072"/>
                </a:lnTo>
                <a:lnTo>
                  <a:pt x="43637" y="113848"/>
                </a:lnTo>
                <a:close/>
                <a:moveTo>
                  <a:pt x="79130" y="317966"/>
                </a:moveTo>
                <a:lnTo>
                  <a:pt x="79657" y="319718"/>
                </a:lnTo>
                <a:lnTo>
                  <a:pt x="78866" y="318842"/>
                </a:lnTo>
                <a:close/>
                <a:moveTo>
                  <a:pt x="71156" y="62957"/>
                </a:moveTo>
                <a:lnTo>
                  <a:pt x="73328" y="63651"/>
                </a:lnTo>
                <a:lnTo>
                  <a:pt x="70069" y="63304"/>
                </a:lnTo>
                <a:close/>
                <a:moveTo>
                  <a:pt x="143089" y="61643"/>
                </a:moveTo>
                <a:lnTo>
                  <a:pt x="144933" y="62568"/>
                </a:lnTo>
                <a:lnTo>
                  <a:pt x="142168" y="62106"/>
                </a:lnTo>
                <a:close/>
                <a:moveTo>
                  <a:pt x="2749" y="87834"/>
                </a:moveTo>
                <a:lnTo>
                  <a:pt x="4040" y="88499"/>
                </a:lnTo>
                <a:lnTo>
                  <a:pt x="2103" y="88166"/>
                </a:lnTo>
                <a:close/>
                <a:moveTo>
                  <a:pt x="76751" y="222595"/>
                </a:moveTo>
                <a:lnTo>
                  <a:pt x="77308" y="223460"/>
                </a:lnTo>
                <a:lnTo>
                  <a:pt x="76472" y="223028"/>
                </a:lnTo>
                <a:close/>
                <a:moveTo>
                  <a:pt x="129773" y="83314"/>
                </a:moveTo>
                <a:lnTo>
                  <a:pt x="131249" y="85079"/>
                </a:lnTo>
                <a:lnTo>
                  <a:pt x="129035" y="84197"/>
                </a:lnTo>
                <a:close/>
                <a:moveTo>
                  <a:pt x="92626" y="77560"/>
                </a:moveTo>
                <a:lnTo>
                  <a:pt x="93977" y="78006"/>
                </a:lnTo>
                <a:lnTo>
                  <a:pt x="91950" y="77783"/>
                </a:lnTo>
                <a:close/>
                <a:moveTo>
                  <a:pt x="59543" y="455802"/>
                </a:moveTo>
                <a:lnTo>
                  <a:pt x="60106" y="456331"/>
                </a:lnTo>
                <a:lnTo>
                  <a:pt x="59261" y="456066"/>
                </a:lnTo>
                <a:close/>
                <a:moveTo>
                  <a:pt x="108326" y="38820"/>
                </a:moveTo>
                <a:lnTo>
                  <a:pt x="110303" y="39687"/>
                </a:lnTo>
                <a:lnTo>
                  <a:pt x="107337" y="39254"/>
                </a:lnTo>
                <a:close/>
                <a:moveTo>
                  <a:pt x="88640" y="444291"/>
                </a:moveTo>
                <a:lnTo>
                  <a:pt x="89578" y="445540"/>
                </a:lnTo>
                <a:lnTo>
                  <a:pt x="88171" y="444916"/>
                </a:lnTo>
                <a:close/>
                <a:moveTo>
                  <a:pt x="35195" y="387988"/>
                </a:moveTo>
                <a:lnTo>
                  <a:pt x="36723" y="389168"/>
                </a:lnTo>
                <a:lnTo>
                  <a:pt x="34431" y="388578"/>
                </a:lnTo>
                <a:close/>
                <a:moveTo>
                  <a:pt x="112851" y="155477"/>
                </a:moveTo>
                <a:lnTo>
                  <a:pt x="114285" y="156164"/>
                </a:lnTo>
                <a:lnTo>
                  <a:pt x="112134" y="155820"/>
                </a:lnTo>
                <a:close/>
                <a:moveTo>
                  <a:pt x="64926" y="295183"/>
                </a:moveTo>
                <a:lnTo>
                  <a:pt x="67097" y="296767"/>
                </a:lnTo>
                <a:lnTo>
                  <a:pt x="63841" y="295975"/>
                </a:lnTo>
                <a:close/>
                <a:moveTo>
                  <a:pt x="102359" y="371434"/>
                </a:moveTo>
                <a:lnTo>
                  <a:pt x="103547" y="372937"/>
                </a:lnTo>
                <a:lnTo>
                  <a:pt x="101765" y="372185"/>
                </a:lnTo>
                <a:close/>
                <a:moveTo>
                  <a:pt x="31136" y="300438"/>
                </a:moveTo>
                <a:lnTo>
                  <a:pt x="33037" y="301026"/>
                </a:lnTo>
                <a:lnTo>
                  <a:pt x="30186" y="300732"/>
                </a:lnTo>
                <a:close/>
                <a:moveTo>
                  <a:pt x="73273" y="163256"/>
                </a:moveTo>
                <a:lnTo>
                  <a:pt x="75210" y="164239"/>
                </a:lnTo>
                <a:lnTo>
                  <a:pt x="72304" y="163747"/>
                </a:lnTo>
                <a:close/>
                <a:moveTo>
                  <a:pt x="35233" y="191524"/>
                </a:moveTo>
                <a:lnTo>
                  <a:pt x="35891" y="193304"/>
                </a:lnTo>
                <a:lnTo>
                  <a:pt x="34905" y="192414"/>
                </a:lnTo>
                <a:close/>
                <a:moveTo>
                  <a:pt x="27547" y="135717"/>
                </a:moveTo>
                <a:lnTo>
                  <a:pt x="29401" y="136794"/>
                </a:lnTo>
                <a:lnTo>
                  <a:pt x="26620" y="136256"/>
                </a:lnTo>
                <a:close/>
                <a:moveTo>
                  <a:pt x="17891" y="152741"/>
                </a:moveTo>
                <a:lnTo>
                  <a:pt x="20036" y="153603"/>
                </a:lnTo>
                <a:lnTo>
                  <a:pt x="16818" y="153172"/>
                </a:lnTo>
                <a:close/>
                <a:moveTo>
                  <a:pt x="130814" y="435806"/>
                </a:moveTo>
                <a:lnTo>
                  <a:pt x="132160" y="436790"/>
                </a:lnTo>
                <a:lnTo>
                  <a:pt x="130141" y="436298"/>
                </a:lnTo>
                <a:close/>
                <a:moveTo>
                  <a:pt x="91638" y="3345"/>
                </a:moveTo>
                <a:lnTo>
                  <a:pt x="92279" y="4700"/>
                </a:lnTo>
                <a:lnTo>
                  <a:pt x="91317" y="4023"/>
                </a:lnTo>
                <a:close/>
                <a:moveTo>
                  <a:pt x="118235" y="313818"/>
                </a:moveTo>
                <a:lnTo>
                  <a:pt x="120193" y="314728"/>
                </a:lnTo>
                <a:lnTo>
                  <a:pt x="117256" y="314273"/>
                </a:lnTo>
                <a:close/>
                <a:moveTo>
                  <a:pt x="38047" y="447927"/>
                </a:moveTo>
                <a:lnTo>
                  <a:pt x="39418" y="448354"/>
                </a:lnTo>
                <a:lnTo>
                  <a:pt x="37362" y="448141"/>
                </a:lnTo>
                <a:close/>
                <a:moveTo>
                  <a:pt x="104625" y="237173"/>
                </a:moveTo>
                <a:lnTo>
                  <a:pt x="106427" y="237669"/>
                </a:lnTo>
                <a:lnTo>
                  <a:pt x="103724" y="237421"/>
                </a:lnTo>
                <a:close/>
                <a:moveTo>
                  <a:pt x="107107" y="465053"/>
                </a:moveTo>
                <a:lnTo>
                  <a:pt x="108181" y="466624"/>
                </a:lnTo>
                <a:lnTo>
                  <a:pt x="106571" y="465839"/>
                </a:lnTo>
                <a:close/>
                <a:moveTo>
                  <a:pt x="95199" y="362532"/>
                </a:moveTo>
                <a:lnTo>
                  <a:pt x="96259" y="363148"/>
                </a:lnTo>
                <a:lnTo>
                  <a:pt x="94670" y="362840"/>
                </a:lnTo>
                <a:close/>
                <a:moveTo>
                  <a:pt x="103736" y="366816"/>
                </a:moveTo>
                <a:lnTo>
                  <a:pt x="104364" y="367160"/>
                </a:lnTo>
                <a:lnTo>
                  <a:pt x="103422" y="366988"/>
                </a:lnTo>
                <a:close/>
                <a:moveTo>
                  <a:pt x="55126" y="343517"/>
                </a:moveTo>
                <a:lnTo>
                  <a:pt x="55717" y="345128"/>
                </a:lnTo>
                <a:lnTo>
                  <a:pt x="54830" y="344322"/>
                </a:lnTo>
                <a:close/>
                <a:moveTo>
                  <a:pt x="120984" y="22038"/>
                </a:moveTo>
                <a:lnTo>
                  <a:pt x="121945" y="22554"/>
                </a:lnTo>
                <a:lnTo>
                  <a:pt x="120503" y="22296"/>
                </a:lnTo>
                <a:close/>
                <a:moveTo>
                  <a:pt x="46846" y="199248"/>
                </a:moveTo>
                <a:lnTo>
                  <a:pt x="47369" y="200954"/>
                </a:lnTo>
                <a:lnTo>
                  <a:pt x="46584" y="200101"/>
                </a:lnTo>
                <a:close/>
                <a:moveTo>
                  <a:pt x="31571" y="115922"/>
                </a:moveTo>
                <a:lnTo>
                  <a:pt x="32052" y="116766"/>
                </a:lnTo>
                <a:lnTo>
                  <a:pt x="31331" y="116344"/>
                </a:lnTo>
                <a:close/>
                <a:moveTo>
                  <a:pt x="28123" y="146860"/>
                </a:moveTo>
                <a:lnTo>
                  <a:pt x="30064" y="148000"/>
                </a:lnTo>
                <a:lnTo>
                  <a:pt x="27153" y="147430"/>
                </a:lnTo>
                <a:close/>
                <a:moveTo>
                  <a:pt x="64454" y="115744"/>
                </a:moveTo>
                <a:lnTo>
                  <a:pt x="65812" y="117228"/>
                </a:lnTo>
                <a:lnTo>
                  <a:pt x="63775" y="116486"/>
                </a:lnTo>
                <a:close/>
                <a:moveTo>
                  <a:pt x="93667" y="88565"/>
                </a:moveTo>
                <a:lnTo>
                  <a:pt x="95356" y="89036"/>
                </a:lnTo>
                <a:lnTo>
                  <a:pt x="92822" y="88800"/>
                </a:lnTo>
                <a:close/>
                <a:moveTo>
                  <a:pt x="69717" y="149750"/>
                </a:moveTo>
                <a:lnTo>
                  <a:pt x="70303" y="151086"/>
                </a:lnTo>
                <a:lnTo>
                  <a:pt x="69424" y="150418"/>
                </a:lnTo>
                <a:close/>
                <a:moveTo>
                  <a:pt x="33217" y="258535"/>
                </a:moveTo>
                <a:lnTo>
                  <a:pt x="35274" y="259518"/>
                </a:lnTo>
                <a:lnTo>
                  <a:pt x="32188" y="259026"/>
                </a:lnTo>
                <a:close/>
                <a:moveTo>
                  <a:pt x="102275" y="168246"/>
                </a:moveTo>
                <a:lnTo>
                  <a:pt x="104071" y="169139"/>
                </a:lnTo>
                <a:lnTo>
                  <a:pt x="101377" y="168692"/>
                </a:lnTo>
                <a:close/>
                <a:moveTo>
                  <a:pt x="29346" y="406400"/>
                </a:moveTo>
                <a:lnTo>
                  <a:pt x="30712" y="407081"/>
                </a:lnTo>
                <a:lnTo>
                  <a:pt x="28663" y="406740"/>
                </a:lnTo>
                <a:close/>
                <a:moveTo>
                  <a:pt x="88332" y="207124"/>
                </a:moveTo>
                <a:lnTo>
                  <a:pt x="89980" y="207660"/>
                </a:lnTo>
                <a:lnTo>
                  <a:pt x="87509" y="207392"/>
                </a:lnTo>
                <a:close/>
                <a:moveTo>
                  <a:pt x="39652" y="318053"/>
                </a:moveTo>
                <a:lnTo>
                  <a:pt x="40981" y="318650"/>
                </a:lnTo>
                <a:lnTo>
                  <a:pt x="38987" y="318351"/>
                </a:lnTo>
                <a:close/>
                <a:moveTo>
                  <a:pt x="69462" y="146372"/>
                </a:moveTo>
                <a:lnTo>
                  <a:pt x="71539" y="147258"/>
                </a:lnTo>
                <a:lnTo>
                  <a:pt x="68424" y="146815"/>
                </a:lnTo>
                <a:close/>
                <a:moveTo>
                  <a:pt x="113676" y="289390"/>
                </a:moveTo>
                <a:lnTo>
                  <a:pt x="115042" y="291033"/>
                </a:lnTo>
                <a:lnTo>
                  <a:pt x="112994" y="290211"/>
                </a:lnTo>
                <a:close/>
                <a:moveTo>
                  <a:pt x="96361" y="234133"/>
                </a:moveTo>
                <a:lnTo>
                  <a:pt x="97552" y="234897"/>
                </a:lnTo>
                <a:lnTo>
                  <a:pt x="95766" y="234515"/>
                </a:lnTo>
                <a:close/>
                <a:moveTo>
                  <a:pt x="81571" y="266841"/>
                </a:moveTo>
                <a:lnTo>
                  <a:pt x="83285" y="268470"/>
                </a:lnTo>
                <a:lnTo>
                  <a:pt x="80715" y="267655"/>
                </a:lnTo>
                <a:close/>
                <a:moveTo>
                  <a:pt x="137891" y="531"/>
                </a:moveTo>
                <a:lnTo>
                  <a:pt x="138243" y="1876"/>
                </a:lnTo>
                <a:lnTo>
                  <a:pt x="137715" y="1204"/>
                </a:lnTo>
                <a:close/>
                <a:moveTo>
                  <a:pt x="142732" y="403497"/>
                </a:moveTo>
                <a:lnTo>
                  <a:pt x="144092" y="404864"/>
                </a:lnTo>
                <a:lnTo>
                  <a:pt x="142052" y="404180"/>
                </a:lnTo>
                <a:close/>
                <a:moveTo>
                  <a:pt x="3351" y="89269"/>
                </a:moveTo>
                <a:lnTo>
                  <a:pt x="4791" y="89975"/>
                </a:lnTo>
                <a:lnTo>
                  <a:pt x="2632" y="89622"/>
                </a:lnTo>
                <a:close/>
                <a:moveTo>
                  <a:pt x="95254" y="374486"/>
                </a:moveTo>
                <a:lnTo>
                  <a:pt x="96178" y="375547"/>
                </a:lnTo>
                <a:lnTo>
                  <a:pt x="94792" y="375016"/>
                </a:lnTo>
                <a:close/>
                <a:moveTo>
                  <a:pt x="117849" y="280045"/>
                </a:moveTo>
                <a:lnTo>
                  <a:pt x="119279" y="281768"/>
                </a:lnTo>
                <a:lnTo>
                  <a:pt x="117133" y="280907"/>
                </a:lnTo>
                <a:close/>
                <a:moveTo>
                  <a:pt x="101278" y="285352"/>
                </a:moveTo>
                <a:lnTo>
                  <a:pt x="102258" y="286663"/>
                </a:lnTo>
                <a:lnTo>
                  <a:pt x="100788" y="286007"/>
                </a:lnTo>
                <a:close/>
                <a:moveTo>
                  <a:pt x="59165" y="222317"/>
                </a:moveTo>
                <a:lnTo>
                  <a:pt x="59712" y="223700"/>
                </a:lnTo>
                <a:lnTo>
                  <a:pt x="58892" y="223009"/>
                </a:lnTo>
                <a:close/>
                <a:moveTo>
                  <a:pt x="17568" y="166842"/>
                </a:moveTo>
                <a:lnTo>
                  <a:pt x="18116" y="167185"/>
                </a:lnTo>
                <a:lnTo>
                  <a:pt x="17293" y="167014"/>
                </a:lnTo>
                <a:close/>
                <a:moveTo>
                  <a:pt x="105982" y="339943"/>
                </a:moveTo>
                <a:lnTo>
                  <a:pt x="106473" y="340927"/>
                </a:lnTo>
                <a:lnTo>
                  <a:pt x="105736" y="340435"/>
                </a:lnTo>
                <a:close/>
                <a:moveTo>
                  <a:pt x="122933" y="292391"/>
                </a:moveTo>
                <a:lnTo>
                  <a:pt x="123695" y="292746"/>
                </a:lnTo>
                <a:lnTo>
                  <a:pt x="122552" y="292568"/>
                </a:lnTo>
                <a:close/>
                <a:moveTo>
                  <a:pt x="101989" y="242797"/>
                </a:moveTo>
                <a:lnTo>
                  <a:pt x="103414" y="244174"/>
                </a:lnTo>
                <a:lnTo>
                  <a:pt x="101277" y="243485"/>
                </a:lnTo>
                <a:close/>
                <a:moveTo>
                  <a:pt x="40473" y="469039"/>
                </a:moveTo>
                <a:lnTo>
                  <a:pt x="41275" y="469391"/>
                </a:lnTo>
                <a:lnTo>
                  <a:pt x="40072" y="469215"/>
                </a:lnTo>
                <a:close/>
                <a:moveTo>
                  <a:pt x="115013" y="372480"/>
                </a:moveTo>
                <a:lnTo>
                  <a:pt x="116959" y="373509"/>
                </a:lnTo>
                <a:lnTo>
                  <a:pt x="114040" y="372994"/>
                </a:lnTo>
                <a:close/>
                <a:moveTo>
                  <a:pt x="106003" y="283183"/>
                </a:moveTo>
                <a:lnTo>
                  <a:pt x="106593" y="284109"/>
                </a:lnTo>
                <a:lnTo>
                  <a:pt x="105708" y="283646"/>
                </a:lnTo>
                <a:close/>
                <a:moveTo>
                  <a:pt x="53803" y="129081"/>
                </a:moveTo>
                <a:lnTo>
                  <a:pt x="54824" y="130265"/>
                </a:lnTo>
                <a:lnTo>
                  <a:pt x="53292" y="129673"/>
                </a:lnTo>
                <a:close/>
                <a:moveTo>
                  <a:pt x="21808" y="215666"/>
                </a:moveTo>
                <a:lnTo>
                  <a:pt x="22610" y="217207"/>
                </a:lnTo>
                <a:lnTo>
                  <a:pt x="21407" y="216437"/>
                </a:lnTo>
                <a:close/>
                <a:moveTo>
                  <a:pt x="118707" y="29472"/>
                </a:moveTo>
                <a:lnTo>
                  <a:pt x="120676" y="30857"/>
                </a:lnTo>
                <a:lnTo>
                  <a:pt x="117723" y="30164"/>
                </a:lnTo>
                <a:close/>
                <a:moveTo>
                  <a:pt x="13028" y="215385"/>
                </a:moveTo>
                <a:lnTo>
                  <a:pt x="14498" y="216040"/>
                </a:lnTo>
                <a:lnTo>
                  <a:pt x="12293" y="215712"/>
                </a:lnTo>
                <a:close/>
                <a:moveTo>
                  <a:pt x="68097" y="417444"/>
                </a:moveTo>
                <a:lnTo>
                  <a:pt x="69716" y="418404"/>
                </a:lnTo>
                <a:lnTo>
                  <a:pt x="67288" y="417924"/>
                </a:lnTo>
                <a:close/>
                <a:moveTo>
                  <a:pt x="6381" y="254008"/>
                </a:moveTo>
                <a:lnTo>
                  <a:pt x="6842" y="255334"/>
                </a:lnTo>
                <a:lnTo>
                  <a:pt x="6151" y="254671"/>
                </a:lnTo>
                <a:close/>
                <a:moveTo>
                  <a:pt x="38540" y="114255"/>
                </a:moveTo>
                <a:lnTo>
                  <a:pt x="40643" y="115208"/>
                </a:lnTo>
                <a:lnTo>
                  <a:pt x="37488" y="114731"/>
                </a:lnTo>
                <a:close/>
                <a:moveTo>
                  <a:pt x="10478" y="220008"/>
                </a:moveTo>
                <a:lnTo>
                  <a:pt x="11415" y="220308"/>
                </a:lnTo>
                <a:lnTo>
                  <a:pt x="10010" y="220158"/>
                </a:lnTo>
                <a:close/>
                <a:moveTo>
                  <a:pt x="42020" y="379436"/>
                </a:moveTo>
                <a:lnTo>
                  <a:pt x="43451" y="380827"/>
                </a:lnTo>
                <a:lnTo>
                  <a:pt x="41304" y="380132"/>
                </a:lnTo>
                <a:close/>
                <a:moveTo>
                  <a:pt x="36321" y="78375"/>
                </a:moveTo>
                <a:lnTo>
                  <a:pt x="36765" y="79162"/>
                </a:lnTo>
                <a:lnTo>
                  <a:pt x="36099" y="78769"/>
                </a:lnTo>
                <a:close/>
                <a:moveTo>
                  <a:pt x="124531" y="340107"/>
                </a:moveTo>
                <a:lnTo>
                  <a:pt x="126030" y="340840"/>
                </a:lnTo>
                <a:lnTo>
                  <a:pt x="123781" y="340473"/>
                </a:lnTo>
                <a:close/>
                <a:moveTo>
                  <a:pt x="88387" y="280016"/>
                </a:moveTo>
                <a:lnTo>
                  <a:pt x="89580" y="280838"/>
                </a:lnTo>
                <a:lnTo>
                  <a:pt x="87791" y="280427"/>
                </a:lnTo>
                <a:close/>
                <a:moveTo>
                  <a:pt x="35529" y="314144"/>
                </a:moveTo>
                <a:lnTo>
                  <a:pt x="36931" y="314848"/>
                </a:lnTo>
                <a:lnTo>
                  <a:pt x="34827" y="314496"/>
                </a:lnTo>
                <a:close/>
                <a:moveTo>
                  <a:pt x="15868" y="420098"/>
                </a:moveTo>
                <a:lnTo>
                  <a:pt x="16998" y="421382"/>
                </a:lnTo>
                <a:lnTo>
                  <a:pt x="15302" y="420740"/>
                </a:lnTo>
                <a:close/>
                <a:moveTo>
                  <a:pt x="1739" y="418420"/>
                </a:moveTo>
                <a:lnTo>
                  <a:pt x="2440" y="419429"/>
                </a:lnTo>
                <a:lnTo>
                  <a:pt x="1388" y="418924"/>
                </a:lnTo>
                <a:close/>
                <a:moveTo>
                  <a:pt x="134548" y="411903"/>
                </a:moveTo>
                <a:lnTo>
                  <a:pt x="135322" y="412991"/>
                </a:lnTo>
                <a:lnTo>
                  <a:pt x="134161" y="412447"/>
                </a:lnTo>
                <a:close/>
                <a:moveTo>
                  <a:pt x="126478" y="414770"/>
                </a:moveTo>
                <a:lnTo>
                  <a:pt x="128198" y="416389"/>
                </a:lnTo>
                <a:lnTo>
                  <a:pt x="125619" y="415580"/>
                </a:lnTo>
                <a:close/>
                <a:moveTo>
                  <a:pt x="17897" y="463407"/>
                </a:moveTo>
                <a:lnTo>
                  <a:pt x="19414" y="464033"/>
                </a:lnTo>
                <a:lnTo>
                  <a:pt x="17138" y="463720"/>
                </a:lnTo>
                <a:close/>
                <a:moveTo>
                  <a:pt x="136431" y="329738"/>
                </a:moveTo>
                <a:lnTo>
                  <a:pt x="137086" y="330349"/>
                </a:lnTo>
                <a:lnTo>
                  <a:pt x="136104" y="330044"/>
                </a:lnTo>
                <a:close/>
                <a:moveTo>
                  <a:pt x="40127" y="397927"/>
                </a:moveTo>
                <a:lnTo>
                  <a:pt x="42064" y="398889"/>
                </a:lnTo>
                <a:lnTo>
                  <a:pt x="39158" y="398408"/>
                </a:lnTo>
                <a:close/>
                <a:moveTo>
                  <a:pt x="124751" y="102888"/>
                </a:moveTo>
                <a:lnTo>
                  <a:pt x="126823" y="104677"/>
                </a:lnTo>
                <a:lnTo>
                  <a:pt x="123715" y="103783"/>
                </a:lnTo>
                <a:close/>
                <a:moveTo>
                  <a:pt x="25846" y="79962"/>
                </a:moveTo>
                <a:lnTo>
                  <a:pt x="26240" y="80602"/>
                </a:lnTo>
                <a:lnTo>
                  <a:pt x="25649" y="80282"/>
                </a:lnTo>
                <a:close/>
                <a:moveTo>
                  <a:pt x="40930" y="169084"/>
                </a:moveTo>
                <a:lnTo>
                  <a:pt x="42678" y="170813"/>
                </a:lnTo>
                <a:lnTo>
                  <a:pt x="40056" y="169949"/>
                </a:lnTo>
                <a:close/>
                <a:moveTo>
                  <a:pt x="43631" y="24611"/>
                </a:moveTo>
                <a:lnTo>
                  <a:pt x="45025" y="26341"/>
                </a:lnTo>
                <a:lnTo>
                  <a:pt x="42934" y="25476"/>
                </a:lnTo>
                <a:close/>
                <a:moveTo>
                  <a:pt x="75279" y="58253"/>
                </a:moveTo>
                <a:lnTo>
                  <a:pt x="76786" y="59439"/>
                </a:lnTo>
                <a:lnTo>
                  <a:pt x="74526" y="58846"/>
                </a:lnTo>
                <a:close/>
                <a:moveTo>
                  <a:pt x="129019" y="366587"/>
                </a:moveTo>
                <a:lnTo>
                  <a:pt x="130371" y="368262"/>
                </a:lnTo>
                <a:lnTo>
                  <a:pt x="128343" y="367425"/>
                </a:lnTo>
                <a:close/>
                <a:moveTo>
                  <a:pt x="105423" y="97883"/>
                </a:moveTo>
                <a:lnTo>
                  <a:pt x="106718" y="98224"/>
                </a:lnTo>
                <a:lnTo>
                  <a:pt x="104775" y="98053"/>
                </a:lnTo>
                <a:close/>
                <a:moveTo>
                  <a:pt x="135285" y="261050"/>
                </a:moveTo>
                <a:lnTo>
                  <a:pt x="135971" y="261365"/>
                </a:lnTo>
                <a:lnTo>
                  <a:pt x="134941" y="261208"/>
                </a:lnTo>
                <a:close/>
                <a:moveTo>
                  <a:pt x="6782" y="346469"/>
                </a:moveTo>
                <a:lnTo>
                  <a:pt x="8718" y="347905"/>
                </a:lnTo>
                <a:lnTo>
                  <a:pt x="5813" y="347187"/>
                </a:lnTo>
                <a:close/>
                <a:moveTo>
                  <a:pt x="17194" y="354130"/>
                </a:moveTo>
                <a:lnTo>
                  <a:pt x="18487" y="354477"/>
                </a:lnTo>
                <a:lnTo>
                  <a:pt x="16547" y="354304"/>
                </a:lnTo>
                <a:close/>
                <a:moveTo>
                  <a:pt x="93735" y="387255"/>
                </a:moveTo>
                <a:lnTo>
                  <a:pt x="94641" y="388431"/>
                </a:lnTo>
                <a:lnTo>
                  <a:pt x="93283" y="387843"/>
                </a:lnTo>
                <a:close/>
                <a:moveTo>
                  <a:pt x="7495" y="358110"/>
                </a:moveTo>
                <a:lnTo>
                  <a:pt x="8137" y="358615"/>
                </a:lnTo>
                <a:lnTo>
                  <a:pt x="7174" y="358362"/>
                </a:lnTo>
                <a:close/>
                <a:moveTo>
                  <a:pt x="120544" y="467995"/>
                </a:moveTo>
                <a:lnTo>
                  <a:pt x="122541" y="469148"/>
                </a:lnTo>
                <a:lnTo>
                  <a:pt x="119545" y="468572"/>
                </a:lnTo>
                <a:close/>
                <a:moveTo>
                  <a:pt x="57978" y="240752"/>
                </a:moveTo>
                <a:lnTo>
                  <a:pt x="59117" y="241208"/>
                </a:lnTo>
                <a:lnTo>
                  <a:pt x="57408" y="240980"/>
                </a:lnTo>
                <a:close/>
                <a:moveTo>
                  <a:pt x="136742" y="431725"/>
                </a:moveTo>
                <a:lnTo>
                  <a:pt x="137263" y="433485"/>
                </a:lnTo>
                <a:lnTo>
                  <a:pt x="136481" y="432605"/>
                </a:lnTo>
                <a:close/>
                <a:moveTo>
                  <a:pt x="35164" y="334657"/>
                </a:moveTo>
                <a:lnTo>
                  <a:pt x="36965" y="335577"/>
                </a:lnTo>
                <a:lnTo>
                  <a:pt x="34263" y="335117"/>
                </a:lnTo>
                <a:close/>
                <a:moveTo>
                  <a:pt x="53406" y="114901"/>
                </a:moveTo>
                <a:lnTo>
                  <a:pt x="55334" y="115327"/>
                </a:lnTo>
                <a:lnTo>
                  <a:pt x="52442" y="115114"/>
                </a:lnTo>
                <a:close/>
                <a:moveTo>
                  <a:pt x="20200" y="399262"/>
                </a:moveTo>
                <a:lnTo>
                  <a:pt x="21917" y="400808"/>
                </a:lnTo>
                <a:lnTo>
                  <a:pt x="19342" y="400035"/>
                </a:lnTo>
                <a:close/>
                <a:moveTo>
                  <a:pt x="56728" y="102251"/>
                </a:moveTo>
                <a:lnTo>
                  <a:pt x="58143" y="103810"/>
                </a:lnTo>
                <a:lnTo>
                  <a:pt x="56021" y="103031"/>
                </a:lnTo>
                <a:close/>
                <a:moveTo>
                  <a:pt x="16709" y="293520"/>
                </a:moveTo>
                <a:lnTo>
                  <a:pt x="18613" y="293959"/>
                </a:lnTo>
                <a:lnTo>
                  <a:pt x="15757" y="293739"/>
                </a:lnTo>
                <a:close/>
                <a:moveTo>
                  <a:pt x="83727" y="200459"/>
                </a:moveTo>
                <a:lnTo>
                  <a:pt x="84192" y="201007"/>
                </a:lnTo>
                <a:lnTo>
                  <a:pt x="83494" y="200733"/>
                </a:lnTo>
                <a:close/>
                <a:moveTo>
                  <a:pt x="2784" y="189914"/>
                </a:moveTo>
                <a:lnTo>
                  <a:pt x="4441" y="190660"/>
                </a:lnTo>
                <a:lnTo>
                  <a:pt x="1956" y="190287"/>
                </a:lnTo>
                <a:close/>
                <a:moveTo>
                  <a:pt x="91709" y="335730"/>
                </a:moveTo>
                <a:lnTo>
                  <a:pt x="92907" y="336715"/>
                </a:lnTo>
                <a:lnTo>
                  <a:pt x="91110" y="336223"/>
                </a:lnTo>
                <a:close/>
                <a:moveTo>
                  <a:pt x="62358" y="442766"/>
                </a:moveTo>
                <a:lnTo>
                  <a:pt x="63734" y="443658"/>
                </a:lnTo>
                <a:lnTo>
                  <a:pt x="61670" y="443212"/>
                </a:lnTo>
                <a:close/>
                <a:moveTo>
                  <a:pt x="139799" y="57475"/>
                </a:moveTo>
                <a:lnTo>
                  <a:pt x="140471" y="57902"/>
                </a:lnTo>
                <a:lnTo>
                  <a:pt x="139463" y="57689"/>
                </a:lnTo>
                <a:close/>
                <a:moveTo>
                  <a:pt x="40302" y="71787"/>
                </a:moveTo>
                <a:lnTo>
                  <a:pt x="41114" y="72097"/>
                </a:lnTo>
                <a:lnTo>
                  <a:pt x="39897" y="71942"/>
                </a:lnTo>
                <a:close/>
                <a:moveTo>
                  <a:pt x="117262" y="18197"/>
                </a:moveTo>
                <a:lnTo>
                  <a:pt x="118238" y="18870"/>
                </a:lnTo>
                <a:lnTo>
                  <a:pt x="116774" y="18534"/>
                </a:lnTo>
                <a:close/>
                <a:moveTo>
                  <a:pt x="5880" y="281001"/>
                </a:moveTo>
                <a:lnTo>
                  <a:pt x="7564" y="281822"/>
                </a:lnTo>
                <a:lnTo>
                  <a:pt x="5038" y="281412"/>
                </a:lnTo>
                <a:close/>
                <a:moveTo>
                  <a:pt x="124010" y="304914"/>
                </a:moveTo>
                <a:lnTo>
                  <a:pt x="124372" y="305758"/>
                </a:lnTo>
                <a:lnTo>
                  <a:pt x="123829" y="305336"/>
                </a:lnTo>
                <a:close/>
                <a:moveTo>
                  <a:pt x="110403" y="6221"/>
                </a:moveTo>
                <a:lnTo>
                  <a:pt x="112518" y="7698"/>
                </a:lnTo>
                <a:lnTo>
                  <a:pt x="109346" y="6959"/>
                </a:lnTo>
                <a:close/>
                <a:moveTo>
                  <a:pt x="117673" y="153080"/>
                </a:moveTo>
                <a:lnTo>
                  <a:pt x="118775" y="153550"/>
                </a:lnTo>
                <a:lnTo>
                  <a:pt x="117122" y="153315"/>
                </a:lnTo>
                <a:close/>
                <a:moveTo>
                  <a:pt x="107049" y="458648"/>
                </a:moveTo>
                <a:lnTo>
                  <a:pt x="108457" y="459140"/>
                </a:lnTo>
                <a:lnTo>
                  <a:pt x="106346" y="458894"/>
                </a:lnTo>
                <a:close/>
                <a:moveTo>
                  <a:pt x="72307" y="311965"/>
                </a:moveTo>
                <a:lnTo>
                  <a:pt x="74097" y="313443"/>
                </a:lnTo>
                <a:lnTo>
                  <a:pt x="71413" y="312704"/>
                </a:lnTo>
                <a:close/>
                <a:moveTo>
                  <a:pt x="61384" y="178128"/>
                </a:moveTo>
                <a:lnTo>
                  <a:pt x="62973" y="178736"/>
                </a:lnTo>
                <a:lnTo>
                  <a:pt x="60589" y="178432"/>
                </a:lnTo>
                <a:close/>
                <a:moveTo>
                  <a:pt x="73731" y="49488"/>
                </a:moveTo>
                <a:lnTo>
                  <a:pt x="75186" y="50729"/>
                </a:lnTo>
                <a:lnTo>
                  <a:pt x="73004" y="50109"/>
                </a:lnTo>
                <a:close/>
                <a:moveTo>
                  <a:pt x="32111" y="122"/>
                </a:moveTo>
                <a:lnTo>
                  <a:pt x="33197" y="880"/>
                </a:lnTo>
                <a:lnTo>
                  <a:pt x="31568" y="501"/>
                </a:lnTo>
                <a:close/>
                <a:moveTo>
                  <a:pt x="14997" y="364102"/>
                </a:moveTo>
                <a:lnTo>
                  <a:pt x="16093" y="365268"/>
                </a:lnTo>
                <a:lnTo>
                  <a:pt x="14450" y="364685"/>
                </a:lnTo>
                <a:close/>
                <a:moveTo>
                  <a:pt x="66397" y="159912"/>
                </a:moveTo>
                <a:lnTo>
                  <a:pt x="67713" y="160341"/>
                </a:lnTo>
                <a:lnTo>
                  <a:pt x="65739" y="160127"/>
                </a:lnTo>
                <a:close/>
                <a:moveTo>
                  <a:pt x="73898" y="331261"/>
                </a:moveTo>
                <a:lnTo>
                  <a:pt x="74382" y="332091"/>
                </a:lnTo>
                <a:lnTo>
                  <a:pt x="73656" y="331676"/>
                </a:lnTo>
                <a:close/>
                <a:moveTo>
                  <a:pt x="25393" y="458422"/>
                </a:moveTo>
                <a:lnTo>
                  <a:pt x="26923" y="458951"/>
                </a:lnTo>
                <a:lnTo>
                  <a:pt x="24629" y="458686"/>
                </a:lnTo>
                <a:close/>
                <a:moveTo>
                  <a:pt x="11108" y="457102"/>
                </a:moveTo>
                <a:lnTo>
                  <a:pt x="12124" y="458139"/>
                </a:lnTo>
                <a:lnTo>
                  <a:pt x="10601" y="457620"/>
                </a:lnTo>
                <a:close/>
                <a:moveTo>
                  <a:pt x="110784" y="304906"/>
                </a:moveTo>
                <a:lnTo>
                  <a:pt x="111167" y="305973"/>
                </a:lnTo>
                <a:lnTo>
                  <a:pt x="110592" y="305439"/>
                </a:lnTo>
                <a:close/>
                <a:moveTo>
                  <a:pt x="88032" y="245866"/>
                </a:moveTo>
                <a:lnTo>
                  <a:pt x="90109" y="247443"/>
                </a:lnTo>
                <a:lnTo>
                  <a:pt x="86993" y="246654"/>
                </a:lnTo>
                <a:close/>
                <a:moveTo>
                  <a:pt x="68221" y="382971"/>
                </a:moveTo>
                <a:lnTo>
                  <a:pt x="69520" y="383286"/>
                </a:lnTo>
                <a:lnTo>
                  <a:pt x="67571" y="383129"/>
                </a:lnTo>
                <a:close/>
                <a:moveTo>
                  <a:pt x="139472" y="267260"/>
                </a:moveTo>
                <a:lnTo>
                  <a:pt x="141533" y="268948"/>
                </a:lnTo>
                <a:lnTo>
                  <a:pt x="138442" y="268104"/>
                </a:lnTo>
                <a:close/>
                <a:moveTo>
                  <a:pt x="42127" y="418946"/>
                </a:moveTo>
                <a:lnTo>
                  <a:pt x="42964" y="420668"/>
                </a:lnTo>
                <a:lnTo>
                  <a:pt x="41709" y="419807"/>
                </a:lnTo>
                <a:close/>
                <a:moveTo>
                  <a:pt x="130470" y="436240"/>
                </a:moveTo>
                <a:lnTo>
                  <a:pt x="131503" y="437644"/>
                </a:lnTo>
                <a:lnTo>
                  <a:pt x="129954" y="436942"/>
                </a:lnTo>
                <a:close/>
                <a:moveTo>
                  <a:pt x="57655" y="434557"/>
                </a:moveTo>
                <a:lnTo>
                  <a:pt x="58893" y="435201"/>
                </a:lnTo>
                <a:lnTo>
                  <a:pt x="57036" y="434879"/>
                </a:lnTo>
                <a:close/>
                <a:moveTo>
                  <a:pt x="85367" y="366687"/>
                </a:moveTo>
                <a:lnTo>
                  <a:pt x="86012" y="367230"/>
                </a:lnTo>
                <a:lnTo>
                  <a:pt x="85045" y="366958"/>
                </a:lnTo>
                <a:close/>
                <a:moveTo>
                  <a:pt x="108833" y="344062"/>
                </a:moveTo>
                <a:lnTo>
                  <a:pt x="110415" y="345016"/>
                </a:lnTo>
                <a:lnTo>
                  <a:pt x="108042" y="344539"/>
                </a:lnTo>
                <a:close/>
                <a:moveTo>
                  <a:pt x="76192" y="171234"/>
                </a:moveTo>
                <a:lnTo>
                  <a:pt x="77594" y="172372"/>
                </a:lnTo>
                <a:lnTo>
                  <a:pt x="75490" y="171803"/>
                </a:lnTo>
                <a:close/>
                <a:moveTo>
                  <a:pt x="104609" y="229697"/>
                </a:moveTo>
                <a:lnTo>
                  <a:pt x="105669" y="230889"/>
                </a:lnTo>
                <a:lnTo>
                  <a:pt x="104079" y="230293"/>
                </a:lnTo>
                <a:close/>
                <a:moveTo>
                  <a:pt x="10157" y="450722"/>
                </a:moveTo>
                <a:lnTo>
                  <a:pt x="11763" y="451313"/>
                </a:lnTo>
                <a:lnTo>
                  <a:pt x="9354" y="451018"/>
                </a:lnTo>
                <a:close/>
                <a:moveTo>
                  <a:pt x="14792" y="224571"/>
                </a:moveTo>
                <a:lnTo>
                  <a:pt x="15245" y="225451"/>
                </a:lnTo>
                <a:lnTo>
                  <a:pt x="14565" y="225011"/>
                </a:lnTo>
                <a:close/>
                <a:moveTo>
                  <a:pt x="128434" y="192217"/>
                </a:moveTo>
                <a:lnTo>
                  <a:pt x="129399" y="193963"/>
                </a:lnTo>
                <a:lnTo>
                  <a:pt x="127952" y="193090"/>
                </a:lnTo>
                <a:close/>
                <a:moveTo>
                  <a:pt x="106045" y="430111"/>
                </a:moveTo>
                <a:lnTo>
                  <a:pt x="107745" y="431726"/>
                </a:lnTo>
                <a:lnTo>
                  <a:pt x="105195" y="430918"/>
                </a:lnTo>
                <a:close/>
                <a:moveTo>
                  <a:pt x="96390" y="375109"/>
                </a:moveTo>
                <a:lnTo>
                  <a:pt x="97997" y="375666"/>
                </a:lnTo>
                <a:lnTo>
                  <a:pt x="95587" y="375387"/>
                </a:lnTo>
                <a:close/>
                <a:moveTo>
                  <a:pt x="117367" y="292413"/>
                </a:moveTo>
                <a:lnTo>
                  <a:pt x="117812" y="293630"/>
                </a:lnTo>
                <a:lnTo>
                  <a:pt x="117144" y="293021"/>
                </a:lnTo>
                <a:close/>
                <a:moveTo>
                  <a:pt x="28481" y="458783"/>
                </a:moveTo>
                <a:lnTo>
                  <a:pt x="30012" y="459468"/>
                </a:lnTo>
                <a:lnTo>
                  <a:pt x="27715" y="459126"/>
                </a:lnTo>
                <a:close/>
                <a:moveTo>
                  <a:pt x="21305" y="72749"/>
                </a:moveTo>
                <a:lnTo>
                  <a:pt x="22814" y="73617"/>
                </a:lnTo>
                <a:lnTo>
                  <a:pt x="20551" y="73183"/>
                </a:lnTo>
                <a:close/>
                <a:moveTo>
                  <a:pt x="58256" y="98750"/>
                </a:moveTo>
                <a:lnTo>
                  <a:pt x="59938" y="100432"/>
                </a:lnTo>
                <a:lnTo>
                  <a:pt x="57414" y="99591"/>
                </a:lnTo>
                <a:close/>
                <a:moveTo>
                  <a:pt x="91394" y="429014"/>
                </a:moveTo>
                <a:lnTo>
                  <a:pt x="91861" y="430166"/>
                </a:lnTo>
                <a:lnTo>
                  <a:pt x="91161" y="429590"/>
                </a:lnTo>
                <a:close/>
                <a:moveTo>
                  <a:pt x="102261" y="448439"/>
                </a:moveTo>
                <a:lnTo>
                  <a:pt x="103992" y="449134"/>
                </a:lnTo>
                <a:lnTo>
                  <a:pt x="101396" y="448787"/>
                </a:lnTo>
                <a:close/>
                <a:moveTo>
                  <a:pt x="71609" y="349841"/>
                </a:moveTo>
                <a:lnTo>
                  <a:pt x="72246" y="350470"/>
                </a:lnTo>
                <a:lnTo>
                  <a:pt x="71291" y="350155"/>
                </a:lnTo>
                <a:close/>
                <a:moveTo>
                  <a:pt x="133865" y="224315"/>
                </a:moveTo>
                <a:lnTo>
                  <a:pt x="134718" y="224775"/>
                </a:lnTo>
                <a:lnTo>
                  <a:pt x="133438" y="224545"/>
                </a:lnTo>
                <a:close/>
                <a:moveTo>
                  <a:pt x="93670" y="328247"/>
                </a:moveTo>
                <a:lnTo>
                  <a:pt x="95429" y="328946"/>
                </a:lnTo>
                <a:lnTo>
                  <a:pt x="92790" y="328597"/>
                </a:lnTo>
                <a:close/>
                <a:moveTo>
                  <a:pt x="105183" y="168950"/>
                </a:moveTo>
                <a:lnTo>
                  <a:pt x="106659" y="169437"/>
                </a:lnTo>
                <a:lnTo>
                  <a:pt x="104445" y="169194"/>
                </a:lnTo>
                <a:close/>
                <a:moveTo>
                  <a:pt x="24029" y="423726"/>
                </a:moveTo>
                <a:lnTo>
                  <a:pt x="26019" y="424035"/>
                </a:lnTo>
                <a:lnTo>
                  <a:pt x="23034" y="423880"/>
                </a:lnTo>
                <a:close/>
                <a:moveTo>
                  <a:pt x="136005" y="286840"/>
                </a:moveTo>
                <a:lnTo>
                  <a:pt x="136364" y="287815"/>
                </a:lnTo>
                <a:lnTo>
                  <a:pt x="135825" y="287327"/>
                </a:lnTo>
                <a:close/>
                <a:moveTo>
                  <a:pt x="73243" y="426947"/>
                </a:moveTo>
                <a:lnTo>
                  <a:pt x="74395" y="428493"/>
                </a:lnTo>
                <a:lnTo>
                  <a:pt x="72667" y="427720"/>
                </a:lnTo>
                <a:close/>
                <a:moveTo>
                  <a:pt x="97687" y="226111"/>
                </a:moveTo>
                <a:lnTo>
                  <a:pt x="98895" y="226548"/>
                </a:lnTo>
                <a:lnTo>
                  <a:pt x="97082" y="226330"/>
                </a:lnTo>
                <a:close/>
                <a:moveTo>
                  <a:pt x="129301" y="47994"/>
                </a:moveTo>
                <a:lnTo>
                  <a:pt x="130104" y="49686"/>
                </a:lnTo>
                <a:lnTo>
                  <a:pt x="128899" y="48840"/>
                </a:lnTo>
                <a:close/>
                <a:moveTo>
                  <a:pt x="136069" y="166309"/>
                </a:moveTo>
                <a:lnTo>
                  <a:pt x="137897" y="167759"/>
                </a:lnTo>
                <a:lnTo>
                  <a:pt x="135154" y="167034"/>
                </a:lnTo>
                <a:close/>
                <a:moveTo>
                  <a:pt x="99614" y="78818"/>
                </a:moveTo>
                <a:lnTo>
                  <a:pt x="101626" y="79361"/>
                </a:lnTo>
                <a:lnTo>
                  <a:pt x="98608" y="79090"/>
                </a:lnTo>
                <a:close/>
                <a:moveTo>
                  <a:pt x="59161" y="153409"/>
                </a:moveTo>
                <a:lnTo>
                  <a:pt x="61020" y="154721"/>
                </a:lnTo>
                <a:lnTo>
                  <a:pt x="58232" y="154065"/>
                </a:lnTo>
                <a:close/>
                <a:moveTo>
                  <a:pt x="95644" y="346761"/>
                </a:moveTo>
                <a:lnTo>
                  <a:pt x="96348" y="348290"/>
                </a:lnTo>
                <a:lnTo>
                  <a:pt x="95292" y="347526"/>
                </a:lnTo>
                <a:close/>
                <a:moveTo>
                  <a:pt x="56374" y="364316"/>
                </a:moveTo>
                <a:lnTo>
                  <a:pt x="57691" y="364660"/>
                </a:lnTo>
                <a:lnTo>
                  <a:pt x="55716" y="364488"/>
                </a:lnTo>
                <a:close/>
                <a:moveTo>
                  <a:pt x="124401" y="119349"/>
                </a:moveTo>
                <a:lnTo>
                  <a:pt x="125059" y="120993"/>
                </a:lnTo>
                <a:lnTo>
                  <a:pt x="124072" y="120171"/>
                </a:lnTo>
                <a:close/>
                <a:moveTo>
                  <a:pt x="11372" y="327728"/>
                </a:moveTo>
                <a:lnTo>
                  <a:pt x="11947" y="328762"/>
                </a:lnTo>
                <a:lnTo>
                  <a:pt x="11084" y="328245"/>
                </a:lnTo>
                <a:close/>
                <a:moveTo>
                  <a:pt x="57916" y="184399"/>
                </a:moveTo>
                <a:lnTo>
                  <a:pt x="59271" y="185466"/>
                </a:lnTo>
                <a:lnTo>
                  <a:pt x="57239" y="184932"/>
                </a:lnTo>
                <a:close/>
                <a:moveTo>
                  <a:pt x="136031" y="176183"/>
                </a:moveTo>
                <a:lnTo>
                  <a:pt x="137605" y="177437"/>
                </a:lnTo>
                <a:lnTo>
                  <a:pt x="135244" y="176810"/>
                </a:lnTo>
                <a:close/>
                <a:moveTo>
                  <a:pt x="99002" y="216074"/>
                </a:moveTo>
                <a:lnTo>
                  <a:pt x="99751" y="216374"/>
                </a:lnTo>
                <a:lnTo>
                  <a:pt x="98627" y="216224"/>
                </a:lnTo>
                <a:close/>
                <a:moveTo>
                  <a:pt x="137090" y="408639"/>
                </a:moveTo>
                <a:lnTo>
                  <a:pt x="138831" y="410031"/>
                </a:lnTo>
                <a:lnTo>
                  <a:pt x="136220" y="409335"/>
                </a:lnTo>
                <a:close/>
                <a:moveTo>
                  <a:pt x="47239" y="252886"/>
                </a:moveTo>
                <a:lnTo>
                  <a:pt x="47899" y="254522"/>
                </a:lnTo>
                <a:lnTo>
                  <a:pt x="46909" y="253704"/>
                </a:lnTo>
                <a:close/>
                <a:moveTo>
                  <a:pt x="57652" y="51153"/>
                </a:moveTo>
                <a:lnTo>
                  <a:pt x="58413" y="52726"/>
                </a:lnTo>
                <a:lnTo>
                  <a:pt x="57272" y="51939"/>
                </a:lnTo>
                <a:close/>
                <a:moveTo>
                  <a:pt x="2637" y="402872"/>
                </a:moveTo>
                <a:lnTo>
                  <a:pt x="4167" y="404223"/>
                </a:lnTo>
                <a:lnTo>
                  <a:pt x="1872" y="403548"/>
                </a:lnTo>
                <a:close/>
                <a:moveTo>
                  <a:pt x="51406" y="160290"/>
                </a:moveTo>
                <a:lnTo>
                  <a:pt x="52559" y="160871"/>
                </a:lnTo>
                <a:lnTo>
                  <a:pt x="50829" y="160581"/>
                </a:lnTo>
                <a:close/>
                <a:moveTo>
                  <a:pt x="103642" y="372433"/>
                </a:moveTo>
                <a:lnTo>
                  <a:pt x="105255" y="373445"/>
                </a:lnTo>
                <a:lnTo>
                  <a:pt x="102836" y="372939"/>
                </a:lnTo>
                <a:close/>
                <a:moveTo>
                  <a:pt x="71911" y="289030"/>
                </a:moveTo>
                <a:lnTo>
                  <a:pt x="73149" y="290051"/>
                </a:lnTo>
                <a:lnTo>
                  <a:pt x="71292" y="289541"/>
                </a:lnTo>
                <a:close/>
                <a:moveTo>
                  <a:pt x="89115" y="77709"/>
                </a:moveTo>
                <a:lnTo>
                  <a:pt x="89899" y="78453"/>
                </a:lnTo>
                <a:lnTo>
                  <a:pt x="88722" y="78081"/>
                </a:lnTo>
                <a:close/>
                <a:moveTo>
                  <a:pt x="98187" y="278480"/>
                </a:moveTo>
                <a:lnTo>
                  <a:pt x="99480" y="279363"/>
                </a:lnTo>
                <a:lnTo>
                  <a:pt x="97541" y="278922"/>
                </a:lnTo>
                <a:close/>
                <a:moveTo>
                  <a:pt x="124552" y="39292"/>
                </a:moveTo>
                <a:lnTo>
                  <a:pt x="125116" y="39749"/>
                </a:lnTo>
                <a:lnTo>
                  <a:pt x="124270" y="39520"/>
                </a:lnTo>
                <a:close/>
                <a:moveTo>
                  <a:pt x="17758" y="307236"/>
                </a:moveTo>
                <a:lnTo>
                  <a:pt x="18415" y="308002"/>
                </a:lnTo>
                <a:lnTo>
                  <a:pt x="17430" y="307619"/>
                </a:lnTo>
                <a:close/>
                <a:moveTo>
                  <a:pt x="142810" y="380567"/>
                </a:moveTo>
                <a:lnTo>
                  <a:pt x="144129" y="381485"/>
                </a:lnTo>
                <a:lnTo>
                  <a:pt x="142150" y="381026"/>
                </a:lnTo>
                <a:close/>
                <a:moveTo>
                  <a:pt x="140285" y="89953"/>
                </a:moveTo>
                <a:lnTo>
                  <a:pt x="142467" y="90285"/>
                </a:lnTo>
                <a:lnTo>
                  <a:pt x="139195" y="90119"/>
                </a:lnTo>
                <a:close/>
                <a:moveTo>
                  <a:pt x="42980" y="354080"/>
                </a:moveTo>
                <a:lnTo>
                  <a:pt x="44092" y="355818"/>
                </a:lnTo>
                <a:lnTo>
                  <a:pt x="42424" y="354949"/>
                </a:lnTo>
                <a:close/>
                <a:moveTo>
                  <a:pt x="64116" y="269972"/>
                </a:moveTo>
                <a:lnTo>
                  <a:pt x="66260" y="270718"/>
                </a:lnTo>
                <a:lnTo>
                  <a:pt x="63044" y="270345"/>
                </a:lnTo>
                <a:close/>
                <a:moveTo>
                  <a:pt x="9409" y="417772"/>
                </a:moveTo>
                <a:lnTo>
                  <a:pt x="10582" y="418408"/>
                </a:lnTo>
                <a:lnTo>
                  <a:pt x="8823" y="418090"/>
                </a:lnTo>
                <a:close/>
                <a:moveTo>
                  <a:pt x="82889" y="448314"/>
                </a:moveTo>
                <a:lnTo>
                  <a:pt x="83272" y="448684"/>
                </a:lnTo>
                <a:lnTo>
                  <a:pt x="82698" y="448499"/>
                </a:lnTo>
                <a:close/>
                <a:moveTo>
                  <a:pt x="8579" y="131375"/>
                </a:moveTo>
                <a:lnTo>
                  <a:pt x="9934" y="132383"/>
                </a:lnTo>
                <a:lnTo>
                  <a:pt x="7901" y="131879"/>
                </a:lnTo>
                <a:close/>
                <a:moveTo>
                  <a:pt x="132721" y="86792"/>
                </a:moveTo>
                <a:lnTo>
                  <a:pt x="134072" y="87519"/>
                </a:lnTo>
                <a:lnTo>
                  <a:pt x="132046" y="87155"/>
                </a:lnTo>
                <a:close/>
                <a:moveTo>
                  <a:pt x="70601" y="22723"/>
                </a:moveTo>
                <a:lnTo>
                  <a:pt x="72013" y="24345"/>
                </a:lnTo>
                <a:lnTo>
                  <a:pt x="69895" y="23534"/>
                </a:lnTo>
                <a:close/>
                <a:moveTo>
                  <a:pt x="82172" y="373697"/>
                </a:moveTo>
                <a:lnTo>
                  <a:pt x="82791" y="375171"/>
                </a:lnTo>
                <a:lnTo>
                  <a:pt x="81863" y="374434"/>
                </a:lnTo>
                <a:close/>
                <a:moveTo>
                  <a:pt x="57392" y="331116"/>
                </a:moveTo>
                <a:lnTo>
                  <a:pt x="58395" y="332532"/>
                </a:lnTo>
                <a:lnTo>
                  <a:pt x="56891" y="331824"/>
                </a:lnTo>
                <a:close/>
                <a:moveTo>
                  <a:pt x="6783" y="404815"/>
                </a:moveTo>
                <a:lnTo>
                  <a:pt x="8982" y="406184"/>
                </a:lnTo>
                <a:lnTo>
                  <a:pt x="5683" y="405500"/>
                </a:lnTo>
                <a:close/>
                <a:moveTo>
                  <a:pt x="24311" y="40139"/>
                </a:moveTo>
                <a:lnTo>
                  <a:pt x="26199" y="41152"/>
                </a:lnTo>
                <a:lnTo>
                  <a:pt x="23367" y="40646"/>
                </a:lnTo>
                <a:close/>
                <a:moveTo>
                  <a:pt x="132015" y="228477"/>
                </a:moveTo>
                <a:lnTo>
                  <a:pt x="132660" y="230076"/>
                </a:lnTo>
                <a:lnTo>
                  <a:pt x="131693" y="229277"/>
                </a:lnTo>
                <a:close/>
                <a:moveTo>
                  <a:pt x="25657" y="84656"/>
                </a:moveTo>
                <a:lnTo>
                  <a:pt x="26844" y="85799"/>
                </a:lnTo>
                <a:lnTo>
                  <a:pt x="25063" y="85228"/>
                </a:lnTo>
                <a:close/>
                <a:moveTo>
                  <a:pt x="852" y="12705"/>
                </a:moveTo>
                <a:lnTo>
                  <a:pt x="1402" y="13036"/>
                </a:lnTo>
                <a:lnTo>
                  <a:pt x="577" y="12871"/>
                </a:lnTo>
                <a:close/>
                <a:moveTo>
                  <a:pt x="35834" y="50385"/>
                </a:moveTo>
                <a:lnTo>
                  <a:pt x="37259" y="51110"/>
                </a:lnTo>
                <a:lnTo>
                  <a:pt x="35122" y="50747"/>
                </a:lnTo>
                <a:close/>
                <a:moveTo>
                  <a:pt x="86855" y="3838"/>
                </a:moveTo>
                <a:lnTo>
                  <a:pt x="88614" y="5338"/>
                </a:lnTo>
                <a:lnTo>
                  <a:pt x="85976" y="4588"/>
                </a:lnTo>
                <a:close/>
                <a:moveTo>
                  <a:pt x="21994" y="249290"/>
                </a:moveTo>
                <a:lnTo>
                  <a:pt x="22923" y="250661"/>
                </a:lnTo>
                <a:lnTo>
                  <a:pt x="21530" y="249975"/>
                </a:lnTo>
                <a:close/>
                <a:moveTo>
                  <a:pt x="90629" y="251472"/>
                </a:moveTo>
                <a:lnTo>
                  <a:pt x="91321" y="252272"/>
                </a:lnTo>
                <a:lnTo>
                  <a:pt x="90283" y="251872"/>
                </a:lnTo>
                <a:close/>
                <a:moveTo>
                  <a:pt x="112098" y="237583"/>
                </a:moveTo>
                <a:lnTo>
                  <a:pt x="113969" y="239245"/>
                </a:lnTo>
                <a:lnTo>
                  <a:pt x="111163" y="238414"/>
                </a:lnTo>
                <a:close/>
                <a:moveTo>
                  <a:pt x="5589" y="445630"/>
                </a:moveTo>
                <a:lnTo>
                  <a:pt x="7722" y="447096"/>
                </a:lnTo>
                <a:lnTo>
                  <a:pt x="4522" y="446363"/>
                </a:lnTo>
                <a:close/>
                <a:moveTo>
                  <a:pt x="124695" y="239288"/>
                </a:moveTo>
                <a:lnTo>
                  <a:pt x="126032" y="239668"/>
                </a:lnTo>
                <a:lnTo>
                  <a:pt x="124026" y="239478"/>
                </a:lnTo>
                <a:close/>
                <a:moveTo>
                  <a:pt x="108766" y="5248"/>
                </a:moveTo>
                <a:lnTo>
                  <a:pt x="110418" y="6923"/>
                </a:lnTo>
                <a:lnTo>
                  <a:pt x="107941" y="6086"/>
                </a:lnTo>
                <a:close/>
                <a:moveTo>
                  <a:pt x="75939" y="51763"/>
                </a:moveTo>
                <a:lnTo>
                  <a:pt x="77158" y="52142"/>
                </a:lnTo>
                <a:lnTo>
                  <a:pt x="75329" y="51952"/>
                </a:lnTo>
                <a:close/>
                <a:moveTo>
                  <a:pt x="127285" y="112987"/>
                </a:moveTo>
                <a:lnTo>
                  <a:pt x="127670" y="114371"/>
                </a:lnTo>
                <a:lnTo>
                  <a:pt x="127092" y="113679"/>
                </a:lnTo>
                <a:close/>
                <a:moveTo>
                  <a:pt x="80934" y="300948"/>
                </a:moveTo>
                <a:lnTo>
                  <a:pt x="81369" y="301330"/>
                </a:lnTo>
                <a:lnTo>
                  <a:pt x="80716" y="301139"/>
                </a:lnTo>
                <a:close/>
                <a:moveTo>
                  <a:pt x="87216" y="41557"/>
                </a:moveTo>
                <a:lnTo>
                  <a:pt x="88566" y="41884"/>
                </a:lnTo>
                <a:lnTo>
                  <a:pt x="86541" y="41720"/>
                </a:lnTo>
                <a:close/>
                <a:moveTo>
                  <a:pt x="94043" y="9213"/>
                </a:moveTo>
                <a:lnTo>
                  <a:pt x="96031" y="10932"/>
                </a:lnTo>
                <a:lnTo>
                  <a:pt x="93049" y="10072"/>
                </a:lnTo>
                <a:close/>
                <a:moveTo>
                  <a:pt x="8819" y="148925"/>
                </a:moveTo>
                <a:lnTo>
                  <a:pt x="9571" y="150362"/>
                </a:lnTo>
                <a:lnTo>
                  <a:pt x="8444" y="149643"/>
                </a:lnTo>
                <a:close/>
                <a:moveTo>
                  <a:pt x="105743" y="260907"/>
                </a:moveTo>
                <a:lnTo>
                  <a:pt x="106832" y="261999"/>
                </a:lnTo>
                <a:lnTo>
                  <a:pt x="105199" y="261453"/>
                </a:lnTo>
                <a:close/>
                <a:moveTo>
                  <a:pt x="44065" y="166301"/>
                </a:moveTo>
                <a:lnTo>
                  <a:pt x="45724" y="168101"/>
                </a:lnTo>
                <a:lnTo>
                  <a:pt x="43236" y="167201"/>
                </a:lnTo>
                <a:close/>
                <a:moveTo>
                  <a:pt x="61299" y="18538"/>
                </a:moveTo>
                <a:lnTo>
                  <a:pt x="61672" y="19580"/>
                </a:lnTo>
                <a:lnTo>
                  <a:pt x="61113" y="19059"/>
                </a:lnTo>
                <a:close/>
                <a:moveTo>
                  <a:pt x="8239" y="287204"/>
                </a:moveTo>
                <a:lnTo>
                  <a:pt x="9822" y="287740"/>
                </a:lnTo>
                <a:lnTo>
                  <a:pt x="7447" y="287472"/>
                </a:lnTo>
                <a:close/>
                <a:moveTo>
                  <a:pt x="29397" y="192001"/>
                </a:moveTo>
                <a:lnTo>
                  <a:pt x="31434" y="192804"/>
                </a:lnTo>
                <a:lnTo>
                  <a:pt x="28379" y="192402"/>
                </a:lnTo>
                <a:close/>
                <a:moveTo>
                  <a:pt x="90235" y="10995"/>
                </a:moveTo>
                <a:lnTo>
                  <a:pt x="91091" y="11683"/>
                </a:lnTo>
                <a:lnTo>
                  <a:pt x="89807" y="11339"/>
                </a:lnTo>
                <a:close/>
                <a:moveTo>
                  <a:pt x="66421" y="135327"/>
                </a:moveTo>
                <a:lnTo>
                  <a:pt x="67373" y="136716"/>
                </a:lnTo>
                <a:lnTo>
                  <a:pt x="65945" y="136021"/>
                </a:lnTo>
                <a:close/>
                <a:moveTo>
                  <a:pt x="43048" y="48669"/>
                </a:moveTo>
                <a:lnTo>
                  <a:pt x="44339" y="49089"/>
                </a:lnTo>
                <a:lnTo>
                  <a:pt x="42403" y="48879"/>
                </a:lnTo>
                <a:close/>
                <a:moveTo>
                  <a:pt x="128935" y="313545"/>
                </a:moveTo>
                <a:lnTo>
                  <a:pt x="130152" y="314721"/>
                </a:lnTo>
                <a:lnTo>
                  <a:pt x="128327" y="314133"/>
                </a:lnTo>
                <a:close/>
                <a:moveTo>
                  <a:pt x="17828" y="287464"/>
                </a:moveTo>
                <a:lnTo>
                  <a:pt x="19373" y="289215"/>
                </a:lnTo>
                <a:lnTo>
                  <a:pt x="17055" y="288340"/>
                </a:lnTo>
                <a:close/>
                <a:moveTo>
                  <a:pt x="1615" y="283169"/>
                </a:moveTo>
                <a:lnTo>
                  <a:pt x="3363" y="283793"/>
                </a:lnTo>
                <a:lnTo>
                  <a:pt x="742" y="283481"/>
                </a:lnTo>
                <a:close/>
                <a:moveTo>
                  <a:pt x="79207" y="463248"/>
                </a:moveTo>
                <a:lnTo>
                  <a:pt x="79677" y="464347"/>
                </a:lnTo>
                <a:lnTo>
                  <a:pt x="78973" y="463797"/>
                </a:lnTo>
                <a:close/>
                <a:moveTo>
                  <a:pt x="121491" y="266141"/>
                </a:moveTo>
                <a:lnTo>
                  <a:pt x="123379" y="267452"/>
                </a:lnTo>
                <a:lnTo>
                  <a:pt x="120547" y="266797"/>
                </a:lnTo>
                <a:close/>
                <a:moveTo>
                  <a:pt x="26799" y="259289"/>
                </a:moveTo>
                <a:lnTo>
                  <a:pt x="28326" y="260237"/>
                </a:lnTo>
                <a:lnTo>
                  <a:pt x="26036" y="259763"/>
                </a:lnTo>
                <a:close/>
                <a:moveTo>
                  <a:pt x="44226" y="236579"/>
                </a:moveTo>
                <a:lnTo>
                  <a:pt x="46263" y="237459"/>
                </a:lnTo>
                <a:lnTo>
                  <a:pt x="43207" y="237019"/>
                </a:lnTo>
                <a:close/>
                <a:moveTo>
                  <a:pt x="59186" y="203711"/>
                </a:moveTo>
                <a:lnTo>
                  <a:pt x="59788" y="205446"/>
                </a:lnTo>
                <a:lnTo>
                  <a:pt x="58885" y="204579"/>
                </a:lnTo>
                <a:close/>
                <a:moveTo>
                  <a:pt x="53654" y="101939"/>
                </a:moveTo>
                <a:lnTo>
                  <a:pt x="55338" y="103652"/>
                </a:lnTo>
                <a:lnTo>
                  <a:pt x="52812" y="102796"/>
                </a:lnTo>
                <a:close/>
                <a:moveTo>
                  <a:pt x="14650" y="443915"/>
                </a:moveTo>
                <a:lnTo>
                  <a:pt x="16065" y="445185"/>
                </a:lnTo>
                <a:lnTo>
                  <a:pt x="13942" y="444550"/>
                </a:lnTo>
                <a:close/>
                <a:moveTo>
                  <a:pt x="107696" y="254786"/>
                </a:moveTo>
                <a:lnTo>
                  <a:pt x="108724" y="255881"/>
                </a:lnTo>
                <a:lnTo>
                  <a:pt x="107182" y="255334"/>
                </a:lnTo>
                <a:close/>
                <a:moveTo>
                  <a:pt x="103358" y="126207"/>
                </a:moveTo>
                <a:lnTo>
                  <a:pt x="105006" y="126613"/>
                </a:lnTo>
                <a:lnTo>
                  <a:pt x="102534" y="126410"/>
                </a:lnTo>
                <a:close/>
                <a:moveTo>
                  <a:pt x="74297" y="90919"/>
                </a:moveTo>
                <a:lnTo>
                  <a:pt x="75186" y="92512"/>
                </a:lnTo>
                <a:lnTo>
                  <a:pt x="73852" y="91716"/>
                </a:lnTo>
                <a:close/>
                <a:moveTo>
                  <a:pt x="59015" y="183437"/>
                </a:moveTo>
                <a:lnTo>
                  <a:pt x="60336" y="184388"/>
                </a:lnTo>
                <a:lnTo>
                  <a:pt x="58355" y="183913"/>
                </a:lnTo>
                <a:close/>
                <a:moveTo>
                  <a:pt x="29276" y="465071"/>
                </a:moveTo>
                <a:lnTo>
                  <a:pt x="30359" y="465549"/>
                </a:lnTo>
                <a:lnTo>
                  <a:pt x="28735" y="465310"/>
                </a:lnTo>
                <a:close/>
                <a:moveTo>
                  <a:pt x="133534" y="423875"/>
                </a:moveTo>
                <a:lnTo>
                  <a:pt x="134588" y="425316"/>
                </a:lnTo>
                <a:lnTo>
                  <a:pt x="133006" y="424595"/>
                </a:lnTo>
                <a:close/>
                <a:moveTo>
                  <a:pt x="109130" y="277849"/>
                </a:moveTo>
                <a:lnTo>
                  <a:pt x="109845" y="279587"/>
                </a:lnTo>
                <a:lnTo>
                  <a:pt x="108772" y="278718"/>
                </a:lnTo>
                <a:close/>
                <a:moveTo>
                  <a:pt x="64896" y="329917"/>
                </a:moveTo>
                <a:lnTo>
                  <a:pt x="65886" y="330869"/>
                </a:lnTo>
                <a:lnTo>
                  <a:pt x="64401" y="330393"/>
                </a:lnTo>
                <a:close/>
                <a:moveTo>
                  <a:pt x="132712" y="301398"/>
                </a:moveTo>
                <a:lnTo>
                  <a:pt x="133831" y="302857"/>
                </a:lnTo>
                <a:lnTo>
                  <a:pt x="132152" y="302128"/>
                </a:lnTo>
                <a:close/>
                <a:moveTo>
                  <a:pt x="32237" y="207448"/>
                </a:moveTo>
                <a:lnTo>
                  <a:pt x="34081" y="208787"/>
                </a:lnTo>
                <a:lnTo>
                  <a:pt x="31315" y="208117"/>
                </a:lnTo>
                <a:close/>
                <a:moveTo>
                  <a:pt x="82591" y="346474"/>
                </a:moveTo>
                <a:lnTo>
                  <a:pt x="83219" y="347873"/>
                </a:lnTo>
                <a:lnTo>
                  <a:pt x="82277" y="347174"/>
                </a:lnTo>
                <a:close/>
                <a:moveTo>
                  <a:pt x="96845" y="49255"/>
                </a:moveTo>
                <a:lnTo>
                  <a:pt x="98526" y="50149"/>
                </a:lnTo>
                <a:lnTo>
                  <a:pt x="96005" y="49702"/>
                </a:lnTo>
                <a:close/>
                <a:moveTo>
                  <a:pt x="94408" y="230501"/>
                </a:moveTo>
                <a:lnTo>
                  <a:pt x="96127" y="230953"/>
                </a:lnTo>
                <a:lnTo>
                  <a:pt x="93549" y="230727"/>
                </a:lnTo>
                <a:close/>
                <a:moveTo>
                  <a:pt x="97481" y="142211"/>
                </a:moveTo>
                <a:lnTo>
                  <a:pt x="98430" y="142854"/>
                </a:lnTo>
                <a:lnTo>
                  <a:pt x="97006" y="142533"/>
                </a:lnTo>
                <a:close/>
                <a:moveTo>
                  <a:pt x="120120" y="296761"/>
                </a:moveTo>
                <a:lnTo>
                  <a:pt x="121374" y="297546"/>
                </a:lnTo>
                <a:lnTo>
                  <a:pt x="119494" y="297154"/>
                </a:lnTo>
                <a:close/>
                <a:moveTo>
                  <a:pt x="58758" y="70617"/>
                </a:moveTo>
                <a:lnTo>
                  <a:pt x="59670" y="71681"/>
                </a:lnTo>
                <a:lnTo>
                  <a:pt x="58302" y="71149"/>
                </a:lnTo>
                <a:close/>
                <a:moveTo>
                  <a:pt x="35787" y="365052"/>
                </a:moveTo>
                <a:lnTo>
                  <a:pt x="36279" y="365648"/>
                </a:lnTo>
                <a:lnTo>
                  <a:pt x="35541" y="365350"/>
                </a:lnTo>
                <a:close/>
                <a:moveTo>
                  <a:pt x="37755" y="59318"/>
                </a:moveTo>
                <a:lnTo>
                  <a:pt x="39152" y="60353"/>
                </a:lnTo>
                <a:lnTo>
                  <a:pt x="37057" y="59835"/>
                </a:lnTo>
                <a:close/>
                <a:moveTo>
                  <a:pt x="94506" y="408829"/>
                </a:moveTo>
                <a:lnTo>
                  <a:pt x="95061" y="409737"/>
                </a:lnTo>
                <a:lnTo>
                  <a:pt x="94229" y="409283"/>
                </a:lnTo>
                <a:close/>
                <a:moveTo>
                  <a:pt x="43901" y="201719"/>
                </a:moveTo>
                <a:lnTo>
                  <a:pt x="45352" y="202395"/>
                </a:lnTo>
                <a:lnTo>
                  <a:pt x="43176" y="202057"/>
                </a:lnTo>
                <a:close/>
                <a:moveTo>
                  <a:pt x="101453" y="262857"/>
                </a:moveTo>
                <a:lnTo>
                  <a:pt x="102385" y="263838"/>
                </a:lnTo>
                <a:lnTo>
                  <a:pt x="100987" y="263348"/>
                </a:lnTo>
                <a:close/>
                <a:moveTo>
                  <a:pt x="137379" y="270866"/>
                </a:moveTo>
                <a:lnTo>
                  <a:pt x="139066" y="271650"/>
                </a:lnTo>
                <a:lnTo>
                  <a:pt x="136536" y="271258"/>
                </a:lnTo>
                <a:close/>
                <a:moveTo>
                  <a:pt x="99048" y="118667"/>
                </a:moveTo>
                <a:lnTo>
                  <a:pt x="101011" y="119263"/>
                </a:lnTo>
                <a:lnTo>
                  <a:pt x="98067" y="118965"/>
                </a:lnTo>
                <a:close/>
                <a:moveTo>
                  <a:pt x="142367" y="306388"/>
                </a:moveTo>
                <a:lnTo>
                  <a:pt x="143969" y="308090"/>
                </a:lnTo>
                <a:lnTo>
                  <a:pt x="141566" y="307239"/>
                </a:lnTo>
                <a:close/>
                <a:moveTo>
                  <a:pt x="115927" y="362187"/>
                </a:moveTo>
                <a:lnTo>
                  <a:pt x="117746" y="363260"/>
                </a:lnTo>
                <a:lnTo>
                  <a:pt x="115017" y="362724"/>
                </a:lnTo>
                <a:close/>
                <a:moveTo>
                  <a:pt x="105421" y="175210"/>
                </a:moveTo>
                <a:lnTo>
                  <a:pt x="107226" y="176231"/>
                </a:lnTo>
                <a:lnTo>
                  <a:pt x="104519" y="175721"/>
                </a:lnTo>
                <a:close/>
                <a:moveTo>
                  <a:pt x="5857" y="469594"/>
                </a:moveTo>
                <a:lnTo>
                  <a:pt x="6896" y="469961"/>
                </a:lnTo>
                <a:lnTo>
                  <a:pt x="5337" y="469777"/>
                </a:lnTo>
                <a:close/>
                <a:moveTo>
                  <a:pt x="72769" y="296443"/>
                </a:moveTo>
                <a:lnTo>
                  <a:pt x="73899" y="297071"/>
                </a:lnTo>
                <a:lnTo>
                  <a:pt x="72204" y="296757"/>
                </a:lnTo>
                <a:close/>
                <a:moveTo>
                  <a:pt x="67625" y="43973"/>
                </a:moveTo>
                <a:lnTo>
                  <a:pt x="68593" y="45066"/>
                </a:lnTo>
                <a:lnTo>
                  <a:pt x="67141" y="44520"/>
                </a:lnTo>
                <a:close/>
                <a:moveTo>
                  <a:pt x="74447" y="51718"/>
                </a:moveTo>
                <a:lnTo>
                  <a:pt x="76239" y="53073"/>
                </a:lnTo>
                <a:lnTo>
                  <a:pt x="73551" y="52396"/>
                </a:lnTo>
                <a:close/>
                <a:moveTo>
                  <a:pt x="40181" y="292269"/>
                </a:moveTo>
                <a:lnTo>
                  <a:pt x="42266" y="293827"/>
                </a:lnTo>
                <a:lnTo>
                  <a:pt x="39138" y="293048"/>
                </a:lnTo>
                <a:close/>
                <a:moveTo>
                  <a:pt x="90394" y="269781"/>
                </a:moveTo>
                <a:lnTo>
                  <a:pt x="92518" y="270783"/>
                </a:lnTo>
                <a:lnTo>
                  <a:pt x="89331" y="270282"/>
                </a:lnTo>
                <a:close/>
                <a:moveTo>
                  <a:pt x="63488" y="31860"/>
                </a:moveTo>
                <a:lnTo>
                  <a:pt x="63987" y="32986"/>
                </a:lnTo>
                <a:lnTo>
                  <a:pt x="63239" y="32423"/>
                </a:lnTo>
                <a:close/>
                <a:moveTo>
                  <a:pt x="96103" y="420764"/>
                </a:moveTo>
                <a:lnTo>
                  <a:pt x="98176" y="422354"/>
                </a:lnTo>
                <a:lnTo>
                  <a:pt x="95067" y="421559"/>
                </a:lnTo>
                <a:close/>
                <a:moveTo>
                  <a:pt x="46034" y="10813"/>
                </a:moveTo>
                <a:lnTo>
                  <a:pt x="46766" y="12243"/>
                </a:lnTo>
                <a:lnTo>
                  <a:pt x="45669" y="11528"/>
                </a:lnTo>
                <a:close/>
                <a:moveTo>
                  <a:pt x="40938" y="404755"/>
                </a:moveTo>
                <a:lnTo>
                  <a:pt x="42569" y="405111"/>
                </a:lnTo>
                <a:lnTo>
                  <a:pt x="40123" y="404933"/>
                </a:lnTo>
                <a:close/>
                <a:moveTo>
                  <a:pt x="95759" y="113855"/>
                </a:moveTo>
                <a:lnTo>
                  <a:pt x="96595" y="114470"/>
                </a:lnTo>
                <a:lnTo>
                  <a:pt x="95341" y="114162"/>
                </a:lnTo>
                <a:close/>
                <a:moveTo>
                  <a:pt x="96909" y="213426"/>
                </a:moveTo>
                <a:lnTo>
                  <a:pt x="97536" y="214101"/>
                </a:lnTo>
                <a:lnTo>
                  <a:pt x="96595" y="213763"/>
                </a:lnTo>
                <a:close/>
                <a:moveTo>
                  <a:pt x="18744" y="373837"/>
                </a:moveTo>
                <a:lnTo>
                  <a:pt x="20059" y="375190"/>
                </a:lnTo>
                <a:lnTo>
                  <a:pt x="18086" y="374513"/>
                </a:lnTo>
                <a:close/>
                <a:moveTo>
                  <a:pt x="112498" y="3390"/>
                </a:moveTo>
                <a:lnTo>
                  <a:pt x="113481" y="4399"/>
                </a:lnTo>
                <a:lnTo>
                  <a:pt x="112006" y="3895"/>
                </a:lnTo>
                <a:close/>
                <a:moveTo>
                  <a:pt x="137338" y="391695"/>
                </a:moveTo>
                <a:lnTo>
                  <a:pt x="139059" y="392487"/>
                </a:lnTo>
                <a:lnTo>
                  <a:pt x="136477" y="392091"/>
                </a:lnTo>
                <a:close/>
                <a:moveTo>
                  <a:pt x="139539" y="363078"/>
                </a:moveTo>
                <a:lnTo>
                  <a:pt x="140775" y="363698"/>
                </a:lnTo>
                <a:lnTo>
                  <a:pt x="138920" y="363388"/>
                </a:lnTo>
                <a:close/>
                <a:moveTo>
                  <a:pt x="4451" y="118000"/>
                </a:moveTo>
                <a:lnTo>
                  <a:pt x="5053" y="119787"/>
                </a:lnTo>
                <a:lnTo>
                  <a:pt x="4150" y="118894"/>
                </a:lnTo>
                <a:close/>
                <a:moveTo>
                  <a:pt x="39900" y="109649"/>
                </a:moveTo>
                <a:lnTo>
                  <a:pt x="41665" y="111044"/>
                </a:lnTo>
                <a:lnTo>
                  <a:pt x="39018" y="110346"/>
                </a:lnTo>
                <a:close/>
                <a:moveTo>
                  <a:pt x="33216" y="470321"/>
                </a:moveTo>
                <a:lnTo>
                  <a:pt x="35089" y="471630"/>
                </a:lnTo>
                <a:lnTo>
                  <a:pt x="32280" y="470976"/>
                </a:lnTo>
                <a:close/>
                <a:moveTo>
                  <a:pt x="82866" y="21019"/>
                </a:moveTo>
                <a:lnTo>
                  <a:pt x="84838" y="22393"/>
                </a:lnTo>
                <a:lnTo>
                  <a:pt x="81880" y="21706"/>
                </a:lnTo>
                <a:close/>
                <a:moveTo>
                  <a:pt x="35937" y="278357"/>
                </a:moveTo>
                <a:lnTo>
                  <a:pt x="37750" y="280040"/>
                </a:lnTo>
                <a:lnTo>
                  <a:pt x="35031" y="279199"/>
                </a:lnTo>
                <a:close/>
                <a:moveTo>
                  <a:pt x="81071" y="276821"/>
                </a:moveTo>
                <a:lnTo>
                  <a:pt x="82450" y="277336"/>
                </a:lnTo>
                <a:lnTo>
                  <a:pt x="80382" y="277078"/>
                </a:lnTo>
                <a:close/>
                <a:moveTo>
                  <a:pt x="26411" y="162323"/>
                </a:moveTo>
                <a:lnTo>
                  <a:pt x="27148" y="162941"/>
                </a:lnTo>
                <a:lnTo>
                  <a:pt x="26042" y="162632"/>
                </a:lnTo>
                <a:close/>
                <a:moveTo>
                  <a:pt x="11035" y="151417"/>
                </a:moveTo>
                <a:lnTo>
                  <a:pt x="12566" y="151931"/>
                </a:lnTo>
                <a:lnTo>
                  <a:pt x="10269" y="151674"/>
                </a:lnTo>
                <a:close/>
                <a:moveTo>
                  <a:pt x="98298" y="348353"/>
                </a:moveTo>
                <a:lnTo>
                  <a:pt x="100440" y="348975"/>
                </a:lnTo>
                <a:lnTo>
                  <a:pt x="97227" y="348664"/>
                </a:lnTo>
                <a:close/>
                <a:moveTo>
                  <a:pt x="62705" y="78070"/>
                </a:moveTo>
                <a:lnTo>
                  <a:pt x="64757" y="78687"/>
                </a:lnTo>
                <a:lnTo>
                  <a:pt x="61680" y="78378"/>
                </a:lnTo>
                <a:close/>
                <a:moveTo>
                  <a:pt x="37139" y="209841"/>
                </a:moveTo>
                <a:lnTo>
                  <a:pt x="38510" y="211524"/>
                </a:lnTo>
                <a:lnTo>
                  <a:pt x="36454" y="210682"/>
                </a:lnTo>
                <a:close/>
                <a:moveTo>
                  <a:pt x="101436" y="278045"/>
                </a:moveTo>
                <a:lnTo>
                  <a:pt x="102152" y="279429"/>
                </a:lnTo>
                <a:lnTo>
                  <a:pt x="101077" y="278737"/>
                </a:lnTo>
                <a:close/>
                <a:moveTo>
                  <a:pt x="81857" y="59521"/>
                </a:moveTo>
                <a:lnTo>
                  <a:pt x="82287" y="61212"/>
                </a:lnTo>
                <a:lnTo>
                  <a:pt x="81641" y="60367"/>
                </a:lnTo>
                <a:close/>
                <a:moveTo>
                  <a:pt x="36801" y="39677"/>
                </a:moveTo>
                <a:lnTo>
                  <a:pt x="37460" y="40753"/>
                </a:lnTo>
                <a:lnTo>
                  <a:pt x="36471" y="40215"/>
                </a:lnTo>
                <a:close/>
                <a:moveTo>
                  <a:pt x="89618" y="461261"/>
                </a:moveTo>
                <a:lnTo>
                  <a:pt x="91739" y="462970"/>
                </a:lnTo>
                <a:lnTo>
                  <a:pt x="88558" y="462116"/>
                </a:lnTo>
                <a:close/>
                <a:moveTo>
                  <a:pt x="132293" y="464350"/>
                </a:moveTo>
                <a:lnTo>
                  <a:pt x="133582" y="465031"/>
                </a:lnTo>
                <a:lnTo>
                  <a:pt x="131649" y="464691"/>
                </a:lnTo>
                <a:close/>
                <a:moveTo>
                  <a:pt x="26580" y="306623"/>
                </a:moveTo>
                <a:lnTo>
                  <a:pt x="28607" y="307464"/>
                </a:lnTo>
                <a:lnTo>
                  <a:pt x="25567" y="307043"/>
                </a:lnTo>
                <a:close/>
                <a:moveTo>
                  <a:pt x="73891" y="324241"/>
                </a:moveTo>
                <a:lnTo>
                  <a:pt x="74892" y="324760"/>
                </a:lnTo>
                <a:lnTo>
                  <a:pt x="73390" y="324500"/>
                </a:lnTo>
                <a:close/>
                <a:moveTo>
                  <a:pt x="101166" y="304311"/>
                </a:moveTo>
                <a:lnTo>
                  <a:pt x="102095" y="305788"/>
                </a:lnTo>
                <a:lnTo>
                  <a:pt x="100701" y="305049"/>
                </a:lnTo>
                <a:close/>
                <a:moveTo>
                  <a:pt x="91942" y="292676"/>
                </a:moveTo>
                <a:lnTo>
                  <a:pt x="92405" y="293678"/>
                </a:lnTo>
                <a:lnTo>
                  <a:pt x="91711" y="293177"/>
                </a:lnTo>
                <a:close/>
                <a:moveTo>
                  <a:pt x="59757" y="329346"/>
                </a:moveTo>
                <a:lnTo>
                  <a:pt x="61289" y="330475"/>
                </a:lnTo>
                <a:lnTo>
                  <a:pt x="58991" y="329911"/>
                </a:lnTo>
                <a:close/>
                <a:moveTo>
                  <a:pt x="13653" y="301388"/>
                </a:moveTo>
                <a:lnTo>
                  <a:pt x="15753" y="301939"/>
                </a:lnTo>
                <a:lnTo>
                  <a:pt x="12603" y="301663"/>
                </a:lnTo>
                <a:close/>
                <a:moveTo>
                  <a:pt x="114042" y="11220"/>
                </a:moveTo>
                <a:lnTo>
                  <a:pt x="115502" y="12491"/>
                </a:lnTo>
                <a:lnTo>
                  <a:pt x="113312" y="11856"/>
                </a:lnTo>
                <a:close/>
                <a:moveTo>
                  <a:pt x="96886" y="457374"/>
                </a:moveTo>
                <a:lnTo>
                  <a:pt x="98230" y="457749"/>
                </a:lnTo>
                <a:lnTo>
                  <a:pt x="96214" y="457562"/>
                </a:lnTo>
                <a:close/>
                <a:moveTo>
                  <a:pt x="137790" y="421021"/>
                </a:moveTo>
                <a:lnTo>
                  <a:pt x="139285" y="422471"/>
                </a:lnTo>
                <a:lnTo>
                  <a:pt x="137042" y="421746"/>
                </a:lnTo>
                <a:close/>
                <a:moveTo>
                  <a:pt x="7035" y="70763"/>
                </a:moveTo>
                <a:lnTo>
                  <a:pt x="9234" y="71600"/>
                </a:lnTo>
                <a:lnTo>
                  <a:pt x="5935" y="71182"/>
                </a:lnTo>
                <a:close/>
                <a:moveTo>
                  <a:pt x="93387" y="364349"/>
                </a:moveTo>
                <a:lnTo>
                  <a:pt x="93947" y="365029"/>
                </a:lnTo>
                <a:lnTo>
                  <a:pt x="93107" y="364689"/>
                </a:lnTo>
                <a:close/>
                <a:moveTo>
                  <a:pt x="84660" y="453911"/>
                </a:moveTo>
                <a:lnTo>
                  <a:pt x="85098" y="455603"/>
                </a:lnTo>
                <a:lnTo>
                  <a:pt x="84441" y="454757"/>
                </a:lnTo>
                <a:close/>
                <a:moveTo>
                  <a:pt x="32322" y="172919"/>
                </a:moveTo>
                <a:lnTo>
                  <a:pt x="33484" y="174607"/>
                </a:lnTo>
                <a:lnTo>
                  <a:pt x="31741" y="173763"/>
                </a:lnTo>
                <a:close/>
                <a:moveTo>
                  <a:pt x="64398" y="240030"/>
                </a:moveTo>
                <a:lnTo>
                  <a:pt x="66406" y="240954"/>
                </a:lnTo>
                <a:lnTo>
                  <a:pt x="63395" y="240492"/>
                </a:lnTo>
                <a:close/>
                <a:moveTo>
                  <a:pt x="109379" y="250456"/>
                </a:moveTo>
                <a:lnTo>
                  <a:pt x="111246" y="251643"/>
                </a:lnTo>
                <a:lnTo>
                  <a:pt x="108446" y="251050"/>
                </a:lnTo>
                <a:close/>
                <a:moveTo>
                  <a:pt x="128643" y="89703"/>
                </a:moveTo>
                <a:lnTo>
                  <a:pt x="129872" y="90010"/>
                </a:lnTo>
                <a:lnTo>
                  <a:pt x="128028" y="89856"/>
                </a:lnTo>
                <a:close/>
                <a:moveTo>
                  <a:pt x="6055" y="256713"/>
                </a:moveTo>
                <a:lnTo>
                  <a:pt x="7812" y="258094"/>
                </a:lnTo>
                <a:lnTo>
                  <a:pt x="5177" y="257403"/>
                </a:lnTo>
                <a:close/>
                <a:moveTo>
                  <a:pt x="2746" y="135818"/>
                </a:moveTo>
                <a:lnTo>
                  <a:pt x="3533" y="136440"/>
                </a:lnTo>
                <a:lnTo>
                  <a:pt x="2352" y="136129"/>
                </a:lnTo>
                <a:close/>
                <a:moveTo>
                  <a:pt x="128946" y="182553"/>
                </a:moveTo>
                <a:lnTo>
                  <a:pt x="129967" y="183959"/>
                </a:lnTo>
                <a:lnTo>
                  <a:pt x="128435" y="183256"/>
                </a:lnTo>
                <a:close/>
                <a:moveTo>
                  <a:pt x="93883" y="430516"/>
                </a:moveTo>
                <a:lnTo>
                  <a:pt x="95201" y="431294"/>
                </a:lnTo>
                <a:lnTo>
                  <a:pt x="93224" y="430905"/>
                </a:lnTo>
                <a:close/>
                <a:moveTo>
                  <a:pt x="103980" y="121576"/>
                </a:moveTo>
                <a:lnTo>
                  <a:pt x="104530" y="122424"/>
                </a:lnTo>
                <a:lnTo>
                  <a:pt x="103705" y="122000"/>
                </a:lnTo>
                <a:close/>
                <a:moveTo>
                  <a:pt x="26317" y="311927"/>
                </a:moveTo>
                <a:lnTo>
                  <a:pt x="27879" y="312926"/>
                </a:lnTo>
                <a:lnTo>
                  <a:pt x="25537" y="312427"/>
                </a:lnTo>
                <a:close/>
                <a:moveTo>
                  <a:pt x="78117" y="329484"/>
                </a:moveTo>
                <a:lnTo>
                  <a:pt x="80268" y="329882"/>
                </a:lnTo>
                <a:lnTo>
                  <a:pt x="77042" y="329683"/>
                </a:lnTo>
                <a:close/>
                <a:moveTo>
                  <a:pt x="124428" y="123123"/>
                </a:moveTo>
                <a:lnTo>
                  <a:pt x="126006" y="124098"/>
                </a:lnTo>
                <a:lnTo>
                  <a:pt x="123640" y="123610"/>
                </a:lnTo>
                <a:close/>
                <a:moveTo>
                  <a:pt x="54873" y="145176"/>
                </a:moveTo>
                <a:lnTo>
                  <a:pt x="57038" y="146560"/>
                </a:lnTo>
                <a:lnTo>
                  <a:pt x="53790" y="145868"/>
                </a:lnTo>
                <a:close/>
                <a:moveTo>
                  <a:pt x="5828" y="230875"/>
                </a:moveTo>
                <a:lnTo>
                  <a:pt x="7167" y="232238"/>
                </a:lnTo>
                <a:lnTo>
                  <a:pt x="5158" y="231557"/>
                </a:lnTo>
                <a:close/>
                <a:moveTo>
                  <a:pt x="49171" y="246413"/>
                </a:moveTo>
                <a:lnTo>
                  <a:pt x="49822" y="248003"/>
                </a:lnTo>
                <a:lnTo>
                  <a:pt x="48845" y="247208"/>
                </a:lnTo>
                <a:close/>
                <a:moveTo>
                  <a:pt x="90437" y="46509"/>
                </a:moveTo>
                <a:lnTo>
                  <a:pt x="91279" y="47610"/>
                </a:lnTo>
                <a:lnTo>
                  <a:pt x="90016" y="47059"/>
                </a:lnTo>
                <a:close/>
                <a:moveTo>
                  <a:pt x="58905" y="350103"/>
                </a:moveTo>
                <a:lnTo>
                  <a:pt x="60131" y="351310"/>
                </a:lnTo>
                <a:lnTo>
                  <a:pt x="58291" y="350707"/>
                </a:lnTo>
                <a:close/>
                <a:moveTo>
                  <a:pt x="43842" y="407176"/>
                </a:moveTo>
                <a:lnTo>
                  <a:pt x="45028" y="408280"/>
                </a:lnTo>
                <a:lnTo>
                  <a:pt x="43248" y="407728"/>
                </a:lnTo>
                <a:close/>
                <a:moveTo>
                  <a:pt x="90653" y="466130"/>
                </a:moveTo>
                <a:lnTo>
                  <a:pt x="91664" y="467220"/>
                </a:lnTo>
                <a:lnTo>
                  <a:pt x="90147" y="466675"/>
                </a:lnTo>
                <a:close/>
                <a:moveTo>
                  <a:pt x="35390" y="379733"/>
                </a:moveTo>
                <a:lnTo>
                  <a:pt x="36205" y="381072"/>
                </a:lnTo>
                <a:lnTo>
                  <a:pt x="34982" y="380403"/>
                </a:lnTo>
                <a:close/>
                <a:moveTo>
                  <a:pt x="12773" y="21719"/>
                </a:moveTo>
                <a:lnTo>
                  <a:pt x="13990" y="22057"/>
                </a:lnTo>
                <a:lnTo>
                  <a:pt x="12164" y="21888"/>
                </a:lnTo>
                <a:close/>
                <a:moveTo>
                  <a:pt x="44266" y="63944"/>
                </a:moveTo>
                <a:lnTo>
                  <a:pt x="44859" y="64554"/>
                </a:lnTo>
                <a:lnTo>
                  <a:pt x="43970" y="64249"/>
                </a:lnTo>
                <a:close/>
                <a:moveTo>
                  <a:pt x="137151" y="298493"/>
                </a:moveTo>
                <a:lnTo>
                  <a:pt x="138436" y="299552"/>
                </a:lnTo>
                <a:lnTo>
                  <a:pt x="136508" y="299023"/>
                </a:lnTo>
                <a:close/>
                <a:moveTo>
                  <a:pt x="101157" y="11725"/>
                </a:moveTo>
                <a:lnTo>
                  <a:pt x="101916" y="13128"/>
                </a:lnTo>
                <a:lnTo>
                  <a:pt x="100777" y="12427"/>
                </a:lnTo>
                <a:close/>
                <a:moveTo>
                  <a:pt x="43405" y="454208"/>
                </a:moveTo>
                <a:lnTo>
                  <a:pt x="45294" y="454763"/>
                </a:lnTo>
                <a:lnTo>
                  <a:pt x="42461" y="454485"/>
                </a:lnTo>
                <a:close/>
                <a:moveTo>
                  <a:pt x="13100" y="343783"/>
                </a:moveTo>
                <a:lnTo>
                  <a:pt x="14875" y="345101"/>
                </a:lnTo>
                <a:lnTo>
                  <a:pt x="12212" y="344442"/>
                </a:lnTo>
                <a:close/>
                <a:moveTo>
                  <a:pt x="103830" y="309987"/>
                </a:moveTo>
                <a:lnTo>
                  <a:pt x="105136" y="311490"/>
                </a:lnTo>
                <a:lnTo>
                  <a:pt x="103176" y="310738"/>
                </a:lnTo>
                <a:close/>
                <a:moveTo>
                  <a:pt x="27641" y="424629"/>
                </a:moveTo>
                <a:lnTo>
                  <a:pt x="28818" y="426339"/>
                </a:lnTo>
                <a:lnTo>
                  <a:pt x="27052" y="425484"/>
                </a:lnTo>
                <a:close/>
                <a:moveTo>
                  <a:pt x="125821" y="128424"/>
                </a:moveTo>
                <a:lnTo>
                  <a:pt x="126895" y="129840"/>
                </a:lnTo>
                <a:lnTo>
                  <a:pt x="125284" y="129132"/>
                </a:lnTo>
                <a:close/>
                <a:moveTo>
                  <a:pt x="15718" y="443414"/>
                </a:moveTo>
                <a:lnTo>
                  <a:pt x="17763" y="444939"/>
                </a:lnTo>
                <a:lnTo>
                  <a:pt x="14696" y="444176"/>
                </a:lnTo>
                <a:close/>
                <a:moveTo>
                  <a:pt x="127688" y="345122"/>
                </a:moveTo>
                <a:lnTo>
                  <a:pt x="129822" y="345726"/>
                </a:lnTo>
                <a:lnTo>
                  <a:pt x="126622" y="345424"/>
                </a:lnTo>
                <a:close/>
                <a:moveTo>
                  <a:pt x="117164" y="230891"/>
                </a:moveTo>
                <a:lnTo>
                  <a:pt x="118812" y="231311"/>
                </a:lnTo>
                <a:lnTo>
                  <a:pt x="116340" y="231101"/>
                </a:lnTo>
                <a:close/>
                <a:moveTo>
                  <a:pt x="50973" y="346689"/>
                </a:moveTo>
                <a:lnTo>
                  <a:pt x="51972" y="347714"/>
                </a:lnTo>
                <a:lnTo>
                  <a:pt x="50473" y="347201"/>
                </a:lnTo>
                <a:close/>
                <a:moveTo>
                  <a:pt x="100613" y="82981"/>
                </a:moveTo>
                <a:lnTo>
                  <a:pt x="102152" y="83718"/>
                </a:lnTo>
                <a:lnTo>
                  <a:pt x="99843" y="83349"/>
                </a:lnTo>
                <a:close/>
                <a:moveTo>
                  <a:pt x="47532" y="274313"/>
                </a:moveTo>
                <a:lnTo>
                  <a:pt x="48944" y="275037"/>
                </a:lnTo>
                <a:lnTo>
                  <a:pt x="46827" y="274675"/>
                </a:lnTo>
                <a:close/>
                <a:moveTo>
                  <a:pt x="113969" y="23130"/>
                </a:moveTo>
                <a:lnTo>
                  <a:pt x="116093" y="24727"/>
                </a:lnTo>
                <a:lnTo>
                  <a:pt x="112907" y="23928"/>
                </a:lnTo>
                <a:close/>
                <a:moveTo>
                  <a:pt x="100277" y="146891"/>
                </a:moveTo>
                <a:lnTo>
                  <a:pt x="101707" y="148690"/>
                </a:lnTo>
                <a:lnTo>
                  <a:pt x="99562" y="147791"/>
                </a:lnTo>
                <a:close/>
                <a:moveTo>
                  <a:pt x="62044" y="358094"/>
                </a:moveTo>
                <a:lnTo>
                  <a:pt x="63841" y="358519"/>
                </a:lnTo>
                <a:lnTo>
                  <a:pt x="61145" y="358307"/>
                </a:lnTo>
                <a:close/>
                <a:moveTo>
                  <a:pt x="73722" y="407657"/>
                </a:moveTo>
                <a:lnTo>
                  <a:pt x="75167" y="409369"/>
                </a:lnTo>
                <a:lnTo>
                  <a:pt x="72999" y="408513"/>
                </a:lnTo>
                <a:close/>
                <a:moveTo>
                  <a:pt x="93965" y="67551"/>
                </a:moveTo>
                <a:lnTo>
                  <a:pt x="95484" y="69232"/>
                </a:lnTo>
                <a:lnTo>
                  <a:pt x="93205" y="68392"/>
                </a:lnTo>
                <a:close/>
                <a:moveTo>
                  <a:pt x="19112" y="83225"/>
                </a:moveTo>
                <a:lnTo>
                  <a:pt x="20699" y="84744"/>
                </a:lnTo>
                <a:lnTo>
                  <a:pt x="18318" y="83984"/>
                </a:lnTo>
                <a:close/>
                <a:moveTo>
                  <a:pt x="118421" y="98800"/>
                </a:moveTo>
                <a:lnTo>
                  <a:pt x="120403" y="99730"/>
                </a:lnTo>
                <a:lnTo>
                  <a:pt x="117430" y="99265"/>
                </a:lnTo>
                <a:close/>
                <a:moveTo>
                  <a:pt x="69065" y="241415"/>
                </a:moveTo>
                <a:lnTo>
                  <a:pt x="69991" y="243036"/>
                </a:lnTo>
                <a:lnTo>
                  <a:pt x="68601" y="242225"/>
                </a:lnTo>
                <a:close/>
                <a:moveTo>
                  <a:pt x="59968" y="212533"/>
                </a:moveTo>
                <a:lnTo>
                  <a:pt x="61860" y="213376"/>
                </a:lnTo>
                <a:lnTo>
                  <a:pt x="59022" y="212954"/>
                </a:lnTo>
                <a:close/>
                <a:moveTo>
                  <a:pt x="24820" y="16242"/>
                </a:moveTo>
                <a:lnTo>
                  <a:pt x="26113" y="17767"/>
                </a:lnTo>
                <a:lnTo>
                  <a:pt x="24173" y="17004"/>
                </a:lnTo>
                <a:close/>
                <a:moveTo>
                  <a:pt x="91694" y="88794"/>
                </a:moveTo>
                <a:lnTo>
                  <a:pt x="92509" y="89881"/>
                </a:lnTo>
                <a:lnTo>
                  <a:pt x="91287" y="89337"/>
                </a:lnTo>
                <a:close/>
                <a:moveTo>
                  <a:pt x="97006" y="462254"/>
                </a:moveTo>
                <a:lnTo>
                  <a:pt x="98183" y="463195"/>
                </a:lnTo>
                <a:lnTo>
                  <a:pt x="96417" y="462724"/>
                </a:lnTo>
                <a:close/>
                <a:moveTo>
                  <a:pt x="112935" y="447554"/>
                </a:moveTo>
                <a:lnTo>
                  <a:pt x="113913" y="448743"/>
                </a:lnTo>
                <a:lnTo>
                  <a:pt x="112446" y="448149"/>
                </a:lnTo>
                <a:close/>
                <a:moveTo>
                  <a:pt x="49743" y="9547"/>
                </a:moveTo>
                <a:lnTo>
                  <a:pt x="51273" y="11218"/>
                </a:lnTo>
                <a:lnTo>
                  <a:pt x="48977" y="10383"/>
                </a:lnTo>
                <a:close/>
                <a:moveTo>
                  <a:pt x="74074" y="53272"/>
                </a:moveTo>
                <a:lnTo>
                  <a:pt x="75566" y="53922"/>
                </a:lnTo>
                <a:lnTo>
                  <a:pt x="73328" y="53597"/>
                </a:lnTo>
                <a:close/>
                <a:moveTo>
                  <a:pt x="60030" y="347086"/>
                </a:moveTo>
                <a:lnTo>
                  <a:pt x="61905" y="348024"/>
                </a:lnTo>
                <a:lnTo>
                  <a:pt x="59093" y="347555"/>
                </a:lnTo>
                <a:close/>
                <a:moveTo>
                  <a:pt x="21627" y="17424"/>
                </a:moveTo>
                <a:lnTo>
                  <a:pt x="22254" y="18333"/>
                </a:lnTo>
                <a:lnTo>
                  <a:pt x="21313" y="17878"/>
                </a:lnTo>
                <a:close/>
                <a:moveTo>
                  <a:pt x="70977" y="208532"/>
                </a:moveTo>
                <a:lnTo>
                  <a:pt x="72048" y="210192"/>
                </a:lnTo>
                <a:lnTo>
                  <a:pt x="70442" y="209362"/>
                </a:lnTo>
                <a:close/>
                <a:moveTo>
                  <a:pt x="32868" y="48339"/>
                </a:moveTo>
                <a:lnTo>
                  <a:pt x="35046" y="49855"/>
                </a:lnTo>
                <a:lnTo>
                  <a:pt x="31779" y="49097"/>
                </a:lnTo>
                <a:close/>
                <a:moveTo>
                  <a:pt x="47440" y="209588"/>
                </a:moveTo>
                <a:lnTo>
                  <a:pt x="47881" y="210002"/>
                </a:lnTo>
                <a:lnTo>
                  <a:pt x="47220" y="209795"/>
                </a:lnTo>
                <a:close/>
                <a:moveTo>
                  <a:pt x="46985" y="303392"/>
                </a:moveTo>
                <a:lnTo>
                  <a:pt x="47998" y="304888"/>
                </a:lnTo>
                <a:lnTo>
                  <a:pt x="46479" y="304140"/>
                </a:lnTo>
                <a:close/>
                <a:moveTo>
                  <a:pt x="64374" y="216502"/>
                </a:moveTo>
                <a:lnTo>
                  <a:pt x="65206" y="217496"/>
                </a:lnTo>
                <a:lnTo>
                  <a:pt x="63959" y="216999"/>
                </a:lnTo>
                <a:close/>
                <a:moveTo>
                  <a:pt x="90493" y="175672"/>
                </a:moveTo>
                <a:lnTo>
                  <a:pt x="92611" y="176655"/>
                </a:lnTo>
                <a:lnTo>
                  <a:pt x="89433" y="176164"/>
                </a:lnTo>
                <a:close/>
                <a:moveTo>
                  <a:pt x="88290" y="88751"/>
                </a:moveTo>
                <a:lnTo>
                  <a:pt x="89008" y="89711"/>
                </a:lnTo>
                <a:lnTo>
                  <a:pt x="87932" y="89231"/>
                </a:lnTo>
                <a:close/>
                <a:moveTo>
                  <a:pt x="120765" y="288911"/>
                </a:moveTo>
                <a:lnTo>
                  <a:pt x="122384" y="289388"/>
                </a:lnTo>
                <a:lnTo>
                  <a:pt x="119956" y="289149"/>
                </a:lnTo>
                <a:close/>
                <a:moveTo>
                  <a:pt x="62868" y="342128"/>
                </a:moveTo>
                <a:lnTo>
                  <a:pt x="63758" y="342945"/>
                </a:lnTo>
                <a:lnTo>
                  <a:pt x="62422" y="342536"/>
                </a:lnTo>
                <a:close/>
                <a:moveTo>
                  <a:pt x="133976" y="52355"/>
                </a:moveTo>
                <a:lnTo>
                  <a:pt x="135930" y="52982"/>
                </a:lnTo>
                <a:lnTo>
                  <a:pt x="132999" y="52669"/>
                </a:lnTo>
                <a:close/>
                <a:moveTo>
                  <a:pt x="76803" y="264026"/>
                </a:moveTo>
                <a:lnTo>
                  <a:pt x="78569" y="264442"/>
                </a:lnTo>
                <a:lnTo>
                  <a:pt x="75921" y="264234"/>
                </a:lnTo>
                <a:close/>
                <a:moveTo>
                  <a:pt x="10664" y="19621"/>
                </a:moveTo>
                <a:lnTo>
                  <a:pt x="12343" y="20750"/>
                </a:lnTo>
                <a:lnTo>
                  <a:pt x="9824" y="20186"/>
                </a:lnTo>
                <a:close/>
                <a:moveTo>
                  <a:pt x="72513" y="111325"/>
                </a:moveTo>
                <a:lnTo>
                  <a:pt x="73537" y="112649"/>
                </a:lnTo>
                <a:lnTo>
                  <a:pt x="72002" y="111987"/>
                </a:lnTo>
                <a:close/>
                <a:moveTo>
                  <a:pt x="121410" y="286762"/>
                </a:moveTo>
                <a:lnTo>
                  <a:pt x="122933" y="287064"/>
                </a:lnTo>
                <a:lnTo>
                  <a:pt x="120648" y="286913"/>
                </a:lnTo>
                <a:close/>
                <a:moveTo>
                  <a:pt x="98584" y="186083"/>
                </a:moveTo>
                <a:lnTo>
                  <a:pt x="100219" y="186845"/>
                </a:lnTo>
                <a:lnTo>
                  <a:pt x="97766" y="186464"/>
                </a:lnTo>
                <a:close/>
                <a:moveTo>
                  <a:pt x="91842" y="329064"/>
                </a:moveTo>
                <a:lnTo>
                  <a:pt x="92999" y="329404"/>
                </a:lnTo>
                <a:lnTo>
                  <a:pt x="91264" y="329234"/>
                </a:lnTo>
                <a:close/>
                <a:moveTo>
                  <a:pt x="49897" y="158672"/>
                </a:moveTo>
                <a:lnTo>
                  <a:pt x="50552" y="159808"/>
                </a:lnTo>
                <a:lnTo>
                  <a:pt x="49570" y="159240"/>
                </a:lnTo>
                <a:close/>
                <a:moveTo>
                  <a:pt x="19617" y="394181"/>
                </a:moveTo>
                <a:lnTo>
                  <a:pt x="19978" y="395483"/>
                </a:lnTo>
                <a:lnTo>
                  <a:pt x="19436" y="394832"/>
                </a:lnTo>
                <a:close/>
                <a:moveTo>
                  <a:pt x="99077" y="235142"/>
                </a:moveTo>
                <a:lnTo>
                  <a:pt x="99992" y="235706"/>
                </a:lnTo>
                <a:lnTo>
                  <a:pt x="98619" y="235424"/>
                </a:lnTo>
                <a:close/>
                <a:moveTo>
                  <a:pt x="34127" y="242063"/>
                </a:moveTo>
                <a:lnTo>
                  <a:pt x="34931" y="243224"/>
                </a:lnTo>
                <a:lnTo>
                  <a:pt x="33725" y="242644"/>
                </a:lnTo>
                <a:close/>
                <a:moveTo>
                  <a:pt x="111690" y="226603"/>
                </a:moveTo>
                <a:lnTo>
                  <a:pt x="112949" y="227222"/>
                </a:lnTo>
                <a:lnTo>
                  <a:pt x="111061" y="226912"/>
                </a:lnTo>
                <a:close/>
                <a:moveTo>
                  <a:pt x="77986" y="66431"/>
                </a:moveTo>
                <a:lnTo>
                  <a:pt x="79098" y="66936"/>
                </a:lnTo>
                <a:lnTo>
                  <a:pt x="77431" y="66684"/>
                </a:lnTo>
                <a:close/>
                <a:moveTo>
                  <a:pt x="69759" y="99041"/>
                </a:moveTo>
                <a:lnTo>
                  <a:pt x="71535" y="100651"/>
                </a:lnTo>
                <a:lnTo>
                  <a:pt x="68871" y="99846"/>
                </a:lnTo>
                <a:close/>
                <a:moveTo>
                  <a:pt x="129574" y="376566"/>
                </a:moveTo>
                <a:lnTo>
                  <a:pt x="129925" y="377113"/>
                </a:lnTo>
                <a:lnTo>
                  <a:pt x="129398" y="376840"/>
                </a:lnTo>
                <a:close/>
                <a:moveTo>
                  <a:pt x="118741" y="92834"/>
                </a:moveTo>
                <a:lnTo>
                  <a:pt x="120542" y="93827"/>
                </a:lnTo>
                <a:lnTo>
                  <a:pt x="117841" y="93330"/>
                </a:lnTo>
                <a:close/>
                <a:moveTo>
                  <a:pt x="39071" y="289323"/>
                </a:moveTo>
                <a:lnTo>
                  <a:pt x="40531" y="290246"/>
                </a:lnTo>
                <a:lnTo>
                  <a:pt x="38341" y="289784"/>
                </a:lnTo>
                <a:close/>
                <a:moveTo>
                  <a:pt x="135432" y="168025"/>
                </a:moveTo>
                <a:lnTo>
                  <a:pt x="136133" y="168805"/>
                </a:lnTo>
                <a:lnTo>
                  <a:pt x="135081" y="168415"/>
                </a:lnTo>
                <a:close/>
                <a:moveTo>
                  <a:pt x="88110" y="20027"/>
                </a:moveTo>
                <a:lnTo>
                  <a:pt x="88593" y="21035"/>
                </a:lnTo>
                <a:lnTo>
                  <a:pt x="87869" y="20531"/>
                </a:lnTo>
                <a:close/>
                <a:moveTo>
                  <a:pt x="82306" y="231048"/>
                </a:moveTo>
                <a:lnTo>
                  <a:pt x="83626" y="231349"/>
                </a:lnTo>
                <a:lnTo>
                  <a:pt x="81646" y="231198"/>
                </a:lnTo>
                <a:close/>
                <a:moveTo>
                  <a:pt x="103713" y="276496"/>
                </a:moveTo>
                <a:lnTo>
                  <a:pt x="104958" y="277833"/>
                </a:lnTo>
                <a:lnTo>
                  <a:pt x="103091" y="277165"/>
                </a:lnTo>
                <a:close/>
                <a:moveTo>
                  <a:pt x="23704" y="3091"/>
                </a:moveTo>
                <a:lnTo>
                  <a:pt x="25503" y="4239"/>
                </a:lnTo>
                <a:lnTo>
                  <a:pt x="22805" y="3665"/>
                </a:lnTo>
                <a:close/>
                <a:moveTo>
                  <a:pt x="45795" y="110192"/>
                </a:moveTo>
                <a:lnTo>
                  <a:pt x="46483" y="110626"/>
                </a:lnTo>
                <a:lnTo>
                  <a:pt x="45451" y="110409"/>
                </a:lnTo>
                <a:close/>
                <a:moveTo>
                  <a:pt x="87627" y="398978"/>
                </a:moveTo>
                <a:lnTo>
                  <a:pt x="88258" y="400680"/>
                </a:lnTo>
                <a:lnTo>
                  <a:pt x="87312" y="399829"/>
                </a:lnTo>
                <a:close/>
                <a:moveTo>
                  <a:pt x="74749" y="240512"/>
                </a:moveTo>
                <a:lnTo>
                  <a:pt x="76348" y="240954"/>
                </a:lnTo>
                <a:lnTo>
                  <a:pt x="73949" y="240733"/>
                </a:lnTo>
                <a:close/>
                <a:moveTo>
                  <a:pt x="39164" y="264812"/>
                </a:moveTo>
                <a:lnTo>
                  <a:pt x="39849" y="266361"/>
                </a:lnTo>
                <a:lnTo>
                  <a:pt x="38821" y="265587"/>
                </a:lnTo>
                <a:close/>
                <a:moveTo>
                  <a:pt x="40059" y="121123"/>
                </a:moveTo>
                <a:lnTo>
                  <a:pt x="41066" y="121560"/>
                </a:lnTo>
                <a:lnTo>
                  <a:pt x="39555" y="121341"/>
                </a:lnTo>
                <a:close/>
                <a:moveTo>
                  <a:pt x="139463" y="269838"/>
                </a:moveTo>
                <a:lnTo>
                  <a:pt x="140704" y="271412"/>
                </a:lnTo>
                <a:lnTo>
                  <a:pt x="138842" y="270625"/>
                </a:lnTo>
                <a:close/>
                <a:moveTo>
                  <a:pt x="128214" y="128968"/>
                </a:moveTo>
                <a:lnTo>
                  <a:pt x="129373" y="129495"/>
                </a:lnTo>
                <a:lnTo>
                  <a:pt x="127635" y="129232"/>
                </a:lnTo>
                <a:close/>
                <a:moveTo>
                  <a:pt x="110121" y="90190"/>
                </a:moveTo>
                <a:lnTo>
                  <a:pt x="112045" y="91219"/>
                </a:lnTo>
                <a:lnTo>
                  <a:pt x="109159" y="90704"/>
                </a:lnTo>
                <a:close/>
                <a:moveTo>
                  <a:pt x="74705" y="310396"/>
                </a:moveTo>
                <a:lnTo>
                  <a:pt x="75822" y="311996"/>
                </a:lnTo>
                <a:lnTo>
                  <a:pt x="74146" y="311196"/>
                </a:lnTo>
                <a:close/>
                <a:moveTo>
                  <a:pt x="31481" y="271243"/>
                </a:moveTo>
                <a:lnTo>
                  <a:pt x="32099" y="272195"/>
                </a:lnTo>
                <a:lnTo>
                  <a:pt x="31171" y="271719"/>
                </a:lnTo>
                <a:close/>
                <a:moveTo>
                  <a:pt x="85352" y="242794"/>
                </a:moveTo>
                <a:lnTo>
                  <a:pt x="86743" y="244511"/>
                </a:lnTo>
                <a:lnTo>
                  <a:pt x="84656" y="243652"/>
                </a:lnTo>
                <a:close/>
                <a:moveTo>
                  <a:pt x="1074" y="162326"/>
                </a:moveTo>
                <a:lnTo>
                  <a:pt x="3222" y="162921"/>
                </a:lnTo>
                <a:lnTo>
                  <a:pt x="0" y="162623"/>
                </a:lnTo>
                <a:close/>
                <a:moveTo>
                  <a:pt x="83229" y="123582"/>
                </a:moveTo>
                <a:lnTo>
                  <a:pt x="84858" y="125035"/>
                </a:lnTo>
                <a:lnTo>
                  <a:pt x="82414" y="124308"/>
                </a:lnTo>
                <a:close/>
                <a:moveTo>
                  <a:pt x="90330" y="377400"/>
                </a:moveTo>
                <a:lnTo>
                  <a:pt x="90877" y="378543"/>
                </a:lnTo>
                <a:lnTo>
                  <a:pt x="90056" y="377972"/>
                </a:lnTo>
                <a:close/>
                <a:moveTo>
                  <a:pt x="129201" y="354825"/>
                </a:moveTo>
                <a:lnTo>
                  <a:pt x="130602" y="355734"/>
                </a:lnTo>
                <a:lnTo>
                  <a:pt x="128500" y="355280"/>
                </a:lnTo>
                <a:close/>
                <a:moveTo>
                  <a:pt x="25419" y="16089"/>
                </a:moveTo>
                <a:lnTo>
                  <a:pt x="26356" y="17039"/>
                </a:lnTo>
                <a:lnTo>
                  <a:pt x="24950" y="16564"/>
                </a:lnTo>
                <a:close/>
                <a:moveTo>
                  <a:pt x="124543" y="62857"/>
                </a:moveTo>
                <a:lnTo>
                  <a:pt x="126199" y="63679"/>
                </a:lnTo>
                <a:lnTo>
                  <a:pt x="123715" y="63268"/>
                </a:lnTo>
                <a:close/>
                <a:moveTo>
                  <a:pt x="26433" y="299384"/>
                </a:moveTo>
                <a:lnTo>
                  <a:pt x="27980" y="300044"/>
                </a:lnTo>
                <a:lnTo>
                  <a:pt x="25660" y="299714"/>
                </a:lnTo>
                <a:close/>
                <a:moveTo>
                  <a:pt x="58515" y="139644"/>
                </a:moveTo>
                <a:lnTo>
                  <a:pt x="59549" y="140236"/>
                </a:lnTo>
                <a:lnTo>
                  <a:pt x="57998" y="139940"/>
                </a:lnTo>
                <a:close/>
                <a:moveTo>
                  <a:pt x="122835" y="36304"/>
                </a:moveTo>
                <a:lnTo>
                  <a:pt x="124528" y="37807"/>
                </a:lnTo>
                <a:lnTo>
                  <a:pt x="121988" y="37055"/>
                </a:lnTo>
                <a:close/>
                <a:moveTo>
                  <a:pt x="120143" y="179713"/>
                </a:moveTo>
                <a:lnTo>
                  <a:pt x="122129" y="181418"/>
                </a:lnTo>
                <a:lnTo>
                  <a:pt x="119150" y="180565"/>
                </a:lnTo>
                <a:close/>
                <a:moveTo>
                  <a:pt x="50434" y="118445"/>
                </a:moveTo>
                <a:lnTo>
                  <a:pt x="52510" y="119171"/>
                </a:lnTo>
                <a:lnTo>
                  <a:pt x="49396" y="118808"/>
                </a:lnTo>
                <a:close/>
                <a:moveTo>
                  <a:pt x="57429" y="176836"/>
                </a:moveTo>
                <a:lnTo>
                  <a:pt x="59113" y="178158"/>
                </a:lnTo>
                <a:lnTo>
                  <a:pt x="56587" y="177497"/>
                </a:lnTo>
                <a:close/>
                <a:moveTo>
                  <a:pt x="68591" y="154713"/>
                </a:moveTo>
                <a:lnTo>
                  <a:pt x="70151" y="156311"/>
                </a:lnTo>
                <a:lnTo>
                  <a:pt x="67812" y="155512"/>
                </a:lnTo>
                <a:close/>
                <a:moveTo>
                  <a:pt x="128642" y="308305"/>
                </a:moveTo>
                <a:lnTo>
                  <a:pt x="130414" y="308988"/>
                </a:lnTo>
                <a:lnTo>
                  <a:pt x="127756" y="308646"/>
                </a:lnTo>
                <a:close/>
                <a:moveTo>
                  <a:pt x="48984" y="156520"/>
                </a:moveTo>
                <a:lnTo>
                  <a:pt x="49430" y="157260"/>
                </a:lnTo>
                <a:lnTo>
                  <a:pt x="48762" y="156890"/>
                </a:lnTo>
                <a:close/>
                <a:moveTo>
                  <a:pt x="133571" y="300008"/>
                </a:moveTo>
                <a:lnTo>
                  <a:pt x="135296" y="300426"/>
                </a:lnTo>
                <a:lnTo>
                  <a:pt x="132708" y="300217"/>
                </a:lnTo>
                <a:close/>
                <a:moveTo>
                  <a:pt x="72906" y="385897"/>
                </a:moveTo>
                <a:lnTo>
                  <a:pt x="73356" y="387387"/>
                </a:lnTo>
                <a:lnTo>
                  <a:pt x="72682" y="386642"/>
                </a:lnTo>
                <a:close/>
                <a:moveTo>
                  <a:pt x="49310" y="101411"/>
                </a:moveTo>
                <a:lnTo>
                  <a:pt x="51136" y="103034"/>
                </a:lnTo>
                <a:lnTo>
                  <a:pt x="48397" y="102223"/>
                </a:lnTo>
                <a:close/>
                <a:moveTo>
                  <a:pt x="139912" y="50985"/>
                </a:moveTo>
                <a:lnTo>
                  <a:pt x="140279" y="52597"/>
                </a:lnTo>
                <a:lnTo>
                  <a:pt x="139728" y="51791"/>
                </a:lnTo>
                <a:close/>
                <a:moveTo>
                  <a:pt x="141902" y="249207"/>
                </a:moveTo>
                <a:lnTo>
                  <a:pt x="142937" y="249580"/>
                </a:lnTo>
                <a:lnTo>
                  <a:pt x="141385" y="249393"/>
                </a:lnTo>
                <a:close/>
                <a:moveTo>
                  <a:pt x="80818" y="444120"/>
                </a:moveTo>
                <a:lnTo>
                  <a:pt x="82988" y="445363"/>
                </a:lnTo>
                <a:lnTo>
                  <a:pt x="79733" y="444742"/>
                </a:lnTo>
                <a:close/>
                <a:moveTo>
                  <a:pt x="46127" y="355304"/>
                </a:moveTo>
                <a:lnTo>
                  <a:pt x="47026" y="355658"/>
                </a:lnTo>
                <a:lnTo>
                  <a:pt x="45677" y="355481"/>
                </a:lnTo>
                <a:close/>
                <a:moveTo>
                  <a:pt x="29257" y="364166"/>
                </a:moveTo>
                <a:lnTo>
                  <a:pt x="30443" y="365219"/>
                </a:lnTo>
                <a:lnTo>
                  <a:pt x="28664" y="364693"/>
                </a:lnTo>
                <a:close/>
                <a:moveTo>
                  <a:pt x="105883" y="438880"/>
                </a:moveTo>
                <a:lnTo>
                  <a:pt x="107001" y="440438"/>
                </a:lnTo>
                <a:lnTo>
                  <a:pt x="105324" y="439659"/>
                </a:lnTo>
                <a:close/>
                <a:moveTo>
                  <a:pt x="63462" y="258797"/>
                </a:moveTo>
                <a:lnTo>
                  <a:pt x="64668" y="260470"/>
                </a:lnTo>
                <a:lnTo>
                  <a:pt x="62859" y="259634"/>
                </a:lnTo>
                <a:close/>
                <a:moveTo>
                  <a:pt x="127604" y="194095"/>
                </a:moveTo>
                <a:lnTo>
                  <a:pt x="128716" y="195228"/>
                </a:lnTo>
                <a:lnTo>
                  <a:pt x="127048" y="194661"/>
                </a:lnTo>
                <a:close/>
                <a:moveTo>
                  <a:pt x="10207" y="175836"/>
                </a:moveTo>
                <a:lnTo>
                  <a:pt x="11830" y="176172"/>
                </a:lnTo>
                <a:lnTo>
                  <a:pt x="9396" y="176004"/>
                </a:lnTo>
                <a:close/>
                <a:moveTo>
                  <a:pt x="51723" y="195645"/>
                </a:moveTo>
                <a:lnTo>
                  <a:pt x="53344" y="196421"/>
                </a:lnTo>
                <a:lnTo>
                  <a:pt x="50913" y="196033"/>
                </a:lnTo>
                <a:close/>
                <a:moveTo>
                  <a:pt x="6856" y="361220"/>
                </a:moveTo>
                <a:lnTo>
                  <a:pt x="8321" y="361595"/>
                </a:lnTo>
                <a:lnTo>
                  <a:pt x="6124" y="361407"/>
                </a:lnTo>
                <a:close/>
                <a:moveTo>
                  <a:pt x="37710" y="177249"/>
                </a:moveTo>
                <a:lnTo>
                  <a:pt x="39907" y="178737"/>
                </a:lnTo>
                <a:lnTo>
                  <a:pt x="36612" y="177993"/>
                </a:lnTo>
                <a:close/>
                <a:moveTo>
                  <a:pt x="117965" y="36007"/>
                </a:moveTo>
                <a:lnTo>
                  <a:pt x="119495" y="37654"/>
                </a:lnTo>
                <a:lnTo>
                  <a:pt x="117199" y="36831"/>
                </a:lnTo>
                <a:close/>
                <a:moveTo>
                  <a:pt x="65814" y="439183"/>
                </a:moveTo>
                <a:lnTo>
                  <a:pt x="67424" y="440490"/>
                </a:lnTo>
                <a:lnTo>
                  <a:pt x="65009" y="439837"/>
                </a:lnTo>
                <a:close/>
                <a:moveTo>
                  <a:pt x="135798" y="5529"/>
                </a:moveTo>
                <a:lnTo>
                  <a:pt x="137871" y="6850"/>
                </a:lnTo>
                <a:lnTo>
                  <a:pt x="134762" y="6189"/>
                </a:lnTo>
                <a:close/>
                <a:moveTo>
                  <a:pt x="17455" y="244319"/>
                </a:moveTo>
                <a:lnTo>
                  <a:pt x="18528" y="244708"/>
                </a:lnTo>
                <a:lnTo>
                  <a:pt x="16918" y="244513"/>
                </a:lnTo>
                <a:close/>
                <a:moveTo>
                  <a:pt x="104373" y="264054"/>
                </a:moveTo>
                <a:lnTo>
                  <a:pt x="105575" y="265721"/>
                </a:lnTo>
                <a:lnTo>
                  <a:pt x="103772" y="264887"/>
                </a:lnTo>
                <a:close/>
                <a:moveTo>
                  <a:pt x="64147" y="113979"/>
                </a:moveTo>
                <a:lnTo>
                  <a:pt x="65036" y="114518"/>
                </a:lnTo>
                <a:lnTo>
                  <a:pt x="63703" y="114249"/>
                </a:lnTo>
                <a:close/>
                <a:moveTo>
                  <a:pt x="131184" y="381122"/>
                </a:moveTo>
                <a:lnTo>
                  <a:pt x="133098" y="382504"/>
                </a:lnTo>
                <a:lnTo>
                  <a:pt x="130227" y="381813"/>
                </a:lnTo>
                <a:close/>
                <a:moveTo>
                  <a:pt x="108526" y="355186"/>
                </a:moveTo>
                <a:lnTo>
                  <a:pt x="110012" y="356131"/>
                </a:lnTo>
                <a:lnTo>
                  <a:pt x="107783" y="355658"/>
                </a:lnTo>
                <a:close/>
                <a:moveTo>
                  <a:pt x="71915" y="350614"/>
                </a:moveTo>
                <a:lnTo>
                  <a:pt x="72811" y="352038"/>
                </a:lnTo>
                <a:lnTo>
                  <a:pt x="71467" y="351326"/>
                </a:lnTo>
                <a:close/>
                <a:moveTo>
                  <a:pt x="122874" y="225390"/>
                </a:moveTo>
                <a:lnTo>
                  <a:pt x="124925" y="227012"/>
                </a:lnTo>
                <a:lnTo>
                  <a:pt x="121848" y="226201"/>
                </a:lnTo>
                <a:close/>
                <a:moveTo>
                  <a:pt x="63684" y="419307"/>
                </a:moveTo>
                <a:lnTo>
                  <a:pt x="64245" y="419612"/>
                </a:lnTo>
                <a:lnTo>
                  <a:pt x="63404" y="419460"/>
                </a:lnTo>
                <a:close/>
                <a:moveTo>
                  <a:pt x="122983" y="290569"/>
                </a:moveTo>
                <a:lnTo>
                  <a:pt x="124253" y="291672"/>
                </a:lnTo>
                <a:lnTo>
                  <a:pt x="122347" y="291120"/>
                </a:lnTo>
                <a:close/>
                <a:moveTo>
                  <a:pt x="28614" y="412708"/>
                </a:moveTo>
                <a:lnTo>
                  <a:pt x="29561" y="413303"/>
                </a:lnTo>
                <a:lnTo>
                  <a:pt x="28141" y="413005"/>
                </a:lnTo>
                <a:close/>
                <a:moveTo>
                  <a:pt x="93095" y="288780"/>
                </a:moveTo>
                <a:lnTo>
                  <a:pt x="94568" y="289134"/>
                </a:lnTo>
                <a:lnTo>
                  <a:pt x="92359" y="288957"/>
                </a:lnTo>
                <a:close/>
                <a:moveTo>
                  <a:pt x="56215" y="295572"/>
                </a:moveTo>
                <a:lnTo>
                  <a:pt x="57683" y="296910"/>
                </a:lnTo>
                <a:lnTo>
                  <a:pt x="55481" y="296241"/>
                </a:lnTo>
                <a:close/>
                <a:moveTo>
                  <a:pt x="92238" y="214061"/>
                </a:moveTo>
                <a:lnTo>
                  <a:pt x="92635" y="214564"/>
                </a:lnTo>
                <a:lnTo>
                  <a:pt x="92039" y="214313"/>
                </a:lnTo>
                <a:close/>
                <a:moveTo>
                  <a:pt x="116140" y="408291"/>
                </a:moveTo>
                <a:lnTo>
                  <a:pt x="117213" y="408697"/>
                </a:lnTo>
                <a:lnTo>
                  <a:pt x="115603" y="408494"/>
                </a:lnTo>
                <a:close/>
                <a:moveTo>
                  <a:pt x="11051" y="365692"/>
                </a:moveTo>
                <a:lnTo>
                  <a:pt x="12550" y="366903"/>
                </a:lnTo>
                <a:lnTo>
                  <a:pt x="10301" y="366298"/>
                </a:lnTo>
                <a:close/>
                <a:moveTo>
                  <a:pt x="9497" y="99768"/>
                </a:moveTo>
                <a:lnTo>
                  <a:pt x="11008" y="100100"/>
                </a:lnTo>
                <a:lnTo>
                  <a:pt x="8742" y="99934"/>
                </a:lnTo>
                <a:close/>
                <a:moveTo>
                  <a:pt x="74199" y="5961"/>
                </a:moveTo>
                <a:lnTo>
                  <a:pt x="75609" y="6805"/>
                </a:lnTo>
                <a:lnTo>
                  <a:pt x="73494" y="6383"/>
                </a:lnTo>
                <a:close/>
                <a:moveTo>
                  <a:pt x="131918" y="317018"/>
                </a:moveTo>
                <a:lnTo>
                  <a:pt x="133271" y="317628"/>
                </a:lnTo>
                <a:lnTo>
                  <a:pt x="131241" y="317323"/>
                </a:lnTo>
                <a:close/>
                <a:moveTo>
                  <a:pt x="63466" y="45350"/>
                </a:moveTo>
                <a:lnTo>
                  <a:pt x="65012" y="46617"/>
                </a:lnTo>
                <a:lnTo>
                  <a:pt x="62692" y="45984"/>
                </a:lnTo>
                <a:close/>
                <a:moveTo>
                  <a:pt x="115768" y="153503"/>
                </a:moveTo>
                <a:lnTo>
                  <a:pt x="117679" y="154874"/>
                </a:lnTo>
                <a:lnTo>
                  <a:pt x="114812" y="154188"/>
                </a:lnTo>
                <a:close/>
                <a:moveTo>
                  <a:pt x="56322" y="330845"/>
                </a:moveTo>
                <a:lnTo>
                  <a:pt x="56825" y="332616"/>
                </a:lnTo>
                <a:lnTo>
                  <a:pt x="56070" y="331731"/>
                </a:lnTo>
                <a:close/>
                <a:moveTo>
                  <a:pt x="62347" y="291059"/>
                </a:moveTo>
                <a:lnTo>
                  <a:pt x="63430" y="291720"/>
                </a:lnTo>
                <a:lnTo>
                  <a:pt x="61806" y="291390"/>
                </a:lnTo>
                <a:close/>
                <a:moveTo>
                  <a:pt x="65000" y="272616"/>
                </a:moveTo>
                <a:lnTo>
                  <a:pt x="67115" y="273822"/>
                </a:lnTo>
                <a:lnTo>
                  <a:pt x="63942" y="273219"/>
                </a:lnTo>
                <a:close/>
                <a:moveTo>
                  <a:pt x="119195" y="103146"/>
                </a:moveTo>
                <a:lnTo>
                  <a:pt x="120921" y="103728"/>
                </a:lnTo>
                <a:lnTo>
                  <a:pt x="118332" y="103437"/>
                </a:lnTo>
                <a:close/>
                <a:moveTo>
                  <a:pt x="124500" y="371688"/>
                </a:moveTo>
                <a:lnTo>
                  <a:pt x="126611" y="372898"/>
                </a:lnTo>
                <a:lnTo>
                  <a:pt x="123445" y="372293"/>
                </a:lnTo>
                <a:close/>
                <a:moveTo>
                  <a:pt x="39692" y="389794"/>
                </a:moveTo>
                <a:lnTo>
                  <a:pt x="40835" y="391002"/>
                </a:lnTo>
                <a:lnTo>
                  <a:pt x="39121" y="390398"/>
                </a:lnTo>
                <a:close/>
                <a:moveTo>
                  <a:pt x="130289" y="260432"/>
                </a:moveTo>
                <a:lnTo>
                  <a:pt x="130711" y="260908"/>
                </a:lnTo>
                <a:lnTo>
                  <a:pt x="130078" y="260670"/>
                </a:lnTo>
                <a:close/>
                <a:moveTo>
                  <a:pt x="70733" y="428059"/>
                </a:moveTo>
                <a:lnTo>
                  <a:pt x="71709" y="429543"/>
                </a:lnTo>
                <a:lnTo>
                  <a:pt x="70246" y="428801"/>
                </a:lnTo>
                <a:close/>
                <a:moveTo>
                  <a:pt x="30081" y="70758"/>
                </a:moveTo>
                <a:lnTo>
                  <a:pt x="30762" y="71128"/>
                </a:lnTo>
                <a:lnTo>
                  <a:pt x="29740" y="70943"/>
                </a:lnTo>
                <a:close/>
                <a:moveTo>
                  <a:pt x="38735" y="118386"/>
                </a:moveTo>
                <a:lnTo>
                  <a:pt x="40470" y="119371"/>
                </a:lnTo>
                <a:lnTo>
                  <a:pt x="37867" y="118879"/>
                </a:lnTo>
                <a:close/>
                <a:moveTo>
                  <a:pt x="111329" y="52364"/>
                </a:moveTo>
                <a:lnTo>
                  <a:pt x="112640" y="53599"/>
                </a:lnTo>
                <a:lnTo>
                  <a:pt x="110674" y="52981"/>
                </a:lnTo>
                <a:close/>
                <a:moveTo>
                  <a:pt x="40035" y="333253"/>
                </a:moveTo>
                <a:lnTo>
                  <a:pt x="41135" y="334173"/>
                </a:lnTo>
                <a:lnTo>
                  <a:pt x="39485" y="333713"/>
                </a:lnTo>
                <a:close/>
                <a:moveTo>
                  <a:pt x="130040" y="225530"/>
                </a:moveTo>
                <a:lnTo>
                  <a:pt x="130455" y="226810"/>
                </a:lnTo>
                <a:lnTo>
                  <a:pt x="129832" y="226170"/>
                </a:lnTo>
                <a:close/>
                <a:moveTo>
                  <a:pt x="16524" y="24898"/>
                </a:moveTo>
                <a:lnTo>
                  <a:pt x="17954" y="25763"/>
                </a:lnTo>
                <a:lnTo>
                  <a:pt x="15809" y="25331"/>
                </a:lnTo>
                <a:close/>
                <a:moveTo>
                  <a:pt x="4303" y="171995"/>
                </a:moveTo>
                <a:lnTo>
                  <a:pt x="5081" y="172631"/>
                </a:lnTo>
                <a:lnTo>
                  <a:pt x="3914" y="172313"/>
                </a:lnTo>
                <a:close/>
                <a:moveTo>
                  <a:pt x="81785" y="226813"/>
                </a:moveTo>
                <a:lnTo>
                  <a:pt x="83672" y="228529"/>
                </a:lnTo>
                <a:lnTo>
                  <a:pt x="80841" y="227671"/>
                </a:lnTo>
                <a:close/>
                <a:moveTo>
                  <a:pt x="120072" y="12211"/>
                </a:moveTo>
                <a:lnTo>
                  <a:pt x="120578" y="12979"/>
                </a:lnTo>
                <a:lnTo>
                  <a:pt x="119819" y="12595"/>
                </a:lnTo>
                <a:close/>
                <a:moveTo>
                  <a:pt x="44867" y="329708"/>
                </a:moveTo>
                <a:lnTo>
                  <a:pt x="45239" y="330373"/>
                </a:lnTo>
                <a:lnTo>
                  <a:pt x="44682" y="330040"/>
                </a:lnTo>
                <a:close/>
                <a:moveTo>
                  <a:pt x="74821" y="68983"/>
                </a:moveTo>
                <a:lnTo>
                  <a:pt x="75400" y="69525"/>
                </a:lnTo>
                <a:lnTo>
                  <a:pt x="74532" y="69254"/>
                </a:lnTo>
                <a:close/>
                <a:moveTo>
                  <a:pt x="1949" y="425571"/>
                </a:moveTo>
                <a:lnTo>
                  <a:pt x="2723" y="425934"/>
                </a:lnTo>
                <a:lnTo>
                  <a:pt x="1563" y="425752"/>
                </a:lnTo>
                <a:close/>
                <a:moveTo>
                  <a:pt x="1514" y="142093"/>
                </a:moveTo>
                <a:lnTo>
                  <a:pt x="3599" y="142655"/>
                </a:lnTo>
                <a:lnTo>
                  <a:pt x="472" y="142374"/>
                </a:lnTo>
                <a:close/>
                <a:moveTo>
                  <a:pt x="35758" y="158722"/>
                </a:moveTo>
                <a:lnTo>
                  <a:pt x="36128" y="160144"/>
                </a:lnTo>
                <a:lnTo>
                  <a:pt x="35573" y="159433"/>
                </a:lnTo>
                <a:close/>
                <a:moveTo>
                  <a:pt x="69732" y="390907"/>
                </a:moveTo>
                <a:lnTo>
                  <a:pt x="71515" y="391471"/>
                </a:lnTo>
                <a:lnTo>
                  <a:pt x="68840" y="391189"/>
                </a:lnTo>
                <a:close/>
                <a:moveTo>
                  <a:pt x="38502" y="139248"/>
                </a:moveTo>
                <a:lnTo>
                  <a:pt x="40207" y="140545"/>
                </a:lnTo>
                <a:lnTo>
                  <a:pt x="37649" y="139897"/>
                </a:lnTo>
                <a:close/>
                <a:moveTo>
                  <a:pt x="35911" y="232991"/>
                </a:moveTo>
                <a:lnTo>
                  <a:pt x="38006" y="234522"/>
                </a:lnTo>
                <a:lnTo>
                  <a:pt x="34863" y="233757"/>
                </a:lnTo>
                <a:close/>
                <a:moveTo>
                  <a:pt x="51593" y="123996"/>
                </a:moveTo>
                <a:lnTo>
                  <a:pt x="53716" y="125609"/>
                </a:lnTo>
                <a:lnTo>
                  <a:pt x="50532" y="124803"/>
                </a:lnTo>
                <a:close/>
                <a:moveTo>
                  <a:pt x="138967" y="126238"/>
                </a:moveTo>
                <a:lnTo>
                  <a:pt x="141029" y="126903"/>
                </a:lnTo>
                <a:lnTo>
                  <a:pt x="137937" y="126570"/>
                </a:lnTo>
                <a:close/>
                <a:moveTo>
                  <a:pt x="138416" y="188640"/>
                </a:moveTo>
                <a:lnTo>
                  <a:pt x="139461" y="189491"/>
                </a:lnTo>
                <a:lnTo>
                  <a:pt x="137894" y="189065"/>
                </a:lnTo>
                <a:close/>
                <a:moveTo>
                  <a:pt x="121003" y="463171"/>
                </a:moveTo>
                <a:lnTo>
                  <a:pt x="122876" y="464676"/>
                </a:lnTo>
                <a:lnTo>
                  <a:pt x="120066" y="463923"/>
                </a:lnTo>
                <a:close/>
                <a:moveTo>
                  <a:pt x="65382" y="368964"/>
                </a:moveTo>
                <a:lnTo>
                  <a:pt x="67474" y="370605"/>
                </a:lnTo>
                <a:lnTo>
                  <a:pt x="64336" y="369784"/>
                </a:lnTo>
                <a:close/>
                <a:moveTo>
                  <a:pt x="121328" y="294702"/>
                </a:moveTo>
                <a:lnTo>
                  <a:pt x="123257" y="296044"/>
                </a:lnTo>
                <a:lnTo>
                  <a:pt x="120363" y="295373"/>
                </a:lnTo>
                <a:close/>
                <a:moveTo>
                  <a:pt x="70432" y="347619"/>
                </a:moveTo>
                <a:lnTo>
                  <a:pt x="72458" y="349138"/>
                </a:lnTo>
                <a:lnTo>
                  <a:pt x="69418" y="348378"/>
                </a:lnTo>
                <a:close/>
                <a:moveTo>
                  <a:pt x="75561" y="28392"/>
                </a:moveTo>
                <a:lnTo>
                  <a:pt x="76553" y="30135"/>
                </a:lnTo>
                <a:lnTo>
                  <a:pt x="75064" y="29263"/>
                </a:lnTo>
                <a:close/>
                <a:moveTo>
                  <a:pt x="18385" y="417703"/>
                </a:moveTo>
                <a:lnTo>
                  <a:pt x="18966" y="419502"/>
                </a:lnTo>
                <a:lnTo>
                  <a:pt x="18095" y="418603"/>
                </a:lnTo>
                <a:close/>
                <a:moveTo>
                  <a:pt x="35960" y="221331"/>
                </a:moveTo>
                <a:lnTo>
                  <a:pt x="37546" y="221784"/>
                </a:lnTo>
                <a:lnTo>
                  <a:pt x="35167" y="221557"/>
                </a:lnTo>
                <a:close/>
                <a:moveTo>
                  <a:pt x="130167" y="66139"/>
                </a:moveTo>
                <a:lnTo>
                  <a:pt x="131223" y="67895"/>
                </a:lnTo>
                <a:lnTo>
                  <a:pt x="129639" y="67017"/>
                </a:lnTo>
                <a:close/>
                <a:moveTo>
                  <a:pt x="11963" y="228887"/>
                </a:moveTo>
                <a:lnTo>
                  <a:pt x="12952" y="229665"/>
                </a:lnTo>
                <a:lnTo>
                  <a:pt x="11468" y="229276"/>
                </a:lnTo>
                <a:close/>
                <a:moveTo>
                  <a:pt x="8289" y="350259"/>
                </a:moveTo>
                <a:lnTo>
                  <a:pt x="10137" y="351232"/>
                </a:lnTo>
                <a:lnTo>
                  <a:pt x="7365" y="350745"/>
                </a:lnTo>
                <a:close/>
                <a:moveTo>
                  <a:pt x="66803" y="398272"/>
                </a:moveTo>
                <a:lnTo>
                  <a:pt x="68252" y="398871"/>
                </a:lnTo>
                <a:lnTo>
                  <a:pt x="66078" y="398571"/>
                </a:lnTo>
                <a:close/>
                <a:moveTo>
                  <a:pt x="1053" y="9657"/>
                </a:moveTo>
                <a:lnTo>
                  <a:pt x="2155" y="10778"/>
                </a:lnTo>
                <a:lnTo>
                  <a:pt x="502" y="10218"/>
                </a:lnTo>
                <a:close/>
                <a:moveTo>
                  <a:pt x="81663" y="54231"/>
                </a:moveTo>
                <a:lnTo>
                  <a:pt x="82152" y="54944"/>
                </a:lnTo>
                <a:lnTo>
                  <a:pt x="81419" y="54587"/>
                </a:lnTo>
                <a:close/>
                <a:moveTo>
                  <a:pt x="116537" y="165233"/>
                </a:moveTo>
                <a:lnTo>
                  <a:pt x="117208" y="166909"/>
                </a:lnTo>
                <a:lnTo>
                  <a:pt x="116201" y="166071"/>
                </a:lnTo>
                <a:close/>
                <a:moveTo>
                  <a:pt x="131452" y="382321"/>
                </a:moveTo>
                <a:lnTo>
                  <a:pt x="133506" y="382929"/>
                </a:lnTo>
                <a:lnTo>
                  <a:pt x="130426" y="382625"/>
                </a:lnTo>
                <a:close/>
                <a:moveTo>
                  <a:pt x="17031" y="264749"/>
                </a:moveTo>
                <a:lnTo>
                  <a:pt x="19202" y="266071"/>
                </a:lnTo>
                <a:lnTo>
                  <a:pt x="15945" y="265410"/>
                </a:lnTo>
                <a:close/>
                <a:moveTo>
                  <a:pt x="4881" y="272102"/>
                </a:moveTo>
                <a:lnTo>
                  <a:pt x="6565" y="272875"/>
                </a:lnTo>
                <a:lnTo>
                  <a:pt x="4039" y="272489"/>
                </a:lnTo>
                <a:close/>
                <a:moveTo>
                  <a:pt x="37189" y="186737"/>
                </a:moveTo>
                <a:lnTo>
                  <a:pt x="38922" y="187619"/>
                </a:lnTo>
                <a:lnTo>
                  <a:pt x="36322" y="187178"/>
                </a:lnTo>
                <a:close/>
                <a:moveTo>
                  <a:pt x="27601" y="249229"/>
                </a:moveTo>
                <a:lnTo>
                  <a:pt x="29230" y="250779"/>
                </a:lnTo>
                <a:lnTo>
                  <a:pt x="26786" y="250004"/>
                </a:lnTo>
                <a:close/>
                <a:moveTo>
                  <a:pt x="49537" y="68029"/>
                </a:moveTo>
                <a:lnTo>
                  <a:pt x="49998" y="69128"/>
                </a:lnTo>
                <a:lnTo>
                  <a:pt x="49307" y="68578"/>
                </a:lnTo>
                <a:close/>
                <a:moveTo>
                  <a:pt x="140735" y="381409"/>
                </a:moveTo>
                <a:lnTo>
                  <a:pt x="141202" y="382727"/>
                </a:lnTo>
                <a:lnTo>
                  <a:pt x="140502" y="382068"/>
                </a:lnTo>
                <a:close/>
                <a:moveTo>
                  <a:pt x="48856" y="274486"/>
                </a:moveTo>
                <a:lnTo>
                  <a:pt x="50834" y="275011"/>
                </a:lnTo>
                <a:lnTo>
                  <a:pt x="47867" y="274748"/>
                </a:lnTo>
                <a:close/>
                <a:moveTo>
                  <a:pt x="71135" y="311812"/>
                </a:moveTo>
                <a:lnTo>
                  <a:pt x="72976" y="313235"/>
                </a:lnTo>
                <a:lnTo>
                  <a:pt x="70215" y="312523"/>
                </a:lnTo>
                <a:close/>
                <a:moveTo>
                  <a:pt x="3825" y="52897"/>
                </a:moveTo>
                <a:lnTo>
                  <a:pt x="5382" y="53254"/>
                </a:lnTo>
                <a:lnTo>
                  <a:pt x="3046" y="53075"/>
                </a:lnTo>
                <a:close/>
                <a:moveTo>
                  <a:pt x="133179" y="233078"/>
                </a:moveTo>
                <a:lnTo>
                  <a:pt x="134012" y="233404"/>
                </a:lnTo>
                <a:lnTo>
                  <a:pt x="132762" y="233241"/>
                </a:lnTo>
                <a:close/>
                <a:moveTo>
                  <a:pt x="18986" y="7485"/>
                </a:moveTo>
                <a:lnTo>
                  <a:pt x="20193" y="8003"/>
                </a:lnTo>
                <a:lnTo>
                  <a:pt x="18382" y="7744"/>
                </a:lnTo>
                <a:close/>
                <a:moveTo>
                  <a:pt x="8209" y="190809"/>
                </a:moveTo>
                <a:lnTo>
                  <a:pt x="8639" y="192302"/>
                </a:lnTo>
                <a:lnTo>
                  <a:pt x="7995" y="191555"/>
                </a:lnTo>
                <a:close/>
                <a:moveTo>
                  <a:pt x="55635" y="265765"/>
                </a:moveTo>
                <a:lnTo>
                  <a:pt x="56757" y="266517"/>
                </a:lnTo>
                <a:lnTo>
                  <a:pt x="55074" y="266141"/>
                </a:lnTo>
                <a:close/>
                <a:moveTo>
                  <a:pt x="39234" y="92491"/>
                </a:moveTo>
                <a:lnTo>
                  <a:pt x="39989" y="93888"/>
                </a:lnTo>
                <a:lnTo>
                  <a:pt x="38856" y="93190"/>
                </a:lnTo>
                <a:close/>
                <a:moveTo>
                  <a:pt x="4954" y="470810"/>
                </a:moveTo>
                <a:lnTo>
                  <a:pt x="6656" y="472188"/>
                </a:lnTo>
                <a:lnTo>
                  <a:pt x="4104" y="471499"/>
                </a:lnTo>
                <a:close/>
                <a:moveTo>
                  <a:pt x="77174" y="161458"/>
                </a:moveTo>
                <a:lnTo>
                  <a:pt x="77800" y="162484"/>
                </a:lnTo>
                <a:lnTo>
                  <a:pt x="76861" y="161971"/>
                </a:lnTo>
                <a:close/>
                <a:moveTo>
                  <a:pt x="100305" y="10996"/>
                </a:moveTo>
                <a:lnTo>
                  <a:pt x="101548" y="11708"/>
                </a:lnTo>
                <a:lnTo>
                  <a:pt x="99684" y="11352"/>
                </a:lnTo>
                <a:close/>
                <a:moveTo>
                  <a:pt x="106777" y="160993"/>
                </a:moveTo>
                <a:lnTo>
                  <a:pt x="107516" y="162619"/>
                </a:lnTo>
                <a:lnTo>
                  <a:pt x="106407" y="161806"/>
                </a:lnTo>
                <a:close/>
                <a:moveTo>
                  <a:pt x="96859" y="16046"/>
                </a:moveTo>
                <a:lnTo>
                  <a:pt x="97581" y="16791"/>
                </a:lnTo>
                <a:lnTo>
                  <a:pt x="96497" y="16418"/>
                </a:lnTo>
                <a:close/>
                <a:moveTo>
                  <a:pt x="20650" y="141179"/>
                </a:moveTo>
                <a:lnTo>
                  <a:pt x="21778" y="142677"/>
                </a:lnTo>
                <a:lnTo>
                  <a:pt x="20087" y="141928"/>
                </a:lnTo>
                <a:close/>
                <a:moveTo>
                  <a:pt x="68338" y="433796"/>
                </a:moveTo>
                <a:lnTo>
                  <a:pt x="69228" y="435428"/>
                </a:lnTo>
                <a:lnTo>
                  <a:pt x="67893" y="434612"/>
                </a:lnTo>
                <a:close/>
                <a:moveTo>
                  <a:pt x="123116" y="275945"/>
                </a:moveTo>
                <a:lnTo>
                  <a:pt x="123590" y="276268"/>
                </a:lnTo>
                <a:lnTo>
                  <a:pt x="122879" y="276107"/>
                </a:lnTo>
                <a:close/>
                <a:moveTo>
                  <a:pt x="24097" y="375051"/>
                </a:moveTo>
                <a:lnTo>
                  <a:pt x="25727" y="375506"/>
                </a:lnTo>
                <a:lnTo>
                  <a:pt x="23283" y="375278"/>
                </a:lnTo>
                <a:close/>
                <a:moveTo>
                  <a:pt x="54346" y="195674"/>
                </a:moveTo>
                <a:lnTo>
                  <a:pt x="55334" y="196265"/>
                </a:lnTo>
                <a:lnTo>
                  <a:pt x="53851" y="195970"/>
                </a:lnTo>
                <a:close/>
                <a:moveTo>
                  <a:pt x="101332" y="19942"/>
                </a:moveTo>
                <a:lnTo>
                  <a:pt x="102687" y="21172"/>
                </a:lnTo>
                <a:lnTo>
                  <a:pt x="100655" y="20557"/>
                </a:lnTo>
                <a:close/>
                <a:moveTo>
                  <a:pt x="92698" y="136388"/>
                </a:moveTo>
                <a:lnTo>
                  <a:pt x="94211" y="137766"/>
                </a:lnTo>
                <a:lnTo>
                  <a:pt x="91942" y="137077"/>
                </a:lnTo>
                <a:close/>
                <a:moveTo>
                  <a:pt x="138553" y="146116"/>
                </a:moveTo>
                <a:lnTo>
                  <a:pt x="140547" y="147031"/>
                </a:lnTo>
                <a:lnTo>
                  <a:pt x="137557" y="146574"/>
                </a:lnTo>
                <a:close/>
                <a:moveTo>
                  <a:pt x="116445" y="12401"/>
                </a:moveTo>
                <a:lnTo>
                  <a:pt x="117073" y="13642"/>
                </a:lnTo>
                <a:lnTo>
                  <a:pt x="116132" y="13021"/>
                </a:lnTo>
                <a:close/>
                <a:moveTo>
                  <a:pt x="54239" y="306993"/>
                </a:moveTo>
                <a:lnTo>
                  <a:pt x="55711" y="307530"/>
                </a:lnTo>
                <a:lnTo>
                  <a:pt x="53503" y="307262"/>
                </a:lnTo>
                <a:close/>
                <a:moveTo>
                  <a:pt x="18143" y="259428"/>
                </a:moveTo>
                <a:lnTo>
                  <a:pt x="20334" y="260295"/>
                </a:lnTo>
                <a:lnTo>
                  <a:pt x="17047" y="259862"/>
                </a:lnTo>
                <a:close/>
                <a:moveTo>
                  <a:pt x="139404" y="319538"/>
                </a:moveTo>
                <a:lnTo>
                  <a:pt x="140025" y="319869"/>
                </a:lnTo>
                <a:lnTo>
                  <a:pt x="139093" y="319704"/>
                </a:lnTo>
                <a:close/>
                <a:moveTo>
                  <a:pt x="46645" y="65569"/>
                </a:moveTo>
                <a:lnTo>
                  <a:pt x="48233" y="67061"/>
                </a:lnTo>
                <a:lnTo>
                  <a:pt x="45851" y="66315"/>
                </a:lnTo>
                <a:close/>
                <a:moveTo>
                  <a:pt x="11596" y="98659"/>
                </a:moveTo>
                <a:lnTo>
                  <a:pt x="12056" y="99077"/>
                </a:lnTo>
                <a:lnTo>
                  <a:pt x="11367" y="98868"/>
                </a:lnTo>
                <a:close/>
                <a:moveTo>
                  <a:pt x="63306" y="380312"/>
                </a:moveTo>
                <a:lnTo>
                  <a:pt x="63879" y="381818"/>
                </a:lnTo>
                <a:lnTo>
                  <a:pt x="63020" y="381065"/>
                </a:lnTo>
                <a:close/>
                <a:moveTo>
                  <a:pt x="106386" y="380968"/>
                </a:moveTo>
                <a:lnTo>
                  <a:pt x="107190" y="381727"/>
                </a:lnTo>
                <a:lnTo>
                  <a:pt x="105984" y="381347"/>
                </a:lnTo>
                <a:close/>
                <a:moveTo>
                  <a:pt x="138944" y="234355"/>
                </a:moveTo>
                <a:lnTo>
                  <a:pt x="139961" y="235120"/>
                </a:lnTo>
                <a:lnTo>
                  <a:pt x="138435" y="234738"/>
                </a:lnTo>
                <a:close/>
                <a:moveTo>
                  <a:pt x="12882" y="206573"/>
                </a:moveTo>
                <a:lnTo>
                  <a:pt x="14475" y="207068"/>
                </a:lnTo>
                <a:lnTo>
                  <a:pt x="12086" y="206820"/>
                </a:lnTo>
                <a:close/>
                <a:moveTo>
                  <a:pt x="141676" y="248467"/>
                </a:moveTo>
                <a:lnTo>
                  <a:pt x="142939" y="250242"/>
                </a:lnTo>
                <a:lnTo>
                  <a:pt x="141044" y="249354"/>
                </a:lnTo>
                <a:close/>
                <a:moveTo>
                  <a:pt x="49077" y="89911"/>
                </a:moveTo>
                <a:lnTo>
                  <a:pt x="50260" y="91631"/>
                </a:lnTo>
                <a:lnTo>
                  <a:pt x="48486" y="90771"/>
                </a:lnTo>
                <a:close/>
                <a:moveTo>
                  <a:pt x="23647" y="64088"/>
                </a:moveTo>
                <a:lnTo>
                  <a:pt x="24216" y="64846"/>
                </a:lnTo>
                <a:lnTo>
                  <a:pt x="23362" y="64467"/>
                </a:lnTo>
                <a:close/>
                <a:moveTo>
                  <a:pt x="129065" y="191640"/>
                </a:moveTo>
                <a:lnTo>
                  <a:pt x="130421" y="192727"/>
                </a:lnTo>
                <a:lnTo>
                  <a:pt x="128387" y="192183"/>
                </a:lnTo>
                <a:close/>
                <a:moveTo>
                  <a:pt x="4783" y="387299"/>
                </a:moveTo>
                <a:lnTo>
                  <a:pt x="5727" y="387641"/>
                </a:lnTo>
                <a:lnTo>
                  <a:pt x="4312" y="387470"/>
                </a:lnTo>
                <a:close/>
                <a:moveTo>
                  <a:pt x="133024" y="89959"/>
                </a:moveTo>
                <a:lnTo>
                  <a:pt x="134736" y="90284"/>
                </a:lnTo>
                <a:lnTo>
                  <a:pt x="132168" y="90122"/>
                </a:lnTo>
                <a:close/>
                <a:moveTo>
                  <a:pt x="57449" y="446128"/>
                </a:moveTo>
                <a:lnTo>
                  <a:pt x="57898" y="447050"/>
                </a:lnTo>
                <a:lnTo>
                  <a:pt x="57224" y="446589"/>
                </a:lnTo>
                <a:close/>
                <a:moveTo>
                  <a:pt x="133075" y="258806"/>
                </a:moveTo>
                <a:lnTo>
                  <a:pt x="134553" y="259324"/>
                </a:lnTo>
                <a:lnTo>
                  <a:pt x="132337" y="259065"/>
                </a:lnTo>
                <a:close/>
                <a:moveTo>
                  <a:pt x="6770" y="235132"/>
                </a:moveTo>
                <a:lnTo>
                  <a:pt x="8528" y="235551"/>
                </a:lnTo>
                <a:lnTo>
                  <a:pt x="5891" y="235342"/>
                </a:lnTo>
                <a:close/>
                <a:moveTo>
                  <a:pt x="75504" y="340640"/>
                </a:moveTo>
                <a:lnTo>
                  <a:pt x="76395" y="341299"/>
                </a:lnTo>
                <a:lnTo>
                  <a:pt x="75059" y="340969"/>
                </a:lnTo>
                <a:close/>
                <a:moveTo>
                  <a:pt x="6002" y="391640"/>
                </a:moveTo>
                <a:lnTo>
                  <a:pt x="6840" y="392293"/>
                </a:lnTo>
                <a:lnTo>
                  <a:pt x="5583" y="391966"/>
                </a:lnTo>
                <a:close/>
                <a:moveTo>
                  <a:pt x="120778" y="74162"/>
                </a:moveTo>
                <a:lnTo>
                  <a:pt x="121238" y="75587"/>
                </a:lnTo>
                <a:lnTo>
                  <a:pt x="120548" y="74875"/>
                </a:lnTo>
                <a:close/>
                <a:moveTo>
                  <a:pt x="73786" y="370761"/>
                </a:moveTo>
                <a:lnTo>
                  <a:pt x="74944" y="371210"/>
                </a:lnTo>
                <a:lnTo>
                  <a:pt x="73207" y="370986"/>
                </a:lnTo>
                <a:close/>
                <a:moveTo>
                  <a:pt x="1347" y="186341"/>
                </a:moveTo>
                <a:lnTo>
                  <a:pt x="2176" y="187665"/>
                </a:lnTo>
                <a:lnTo>
                  <a:pt x="932" y="187003"/>
                </a:lnTo>
                <a:close/>
                <a:moveTo>
                  <a:pt x="122186" y="202643"/>
                </a:moveTo>
                <a:lnTo>
                  <a:pt x="122954" y="203720"/>
                </a:lnTo>
                <a:lnTo>
                  <a:pt x="121802" y="203182"/>
                </a:lnTo>
                <a:close/>
                <a:moveTo>
                  <a:pt x="11656" y="365080"/>
                </a:moveTo>
                <a:lnTo>
                  <a:pt x="12156" y="365921"/>
                </a:lnTo>
                <a:lnTo>
                  <a:pt x="11406" y="365501"/>
                </a:lnTo>
                <a:close/>
                <a:moveTo>
                  <a:pt x="63950" y="70778"/>
                </a:moveTo>
                <a:lnTo>
                  <a:pt x="65788" y="72293"/>
                </a:lnTo>
                <a:lnTo>
                  <a:pt x="63031" y="71536"/>
                </a:lnTo>
                <a:close/>
                <a:moveTo>
                  <a:pt x="73910" y="358248"/>
                </a:moveTo>
                <a:lnTo>
                  <a:pt x="74374" y="359554"/>
                </a:lnTo>
                <a:lnTo>
                  <a:pt x="73677" y="358901"/>
                </a:lnTo>
                <a:close/>
                <a:moveTo>
                  <a:pt x="39853" y="69401"/>
                </a:moveTo>
                <a:lnTo>
                  <a:pt x="41128" y="70785"/>
                </a:lnTo>
                <a:lnTo>
                  <a:pt x="39215" y="70093"/>
                </a:lnTo>
                <a:close/>
                <a:moveTo>
                  <a:pt x="79171" y="449822"/>
                </a:moveTo>
                <a:lnTo>
                  <a:pt x="79544" y="450797"/>
                </a:lnTo>
                <a:lnTo>
                  <a:pt x="78985" y="450310"/>
                </a:lnTo>
                <a:close/>
                <a:moveTo>
                  <a:pt x="138311" y="400270"/>
                </a:moveTo>
                <a:lnTo>
                  <a:pt x="139846" y="401978"/>
                </a:lnTo>
                <a:lnTo>
                  <a:pt x="137543" y="401124"/>
                </a:lnTo>
                <a:close/>
                <a:moveTo>
                  <a:pt x="73708" y="392488"/>
                </a:moveTo>
                <a:lnTo>
                  <a:pt x="74878" y="393184"/>
                </a:lnTo>
                <a:lnTo>
                  <a:pt x="73123" y="392836"/>
                </a:lnTo>
                <a:close/>
                <a:moveTo>
                  <a:pt x="58009" y="468919"/>
                </a:moveTo>
                <a:lnTo>
                  <a:pt x="58996" y="469930"/>
                </a:lnTo>
                <a:lnTo>
                  <a:pt x="57516" y="469424"/>
                </a:lnTo>
                <a:close/>
                <a:moveTo>
                  <a:pt x="1829" y="281836"/>
                </a:moveTo>
                <a:lnTo>
                  <a:pt x="2327" y="282306"/>
                </a:lnTo>
                <a:lnTo>
                  <a:pt x="1580" y="282071"/>
                </a:lnTo>
                <a:close/>
                <a:moveTo>
                  <a:pt x="59174" y="263450"/>
                </a:moveTo>
                <a:lnTo>
                  <a:pt x="60004" y="264248"/>
                </a:lnTo>
                <a:lnTo>
                  <a:pt x="58758" y="263849"/>
                </a:lnTo>
                <a:close/>
                <a:moveTo>
                  <a:pt x="41193" y="114601"/>
                </a:moveTo>
                <a:lnTo>
                  <a:pt x="43058" y="115569"/>
                </a:lnTo>
                <a:lnTo>
                  <a:pt x="40260" y="115085"/>
                </a:lnTo>
                <a:close/>
                <a:moveTo>
                  <a:pt x="121399" y="351359"/>
                </a:moveTo>
                <a:lnTo>
                  <a:pt x="122944" y="351996"/>
                </a:lnTo>
                <a:lnTo>
                  <a:pt x="120626" y="351677"/>
                </a:lnTo>
                <a:close/>
                <a:moveTo>
                  <a:pt x="117015" y="188293"/>
                </a:moveTo>
                <a:lnTo>
                  <a:pt x="118222" y="189437"/>
                </a:lnTo>
                <a:lnTo>
                  <a:pt x="116411" y="188865"/>
                </a:lnTo>
                <a:close/>
                <a:moveTo>
                  <a:pt x="54185" y="20192"/>
                </a:moveTo>
                <a:lnTo>
                  <a:pt x="55111" y="21991"/>
                </a:lnTo>
                <a:lnTo>
                  <a:pt x="53722" y="21091"/>
                </a:lnTo>
                <a:close/>
                <a:moveTo>
                  <a:pt x="3451" y="119781"/>
                </a:moveTo>
                <a:lnTo>
                  <a:pt x="4709" y="120798"/>
                </a:lnTo>
                <a:lnTo>
                  <a:pt x="2822" y="120290"/>
                </a:lnTo>
                <a:close/>
                <a:moveTo>
                  <a:pt x="27998" y="467532"/>
                </a:moveTo>
                <a:lnTo>
                  <a:pt x="29161" y="467856"/>
                </a:lnTo>
                <a:lnTo>
                  <a:pt x="27417" y="467694"/>
                </a:lnTo>
                <a:close/>
                <a:moveTo>
                  <a:pt x="27999" y="214477"/>
                </a:moveTo>
                <a:lnTo>
                  <a:pt x="29207" y="215120"/>
                </a:lnTo>
                <a:lnTo>
                  <a:pt x="27396" y="214798"/>
                </a:lnTo>
                <a:close/>
                <a:moveTo>
                  <a:pt x="68432" y="8485"/>
                </a:moveTo>
                <a:lnTo>
                  <a:pt x="69771" y="9120"/>
                </a:lnTo>
                <a:lnTo>
                  <a:pt x="67762" y="8803"/>
                </a:lnTo>
                <a:close/>
                <a:moveTo>
                  <a:pt x="124240" y="321063"/>
                </a:moveTo>
                <a:lnTo>
                  <a:pt x="124636" y="322669"/>
                </a:lnTo>
                <a:lnTo>
                  <a:pt x="124042" y="321866"/>
                </a:lnTo>
                <a:close/>
                <a:moveTo>
                  <a:pt x="139933" y="169759"/>
                </a:moveTo>
                <a:lnTo>
                  <a:pt x="141884" y="170580"/>
                </a:lnTo>
                <a:lnTo>
                  <a:pt x="138957" y="170170"/>
                </a:lnTo>
                <a:close/>
                <a:moveTo>
                  <a:pt x="130591" y="399423"/>
                </a:moveTo>
                <a:lnTo>
                  <a:pt x="131891" y="401079"/>
                </a:lnTo>
                <a:lnTo>
                  <a:pt x="129942" y="400251"/>
                </a:lnTo>
                <a:close/>
                <a:moveTo>
                  <a:pt x="79671" y="376792"/>
                </a:moveTo>
                <a:lnTo>
                  <a:pt x="80930" y="378385"/>
                </a:lnTo>
                <a:lnTo>
                  <a:pt x="79042" y="377588"/>
                </a:lnTo>
                <a:close/>
                <a:moveTo>
                  <a:pt x="59372" y="376725"/>
                </a:moveTo>
                <a:lnTo>
                  <a:pt x="61090" y="378004"/>
                </a:lnTo>
                <a:lnTo>
                  <a:pt x="58513" y="377364"/>
                </a:lnTo>
                <a:close/>
                <a:moveTo>
                  <a:pt x="107226" y="290796"/>
                </a:moveTo>
                <a:lnTo>
                  <a:pt x="108085" y="292475"/>
                </a:lnTo>
                <a:lnTo>
                  <a:pt x="106797" y="291635"/>
                </a:lnTo>
                <a:close/>
                <a:moveTo>
                  <a:pt x="87172" y="71035"/>
                </a:moveTo>
                <a:lnTo>
                  <a:pt x="89073" y="72442"/>
                </a:lnTo>
                <a:lnTo>
                  <a:pt x="86222" y="71738"/>
                </a:lnTo>
                <a:close/>
                <a:moveTo>
                  <a:pt x="130222" y="246315"/>
                </a:moveTo>
                <a:lnTo>
                  <a:pt x="131186" y="247817"/>
                </a:lnTo>
                <a:lnTo>
                  <a:pt x="129740" y="247066"/>
                </a:lnTo>
                <a:close/>
                <a:moveTo>
                  <a:pt x="119643" y="338053"/>
                </a:moveTo>
                <a:lnTo>
                  <a:pt x="120268" y="338468"/>
                </a:lnTo>
                <a:lnTo>
                  <a:pt x="119330" y="338260"/>
                </a:lnTo>
                <a:close/>
                <a:moveTo>
                  <a:pt x="139318" y="59642"/>
                </a:moveTo>
                <a:lnTo>
                  <a:pt x="141007" y="61017"/>
                </a:lnTo>
                <a:lnTo>
                  <a:pt x="138474" y="60330"/>
                </a:lnTo>
                <a:close/>
                <a:moveTo>
                  <a:pt x="3335" y="205751"/>
                </a:moveTo>
                <a:lnTo>
                  <a:pt x="4148" y="206908"/>
                </a:lnTo>
                <a:lnTo>
                  <a:pt x="2928" y="206330"/>
                </a:lnTo>
                <a:close/>
                <a:moveTo>
                  <a:pt x="90881" y="258640"/>
                </a:moveTo>
                <a:lnTo>
                  <a:pt x="92373" y="259849"/>
                </a:lnTo>
                <a:lnTo>
                  <a:pt x="90135" y="259245"/>
                </a:lnTo>
                <a:close/>
                <a:moveTo>
                  <a:pt x="85926" y="469006"/>
                </a:moveTo>
                <a:lnTo>
                  <a:pt x="87150" y="469490"/>
                </a:lnTo>
                <a:lnTo>
                  <a:pt x="85314" y="469248"/>
                </a:lnTo>
                <a:close/>
                <a:moveTo>
                  <a:pt x="56158" y="334796"/>
                </a:moveTo>
                <a:lnTo>
                  <a:pt x="56875" y="336008"/>
                </a:lnTo>
                <a:lnTo>
                  <a:pt x="55799" y="335402"/>
                </a:lnTo>
                <a:close/>
                <a:moveTo>
                  <a:pt x="3758" y="398892"/>
                </a:moveTo>
                <a:lnTo>
                  <a:pt x="5882" y="399424"/>
                </a:lnTo>
                <a:lnTo>
                  <a:pt x="2695" y="399158"/>
                </a:lnTo>
                <a:close/>
                <a:moveTo>
                  <a:pt x="50538" y="247497"/>
                </a:moveTo>
                <a:lnTo>
                  <a:pt x="51132" y="249035"/>
                </a:lnTo>
                <a:lnTo>
                  <a:pt x="50241" y="248266"/>
                </a:lnTo>
                <a:close/>
                <a:moveTo>
                  <a:pt x="63045" y="331371"/>
                </a:moveTo>
                <a:lnTo>
                  <a:pt x="63509" y="332876"/>
                </a:lnTo>
                <a:lnTo>
                  <a:pt x="62813" y="332123"/>
                </a:lnTo>
                <a:close/>
                <a:moveTo>
                  <a:pt x="118914" y="40965"/>
                </a:moveTo>
                <a:lnTo>
                  <a:pt x="120630" y="41659"/>
                </a:lnTo>
                <a:lnTo>
                  <a:pt x="118056" y="41312"/>
                </a:lnTo>
                <a:close/>
                <a:moveTo>
                  <a:pt x="70329" y="74738"/>
                </a:moveTo>
                <a:lnTo>
                  <a:pt x="71138" y="75797"/>
                </a:lnTo>
                <a:lnTo>
                  <a:pt x="69925" y="75268"/>
                </a:lnTo>
                <a:close/>
                <a:moveTo>
                  <a:pt x="58033" y="354767"/>
                </a:moveTo>
                <a:lnTo>
                  <a:pt x="59347" y="356480"/>
                </a:lnTo>
                <a:lnTo>
                  <a:pt x="57376" y="355623"/>
                </a:lnTo>
                <a:close/>
                <a:moveTo>
                  <a:pt x="47023" y="326142"/>
                </a:moveTo>
                <a:lnTo>
                  <a:pt x="47627" y="327327"/>
                </a:lnTo>
                <a:lnTo>
                  <a:pt x="46721" y="326734"/>
                </a:lnTo>
                <a:close/>
                <a:moveTo>
                  <a:pt x="136386" y="381105"/>
                </a:moveTo>
                <a:lnTo>
                  <a:pt x="138397" y="381964"/>
                </a:lnTo>
                <a:lnTo>
                  <a:pt x="135381" y="381535"/>
                </a:lnTo>
                <a:close/>
                <a:moveTo>
                  <a:pt x="119326" y="85854"/>
                </a:moveTo>
                <a:lnTo>
                  <a:pt x="121525" y="87532"/>
                </a:lnTo>
                <a:lnTo>
                  <a:pt x="118226" y="86693"/>
                </a:lnTo>
                <a:close/>
                <a:moveTo>
                  <a:pt x="127059" y="333239"/>
                </a:moveTo>
                <a:lnTo>
                  <a:pt x="127673" y="333775"/>
                </a:lnTo>
                <a:lnTo>
                  <a:pt x="126752" y="333507"/>
                </a:lnTo>
                <a:close/>
                <a:moveTo>
                  <a:pt x="43133" y="180198"/>
                </a:moveTo>
                <a:lnTo>
                  <a:pt x="44908" y="180898"/>
                </a:lnTo>
                <a:lnTo>
                  <a:pt x="42246" y="180548"/>
                </a:lnTo>
                <a:close/>
                <a:moveTo>
                  <a:pt x="31777" y="21970"/>
                </a:moveTo>
                <a:lnTo>
                  <a:pt x="32814" y="23489"/>
                </a:lnTo>
                <a:lnTo>
                  <a:pt x="31259" y="22730"/>
                </a:lnTo>
                <a:close/>
                <a:moveTo>
                  <a:pt x="90709" y="447797"/>
                </a:moveTo>
                <a:lnTo>
                  <a:pt x="91115" y="449503"/>
                </a:lnTo>
                <a:lnTo>
                  <a:pt x="90507" y="448650"/>
                </a:lnTo>
                <a:close/>
                <a:moveTo>
                  <a:pt x="141224" y="18219"/>
                </a:moveTo>
                <a:lnTo>
                  <a:pt x="143057" y="18588"/>
                </a:lnTo>
                <a:lnTo>
                  <a:pt x="140307" y="18403"/>
                </a:lnTo>
                <a:close/>
                <a:moveTo>
                  <a:pt x="32105" y="286243"/>
                </a:moveTo>
                <a:lnTo>
                  <a:pt x="34109" y="288034"/>
                </a:lnTo>
                <a:lnTo>
                  <a:pt x="31103" y="287139"/>
                </a:lnTo>
                <a:close/>
                <a:moveTo>
                  <a:pt x="68279" y="132616"/>
                </a:moveTo>
                <a:lnTo>
                  <a:pt x="69659" y="134039"/>
                </a:lnTo>
                <a:lnTo>
                  <a:pt x="67589" y="133328"/>
                </a:lnTo>
                <a:close/>
                <a:moveTo>
                  <a:pt x="16521" y="397157"/>
                </a:moveTo>
                <a:lnTo>
                  <a:pt x="18190" y="398375"/>
                </a:lnTo>
                <a:lnTo>
                  <a:pt x="15686" y="397766"/>
                </a:lnTo>
                <a:close/>
                <a:moveTo>
                  <a:pt x="136839" y="453211"/>
                </a:moveTo>
                <a:lnTo>
                  <a:pt x="138620" y="454234"/>
                </a:lnTo>
                <a:lnTo>
                  <a:pt x="135948" y="453722"/>
                </a:lnTo>
                <a:close/>
                <a:moveTo>
                  <a:pt x="42352" y="163144"/>
                </a:moveTo>
                <a:lnTo>
                  <a:pt x="44332" y="164432"/>
                </a:lnTo>
                <a:lnTo>
                  <a:pt x="41362" y="163788"/>
                </a:lnTo>
                <a:close/>
                <a:moveTo>
                  <a:pt x="11118" y="196673"/>
                </a:moveTo>
                <a:lnTo>
                  <a:pt x="12630" y="197570"/>
                </a:lnTo>
                <a:lnTo>
                  <a:pt x="10362" y="197122"/>
                </a:lnTo>
                <a:close/>
                <a:moveTo>
                  <a:pt x="84292" y="35270"/>
                </a:moveTo>
                <a:lnTo>
                  <a:pt x="85037" y="35739"/>
                </a:lnTo>
                <a:lnTo>
                  <a:pt x="83919" y="35504"/>
                </a:lnTo>
                <a:close/>
                <a:moveTo>
                  <a:pt x="11616" y="212597"/>
                </a:moveTo>
                <a:lnTo>
                  <a:pt x="11975" y="214055"/>
                </a:lnTo>
                <a:lnTo>
                  <a:pt x="11437" y="213326"/>
                </a:lnTo>
                <a:close/>
                <a:moveTo>
                  <a:pt x="84580" y="273415"/>
                </a:moveTo>
                <a:lnTo>
                  <a:pt x="86750" y="274257"/>
                </a:lnTo>
                <a:lnTo>
                  <a:pt x="83495" y="273836"/>
                </a:lnTo>
                <a:close/>
                <a:moveTo>
                  <a:pt x="142868" y="338655"/>
                </a:moveTo>
                <a:lnTo>
                  <a:pt x="143338" y="339690"/>
                </a:lnTo>
                <a:lnTo>
                  <a:pt x="142633" y="339173"/>
                </a:lnTo>
                <a:close/>
                <a:moveTo>
                  <a:pt x="92921" y="238560"/>
                </a:moveTo>
                <a:lnTo>
                  <a:pt x="93389" y="239245"/>
                </a:lnTo>
                <a:lnTo>
                  <a:pt x="92688" y="238902"/>
                </a:lnTo>
                <a:close/>
                <a:moveTo>
                  <a:pt x="5642" y="20061"/>
                </a:moveTo>
                <a:lnTo>
                  <a:pt x="6022" y="21322"/>
                </a:lnTo>
                <a:lnTo>
                  <a:pt x="5452" y="20692"/>
                </a:lnTo>
                <a:close/>
                <a:moveTo>
                  <a:pt x="128789" y="205931"/>
                </a:moveTo>
                <a:lnTo>
                  <a:pt x="130807" y="206438"/>
                </a:lnTo>
                <a:lnTo>
                  <a:pt x="127780" y="206184"/>
                </a:lnTo>
                <a:close/>
                <a:moveTo>
                  <a:pt x="76655" y="203244"/>
                </a:moveTo>
                <a:lnTo>
                  <a:pt x="77401" y="204391"/>
                </a:lnTo>
                <a:lnTo>
                  <a:pt x="76282" y="203817"/>
                </a:lnTo>
                <a:close/>
                <a:moveTo>
                  <a:pt x="105885" y="375720"/>
                </a:moveTo>
                <a:lnTo>
                  <a:pt x="106499" y="376842"/>
                </a:lnTo>
                <a:lnTo>
                  <a:pt x="105578" y="376281"/>
                </a:lnTo>
                <a:close/>
                <a:moveTo>
                  <a:pt x="85047" y="441590"/>
                </a:moveTo>
                <a:lnTo>
                  <a:pt x="85551" y="443288"/>
                </a:lnTo>
                <a:lnTo>
                  <a:pt x="84795" y="442439"/>
                </a:lnTo>
                <a:close/>
                <a:moveTo>
                  <a:pt x="19606" y="401195"/>
                </a:moveTo>
                <a:lnTo>
                  <a:pt x="20587" y="401837"/>
                </a:lnTo>
                <a:lnTo>
                  <a:pt x="19116" y="401516"/>
                </a:lnTo>
                <a:close/>
                <a:moveTo>
                  <a:pt x="35799" y="297057"/>
                </a:moveTo>
                <a:lnTo>
                  <a:pt x="36809" y="297983"/>
                </a:lnTo>
                <a:lnTo>
                  <a:pt x="35295" y="297520"/>
                </a:lnTo>
                <a:close/>
                <a:moveTo>
                  <a:pt x="65472" y="464082"/>
                </a:moveTo>
                <a:lnTo>
                  <a:pt x="66058" y="464716"/>
                </a:lnTo>
                <a:lnTo>
                  <a:pt x="65179" y="464399"/>
                </a:lnTo>
                <a:close/>
                <a:moveTo>
                  <a:pt x="16419" y="274768"/>
                </a:moveTo>
                <a:lnTo>
                  <a:pt x="17392" y="275429"/>
                </a:lnTo>
                <a:lnTo>
                  <a:pt x="15932" y="275099"/>
                </a:lnTo>
                <a:close/>
                <a:moveTo>
                  <a:pt x="88135" y="38819"/>
                </a:moveTo>
                <a:lnTo>
                  <a:pt x="88924" y="39359"/>
                </a:lnTo>
                <a:lnTo>
                  <a:pt x="87740" y="39089"/>
                </a:lnTo>
                <a:close/>
                <a:moveTo>
                  <a:pt x="129451" y="28657"/>
                </a:moveTo>
                <a:lnTo>
                  <a:pt x="131073" y="30404"/>
                </a:lnTo>
                <a:lnTo>
                  <a:pt x="128640" y="29530"/>
                </a:lnTo>
                <a:close/>
                <a:moveTo>
                  <a:pt x="15695" y="433048"/>
                </a:moveTo>
                <a:lnTo>
                  <a:pt x="16451" y="434777"/>
                </a:lnTo>
                <a:lnTo>
                  <a:pt x="15317" y="433913"/>
                </a:lnTo>
                <a:close/>
                <a:moveTo>
                  <a:pt x="79681" y="185605"/>
                </a:moveTo>
                <a:lnTo>
                  <a:pt x="80508" y="187128"/>
                </a:lnTo>
                <a:lnTo>
                  <a:pt x="79268" y="186367"/>
                </a:lnTo>
                <a:close/>
                <a:moveTo>
                  <a:pt x="133657" y="298558"/>
                </a:moveTo>
                <a:lnTo>
                  <a:pt x="134846" y="300272"/>
                </a:lnTo>
                <a:lnTo>
                  <a:pt x="133062" y="299415"/>
                </a:lnTo>
                <a:close/>
                <a:moveTo>
                  <a:pt x="58647" y="73929"/>
                </a:moveTo>
                <a:lnTo>
                  <a:pt x="60183" y="75344"/>
                </a:lnTo>
                <a:lnTo>
                  <a:pt x="57879" y="74636"/>
                </a:lnTo>
                <a:close/>
                <a:moveTo>
                  <a:pt x="92419" y="68708"/>
                </a:moveTo>
                <a:lnTo>
                  <a:pt x="94441" y="69270"/>
                </a:lnTo>
                <a:lnTo>
                  <a:pt x="91408" y="68989"/>
                </a:lnTo>
                <a:close/>
                <a:moveTo>
                  <a:pt x="124220" y="251495"/>
                </a:moveTo>
                <a:lnTo>
                  <a:pt x="126215" y="252459"/>
                </a:lnTo>
                <a:lnTo>
                  <a:pt x="123222" y="251977"/>
                </a:lnTo>
                <a:close/>
                <a:moveTo>
                  <a:pt x="54914" y="347055"/>
                </a:moveTo>
                <a:lnTo>
                  <a:pt x="55670" y="348399"/>
                </a:lnTo>
                <a:lnTo>
                  <a:pt x="54536" y="347727"/>
                </a:lnTo>
                <a:close/>
                <a:moveTo>
                  <a:pt x="62180" y="452245"/>
                </a:moveTo>
                <a:lnTo>
                  <a:pt x="64214" y="453029"/>
                </a:lnTo>
                <a:lnTo>
                  <a:pt x="61162" y="452637"/>
                </a:lnTo>
                <a:close/>
                <a:moveTo>
                  <a:pt x="97274" y="352921"/>
                </a:moveTo>
                <a:lnTo>
                  <a:pt x="98061" y="354337"/>
                </a:lnTo>
                <a:lnTo>
                  <a:pt x="96881" y="353629"/>
                </a:lnTo>
                <a:close/>
                <a:moveTo>
                  <a:pt x="66326" y="10468"/>
                </a:moveTo>
                <a:lnTo>
                  <a:pt x="67561" y="11518"/>
                </a:lnTo>
                <a:lnTo>
                  <a:pt x="65709" y="10993"/>
                </a:lnTo>
                <a:close/>
                <a:moveTo>
                  <a:pt x="121672" y="159836"/>
                </a:moveTo>
                <a:lnTo>
                  <a:pt x="122550" y="160870"/>
                </a:lnTo>
                <a:lnTo>
                  <a:pt x="121232" y="160353"/>
                </a:lnTo>
                <a:close/>
                <a:moveTo>
                  <a:pt x="127618" y="308320"/>
                </a:moveTo>
                <a:lnTo>
                  <a:pt x="129102" y="309108"/>
                </a:lnTo>
                <a:lnTo>
                  <a:pt x="126876" y="308714"/>
                </a:lnTo>
                <a:close/>
                <a:moveTo>
                  <a:pt x="60090" y="287587"/>
                </a:moveTo>
                <a:lnTo>
                  <a:pt x="60777" y="288125"/>
                </a:lnTo>
                <a:lnTo>
                  <a:pt x="59746" y="287856"/>
                </a:lnTo>
                <a:close/>
                <a:moveTo>
                  <a:pt x="112567" y="32079"/>
                </a:moveTo>
                <a:lnTo>
                  <a:pt x="114232" y="33384"/>
                </a:lnTo>
                <a:lnTo>
                  <a:pt x="111735" y="32731"/>
                </a:lnTo>
                <a:close/>
                <a:moveTo>
                  <a:pt x="11012" y="441072"/>
                </a:moveTo>
                <a:lnTo>
                  <a:pt x="12751" y="441856"/>
                </a:lnTo>
                <a:lnTo>
                  <a:pt x="10142" y="441464"/>
                </a:lnTo>
                <a:close/>
                <a:moveTo>
                  <a:pt x="81181" y="141249"/>
                </a:moveTo>
                <a:lnTo>
                  <a:pt x="82617" y="143026"/>
                </a:lnTo>
                <a:lnTo>
                  <a:pt x="80464" y="142138"/>
                </a:lnTo>
                <a:close/>
                <a:moveTo>
                  <a:pt x="106934" y="196797"/>
                </a:moveTo>
                <a:lnTo>
                  <a:pt x="108923" y="198491"/>
                </a:lnTo>
                <a:lnTo>
                  <a:pt x="105940" y="197644"/>
                </a:lnTo>
                <a:close/>
                <a:moveTo>
                  <a:pt x="134658" y="351685"/>
                </a:moveTo>
                <a:lnTo>
                  <a:pt x="135422" y="353266"/>
                </a:lnTo>
                <a:lnTo>
                  <a:pt x="134277" y="352475"/>
                </a:lnTo>
                <a:close/>
                <a:moveTo>
                  <a:pt x="25486" y="9176"/>
                </a:moveTo>
                <a:lnTo>
                  <a:pt x="27275" y="10166"/>
                </a:lnTo>
                <a:lnTo>
                  <a:pt x="24592" y="9671"/>
                </a:lnTo>
                <a:close/>
                <a:moveTo>
                  <a:pt x="91104" y="374474"/>
                </a:moveTo>
                <a:lnTo>
                  <a:pt x="93035" y="375510"/>
                </a:lnTo>
                <a:lnTo>
                  <a:pt x="90138" y="374992"/>
                </a:lnTo>
                <a:close/>
                <a:moveTo>
                  <a:pt x="20094" y="54096"/>
                </a:moveTo>
                <a:lnTo>
                  <a:pt x="21727" y="55668"/>
                </a:lnTo>
                <a:lnTo>
                  <a:pt x="19277" y="54882"/>
                </a:lnTo>
                <a:close/>
                <a:moveTo>
                  <a:pt x="115880" y="371623"/>
                </a:moveTo>
                <a:lnTo>
                  <a:pt x="116666" y="373356"/>
                </a:lnTo>
                <a:lnTo>
                  <a:pt x="115487" y="372490"/>
                </a:lnTo>
                <a:close/>
                <a:moveTo>
                  <a:pt x="125261" y="192632"/>
                </a:moveTo>
                <a:lnTo>
                  <a:pt x="127341" y="193275"/>
                </a:lnTo>
                <a:lnTo>
                  <a:pt x="124221" y="192953"/>
                </a:lnTo>
                <a:close/>
                <a:moveTo>
                  <a:pt x="26505" y="264622"/>
                </a:moveTo>
                <a:lnTo>
                  <a:pt x="27002" y="265580"/>
                </a:lnTo>
                <a:lnTo>
                  <a:pt x="26257" y="265101"/>
                </a:lnTo>
                <a:close/>
                <a:moveTo>
                  <a:pt x="92885" y="259776"/>
                </a:moveTo>
                <a:lnTo>
                  <a:pt x="94547" y="260737"/>
                </a:lnTo>
                <a:lnTo>
                  <a:pt x="92054" y="260257"/>
                </a:lnTo>
                <a:close/>
                <a:moveTo>
                  <a:pt x="116845" y="332457"/>
                </a:moveTo>
                <a:lnTo>
                  <a:pt x="118120" y="333981"/>
                </a:lnTo>
                <a:lnTo>
                  <a:pt x="116208" y="333219"/>
                </a:lnTo>
                <a:close/>
                <a:moveTo>
                  <a:pt x="137519" y="78619"/>
                </a:moveTo>
                <a:lnTo>
                  <a:pt x="139306" y="79325"/>
                </a:lnTo>
                <a:lnTo>
                  <a:pt x="136626" y="78972"/>
                </a:lnTo>
                <a:close/>
                <a:moveTo>
                  <a:pt x="141452" y="405844"/>
                </a:moveTo>
                <a:lnTo>
                  <a:pt x="142968" y="406959"/>
                </a:lnTo>
                <a:lnTo>
                  <a:pt x="140694" y="406401"/>
                </a:lnTo>
                <a:close/>
                <a:moveTo>
                  <a:pt x="131764" y="213799"/>
                </a:moveTo>
                <a:lnTo>
                  <a:pt x="133842" y="214191"/>
                </a:lnTo>
                <a:lnTo>
                  <a:pt x="130725" y="213995"/>
                </a:lnTo>
                <a:close/>
                <a:moveTo>
                  <a:pt x="82374" y="111550"/>
                </a:moveTo>
                <a:lnTo>
                  <a:pt x="83035" y="112147"/>
                </a:lnTo>
                <a:lnTo>
                  <a:pt x="82043" y="111848"/>
                </a:lnTo>
                <a:close/>
                <a:moveTo>
                  <a:pt x="101663" y="104997"/>
                </a:moveTo>
                <a:lnTo>
                  <a:pt x="103164" y="106018"/>
                </a:lnTo>
                <a:lnTo>
                  <a:pt x="100913" y="105508"/>
                </a:lnTo>
                <a:close/>
                <a:moveTo>
                  <a:pt x="131961" y="37148"/>
                </a:moveTo>
                <a:lnTo>
                  <a:pt x="132631" y="37752"/>
                </a:lnTo>
                <a:lnTo>
                  <a:pt x="131627" y="37450"/>
                </a:lnTo>
                <a:close/>
                <a:moveTo>
                  <a:pt x="63929" y="327649"/>
                </a:moveTo>
                <a:lnTo>
                  <a:pt x="65788" y="328633"/>
                </a:lnTo>
                <a:lnTo>
                  <a:pt x="62999" y="328141"/>
                </a:lnTo>
                <a:close/>
                <a:moveTo>
                  <a:pt x="126087" y="171164"/>
                </a:moveTo>
                <a:lnTo>
                  <a:pt x="126638" y="172032"/>
                </a:lnTo>
                <a:lnTo>
                  <a:pt x="125812" y="171598"/>
                </a:lnTo>
                <a:close/>
                <a:moveTo>
                  <a:pt x="115466" y="142678"/>
                </a:moveTo>
                <a:lnTo>
                  <a:pt x="116104" y="143810"/>
                </a:lnTo>
                <a:lnTo>
                  <a:pt x="115147" y="143244"/>
                </a:lnTo>
                <a:close/>
                <a:moveTo>
                  <a:pt x="133017" y="280399"/>
                </a:moveTo>
                <a:lnTo>
                  <a:pt x="135101" y="280967"/>
                </a:lnTo>
                <a:lnTo>
                  <a:pt x="131975" y="280683"/>
                </a:lnTo>
                <a:close/>
                <a:moveTo>
                  <a:pt x="92621" y="364230"/>
                </a:moveTo>
                <a:lnTo>
                  <a:pt x="93062" y="365012"/>
                </a:lnTo>
                <a:lnTo>
                  <a:pt x="92400" y="364621"/>
                </a:lnTo>
                <a:close/>
                <a:moveTo>
                  <a:pt x="87922" y="387936"/>
                </a:moveTo>
                <a:lnTo>
                  <a:pt x="88674" y="388928"/>
                </a:lnTo>
                <a:lnTo>
                  <a:pt x="87546" y="388432"/>
                </a:lnTo>
                <a:close/>
                <a:moveTo>
                  <a:pt x="5944" y="123235"/>
                </a:moveTo>
                <a:lnTo>
                  <a:pt x="6950" y="123921"/>
                </a:lnTo>
                <a:lnTo>
                  <a:pt x="5441" y="123578"/>
                </a:lnTo>
                <a:close/>
                <a:moveTo>
                  <a:pt x="115907" y="354997"/>
                </a:moveTo>
                <a:lnTo>
                  <a:pt x="116688" y="356033"/>
                </a:lnTo>
                <a:lnTo>
                  <a:pt x="115516" y="355515"/>
                </a:lnTo>
                <a:close/>
                <a:moveTo>
                  <a:pt x="88891" y="282456"/>
                </a:moveTo>
                <a:lnTo>
                  <a:pt x="89472" y="283402"/>
                </a:lnTo>
                <a:lnTo>
                  <a:pt x="88601" y="282929"/>
                </a:lnTo>
                <a:close/>
                <a:moveTo>
                  <a:pt x="132356" y="65797"/>
                </a:moveTo>
                <a:lnTo>
                  <a:pt x="133557" y="67572"/>
                </a:lnTo>
                <a:lnTo>
                  <a:pt x="131756" y="66684"/>
                </a:lnTo>
                <a:close/>
                <a:moveTo>
                  <a:pt x="138195" y="149818"/>
                </a:moveTo>
                <a:lnTo>
                  <a:pt x="138645" y="151093"/>
                </a:lnTo>
                <a:lnTo>
                  <a:pt x="137970" y="150456"/>
                </a:lnTo>
                <a:close/>
                <a:moveTo>
                  <a:pt x="86823" y="311165"/>
                </a:moveTo>
                <a:lnTo>
                  <a:pt x="88694" y="312457"/>
                </a:lnTo>
                <a:lnTo>
                  <a:pt x="85887" y="311811"/>
                </a:lnTo>
                <a:close/>
                <a:moveTo>
                  <a:pt x="123733" y="78555"/>
                </a:moveTo>
                <a:lnTo>
                  <a:pt x="124513" y="79753"/>
                </a:lnTo>
                <a:lnTo>
                  <a:pt x="123343" y="79154"/>
                </a:lnTo>
                <a:close/>
                <a:moveTo>
                  <a:pt x="17729" y="224320"/>
                </a:moveTo>
                <a:lnTo>
                  <a:pt x="19138" y="225206"/>
                </a:lnTo>
                <a:lnTo>
                  <a:pt x="17024" y="224763"/>
                </a:lnTo>
                <a:close/>
                <a:moveTo>
                  <a:pt x="116525" y="158240"/>
                </a:moveTo>
                <a:lnTo>
                  <a:pt x="117243" y="158678"/>
                </a:lnTo>
                <a:lnTo>
                  <a:pt x="116165" y="158459"/>
                </a:lnTo>
                <a:close/>
                <a:moveTo>
                  <a:pt x="16274" y="201843"/>
                </a:moveTo>
                <a:lnTo>
                  <a:pt x="16663" y="203190"/>
                </a:lnTo>
                <a:lnTo>
                  <a:pt x="16080" y="202516"/>
                </a:lnTo>
                <a:close/>
                <a:moveTo>
                  <a:pt x="2982" y="6857"/>
                </a:moveTo>
                <a:lnTo>
                  <a:pt x="4270" y="7663"/>
                </a:lnTo>
                <a:lnTo>
                  <a:pt x="2338" y="7260"/>
                </a:lnTo>
                <a:close/>
                <a:moveTo>
                  <a:pt x="26238" y="59907"/>
                </a:moveTo>
                <a:lnTo>
                  <a:pt x="28321" y="60980"/>
                </a:lnTo>
                <a:lnTo>
                  <a:pt x="25196" y="60443"/>
                </a:lnTo>
                <a:close/>
                <a:moveTo>
                  <a:pt x="102387" y="454808"/>
                </a:moveTo>
                <a:lnTo>
                  <a:pt x="104581" y="455160"/>
                </a:lnTo>
                <a:lnTo>
                  <a:pt x="101289" y="454984"/>
                </a:lnTo>
                <a:close/>
                <a:moveTo>
                  <a:pt x="63599" y="20477"/>
                </a:moveTo>
                <a:lnTo>
                  <a:pt x="65538" y="21378"/>
                </a:lnTo>
                <a:lnTo>
                  <a:pt x="62630" y="20927"/>
                </a:lnTo>
                <a:close/>
                <a:moveTo>
                  <a:pt x="21047" y="244332"/>
                </a:moveTo>
                <a:lnTo>
                  <a:pt x="21928" y="245938"/>
                </a:lnTo>
                <a:lnTo>
                  <a:pt x="20607" y="245135"/>
                </a:lnTo>
                <a:close/>
                <a:moveTo>
                  <a:pt x="33560" y="56105"/>
                </a:moveTo>
                <a:lnTo>
                  <a:pt x="33942" y="57666"/>
                </a:lnTo>
                <a:lnTo>
                  <a:pt x="33369" y="56885"/>
                </a:lnTo>
                <a:close/>
                <a:moveTo>
                  <a:pt x="107633" y="78629"/>
                </a:moveTo>
                <a:lnTo>
                  <a:pt x="108210" y="79773"/>
                </a:lnTo>
                <a:lnTo>
                  <a:pt x="107345" y="79201"/>
                </a:lnTo>
                <a:close/>
                <a:moveTo>
                  <a:pt x="39684" y="462927"/>
                </a:moveTo>
                <a:lnTo>
                  <a:pt x="41284" y="464474"/>
                </a:lnTo>
                <a:lnTo>
                  <a:pt x="38884" y="463701"/>
                </a:lnTo>
                <a:close/>
                <a:moveTo>
                  <a:pt x="108596" y="202840"/>
                </a:moveTo>
                <a:lnTo>
                  <a:pt x="109996" y="203839"/>
                </a:lnTo>
                <a:lnTo>
                  <a:pt x="107897" y="203339"/>
                </a:lnTo>
                <a:close/>
                <a:moveTo>
                  <a:pt x="131662" y="78962"/>
                </a:moveTo>
                <a:lnTo>
                  <a:pt x="133486" y="80035"/>
                </a:lnTo>
                <a:lnTo>
                  <a:pt x="130749" y="79498"/>
                </a:lnTo>
                <a:close/>
                <a:moveTo>
                  <a:pt x="128374" y="448832"/>
                </a:moveTo>
                <a:lnTo>
                  <a:pt x="130557" y="449905"/>
                </a:lnTo>
                <a:lnTo>
                  <a:pt x="127282" y="449369"/>
                </a:lnTo>
                <a:close/>
                <a:moveTo>
                  <a:pt x="10896" y="414926"/>
                </a:moveTo>
                <a:lnTo>
                  <a:pt x="11335" y="416651"/>
                </a:lnTo>
                <a:lnTo>
                  <a:pt x="10677" y="415788"/>
                </a:lnTo>
                <a:close/>
                <a:moveTo>
                  <a:pt x="4240" y="388805"/>
                </a:moveTo>
                <a:lnTo>
                  <a:pt x="5150" y="389386"/>
                </a:lnTo>
                <a:lnTo>
                  <a:pt x="3785" y="389095"/>
                </a:lnTo>
                <a:close/>
                <a:moveTo>
                  <a:pt x="125088" y="30203"/>
                </a:moveTo>
                <a:lnTo>
                  <a:pt x="126401" y="31720"/>
                </a:lnTo>
                <a:lnTo>
                  <a:pt x="124431" y="30962"/>
                </a:lnTo>
                <a:close/>
                <a:moveTo>
                  <a:pt x="85165" y="180141"/>
                </a:moveTo>
                <a:lnTo>
                  <a:pt x="85889" y="180649"/>
                </a:lnTo>
                <a:lnTo>
                  <a:pt x="84803" y="180395"/>
                </a:lnTo>
                <a:close/>
                <a:moveTo>
                  <a:pt x="103015" y="60777"/>
                </a:moveTo>
                <a:lnTo>
                  <a:pt x="103489" y="61890"/>
                </a:lnTo>
                <a:lnTo>
                  <a:pt x="102778" y="61334"/>
                </a:lnTo>
                <a:close/>
                <a:moveTo>
                  <a:pt x="73868" y="445856"/>
                </a:moveTo>
                <a:lnTo>
                  <a:pt x="74309" y="446194"/>
                </a:lnTo>
                <a:lnTo>
                  <a:pt x="73648" y="446025"/>
                </a:lnTo>
                <a:close/>
                <a:moveTo>
                  <a:pt x="79473" y="14153"/>
                </a:moveTo>
                <a:lnTo>
                  <a:pt x="81514" y="15559"/>
                </a:lnTo>
                <a:lnTo>
                  <a:pt x="78453" y="14856"/>
                </a:lnTo>
                <a:close/>
                <a:moveTo>
                  <a:pt x="51543" y="102907"/>
                </a:moveTo>
                <a:lnTo>
                  <a:pt x="52528" y="104162"/>
                </a:lnTo>
                <a:lnTo>
                  <a:pt x="51051" y="103534"/>
                </a:lnTo>
                <a:close/>
                <a:moveTo>
                  <a:pt x="4121" y="198137"/>
                </a:moveTo>
                <a:lnTo>
                  <a:pt x="5010" y="199394"/>
                </a:lnTo>
                <a:lnTo>
                  <a:pt x="3676" y="198766"/>
                </a:lnTo>
                <a:close/>
                <a:moveTo>
                  <a:pt x="63222" y="326824"/>
                </a:moveTo>
                <a:lnTo>
                  <a:pt x="64907" y="328328"/>
                </a:lnTo>
                <a:lnTo>
                  <a:pt x="62379" y="327576"/>
                </a:lnTo>
                <a:close/>
                <a:moveTo>
                  <a:pt x="111501" y="440135"/>
                </a:moveTo>
                <a:lnTo>
                  <a:pt x="112900" y="440617"/>
                </a:lnTo>
                <a:lnTo>
                  <a:pt x="110802" y="440376"/>
                </a:lnTo>
                <a:close/>
                <a:moveTo>
                  <a:pt x="73813" y="8641"/>
                </a:moveTo>
                <a:lnTo>
                  <a:pt x="74352" y="9549"/>
                </a:lnTo>
                <a:lnTo>
                  <a:pt x="73543" y="9095"/>
                </a:lnTo>
                <a:close/>
                <a:moveTo>
                  <a:pt x="44695" y="306541"/>
                </a:moveTo>
                <a:lnTo>
                  <a:pt x="46696" y="307132"/>
                </a:lnTo>
                <a:lnTo>
                  <a:pt x="43695" y="306836"/>
                </a:lnTo>
                <a:close/>
                <a:moveTo>
                  <a:pt x="3189" y="226773"/>
                </a:moveTo>
                <a:lnTo>
                  <a:pt x="4622" y="227962"/>
                </a:lnTo>
                <a:lnTo>
                  <a:pt x="2472" y="227367"/>
                </a:lnTo>
                <a:close/>
                <a:moveTo>
                  <a:pt x="63571" y="143118"/>
                </a:moveTo>
                <a:lnTo>
                  <a:pt x="65649" y="143618"/>
                </a:lnTo>
                <a:lnTo>
                  <a:pt x="62531" y="143368"/>
                </a:lnTo>
                <a:close/>
                <a:moveTo>
                  <a:pt x="52044" y="417196"/>
                </a:moveTo>
                <a:lnTo>
                  <a:pt x="53600" y="418535"/>
                </a:lnTo>
                <a:lnTo>
                  <a:pt x="51267" y="417865"/>
                </a:lnTo>
                <a:close/>
                <a:moveTo>
                  <a:pt x="18146" y="209971"/>
                </a:moveTo>
                <a:lnTo>
                  <a:pt x="18561" y="210793"/>
                </a:lnTo>
                <a:lnTo>
                  <a:pt x="17938" y="210382"/>
                </a:lnTo>
                <a:close/>
                <a:moveTo>
                  <a:pt x="102412" y="36469"/>
                </a:moveTo>
                <a:lnTo>
                  <a:pt x="102998" y="37372"/>
                </a:lnTo>
                <a:lnTo>
                  <a:pt x="102119" y="36921"/>
                </a:lnTo>
                <a:close/>
                <a:moveTo>
                  <a:pt x="90648" y="169912"/>
                </a:moveTo>
                <a:lnTo>
                  <a:pt x="91637" y="170437"/>
                </a:lnTo>
                <a:lnTo>
                  <a:pt x="90154" y="170175"/>
                </a:lnTo>
                <a:close/>
                <a:moveTo>
                  <a:pt x="24574" y="66798"/>
                </a:moveTo>
                <a:lnTo>
                  <a:pt x="26265" y="67689"/>
                </a:lnTo>
                <a:lnTo>
                  <a:pt x="23728" y="67244"/>
                </a:lnTo>
                <a:close/>
                <a:moveTo>
                  <a:pt x="69250" y="146116"/>
                </a:moveTo>
                <a:lnTo>
                  <a:pt x="71154" y="147456"/>
                </a:lnTo>
                <a:lnTo>
                  <a:pt x="68297" y="146786"/>
                </a:lnTo>
                <a:close/>
                <a:moveTo>
                  <a:pt x="41828" y="358514"/>
                </a:moveTo>
                <a:lnTo>
                  <a:pt x="42723" y="359267"/>
                </a:lnTo>
                <a:lnTo>
                  <a:pt x="41381" y="358890"/>
                </a:lnTo>
                <a:close/>
                <a:moveTo>
                  <a:pt x="92809" y="137066"/>
                </a:moveTo>
                <a:lnTo>
                  <a:pt x="94134" y="138810"/>
                </a:lnTo>
                <a:lnTo>
                  <a:pt x="92146" y="137938"/>
                </a:lnTo>
                <a:close/>
                <a:moveTo>
                  <a:pt x="9377" y="66447"/>
                </a:moveTo>
                <a:lnTo>
                  <a:pt x="11253" y="66912"/>
                </a:lnTo>
                <a:lnTo>
                  <a:pt x="8439" y="66679"/>
                </a:lnTo>
                <a:close/>
                <a:moveTo>
                  <a:pt x="126942" y="130953"/>
                </a:moveTo>
                <a:lnTo>
                  <a:pt x="127690" y="132221"/>
                </a:lnTo>
                <a:lnTo>
                  <a:pt x="126567" y="131587"/>
                </a:lnTo>
                <a:close/>
                <a:moveTo>
                  <a:pt x="108457" y="384135"/>
                </a:moveTo>
                <a:lnTo>
                  <a:pt x="109835" y="385121"/>
                </a:lnTo>
                <a:lnTo>
                  <a:pt x="107768" y="384628"/>
                </a:lnTo>
                <a:close/>
                <a:moveTo>
                  <a:pt x="6547" y="417341"/>
                </a:moveTo>
                <a:lnTo>
                  <a:pt x="7671" y="418888"/>
                </a:lnTo>
                <a:lnTo>
                  <a:pt x="5985" y="418114"/>
                </a:lnTo>
                <a:close/>
                <a:moveTo>
                  <a:pt x="140282" y="178515"/>
                </a:moveTo>
                <a:lnTo>
                  <a:pt x="141057" y="179245"/>
                </a:lnTo>
                <a:lnTo>
                  <a:pt x="139894" y="178880"/>
                </a:lnTo>
                <a:close/>
                <a:moveTo>
                  <a:pt x="89704" y="28248"/>
                </a:moveTo>
                <a:lnTo>
                  <a:pt x="90893" y="29219"/>
                </a:lnTo>
                <a:lnTo>
                  <a:pt x="89110" y="28733"/>
                </a:lnTo>
                <a:close/>
                <a:moveTo>
                  <a:pt x="67245" y="344699"/>
                </a:moveTo>
                <a:lnTo>
                  <a:pt x="67621" y="345502"/>
                </a:lnTo>
                <a:lnTo>
                  <a:pt x="67057" y="345101"/>
                </a:lnTo>
                <a:close/>
                <a:moveTo>
                  <a:pt x="54431" y="105018"/>
                </a:moveTo>
                <a:lnTo>
                  <a:pt x="55360" y="106198"/>
                </a:lnTo>
                <a:lnTo>
                  <a:pt x="53966" y="105608"/>
                </a:lnTo>
                <a:close/>
                <a:moveTo>
                  <a:pt x="137511" y="30299"/>
                </a:moveTo>
                <a:lnTo>
                  <a:pt x="139203" y="31402"/>
                </a:lnTo>
                <a:lnTo>
                  <a:pt x="136665" y="30850"/>
                </a:lnTo>
                <a:close/>
                <a:moveTo>
                  <a:pt x="41661" y="452888"/>
                </a:moveTo>
                <a:lnTo>
                  <a:pt x="43081" y="453519"/>
                </a:lnTo>
                <a:lnTo>
                  <a:pt x="40951" y="453203"/>
                </a:lnTo>
                <a:close/>
                <a:moveTo>
                  <a:pt x="51054" y="154170"/>
                </a:moveTo>
                <a:lnTo>
                  <a:pt x="52699" y="154673"/>
                </a:lnTo>
                <a:lnTo>
                  <a:pt x="50231" y="154422"/>
                </a:lnTo>
                <a:close/>
                <a:moveTo>
                  <a:pt x="116250" y="308130"/>
                </a:moveTo>
                <a:lnTo>
                  <a:pt x="117260" y="308570"/>
                </a:lnTo>
                <a:lnTo>
                  <a:pt x="115745" y="308350"/>
                </a:lnTo>
                <a:close/>
                <a:moveTo>
                  <a:pt x="29496" y="331680"/>
                </a:moveTo>
                <a:lnTo>
                  <a:pt x="31339" y="332939"/>
                </a:lnTo>
                <a:lnTo>
                  <a:pt x="28575" y="332310"/>
                </a:lnTo>
                <a:close/>
                <a:moveTo>
                  <a:pt x="7323" y="44041"/>
                </a:moveTo>
                <a:lnTo>
                  <a:pt x="8162" y="45743"/>
                </a:lnTo>
                <a:lnTo>
                  <a:pt x="6903" y="44892"/>
                </a:lnTo>
                <a:close/>
                <a:moveTo>
                  <a:pt x="79659" y="230392"/>
                </a:moveTo>
                <a:lnTo>
                  <a:pt x="81352" y="232141"/>
                </a:lnTo>
                <a:lnTo>
                  <a:pt x="78812" y="231267"/>
                </a:lnTo>
                <a:close/>
                <a:moveTo>
                  <a:pt x="26366" y="296314"/>
                </a:moveTo>
                <a:lnTo>
                  <a:pt x="27634" y="297665"/>
                </a:lnTo>
                <a:lnTo>
                  <a:pt x="25733" y="296989"/>
                </a:lnTo>
                <a:close/>
                <a:moveTo>
                  <a:pt x="34207" y="236394"/>
                </a:moveTo>
                <a:lnTo>
                  <a:pt x="34635" y="237957"/>
                </a:lnTo>
                <a:lnTo>
                  <a:pt x="33993" y="237175"/>
                </a:lnTo>
                <a:close/>
                <a:moveTo>
                  <a:pt x="114318" y="28606"/>
                </a:moveTo>
                <a:lnTo>
                  <a:pt x="114759" y="29578"/>
                </a:lnTo>
                <a:lnTo>
                  <a:pt x="114097" y="29092"/>
                </a:lnTo>
                <a:close/>
                <a:moveTo>
                  <a:pt x="68732" y="92380"/>
                </a:moveTo>
                <a:lnTo>
                  <a:pt x="70619" y="93934"/>
                </a:lnTo>
                <a:lnTo>
                  <a:pt x="67788" y="93157"/>
                </a:lnTo>
                <a:close/>
                <a:moveTo>
                  <a:pt x="46901" y="391962"/>
                </a:moveTo>
                <a:lnTo>
                  <a:pt x="47720" y="393599"/>
                </a:lnTo>
                <a:lnTo>
                  <a:pt x="46492" y="392781"/>
                </a:lnTo>
                <a:close/>
                <a:moveTo>
                  <a:pt x="128649" y="219088"/>
                </a:moveTo>
                <a:lnTo>
                  <a:pt x="129833" y="220261"/>
                </a:lnTo>
                <a:lnTo>
                  <a:pt x="128058" y="219674"/>
                </a:lnTo>
                <a:close/>
                <a:moveTo>
                  <a:pt x="136294" y="167728"/>
                </a:moveTo>
                <a:lnTo>
                  <a:pt x="137849" y="169098"/>
                </a:lnTo>
                <a:lnTo>
                  <a:pt x="135517" y="168413"/>
                </a:lnTo>
                <a:close/>
                <a:moveTo>
                  <a:pt x="33771" y="136043"/>
                </a:moveTo>
                <a:lnTo>
                  <a:pt x="35231" y="137596"/>
                </a:lnTo>
                <a:lnTo>
                  <a:pt x="33040" y="136819"/>
                </a:lnTo>
                <a:close/>
                <a:moveTo>
                  <a:pt x="54609" y="18943"/>
                </a:moveTo>
                <a:lnTo>
                  <a:pt x="56750" y="19336"/>
                </a:lnTo>
                <a:lnTo>
                  <a:pt x="53539" y="19139"/>
                </a:lnTo>
                <a:close/>
                <a:moveTo>
                  <a:pt x="53301" y="29383"/>
                </a:moveTo>
                <a:lnTo>
                  <a:pt x="54560" y="30394"/>
                </a:lnTo>
                <a:lnTo>
                  <a:pt x="52671" y="29888"/>
                </a:lnTo>
                <a:close/>
                <a:moveTo>
                  <a:pt x="134907" y="209950"/>
                </a:moveTo>
                <a:lnTo>
                  <a:pt x="136444" y="211087"/>
                </a:lnTo>
                <a:lnTo>
                  <a:pt x="134138" y="210519"/>
                </a:lnTo>
                <a:close/>
                <a:moveTo>
                  <a:pt x="64814" y="286026"/>
                </a:moveTo>
                <a:lnTo>
                  <a:pt x="66923" y="286731"/>
                </a:lnTo>
                <a:lnTo>
                  <a:pt x="63760" y="286379"/>
                </a:lnTo>
                <a:close/>
                <a:moveTo>
                  <a:pt x="99152" y="180443"/>
                </a:moveTo>
                <a:lnTo>
                  <a:pt x="100322" y="181194"/>
                </a:lnTo>
                <a:lnTo>
                  <a:pt x="98568" y="180818"/>
                </a:lnTo>
                <a:close/>
                <a:moveTo>
                  <a:pt x="45663" y="424489"/>
                </a:moveTo>
                <a:lnTo>
                  <a:pt x="46086" y="426189"/>
                </a:lnTo>
                <a:lnTo>
                  <a:pt x="45451" y="425339"/>
                </a:lnTo>
                <a:close/>
                <a:moveTo>
                  <a:pt x="105134" y="376938"/>
                </a:moveTo>
                <a:lnTo>
                  <a:pt x="106761" y="377955"/>
                </a:lnTo>
                <a:lnTo>
                  <a:pt x="104320" y="377446"/>
                </a:lnTo>
                <a:close/>
                <a:moveTo>
                  <a:pt x="75879" y="396804"/>
                </a:moveTo>
                <a:lnTo>
                  <a:pt x="76512" y="397323"/>
                </a:lnTo>
                <a:lnTo>
                  <a:pt x="75563" y="397064"/>
                </a:lnTo>
                <a:close/>
                <a:moveTo>
                  <a:pt x="75152" y="125045"/>
                </a:moveTo>
                <a:lnTo>
                  <a:pt x="77236" y="126616"/>
                </a:lnTo>
                <a:lnTo>
                  <a:pt x="74110" y="125830"/>
                </a:lnTo>
                <a:close/>
                <a:moveTo>
                  <a:pt x="17494" y="261214"/>
                </a:moveTo>
                <a:lnTo>
                  <a:pt x="18258" y="262307"/>
                </a:lnTo>
                <a:lnTo>
                  <a:pt x="17112" y="261760"/>
                </a:lnTo>
                <a:close/>
                <a:moveTo>
                  <a:pt x="86954" y="414522"/>
                </a:moveTo>
                <a:lnTo>
                  <a:pt x="87387" y="415152"/>
                </a:lnTo>
                <a:lnTo>
                  <a:pt x="86738" y="414837"/>
                </a:lnTo>
                <a:close/>
                <a:moveTo>
                  <a:pt x="116975" y="422289"/>
                </a:moveTo>
                <a:lnTo>
                  <a:pt x="118052" y="423824"/>
                </a:lnTo>
                <a:lnTo>
                  <a:pt x="116436" y="423056"/>
                </a:lnTo>
                <a:close/>
                <a:moveTo>
                  <a:pt x="25879" y="244126"/>
                </a:moveTo>
                <a:lnTo>
                  <a:pt x="27131" y="244533"/>
                </a:lnTo>
                <a:lnTo>
                  <a:pt x="25254" y="244329"/>
                </a:lnTo>
                <a:close/>
                <a:moveTo>
                  <a:pt x="91809" y="430200"/>
                </a:moveTo>
                <a:lnTo>
                  <a:pt x="92954" y="430646"/>
                </a:lnTo>
                <a:lnTo>
                  <a:pt x="91237" y="430423"/>
                </a:lnTo>
                <a:close/>
                <a:moveTo>
                  <a:pt x="81363" y="191148"/>
                </a:moveTo>
                <a:lnTo>
                  <a:pt x="82369" y="191576"/>
                </a:lnTo>
                <a:lnTo>
                  <a:pt x="80860" y="191362"/>
                </a:lnTo>
                <a:close/>
                <a:moveTo>
                  <a:pt x="110086" y="121880"/>
                </a:moveTo>
                <a:lnTo>
                  <a:pt x="112282" y="122284"/>
                </a:lnTo>
                <a:lnTo>
                  <a:pt x="108988" y="122082"/>
                </a:lnTo>
                <a:close/>
                <a:moveTo>
                  <a:pt x="36891" y="114182"/>
                </a:moveTo>
                <a:lnTo>
                  <a:pt x="37846" y="115179"/>
                </a:lnTo>
                <a:lnTo>
                  <a:pt x="36413" y="114680"/>
                </a:lnTo>
                <a:close/>
                <a:moveTo>
                  <a:pt x="50156" y="368171"/>
                </a:moveTo>
                <a:lnTo>
                  <a:pt x="51635" y="368997"/>
                </a:lnTo>
                <a:lnTo>
                  <a:pt x="49417" y="368584"/>
                </a:lnTo>
                <a:close/>
                <a:moveTo>
                  <a:pt x="97360" y="99450"/>
                </a:moveTo>
                <a:lnTo>
                  <a:pt x="99388" y="100780"/>
                </a:lnTo>
                <a:lnTo>
                  <a:pt x="96347" y="100115"/>
                </a:lnTo>
                <a:close/>
                <a:moveTo>
                  <a:pt x="115395" y="158998"/>
                </a:moveTo>
                <a:lnTo>
                  <a:pt x="115979" y="159720"/>
                </a:lnTo>
                <a:lnTo>
                  <a:pt x="115103" y="159359"/>
                </a:lnTo>
                <a:close/>
                <a:moveTo>
                  <a:pt x="1289" y="238620"/>
                </a:moveTo>
                <a:lnTo>
                  <a:pt x="2630" y="239965"/>
                </a:lnTo>
                <a:lnTo>
                  <a:pt x="618" y="239293"/>
                </a:lnTo>
                <a:close/>
                <a:moveTo>
                  <a:pt x="36745" y="215972"/>
                </a:moveTo>
                <a:lnTo>
                  <a:pt x="38034" y="216332"/>
                </a:lnTo>
                <a:lnTo>
                  <a:pt x="36100" y="216152"/>
                </a:lnTo>
                <a:close/>
                <a:moveTo>
                  <a:pt x="97931" y="210936"/>
                </a:moveTo>
                <a:lnTo>
                  <a:pt x="99013" y="212724"/>
                </a:lnTo>
                <a:lnTo>
                  <a:pt x="97390" y="211830"/>
                </a:lnTo>
                <a:close/>
                <a:moveTo>
                  <a:pt x="118380" y="345118"/>
                </a:moveTo>
                <a:lnTo>
                  <a:pt x="120145" y="346682"/>
                </a:lnTo>
                <a:lnTo>
                  <a:pt x="117498" y="345900"/>
                </a:lnTo>
                <a:close/>
                <a:moveTo>
                  <a:pt x="34865" y="160540"/>
                </a:moveTo>
                <a:lnTo>
                  <a:pt x="36380" y="162102"/>
                </a:lnTo>
                <a:lnTo>
                  <a:pt x="34108" y="161321"/>
                </a:lnTo>
                <a:close/>
                <a:moveTo>
                  <a:pt x="71720" y="131821"/>
                </a:moveTo>
                <a:lnTo>
                  <a:pt x="73399" y="132690"/>
                </a:lnTo>
                <a:lnTo>
                  <a:pt x="70881" y="132255"/>
                </a:lnTo>
                <a:close/>
                <a:moveTo>
                  <a:pt x="71180" y="73818"/>
                </a:moveTo>
                <a:lnTo>
                  <a:pt x="71769" y="74850"/>
                </a:lnTo>
                <a:lnTo>
                  <a:pt x="70886" y="74334"/>
                </a:lnTo>
                <a:close/>
                <a:moveTo>
                  <a:pt x="1202" y="397323"/>
                </a:moveTo>
                <a:lnTo>
                  <a:pt x="2646" y="398151"/>
                </a:lnTo>
                <a:lnTo>
                  <a:pt x="480" y="397737"/>
                </a:lnTo>
                <a:close/>
                <a:moveTo>
                  <a:pt x="52121" y="233522"/>
                </a:moveTo>
                <a:lnTo>
                  <a:pt x="52628" y="234462"/>
                </a:lnTo>
                <a:lnTo>
                  <a:pt x="51868" y="233992"/>
                </a:lnTo>
                <a:close/>
                <a:moveTo>
                  <a:pt x="6861" y="174839"/>
                </a:moveTo>
                <a:lnTo>
                  <a:pt x="7320" y="175418"/>
                </a:lnTo>
                <a:lnTo>
                  <a:pt x="6632" y="175128"/>
                </a:lnTo>
                <a:close/>
                <a:moveTo>
                  <a:pt x="142216" y="348108"/>
                </a:moveTo>
                <a:lnTo>
                  <a:pt x="143894" y="348707"/>
                </a:lnTo>
                <a:lnTo>
                  <a:pt x="141377" y="348407"/>
                </a:lnTo>
                <a:close/>
                <a:moveTo>
                  <a:pt x="114321" y="176735"/>
                </a:moveTo>
                <a:lnTo>
                  <a:pt x="115030" y="178123"/>
                </a:lnTo>
                <a:lnTo>
                  <a:pt x="113967" y="177429"/>
                </a:lnTo>
                <a:close/>
                <a:moveTo>
                  <a:pt x="9922" y="408275"/>
                </a:moveTo>
                <a:lnTo>
                  <a:pt x="11384" y="409640"/>
                </a:lnTo>
                <a:lnTo>
                  <a:pt x="9191" y="408957"/>
                </a:lnTo>
                <a:close/>
                <a:moveTo>
                  <a:pt x="36356" y="28718"/>
                </a:moveTo>
                <a:lnTo>
                  <a:pt x="38025" y="30504"/>
                </a:lnTo>
                <a:lnTo>
                  <a:pt x="35522" y="29611"/>
                </a:lnTo>
                <a:close/>
                <a:moveTo>
                  <a:pt x="118362" y="114598"/>
                </a:moveTo>
                <a:lnTo>
                  <a:pt x="119350" y="116064"/>
                </a:lnTo>
                <a:lnTo>
                  <a:pt x="117868" y="115331"/>
                </a:lnTo>
                <a:close/>
                <a:moveTo>
                  <a:pt x="108643" y="137827"/>
                </a:moveTo>
                <a:lnTo>
                  <a:pt x="110180" y="139072"/>
                </a:lnTo>
                <a:lnTo>
                  <a:pt x="107875" y="138450"/>
                </a:lnTo>
                <a:close/>
                <a:moveTo>
                  <a:pt x="43686" y="238823"/>
                </a:moveTo>
                <a:lnTo>
                  <a:pt x="45056" y="239566"/>
                </a:lnTo>
                <a:lnTo>
                  <a:pt x="43001" y="239195"/>
                </a:lnTo>
                <a:close/>
                <a:moveTo>
                  <a:pt x="126608" y="319539"/>
                </a:moveTo>
                <a:lnTo>
                  <a:pt x="127574" y="320877"/>
                </a:lnTo>
                <a:lnTo>
                  <a:pt x="126125" y="320208"/>
                </a:lnTo>
                <a:close/>
                <a:moveTo>
                  <a:pt x="135544" y="310536"/>
                </a:moveTo>
                <a:lnTo>
                  <a:pt x="136282" y="311848"/>
                </a:lnTo>
                <a:lnTo>
                  <a:pt x="135176" y="311192"/>
                </a:lnTo>
                <a:close/>
                <a:moveTo>
                  <a:pt x="54416" y="442759"/>
                </a:moveTo>
                <a:lnTo>
                  <a:pt x="55066" y="444163"/>
                </a:lnTo>
                <a:lnTo>
                  <a:pt x="54091" y="443461"/>
                </a:lnTo>
                <a:close/>
                <a:moveTo>
                  <a:pt x="31987" y="8697"/>
                </a:moveTo>
                <a:lnTo>
                  <a:pt x="32427" y="9696"/>
                </a:lnTo>
                <a:lnTo>
                  <a:pt x="31767" y="9196"/>
                </a:lnTo>
                <a:close/>
                <a:moveTo>
                  <a:pt x="49645" y="342997"/>
                </a:moveTo>
                <a:lnTo>
                  <a:pt x="50260" y="343520"/>
                </a:lnTo>
                <a:lnTo>
                  <a:pt x="49337" y="343258"/>
                </a:lnTo>
                <a:close/>
                <a:moveTo>
                  <a:pt x="18320" y="202635"/>
                </a:moveTo>
                <a:lnTo>
                  <a:pt x="20050" y="203113"/>
                </a:lnTo>
                <a:lnTo>
                  <a:pt x="17455" y="202874"/>
                </a:lnTo>
                <a:close/>
                <a:moveTo>
                  <a:pt x="90553" y="357361"/>
                </a:moveTo>
                <a:lnTo>
                  <a:pt x="91218" y="358189"/>
                </a:lnTo>
                <a:lnTo>
                  <a:pt x="90220" y="357775"/>
                </a:lnTo>
                <a:close/>
                <a:moveTo>
                  <a:pt x="69412" y="335780"/>
                </a:moveTo>
                <a:lnTo>
                  <a:pt x="71170" y="337522"/>
                </a:lnTo>
                <a:lnTo>
                  <a:pt x="68533" y="336651"/>
                </a:lnTo>
                <a:close/>
                <a:moveTo>
                  <a:pt x="132101" y="37257"/>
                </a:moveTo>
                <a:lnTo>
                  <a:pt x="133350" y="38485"/>
                </a:lnTo>
                <a:lnTo>
                  <a:pt x="131477" y="37871"/>
                </a:lnTo>
                <a:close/>
                <a:moveTo>
                  <a:pt x="5149" y="152997"/>
                </a:moveTo>
                <a:lnTo>
                  <a:pt x="6949" y="154366"/>
                </a:lnTo>
                <a:lnTo>
                  <a:pt x="4250" y="153681"/>
                </a:lnTo>
                <a:close/>
                <a:moveTo>
                  <a:pt x="9574" y="330460"/>
                </a:moveTo>
                <a:lnTo>
                  <a:pt x="11516" y="331810"/>
                </a:lnTo>
                <a:lnTo>
                  <a:pt x="8602" y="331135"/>
                </a:lnTo>
                <a:close/>
                <a:moveTo>
                  <a:pt x="19305" y="188218"/>
                </a:moveTo>
                <a:lnTo>
                  <a:pt x="20626" y="188752"/>
                </a:lnTo>
                <a:lnTo>
                  <a:pt x="18644" y="188485"/>
                </a:lnTo>
                <a:close/>
                <a:moveTo>
                  <a:pt x="9532" y="17772"/>
                </a:moveTo>
                <a:lnTo>
                  <a:pt x="11369" y="18778"/>
                </a:lnTo>
                <a:lnTo>
                  <a:pt x="8614" y="18275"/>
                </a:lnTo>
                <a:close/>
                <a:moveTo>
                  <a:pt x="69268" y="205191"/>
                </a:moveTo>
                <a:lnTo>
                  <a:pt x="70363" y="205539"/>
                </a:lnTo>
                <a:lnTo>
                  <a:pt x="68720" y="205365"/>
                </a:lnTo>
                <a:close/>
                <a:moveTo>
                  <a:pt x="127296" y="41867"/>
                </a:moveTo>
                <a:lnTo>
                  <a:pt x="128826" y="43370"/>
                </a:lnTo>
                <a:lnTo>
                  <a:pt x="126531" y="42618"/>
                </a:lnTo>
                <a:close/>
                <a:moveTo>
                  <a:pt x="76687" y="173770"/>
                </a:moveTo>
                <a:lnTo>
                  <a:pt x="77192" y="174533"/>
                </a:lnTo>
                <a:lnTo>
                  <a:pt x="76435" y="174152"/>
                </a:lnTo>
                <a:close/>
                <a:moveTo>
                  <a:pt x="91801" y="131730"/>
                </a:moveTo>
                <a:lnTo>
                  <a:pt x="92257" y="133273"/>
                </a:lnTo>
                <a:lnTo>
                  <a:pt x="91573" y="132501"/>
                </a:lnTo>
                <a:close/>
                <a:moveTo>
                  <a:pt x="69210" y="400327"/>
                </a:moveTo>
                <a:lnTo>
                  <a:pt x="71105" y="401702"/>
                </a:lnTo>
                <a:lnTo>
                  <a:pt x="68263" y="401015"/>
                </a:lnTo>
                <a:close/>
                <a:moveTo>
                  <a:pt x="101695" y="395704"/>
                </a:moveTo>
                <a:lnTo>
                  <a:pt x="103109" y="396715"/>
                </a:lnTo>
                <a:lnTo>
                  <a:pt x="100988" y="396210"/>
                </a:lnTo>
                <a:close/>
                <a:moveTo>
                  <a:pt x="42054" y="226665"/>
                </a:moveTo>
                <a:lnTo>
                  <a:pt x="43776" y="228116"/>
                </a:lnTo>
                <a:lnTo>
                  <a:pt x="41194" y="227390"/>
                </a:lnTo>
                <a:close/>
                <a:moveTo>
                  <a:pt x="104640" y="342435"/>
                </a:moveTo>
                <a:lnTo>
                  <a:pt x="105259" y="343513"/>
                </a:lnTo>
                <a:lnTo>
                  <a:pt x="104330" y="342974"/>
                </a:lnTo>
                <a:close/>
                <a:moveTo>
                  <a:pt x="50023" y="218240"/>
                </a:moveTo>
                <a:lnTo>
                  <a:pt x="51909" y="218786"/>
                </a:lnTo>
                <a:lnTo>
                  <a:pt x="49080" y="218513"/>
                </a:lnTo>
                <a:close/>
                <a:moveTo>
                  <a:pt x="94882" y="383337"/>
                </a:moveTo>
                <a:lnTo>
                  <a:pt x="95357" y="384187"/>
                </a:lnTo>
                <a:lnTo>
                  <a:pt x="94645" y="383762"/>
                </a:lnTo>
                <a:close/>
                <a:moveTo>
                  <a:pt x="13863" y="165974"/>
                </a:moveTo>
                <a:lnTo>
                  <a:pt x="16048" y="166290"/>
                </a:lnTo>
                <a:lnTo>
                  <a:pt x="12770" y="166132"/>
                </a:lnTo>
                <a:close/>
                <a:moveTo>
                  <a:pt x="90868" y="69310"/>
                </a:moveTo>
                <a:lnTo>
                  <a:pt x="91408" y="70780"/>
                </a:lnTo>
                <a:lnTo>
                  <a:pt x="90599" y="70045"/>
                </a:lnTo>
                <a:close/>
                <a:moveTo>
                  <a:pt x="27029" y="85016"/>
                </a:moveTo>
                <a:lnTo>
                  <a:pt x="28961" y="85499"/>
                </a:lnTo>
                <a:lnTo>
                  <a:pt x="26063" y="85257"/>
                </a:lnTo>
                <a:close/>
                <a:moveTo>
                  <a:pt x="141641" y="232992"/>
                </a:moveTo>
                <a:lnTo>
                  <a:pt x="142807" y="234469"/>
                </a:lnTo>
                <a:lnTo>
                  <a:pt x="141058" y="233730"/>
                </a:lnTo>
                <a:close/>
                <a:moveTo>
                  <a:pt x="111942" y="346723"/>
                </a:moveTo>
                <a:lnTo>
                  <a:pt x="112477" y="348151"/>
                </a:lnTo>
                <a:lnTo>
                  <a:pt x="111674" y="347437"/>
                </a:lnTo>
                <a:close/>
                <a:moveTo>
                  <a:pt x="1528" y="138714"/>
                </a:moveTo>
                <a:lnTo>
                  <a:pt x="3376" y="139151"/>
                </a:lnTo>
                <a:lnTo>
                  <a:pt x="604" y="138932"/>
                </a:lnTo>
                <a:close/>
                <a:moveTo>
                  <a:pt x="135578" y="467974"/>
                </a:moveTo>
                <a:lnTo>
                  <a:pt x="136056" y="469174"/>
                </a:lnTo>
                <a:lnTo>
                  <a:pt x="135339" y="468574"/>
                </a:lnTo>
                <a:close/>
                <a:moveTo>
                  <a:pt x="22818" y="412502"/>
                </a:moveTo>
                <a:lnTo>
                  <a:pt x="24491" y="413457"/>
                </a:lnTo>
                <a:lnTo>
                  <a:pt x="21981" y="412980"/>
                </a:lnTo>
                <a:close/>
                <a:moveTo>
                  <a:pt x="53033" y="70579"/>
                </a:moveTo>
                <a:lnTo>
                  <a:pt x="54541" y="71520"/>
                </a:lnTo>
                <a:lnTo>
                  <a:pt x="52279" y="71049"/>
                </a:lnTo>
                <a:close/>
                <a:moveTo>
                  <a:pt x="88171" y="14712"/>
                </a:moveTo>
                <a:lnTo>
                  <a:pt x="90009" y="15344"/>
                </a:lnTo>
                <a:lnTo>
                  <a:pt x="87252" y="15028"/>
                </a:lnTo>
                <a:close/>
                <a:moveTo>
                  <a:pt x="27822" y="186218"/>
                </a:moveTo>
                <a:lnTo>
                  <a:pt x="28175" y="187062"/>
                </a:lnTo>
                <a:lnTo>
                  <a:pt x="27646" y="186640"/>
                </a:lnTo>
                <a:close/>
                <a:moveTo>
                  <a:pt x="18088" y="333859"/>
                </a:moveTo>
                <a:lnTo>
                  <a:pt x="18976" y="335343"/>
                </a:lnTo>
                <a:lnTo>
                  <a:pt x="17644" y="334601"/>
                </a:lnTo>
                <a:close/>
                <a:moveTo>
                  <a:pt x="97290" y="70314"/>
                </a:moveTo>
                <a:lnTo>
                  <a:pt x="97799" y="71931"/>
                </a:lnTo>
                <a:lnTo>
                  <a:pt x="97035" y="71123"/>
                </a:lnTo>
                <a:close/>
                <a:moveTo>
                  <a:pt x="9137" y="167455"/>
                </a:moveTo>
                <a:lnTo>
                  <a:pt x="10675" y="168439"/>
                </a:lnTo>
                <a:lnTo>
                  <a:pt x="8368" y="167947"/>
                </a:lnTo>
                <a:close/>
                <a:moveTo>
                  <a:pt x="21449" y="443589"/>
                </a:moveTo>
                <a:lnTo>
                  <a:pt x="23230" y="444039"/>
                </a:lnTo>
                <a:lnTo>
                  <a:pt x="20558" y="443814"/>
                </a:lnTo>
                <a:close/>
                <a:moveTo>
                  <a:pt x="71350" y="19449"/>
                </a:moveTo>
                <a:lnTo>
                  <a:pt x="72651" y="19778"/>
                </a:lnTo>
                <a:lnTo>
                  <a:pt x="70699" y="19613"/>
                </a:lnTo>
                <a:close/>
                <a:moveTo>
                  <a:pt x="114801" y="455454"/>
                </a:moveTo>
                <a:lnTo>
                  <a:pt x="116317" y="456217"/>
                </a:lnTo>
                <a:lnTo>
                  <a:pt x="114043" y="455835"/>
                </a:lnTo>
                <a:close/>
                <a:moveTo>
                  <a:pt x="36927" y="458612"/>
                </a:moveTo>
                <a:lnTo>
                  <a:pt x="37879" y="459358"/>
                </a:lnTo>
                <a:lnTo>
                  <a:pt x="36451" y="458985"/>
                </a:lnTo>
                <a:close/>
                <a:moveTo>
                  <a:pt x="46964" y="341447"/>
                </a:moveTo>
                <a:lnTo>
                  <a:pt x="48444" y="342987"/>
                </a:lnTo>
                <a:lnTo>
                  <a:pt x="46224" y="342217"/>
                </a:lnTo>
                <a:close/>
                <a:moveTo>
                  <a:pt x="137724" y="80848"/>
                </a:moveTo>
                <a:lnTo>
                  <a:pt x="139506" y="81354"/>
                </a:lnTo>
                <a:lnTo>
                  <a:pt x="136833" y="81101"/>
                </a:lnTo>
                <a:close/>
                <a:moveTo>
                  <a:pt x="136862" y="308874"/>
                </a:moveTo>
                <a:lnTo>
                  <a:pt x="137355" y="310458"/>
                </a:lnTo>
                <a:lnTo>
                  <a:pt x="136615" y="309666"/>
                </a:lnTo>
                <a:close/>
                <a:moveTo>
                  <a:pt x="102011" y="449031"/>
                </a:moveTo>
                <a:lnTo>
                  <a:pt x="104011" y="450803"/>
                </a:lnTo>
                <a:lnTo>
                  <a:pt x="101011" y="449917"/>
                </a:lnTo>
                <a:close/>
                <a:moveTo>
                  <a:pt x="106293" y="392556"/>
                </a:moveTo>
                <a:lnTo>
                  <a:pt x="106722" y="394279"/>
                </a:lnTo>
                <a:lnTo>
                  <a:pt x="106079" y="393417"/>
                </a:lnTo>
                <a:close/>
                <a:moveTo>
                  <a:pt x="38814" y="181588"/>
                </a:moveTo>
                <a:lnTo>
                  <a:pt x="40898" y="182828"/>
                </a:lnTo>
                <a:lnTo>
                  <a:pt x="37771" y="182208"/>
                </a:lnTo>
                <a:close/>
                <a:moveTo>
                  <a:pt x="104266" y="221158"/>
                </a:moveTo>
                <a:lnTo>
                  <a:pt x="106011" y="221715"/>
                </a:lnTo>
                <a:lnTo>
                  <a:pt x="103393" y="221436"/>
                </a:lnTo>
                <a:close/>
                <a:moveTo>
                  <a:pt x="1784" y="281273"/>
                </a:moveTo>
                <a:lnTo>
                  <a:pt x="2446" y="281837"/>
                </a:lnTo>
                <a:lnTo>
                  <a:pt x="1453" y="281555"/>
                </a:lnTo>
                <a:close/>
                <a:moveTo>
                  <a:pt x="30233" y="424315"/>
                </a:moveTo>
                <a:lnTo>
                  <a:pt x="31452" y="426084"/>
                </a:lnTo>
                <a:lnTo>
                  <a:pt x="29623" y="425200"/>
                </a:lnTo>
                <a:close/>
                <a:moveTo>
                  <a:pt x="101996" y="339817"/>
                </a:moveTo>
                <a:lnTo>
                  <a:pt x="102547" y="341194"/>
                </a:lnTo>
                <a:lnTo>
                  <a:pt x="101720" y="340506"/>
                </a:lnTo>
                <a:close/>
                <a:moveTo>
                  <a:pt x="129044" y="434628"/>
                </a:moveTo>
                <a:lnTo>
                  <a:pt x="129832" y="436255"/>
                </a:lnTo>
                <a:lnTo>
                  <a:pt x="128650" y="435442"/>
                </a:lnTo>
                <a:close/>
                <a:moveTo>
                  <a:pt x="62479" y="246811"/>
                </a:moveTo>
                <a:lnTo>
                  <a:pt x="64191" y="247623"/>
                </a:lnTo>
                <a:lnTo>
                  <a:pt x="61623" y="247217"/>
                </a:lnTo>
                <a:close/>
                <a:moveTo>
                  <a:pt x="109719" y="213340"/>
                </a:moveTo>
                <a:lnTo>
                  <a:pt x="111893" y="213947"/>
                </a:lnTo>
                <a:lnTo>
                  <a:pt x="108631" y="213643"/>
                </a:lnTo>
                <a:close/>
                <a:moveTo>
                  <a:pt x="48472" y="325735"/>
                </a:moveTo>
                <a:lnTo>
                  <a:pt x="49203" y="327379"/>
                </a:lnTo>
                <a:lnTo>
                  <a:pt x="48106" y="326557"/>
                </a:lnTo>
                <a:close/>
                <a:moveTo>
                  <a:pt x="104546" y="274151"/>
                </a:moveTo>
                <a:lnTo>
                  <a:pt x="105606" y="275303"/>
                </a:lnTo>
                <a:lnTo>
                  <a:pt x="104015" y="274727"/>
                </a:lnTo>
                <a:close/>
                <a:moveTo>
                  <a:pt x="140181" y="396520"/>
                </a:moveTo>
                <a:lnTo>
                  <a:pt x="141618" y="397165"/>
                </a:lnTo>
                <a:lnTo>
                  <a:pt x="139463" y="396843"/>
                </a:lnTo>
                <a:close/>
                <a:moveTo>
                  <a:pt x="14926" y="421846"/>
                </a:moveTo>
                <a:lnTo>
                  <a:pt x="15307" y="422376"/>
                </a:lnTo>
                <a:lnTo>
                  <a:pt x="14736" y="422111"/>
                </a:lnTo>
                <a:close/>
                <a:moveTo>
                  <a:pt x="104972" y="176778"/>
                </a:moveTo>
                <a:lnTo>
                  <a:pt x="106580" y="177423"/>
                </a:lnTo>
                <a:lnTo>
                  <a:pt x="104168" y="177100"/>
                </a:lnTo>
                <a:close/>
                <a:moveTo>
                  <a:pt x="13203" y="156557"/>
                </a:moveTo>
                <a:lnTo>
                  <a:pt x="15097" y="157748"/>
                </a:lnTo>
                <a:lnTo>
                  <a:pt x="12257" y="157153"/>
                </a:lnTo>
                <a:close/>
                <a:moveTo>
                  <a:pt x="17645" y="197528"/>
                </a:moveTo>
                <a:lnTo>
                  <a:pt x="19718" y="198808"/>
                </a:lnTo>
                <a:lnTo>
                  <a:pt x="16608" y="198168"/>
                </a:lnTo>
                <a:close/>
                <a:moveTo>
                  <a:pt x="92940" y="434953"/>
                </a:moveTo>
                <a:lnTo>
                  <a:pt x="93503" y="435802"/>
                </a:lnTo>
                <a:lnTo>
                  <a:pt x="92658" y="435378"/>
                </a:lnTo>
                <a:close/>
                <a:moveTo>
                  <a:pt x="37731" y="298360"/>
                </a:moveTo>
                <a:lnTo>
                  <a:pt x="39258" y="298971"/>
                </a:lnTo>
                <a:lnTo>
                  <a:pt x="36967" y="298665"/>
                </a:lnTo>
                <a:close/>
                <a:moveTo>
                  <a:pt x="36476" y="60418"/>
                </a:moveTo>
                <a:lnTo>
                  <a:pt x="36980" y="62008"/>
                </a:lnTo>
                <a:lnTo>
                  <a:pt x="36224" y="61213"/>
                </a:lnTo>
                <a:close/>
                <a:moveTo>
                  <a:pt x="20482" y="215383"/>
                </a:moveTo>
                <a:lnTo>
                  <a:pt x="21157" y="216423"/>
                </a:lnTo>
                <a:lnTo>
                  <a:pt x="20145" y="215903"/>
                </a:lnTo>
                <a:close/>
                <a:moveTo>
                  <a:pt x="110940" y="461619"/>
                </a:moveTo>
                <a:lnTo>
                  <a:pt x="111313" y="462259"/>
                </a:lnTo>
                <a:lnTo>
                  <a:pt x="110753" y="461939"/>
                </a:lnTo>
                <a:close/>
                <a:moveTo>
                  <a:pt x="103489" y="356746"/>
                </a:moveTo>
                <a:lnTo>
                  <a:pt x="104182" y="357551"/>
                </a:lnTo>
                <a:lnTo>
                  <a:pt x="103142" y="357149"/>
                </a:lnTo>
                <a:close/>
                <a:moveTo>
                  <a:pt x="19242" y="353141"/>
                </a:moveTo>
                <a:lnTo>
                  <a:pt x="20990" y="353972"/>
                </a:lnTo>
                <a:lnTo>
                  <a:pt x="18368" y="353557"/>
                </a:lnTo>
                <a:close/>
                <a:moveTo>
                  <a:pt x="10467" y="117155"/>
                </a:moveTo>
                <a:lnTo>
                  <a:pt x="12624" y="117579"/>
                </a:lnTo>
                <a:lnTo>
                  <a:pt x="9388" y="117367"/>
                </a:lnTo>
                <a:close/>
                <a:moveTo>
                  <a:pt x="25232" y="17247"/>
                </a:moveTo>
                <a:lnTo>
                  <a:pt x="26895" y="18552"/>
                </a:lnTo>
                <a:lnTo>
                  <a:pt x="24401" y="17899"/>
                </a:lnTo>
                <a:close/>
                <a:moveTo>
                  <a:pt x="92163" y="358598"/>
                </a:moveTo>
                <a:lnTo>
                  <a:pt x="93303" y="360062"/>
                </a:lnTo>
                <a:lnTo>
                  <a:pt x="91594" y="359330"/>
                </a:lnTo>
                <a:close/>
                <a:moveTo>
                  <a:pt x="12157" y="85865"/>
                </a:moveTo>
                <a:lnTo>
                  <a:pt x="13093" y="87149"/>
                </a:lnTo>
                <a:lnTo>
                  <a:pt x="11689" y="86507"/>
                </a:lnTo>
                <a:close/>
                <a:moveTo>
                  <a:pt x="65495" y="53554"/>
                </a:moveTo>
                <a:lnTo>
                  <a:pt x="66692" y="54158"/>
                </a:lnTo>
                <a:lnTo>
                  <a:pt x="64896" y="53856"/>
                </a:lnTo>
                <a:close/>
                <a:moveTo>
                  <a:pt x="86184" y="323017"/>
                </a:moveTo>
                <a:lnTo>
                  <a:pt x="87543" y="323882"/>
                </a:lnTo>
                <a:lnTo>
                  <a:pt x="85504" y="323450"/>
                </a:lnTo>
                <a:close/>
                <a:moveTo>
                  <a:pt x="82247" y="136867"/>
                </a:moveTo>
                <a:lnTo>
                  <a:pt x="84150" y="138597"/>
                </a:lnTo>
                <a:lnTo>
                  <a:pt x="81296" y="137732"/>
                </a:lnTo>
                <a:close/>
                <a:moveTo>
                  <a:pt x="95155" y="243327"/>
                </a:moveTo>
                <a:lnTo>
                  <a:pt x="97060" y="244267"/>
                </a:lnTo>
                <a:lnTo>
                  <a:pt x="94203" y="243797"/>
                </a:lnTo>
                <a:close/>
                <a:moveTo>
                  <a:pt x="29623" y="306948"/>
                </a:moveTo>
                <a:lnTo>
                  <a:pt x="30778" y="307802"/>
                </a:lnTo>
                <a:lnTo>
                  <a:pt x="29046" y="307375"/>
                </a:lnTo>
                <a:close/>
                <a:moveTo>
                  <a:pt x="74341" y="121008"/>
                </a:moveTo>
                <a:lnTo>
                  <a:pt x="75267" y="121534"/>
                </a:lnTo>
                <a:lnTo>
                  <a:pt x="73879" y="121271"/>
                </a:lnTo>
                <a:close/>
                <a:moveTo>
                  <a:pt x="87201" y="207637"/>
                </a:moveTo>
                <a:lnTo>
                  <a:pt x="89096" y="208414"/>
                </a:lnTo>
                <a:lnTo>
                  <a:pt x="86254" y="208025"/>
                </a:lnTo>
                <a:close/>
                <a:moveTo>
                  <a:pt x="31287" y="85537"/>
                </a:moveTo>
                <a:lnTo>
                  <a:pt x="33236" y="86326"/>
                </a:lnTo>
                <a:lnTo>
                  <a:pt x="30313" y="85932"/>
                </a:lnTo>
                <a:close/>
                <a:moveTo>
                  <a:pt x="52564" y="284300"/>
                </a:moveTo>
                <a:lnTo>
                  <a:pt x="54173" y="284932"/>
                </a:lnTo>
                <a:lnTo>
                  <a:pt x="51760" y="284616"/>
                </a:lnTo>
                <a:close/>
                <a:moveTo>
                  <a:pt x="127210" y="315507"/>
                </a:moveTo>
                <a:lnTo>
                  <a:pt x="128698" y="316056"/>
                </a:lnTo>
                <a:lnTo>
                  <a:pt x="126467" y="315781"/>
                </a:lnTo>
                <a:close/>
                <a:moveTo>
                  <a:pt x="17569" y="105618"/>
                </a:moveTo>
                <a:lnTo>
                  <a:pt x="19014" y="107129"/>
                </a:lnTo>
                <a:lnTo>
                  <a:pt x="16847" y="106373"/>
                </a:lnTo>
                <a:close/>
                <a:moveTo>
                  <a:pt x="104962" y="105508"/>
                </a:moveTo>
                <a:lnTo>
                  <a:pt x="105783" y="107016"/>
                </a:lnTo>
                <a:lnTo>
                  <a:pt x="104551" y="106262"/>
                </a:lnTo>
                <a:close/>
                <a:moveTo>
                  <a:pt x="140703" y="333833"/>
                </a:moveTo>
                <a:lnTo>
                  <a:pt x="141614" y="334300"/>
                </a:lnTo>
                <a:lnTo>
                  <a:pt x="140247" y="334067"/>
                </a:lnTo>
                <a:close/>
                <a:moveTo>
                  <a:pt x="6007" y="209716"/>
                </a:moveTo>
                <a:lnTo>
                  <a:pt x="7651" y="210758"/>
                </a:lnTo>
                <a:lnTo>
                  <a:pt x="5186" y="210237"/>
                </a:lnTo>
                <a:close/>
                <a:moveTo>
                  <a:pt x="105930" y="376403"/>
                </a:moveTo>
                <a:lnTo>
                  <a:pt x="108052" y="377913"/>
                </a:lnTo>
                <a:lnTo>
                  <a:pt x="104869" y="377158"/>
                </a:lnTo>
                <a:close/>
                <a:moveTo>
                  <a:pt x="142415" y="431012"/>
                </a:moveTo>
                <a:lnTo>
                  <a:pt x="143073" y="431744"/>
                </a:lnTo>
                <a:lnTo>
                  <a:pt x="142085" y="431378"/>
                </a:lnTo>
                <a:close/>
                <a:moveTo>
                  <a:pt x="76941" y="387355"/>
                </a:moveTo>
                <a:lnTo>
                  <a:pt x="77556" y="389153"/>
                </a:lnTo>
                <a:lnTo>
                  <a:pt x="76634" y="388254"/>
                </a:lnTo>
                <a:close/>
                <a:moveTo>
                  <a:pt x="38258" y="390053"/>
                </a:moveTo>
                <a:lnTo>
                  <a:pt x="40190" y="391578"/>
                </a:lnTo>
                <a:lnTo>
                  <a:pt x="37292" y="390815"/>
                </a:lnTo>
                <a:close/>
                <a:moveTo>
                  <a:pt x="136397" y="214879"/>
                </a:moveTo>
                <a:lnTo>
                  <a:pt x="138264" y="216531"/>
                </a:lnTo>
                <a:lnTo>
                  <a:pt x="135463" y="215705"/>
                </a:lnTo>
                <a:close/>
                <a:moveTo>
                  <a:pt x="57703" y="312743"/>
                </a:moveTo>
                <a:lnTo>
                  <a:pt x="58994" y="314219"/>
                </a:lnTo>
                <a:lnTo>
                  <a:pt x="57058" y="313481"/>
                </a:lnTo>
                <a:close/>
                <a:moveTo>
                  <a:pt x="37183" y="414688"/>
                </a:moveTo>
                <a:lnTo>
                  <a:pt x="39268" y="415178"/>
                </a:lnTo>
                <a:lnTo>
                  <a:pt x="36140" y="414933"/>
                </a:lnTo>
                <a:close/>
                <a:moveTo>
                  <a:pt x="84854" y="460039"/>
                </a:moveTo>
                <a:lnTo>
                  <a:pt x="86144" y="460350"/>
                </a:lnTo>
                <a:lnTo>
                  <a:pt x="84209" y="460194"/>
                </a:lnTo>
                <a:close/>
                <a:moveTo>
                  <a:pt x="80409" y="118609"/>
                </a:moveTo>
                <a:lnTo>
                  <a:pt x="82022" y="120330"/>
                </a:lnTo>
                <a:lnTo>
                  <a:pt x="79602" y="119470"/>
                </a:lnTo>
                <a:close/>
                <a:moveTo>
                  <a:pt x="27892" y="215405"/>
                </a:moveTo>
                <a:lnTo>
                  <a:pt x="29524" y="216934"/>
                </a:lnTo>
                <a:lnTo>
                  <a:pt x="27077" y="216169"/>
                </a:lnTo>
                <a:close/>
                <a:moveTo>
                  <a:pt x="138922" y="281691"/>
                </a:moveTo>
                <a:lnTo>
                  <a:pt x="140365" y="282672"/>
                </a:lnTo>
                <a:lnTo>
                  <a:pt x="138200" y="282182"/>
                </a:lnTo>
                <a:close/>
                <a:moveTo>
                  <a:pt x="135735" y="11159"/>
                </a:moveTo>
                <a:lnTo>
                  <a:pt x="136757" y="12019"/>
                </a:lnTo>
                <a:lnTo>
                  <a:pt x="135223" y="11589"/>
                </a:lnTo>
                <a:close/>
                <a:moveTo>
                  <a:pt x="81942" y="225228"/>
                </a:moveTo>
                <a:lnTo>
                  <a:pt x="83443" y="225788"/>
                </a:lnTo>
                <a:lnTo>
                  <a:pt x="81191" y="225508"/>
                </a:lnTo>
                <a:close/>
                <a:moveTo>
                  <a:pt x="1217" y="100676"/>
                </a:moveTo>
                <a:lnTo>
                  <a:pt x="1899" y="101618"/>
                </a:lnTo>
                <a:lnTo>
                  <a:pt x="876" y="101147"/>
                </a:lnTo>
                <a:close/>
                <a:moveTo>
                  <a:pt x="18069" y="100379"/>
                </a:moveTo>
                <a:lnTo>
                  <a:pt x="18801" y="101471"/>
                </a:lnTo>
                <a:lnTo>
                  <a:pt x="17702" y="100925"/>
                </a:lnTo>
                <a:close/>
                <a:moveTo>
                  <a:pt x="59972" y="266158"/>
                </a:moveTo>
                <a:lnTo>
                  <a:pt x="62134" y="267417"/>
                </a:lnTo>
                <a:lnTo>
                  <a:pt x="58891" y="266787"/>
                </a:lnTo>
                <a:close/>
                <a:moveTo>
                  <a:pt x="90102" y="88366"/>
                </a:moveTo>
                <a:lnTo>
                  <a:pt x="92006" y="89332"/>
                </a:lnTo>
                <a:lnTo>
                  <a:pt x="89150" y="88849"/>
                </a:lnTo>
                <a:close/>
                <a:moveTo>
                  <a:pt x="56106" y="455751"/>
                </a:moveTo>
                <a:lnTo>
                  <a:pt x="58151" y="457339"/>
                </a:lnTo>
                <a:lnTo>
                  <a:pt x="55084" y="456545"/>
                </a:lnTo>
                <a:close/>
                <a:moveTo>
                  <a:pt x="11971" y="361187"/>
                </a:moveTo>
                <a:lnTo>
                  <a:pt x="13536" y="361911"/>
                </a:lnTo>
                <a:lnTo>
                  <a:pt x="11189" y="361549"/>
                </a:lnTo>
                <a:close/>
                <a:moveTo>
                  <a:pt x="52862" y="340054"/>
                </a:moveTo>
                <a:lnTo>
                  <a:pt x="53458" y="341610"/>
                </a:lnTo>
                <a:lnTo>
                  <a:pt x="52565" y="340832"/>
                </a:lnTo>
                <a:close/>
                <a:moveTo>
                  <a:pt x="88048" y="459991"/>
                </a:moveTo>
                <a:lnTo>
                  <a:pt x="90064" y="460474"/>
                </a:lnTo>
                <a:lnTo>
                  <a:pt x="87040" y="460233"/>
                </a:lnTo>
                <a:close/>
                <a:moveTo>
                  <a:pt x="108321" y="90551"/>
                </a:moveTo>
                <a:lnTo>
                  <a:pt x="108724" y="91114"/>
                </a:lnTo>
                <a:lnTo>
                  <a:pt x="108120" y="90832"/>
                </a:lnTo>
                <a:close/>
                <a:moveTo>
                  <a:pt x="9088" y="317058"/>
                </a:moveTo>
                <a:lnTo>
                  <a:pt x="10162" y="317394"/>
                </a:lnTo>
                <a:lnTo>
                  <a:pt x="8551" y="317226"/>
                </a:lnTo>
                <a:close/>
                <a:moveTo>
                  <a:pt x="65463" y="251387"/>
                </a:moveTo>
                <a:lnTo>
                  <a:pt x="66431" y="252090"/>
                </a:lnTo>
                <a:lnTo>
                  <a:pt x="64978" y="251739"/>
                </a:lnTo>
                <a:close/>
                <a:moveTo>
                  <a:pt x="70598" y="391222"/>
                </a:moveTo>
                <a:lnTo>
                  <a:pt x="72381" y="391723"/>
                </a:lnTo>
                <a:lnTo>
                  <a:pt x="69707" y="391473"/>
                </a:lnTo>
                <a:close/>
                <a:moveTo>
                  <a:pt x="49880" y="205670"/>
                </a:moveTo>
                <a:lnTo>
                  <a:pt x="51991" y="207396"/>
                </a:lnTo>
                <a:lnTo>
                  <a:pt x="48825" y="206533"/>
                </a:lnTo>
                <a:close/>
                <a:moveTo>
                  <a:pt x="87004" y="390490"/>
                </a:moveTo>
                <a:lnTo>
                  <a:pt x="89023" y="390856"/>
                </a:lnTo>
                <a:lnTo>
                  <a:pt x="85995" y="390673"/>
                </a:lnTo>
                <a:close/>
                <a:moveTo>
                  <a:pt x="56398" y="426180"/>
                </a:moveTo>
                <a:lnTo>
                  <a:pt x="57115" y="427462"/>
                </a:lnTo>
                <a:lnTo>
                  <a:pt x="56039" y="426821"/>
                </a:lnTo>
                <a:close/>
                <a:moveTo>
                  <a:pt x="49602" y="200181"/>
                </a:moveTo>
                <a:lnTo>
                  <a:pt x="51516" y="201771"/>
                </a:lnTo>
                <a:lnTo>
                  <a:pt x="48645" y="200976"/>
                </a:lnTo>
                <a:close/>
                <a:moveTo>
                  <a:pt x="58607" y="355130"/>
                </a:moveTo>
                <a:lnTo>
                  <a:pt x="59268" y="356670"/>
                </a:lnTo>
                <a:lnTo>
                  <a:pt x="58277" y="355900"/>
                </a:lnTo>
                <a:close/>
                <a:moveTo>
                  <a:pt x="21344" y="364909"/>
                </a:moveTo>
                <a:lnTo>
                  <a:pt x="22897" y="365706"/>
                </a:lnTo>
                <a:lnTo>
                  <a:pt x="20568" y="365307"/>
                </a:lnTo>
                <a:close/>
                <a:moveTo>
                  <a:pt x="67121" y="252213"/>
                </a:moveTo>
                <a:lnTo>
                  <a:pt x="69052" y="253177"/>
                </a:lnTo>
                <a:lnTo>
                  <a:pt x="66156" y="252695"/>
                </a:lnTo>
                <a:close/>
                <a:moveTo>
                  <a:pt x="66350" y="228477"/>
                </a:moveTo>
                <a:lnTo>
                  <a:pt x="67644" y="229185"/>
                </a:lnTo>
                <a:lnTo>
                  <a:pt x="65703" y="228831"/>
                </a:lnTo>
                <a:close/>
                <a:moveTo>
                  <a:pt x="67718" y="175071"/>
                </a:moveTo>
                <a:lnTo>
                  <a:pt x="68374" y="176741"/>
                </a:lnTo>
                <a:lnTo>
                  <a:pt x="67389" y="175906"/>
                </a:lnTo>
                <a:close/>
                <a:moveTo>
                  <a:pt x="47438" y="213569"/>
                </a:moveTo>
                <a:lnTo>
                  <a:pt x="48898" y="214038"/>
                </a:lnTo>
                <a:lnTo>
                  <a:pt x="46708" y="213804"/>
                </a:lnTo>
                <a:close/>
                <a:moveTo>
                  <a:pt x="95822" y="79097"/>
                </a:moveTo>
                <a:lnTo>
                  <a:pt x="96969" y="79664"/>
                </a:lnTo>
                <a:lnTo>
                  <a:pt x="95249" y="79381"/>
                </a:lnTo>
                <a:close/>
                <a:moveTo>
                  <a:pt x="105914" y="149083"/>
                </a:moveTo>
                <a:lnTo>
                  <a:pt x="107208" y="150800"/>
                </a:lnTo>
                <a:lnTo>
                  <a:pt x="105268" y="149942"/>
                </a:lnTo>
                <a:close/>
                <a:moveTo>
                  <a:pt x="37074" y="20927"/>
                </a:moveTo>
                <a:lnTo>
                  <a:pt x="38229" y="22579"/>
                </a:lnTo>
                <a:lnTo>
                  <a:pt x="36496" y="21753"/>
                </a:lnTo>
                <a:close/>
                <a:moveTo>
                  <a:pt x="99751" y="309071"/>
                </a:moveTo>
                <a:lnTo>
                  <a:pt x="100418" y="309753"/>
                </a:lnTo>
                <a:lnTo>
                  <a:pt x="99418" y="309412"/>
                </a:lnTo>
                <a:close/>
                <a:moveTo>
                  <a:pt x="8728" y="390799"/>
                </a:moveTo>
                <a:lnTo>
                  <a:pt x="10135" y="391397"/>
                </a:lnTo>
                <a:lnTo>
                  <a:pt x="8025" y="391098"/>
                </a:lnTo>
                <a:close/>
                <a:moveTo>
                  <a:pt x="20547" y="138287"/>
                </a:moveTo>
                <a:lnTo>
                  <a:pt x="21158" y="139401"/>
                </a:lnTo>
                <a:lnTo>
                  <a:pt x="20242" y="138844"/>
                </a:lnTo>
                <a:close/>
                <a:moveTo>
                  <a:pt x="133030" y="26525"/>
                </a:moveTo>
                <a:lnTo>
                  <a:pt x="134320" y="27537"/>
                </a:lnTo>
                <a:lnTo>
                  <a:pt x="132385" y="27031"/>
                </a:lnTo>
                <a:close/>
                <a:moveTo>
                  <a:pt x="31344" y="65261"/>
                </a:moveTo>
                <a:lnTo>
                  <a:pt x="32532" y="66815"/>
                </a:lnTo>
                <a:lnTo>
                  <a:pt x="30750" y="66038"/>
                </a:lnTo>
                <a:close/>
                <a:moveTo>
                  <a:pt x="57920" y="97178"/>
                </a:moveTo>
                <a:lnTo>
                  <a:pt x="58446" y="97767"/>
                </a:lnTo>
                <a:lnTo>
                  <a:pt x="57657" y="97472"/>
                </a:lnTo>
                <a:close/>
                <a:moveTo>
                  <a:pt x="88457" y="148752"/>
                </a:moveTo>
                <a:lnTo>
                  <a:pt x="90298" y="150127"/>
                </a:lnTo>
                <a:lnTo>
                  <a:pt x="87536" y="149440"/>
                </a:lnTo>
                <a:close/>
                <a:moveTo>
                  <a:pt x="114412" y="18518"/>
                </a:moveTo>
                <a:lnTo>
                  <a:pt x="116156" y="19885"/>
                </a:lnTo>
                <a:lnTo>
                  <a:pt x="113540" y="19202"/>
                </a:lnTo>
                <a:close/>
                <a:moveTo>
                  <a:pt x="4558" y="417657"/>
                </a:moveTo>
                <a:lnTo>
                  <a:pt x="6434" y="418563"/>
                </a:lnTo>
                <a:lnTo>
                  <a:pt x="3620" y="418110"/>
                </a:lnTo>
                <a:close/>
                <a:moveTo>
                  <a:pt x="133650" y="378769"/>
                </a:moveTo>
                <a:lnTo>
                  <a:pt x="134987" y="379475"/>
                </a:lnTo>
                <a:lnTo>
                  <a:pt x="132981" y="379122"/>
                </a:lnTo>
                <a:close/>
                <a:moveTo>
                  <a:pt x="3467" y="312038"/>
                </a:moveTo>
                <a:lnTo>
                  <a:pt x="4850" y="313109"/>
                </a:lnTo>
                <a:lnTo>
                  <a:pt x="2775" y="312573"/>
                </a:lnTo>
                <a:close/>
                <a:moveTo>
                  <a:pt x="56511" y="326620"/>
                </a:moveTo>
                <a:lnTo>
                  <a:pt x="57491" y="328141"/>
                </a:lnTo>
                <a:lnTo>
                  <a:pt x="56021" y="327380"/>
                </a:lnTo>
                <a:close/>
                <a:moveTo>
                  <a:pt x="76913" y="458785"/>
                </a:moveTo>
                <a:lnTo>
                  <a:pt x="78851" y="459937"/>
                </a:lnTo>
                <a:lnTo>
                  <a:pt x="75944" y="459361"/>
                </a:lnTo>
                <a:close/>
                <a:moveTo>
                  <a:pt x="121292" y="457727"/>
                </a:moveTo>
                <a:lnTo>
                  <a:pt x="122554" y="458844"/>
                </a:lnTo>
                <a:lnTo>
                  <a:pt x="120661" y="458285"/>
                </a:lnTo>
                <a:close/>
                <a:moveTo>
                  <a:pt x="126824" y="381255"/>
                </a:moveTo>
                <a:lnTo>
                  <a:pt x="128525" y="381692"/>
                </a:lnTo>
                <a:lnTo>
                  <a:pt x="125974" y="381474"/>
                </a:lnTo>
                <a:close/>
                <a:moveTo>
                  <a:pt x="85047" y="264648"/>
                </a:moveTo>
                <a:lnTo>
                  <a:pt x="86143" y="265666"/>
                </a:lnTo>
                <a:lnTo>
                  <a:pt x="84499" y="265157"/>
                </a:lnTo>
                <a:close/>
                <a:moveTo>
                  <a:pt x="80496" y="422060"/>
                </a:moveTo>
                <a:lnTo>
                  <a:pt x="82317" y="423137"/>
                </a:lnTo>
                <a:lnTo>
                  <a:pt x="79585" y="422599"/>
                </a:lnTo>
                <a:close/>
                <a:moveTo>
                  <a:pt x="17064" y="422418"/>
                </a:moveTo>
                <a:lnTo>
                  <a:pt x="18593" y="423461"/>
                </a:lnTo>
                <a:lnTo>
                  <a:pt x="16300" y="422940"/>
                </a:lnTo>
                <a:close/>
                <a:moveTo>
                  <a:pt x="17292" y="238479"/>
                </a:moveTo>
                <a:lnTo>
                  <a:pt x="17888" y="239818"/>
                </a:lnTo>
                <a:lnTo>
                  <a:pt x="16994" y="239149"/>
                </a:lnTo>
                <a:close/>
                <a:moveTo>
                  <a:pt x="57576" y="66495"/>
                </a:moveTo>
                <a:lnTo>
                  <a:pt x="58615" y="67634"/>
                </a:lnTo>
                <a:lnTo>
                  <a:pt x="57056" y="67065"/>
                </a:lnTo>
                <a:close/>
                <a:moveTo>
                  <a:pt x="30446" y="233342"/>
                </a:moveTo>
                <a:lnTo>
                  <a:pt x="32016" y="234562"/>
                </a:lnTo>
                <a:lnTo>
                  <a:pt x="29661" y="233952"/>
                </a:lnTo>
                <a:close/>
                <a:moveTo>
                  <a:pt x="6136" y="188110"/>
                </a:moveTo>
                <a:lnTo>
                  <a:pt x="7813" y="189574"/>
                </a:lnTo>
                <a:lnTo>
                  <a:pt x="5297" y="188842"/>
                </a:lnTo>
                <a:close/>
                <a:moveTo>
                  <a:pt x="65681" y="22353"/>
                </a:moveTo>
                <a:lnTo>
                  <a:pt x="66726" y="23851"/>
                </a:lnTo>
                <a:lnTo>
                  <a:pt x="65158" y="23102"/>
                </a:lnTo>
                <a:close/>
                <a:moveTo>
                  <a:pt x="81936" y="322011"/>
                </a:moveTo>
                <a:lnTo>
                  <a:pt x="82927" y="322493"/>
                </a:lnTo>
                <a:lnTo>
                  <a:pt x="81440" y="322252"/>
                </a:lnTo>
                <a:close/>
                <a:moveTo>
                  <a:pt x="51371" y="221049"/>
                </a:moveTo>
                <a:lnTo>
                  <a:pt x="52266" y="222060"/>
                </a:lnTo>
                <a:lnTo>
                  <a:pt x="50923" y="221555"/>
                </a:lnTo>
                <a:close/>
                <a:moveTo>
                  <a:pt x="59829" y="366002"/>
                </a:moveTo>
                <a:lnTo>
                  <a:pt x="60576" y="366804"/>
                </a:lnTo>
                <a:lnTo>
                  <a:pt x="59456" y="366403"/>
                </a:lnTo>
                <a:close/>
                <a:moveTo>
                  <a:pt x="93436" y="389951"/>
                </a:moveTo>
                <a:lnTo>
                  <a:pt x="94779" y="390799"/>
                </a:lnTo>
                <a:lnTo>
                  <a:pt x="92765" y="390375"/>
                </a:lnTo>
                <a:close/>
                <a:moveTo>
                  <a:pt x="34052" y="287436"/>
                </a:moveTo>
                <a:lnTo>
                  <a:pt x="35350" y="287959"/>
                </a:lnTo>
                <a:lnTo>
                  <a:pt x="33403" y="287697"/>
                </a:lnTo>
                <a:close/>
                <a:moveTo>
                  <a:pt x="116373" y="357993"/>
                </a:moveTo>
                <a:lnTo>
                  <a:pt x="117379" y="358978"/>
                </a:lnTo>
                <a:lnTo>
                  <a:pt x="115870" y="358486"/>
                </a:lnTo>
                <a:close/>
                <a:moveTo>
                  <a:pt x="87584" y="320632"/>
                </a:moveTo>
                <a:lnTo>
                  <a:pt x="87988" y="321187"/>
                </a:lnTo>
                <a:lnTo>
                  <a:pt x="87382" y="320910"/>
                </a:lnTo>
                <a:close/>
                <a:moveTo>
                  <a:pt x="50802" y="3464"/>
                </a:moveTo>
                <a:lnTo>
                  <a:pt x="51316" y="5092"/>
                </a:lnTo>
                <a:lnTo>
                  <a:pt x="50545" y="4278"/>
                </a:lnTo>
                <a:close/>
                <a:moveTo>
                  <a:pt x="5072" y="54974"/>
                </a:moveTo>
                <a:lnTo>
                  <a:pt x="6625" y="55776"/>
                </a:lnTo>
                <a:lnTo>
                  <a:pt x="4295" y="55375"/>
                </a:lnTo>
                <a:close/>
                <a:moveTo>
                  <a:pt x="127276" y="42163"/>
                </a:moveTo>
                <a:lnTo>
                  <a:pt x="128043" y="43638"/>
                </a:lnTo>
                <a:lnTo>
                  <a:pt x="126893" y="42901"/>
                </a:lnTo>
                <a:close/>
                <a:moveTo>
                  <a:pt x="31546" y="403772"/>
                </a:moveTo>
                <a:lnTo>
                  <a:pt x="32789" y="405134"/>
                </a:lnTo>
                <a:lnTo>
                  <a:pt x="30924" y="404453"/>
                </a:lnTo>
                <a:close/>
                <a:moveTo>
                  <a:pt x="47488" y="430312"/>
                </a:moveTo>
                <a:lnTo>
                  <a:pt x="48808" y="431358"/>
                </a:lnTo>
                <a:lnTo>
                  <a:pt x="46828" y="430835"/>
                </a:lnTo>
                <a:close/>
                <a:moveTo>
                  <a:pt x="135086" y="331506"/>
                </a:moveTo>
                <a:lnTo>
                  <a:pt x="137282" y="331841"/>
                </a:lnTo>
                <a:lnTo>
                  <a:pt x="133988" y="331673"/>
                </a:lnTo>
                <a:close/>
                <a:moveTo>
                  <a:pt x="122623" y="467983"/>
                </a:moveTo>
                <a:lnTo>
                  <a:pt x="123818" y="469345"/>
                </a:lnTo>
                <a:lnTo>
                  <a:pt x="122025" y="468664"/>
                </a:lnTo>
                <a:close/>
                <a:moveTo>
                  <a:pt x="12882" y="17879"/>
                </a:moveTo>
                <a:lnTo>
                  <a:pt x="13511" y="19657"/>
                </a:lnTo>
                <a:lnTo>
                  <a:pt x="12568" y="18768"/>
                </a:lnTo>
                <a:close/>
                <a:moveTo>
                  <a:pt x="51597" y="361877"/>
                </a:moveTo>
                <a:lnTo>
                  <a:pt x="52000" y="363473"/>
                </a:lnTo>
                <a:lnTo>
                  <a:pt x="51395" y="362675"/>
                </a:lnTo>
                <a:close/>
                <a:moveTo>
                  <a:pt x="19803" y="334272"/>
                </a:moveTo>
                <a:lnTo>
                  <a:pt x="20534" y="334573"/>
                </a:lnTo>
                <a:lnTo>
                  <a:pt x="19437" y="334423"/>
                </a:lnTo>
                <a:close/>
                <a:moveTo>
                  <a:pt x="118153" y="255511"/>
                </a:moveTo>
                <a:lnTo>
                  <a:pt x="120175" y="256405"/>
                </a:lnTo>
                <a:lnTo>
                  <a:pt x="117143" y="255958"/>
                </a:lnTo>
                <a:close/>
                <a:moveTo>
                  <a:pt x="77371" y="385681"/>
                </a:moveTo>
                <a:lnTo>
                  <a:pt x="78783" y="387480"/>
                </a:lnTo>
                <a:lnTo>
                  <a:pt x="76665" y="386580"/>
                </a:lnTo>
                <a:close/>
                <a:moveTo>
                  <a:pt x="94701" y="134723"/>
                </a:moveTo>
                <a:lnTo>
                  <a:pt x="96625" y="135340"/>
                </a:lnTo>
                <a:lnTo>
                  <a:pt x="93738" y="135031"/>
                </a:lnTo>
                <a:close/>
                <a:moveTo>
                  <a:pt x="124813" y="195834"/>
                </a:moveTo>
                <a:lnTo>
                  <a:pt x="125261" y="197383"/>
                </a:lnTo>
                <a:lnTo>
                  <a:pt x="124589" y="196609"/>
                </a:lnTo>
                <a:close/>
                <a:moveTo>
                  <a:pt x="25866" y="431017"/>
                </a:moveTo>
                <a:lnTo>
                  <a:pt x="27366" y="431905"/>
                </a:lnTo>
                <a:lnTo>
                  <a:pt x="25116" y="431461"/>
                </a:lnTo>
                <a:close/>
                <a:moveTo>
                  <a:pt x="56144" y="295247"/>
                </a:moveTo>
                <a:lnTo>
                  <a:pt x="57824" y="296082"/>
                </a:lnTo>
                <a:lnTo>
                  <a:pt x="55303" y="295664"/>
                </a:lnTo>
                <a:close/>
                <a:moveTo>
                  <a:pt x="26694" y="444444"/>
                </a:moveTo>
                <a:lnTo>
                  <a:pt x="27219" y="445079"/>
                </a:lnTo>
                <a:lnTo>
                  <a:pt x="26431" y="444762"/>
                </a:lnTo>
                <a:close/>
                <a:moveTo>
                  <a:pt x="25582" y="210554"/>
                </a:moveTo>
                <a:lnTo>
                  <a:pt x="26982" y="211382"/>
                </a:lnTo>
                <a:lnTo>
                  <a:pt x="24882" y="210968"/>
                </a:lnTo>
                <a:close/>
                <a:moveTo>
                  <a:pt x="106972" y="98641"/>
                </a:moveTo>
                <a:lnTo>
                  <a:pt x="108458" y="99618"/>
                </a:lnTo>
                <a:lnTo>
                  <a:pt x="106228" y="99130"/>
                </a:lnTo>
                <a:close/>
                <a:moveTo>
                  <a:pt x="66425" y="435224"/>
                </a:moveTo>
                <a:lnTo>
                  <a:pt x="68177" y="436368"/>
                </a:lnTo>
                <a:lnTo>
                  <a:pt x="65549" y="435796"/>
                </a:lnTo>
                <a:close/>
                <a:moveTo>
                  <a:pt x="97642" y="148403"/>
                </a:moveTo>
                <a:lnTo>
                  <a:pt x="99137" y="149237"/>
                </a:lnTo>
                <a:lnTo>
                  <a:pt x="96895" y="148820"/>
                </a:lnTo>
                <a:close/>
                <a:moveTo>
                  <a:pt x="136034" y="58611"/>
                </a:moveTo>
                <a:lnTo>
                  <a:pt x="136807" y="60086"/>
                </a:lnTo>
                <a:lnTo>
                  <a:pt x="135648" y="59349"/>
                </a:lnTo>
                <a:close/>
                <a:moveTo>
                  <a:pt x="35213" y="458761"/>
                </a:moveTo>
                <a:lnTo>
                  <a:pt x="35839" y="459228"/>
                </a:lnTo>
                <a:lnTo>
                  <a:pt x="34900" y="458995"/>
                </a:lnTo>
                <a:close/>
                <a:moveTo>
                  <a:pt x="86530" y="366203"/>
                </a:moveTo>
                <a:lnTo>
                  <a:pt x="87047" y="367882"/>
                </a:lnTo>
                <a:lnTo>
                  <a:pt x="86271" y="367043"/>
                </a:lnTo>
                <a:close/>
                <a:moveTo>
                  <a:pt x="72570" y="73515"/>
                </a:moveTo>
                <a:lnTo>
                  <a:pt x="74770" y="74276"/>
                </a:lnTo>
                <a:lnTo>
                  <a:pt x="71470" y="73895"/>
                </a:lnTo>
                <a:close/>
                <a:moveTo>
                  <a:pt x="90176" y="435640"/>
                </a:moveTo>
                <a:lnTo>
                  <a:pt x="92037" y="436248"/>
                </a:lnTo>
                <a:lnTo>
                  <a:pt x="89246" y="435944"/>
                </a:lnTo>
                <a:close/>
                <a:moveTo>
                  <a:pt x="54000" y="328483"/>
                </a:moveTo>
                <a:lnTo>
                  <a:pt x="54507" y="329361"/>
                </a:lnTo>
                <a:lnTo>
                  <a:pt x="53747" y="328922"/>
                </a:lnTo>
                <a:close/>
                <a:moveTo>
                  <a:pt x="22895" y="371083"/>
                </a:moveTo>
                <a:lnTo>
                  <a:pt x="24313" y="372257"/>
                </a:lnTo>
                <a:lnTo>
                  <a:pt x="22185" y="371670"/>
                </a:lnTo>
                <a:close/>
                <a:moveTo>
                  <a:pt x="33770" y="28948"/>
                </a:moveTo>
                <a:lnTo>
                  <a:pt x="35094" y="30201"/>
                </a:lnTo>
                <a:lnTo>
                  <a:pt x="33108" y="29575"/>
                </a:lnTo>
                <a:close/>
                <a:moveTo>
                  <a:pt x="72403" y="51577"/>
                </a:moveTo>
                <a:lnTo>
                  <a:pt x="72824" y="52554"/>
                </a:lnTo>
                <a:lnTo>
                  <a:pt x="72192" y="52065"/>
                </a:lnTo>
                <a:close/>
                <a:moveTo>
                  <a:pt x="101988" y="128396"/>
                </a:moveTo>
                <a:lnTo>
                  <a:pt x="103514" y="129964"/>
                </a:lnTo>
                <a:lnTo>
                  <a:pt x="101225" y="129180"/>
                </a:lnTo>
                <a:close/>
                <a:moveTo>
                  <a:pt x="93246" y="283619"/>
                </a:moveTo>
                <a:lnTo>
                  <a:pt x="94402" y="284195"/>
                </a:lnTo>
                <a:lnTo>
                  <a:pt x="92668" y="283907"/>
                </a:lnTo>
                <a:close/>
                <a:moveTo>
                  <a:pt x="62490" y="333293"/>
                </a:moveTo>
                <a:lnTo>
                  <a:pt x="64680" y="335047"/>
                </a:lnTo>
                <a:lnTo>
                  <a:pt x="61395" y="334170"/>
                </a:lnTo>
                <a:close/>
                <a:moveTo>
                  <a:pt x="59980" y="125471"/>
                </a:moveTo>
                <a:lnTo>
                  <a:pt x="61413" y="127134"/>
                </a:lnTo>
                <a:lnTo>
                  <a:pt x="59263" y="126303"/>
                </a:lnTo>
                <a:close/>
                <a:moveTo>
                  <a:pt x="25152" y="232139"/>
                </a:moveTo>
                <a:lnTo>
                  <a:pt x="26614" y="233481"/>
                </a:lnTo>
                <a:lnTo>
                  <a:pt x="24420" y="232810"/>
                </a:lnTo>
                <a:close/>
                <a:moveTo>
                  <a:pt x="63202" y="270752"/>
                </a:moveTo>
                <a:lnTo>
                  <a:pt x="64825" y="271877"/>
                </a:lnTo>
                <a:lnTo>
                  <a:pt x="62390" y="271315"/>
                </a:lnTo>
                <a:close/>
                <a:moveTo>
                  <a:pt x="94893" y="348583"/>
                </a:moveTo>
                <a:lnTo>
                  <a:pt x="95632" y="350355"/>
                </a:lnTo>
                <a:lnTo>
                  <a:pt x="94523" y="349469"/>
                </a:lnTo>
                <a:close/>
                <a:moveTo>
                  <a:pt x="70281" y="278559"/>
                </a:moveTo>
                <a:lnTo>
                  <a:pt x="72112" y="280056"/>
                </a:lnTo>
                <a:lnTo>
                  <a:pt x="69366" y="279308"/>
                </a:lnTo>
                <a:close/>
                <a:moveTo>
                  <a:pt x="74202" y="438365"/>
                </a:moveTo>
                <a:lnTo>
                  <a:pt x="75051" y="440090"/>
                </a:lnTo>
                <a:lnTo>
                  <a:pt x="73778" y="439228"/>
                </a:lnTo>
                <a:close/>
                <a:moveTo>
                  <a:pt x="73775" y="128115"/>
                </a:moveTo>
                <a:lnTo>
                  <a:pt x="74454" y="129259"/>
                </a:lnTo>
                <a:lnTo>
                  <a:pt x="73435" y="128687"/>
                </a:lnTo>
                <a:close/>
                <a:moveTo>
                  <a:pt x="101759" y="245159"/>
                </a:moveTo>
                <a:lnTo>
                  <a:pt x="102414" y="245811"/>
                </a:lnTo>
                <a:lnTo>
                  <a:pt x="101432" y="245485"/>
                </a:lnTo>
                <a:close/>
                <a:moveTo>
                  <a:pt x="73550" y="350158"/>
                </a:moveTo>
                <a:lnTo>
                  <a:pt x="74744" y="351639"/>
                </a:lnTo>
                <a:lnTo>
                  <a:pt x="72952" y="350898"/>
                </a:lnTo>
                <a:close/>
                <a:moveTo>
                  <a:pt x="55450" y="230589"/>
                </a:moveTo>
                <a:lnTo>
                  <a:pt x="56589" y="231735"/>
                </a:lnTo>
                <a:lnTo>
                  <a:pt x="54881" y="231162"/>
                </a:lnTo>
                <a:close/>
                <a:moveTo>
                  <a:pt x="140545" y="135429"/>
                </a:moveTo>
                <a:lnTo>
                  <a:pt x="142219" y="135954"/>
                </a:lnTo>
                <a:lnTo>
                  <a:pt x="139709" y="135692"/>
                </a:lnTo>
                <a:close/>
                <a:moveTo>
                  <a:pt x="89737" y="37163"/>
                </a:moveTo>
                <a:lnTo>
                  <a:pt x="91640" y="37497"/>
                </a:lnTo>
                <a:lnTo>
                  <a:pt x="88785" y="37330"/>
                </a:lnTo>
                <a:close/>
                <a:moveTo>
                  <a:pt x="119891" y="59774"/>
                </a:moveTo>
                <a:lnTo>
                  <a:pt x="120933" y="60182"/>
                </a:lnTo>
                <a:lnTo>
                  <a:pt x="119370" y="59978"/>
                </a:lnTo>
                <a:close/>
                <a:moveTo>
                  <a:pt x="129729" y="341138"/>
                </a:moveTo>
                <a:lnTo>
                  <a:pt x="130750" y="341976"/>
                </a:lnTo>
                <a:lnTo>
                  <a:pt x="129219" y="341557"/>
                </a:lnTo>
                <a:close/>
                <a:moveTo>
                  <a:pt x="45907" y="195413"/>
                </a:moveTo>
                <a:lnTo>
                  <a:pt x="46395" y="197123"/>
                </a:lnTo>
                <a:lnTo>
                  <a:pt x="45664" y="196268"/>
                </a:lnTo>
                <a:close/>
                <a:moveTo>
                  <a:pt x="119621" y="250453"/>
                </a:moveTo>
                <a:lnTo>
                  <a:pt x="121374" y="252237"/>
                </a:lnTo>
                <a:lnTo>
                  <a:pt x="118745" y="251345"/>
                </a:lnTo>
                <a:close/>
                <a:moveTo>
                  <a:pt x="43667" y="456944"/>
                </a:moveTo>
                <a:lnTo>
                  <a:pt x="45374" y="458452"/>
                </a:lnTo>
                <a:lnTo>
                  <a:pt x="42814" y="457698"/>
                </a:lnTo>
                <a:close/>
                <a:moveTo>
                  <a:pt x="74311" y="23296"/>
                </a:moveTo>
                <a:lnTo>
                  <a:pt x="75026" y="24472"/>
                </a:lnTo>
                <a:lnTo>
                  <a:pt x="73953" y="23884"/>
                </a:lnTo>
                <a:close/>
                <a:moveTo>
                  <a:pt x="4658" y="46756"/>
                </a:moveTo>
                <a:lnTo>
                  <a:pt x="5769" y="48330"/>
                </a:lnTo>
                <a:lnTo>
                  <a:pt x="4103" y="47543"/>
                </a:lnTo>
                <a:close/>
                <a:moveTo>
                  <a:pt x="133242" y="318772"/>
                </a:moveTo>
                <a:lnTo>
                  <a:pt x="134205" y="319939"/>
                </a:lnTo>
                <a:lnTo>
                  <a:pt x="132761" y="319355"/>
                </a:lnTo>
                <a:close/>
                <a:moveTo>
                  <a:pt x="86163" y="158859"/>
                </a:moveTo>
                <a:lnTo>
                  <a:pt x="86973" y="160107"/>
                </a:lnTo>
                <a:lnTo>
                  <a:pt x="85758" y="159483"/>
                </a:lnTo>
                <a:close/>
                <a:moveTo>
                  <a:pt x="29887" y="47710"/>
                </a:moveTo>
                <a:lnTo>
                  <a:pt x="31490" y="48518"/>
                </a:lnTo>
                <a:lnTo>
                  <a:pt x="29085" y="48114"/>
                </a:lnTo>
                <a:close/>
                <a:moveTo>
                  <a:pt x="4861" y="20154"/>
                </a:moveTo>
                <a:lnTo>
                  <a:pt x="6738" y="21137"/>
                </a:lnTo>
                <a:lnTo>
                  <a:pt x="3922" y="20646"/>
                </a:lnTo>
                <a:close/>
                <a:moveTo>
                  <a:pt x="9452" y="22939"/>
                </a:moveTo>
                <a:lnTo>
                  <a:pt x="11408" y="24568"/>
                </a:lnTo>
                <a:lnTo>
                  <a:pt x="8475" y="23753"/>
                </a:lnTo>
                <a:close/>
                <a:moveTo>
                  <a:pt x="23071" y="210231"/>
                </a:moveTo>
                <a:lnTo>
                  <a:pt x="25046" y="211789"/>
                </a:lnTo>
                <a:lnTo>
                  <a:pt x="22084" y="211010"/>
                </a:lnTo>
                <a:close/>
                <a:moveTo>
                  <a:pt x="104147" y="411045"/>
                </a:moveTo>
                <a:lnTo>
                  <a:pt x="105568" y="412628"/>
                </a:lnTo>
                <a:lnTo>
                  <a:pt x="103436" y="411837"/>
                </a:lnTo>
                <a:close/>
                <a:moveTo>
                  <a:pt x="121720" y="22965"/>
                </a:moveTo>
                <a:lnTo>
                  <a:pt x="122627" y="24408"/>
                </a:lnTo>
                <a:lnTo>
                  <a:pt x="121266" y="23687"/>
                </a:lnTo>
                <a:close/>
                <a:moveTo>
                  <a:pt x="37854" y="157613"/>
                </a:moveTo>
                <a:lnTo>
                  <a:pt x="39511" y="159095"/>
                </a:lnTo>
                <a:lnTo>
                  <a:pt x="37025" y="158354"/>
                </a:lnTo>
                <a:close/>
                <a:moveTo>
                  <a:pt x="27149" y="298270"/>
                </a:moveTo>
                <a:lnTo>
                  <a:pt x="29045" y="298954"/>
                </a:lnTo>
                <a:lnTo>
                  <a:pt x="26201" y="298612"/>
                </a:lnTo>
                <a:close/>
                <a:moveTo>
                  <a:pt x="79596" y="66344"/>
                </a:moveTo>
                <a:lnTo>
                  <a:pt x="81644" y="67190"/>
                </a:lnTo>
                <a:lnTo>
                  <a:pt x="78572" y="66767"/>
                </a:lnTo>
                <a:close/>
                <a:moveTo>
                  <a:pt x="109878" y="301773"/>
                </a:moveTo>
                <a:lnTo>
                  <a:pt x="111889" y="303312"/>
                </a:lnTo>
                <a:lnTo>
                  <a:pt x="108872" y="302542"/>
                </a:lnTo>
                <a:close/>
                <a:moveTo>
                  <a:pt x="108854" y="441386"/>
                </a:moveTo>
                <a:lnTo>
                  <a:pt x="110585" y="441692"/>
                </a:lnTo>
                <a:lnTo>
                  <a:pt x="107988" y="441539"/>
                </a:lnTo>
                <a:close/>
                <a:moveTo>
                  <a:pt x="21961" y="232344"/>
                </a:moveTo>
                <a:lnTo>
                  <a:pt x="23727" y="232889"/>
                </a:lnTo>
                <a:lnTo>
                  <a:pt x="21077" y="232617"/>
                </a:lnTo>
                <a:close/>
                <a:moveTo>
                  <a:pt x="35069" y="344914"/>
                </a:moveTo>
                <a:lnTo>
                  <a:pt x="35645" y="345687"/>
                </a:lnTo>
                <a:lnTo>
                  <a:pt x="34780" y="345300"/>
                </a:lnTo>
                <a:close/>
                <a:moveTo>
                  <a:pt x="31670" y="454905"/>
                </a:moveTo>
                <a:lnTo>
                  <a:pt x="32542" y="456353"/>
                </a:lnTo>
                <a:lnTo>
                  <a:pt x="31234" y="455629"/>
                </a:lnTo>
                <a:close/>
                <a:moveTo>
                  <a:pt x="56130" y="398383"/>
                </a:moveTo>
                <a:lnTo>
                  <a:pt x="56535" y="399628"/>
                </a:lnTo>
                <a:lnTo>
                  <a:pt x="55928" y="399005"/>
                </a:lnTo>
                <a:close/>
                <a:moveTo>
                  <a:pt x="26257" y="466314"/>
                </a:moveTo>
                <a:lnTo>
                  <a:pt x="27518" y="466660"/>
                </a:lnTo>
                <a:lnTo>
                  <a:pt x="25626" y="466487"/>
                </a:lnTo>
                <a:close/>
                <a:moveTo>
                  <a:pt x="125183" y="59809"/>
                </a:moveTo>
                <a:lnTo>
                  <a:pt x="125604" y="60322"/>
                </a:lnTo>
                <a:lnTo>
                  <a:pt x="124973" y="60065"/>
                </a:lnTo>
                <a:close/>
                <a:moveTo>
                  <a:pt x="136881" y="98582"/>
                </a:moveTo>
                <a:lnTo>
                  <a:pt x="137684" y="100162"/>
                </a:lnTo>
                <a:lnTo>
                  <a:pt x="136479" y="99372"/>
                </a:lnTo>
                <a:close/>
                <a:moveTo>
                  <a:pt x="42217" y="431064"/>
                </a:moveTo>
                <a:lnTo>
                  <a:pt x="44229" y="432120"/>
                </a:lnTo>
                <a:lnTo>
                  <a:pt x="41212" y="431592"/>
                </a:lnTo>
                <a:close/>
                <a:moveTo>
                  <a:pt x="129082" y="373363"/>
                </a:moveTo>
                <a:lnTo>
                  <a:pt x="130186" y="374844"/>
                </a:lnTo>
                <a:lnTo>
                  <a:pt x="128531" y="374103"/>
                </a:lnTo>
                <a:close/>
                <a:moveTo>
                  <a:pt x="23020" y="60794"/>
                </a:moveTo>
                <a:lnTo>
                  <a:pt x="24174" y="62094"/>
                </a:lnTo>
                <a:lnTo>
                  <a:pt x="22442" y="61444"/>
                </a:lnTo>
                <a:close/>
                <a:moveTo>
                  <a:pt x="74503" y="444752"/>
                </a:moveTo>
                <a:lnTo>
                  <a:pt x="76074" y="445900"/>
                </a:lnTo>
                <a:lnTo>
                  <a:pt x="73717" y="445326"/>
                </a:lnTo>
                <a:close/>
                <a:moveTo>
                  <a:pt x="10231" y="272400"/>
                </a:moveTo>
                <a:lnTo>
                  <a:pt x="10743" y="274132"/>
                </a:lnTo>
                <a:lnTo>
                  <a:pt x="9975" y="273266"/>
                </a:lnTo>
                <a:close/>
                <a:moveTo>
                  <a:pt x="143009" y="167458"/>
                </a:moveTo>
                <a:lnTo>
                  <a:pt x="144235" y="168203"/>
                </a:lnTo>
                <a:lnTo>
                  <a:pt x="142396" y="167830"/>
                </a:lnTo>
                <a:close/>
                <a:moveTo>
                  <a:pt x="68220" y="184821"/>
                </a:moveTo>
                <a:lnTo>
                  <a:pt x="69937" y="185790"/>
                </a:lnTo>
                <a:lnTo>
                  <a:pt x="67361" y="185305"/>
                </a:lnTo>
                <a:close/>
                <a:moveTo>
                  <a:pt x="33109" y="239969"/>
                </a:moveTo>
                <a:lnTo>
                  <a:pt x="35076" y="240650"/>
                </a:lnTo>
                <a:lnTo>
                  <a:pt x="32125" y="240309"/>
                </a:lnTo>
                <a:close/>
                <a:moveTo>
                  <a:pt x="140604" y="249177"/>
                </a:moveTo>
                <a:lnTo>
                  <a:pt x="142577" y="250297"/>
                </a:lnTo>
                <a:lnTo>
                  <a:pt x="139618" y="249737"/>
                </a:lnTo>
                <a:close/>
                <a:moveTo>
                  <a:pt x="1680" y="132532"/>
                </a:moveTo>
                <a:lnTo>
                  <a:pt x="3134" y="133593"/>
                </a:lnTo>
                <a:lnTo>
                  <a:pt x="953" y="133062"/>
                </a:lnTo>
                <a:close/>
                <a:moveTo>
                  <a:pt x="4205" y="292713"/>
                </a:moveTo>
                <a:lnTo>
                  <a:pt x="5518" y="294015"/>
                </a:lnTo>
                <a:lnTo>
                  <a:pt x="3549" y="293364"/>
                </a:lnTo>
                <a:close/>
                <a:moveTo>
                  <a:pt x="10063" y="188369"/>
                </a:moveTo>
                <a:lnTo>
                  <a:pt x="12011" y="189945"/>
                </a:lnTo>
                <a:lnTo>
                  <a:pt x="9089" y="189157"/>
                </a:lnTo>
                <a:close/>
                <a:moveTo>
                  <a:pt x="83243" y="242793"/>
                </a:moveTo>
                <a:lnTo>
                  <a:pt x="85276" y="243993"/>
                </a:lnTo>
                <a:lnTo>
                  <a:pt x="82226" y="243393"/>
                </a:lnTo>
                <a:close/>
                <a:moveTo>
                  <a:pt x="29313" y="451494"/>
                </a:moveTo>
                <a:lnTo>
                  <a:pt x="30707" y="453109"/>
                </a:lnTo>
                <a:lnTo>
                  <a:pt x="28615" y="452301"/>
                </a:lnTo>
                <a:close/>
                <a:moveTo>
                  <a:pt x="77436" y="30783"/>
                </a:moveTo>
                <a:lnTo>
                  <a:pt x="79118" y="31727"/>
                </a:lnTo>
                <a:lnTo>
                  <a:pt x="76595" y="31255"/>
                </a:lnTo>
                <a:close/>
                <a:moveTo>
                  <a:pt x="32665" y="108901"/>
                </a:moveTo>
                <a:lnTo>
                  <a:pt x="33670" y="109955"/>
                </a:lnTo>
                <a:lnTo>
                  <a:pt x="32162" y="109428"/>
                </a:lnTo>
                <a:close/>
                <a:moveTo>
                  <a:pt x="138676" y="231012"/>
                </a:moveTo>
                <a:lnTo>
                  <a:pt x="139839" y="231755"/>
                </a:lnTo>
                <a:lnTo>
                  <a:pt x="138094" y="231383"/>
                </a:lnTo>
                <a:close/>
                <a:moveTo>
                  <a:pt x="3356" y="167562"/>
                </a:moveTo>
                <a:lnTo>
                  <a:pt x="5072" y="168918"/>
                </a:lnTo>
                <a:lnTo>
                  <a:pt x="2498" y="168240"/>
                </a:lnTo>
                <a:close/>
                <a:moveTo>
                  <a:pt x="47773" y="403166"/>
                </a:moveTo>
                <a:lnTo>
                  <a:pt x="48443" y="404948"/>
                </a:lnTo>
                <a:lnTo>
                  <a:pt x="47438" y="404057"/>
                </a:lnTo>
                <a:close/>
                <a:moveTo>
                  <a:pt x="97698" y="124111"/>
                </a:moveTo>
                <a:lnTo>
                  <a:pt x="98065" y="124865"/>
                </a:lnTo>
                <a:lnTo>
                  <a:pt x="97515" y="124488"/>
                </a:lnTo>
                <a:close/>
                <a:moveTo>
                  <a:pt x="52404" y="395944"/>
                </a:moveTo>
                <a:lnTo>
                  <a:pt x="52907" y="396743"/>
                </a:lnTo>
                <a:lnTo>
                  <a:pt x="52152" y="396343"/>
                </a:lnTo>
                <a:close/>
                <a:moveTo>
                  <a:pt x="99429" y="165305"/>
                </a:moveTo>
                <a:lnTo>
                  <a:pt x="100640" y="165909"/>
                </a:lnTo>
                <a:lnTo>
                  <a:pt x="98823" y="165607"/>
                </a:lnTo>
                <a:close/>
                <a:moveTo>
                  <a:pt x="21099" y="181391"/>
                </a:moveTo>
                <a:lnTo>
                  <a:pt x="22353" y="183161"/>
                </a:lnTo>
                <a:lnTo>
                  <a:pt x="20473" y="182276"/>
                </a:lnTo>
                <a:close/>
                <a:moveTo>
                  <a:pt x="63725" y="293388"/>
                </a:moveTo>
                <a:lnTo>
                  <a:pt x="65087" y="293929"/>
                </a:lnTo>
                <a:lnTo>
                  <a:pt x="63044" y="293658"/>
                </a:lnTo>
                <a:close/>
                <a:moveTo>
                  <a:pt x="70533" y="299342"/>
                </a:moveTo>
                <a:lnTo>
                  <a:pt x="70902" y="300355"/>
                </a:lnTo>
                <a:lnTo>
                  <a:pt x="70348" y="299849"/>
                </a:lnTo>
                <a:close/>
                <a:moveTo>
                  <a:pt x="121596" y="146100"/>
                </a:moveTo>
                <a:lnTo>
                  <a:pt x="122148" y="147535"/>
                </a:lnTo>
                <a:lnTo>
                  <a:pt x="121321" y="146818"/>
                </a:lnTo>
                <a:close/>
                <a:moveTo>
                  <a:pt x="138156" y="326733"/>
                </a:moveTo>
                <a:lnTo>
                  <a:pt x="139243" y="327434"/>
                </a:lnTo>
                <a:lnTo>
                  <a:pt x="137613" y="327084"/>
                </a:lnTo>
                <a:close/>
                <a:moveTo>
                  <a:pt x="46971" y="299719"/>
                </a:moveTo>
                <a:lnTo>
                  <a:pt x="48805" y="301162"/>
                </a:lnTo>
                <a:lnTo>
                  <a:pt x="46054" y="300441"/>
                </a:lnTo>
                <a:close/>
                <a:moveTo>
                  <a:pt x="130647" y="135251"/>
                </a:moveTo>
                <a:lnTo>
                  <a:pt x="132720" y="137020"/>
                </a:lnTo>
                <a:lnTo>
                  <a:pt x="129611" y="136135"/>
                </a:lnTo>
                <a:close/>
                <a:moveTo>
                  <a:pt x="134082" y="341218"/>
                </a:moveTo>
                <a:lnTo>
                  <a:pt x="134687" y="342028"/>
                </a:lnTo>
                <a:lnTo>
                  <a:pt x="133779" y="341623"/>
                </a:lnTo>
                <a:close/>
                <a:moveTo>
                  <a:pt x="106331" y="29102"/>
                </a:moveTo>
                <a:lnTo>
                  <a:pt x="107927" y="30772"/>
                </a:lnTo>
                <a:lnTo>
                  <a:pt x="105533" y="29937"/>
                </a:lnTo>
                <a:close/>
                <a:moveTo>
                  <a:pt x="49221" y="313622"/>
                </a:moveTo>
                <a:lnTo>
                  <a:pt x="50513" y="314681"/>
                </a:lnTo>
                <a:lnTo>
                  <a:pt x="48575" y="314151"/>
                </a:lnTo>
                <a:close/>
                <a:moveTo>
                  <a:pt x="69396" y="219323"/>
                </a:moveTo>
                <a:lnTo>
                  <a:pt x="70284" y="219960"/>
                </a:lnTo>
                <a:lnTo>
                  <a:pt x="68952" y="219642"/>
                </a:lnTo>
                <a:close/>
                <a:moveTo>
                  <a:pt x="46193" y="117738"/>
                </a:moveTo>
                <a:lnTo>
                  <a:pt x="47964" y="118604"/>
                </a:lnTo>
                <a:lnTo>
                  <a:pt x="45307" y="118171"/>
                </a:lnTo>
                <a:close/>
                <a:moveTo>
                  <a:pt x="137086" y="450448"/>
                </a:moveTo>
                <a:lnTo>
                  <a:pt x="137666" y="451649"/>
                </a:lnTo>
                <a:lnTo>
                  <a:pt x="136795" y="451048"/>
                </a:lnTo>
                <a:close/>
                <a:moveTo>
                  <a:pt x="141204" y="272922"/>
                </a:moveTo>
                <a:lnTo>
                  <a:pt x="141940" y="274352"/>
                </a:lnTo>
                <a:lnTo>
                  <a:pt x="140836" y="273637"/>
                </a:lnTo>
                <a:close/>
                <a:moveTo>
                  <a:pt x="90477" y="118161"/>
                </a:moveTo>
                <a:lnTo>
                  <a:pt x="92264" y="118828"/>
                </a:lnTo>
                <a:lnTo>
                  <a:pt x="89583" y="118495"/>
                </a:lnTo>
                <a:close/>
                <a:moveTo>
                  <a:pt x="24095" y="178758"/>
                </a:moveTo>
                <a:lnTo>
                  <a:pt x="25011" y="179779"/>
                </a:lnTo>
                <a:lnTo>
                  <a:pt x="23637" y="179269"/>
                </a:lnTo>
                <a:close/>
                <a:moveTo>
                  <a:pt x="81612" y="65218"/>
                </a:moveTo>
                <a:lnTo>
                  <a:pt x="82807" y="65638"/>
                </a:lnTo>
                <a:lnTo>
                  <a:pt x="81015" y="65428"/>
                </a:lnTo>
                <a:close/>
                <a:moveTo>
                  <a:pt x="123115" y="279358"/>
                </a:moveTo>
                <a:lnTo>
                  <a:pt x="124093" y="279762"/>
                </a:lnTo>
                <a:lnTo>
                  <a:pt x="122626" y="279560"/>
                </a:lnTo>
                <a:close/>
                <a:moveTo>
                  <a:pt x="104206" y="296574"/>
                </a:moveTo>
                <a:lnTo>
                  <a:pt x="105203" y="297372"/>
                </a:lnTo>
                <a:lnTo>
                  <a:pt x="103707" y="296973"/>
                </a:lnTo>
                <a:close/>
                <a:moveTo>
                  <a:pt x="11802" y="279882"/>
                </a:moveTo>
                <a:lnTo>
                  <a:pt x="13445" y="280323"/>
                </a:lnTo>
                <a:lnTo>
                  <a:pt x="10980" y="280102"/>
                </a:lnTo>
                <a:close/>
                <a:moveTo>
                  <a:pt x="96099" y="26492"/>
                </a:moveTo>
                <a:lnTo>
                  <a:pt x="97462" y="27400"/>
                </a:lnTo>
                <a:lnTo>
                  <a:pt x="95417" y="26946"/>
                </a:lnTo>
                <a:close/>
                <a:moveTo>
                  <a:pt x="120788" y="290362"/>
                </a:moveTo>
                <a:lnTo>
                  <a:pt x="122433" y="290769"/>
                </a:lnTo>
                <a:lnTo>
                  <a:pt x="119966" y="290566"/>
                </a:lnTo>
                <a:close/>
                <a:moveTo>
                  <a:pt x="89184" y="389450"/>
                </a:moveTo>
                <a:lnTo>
                  <a:pt x="89909" y="390375"/>
                </a:lnTo>
                <a:lnTo>
                  <a:pt x="88821" y="389912"/>
                </a:lnTo>
                <a:close/>
                <a:moveTo>
                  <a:pt x="27128" y="230375"/>
                </a:moveTo>
                <a:lnTo>
                  <a:pt x="28292" y="231345"/>
                </a:lnTo>
                <a:lnTo>
                  <a:pt x="26547" y="230860"/>
                </a:lnTo>
                <a:close/>
                <a:moveTo>
                  <a:pt x="50554" y="233960"/>
                </a:moveTo>
                <a:lnTo>
                  <a:pt x="51800" y="234515"/>
                </a:lnTo>
                <a:lnTo>
                  <a:pt x="49931" y="234238"/>
                </a:lnTo>
                <a:close/>
                <a:moveTo>
                  <a:pt x="58580" y="412250"/>
                </a:moveTo>
                <a:lnTo>
                  <a:pt x="60228" y="413023"/>
                </a:lnTo>
                <a:lnTo>
                  <a:pt x="57755" y="412637"/>
                </a:lnTo>
                <a:close/>
                <a:moveTo>
                  <a:pt x="57471" y="190198"/>
                </a:moveTo>
                <a:lnTo>
                  <a:pt x="58790" y="190714"/>
                </a:lnTo>
                <a:lnTo>
                  <a:pt x="56811" y="190456"/>
                </a:lnTo>
                <a:close/>
                <a:moveTo>
                  <a:pt x="108296" y="405701"/>
                </a:moveTo>
                <a:lnTo>
                  <a:pt x="110302" y="406402"/>
                </a:lnTo>
                <a:lnTo>
                  <a:pt x="107292" y="406052"/>
                </a:lnTo>
                <a:close/>
                <a:moveTo>
                  <a:pt x="85626" y="221694"/>
                </a:moveTo>
                <a:lnTo>
                  <a:pt x="87077" y="222643"/>
                </a:lnTo>
                <a:lnTo>
                  <a:pt x="84901" y="222168"/>
                </a:lnTo>
                <a:close/>
                <a:moveTo>
                  <a:pt x="68137" y="372009"/>
                </a:moveTo>
                <a:lnTo>
                  <a:pt x="68638" y="373602"/>
                </a:lnTo>
                <a:lnTo>
                  <a:pt x="67887" y="372805"/>
                </a:lnTo>
                <a:close/>
                <a:moveTo>
                  <a:pt x="126065" y="446088"/>
                </a:moveTo>
                <a:lnTo>
                  <a:pt x="127871" y="446845"/>
                </a:lnTo>
                <a:lnTo>
                  <a:pt x="125163" y="446466"/>
                </a:lnTo>
                <a:close/>
                <a:moveTo>
                  <a:pt x="48604" y="14994"/>
                </a:moveTo>
                <a:lnTo>
                  <a:pt x="49513" y="16715"/>
                </a:lnTo>
                <a:lnTo>
                  <a:pt x="48150" y="15854"/>
                </a:lnTo>
                <a:close/>
                <a:moveTo>
                  <a:pt x="81705" y="24044"/>
                </a:moveTo>
                <a:lnTo>
                  <a:pt x="83818" y="25016"/>
                </a:lnTo>
                <a:lnTo>
                  <a:pt x="80648" y="24530"/>
                </a:lnTo>
                <a:close/>
                <a:moveTo>
                  <a:pt x="97342" y="309431"/>
                </a:moveTo>
                <a:lnTo>
                  <a:pt x="99043" y="309907"/>
                </a:lnTo>
                <a:lnTo>
                  <a:pt x="96491" y="309669"/>
                </a:lnTo>
                <a:close/>
                <a:moveTo>
                  <a:pt x="66748" y="372787"/>
                </a:moveTo>
                <a:lnTo>
                  <a:pt x="68591" y="373514"/>
                </a:lnTo>
                <a:lnTo>
                  <a:pt x="65826" y="373151"/>
                </a:lnTo>
                <a:close/>
                <a:moveTo>
                  <a:pt x="74751" y="152620"/>
                </a:moveTo>
                <a:lnTo>
                  <a:pt x="75420" y="153023"/>
                </a:lnTo>
                <a:lnTo>
                  <a:pt x="74417" y="152821"/>
                </a:lnTo>
                <a:close/>
                <a:moveTo>
                  <a:pt x="121957" y="186866"/>
                </a:moveTo>
                <a:lnTo>
                  <a:pt x="124070" y="187758"/>
                </a:lnTo>
                <a:lnTo>
                  <a:pt x="120900" y="187312"/>
                </a:lnTo>
                <a:close/>
                <a:moveTo>
                  <a:pt x="67822" y="101107"/>
                </a:moveTo>
                <a:lnTo>
                  <a:pt x="68788" y="102589"/>
                </a:lnTo>
                <a:lnTo>
                  <a:pt x="67339" y="101848"/>
                </a:lnTo>
                <a:close/>
                <a:moveTo>
                  <a:pt x="82151" y="335766"/>
                </a:moveTo>
                <a:lnTo>
                  <a:pt x="83415" y="336746"/>
                </a:lnTo>
                <a:lnTo>
                  <a:pt x="81519" y="336256"/>
                </a:lnTo>
                <a:close/>
                <a:moveTo>
                  <a:pt x="138754" y="29169"/>
                </a:moveTo>
                <a:lnTo>
                  <a:pt x="139997" y="30829"/>
                </a:lnTo>
                <a:lnTo>
                  <a:pt x="138133" y="29999"/>
                </a:lnTo>
                <a:close/>
                <a:moveTo>
                  <a:pt x="111967" y="357910"/>
                </a:moveTo>
                <a:lnTo>
                  <a:pt x="112883" y="358717"/>
                </a:lnTo>
                <a:lnTo>
                  <a:pt x="111509" y="358314"/>
                </a:lnTo>
                <a:close/>
                <a:moveTo>
                  <a:pt x="117941" y="123230"/>
                </a:moveTo>
                <a:lnTo>
                  <a:pt x="120108" y="124155"/>
                </a:lnTo>
                <a:lnTo>
                  <a:pt x="116857" y="123693"/>
                </a:lnTo>
                <a:close/>
                <a:moveTo>
                  <a:pt x="132545" y="224805"/>
                </a:moveTo>
                <a:lnTo>
                  <a:pt x="134440" y="225213"/>
                </a:lnTo>
                <a:lnTo>
                  <a:pt x="131598" y="225009"/>
                </a:lnTo>
                <a:close/>
                <a:moveTo>
                  <a:pt x="27330" y="378571"/>
                </a:moveTo>
                <a:lnTo>
                  <a:pt x="27716" y="378924"/>
                </a:lnTo>
                <a:lnTo>
                  <a:pt x="27136" y="378748"/>
                </a:lnTo>
                <a:close/>
                <a:moveTo>
                  <a:pt x="7200" y="97908"/>
                </a:moveTo>
                <a:lnTo>
                  <a:pt x="9351" y="98372"/>
                </a:lnTo>
                <a:lnTo>
                  <a:pt x="6125" y="98140"/>
                </a:lnTo>
                <a:close/>
                <a:moveTo>
                  <a:pt x="89502" y="387759"/>
                </a:moveTo>
                <a:lnTo>
                  <a:pt x="91489" y="389397"/>
                </a:lnTo>
                <a:lnTo>
                  <a:pt x="88508" y="388578"/>
                </a:lnTo>
                <a:close/>
                <a:moveTo>
                  <a:pt x="65973" y="284315"/>
                </a:moveTo>
                <a:lnTo>
                  <a:pt x="67028" y="285726"/>
                </a:lnTo>
                <a:lnTo>
                  <a:pt x="65446" y="285020"/>
                </a:lnTo>
                <a:close/>
                <a:moveTo>
                  <a:pt x="50589" y="102931"/>
                </a:moveTo>
                <a:lnTo>
                  <a:pt x="51546" y="103701"/>
                </a:lnTo>
                <a:lnTo>
                  <a:pt x="50111" y="103316"/>
                </a:lnTo>
                <a:close/>
                <a:moveTo>
                  <a:pt x="51097" y="300250"/>
                </a:moveTo>
                <a:lnTo>
                  <a:pt x="52488" y="301559"/>
                </a:lnTo>
                <a:lnTo>
                  <a:pt x="50402" y="300904"/>
                </a:lnTo>
                <a:close/>
                <a:moveTo>
                  <a:pt x="16318" y="17080"/>
                </a:moveTo>
                <a:lnTo>
                  <a:pt x="16839" y="18194"/>
                </a:lnTo>
                <a:lnTo>
                  <a:pt x="16058" y="17637"/>
                </a:lnTo>
                <a:close/>
                <a:moveTo>
                  <a:pt x="97981" y="78637"/>
                </a:moveTo>
                <a:lnTo>
                  <a:pt x="99492" y="79449"/>
                </a:lnTo>
                <a:lnTo>
                  <a:pt x="97225" y="79043"/>
                </a:lnTo>
                <a:close/>
                <a:moveTo>
                  <a:pt x="6256" y="454993"/>
                </a:moveTo>
                <a:lnTo>
                  <a:pt x="7796" y="456474"/>
                </a:lnTo>
                <a:lnTo>
                  <a:pt x="5486" y="455733"/>
                </a:lnTo>
                <a:close/>
                <a:moveTo>
                  <a:pt x="82251" y="31299"/>
                </a:moveTo>
                <a:lnTo>
                  <a:pt x="83362" y="32640"/>
                </a:lnTo>
                <a:lnTo>
                  <a:pt x="81695" y="31969"/>
                </a:lnTo>
                <a:close/>
                <a:moveTo>
                  <a:pt x="138577" y="442365"/>
                </a:moveTo>
                <a:lnTo>
                  <a:pt x="138971" y="442725"/>
                </a:lnTo>
                <a:lnTo>
                  <a:pt x="138380" y="442545"/>
                </a:lnTo>
                <a:close/>
                <a:moveTo>
                  <a:pt x="12518" y="295906"/>
                </a:moveTo>
                <a:lnTo>
                  <a:pt x="12907" y="297553"/>
                </a:lnTo>
                <a:lnTo>
                  <a:pt x="12323" y="296730"/>
                </a:lnTo>
                <a:close/>
                <a:moveTo>
                  <a:pt x="22724" y="399448"/>
                </a:moveTo>
                <a:lnTo>
                  <a:pt x="23889" y="399800"/>
                </a:lnTo>
                <a:lnTo>
                  <a:pt x="22142" y="399624"/>
                </a:lnTo>
                <a:close/>
                <a:moveTo>
                  <a:pt x="109550" y="265040"/>
                </a:moveTo>
                <a:lnTo>
                  <a:pt x="110830" y="266489"/>
                </a:lnTo>
                <a:lnTo>
                  <a:pt x="108910" y="265765"/>
                </a:lnTo>
                <a:close/>
                <a:moveTo>
                  <a:pt x="68120" y="137992"/>
                </a:moveTo>
                <a:lnTo>
                  <a:pt x="68993" y="139617"/>
                </a:lnTo>
                <a:lnTo>
                  <a:pt x="67684" y="138805"/>
                </a:lnTo>
                <a:close/>
                <a:moveTo>
                  <a:pt x="110729" y="361046"/>
                </a:moveTo>
                <a:lnTo>
                  <a:pt x="111362" y="361981"/>
                </a:lnTo>
                <a:lnTo>
                  <a:pt x="110413" y="361513"/>
                </a:lnTo>
                <a:close/>
                <a:moveTo>
                  <a:pt x="72333" y="305709"/>
                </a:moveTo>
                <a:lnTo>
                  <a:pt x="73417" y="307342"/>
                </a:lnTo>
                <a:lnTo>
                  <a:pt x="71792" y="306525"/>
                </a:lnTo>
                <a:close/>
                <a:moveTo>
                  <a:pt x="63908" y="21678"/>
                </a:moveTo>
                <a:lnTo>
                  <a:pt x="65578" y="22416"/>
                </a:lnTo>
                <a:lnTo>
                  <a:pt x="63073" y="22047"/>
                </a:lnTo>
                <a:close/>
                <a:moveTo>
                  <a:pt x="51000" y="394170"/>
                </a:moveTo>
                <a:lnTo>
                  <a:pt x="52994" y="395051"/>
                </a:lnTo>
                <a:lnTo>
                  <a:pt x="50002" y="394611"/>
                </a:lnTo>
                <a:close/>
                <a:moveTo>
                  <a:pt x="107246" y="283344"/>
                </a:moveTo>
                <a:lnTo>
                  <a:pt x="109177" y="285106"/>
                </a:lnTo>
                <a:lnTo>
                  <a:pt x="106280" y="284225"/>
                </a:lnTo>
                <a:close/>
                <a:moveTo>
                  <a:pt x="132709" y="456579"/>
                </a:moveTo>
                <a:lnTo>
                  <a:pt x="134123" y="457647"/>
                </a:lnTo>
                <a:lnTo>
                  <a:pt x="132001" y="457113"/>
                </a:lnTo>
                <a:close/>
                <a:moveTo>
                  <a:pt x="76603" y="75839"/>
                </a:moveTo>
                <a:lnTo>
                  <a:pt x="78480" y="76965"/>
                </a:lnTo>
                <a:lnTo>
                  <a:pt x="75664" y="76402"/>
                </a:lnTo>
                <a:close/>
                <a:moveTo>
                  <a:pt x="103851" y="47943"/>
                </a:moveTo>
                <a:lnTo>
                  <a:pt x="104360" y="48373"/>
                </a:lnTo>
                <a:lnTo>
                  <a:pt x="103596" y="48158"/>
                </a:lnTo>
                <a:close/>
                <a:moveTo>
                  <a:pt x="15071" y="242123"/>
                </a:moveTo>
                <a:lnTo>
                  <a:pt x="16895" y="243432"/>
                </a:lnTo>
                <a:lnTo>
                  <a:pt x="14159" y="242778"/>
                </a:lnTo>
                <a:close/>
                <a:moveTo>
                  <a:pt x="9832" y="141912"/>
                </a:moveTo>
                <a:lnTo>
                  <a:pt x="11869" y="143602"/>
                </a:lnTo>
                <a:lnTo>
                  <a:pt x="8814" y="142757"/>
                </a:lnTo>
                <a:close/>
                <a:moveTo>
                  <a:pt x="84212" y="253536"/>
                </a:moveTo>
                <a:lnTo>
                  <a:pt x="86355" y="254128"/>
                </a:lnTo>
                <a:lnTo>
                  <a:pt x="83140" y="253832"/>
                </a:lnTo>
                <a:close/>
                <a:moveTo>
                  <a:pt x="52409" y="156498"/>
                </a:moveTo>
                <a:lnTo>
                  <a:pt x="53549" y="158257"/>
                </a:lnTo>
                <a:lnTo>
                  <a:pt x="51839" y="157377"/>
                </a:lnTo>
                <a:close/>
                <a:moveTo>
                  <a:pt x="68351" y="205687"/>
                </a:moveTo>
                <a:lnTo>
                  <a:pt x="69301" y="206291"/>
                </a:lnTo>
                <a:lnTo>
                  <a:pt x="67876" y="205989"/>
                </a:lnTo>
                <a:close/>
                <a:moveTo>
                  <a:pt x="72246" y="10005"/>
                </a:moveTo>
                <a:lnTo>
                  <a:pt x="72834" y="11071"/>
                </a:lnTo>
                <a:lnTo>
                  <a:pt x="71952" y="10538"/>
                </a:lnTo>
                <a:close/>
                <a:moveTo>
                  <a:pt x="50353" y="211418"/>
                </a:moveTo>
                <a:lnTo>
                  <a:pt x="50919" y="211835"/>
                </a:lnTo>
                <a:lnTo>
                  <a:pt x="50069" y="211627"/>
                </a:lnTo>
                <a:close/>
                <a:moveTo>
                  <a:pt x="120043" y="157377"/>
                </a:moveTo>
                <a:lnTo>
                  <a:pt x="121894" y="158544"/>
                </a:lnTo>
                <a:lnTo>
                  <a:pt x="119117" y="157960"/>
                </a:lnTo>
                <a:close/>
                <a:moveTo>
                  <a:pt x="67976" y="305813"/>
                </a:moveTo>
                <a:lnTo>
                  <a:pt x="69044" y="307189"/>
                </a:lnTo>
                <a:lnTo>
                  <a:pt x="67442" y="306501"/>
                </a:lnTo>
                <a:close/>
                <a:moveTo>
                  <a:pt x="55920" y="440188"/>
                </a:moveTo>
                <a:lnTo>
                  <a:pt x="57986" y="440496"/>
                </a:lnTo>
                <a:lnTo>
                  <a:pt x="54886" y="440342"/>
                </a:lnTo>
                <a:close/>
                <a:moveTo>
                  <a:pt x="130925" y="26225"/>
                </a:moveTo>
                <a:lnTo>
                  <a:pt x="131937" y="27371"/>
                </a:lnTo>
                <a:lnTo>
                  <a:pt x="130419" y="26798"/>
                </a:lnTo>
                <a:close/>
                <a:moveTo>
                  <a:pt x="86026" y="96876"/>
                </a:moveTo>
                <a:lnTo>
                  <a:pt x="87112" y="98343"/>
                </a:lnTo>
                <a:lnTo>
                  <a:pt x="85483" y="97610"/>
                </a:lnTo>
                <a:close/>
                <a:moveTo>
                  <a:pt x="73405" y="82329"/>
                </a:moveTo>
                <a:lnTo>
                  <a:pt x="74162" y="83766"/>
                </a:lnTo>
                <a:lnTo>
                  <a:pt x="73027" y="83048"/>
                </a:lnTo>
                <a:close/>
                <a:moveTo>
                  <a:pt x="6370" y="274912"/>
                </a:moveTo>
                <a:lnTo>
                  <a:pt x="7821" y="276629"/>
                </a:lnTo>
                <a:lnTo>
                  <a:pt x="5644" y="275770"/>
                </a:lnTo>
                <a:close/>
                <a:moveTo>
                  <a:pt x="24071" y="157872"/>
                </a:moveTo>
                <a:lnTo>
                  <a:pt x="25160" y="158458"/>
                </a:lnTo>
                <a:lnTo>
                  <a:pt x="23527" y="158165"/>
                </a:lnTo>
                <a:close/>
                <a:moveTo>
                  <a:pt x="115492" y="171419"/>
                </a:moveTo>
                <a:lnTo>
                  <a:pt x="117587" y="171850"/>
                </a:lnTo>
                <a:lnTo>
                  <a:pt x="114444" y="171634"/>
                </a:lnTo>
                <a:close/>
                <a:moveTo>
                  <a:pt x="122581" y="133703"/>
                </a:moveTo>
                <a:lnTo>
                  <a:pt x="123381" y="134403"/>
                </a:lnTo>
                <a:lnTo>
                  <a:pt x="122181" y="134053"/>
                </a:lnTo>
                <a:close/>
                <a:moveTo>
                  <a:pt x="77294" y="290668"/>
                </a:moveTo>
                <a:lnTo>
                  <a:pt x="77724" y="292405"/>
                </a:lnTo>
                <a:lnTo>
                  <a:pt x="77079" y="291536"/>
                </a:lnTo>
                <a:close/>
                <a:moveTo>
                  <a:pt x="136072" y="196131"/>
                </a:moveTo>
                <a:lnTo>
                  <a:pt x="137559" y="197573"/>
                </a:lnTo>
                <a:lnTo>
                  <a:pt x="135328" y="196852"/>
                </a:lnTo>
                <a:close/>
                <a:moveTo>
                  <a:pt x="114553" y="66188"/>
                </a:moveTo>
                <a:lnTo>
                  <a:pt x="115945" y="67021"/>
                </a:lnTo>
                <a:lnTo>
                  <a:pt x="113857" y="66605"/>
                </a:lnTo>
                <a:close/>
                <a:moveTo>
                  <a:pt x="119354" y="404360"/>
                </a:moveTo>
                <a:lnTo>
                  <a:pt x="120663" y="405115"/>
                </a:lnTo>
                <a:lnTo>
                  <a:pt x="118699" y="404738"/>
                </a:lnTo>
                <a:close/>
                <a:moveTo>
                  <a:pt x="113419" y="348973"/>
                </a:moveTo>
                <a:lnTo>
                  <a:pt x="113812" y="350757"/>
                </a:lnTo>
                <a:lnTo>
                  <a:pt x="113222" y="349865"/>
                </a:lnTo>
                <a:close/>
                <a:moveTo>
                  <a:pt x="85969" y="403736"/>
                </a:moveTo>
                <a:lnTo>
                  <a:pt x="86805" y="405415"/>
                </a:lnTo>
                <a:lnTo>
                  <a:pt x="85550" y="404576"/>
                </a:lnTo>
                <a:close/>
                <a:moveTo>
                  <a:pt x="95797" y="171384"/>
                </a:moveTo>
                <a:lnTo>
                  <a:pt x="96686" y="172543"/>
                </a:lnTo>
                <a:lnTo>
                  <a:pt x="95353" y="171964"/>
                </a:lnTo>
                <a:close/>
                <a:moveTo>
                  <a:pt x="17804" y="74050"/>
                </a:moveTo>
                <a:lnTo>
                  <a:pt x="19331" y="74932"/>
                </a:lnTo>
                <a:lnTo>
                  <a:pt x="17040" y="74491"/>
                </a:lnTo>
                <a:close/>
                <a:moveTo>
                  <a:pt x="123438" y="413082"/>
                </a:moveTo>
                <a:lnTo>
                  <a:pt x="125365" y="414363"/>
                </a:lnTo>
                <a:lnTo>
                  <a:pt x="122474" y="413722"/>
                </a:lnTo>
                <a:close/>
                <a:moveTo>
                  <a:pt x="25458" y="295106"/>
                </a:moveTo>
                <a:lnTo>
                  <a:pt x="27340" y="296257"/>
                </a:lnTo>
                <a:lnTo>
                  <a:pt x="24516" y="295681"/>
                </a:lnTo>
                <a:close/>
                <a:moveTo>
                  <a:pt x="21588" y="145947"/>
                </a:moveTo>
                <a:lnTo>
                  <a:pt x="23411" y="146446"/>
                </a:lnTo>
                <a:lnTo>
                  <a:pt x="20677" y="146196"/>
                </a:lnTo>
                <a:close/>
                <a:moveTo>
                  <a:pt x="12888" y="279419"/>
                </a:moveTo>
                <a:lnTo>
                  <a:pt x="15082" y="280793"/>
                </a:lnTo>
                <a:lnTo>
                  <a:pt x="11791" y="280106"/>
                </a:lnTo>
                <a:close/>
                <a:moveTo>
                  <a:pt x="37475" y="272320"/>
                </a:moveTo>
                <a:lnTo>
                  <a:pt x="38588" y="273674"/>
                </a:lnTo>
                <a:lnTo>
                  <a:pt x="36919" y="272997"/>
                </a:lnTo>
                <a:close/>
                <a:moveTo>
                  <a:pt x="128098" y="156821"/>
                </a:moveTo>
                <a:lnTo>
                  <a:pt x="129659" y="158526"/>
                </a:lnTo>
                <a:lnTo>
                  <a:pt x="127318" y="157674"/>
                </a:lnTo>
                <a:close/>
                <a:moveTo>
                  <a:pt x="100793" y="215471"/>
                </a:moveTo>
                <a:lnTo>
                  <a:pt x="102668" y="216412"/>
                </a:lnTo>
                <a:lnTo>
                  <a:pt x="99856" y="215942"/>
                </a:lnTo>
                <a:close/>
                <a:moveTo>
                  <a:pt x="65572" y="414103"/>
                </a:moveTo>
                <a:lnTo>
                  <a:pt x="67572" y="415447"/>
                </a:lnTo>
                <a:lnTo>
                  <a:pt x="64572" y="414775"/>
                </a:lnTo>
                <a:close/>
                <a:moveTo>
                  <a:pt x="17063" y="89074"/>
                </a:moveTo>
                <a:lnTo>
                  <a:pt x="19007" y="89487"/>
                </a:lnTo>
                <a:lnTo>
                  <a:pt x="16092" y="89280"/>
                </a:lnTo>
                <a:close/>
                <a:moveTo>
                  <a:pt x="136432" y="160093"/>
                </a:moveTo>
                <a:lnTo>
                  <a:pt x="138212" y="160673"/>
                </a:lnTo>
                <a:lnTo>
                  <a:pt x="135541" y="160383"/>
                </a:lnTo>
                <a:close/>
                <a:moveTo>
                  <a:pt x="11899" y="50865"/>
                </a:moveTo>
                <a:lnTo>
                  <a:pt x="12758" y="51759"/>
                </a:lnTo>
                <a:lnTo>
                  <a:pt x="11469" y="51312"/>
                </a:lnTo>
                <a:close/>
                <a:moveTo>
                  <a:pt x="102327" y="52336"/>
                </a:moveTo>
                <a:lnTo>
                  <a:pt x="102740" y="53642"/>
                </a:lnTo>
                <a:lnTo>
                  <a:pt x="102120" y="52989"/>
                </a:lnTo>
                <a:close/>
                <a:moveTo>
                  <a:pt x="118203" y="325771"/>
                </a:moveTo>
                <a:lnTo>
                  <a:pt x="119665" y="327130"/>
                </a:lnTo>
                <a:lnTo>
                  <a:pt x="117472" y="326451"/>
                </a:lnTo>
                <a:close/>
                <a:moveTo>
                  <a:pt x="82251" y="358754"/>
                </a:moveTo>
                <a:lnTo>
                  <a:pt x="83869" y="359076"/>
                </a:lnTo>
                <a:lnTo>
                  <a:pt x="81442" y="358915"/>
                </a:lnTo>
                <a:close/>
                <a:moveTo>
                  <a:pt x="65030" y="257237"/>
                </a:moveTo>
                <a:lnTo>
                  <a:pt x="65516" y="258995"/>
                </a:lnTo>
                <a:lnTo>
                  <a:pt x="64786" y="258116"/>
                </a:lnTo>
                <a:close/>
                <a:moveTo>
                  <a:pt x="142288" y="139399"/>
                </a:moveTo>
                <a:lnTo>
                  <a:pt x="143451" y="140347"/>
                </a:lnTo>
                <a:lnTo>
                  <a:pt x="141706" y="139873"/>
                </a:lnTo>
                <a:close/>
                <a:moveTo>
                  <a:pt x="17556" y="210002"/>
                </a:moveTo>
                <a:lnTo>
                  <a:pt x="18469" y="211727"/>
                </a:lnTo>
                <a:lnTo>
                  <a:pt x="17099" y="210864"/>
                </a:lnTo>
                <a:close/>
                <a:moveTo>
                  <a:pt x="101701" y="93079"/>
                </a:moveTo>
                <a:lnTo>
                  <a:pt x="102761" y="94538"/>
                </a:lnTo>
                <a:lnTo>
                  <a:pt x="101171" y="93809"/>
                </a:lnTo>
                <a:close/>
                <a:moveTo>
                  <a:pt x="105905" y="119325"/>
                </a:moveTo>
                <a:lnTo>
                  <a:pt x="107763" y="120050"/>
                </a:lnTo>
                <a:lnTo>
                  <a:pt x="104976" y="119687"/>
                </a:lnTo>
                <a:close/>
                <a:moveTo>
                  <a:pt x="58330" y="434150"/>
                </a:moveTo>
                <a:lnTo>
                  <a:pt x="59247" y="435262"/>
                </a:lnTo>
                <a:lnTo>
                  <a:pt x="57871" y="434706"/>
                </a:lnTo>
                <a:close/>
                <a:moveTo>
                  <a:pt x="37046" y="290520"/>
                </a:moveTo>
                <a:lnTo>
                  <a:pt x="38211" y="292314"/>
                </a:lnTo>
                <a:lnTo>
                  <a:pt x="36464" y="291417"/>
                </a:lnTo>
                <a:close/>
                <a:moveTo>
                  <a:pt x="95025" y="271124"/>
                </a:moveTo>
                <a:lnTo>
                  <a:pt x="97087" y="271803"/>
                </a:lnTo>
                <a:lnTo>
                  <a:pt x="93994" y="271464"/>
                </a:lnTo>
                <a:close/>
                <a:moveTo>
                  <a:pt x="103522" y="300203"/>
                </a:moveTo>
                <a:lnTo>
                  <a:pt x="104576" y="301817"/>
                </a:lnTo>
                <a:lnTo>
                  <a:pt x="102994" y="301010"/>
                </a:lnTo>
                <a:close/>
                <a:moveTo>
                  <a:pt x="1712" y="214330"/>
                </a:moveTo>
                <a:lnTo>
                  <a:pt x="3284" y="215554"/>
                </a:lnTo>
                <a:lnTo>
                  <a:pt x="926" y="214942"/>
                </a:lnTo>
                <a:close/>
                <a:moveTo>
                  <a:pt x="88758" y="99538"/>
                </a:moveTo>
                <a:lnTo>
                  <a:pt x="90791" y="101185"/>
                </a:lnTo>
                <a:lnTo>
                  <a:pt x="87741" y="100362"/>
                </a:lnTo>
                <a:close/>
                <a:moveTo>
                  <a:pt x="104523" y="106335"/>
                </a:moveTo>
                <a:lnTo>
                  <a:pt x="105911" y="107411"/>
                </a:lnTo>
                <a:lnTo>
                  <a:pt x="103829" y="106873"/>
                </a:lnTo>
                <a:close/>
                <a:moveTo>
                  <a:pt x="104155" y="385992"/>
                </a:moveTo>
                <a:lnTo>
                  <a:pt x="105081" y="386315"/>
                </a:lnTo>
                <a:lnTo>
                  <a:pt x="103691" y="386153"/>
                </a:lnTo>
                <a:close/>
                <a:moveTo>
                  <a:pt x="51966" y="381514"/>
                </a:moveTo>
                <a:lnTo>
                  <a:pt x="53817" y="382793"/>
                </a:lnTo>
                <a:lnTo>
                  <a:pt x="51040" y="382153"/>
                </a:lnTo>
                <a:close/>
                <a:moveTo>
                  <a:pt x="58147" y="97198"/>
                </a:moveTo>
                <a:lnTo>
                  <a:pt x="60198" y="98606"/>
                </a:lnTo>
                <a:lnTo>
                  <a:pt x="57122" y="97902"/>
                </a:lnTo>
                <a:close/>
                <a:moveTo>
                  <a:pt x="28344" y="238760"/>
                </a:moveTo>
                <a:lnTo>
                  <a:pt x="29462" y="239901"/>
                </a:lnTo>
                <a:lnTo>
                  <a:pt x="27785" y="239331"/>
                </a:lnTo>
                <a:close/>
                <a:moveTo>
                  <a:pt x="132956" y="120816"/>
                </a:moveTo>
                <a:lnTo>
                  <a:pt x="133955" y="121933"/>
                </a:lnTo>
                <a:lnTo>
                  <a:pt x="132456" y="121374"/>
                </a:lnTo>
                <a:close/>
                <a:moveTo>
                  <a:pt x="95961" y="208830"/>
                </a:moveTo>
                <a:lnTo>
                  <a:pt x="97622" y="209256"/>
                </a:lnTo>
                <a:lnTo>
                  <a:pt x="95130" y="209043"/>
                </a:lnTo>
                <a:close/>
                <a:moveTo>
                  <a:pt x="72892" y="251012"/>
                </a:moveTo>
                <a:lnTo>
                  <a:pt x="74378" y="251887"/>
                </a:lnTo>
                <a:lnTo>
                  <a:pt x="72148" y="251450"/>
                </a:lnTo>
                <a:close/>
                <a:moveTo>
                  <a:pt x="75656" y="371475"/>
                </a:moveTo>
                <a:lnTo>
                  <a:pt x="76232" y="372862"/>
                </a:lnTo>
                <a:lnTo>
                  <a:pt x="75369" y="372169"/>
                </a:lnTo>
                <a:close/>
                <a:moveTo>
                  <a:pt x="45888" y="301241"/>
                </a:moveTo>
                <a:lnTo>
                  <a:pt x="46492" y="301701"/>
                </a:lnTo>
                <a:lnTo>
                  <a:pt x="45587" y="301471"/>
                </a:lnTo>
                <a:close/>
                <a:moveTo>
                  <a:pt x="113063" y="432110"/>
                </a:moveTo>
                <a:lnTo>
                  <a:pt x="115113" y="433476"/>
                </a:lnTo>
                <a:lnTo>
                  <a:pt x="112038" y="432793"/>
                </a:lnTo>
                <a:close/>
                <a:moveTo>
                  <a:pt x="48389" y="8249"/>
                </a:moveTo>
                <a:lnTo>
                  <a:pt x="49169" y="8887"/>
                </a:lnTo>
                <a:lnTo>
                  <a:pt x="47998" y="8568"/>
                </a:lnTo>
                <a:close/>
                <a:moveTo>
                  <a:pt x="108293" y="330522"/>
                </a:moveTo>
                <a:lnTo>
                  <a:pt x="108842" y="331809"/>
                </a:lnTo>
                <a:lnTo>
                  <a:pt x="108018" y="331166"/>
                </a:lnTo>
                <a:close/>
                <a:moveTo>
                  <a:pt x="61420" y="208757"/>
                </a:moveTo>
                <a:lnTo>
                  <a:pt x="62889" y="209725"/>
                </a:lnTo>
                <a:lnTo>
                  <a:pt x="60686" y="209241"/>
                </a:lnTo>
                <a:close/>
                <a:moveTo>
                  <a:pt x="125361" y="189415"/>
                </a:moveTo>
                <a:lnTo>
                  <a:pt x="125803" y="190693"/>
                </a:lnTo>
                <a:lnTo>
                  <a:pt x="125140" y="190054"/>
                </a:lnTo>
                <a:close/>
                <a:moveTo>
                  <a:pt x="70063" y="88259"/>
                </a:moveTo>
                <a:lnTo>
                  <a:pt x="71073" y="89250"/>
                </a:lnTo>
                <a:lnTo>
                  <a:pt x="69558" y="88754"/>
                </a:lnTo>
                <a:close/>
                <a:moveTo>
                  <a:pt x="13326" y="246784"/>
                </a:moveTo>
                <a:lnTo>
                  <a:pt x="14849" y="247508"/>
                </a:lnTo>
                <a:lnTo>
                  <a:pt x="12565" y="247146"/>
                </a:lnTo>
                <a:close/>
                <a:moveTo>
                  <a:pt x="58198" y="211105"/>
                </a:moveTo>
                <a:lnTo>
                  <a:pt x="60258" y="212646"/>
                </a:lnTo>
                <a:lnTo>
                  <a:pt x="57168" y="211875"/>
                </a:lnTo>
                <a:close/>
                <a:moveTo>
                  <a:pt x="65780" y="397654"/>
                </a:moveTo>
                <a:lnTo>
                  <a:pt x="67837" y="399125"/>
                </a:lnTo>
                <a:lnTo>
                  <a:pt x="64751" y="398389"/>
                </a:lnTo>
                <a:close/>
                <a:moveTo>
                  <a:pt x="48969" y="48712"/>
                </a:moveTo>
                <a:lnTo>
                  <a:pt x="49540" y="49028"/>
                </a:lnTo>
                <a:lnTo>
                  <a:pt x="48684" y="48870"/>
                </a:lnTo>
                <a:close/>
                <a:moveTo>
                  <a:pt x="124374" y="341046"/>
                </a:moveTo>
                <a:lnTo>
                  <a:pt x="125327" y="342631"/>
                </a:lnTo>
                <a:lnTo>
                  <a:pt x="123897" y="341839"/>
                </a:lnTo>
                <a:close/>
                <a:moveTo>
                  <a:pt x="83688" y="435965"/>
                </a:moveTo>
                <a:lnTo>
                  <a:pt x="84216" y="437112"/>
                </a:lnTo>
                <a:lnTo>
                  <a:pt x="83424" y="436539"/>
                </a:lnTo>
                <a:close/>
                <a:moveTo>
                  <a:pt x="110437" y="340206"/>
                </a:moveTo>
                <a:lnTo>
                  <a:pt x="112209" y="341387"/>
                </a:lnTo>
                <a:lnTo>
                  <a:pt x="109551" y="340797"/>
                </a:lnTo>
                <a:close/>
                <a:moveTo>
                  <a:pt x="126787" y="197938"/>
                </a:moveTo>
                <a:lnTo>
                  <a:pt x="127331" y="199705"/>
                </a:lnTo>
                <a:lnTo>
                  <a:pt x="126516" y="198822"/>
                </a:lnTo>
                <a:close/>
                <a:moveTo>
                  <a:pt x="133953" y="405891"/>
                </a:moveTo>
                <a:lnTo>
                  <a:pt x="134928" y="406488"/>
                </a:lnTo>
                <a:lnTo>
                  <a:pt x="133466" y="406189"/>
                </a:lnTo>
                <a:close/>
                <a:moveTo>
                  <a:pt x="69194" y="308841"/>
                </a:moveTo>
                <a:lnTo>
                  <a:pt x="71133" y="309291"/>
                </a:lnTo>
                <a:lnTo>
                  <a:pt x="68224" y="309066"/>
                </a:lnTo>
                <a:close/>
                <a:moveTo>
                  <a:pt x="133071" y="450705"/>
                </a:moveTo>
                <a:lnTo>
                  <a:pt x="134704" y="451480"/>
                </a:lnTo>
                <a:lnTo>
                  <a:pt x="132255" y="451092"/>
                </a:lnTo>
                <a:close/>
                <a:moveTo>
                  <a:pt x="42992" y="408442"/>
                </a:moveTo>
                <a:lnTo>
                  <a:pt x="43687" y="408846"/>
                </a:lnTo>
                <a:lnTo>
                  <a:pt x="42645" y="408644"/>
                </a:lnTo>
                <a:close/>
                <a:moveTo>
                  <a:pt x="35285" y="189130"/>
                </a:moveTo>
                <a:lnTo>
                  <a:pt x="36097" y="189436"/>
                </a:lnTo>
                <a:lnTo>
                  <a:pt x="34879" y="189283"/>
                </a:lnTo>
                <a:close/>
                <a:moveTo>
                  <a:pt x="45401" y="178195"/>
                </a:moveTo>
                <a:lnTo>
                  <a:pt x="46354" y="178824"/>
                </a:lnTo>
                <a:lnTo>
                  <a:pt x="44925" y="178510"/>
                </a:lnTo>
                <a:close/>
                <a:moveTo>
                  <a:pt x="75210" y="326354"/>
                </a:moveTo>
                <a:lnTo>
                  <a:pt x="75955" y="327452"/>
                </a:lnTo>
                <a:lnTo>
                  <a:pt x="74837" y="326903"/>
                </a:lnTo>
                <a:close/>
                <a:moveTo>
                  <a:pt x="42323" y="369637"/>
                </a:moveTo>
                <a:lnTo>
                  <a:pt x="43495" y="370305"/>
                </a:lnTo>
                <a:lnTo>
                  <a:pt x="41737" y="369971"/>
                </a:lnTo>
                <a:close/>
                <a:moveTo>
                  <a:pt x="81404" y="313648"/>
                </a:moveTo>
                <a:lnTo>
                  <a:pt x="83317" y="314481"/>
                </a:lnTo>
                <a:lnTo>
                  <a:pt x="80448" y="314064"/>
                </a:lnTo>
                <a:close/>
                <a:moveTo>
                  <a:pt x="20197" y="455029"/>
                </a:moveTo>
                <a:lnTo>
                  <a:pt x="20784" y="455695"/>
                </a:lnTo>
                <a:lnTo>
                  <a:pt x="19904" y="455362"/>
                </a:lnTo>
                <a:close/>
                <a:moveTo>
                  <a:pt x="116039" y="321846"/>
                </a:moveTo>
                <a:lnTo>
                  <a:pt x="117715" y="323199"/>
                </a:lnTo>
                <a:lnTo>
                  <a:pt x="115202" y="322523"/>
                </a:lnTo>
                <a:close/>
                <a:moveTo>
                  <a:pt x="9901" y="47652"/>
                </a:moveTo>
                <a:lnTo>
                  <a:pt x="11917" y="48688"/>
                </a:lnTo>
                <a:lnTo>
                  <a:pt x="8893" y="48170"/>
                </a:lnTo>
                <a:close/>
                <a:moveTo>
                  <a:pt x="80176" y="233745"/>
                </a:moveTo>
                <a:lnTo>
                  <a:pt x="81804" y="235161"/>
                </a:lnTo>
                <a:lnTo>
                  <a:pt x="79362" y="234453"/>
                </a:lnTo>
                <a:close/>
                <a:moveTo>
                  <a:pt x="47813" y="113192"/>
                </a:moveTo>
                <a:lnTo>
                  <a:pt x="49386" y="114115"/>
                </a:lnTo>
                <a:lnTo>
                  <a:pt x="47027" y="113653"/>
                </a:lnTo>
                <a:close/>
                <a:moveTo>
                  <a:pt x="50651" y="364933"/>
                </a:moveTo>
                <a:lnTo>
                  <a:pt x="52066" y="365743"/>
                </a:lnTo>
                <a:lnTo>
                  <a:pt x="49944" y="365338"/>
                </a:lnTo>
                <a:close/>
                <a:moveTo>
                  <a:pt x="41873" y="271900"/>
                </a:moveTo>
                <a:lnTo>
                  <a:pt x="42691" y="272422"/>
                </a:lnTo>
                <a:lnTo>
                  <a:pt x="41465" y="272161"/>
                </a:lnTo>
                <a:close/>
                <a:moveTo>
                  <a:pt x="71413" y="290426"/>
                </a:moveTo>
                <a:lnTo>
                  <a:pt x="72639" y="290799"/>
                </a:lnTo>
                <a:lnTo>
                  <a:pt x="70799" y="290612"/>
                </a:lnTo>
                <a:close/>
                <a:moveTo>
                  <a:pt x="129907" y="288781"/>
                </a:moveTo>
                <a:lnTo>
                  <a:pt x="130992" y="289917"/>
                </a:lnTo>
                <a:lnTo>
                  <a:pt x="129365" y="289349"/>
                </a:lnTo>
                <a:close/>
                <a:moveTo>
                  <a:pt x="116865" y="398372"/>
                </a:moveTo>
                <a:lnTo>
                  <a:pt x="118237" y="398720"/>
                </a:lnTo>
                <a:lnTo>
                  <a:pt x="116179" y="398546"/>
                </a:lnTo>
                <a:close/>
                <a:moveTo>
                  <a:pt x="119039" y="287525"/>
                </a:moveTo>
                <a:lnTo>
                  <a:pt x="119920" y="288359"/>
                </a:lnTo>
                <a:lnTo>
                  <a:pt x="118599" y="287942"/>
                </a:lnTo>
                <a:close/>
                <a:moveTo>
                  <a:pt x="135908" y="42103"/>
                </a:moveTo>
                <a:lnTo>
                  <a:pt x="136343" y="43634"/>
                </a:lnTo>
                <a:lnTo>
                  <a:pt x="135691" y="42868"/>
                </a:lnTo>
                <a:close/>
                <a:moveTo>
                  <a:pt x="87453" y="128117"/>
                </a:moveTo>
                <a:lnTo>
                  <a:pt x="89149" y="129038"/>
                </a:lnTo>
                <a:lnTo>
                  <a:pt x="86605" y="128578"/>
                </a:lnTo>
                <a:close/>
                <a:moveTo>
                  <a:pt x="65205" y="373419"/>
                </a:moveTo>
                <a:lnTo>
                  <a:pt x="65684" y="374599"/>
                </a:lnTo>
                <a:lnTo>
                  <a:pt x="64966" y="374009"/>
                </a:lnTo>
                <a:close/>
                <a:moveTo>
                  <a:pt x="129780" y="267697"/>
                </a:moveTo>
                <a:lnTo>
                  <a:pt x="131675" y="268642"/>
                </a:lnTo>
                <a:lnTo>
                  <a:pt x="128832" y="268170"/>
                </a:lnTo>
                <a:close/>
                <a:moveTo>
                  <a:pt x="27630" y="173421"/>
                </a:moveTo>
                <a:lnTo>
                  <a:pt x="28864" y="174957"/>
                </a:lnTo>
                <a:lnTo>
                  <a:pt x="27013" y="174189"/>
                </a:lnTo>
                <a:close/>
                <a:moveTo>
                  <a:pt x="35126" y="431118"/>
                </a:moveTo>
                <a:lnTo>
                  <a:pt x="35756" y="432560"/>
                </a:lnTo>
                <a:lnTo>
                  <a:pt x="34811" y="431839"/>
                </a:lnTo>
                <a:close/>
                <a:moveTo>
                  <a:pt x="59319" y="317096"/>
                </a:moveTo>
                <a:lnTo>
                  <a:pt x="60623" y="317698"/>
                </a:lnTo>
                <a:lnTo>
                  <a:pt x="58667" y="317397"/>
                </a:lnTo>
                <a:close/>
                <a:moveTo>
                  <a:pt x="73792" y="350364"/>
                </a:moveTo>
                <a:lnTo>
                  <a:pt x="75228" y="351258"/>
                </a:lnTo>
                <a:lnTo>
                  <a:pt x="73074" y="350811"/>
                </a:lnTo>
                <a:close/>
                <a:moveTo>
                  <a:pt x="51049" y="368447"/>
                </a:moveTo>
                <a:lnTo>
                  <a:pt x="52696" y="369240"/>
                </a:lnTo>
                <a:lnTo>
                  <a:pt x="50226" y="368844"/>
                </a:lnTo>
                <a:close/>
                <a:moveTo>
                  <a:pt x="94112" y="376397"/>
                </a:moveTo>
                <a:lnTo>
                  <a:pt x="95321" y="377739"/>
                </a:lnTo>
                <a:lnTo>
                  <a:pt x="93507" y="377068"/>
                </a:lnTo>
                <a:close/>
                <a:moveTo>
                  <a:pt x="80070" y="175391"/>
                </a:moveTo>
                <a:lnTo>
                  <a:pt x="80776" y="176124"/>
                </a:lnTo>
                <a:lnTo>
                  <a:pt x="79716" y="175758"/>
                </a:lnTo>
                <a:close/>
                <a:moveTo>
                  <a:pt x="62339" y="424004"/>
                </a:moveTo>
                <a:lnTo>
                  <a:pt x="63363" y="425329"/>
                </a:lnTo>
                <a:lnTo>
                  <a:pt x="61827" y="424667"/>
                </a:lnTo>
                <a:close/>
                <a:moveTo>
                  <a:pt x="13522" y="228671"/>
                </a:moveTo>
                <a:lnTo>
                  <a:pt x="15359" y="229721"/>
                </a:lnTo>
                <a:lnTo>
                  <a:pt x="12604" y="229196"/>
                </a:lnTo>
                <a:close/>
                <a:moveTo>
                  <a:pt x="84112" y="182530"/>
                </a:moveTo>
                <a:lnTo>
                  <a:pt x="85982" y="183628"/>
                </a:lnTo>
                <a:lnTo>
                  <a:pt x="83176" y="183079"/>
                </a:lnTo>
                <a:close/>
                <a:moveTo>
                  <a:pt x="94176" y="358261"/>
                </a:moveTo>
                <a:lnTo>
                  <a:pt x="96297" y="359490"/>
                </a:lnTo>
                <a:lnTo>
                  <a:pt x="93116" y="358876"/>
                </a:lnTo>
                <a:close/>
                <a:moveTo>
                  <a:pt x="43145" y="365729"/>
                </a:moveTo>
                <a:lnTo>
                  <a:pt x="44651" y="367408"/>
                </a:lnTo>
                <a:lnTo>
                  <a:pt x="42392" y="366568"/>
                </a:lnTo>
                <a:close/>
                <a:moveTo>
                  <a:pt x="46799" y="145965"/>
                </a:moveTo>
                <a:lnTo>
                  <a:pt x="47174" y="146640"/>
                </a:lnTo>
                <a:lnTo>
                  <a:pt x="46612" y="146302"/>
                </a:lnTo>
                <a:close/>
                <a:moveTo>
                  <a:pt x="80026" y="29958"/>
                </a:moveTo>
                <a:lnTo>
                  <a:pt x="81370" y="31717"/>
                </a:lnTo>
                <a:lnTo>
                  <a:pt x="79354" y="30837"/>
                </a:lnTo>
                <a:close/>
                <a:moveTo>
                  <a:pt x="114975" y="345929"/>
                </a:moveTo>
                <a:lnTo>
                  <a:pt x="116176" y="346610"/>
                </a:lnTo>
                <a:lnTo>
                  <a:pt x="114374" y="346269"/>
                </a:lnTo>
                <a:close/>
                <a:moveTo>
                  <a:pt x="117448" y="148059"/>
                </a:moveTo>
                <a:lnTo>
                  <a:pt x="118455" y="148808"/>
                </a:lnTo>
                <a:lnTo>
                  <a:pt x="116945" y="148434"/>
                </a:lnTo>
                <a:close/>
                <a:moveTo>
                  <a:pt x="41581" y="270415"/>
                </a:moveTo>
                <a:lnTo>
                  <a:pt x="42872" y="270914"/>
                </a:lnTo>
                <a:lnTo>
                  <a:pt x="40935" y="270665"/>
                </a:lnTo>
                <a:close/>
                <a:moveTo>
                  <a:pt x="55262" y="131169"/>
                </a:moveTo>
                <a:lnTo>
                  <a:pt x="56577" y="132501"/>
                </a:lnTo>
                <a:lnTo>
                  <a:pt x="54605" y="131835"/>
                </a:lnTo>
                <a:close/>
                <a:moveTo>
                  <a:pt x="104213" y="162152"/>
                </a:moveTo>
                <a:lnTo>
                  <a:pt x="104623" y="163062"/>
                </a:lnTo>
                <a:lnTo>
                  <a:pt x="104009" y="162607"/>
                </a:lnTo>
                <a:close/>
                <a:moveTo>
                  <a:pt x="90087" y="159253"/>
                </a:moveTo>
                <a:lnTo>
                  <a:pt x="91301" y="159784"/>
                </a:lnTo>
                <a:lnTo>
                  <a:pt x="89480" y="159518"/>
                </a:lnTo>
                <a:close/>
                <a:moveTo>
                  <a:pt x="106754" y="372754"/>
                </a:moveTo>
                <a:lnTo>
                  <a:pt x="108833" y="374380"/>
                </a:lnTo>
                <a:lnTo>
                  <a:pt x="105715" y="373567"/>
                </a:lnTo>
                <a:close/>
                <a:moveTo>
                  <a:pt x="126785" y="453799"/>
                </a:moveTo>
                <a:lnTo>
                  <a:pt x="127736" y="454519"/>
                </a:lnTo>
                <a:lnTo>
                  <a:pt x="126310" y="454159"/>
                </a:lnTo>
                <a:close/>
                <a:moveTo>
                  <a:pt x="57017" y="301108"/>
                </a:moveTo>
                <a:lnTo>
                  <a:pt x="57742" y="302422"/>
                </a:lnTo>
                <a:lnTo>
                  <a:pt x="56655" y="301765"/>
                </a:lnTo>
                <a:close/>
                <a:moveTo>
                  <a:pt x="80123" y="113337"/>
                </a:moveTo>
                <a:lnTo>
                  <a:pt x="81829" y="114433"/>
                </a:lnTo>
                <a:lnTo>
                  <a:pt x="79270" y="113885"/>
                </a:lnTo>
                <a:close/>
                <a:moveTo>
                  <a:pt x="108741" y="288398"/>
                </a:moveTo>
                <a:lnTo>
                  <a:pt x="110634" y="290165"/>
                </a:lnTo>
                <a:lnTo>
                  <a:pt x="107794" y="289281"/>
                </a:lnTo>
                <a:close/>
                <a:moveTo>
                  <a:pt x="3859" y="302163"/>
                </a:moveTo>
                <a:lnTo>
                  <a:pt x="4614" y="302715"/>
                </a:lnTo>
                <a:lnTo>
                  <a:pt x="3481" y="302439"/>
                </a:lnTo>
                <a:close/>
                <a:moveTo>
                  <a:pt x="97268" y="271729"/>
                </a:moveTo>
                <a:lnTo>
                  <a:pt x="98761" y="272753"/>
                </a:lnTo>
                <a:lnTo>
                  <a:pt x="96521" y="272241"/>
                </a:lnTo>
                <a:close/>
                <a:moveTo>
                  <a:pt x="65366" y="334202"/>
                </a:moveTo>
                <a:lnTo>
                  <a:pt x="65746" y="334949"/>
                </a:lnTo>
                <a:lnTo>
                  <a:pt x="65176" y="334576"/>
                </a:lnTo>
                <a:close/>
                <a:moveTo>
                  <a:pt x="49744" y="354651"/>
                </a:moveTo>
                <a:lnTo>
                  <a:pt x="51643" y="356259"/>
                </a:lnTo>
                <a:lnTo>
                  <a:pt x="48795" y="355455"/>
                </a:lnTo>
                <a:close/>
                <a:moveTo>
                  <a:pt x="13656" y="198666"/>
                </a:moveTo>
                <a:lnTo>
                  <a:pt x="14990" y="199957"/>
                </a:lnTo>
                <a:lnTo>
                  <a:pt x="12989" y="199312"/>
                </a:lnTo>
                <a:close/>
                <a:moveTo>
                  <a:pt x="114687" y="428346"/>
                </a:moveTo>
                <a:lnTo>
                  <a:pt x="115324" y="430042"/>
                </a:lnTo>
                <a:lnTo>
                  <a:pt x="114368" y="429194"/>
                </a:lnTo>
                <a:close/>
                <a:moveTo>
                  <a:pt x="72849" y="120104"/>
                </a:moveTo>
                <a:lnTo>
                  <a:pt x="73960" y="121171"/>
                </a:lnTo>
                <a:lnTo>
                  <a:pt x="72293" y="120638"/>
                </a:lnTo>
                <a:close/>
                <a:moveTo>
                  <a:pt x="15101" y="15757"/>
                </a:moveTo>
                <a:lnTo>
                  <a:pt x="16229" y="16558"/>
                </a:lnTo>
                <a:lnTo>
                  <a:pt x="14537" y="16157"/>
                </a:lnTo>
                <a:close/>
                <a:moveTo>
                  <a:pt x="34197" y="382950"/>
                </a:moveTo>
                <a:lnTo>
                  <a:pt x="36291" y="383252"/>
                </a:lnTo>
                <a:lnTo>
                  <a:pt x="33150" y="383101"/>
                </a:lnTo>
                <a:close/>
                <a:moveTo>
                  <a:pt x="20056" y="121630"/>
                </a:moveTo>
                <a:lnTo>
                  <a:pt x="20825" y="123083"/>
                </a:lnTo>
                <a:lnTo>
                  <a:pt x="19672" y="122357"/>
                </a:lnTo>
                <a:close/>
                <a:moveTo>
                  <a:pt x="39449" y="314399"/>
                </a:moveTo>
                <a:lnTo>
                  <a:pt x="41001" y="315853"/>
                </a:lnTo>
                <a:lnTo>
                  <a:pt x="38672" y="315126"/>
                </a:lnTo>
                <a:close/>
                <a:moveTo>
                  <a:pt x="967" y="433651"/>
                </a:moveTo>
                <a:lnTo>
                  <a:pt x="2401" y="434514"/>
                </a:lnTo>
                <a:lnTo>
                  <a:pt x="250" y="434082"/>
                </a:lnTo>
                <a:close/>
                <a:moveTo>
                  <a:pt x="116019" y="224057"/>
                </a:moveTo>
                <a:lnTo>
                  <a:pt x="117290" y="224689"/>
                </a:lnTo>
                <a:lnTo>
                  <a:pt x="115384" y="224373"/>
                </a:lnTo>
                <a:close/>
                <a:moveTo>
                  <a:pt x="31920" y="449094"/>
                </a:moveTo>
                <a:lnTo>
                  <a:pt x="32784" y="449980"/>
                </a:lnTo>
                <a:lnTo>
                  <a:pt x="31488" y="449537"/>
                </a:lnTo>
                <a:close/>
                <a:moveTo>
                  <a:pt x="20905" y="320398"/>
                </a:moveTo>
                <a:lnTo>
                  <a:pt x="21723" y="321973"/>
                </a:lnTo>
                <a:lnTo>
                  <a:pt x="20496" y="321185"/>
                </a:lnTo>
                <a:close/>
                <a:moveTo>
                  <a:pt x="95683" y="349476"/>
                </a:moveTo>
                <a:lnTo>
                  <a:pt x="96219" y="349860"/>
                </a:lnTo>
                <a:lnTo>
                  <a:pt x="95416" y="349668"/>
                </a:lnTo>
                <a:close/>
                <a:moveTo>
                  <a:pt x="95172" y="19476"/>
                </a:moveTo>
                <a:lnTo>
                  <a:pt x="95711" y="20391"/>
                </a:lnTo>
                <a:lnTo>
                  <a:pt x="94902" y="19933"/>
                </a:lnTo>
                <a:close/>
                <a:moveTo>
                  <a:pt x="135870" y="446240"/>
                </a:moveTo>
                <a:lnTo>
                  <a:pt x="138036" y="447885"/>
                </a:lnTo>
                <a:lnTo>
                  <a:pt x="134787" y="447062"/>
                </a:lnTo>
                <a:close/>
                <a:moveTo>
                  <a:pt x="48118" y="142481"/>
                </a:moveTo>
                <a:lnTo>
                  <a:pt x="49818" y="143472"/>
                </a:lnTo>
                <a:lnTo>
                  <a:pt x="47268" y="142976"/>
                </a:lnTo>
                <a:close/>
                <a:moveTo>
                  <a:pt x="125667" y="434218"/>
                </a:moveTo>
                <a:lnTo>
                  <a:pt x="127791" y="435325"/>
                </a:lnTo>
                <a:lnTo>
                  <a:pt x="124606" y="434771"/>
                </a:lnTo>
                <a:close/>
                <a:moveTo>
                  <a:pt x="96398" y="417139"/>
                </a:moveTo>
                <a:lnTo>
                  <a:pt x="97376" y="418716"/>
                </a:lnTo>
                <a:lnTo>
                  <a:pt x="95909" y="417927"/>
                </a:lnTo>
                <a:close/>
                <a:moveTo>
                  <a:pt x="121930" y="300733"/>
                </a:moveTo>
                <a:lnTo>
                  <a:pt x="123007" y="302181"/>
                </a:lnTo>
                <a:lnTo>
                  <a:pt x="121392" y="301457"/>
                </a:lnTo>
                <a:close/>
                <a:moveTo>
                  <a:pt x="91483" y="383306"/>
                </a:moveTo>
                <a:lnTo>
                  <a:pt x="92087" y="383708"/>
                </a:lnTo>
                <a:lnTo>
                  <a:pt x="91181" y="383507"/>
                </a:lnTo>
                <a:close/>
                <a:moveTo>
                  <a:pt x="1806" y="469705"/>
                </a:moveTo>
                <a:lnTo>
                  <a:pt x="3201" y="470782"/>
                </a:lnTo>
                <a:lnTo>
                  <a:pt x="1108" y="470243"/>
                </a:lnTo>
                <a:close/>
                <a:moveTo>
                  <a:pt x="102082" y="164177"/>
                </a:moveTo>
                <a:lnTo>
                  <a:pt x="104272" y="164518"/>
                </a:lnTo>
                <a:lnTo>
                  <a:pt x="100987" y="164348"/>
                </a:lnTo>
                <a:close/>
                <a:moveTo>
                  <a:pt x="122842" y="203405"/>
                </a:moveTo>
                <a:lnTo>
                  <a:pt x="124214" y="204776"/>
                </a:lnTo>
                <a:lnTo>
                  <a:pt x="122155" y="204090"/>
                </a:lnTo>
                <a:close/>
                <a:moveTo>
                  <a:pt x="92010" y="316781"/>
                </a:moveTo>
                <a:lnTo>
                  <a:pt x="93004" y="317164"/>
                </a:lnTo>
                <a:lnTo>
                  <a:pt x="91513" y="316973"/>
                </a:lnTo>
                <a:close/>
                <a:moveTo>
                  <a:pt x="27743" y="41242"/>
                </a:moveTo>
                <a:lnTo>
                  <a:pt x="29007" y="42579"/>
                </a:lnTo>
                <a:lnTo>
                  <a:pt x="27111" y="41910"/>
                </a:lnTo>
                <a:close/>
                <a:moveTo>
                  <a:pt x="93549" y="391549"/>
                </a:moveTo>
                <a:lnTo>
                  <a:pt x="94694" y="393243"/>
                </a:lnTo>
                <a:lnTo>
                  <a:pt x="92977" y="392396"/>
                </a:lnTo>
                <a:close/>
                <a:moveTo>
                  <a:pt x="108850" y="142546"/>
                </a:moveTo>
                <a:lnTo>
                  <a:pt x="110333" y="142995"/>
                </a:lnTo>
                <a:lnTo>
                  <a:pt x="108108" y="142770"/>
                </a:lnTo>
                <a:close/>
                <a:moveTo>
                  <a:pt x="90069" y="6687"/>
                </a:moveTo>
                <a:lnTo>
                  <a:pt x="90920" y="7432"/>
                </a:lnTo>
                <a:lnTo>
                  <a:pt x="89643" y="7059"/>
                </a:lnTo>
                <a:close/>
                <a:moveTo>
                  <a:pt x="124682" y="193829"/>
                </a:moveTo>
                <a:lnTo>
                  <a:pt x="126531" y="195174"/>
                </a:lnTo>
                <a:lnTo>
                  <a:pt x="123758" y="194502"/>
                </a:lnTo>
                <a:close/>
                <a:moveTo>
                  <a:pt x="22300" y="369637"/>
                </a:moveTo>
                <a:lnTo>
                  <a:pt x="24226" y="370930"/>
                </a:lnTo>
                <a:lnTo>
                  <a:pt x="21338" y="370284"/>
                </a:lnTo>
                <a:close/>
                <a:moveTo>
                  <a:pt x="114034" y="50423"/>
                </a:moveTo>
                <a:lnTo>
                  <a:pt x="115706" y="51435"/>
                </a:lnTo>
                <a:lnTo>
                  <a:pt x="113198" y="50929"/>
                </a:lnTo>
                <a:close/>
                <a:moveTo>
                  <a:pt x="70598" y="65550"/>
                </a:moveTo>
                <a:lnTo>
                  <a:pt x="71230" y="66229"/>
                </a:lnTo>
                <a:lnTo>
                  <a:pt x="70282" y="65890"/>
                </a:lnTo>
                <a:close/>
                <a:moveTo>
                  <a:pt x="75117" y="137737"/>
                </a:moveTo>
                <a:lnTo>
                  <a:pt x="76914" y="139226"/>
                </a:lnTo>
                <a:lnTo>
                  <a:pt x="74218" y="138481"/>
                </a:lnTo>
                <a:close/>
                <a:moveTo>
                  <a:pt x="74779" y="280385"/>
                </a:moveTo>
                <a:lnTo>
                  <a:pt x="75507" y="281704"/>
                </a:lnTo>
                <a:lnTo>
                  <a:pt x="74415" y="281044"/>
                </a:lnTo>
                <a:close/>
                <a:moveTo>
                  <a:pt x="63163" y="295904"/>
                </a:moveTo>
                <a:lnTo>
                  <a:pt x="64657" y="297217"/>
                </a:lnTo>
                <a:lnTo>
                  <a:pt x="62417" y="296560"/>
                </a:lnTo>
                <a:close/>
                <a:moveTo>
                  <a:pt x="65195" y="265638"/>
                </a:moveTo>
                <a:lnTo>
                  <a:pt x="65575" y="266115"/>
                </a:lnTo>
                <a:lnTo>
                  <a:pt x="65005" y="265876"/>
                </a:lnTo>
                <a:close/>
                <a:moveTo>
                  <a:pt x="65464" y="327806"/>
                </a:moveTo>
                <a:lnTo>
                  <a:pt x="66636" y="329105"/>
                </a:lnTo>
                <a:lnTo>
                  <a:pt x="64878" y="328456"/>
                </a:lnTo>
                <a:close/>
                <a:moveTo>
                  <a:pt x="73413" y="254475"/>
                </a:moveTo>
                <a:lnTo>
                  <a:pt x="74126" y="254823"/>
                </a:lnTo>
                <a:lnTo>
                  <a:pt x="73056" y="254649"/>
                </a:lnTo>
                <a:close/>
                <a:moveTo>
                  <a:pt x="98128" y="79060"/>
                </a:moveTo>
                <a:lnTo>
                  <a:pt x="99440" y="80268"/>
                </a:lnTo>
                <a:lnTo>
                  <a:pt x="97472" y="79664"/>
                </a:lnTo>
                <a:close/>
                <a:moveTo>
                  <a:pt x="134429" y="355902"/>
                </a:moveTo>
                <a:lnTo>
                  <a:pt x="135359" y="356702"/>
                </a:lnTo>
                <a:lnTo>
                  <a:pt x="133964" y="356302"/>
                </a:lnTo>
                <a:close/>
                <a:moveTo>
                  <a:pt x="87627" y="46283"/>
                </a:moveTo>
                <a:lnTo>
                  <a:pt x="88167" y="47475"/>
                </a:lnTo>
                <a:lnTo>
                  <a:pt x="87358" y="46879"/>
                </a:lnTo>
                <a:close/>
                <a:moveTo>
                  <a:pt x="76336" y="73716"/>
                </a:moveTo>
                <a:lnTo>
                  <a:pt x="76855" y="74692"/>
                </a:lnTo>
                <a:lnTo>
                  <a:pt x="76076" y="74204"/>
                </a:lnTo>
                <a:close/>
                <a:moveTo>
                  <a:pt x="137341" y="381545"/>
                </a:moveTo>
                <a:lnTo>
                  <a:pt x="137760" y="382837"/>
                </a:lnTo>
                <a:lnTo>
                  <a:pt x="137131" y="382191"/>
                </a:lnTo>
                <a:close/>
                <a:moveTo>
                  <a:pt x="6944" y="215577"/>
                </a:moveTo>
                <a:lnTo>
                  <a:pt x="7885" y="216555"/>
                </a:lnTo>
                <a:lnTo>
                  <a:pt x="6473" y="216066"/>
                </a:lnTo>
                <a:close/>
                <a:moveTo>
                  <a:pt x="118498" y="333519"/>
                </a:moveTo>
                <a:lnTo>
                  <a:pt x="120327" y="334547"/>
                </a:lnTo>
                <a:lnTo>
                  <a:pt x="117583" y="334033"/>
                </a:lnTo>
                <a:close/>
                <a:moveTo>
                  <a:pt x="125462" y="41226"/>
                </a:moveTo>
                <a:lnTo>
                  <a:pt x="126324" y="42888"/>
                </a:lnTo>
                <a:lnTo>
                  <a:pt x="125030" y="42057"/>
                </a:lnTo>
                <a:close/>
                <a:moveTo>
                  <a:pt x="98785" y="33865"/>
                </a:moveTo>
                <a:lnTo>
                  <a:pt x="99725" y="35419"/>
                </a:lnTo>
                <a:lnTo>
                  <a:pt x="98315" y="34642"/>
                </a:lnTo>
                <a:close/>
                <a:moveTo>
                  <a:pt x="112462" y="407213"/>
                </a:moveTo>
                <a:lnTo>
                  <a:pt x="114383" y="408476"/>
                </a:lnTo>
                <a:lnTo>
                  <a:pt x="111501" y="407844"/>
                </a:lnTo>
                <a:close/>
                <a:moveTo>
                  <a:pt x="142318" y="392606"/>
                </a:moveTo>
                <a:lnTo>
                  <a:pt x="142926" y="393639"/>
                </a:lnTo>
                <a:lnTo>
                  <a:pt x="142014" y="393122"/>
                </a:lnTo>
                <a:close/>
                <a:moveTo>
                  <a:pt x="81150" y="227764"/>
                </a:moveTo>
                <a:lnTo>
                  <a:pt x="81603" y="228211"/>
                </a:lnTo>
                <a:lnTo>
                  <a:pt x="80924" y="227988"/>
                </a:lnTo>
                <a:close/>
                <a:moveTo>
                  <a:pt x="84673" y="272389"/>
                </a:moveTo>
                <a:lnTo>
                  <a:pt x="85812" y="273194"/>
                </a:lnTo>
                <a:lnTo>
                  <a:pt x="84104" y="272792"/>
                </a:lnTo>
                <a:close/>
                <a:moveTo>
                  <a:pt x="75147" y="445996"/>
                </a:moveTo>
                <a:lnTo>
                  <a:pt x="75975" y="447749"/>
                </a:lnTo>
                <a:lnTo>
                  <a:pt x="74733" y="446872"/>
                </a:lnTo>
                <a:close/>
                <a:moveTo>
                  <a:pt x="123963" y="118747"/>
                </a:moveTo>
                <a:lnTo>
                  <a:pt x="124879" y="120351"/>
                </a:lnTo>
                <a:lnTo>
                  <a:pt x="123505" y="119549"/>
                </a:lnTo>
                <a:close/>
                <a:moveTo>
                  <a:pt x="123786" y="455908"/>
                </a:moveTo>
                <a:lnTo>
                  <a:pt x="124577" y="456534"/>
                </a:lnTo>
                <a:lnTo>
                  <a:pt x="123391" y="456221"/>
                </a:lnTo>
                <a:close/>
                <a:moveTo>
                  <a:pt x="15196" y="214764"/>
                </a:moveTo>
                <a:lnTo>
                  <a:pt x="16278" y="216353"/>
                </a:lnTo>
                <a:lnTo>
                  <a:pt x="14655" y="215558"/>
                </a:lnTo>
                <a:close/>
                <a:moveTo>
                  <a:pt x="108468" y="219236"/>
                </a:moveTo>
                <a:lnTo>
                  <a:pt x="110640" y="219895"/>
                </a:lnTo>
                <a:lnTo>
                  <a:pt x="107383" y="219566"/>
                </a:lnTo>
                <a:close/>
                <a:moveTo>
                  <a:pt x="41112" y="336234"/>
                </a:moveTo>
                <a:lnTo>
                  <a:pt x="42484" y="337303"/>
                </a:lnTo>
                <a:lnTo>
                  <a:pt x="40425" y="336768"/>
                </a:lnTo>
                <a:close/>
                <a:moveTo>
                  <a:pt x="38254" y="418079"/>
                </a:moveTo>
                <a:lnTo>
                  <a:pt x="39082" y="419837"/>
                </a:lnTo>
                <a:lnTo>
                  <a:pt x="37840" y="418958"/>
                </a:lnTo>
                <a:close/>
                <a:moveTo>
                  <a:pt x="45071" y="20134"/>
                </a:moveTo>
                <a:lnTo>
                  <a:pt x="46164" y="21670"/>
                </a:lnTo>
                <a:lnTo>
                  <a:pt x="44524" y="20902"/>
                </a:lnTo>
                <a:close/>
                <a:moveTo>
                  <a:pt x="105863" y="159628"/>
                </a:moveTo>
                <a:lnTo>
                  <a:pt x="107742" y="160331"/>
                </a:lnTo>
                <a:lnTo>
                  <a:pt x="104924" y="159980"/>
                </a:lnTo>
                <a:close/>
                <a:moveTo>
                  <a:pt x="60546" y="358776"/>
                </a:moveTo>
                <a:lnTo>
                  <a:pt x="61030" y="360540"/>
                </a:lnTo>
                <a:lnTo>
                  <a:pt x="60303" y="359658"/>
                </a:lnTo>
                <a:close/>
                <a:moveTo>
                  <a:pt x="54096" y="29548"/>
                </a:moveTo>
                <a:lnTo>
                  <a:pt x="56155" y="30166"/>
                </a:lnTo>
                <a:lnTo>
                  <a:pt x="53067" y="29857"/>
                </a:lnTo>
                <a:close/>
                <a:moveTo>
                  <a:pt x="70579" y="213101"/>
                </a:moveTo>
                <a:lnTo>
                  <a:pt x="72535" y="214227"/>
                </a:lnTo>
                <a:lnTo>
                  <a:pt x="69601" y="213664"/>
                </a:lnTo>
                <a:close/>
                <a:moveTo>
                  <a:pt x="85733" y="148331"/>
                </a:moveTo>
                <a:lnTo>
                  <a:pt x="86362" y="148859"/>
                </a:lnTo>
                <a:lnTo>
                  <a:pt x="85418" y="148595"/>
                </a:lnTo>
                <a:close/>
                <a:moveTo>
                  <a:pt x="47280" y="169969"/>
                </a:moveTo>
                <a:lnTo>
                  <a:pt x="47715" y="170359"/>
                </a:lnTo>
                <a:lnTo>
                  <a:pt x="47062" y="170164"/>
                </a:lnTo>
                <a:close/>
                <a:moveTo>
                  <a:pt x="42964" y="27013"/>
                </a:moveTo>
                <a:lnTo>
                  <a:pt x="44166" y="27660"/>
                </a:lnTo>
                <a:lnTo>
                  <a:pt x="42363" y="27337"/>
                </a:lnTo>
                <a:close/>
                <a:moveTo>
                  <a:pt x="11264" y="462515"/>
                </a:moveTo>
                <a:lnTo>
                  <a:pt x="12078" y="463344"/>
                </a:lnTo>
                <a:lnTo>
                  <a:pt x="10858" y="462929"/>
                </a:lnTo>
                <a:close/>
                <a:moveTo>
                  <a:pt x="80812" y="194306"/>
                </a:moveTo>
                <a:lnTo>
                  <a:pt x="82299" y="195756"/>
                </a:lnTo>
                <a:lnTo>
                  <a:pt x="80068" y="195031"/>
                </a:lnTo>
                <a:close/>
                <a:moveTo>
                  <a:pt x="124479" y="443689"/>
                </a:moveTo>
                <a:lnTo>
                  <a:pt x="124992" y="445235"/>
                </a:lnTo>
                <a:lnTo>
                  <a:pt x="124222" y="444462"/>
                </a:lnTo>
                <a:close/>
                <a:moveTo>
                  <a:pt x="50507" y="324047"/>
                </a:moveTo>
                <a:lnTo>
                  <a:pt x="51443" y="325122"/>
                </a:lnTo>
                <a:lnTo>
                  <a:pt x="50039" y="324585"/>
                </a:lnTo>
                <a:close/>
                <a:moveTo>
                  <a:pt x="42115" y="203054"/>
                </a:moveTo>
                <a:lnTo>
                  <a:pt x="44206" y="204505"/>
                </a:lnTo>
                <a:lnTo>
                  <a:pt x="41070" y="203779"/>
                </a:lnTo>
                <a:close/>
                <a:moveTo>
                  <a:pt x="96714" y="241748"/>
                </a:moveTo>
                <a:lnTo>
                  <a:pt x="98351" y="243179"/>
                </a:lnTo>
                <a:lnTo>
                  <a:pt x="95895" y="242463"/>
                </a:lnTo>
                <a:close/>
                <a:moveTo>
                  <a:pt x="75500" y="186924"/>
                </a:moveTo>
                <a:lnTo>
                  <a:pt x="77429" y="187979"/>
                </a:lnTo>
                <a:lnTo>
                  <a:pt x="74536" y="187451"/>
                </a:lnTo>
                <a:close/>
                <a:moveTo>
                  <a:pt x="51861" y="135277"/>
                </a:moveTo>
                <a:lnTo>
                  <a:pt x="53372" y="136681"/>
                </a:lnTo>
                <a:lnTo>
                  <a:pt x="51106" y="135979"/>
                </a:lnTo>
                <a:close/>
                <a:moveTo>
                  <a:pt x="58495" y="367680"/>
                </a:moveTo>
                <a:lnTo>
                  <a:pt x="60357" y="368258"/>
                </a:lnTo>
                <a:lnTo>
                  <a:pt x="57564" y="367969"/>
                </a:lnTo>
                <a:close/>
                <a:moveTo>
                  <a:pt x="66546" y="340503"/>
                </a:moveTo>
                <a:lnTo>
                  <a:pt x="68132" y="340902"/>
                </a:lnTo>
                <a:lnTo>
                  <a:pt x="65753" y="340703"/>
                </a:lnTo>
                <a:close/>
                <a:moveTo>
                  <a:pt x="20891" y="150743"/>
                </a:moveTo>
                <a:lnTo>
                  <a:pt x="22707" y="152035"/>
                </a:lnTo>
                <a:lnTo>
                  <a:pt x="19984" y="151389"/>
                </a:lnTo>
                <a:close/>
                <a:moveTo>
                  <a:pt x="135885" y="62111"/>
                </a:moveTo>
                <a:lnTo>
                  <a:pt x="136244" y="63741"/>
                </a:lnTo>
                <a:lnTo>
                  <a:pt x="135705" y="62926"/>
                </a:lnTo>
                <a:close/>
                <a:moveTo>
                  <a:pt x="120790" y="389295"/>
                </a:moveTo>
                <a:lnTo>
                  <a:pt x="122594" y="390302"/>
                </a:lnTo>
                <a:lnTo>
                  <a:pt x="119888" y="389799"/>
                </a:lnTo>
                <a:close/>
                <a:moveTo>
                  <a:pt x="51314" y="68595"/>
                </a:moveTo>
                <a:lnTo>
                  <a:pt x="52021" y="69693"/>
                </a:lnTo>
                <a:lnTo>
                  <a:pt x="50960" y="69144"/>
                </a:lnTo>
                <a:close/>
                <a:moveTo>
                  <a:pt x="44793" y="319675"/>
                </a:moveTo>
                <a:lnTo>
                  <a:pt x="46740" y="320722"/>
                </a:lnTo>
                <a:lnTo>
                  <a:pt x="43820" y="320198"/>
                </a:lnTo>
                <a:close/>
                <a:moveTo>
                  <a:pt x="72421" y="219292"/>
                </a:moveTo>
                <a:lnTo>
                  <a:pt x="73154" y="219775"/>
                </a:lnTo>
                <a:lnTo>
                  <a:pt x="72055" y="219534"/>
                </a:lnTo>
                <a:close/>
                <a:moveTo>
                  <a:pt x="34469" y="33416"/>
                </a:moveTo>
                <a:lnTo>
                  <a:pt x="34849" y="34715"/>
                </a:lnTo>
                <a:lnTo>
                  <a:pt x="34278" y="34066"/>
                </a:lnTo>
                <a:close/>
                <a:moveTo>
                  <a:pt x="98364" y="128791"/>
                </a:moveTo>
                <a:lnTo>
                  <a:pt x="98877" y="129934"/>
                </a:lnTo>
                <a:lnTo>
                  <a:pt x="98108" y="129362"/>
                </a:lnTo>
                <a:close/>
                <a:moveTo>
                  <a:pt x="75863" y="28252"/>
                </a:moveTo>
                <a:lnTo>
                  <a:pt x="77298" y="29939"/>
                </a:lnTo>
                <a:lnTo>
                  <a:pt x="75145" y="29095"/>
                </a:lnTo>
                <a:close/>
                <a:moveTo>
                  <a:pt x="88776" y="411662"/>
                </a:moveTo>
                <a:lnTo>
                  <a:pt x="90411" y="412904"/>
                </a:lnTo>
                <a:lnTo>
                  <a:pt x="87959" y="412283"/>
                </a:lnTo>
                <a:close/>
                <a:moveTo>
                  <a:pt x="107399" y="384162"/>
                </a:moveTo>
                <a:lnTo>
                  <a:pt x="109174" y="385958"/>
                </a:lnTo>
                <a:lnTo>
                  <a:pt x="106512" y="385060"/>
                </a:lnTo>
                <a:close/>
                <a:moveTo>
                  <a:pt x="11326" y="185009"/>
                </a:moveTo>
                <a:lnTo>
                  <a:pt x="12789" y="186315"/>
                </a:lnTo>
                <a:lnTo>
                  <a:pt x="10595" y="185662"/>
                </a:lnTo>
                <a:close/>
                <a:moveTo>
                  <a:pt x="68872" y="144793"/>
                </a:moveTo>
                <a:lnTo>
                  <a:pt x="70357" y="146113"/>
                </a:lnTo>
                <a:lnTo>
                  <a:pt x="68129" y="145453"/>
                </a:lnTo>
                <a:close/>
                <a:moveTo>
                  <a:pt x="91877" y="12061"/>
                </a:moveTo>
                <a:lnTo>
                  <a:pt x="93064" y="13138"/>
                </a:lnTo>
                <a:lnTo>
                  <a:pt x="91284" y="12600"/>
                </a:lnTo>
                <a:close/>
                <a:moveTo>
                  <a:pt x="132746" y="160765"/>
                </a:moveTo>
                <a:lnTo>
                  <a:pt x="133543" y="162156"/>
                </a:lnTo>
                <a:lnTo>
                  <a:pt x="132347" y="161461"/>
                </a:lnTo>
                <a:close/>
                <a:moveTo>
                  <a:pt x="4267" y="336059"/>
                </a:moveTo>
                <a:lnTo>
                  <a:pt x="6323" y="336527"/>
                </a:lnTo>
                <a:lnTo>
                  <a:pt x="3239" y="336293"/>
                </a:lnTo>
                <a:close/>
                <a:moveTo>
                  <a:pt x="40977" y="141194"/>
                </a:moveTo>
                <a:lnTo>
                  <a:pt x="42628" y="141640"/>
                </a:lnTo>
                <a:lnTo>
                  <a:pt x="40152" y="141417"/>
                </a:lnTo>
                <a:close/>
                <a:moveTo>
                  <a:pt x="24164" y="398203"/>
                </a:moveTo>
                <a:lnTo>
                  <a:pt x="26253" y="399618"/>
                </a:lnTo>
                <a:lnTo>
                  <a:pt x="23120" y="398910"/>
                </a:lnTo>
                <a:close/>
                <a:moveTo>
                  <a:pt x="47355" y="403304"/>
                </a:moveTo>
                <a:lnTo>
                  <a:pt x="49207" y="404918"/>
                </a:lnTo>
                <a:lnTo>
                  <a:pt x="46429" y="404111"/>
                </a:lnTo>
                <a:close/>
                <a:moveTo>
                  <a:pt x="47281" y="63385"/>
                </a:moveTo>
                <a:lnTo>
                  <a:pt x="49030" y="64048"/>
                </a:lnTo>
                <a:lnTo>
                  <a:pt x="46406" y="63716"/>
                </a:lnTo>
                <a:close/>
                <a:moveTo>
                  <a:pt x="127514" y="226783"/>
                </a:moveTo>
                <a:lnTo>
                  <a:pt x="128428" y="228088"/>
                </a:lnTo>
                <a:lnTo>
                  <a:pt x="127057" y="227436"/>
                </a:lnTo>
                <a:close/>
                <a:moveTo>
                  <a:pt x="35466" y="346702"/>
                </a:moveTo>
                <a:lnTo>
                  <a:pt x="37314" y="347251"/>
                </a:lnTo>
                <a:lnTo>
                  <a:pt x="34543" y="346976"/>
                </a:lnTo>
                <a:close/>
                <a:moveTo>
                  <a:pt x="113608" y="144783"/>
                </a:moveTo>
                <a:lnTo>
                  <a:pt x="115255" y="145783"/>
                </a:lnTo>
                <a:lnTo>
                  <a:pt x="112784" y="145283"/>
                </a:lnTo>
                <a:close/>
                <a:moveTo>
                  <a:pt x="13686" y="261134"/>
                </a:moveTo>
                <a:lnTo>
                  <a:pt x="14153" y="261543"/>
                </a:lnTo>
                <a:lnTo>
                  <a:pt x="13452" y="261338"/>
                </a:lnTo>
                <a:close/>
                <a:moveTo>
                  <a:pt x="115167" y="90573"/>
                </a:moveTo>
                <a:lnTo>
                  <a:pt x="117088" y="91441"/>
                </a:lnTo>
                <a:lnTo>
                  <a:pt x="114206" y="91007"/>
                </a:lnTo>
                <a:close/>
                <a:moveTo>
                  <a:pt x="41092" y="332739"/>
                </a:moveTo>
                <a:lnTo>
                  <a:pt x="43042" y="333109"/>
                </a:lnTo>
                <a:lnTo>
                  <a:pt x="40117" y="332924"/>
                </a:lnTo>
                <a:close/>
                <a:moveTo>
                  <a:pt x="7364" y="25769"/>
                </a:moveTo>
                <a:lnTo>
                  <a:pt x="9500" y="26354"/>
                </a:lnTo>
                <a:lnTo>
                  <a:pt x="6296" y="26061"/>
                </a:lnTo>
                <a:close/>
                <a:moveTo>
                  <a:pt x="142200" y="257491"/>
                </a:moveTo>
                <a:lnTo>
                  <a:pt x="142647" y="258158"/>
                </a:lnTo>
                <a:lnTo>
                  <a:pt x="141976" y="257825"/>
                </a:lnTo>
                <a:close/>
                <a:moveTo>
                  <a:pt x="120838" y="367978"/>
                </a:moveTo>
                <a:lnTo>
                  <a:pt x="123023" y="369459"/>
                </a:lnTo>
                <a:lnTo>
                  <a:pt x="119745" y="368718"/>
                </a:lnTo>
                <a:close/>
                <a:moveTo>
                  <a:pt x="56368" y="424932"/>
                </a:moveTo>
                <a:lnTo>
                  <a:pt x="57880" y="425738"/>
                </a:lnTo>
                <a:lnTo>
                  <a:pt x="55612" y="425335"/>
                </a:lnTo>
                <a:close/>
                <a:moveTo>
                  <a:pt x="139961" y="232821"/>
                </a:moveTo>
                <a:lnTo>
                  <a:pt x="141649" y="233435"/>
                </a:lnTo>
                <a:lnTo>
                  <a:pt x="139116" y="233128"/>
                </a:lnTo>
                <a:close/>
                <a:moveTo>
                  <a:pt x="34898" y="104194"/>
                </a:moveTo>
                <a:lnTo>
                  <a:pt x="36691" y="104953"/>
                </a:lnTo>
                <a:lnTo>
                  <a:pt x="34002" y="104573"/>
                </a:lnTo>
                <a:close/>
                <a:moveTo>
                  <a:pt x="18881" y="187206"/>
                </a:moveTo>
                <a:lnTo>
                  <a:pt x="20202" y="188684"/>
                </a:lnTo>
                <a:lnTo>
                  <a:pt x="18220" y="187945"/>
                </a:lnTo>
                <a:close/>
                <a:moveTo>
                  <a:pt x="4299" y="233260"/>
                </a:moveTo>
                <a:lnTo>
                  <a:pt x="5361" y="234076"/>
                </a:lnTo>
                <a:lnTo>
                  <a:pt x="3768" y="233668"/>
                </a:lnTo>
                <a:close/>
                <a:moveTo>
                  <a:pt x="64280" y="239466"/>
                </a:moveTo>
                <a:lnTo>
                  <a:pt x="66388" y="240320"/>
                </a:lnTo>
                <a:lnTo>
                  <a:pt x="63226" y="239893"/>
                </a:lnTo>
                <a:close/>
                <a:moveTo>
                  <a:pt x="6657" y="113803"/>
                </a:moveTo>
                <a:lnTo>
                  <a:pt x="8537" y="115079"/>
                </a:lnTo>
                <a:lnTo>
                  <a:pt x="5717" y="114441"/>
                </a:lnTo>
                <a:close/>
                <a:moveTo>
                  <a:pt x="36808" y="390039"/>
                </a:moveTo>
                <a:lnTo>
                  <a:pt x="37564" y="390635"/>
                </a:lnTo>
                <a:lnTo>
                  <a:pt x="36430" y="390337"/>
                </a:lnTo>
                <a:close/>
                <a:moveTo>
                  <a:pt x="12943" y="108868"/>
                </a:moveTo>
                <a:lnTo>
                  <a:pt x="13742" y="110039"/>
                </a:lnTo>
                <a:lnTo>
                  <a:pt x="12544" y="109454"/>
                </a:lnTo>
                <a:close/>
                <a:moveTo>
                  <a:pt x="124698" y="378084"/>
                </a:moveTo>
                <a:lnTo>
                  <a:pt x="125718" y="379720"/>
                </a:lnTo>
                <a:lnTo>
                  <a:pt x="124188" y="378902"/>
                </a:lnTo>
                <a:close/>
                <a:moveTo>
                  <a:pt x="127395" y="99090"/>
                </a:moveTo>
                <a:lnTo>
                  <a:pt x="127831" y="99541"/>
                </a:lnTo>
                <a:lnTo>
                  <a:pt x="127176" y="99316"/>
                </a:lnTo>
                <a:close/>
                <a:moveTo>
                  <a:pt x="91186" y="318312"/>
                </a:moveTo>
                <a:lnTo>
                  <a:pt x="92308" y="319556"/>
                </a:lnTo>
                <a:lnTo>
                  <a:pt x="90626" y="318934"/>
                </a:lnTo>
                <a:close/>
                <a:moveTo>
                  <a:pt x="140960" y="214533"/>
                </a:moveTo>
                <a:lnTo>
                  <a:pt x="141562" y="216232"/>
                </a:lnTo>
                <a:lnTo>
                  <a:pt x="140658" y="215382"/>
                </a:lnTo>
                <a:close/>
                <a:moveTo>
                  <a:pt x="36894" y="23026"/>
                </a:moveTo>
                <a:lnTo>
                  <a:pt x="38161" y="24253"/>
                </a:lnTo>
                <a:lnTo>
                  <a:pt x="36260" y="23639"/>
                </a:lnTo>
                <a:close/>
                <a:moveTo>
                  <a:pt x="31499" y="428160"/>
                </a:moveTo>
                <a:lnTo>
                  <a:pt x="32428" y="429294"/>
                </a:lnTo>
                <a:lnTo>
                  <a:pt x="31035" y="428727"/>
                </a:lnTo>
                <a:close/>
                <a:moveTo>
                  <a:pt x="99961" y="351235"/>
                </a:moveTo>
                <a:lnTo>
                  <a:pt x="101109" y="352378"/>
                </a:lnTo>
                <a:lnTo>
                  <a:pt x="99388" y="351807"/>
                </a:lnTo>
                <a:close/>
                <a:moveTo>
                  <a:pt x="91490" y="87607"/>
                </a:moveTo>
                <a:lnTo>
                  <a:pt x="92090" y="88750"/>
                </a:lnTo>
                <a:lnTo>
                  <a:pt x="91190" y="88178"/>
                </a:lnTo>
                <a:close/>
                <a:moveTo>
                  <a:pt x="57015" y="434710"/>
                </a:moveTo>
                <a:lnTo>
                  <a:pt x="57446" y="436239"/>
                </a:lnTo>
                <a:lnTo>
                  <a:pt x="56800" y="435475"/>
                </a:lnTo>
                <a:close/>
                <a:moveTo>
                  <a:pt x="70074" y="334104"/>
                </a:moveTo>
                <a:lnTo>
                  <a:pt x="71470" y="335737"/>
                </a:lnTo>
                <a:lnTo>
                  <a:pt x="69375" y="334921"/>
                </a:lnTo>
                <a:close/>
                <a:moveTo>
                  <a:pt x="70433" y="425685"/>
                </a:moveTo>
                <a:lnTo>
                  <a:pt x="72492" y="426241"/>
                </a:lnTo>
                <a:lnTo>
                  <a:pt x="69403" y="425963"/>
                </a:lnTo>
                <a:close/>
                <a:moveTo>
                  <a:pt x="16212" y="20461"/>
                </a:moveTo>
                <a:lnTo>
                  <a:pt x="18117" y="20866"/>
                </a:lnTo>
                <a:lnTo>
                  <a:pt x="15260" y="20663"/>
                </a:lnTo>
                <a:close/>
                <a:moveTo>
                  <a:pt x="61942" y="25816"/>
                </a:moveTo>
                <a:lnTo>
                  <a:pt x="63859" y="26900"/>
                </a:lnTo>
                <a:lnTo>
                  <a:pt x="60983" y="26358"/>
                </a:lnTo>
                <a:close/>
                <a:moveTo>
                  <a:pt x="23316" y="147089"/>
                </a:moveTo>
                <a:lnTo>
                  <a:pt x="23869" y="147940"/>
                </a:lnTo>
                <a:lnTo>
                  <a:pt x="23039" y="147514"/>
                </a:lnTo>
                <a:close/>
                <a:moveTo>
                  <a:pt x="73031" y="120689"/>
                </a:moveTo>
                <a:lnTo>
                  <a:pt x="74773" y="121967"/>
                </a:lnTo>
                <a:lnTo>
                  <a:pt x="72160" y="121328"/>
                </a:lnTo>
                <a:close/>
                <a:moveTo>
                  <a:pt x="128723" y="254144"/>
                </a:moveTo>
                <a:lnTo>
                  <a:pt x="129383" y="254914"/>
                </a:lnTo>
                <a:lnTo>
                  <a:pt x="128392" y="254529"/>
                </a:lnTo>
                <a:close/>
                <a:moveTo>
                  <a:pt x="110239" y="276332"/>
                </a:moveTo>
                <a:lnTo>
                  <a:pt x="110776" y="277844"/>
                </a:lnTo>
                <a:lnTo>
                  <a:pt x="109970" y="277088"/>
                </a:lnTo>
                <a:close/>
                <a:moveTo>
                  <a:pt x="101423" y="254484"/>
                </a:moveTo>
                <a:lnTo>
                  <a:pt x="101920" y="255005"/>
                </a:lnTo>
                <a:lnTo>
                  <a:pt x="101174" y="254745"/>
                </a:lnTo>
                <a:close/>
                <a:moveTo>
                  <a:pt x="80443" y="162655"/>
                </a:moveTo>
                <a:lnTo>
                  <a:pt x="81827" y="163636"/>
                </a:lnTo>
                <a:lnTo>
                  <a:pt x="79751" y="163145"/>
                </a:lnTo>
                <a:close/>
                <a:moveTo>
                  <a:pt x="133617" y="420474"/>
                </a:moveTo>
                <a:lnTo>
                  <a:pt x="134585" y="420975"/>
                </a:lnTo>
                <a:lnTo>
                  <a:pt x="133133" y="420724"/>
                </a:lnTo>
                <a:close/>
                <a:moveTo>
                  <a:pt x="50772" y="241760"/>
                </a:moveTo>
                <a:lnTo>
                  <a:pt x="52120" y="243355"/>
                </a:lnTo>
                <a:lnTo>
                  <a:pt x="50098" y="242557"/>
                </a:lnTo>
                <a:close/>
                <a:moveTo>
                  <a:pt x="31821" y="464722"/>
                </a:moveTo>
                <a:lnTo>
                  <a:pt x="33931" y="465957"/>
                </a:lnTo>
                <a:lnTo>
                  <a:pt x="30766" y="465340"/>
                </a:lnTo>
                <a:close/>
                <a:moveTo>
                  <a:pt x="75851" y="295240"/>
                </a:moveTo>
                <a:lnTo>
                  <a:pt x="76915" y="296719"/>
                </a:lnTo>
                <a:lnTo>
                  <a:pt x="75319" y="295979"/>
                </a:lnTo>
                <a:close/>
                <a:moveTo>
                  <a:pt x="106784" y="408900"/>
                </a:moveTo>
                <a:lnTo>
                  <a:pt x="107530" y="409499"/>
                </a:lnTo>
                <a:lnTo>
                  <a:pt x="106411" y="409199"/>
                </a:lnTo>
                <a:close/>
                <a:moveTo>
                  <a:pt x="49721" y="71639"/>
                </a:moveTo>
                <a:lnTo>
                  <a:pt x="51672" y="73345"/>
                </a:lnTo>
                <a:lnTo>
                  <a:pt x="48746" y="72492"/>
                </a:lnTo>
                <a:close/>
                <a:moveTo>
                  <a:pt x="24817" y="329047"/>
                </a:moveTo>
                <a:lnTo>
                  <a:pt x="26599" y="330018"/>
                </a:lnTo>
                <a:lnTo>
                  <a:pt x="23926" y="329533"/>
                </a:lnTo>
                <a:close/>
                <a:moveTo>
                  <a:pt x="99070" y="453942"/>
                </a:moveTo>
                <a:lnTo>
                  <a:pt x="100831" y="454578"/>
                </a:lnTo>
                <a:lnTo>
                  <a:pt x="98190" y="454260"/>
                </a:lnTo>
                <a:close/>
                <a:moveTo>
                  <a:pt x="57482" y="227576"/>
                </a:moveTo>
                <a:lnTo>
                  <a:pt x="57887" y="228313"/>
                </a:lnTo>
                <a:lnTo>
                  <a:pt x="57279" y="227944"/>
                </a:lnTo>
                <a:close/>
                <a:moveTo>
                  <a:pt x="130381" y="167093"/>
                </a:moveTo>
                <a:lnTo>
                  <a:pt x="132429" y="168335"/>
                </a:lnTo>
                <a:lnTo>
                  <a:pt x="129357" y="167714"/>
                </a:lnTo>
                <a:close/>
                <a:moveTo>
                  <a:pt x="114839" y="21553"/>
                </a:moveTo>
                <a:lnTo>
                  <a:pt x="115614" y="22583"/>
                </a:lnTo>
                <a:lnTo>
                  <a:pt x="114451" y="22068"/>
                </a:lnTo>
                <a:close/>
                <a:moveTo>
                  <a:pt x="116903" y="291750"/>
                </a:moveTo>
                <a:lnTo>
                  <a:pt x="118973" y="292982"/>
                </a:lnTo>
                <a:lnTo>
                  <a:pt x="115868" y="292366"/>
                </a:lnTo>
                <a:close/>
                <a:moveTo>
                  <a:pt x="37882" y="10202"/>
                </a:moveTo>
                <a:lnTo>
                  <a:pt x="39685" y="11121"/>
                </a:lnTo>
                <a:lnTo>
                  <a:pt x="36981" y="10662"/>
                </a:lnTo>
                <a:close/>
                <a:moveTo>
                  <a:pt x="108030" y="311760"/>
                </a:moveTo>
                <a:lnTo>
                  <a:pt x="109339" y="312750"/>
                </a:lnTo>
                <a:lnTo>
                  <a:pt x="107376" y="312255"/>
                </a:lnTo>
                <a:close/>
                <a:moveTo>
                  <a:pt x="82094" y="32576"/>
                </a:moveTo>
                <a:lnTo>
                  <a:pt x="84238" y="32902"/>
                </a:lnTo>
                <a:lnTo>
                  <a:pt x="81023" y="32739"/>
                </a:lnTo>
                <a:close/>
                <a:moveTo>
                  <a:pt x="67960" y="322955"/>
                </a:moveTo>
                <a:lnTo>
                  <a:pt x="68569" y="324521"/>
                </a:lnTo>
                <a:lnTo>
                  <a:pt x="67655" y="323738"/>
                </a:lnTo>
                <a:close/>
                <a:moveTo>
                  <a:pt x="84398" y="137208"/>
                </a:moveTo>
                <a:lnTo>
                  <a:pt x="86358" y="138240"/>
                </a:lnTo>
                <a:lnTo>
                  <a:pt x="83418" y="137724"/>
                </a:lnTo>
                <a:close/>
                <a:moveTo>
                  <a:pt x="134236" y="240078"/>
                </a:moveTo>
                <a:lnTo>
                  <a:pt x="134853" y="240757"/>
                </a:lnTo>
                <a:lnTo>
                  <a:pt x="133927" y="240418"/>
                </a:lnTo>
                <a:close/>
                <a:moveTo>
                  <a:pt x="94606" y="233871"/>
                </a:moveTo>
                <a:lnTo>
                  <a:pt x="96727" y="234672"/>
                </a:lnTo>
                <a:lnTo>
                  <a:pt x="93545" y="234272"/>
                </a:lnTo>
                <a:close/>
                <a:moveTo>
                  <a:pt x="126951" y="118903"/>
                </a:moveTo>
                <a:lnTo>
                  <a:pt x="127466" y="120301"/>
                </a:lnTo>
                <a:lnTo>
                  <a:pt x="126694" y="119602"/>
                </a:lnTo>
                <a:close/>
                <a:moveTo>
                  <a:pt x="95866" y="93497"/>
                </a:moveTo>
                <a:lnTo>
                  <a:pt x="96278" y="95164"/>
                </a:lnTo>
                <a:lnTo>
                  <a:pt x="95659" y="94331"/>
                </a:lnTo>
                <a:close/>
                <a:moveTo>
                  <a:pt x="112191" y="67508"/>
                </a:moveTo>
                <a:lnTo>
                  <a:pt x="114358" y="68395"/>
                </a:lnTo>
                <a:lnTo>
                  <a:pt x="111107" y="67952"/>
                </a:lnTo>
                <a:close/>
                <a:moveTo>
                  <a:pt x="34470" y="16694"/>
                </a:moveTo>
                <a:lnTo>
                  <a:pt x="36490" y="17108"/>
                </a:lnTo>
                <a:lnTo>
                  <a:pt x="33461" y="16901"/>
                </a:lnTo>
                <a:close/>
                <a:moveTo>
                  <a:pt x="1927" y="373549"/>
                </a:moveTo>
                <a:lnTo>
                  <a:pt x="2280" y="375275"/>
                </a:lnTo>
                <a:lnTo>
                  <a:pt x="1751" y="374412"/>
                </a:lnTo>
                <a:close/>
                <a:moveTo>
                  <a:pt x="140255" y="111475"/>
                </a:moveTo>
                <a:lnTo>
                  <a:pt x="142055" y="112030"/>
                </a:lnTo>
                <a:lnTo>
                  <a:pt x="139355" y="111753"/>
                </a:lnTo>
                <a:close/>
                <a:moveTo>
                  <a:pt x="11701" y="393690"/>
                </a:moveTo>
                <a:lnTo>
                  <a:pt x="13455" y="394794"/>
                </a:lnTo>
                <a:lnTo>
                  <a:pt x="10825" y="394242"/>
                </a:lnTo>
                <a:close/>
                <a:moveTo>
                  <a:pt x="57749" y="210517"/>
                </a:moveTo>
                <a:lnTo>
                  <a:pt x="58439" y="210997"/>
                </a:lnTo>
                <a:lnTo>
                  <a:pt x="57403" y="210757"/>
                </a:lnTo>
                <a:close/>
                <a:moveTo>
                  <a:pt x="2506" y="370733"/>
                </a:moveTo>
                <a:lnTo>
                  <a:pt x="4642" y="371350"/>
                </a:lnTo>
                <a:lnTo>
                  <a:pt x="1437" y="371041"/>
                </a:lnTo>
                <a:close/>
                <a:moveTo>
                  <a:pt x="125986" y="415351"/>
                </a:moveTo>
                <a:lnTo>
                  <a:pt x="127736" y="416024"/>
                </a:lnTo>
                <a:lnTo>
                  <a:pt x="125111" y="415687"/>
                </a:lnTo>
                <a:close/>
                <a:moveTo>
                  <a:pt x="61155" y="148324"/>
                </a:moveTo>
                <a:lnTo>
                  <a:pt x="62088" y="149285"/>
                </a:lnTo>
                <a:lnTo>
                  <a:pt x="60689" y="148805"/>
                </a:lnTo>
                <a:close/>
                <a:moveTo>
                  <a:pt x="136791" y="66600"/>
                </a:moveTo>
                <a:lnTo>
                  <a:pt x="138375" y="67677"/>
                </a:lnTo>
                <a:lnTo>
                  <a:pt x="135998" y="67139"/>
                </a:lnTo>
                <a:close/>
                <a:moveTo>
                  <a:pt x="33451" y="12184"/>
                </a:moveTo>
                <a:lnTo>
                  <a:pt x="35370" y="13516"/>
                </a:lnTo>
                <a:lnTo>
                  <a:pt x="32491" y="12850"/>
                </a:lnTo>
                <a:close/>
                <a:moveTo>
                  <a:pt x="65505" y="163607"/>
                </a:moveTo>
                <a:lnTo>
                  <a:pt x="67466" y="165066"/>
                </a:lnTo>
                <a:lnTo>
                  <a:pt x="64525" y="164336"/>
                </a:lnTo>
                <a:close/>
                <a:moveTo>
                  <a:pt x="13856" y="311173"/>
                </a:moveTo>
                <a:lnTo>
                  <a:pt x="15048" y="312019"/>
                </a:lnTo>
                <a:lnTo>
                  <a:pt x="13260" y="311596"/>
                </a:lnTo>
                <a:close/>
                <a:moveTo>
                  <a:pt x="81153" y="65650"/>
                </a:moveTo>
                <a:lnTo>
                  <a:pt x="82526" y="66393"/>
                </a:lnTo>
                <a:lnTo>
                  <a:pt x="80466" y="66021"/>
                </a:lnTo>
                <a:close/>
                <a:moveTo>
                  <a:pt x="41975" y="86723"/>
                </a:moveTo>
                <a:lnTo>
                  <a:pt x="42856" y="88179"/>
                </a:lnTo>
                <a:lnTo>
                  <a:pt x="41534" y="87451"/>
                </a:lnTo>
                <a:close/>
                <a:moveTo>
                  <a:pt x="139059" y="359271"/>
                </a:moveTo>
                <a:lnTo>
                  <a:pt x="140807" y="360900"/>
                </a:lnTo>
                <a:lnTo>
                  <a:pt x="138185" y="360086"/>
                </a:lnTo>
                <a:close/>
                <a:moveTo>
                  <a:pt x="25734" y="413074"/>
                </a:moveTo>
                <a:lnTo>
                  <a:pt x="27913" y="413918"/>
                </a:lnTo>
                <a:lnTo>
                  <a:pt x="24645" y="413496"/>
                </a:lnTo>
                <a:close/>
                <a:moveTo>
                  <a:pt x="54025" y="150216"/>
                </a:moveTo>
                <a:lnTo>
                  <a:pt x="55968" y="150973"/>
                </a:lnTo>
                <a:lnTo>
                  <a:pt x="53054" y="150594"/>
                </a:lnTo>
                <a:close/>
                <a:moveTo>
                  <a:pt x="91562" y="333790"/>
                </a:moveTo>
                <a:lnTo>
                  <a:pt x="91968" y="334278"/>
                </a:lnTo>
                <a:lnTo>
                  <a:pt x="91360" y="334034"/>
                </a:lnTo>
                <a:close/>
                <a:moveTo>
                  <a:pt x="36420" y="340172"/>
                </a:moveTo>
                <a:lnTo>
                  <a:pt x="36791" y="341488"/>
                </a:lnTo>
                <a:lnTo>
                  <a:pt x="36235" y="340830"/>
                </a:lnTo>
                <a:close/>
                <a:moveTo>
                  <a:pt x="130962" y="44656"/>
                </a:moveTo>
                <a:lnTo>
                  <a:pt x="131415" y="45770"/>
                </a:lnTo>
                <a:lnTo>
                  <a:pt x="130735" y="45213"/>
                </a:lnTo>
                <a:close/>
                <a:moveTo>
                  <a:pt x="135738" y="254638"/>
                </a:moveTo>
                <a:lnTo>
                  <a:pt x="137122" y="256434"/>
                </a:lnTo>
                <a:lnTo>
                  <a:pt x="135046" y="255536"/>
                </a:lnTo>
                <a:close/>
                <a:moveTo>
                  <a:pt x="55239" y="340511"/>
                </a:moveTo>
                <a:lnTo>
                  <a:pt x="56719" y="342278"/>
                </a:lnTo>
                <a:lnTo>
                  <a:pt x="54499" y="341394"/>
                </a:lnTo>
                <a:close/>
                <a:moveTo>
                  <a:pt x="12796" y="152134"/>
                </a:moveTo>
                <a:lnTo>
                  <a:pt x="14072" y="153763"/>
                </a:lnTo>
                <a:lnTo>
                  <a:pt x="12158" y="152948"/>
                </a:lnTo>
                <a:close/>
                <a:moveTo>
                  <a:pt x="26890" y="329312"/>
                </a:moveTo>
                <a:lnTo>
                  <a:pt x="28903" y="330258"/>
                </a:lnTo>
                <a:lnTo>
                  <a:pt x="25883" y="329785"/>
                </a:lnTo>
                <a:close/>
                <a:moveTo>
                  <a:pt x="65126" y="140387"/>
                </a:moveTo>
                <a:lnTo>
                  <a:pt x="67126" y="141789"/>
                </a:lnTo>
                <a:lnTo>
                  <a:pt x="64126" y="141088"/>
                </a:lnTo>
                <a:close/>
                <a:moveTo>
                  <a:pt x="100698" y="67269"/>
                </a:moveTo>
                <a:lnTo>
                  <a:pt x="101978" y="68776"/>
                </a:lnTo>
                <a:lnTo>
                  <a:pt x="100058" y="68023"/>
                </a:lnTo>
                <a:close/>
                <a:moveTo>
                  <a:pt x="108687" y="37029"/>
                </a:moveTo>
                <a:lnTo>
                  <a:pt x="110654" y="38596"/>
                </a:lnTo>
                <a:lnTo>
                  <a:pt x="107704" y="37812"/>
                </a:lnTo>
                <a:close/>
                <a:moveTo>
                  <a:pt x="106727" y="84561"/>
                </a:moveTo>
                <a:lnTo>
                  <a:pt x="108549" y="84971"/>
                </a:lnTo>
                <a:lnTo>
                  <a:pt x="105817" y="84766"/>
                </a:lnTo>
                <a:close/>
                <a:moveTo>
                  <a:pt x="32090" y="379003"/>
                </a:moveTo>
                <a:lnTo>
                  <a:pt x="32828" y="380578"/>
                </a:lnTo>
                <a:lnTo>
                  <a:pt x="31721" y="379791"/>
                </a:lnTo>
                <a:close/>
                <a:moveTo>
                  <a:pt x="47311" y="422560"/>
                </a:moveTo>
                <a:lnTo>
                  <a:pt x="49206" y="424147"/>
                </a:lnTo>
                <a:lnTo>
                  <a:pt x="46363" y="423354"/>
                </a:lnTo>
                <a:close/>
                <a:moveTo>
                  <a:pt x="35102" y="382141"/>
                </a:moveTo>
                <a:lnTo>
                  <a:pt x="36651" y="383029"/>
                </a:lnTo>
                <a:lnTo>
                  <a:pt x="34327" y="382585"/>
                </a:lnTo>
                <a:close/>
                <a:moveTo>
                  <a:pt x="89990" y="164003"/>
                </a:moveTo>
                <a:lnTo>
                  <a:pt x="90374" y="165295"/>
                </a:lnTo>
                <a:lnTo>
                  <a:pt x="89797" y="164649"/>
                </a:lnTo>
                <a:close/>
                <a:moveTo>
                  <a:pt x="58345" y="175590"/>
                </a:moveTo>
                <a:lnTo>
                  <a:pt x="60159" y="176102"/>
                </a:lnTo>
                <a:lnTo>
                  <a:pt x="57438" y="175846"/>
                </a:lnTo>
                <a:close/>
                <a:moveTo>
                  <a:pt x="140578" y="210534"/>
                </a:moveTo>
                <a:lnTo>
                  <a:pt x="141753" y="211220"/>
                </a:lnTo>
                <a:lnTo>
                  <a:pt x="139990" y="210877"/>
                </a:lnTo>
                <a:close/>
                <a:moveTo>
                  <a:pt x="11549" y="9761"/>
                </a:moveTo>
                <a:lnTo>
                  <a:pt x="13512" y="11045"/>
                </a:lnTo>
                <a:lnTo>
                  <a:pt x="10567" y="10403"/>
                </a:lnTo>
                <a:close/>
                <a:moveTo>
                  <a:pt x="7035" y="284108"/>
                </a:moveTo>
                <a:lnTo>
                  <a:pt x="8696" y="285811"/>
                </a:lnTo>
                <a:lnTo>
                  <a:pt x="6205" y="284959"/>
                </a:lnTo>
                <a:close/>
                <a:moveTo>
                  <a:pt x="88348" y="469408"/>
                </a:moveTo>
                <a:lnTo>
                  <a:pt x="90179" y="470678"/>
                </a:lnTo>
                <a:lnTo>
                  <a:pt x="87432" y="470043"/>
                </a:lnTo>
                <a:close/>
                <a:moveTo>
                  <a:pt x="93839" y="362669"/>
                </a:moveTo>
                <a:lnTo>
                  <a:pt x="94905" y="364431"/>
                </a:lnTo>
                <a:lnTo>
                  <a:pt x="93306" y="363550"/>
                </a:lnTo>
                <a:close/>
                <a:moveTo>
                  <a:pt x="21797" y="243106"/>
                </a:moveTo>
                <a:lnTo>
                  <a:pt x="23070" y="243816"/>
                </a:lnTo>
                <a:lnTo>
                  <a:pt x="21161" y="243461"/>
                </a:lnTo>
                <a:close/>
                <a:moveTo>
                  <a:pt x="66714" y="333919"/>
                </a:moveTo>
                <a:lnTo>
                  <a:pt x="67466" y="335326"/>
                </a:lnTo>
                <a:lnTo>
                  <a:pt x="66338" y="334622"/>
                </a:lnTo>
                <a:close/>
                <a:moveTo>
                  <a:pt x="87677" y="360448"/>
                </a:moveTo>
                <a:lnTo>
                  <a:pt x="88617" y="362155"/>
                </a:lnTo>
                <a:lnTo>
                  <a:pt x="87207" y="361302"/>
                </a:lnTo>
                <a:close/>
                <a:moveTo>
                  <a:pt x="58372" y="194196"/>
                </a:moveTo>
                <a:lnTo>
                  <a:pt x="60133" y="194751"/>
                </a:lnTo>
                <a:lnTo>
                  <a:pt x="57491" y="194474"/>
                </a:lnTo>
                <a:close/>
                <a:moveTo>
                  <a:pt x="29346" y="198184"/>
                </a:moveTo>
                <a:lnTo>
                  <a:pt x="29832" y="199417"/>
                </a:lnTo>
                <a:lnTo>
                  <a:pt x="29102" y="198800"/>
                </a:lnTo>
                <a:close/>
                <a:moveTo>
                  <a:pt x="109167" y="148520"/>
                </a:moveTo>
                <a:lnTo>
                  <a:pt x="110626" y="150255"/>
                </a:lnTo>
                <a:lnTo>
                  <a:pt x="108437" y="149387"/>
                </a:lnTo>
                <a:close/>
                <a:moveTo>
                  <a:pt x="111389" y="388717"/>
                </a:moveTo>
                <a:lnTo>
                  <a:pt x="113266" y="389274"/>
                </a:lnTo>
                <a:lnTo>
                  <a:pt x="110451" y="388995"/>
                </a:lnTo>
                <a:close/>
                <a:moveTo>
                  <a:pt x="105638" y="356279"/>
                </a:moveTo>
                <a:lnTo>
                  <a:pt x="106959" y="357105"/>
                </a:lnTo>
                <a:lnTo>
                  <a:pt x="104978" y="356692"/>
                </a:lnTo>
                <a:close/>
                <a:moveTo>
                  <a:pt x="131562" y="303274"/>
                </a:moveTo>
                <a:lnTo>
                  <a:pt x="132117" y="304057"/>
                </a:lnTo>
                <a:lnTo>
                  <a:pt x="131284" y="303665"/>
                </a:lnTo>
                <a:close/>
                <a:moveTo>
                  <a:pt x="139279" y="231368"/>
                </a:moveTo>
                <a:lnTo>
                  <a:pt x="141268" y="232935"/>
                </a:lnTo>
                <a:lnTo>
                  <a:pt x="138284" y="232152"/>
                </a:lnTo>
                <a:close/>
                <a:moveTo>
                  <a:pt x="133038" y="142465"/>
                </a:moveTo>
                <a:lnTo>
                  <a:pt x="133971" y="143433"/>
                </a:lnTo>
                <a:lnTo>
                  <a:pt x="132571" y="142949"/>
                </a:lnTo>
                <a:close/>
                <a:moveTo>
                  <a:pt x="91916" y="132527"/>
                </a:moveTo>
                <a:lnTo>
                  <a:pt x="93202" y="132861"/>
                </a:lnTo>
                <a:lnTo>
                  <a:pt x="91273" y="132694"/>
                </a:lnTo>
                <a:close/>
                <a:moveTo>
                  <a:pt x="103505" y="12584"/>
                </a:moveTo>
                <a:lnTo>
                  <a:pt x="105649" y="13098"/>
                </a:lnTo>
                <a:lnTo>
                  <a:pt x="102433" y="12841"/>
                </a:lnTo>
                <a:close/>
                <a:moveTo>
                  <a:pt x="47884" y="406713"/>
                </a:moveTo>
                <a:lnTo>
                  <a:pt x="48997" y="408457"/>
                </a:lnTo>
                <a:lnTo>
                  <a:pt x="47328" y="407585"/>
                </a:lnTo>
                <a:close/>
                <a:moveTo>
                  <a:pt x="61987" y="341479"/>
                </a:moveTo>
                <a:lnTo>
                  <a:pt x="63689" y="343199"/>
                </a:lnTo>
                <a:lnTo>
                  <a:pt x="61136" y="342339"/>
                </a:lnTo>
                <a:close/>
                <a:moveTo>
                  <a:pt x="112831" y="183649"/>
                </a:moveTo>
                <a:lnTo>
                  <a:pt x="114098" y="183950"/>
                </a:lnTo>
                <a:lnTo>
                  <a:pt x="112197" y="183800"/>
                </a:lnTo>
                <a:close/>
                <a:moveTo>
                  <a:pt x="134306" y="203951"/>
                </a:moveTo>
                <a:lnTo>
                  <a:pt x="134775" y="204393"/>
                </a:lnTo>
                <a:lnTo>
                  <a:pt x="134072" y="204172"/>
                </a:lnTo>
                <a:close/>
                <a:moveTo>
                  <a:pt x="67505" y="87602"/>
                </a:moveTo>
                <a:lnTo>
                  <a:pt x="68503" y="88056"/>
                </a:lnTo>
                <a:lnTo>
                  <a:pt x="67006" y="87829"/>
                </a:lnTo>
                <a:close/>
                <a:moveTo>
                  <a:pt x="43102" y="442237"/>
                </a:moveTo>
                <a:lnTo>
                  <a:pt x="44306" y="442641"/>
                </a:lnTo>
                <a:lnTo>
                  <a:pt x="42500" y="442439"/>
                </a:lnTo>
                <a:close/>
                <a:moveTo>
                  <a:pt x="130551" y="253729"/>
                </a:moveTo>
                <a:lnTo>
                  <a:pt x="131667" y="254681"/>
                </a:lnTo>
                <a:lnTo>
                  <a:pt x="129993" y="254205"/>
                </a:lnTo>
                <a:close/>
                <a:moveTo>
                  <a:pt x="28252" y="242978"/>
                </a:moveTo>
                <a:lnTo>
                  <a:pt x="28613" y="243937"/>
                </a:lnTo>
                <a:lnTo>
                  <a:pt x="28071" y="243457"/>
                </a:lnTo>
                <a:close/>
                <a:moveTo>
                  <a:pt x="33302" y="64283"/>
                </a:moveTo>
                <a:lnTo>
                  <a:pt x="34992" y="65985"/>
                </a:lnTo>
                <a:lnTo>
                  <a:pt x="32456" y="65134"/>
                </a:lnTo>
                <a:close/>
                <a:moveTo>
                  <a:pt x="106767" y="344606"/>
                </a:moveTo>
                <a:lnTo>
                  <a:pt x="107203" y="345867"/>
                </a:lnTo>
                <a:lnTo>
                  <a:pt x="106548" y="345237"/>
                </a:lnTo>
                <a:close/>
                <a:moveTo>
                  <a:pt x="28282" y="329618"/>
                </a:moveTo>
                <a:lnTo>
                  <a:pt x="28822" y="330401"/>
                </a:lnTo>
                <a:lnTo>
                  <a:pt x="28012" y="330010"/>
                </a:lnTo>
                <a:close/>
                <a:moveTo>
                  <a:pt x="19837" y="213746"/>
                </a:moveTo>
                <a:lnTo>
                  <a:pt x="20956" y="214067"/>
                </a:lnTo>
                <a:lnTo>
                  <a:pt x="19278" y="213906"/>
                </a:lnTo>
                <a:close/>
                <a:moveTo>
                  <a:pt x="67328" y="305822"/>
                </a:moveTo>
                <a:lnTo>
                  <a:pt x="67949" y="306974"/>
                </a:lnTo>
                <a:lnTo>
                  <a:pt x="67018" y="306398"/>
                </a:lnTo>
                <a:close/>
                <a:moveTo>
                  <a:pt x="96580" y="201076"/>
                </a:moveTo>
                <a:lnTo>
                  <a:pt x="98770" y="201853"/>
                </a:lnTo>
                <a:lnTo>
                  <a:pt x="95485" y="201464"/>
                </a:lnTo>
                <a:close/>
                <a:moveTo>
                  <a:pt x="36361" y="319059"/>
                </a:moveTo>
                <a:lnTo>
                  <a:pt x="37212" y="320171"/>
                </a:lnTo>
                <a:lnTo>
                  <a:pt x="35935" y="319615"/>
                </a:lnTo>
                <a:close/>
                <a:moveTo>
                  <a:pt x="125811" y="165992"/>
                </a:moveTo>
                <a:lnTo>
                  <a:pt x="127154" y="166888"/>
                </a:lnTo>
                <a:lnTo>
                  <a:pt x="125140" y="166440"/>
                </a:lnTo>
                <a:close/>
                <a:moveTo>
                  <a:pt x="30050" y="245487"/>
                </a:moveTo>
                <a:lnTo>
                  <a:pt x="31237" y="246362"/>
                </a:lnTo>
                <a:lnTo>
                  <a:pt x="29456" y="245924"/>
                </a:lnTo>
                <a:close/>
                <a:moveTo>
                  <a:pt x="70116" y="11923"/>
                </a:moveTo>
                <a:lnTo>
                  <a:pt x="72265" y="13513"/>
                </a:lnTo>
                <a:lnTo>
                  <a:pt x="69042" y="12718"/>
                </a:lnTo>
                <a:close/>
                <a:moveTo>
                  <a:pt x="142113" y="329452"/>
                </a:moveTo>
                <a:lnTo>
                  <a:pt x="142545" y="329783"/>
                </a:lnTo>
                <a:lnTo>
                  <a:pt x="141897" y="329618"/>
                </a:lnTo>
                <a:close/>
                <a:moveTo>
                  <a:pt x="70040" y="86819"/>
                </a:moveTo>
                <a:lnTo>
                  <a:pt x="71031" y="87622"/>
                </a:lnTo>
                <a:lnTo>
                  <a:pt x="69544" y="87221"/>
                </a:lnTo>
                <a:close/>
                <a:moveTo>
                  <a:pt x="20057" y="225793"/>
                </a:moveTo>
                <a:lnTo>
                  <a:pt x="20987" y="227338"/>
                </a:lnTo>
                <a:lnTo>
                  <a:pt x="19592" y="226565"/>
                </a:lnTo>
                <a:close/>
                <a:moveTo>
                  <a:pt x="118942" y="51158"/>
                </a:moveTo>
                <a:lnTo>
                  <a:pt x="120040" y="51902"/>
                </a:lnTo>
                <a:lnTo>
                  <a:pt x="118394" y="51530"/>
                </a:lnTo>
                <a:close/>
                <a:moveTo>
                  <a:pt x="124040" y="288730"/>
                </a:moveTo>
                <a:lnTo>
                  <a:pt x="125859" y="289116"/>
                </a:lnTo>
                <a:lnTo>
                  <a:pt x="123131" y="288923"/>
                </a:lnTo>
                <a:close/>
                <a:moveTo>
                  <a:pt x="101661" y="208901"/>
                </a:moveTo>
                <a:lnTo>
                  <a:pt x="103578" y="210107"/>
                </a:lnTo>
                <a:lnTo>
                  <a:pt x="100703" y="209504"/>
                </a:lnTo>
                <a:close/>
                <a:moveTo>
                  <a:pt x="53402" y="372914"/>
                </a:moveTo>
                <a:lnTo>
                  <a:pt x="54592" y="374225"/>
                </a:lnTo>
                <a:lnTo>
                  <a:pt x="52807" y="373570"/>
                </a:lnTo>
                <a:close/>
                <a:moveTo>
                  <a:pt x="135297" y="251763"/>
                </a:moveTo>
                <a:lnTo>
                  <a:pt x="136010" y="252452"/>
                </a:lnTo>
                <a:lnTo>
                  <a:pt x="134940" y="252107"/>
                </a:lnTo>
                <a:close/>
                <a:moveTo>
                  <a:pt x="15533" y="211201"/>
                </a:moveTo>
                <a:lnTo>
                  <a:pt x="17275" y="212498"/>
                </a:lnTo>
                <a:lnTo>
                  <a:pt x="14662" y="211850"/>
                </a:lnTo>
                <a:close/>
                <a:moveTo>
                  <a:pt x="42150" y="429080"/>
                </a:moveTo>
                <a:lnTo>
                  <a:pt x="43883" y="429880"/>
                </a:lnTo>
                <a:lnTo>
                  <a:pt x="41283" y="429480"/>
                </a:lnTo>
                <a:close/>
                <a:moveTo>
                  <a:pt x="32521" y="420903"/>
                </a:moveTo>
                <a:lnTo>
                  <a:pt x="33857" y="421568"/>
                </a:lnTo>
                <a:lnTo>
                  <a:pt x="31853" y="421235"/>
                </a:lnTo>
                <a:close/>
                <a:moveTo>
                  <a:pt x="3171" y="215013"/>
                </a:moveTo>
                <a:lnTo>
                  <a:pt x="5228" y="215931"/>
                </a:lnTo>
                <a:lnTo>
                  <a:pt x="2143" y="215472"/>
                </a:lnTo>
                <a:close/>
                <a:moveTo>
                  <a:pt x="122325" y="263072"/>
                </a:moveTo>
                <a:lnTo>
                  <a:pt x="123970" y="263701"/>
                </a:lnTo>
                <a:lnTo>
                  <a:pt x="121502" y="263386"/>
                </a:lnTo>
                <a:close/>
                <a:moveTo>
                  <a:pt x="98337" y="266263"/>
                </a:moveTo>
                <a:lnTo>
                  <a:pt x="98718" y="267330"/>
                </a:lnTo>
                <a:lnTo>
                  <a:pt x="98146" y="266797"/>
                </a:lnTo>
                <a:close/>
                <a:moveTo>
                  <a:pt x="47372" y="383634"/>
                </a:moveTo>
                <a:lnTo>
                  <a:pt x="47790" y="384977"/>
                </a:lnTo>
                <a:lnTo>
                  <a:pt x="47164" y="384305"/>
                </a:lnTo>
                <a:close/>
                <a:moveTo>
                  <a:pt x="57527" y="171829"/>
                </a:moveTo>
                <a:lnTo>
                  <a:pt x="58161" y="172799"/>
                </a:lnTo>
                <a:lnTo>
                  <a:pt x="57210" y="172314"/>
                </a:lnTo>
                <a:close/>
                <a:moveTo>
                  <a:pt x="89011" y="107849"/>
                </a:moveTo>
                <a:lnTo>
                  <a:pt x="89988" y="108161"/>
                </a:lnTo>
                <a:lnTo>
                  <a:pt x="88523" y="108005"/>
                </a:lnTo>
                <a:close/>
                <a:moveTo>
                  <a:pt x="30251" y="407818"/>
                </a:moveTo>
                <a:lnTo>
                  <a:pt x="31789" y="408238"/>
                </a:lnTo>
                <a:lnTo>
                  <a:pt x="29482" y="408028"/>
                </a:lnTo>
                <a:close/>
                <a:moveTo>
                  <a:pt x="73213" y="153487"/>
                </a:moveTo>
                <a:lnTo>
                  <a:pt x="74296" y="155262"/>
                </a:lnTo>
                <a:lnTo>
                  <a:pt x="72672" y="154374"/>
                </a:lnTo>
                <a:close/>
                <a:moveTo>
                  <a:pt x="79529" y="436995"/>
                </a:moveTo>
                <a:lnTo>
                  <a:pt x="81177" y="437389"/>
                </a:lnTo>
                <a:lnTo>
                  <a:pt x="78705" y="437192"/>
                </a:lnTo>
                <a:close/>
                <a:moveTo>
                  <a:pt x="31672" y="283259"/>
                </a:moveTo>
                <a:lnTo>
                  <a:pt x="32409" y="283805"/>
                </a:lnTo>
                <a:lnTo>
                  <a:pt x="31304" y="283532"/>
                </a:lnTo>
                <a:close/>
                <a:moveTo>
                  <a:pt x="32152" y="141310"/>
                </a:moveTo>
                <a:lnTo>
                  <a:pt x="32602" y="142421"/>
                </a:lnTo>
                <a:lnTo>
                  <a:pt x="31926" y="141865"/>
                </a:lnTo>
                <a:close/>
                <a:moveTo>
                  <a:pt x="85122" y="350408"/>
                </a:moveTo>
                <a:lnTo>
                  <a:pt x="86828" y="350974"/>
                </a:lnTo>
                <a:lnTo>
                  <a:pt x="84269" y="350691"/>
                </a:lnTo>
                <a:close/>
                <a:moveTo>
                  <a:pt x="44661" y="254137"/>
                </a:moveTo>
                <a:lnTo>
                  <a:pt x="45111" y="255440"/>
                </a:lnTo>
                <a:lnTo>
                  <a:pt x="44436" y="254789"/>
                </a:lnTo>
                <a:close/>
                <a:moveTo>
                  <a:pt x="2264" y="439366"/>
                </a:moveTo>
                <a:lnTo>
                  <a:pt x="3976" y="440458"/>
                </a:lnTo>
                <a:lnTo>
                  <a:pt x="1408" y="439912"/>
                </a:lnTo>
                <a:close/>
                <a:moveTo>
                  <a:pt x="1735" y="353867"/>
                </a:moveTo>
                <a:lnTo>
                  <a:pt x="2681" y="355133"/>
                </a:lnTo>
                <a:lnTo>
                  <a:pt x="1262" y="354500"/>
                </a:lnTo>
                <a:close/>
                <a:moveTo>
                  <a:pt x="7970" y="195251"/>
                </a:moveTo>
                <a:lnTo>
                  <a:pt x="9817" y="196945"/>
                </a:lnTo>
                <a:lnTo>
                  <a:pt x="7047" y="196098"/>
                </a:lnTo>
                <a:close/>
                <a:moveTo>
                  <a:pt x="98232" y="251707"/>
                </a:moveTo>
                <a:lnTo>
                  <a:pt x="99357" y="252344"/>
                </a:lnTo>
                <a:lnTo>
                  <a:pt x="97670" y="252026"/>
                </a:lnTo>
                <a:close/>
                <a:moveTo>
                  <a:pt x="23931" y="88490"/>
                </a:moveTo>
                <a:lnTo>
                  <a:pt x="24976" y="90080"/>
                </a:lnTo>
                <a:lnTo>
                  <a:pt x="23409" y="89285"/>
                </a:lnTo>
                <a:close/>
                <a:moveTo>
                  <a:pt x="14981" y="377860"/>
                </a:moveTo>
                <a:lnTo>
                  <a:pt x="16824" y="379211"/>
                </a:lnTo>
                <a:lnTo>
                  <a:pt x="14060" y="378536"/>
                </a:lnTo>
                <a:close/>
                <a:moveTo>
                  <a:pt x="107674" y="432311"/>
                </a:moveTo>
                <a:lnTo>
                  <a:pt x="108281" y="433125"/>
                </a:lnTo>
                <a:lnTo>
                  <a:pt x="107370" y="432718"/>
                </a:lnTo>
                <a:close/>
                <a:moveTo>
                  <a:pt x="4964" y="285623"/>
                </a:moveTo>
                <a:lnTo>
                  <a:pt x="5972" y="285960"/>
                </a:lnTo>
                <a:lnTo>
                  <a:pt x="4460" y="285792"/>
                </a:lnTo>
                <a:close/>
                <a:moveTo>
                  <a:pt x="54083" y="46683"/>
                </a:moveTo>
                <a:lnTo>
                  <a:pt x="55109" y="47422"/>
                </a:lnTo>
                <a:lnTo>
                  <a:pt x="53570" y="47053"/>
                </a:lnTo>
                <a:close/>
                <a:moveTo>
                  <a:pt x="35115" y="352966"/>
                </a:moveTo>
                <a:lnTo>
                  <a:pt x="36920" y="354745"/>
                </a:lnTo>
                <a:lnTo>
                  <a:pt x="34212" y="353856"/>
                </a:lnTo>
                <a:close/>
                <a:moveTo>
                  <a:pt x="114417" y="57763"/>
                </a:moveTo>
                <a:lnTo>
                  <a:pt x="115294" y="58404"/>
                </a:lnTo>
                <a:lnTo>
                  <a:pt x="113978" y="58084"/>
                </a:lnTo>
                <a:close/>
                <a:moveTo>
                  <a:pt x="15464" y="140513"/>
                </a:moveTo>
                <a:lnTo>
                  <a:pt x="16264" y="141393"/>
                </a:lnTo>
                <a:lnTo>
                  <a:pt x="15064" y="140953"/>
                </a:lnTo>
                <a:close/>
                <a:moveTo>
                  <a:pt x="40187" y="91716"/>
                </a:moveTo>
                <a:lnTo>
                  <a:pt x="41220" y="92872"/>
                </a:lnTo>
                <a:lnTo>
                  <a:pt x="39670" y="92294"/>
                </a:lnTo>
                <a:close/>
                <a:moveTo>
                  <a:pt x="14022" y="302859"/>
                </a:moveTo>
                <a:lnTo>
                  <a:pt x="14929" y="304165"/>
                </a:lnTo>
                <a:lnTo>
                  <a:pt x="13568" y="303512"/>
                </a:lnTo>
                <a:close/>
                <a:moveTo>
                  <a:pt x="28461" y="67505"/>
                </a:moveTo>
                <a:lnTo>
                  <a:pt x="29195" y="68170"/>
                </a:lnTo>
                <a:lnTo>
                  <a:pt x="28095" y="67837"/>
                </a:lnTo>
                <a:close/>
                <a:moveTo>
                  <a:pt x="9344" y="156576"/>
                </a:moveTo>
                <a:lnTo>
                  <a:pt x="11254" y="157476"/>
                </a:lnTo>
                <a:lnTo>
                  <a:pt x="8389" y="157026"/>
                </a:lnTo>
                <a:close/>
                <a:moveTo>
                  <a:pt x="97728" y="434117"/>
                </a:moveTo>
                <a:lnTo>
                  <a:pt x="98141" y="435710"/>
                </a:lnTo>
                <a:lnTo>
                  <a:pt x="97521" y="434913"/>
                </a:lnTo>
                <a:close/>
                <a:moveTo>
                  <a:pt x="56456" y="296225"/>
                </a:moveTo>
                <a:lnTo>
                  <a:pt x="57673" y="297578"/>
                </a:lnTo>
                <a:lnTo>
                  <a:pt x="55848" y="296902"/>
                </a:lnTo>
                <a:close/>
                <a:moveTo>
                  <a:pt x="53364" y="192713"/>
                </a:moveTo>
                <a:lnTo>
                  <a:pt x="54509" y="193580"/>
                </a:lnTo>
                <a:lnTo>
                  <a:pt x="52791" y="193147"/>
                </a:lnTo>
                <a:close/>
                <a:moveTo>
                  <a:pt x="6500" y="318077"/>
                </a:moveTo>
                <a:lnTo>
                  <a:pt x="8004" y="319791"/>
                </a:lnTo>
                <a:lnTo>
                  <a:pt x="5749" y="318934"/>
                </a:lnTo>
                <a:close/>
                <a:moveTo>
                  <a:pt x="69430" y="454061"/>
                </a:moveTo>
                <a:lnTo>
                  <a:pt x="70523" y="455514"/>
                </a:lnTo>
                <a:lnTo>
                  <a:pt x="68884" y="454788"/>
                </a:lnTo>
                <a:close/>
                <a:moveTo>
                  <a:pt x="49209" y="397956"/>
                </a:moveTo>
                <a:lnTo>
                  <a:pt x="51006" y="399413"/>
                </a:lnTo>
                <a:lnTo>
                  <a:pt x="48311" y="398684"/>
                </a:lnTo>
                <a:close/>
                <a:moveTo>
                  <a:pt x="52486" y="95556"/>
                </a:moveTo>
                <a:lnTo>
                  <a:pt x="53113" y="96435"/>
                </a:lnTo>
                <a:lnTo>
                  <a:pt x="52173" y="95996"/>
                </a:lnTo>
                <a:close/>
                <a:moveTo>
                  <a:pt x="57453" y="468273"/>
                </a:moveTo>
                <a:lnTo>
                  <a:pt x="59606" y="469983"/>
                </a:lnTo>
                <a:lnTo>
                  <a:pt x="56377" y="469128"/>
                </a:lnTo>
                <a:close/>
                <a:moveTo>
                  <a:pt x="39242" y="134395"/>
                </a:moveTo>
                <a:lnTo>
                  <a:pt x="40575" y="135286"/>
                </a:lnTo>
                <a:lnTo>
                  <a:pt x="38575" y="134841"/>
                </a:lnTo>
                <a:close/>
                <a:moveTo>
                  <a:pt x="122882" y="199449"/>
                </a:moveTo>
                <a:lnTo>
                  <a:pt x="124498" y="200413"/>
                </a:lnTo>
                <a:lnTo>
                  <a:pt x="122074" y="199931"/>
                </a:lnTo>
                <a:close/>
                <a:moveTo>
                  <a:pt x="63898" y="419900"/>
                </a:moveTo>
                <a:lnTo>
                  <a:pt x="65654" y="421119"/>
                </a:lnTo>
                <a:lnTo>
                  <a:pt x="63020" y="420510"/>
                </a:lnTo>
                <a:close/>
                <a:moveTo>
                  <a:pt x="7558" y="461254"/>
                </a:moveTo>
                <a:lnTo>
                  <a:pt x="7913" y="461779"/>
                </a:lnTo>
                <a:lnTo>
                  <a:pt x="7381" y="461517"/>
                </a:lnTo>
                <a:close/>
                <a:moveTo>
                  <a:pt x="140783" y="133203"/>
                </a:moveTo>
                <a:lnTo>
                  <a:pt x="142499" y="133998"/>
                </a:lnTo>
                <a:lnTo>
                  <a:pt x="139925" y="133601"/>
                </a:lnTo>
                <a:close/>
                <a:moveTo>
                  <a:pt x="19219" y="321896"/>
                </a:moveTo>
                <a:lnTo>
                  <a:pt x="19707" y="322310"/>
                </a:lnTo>
                <a:lnTo>
                  <a:pt x="18975" y="322103"/>
                </a:lnTo>
                <a:close/>
                <a:moveTo>
                  <a:pt x="10981" y="18771"/>
                </a:moveTo>
                <a:lnTo>
                  <a:pt x="12862" y="19436"/>
                </a:lnTo>
                <a:lnTo>
                  <a:pt x="10041" y="19104"/>
                </a:lnTo>
                <a:close/>
                <a:moveTo>
                  <a:pt x="91031" y="453602"/>
                </a:moveTo>
                <a:lnTo>
                  <a:pt x="92361" y="454210"/>
                </a:lnTo>
                <a:lnTo>
                  <a:pt x="90366" y="453906"/>
                </a:lnTo>
                <a:close/>
                <a:moveTo>
                  <a:pt x="17381" y="225559"/>
                </a:moveTo>
                <a:lnTo>
                  <a:pt x="18629" y="226019"/>
                </a:lnTo>
                <a:lnTo>
                  <a:pt x="16757" y="225789"/>
                </a:lnTo>
                <a:close/>
                <a:moveTo>
                  <a:pt x="127448" y="211719"/>
                </a:moveTo>
                <a:lnTo>
                  <a:pt x="128057" y="212746"/>
                </a:lnTo>
                <a:lnTo>
                  <a:pt x="127144" y="212232"/>
                </a:lnTo>
                <a:close/>
                <a:moveTo>
                  <a:pt x="61536" y="26826"/>
                </a:moveTo>
                <a:lnTo>
                  <a:pt x="62693" y="28435"/>
                </a:lnTo>
                <a:lnTo>
                  <a:pt x="60958" y="27631"/>
                </a:lnTo>
                <a:close/>
                <a:moveTo>
                  <a:pt x="125352" y="70848"/>
                </a:moveTo>
                <a:lnTo>
                  <a:pt x="125876" y="71578"/>
                </a:lnTo>
                <a:lnTo>
                  <a:pt x="125090" y="71213"/>
                </a:lnTo>
                <a:close/>
                <a:moveTo>
                  <a:pt x="85218" y="284446"/>
                </a:moveTo>
                <a:lnTo>
                  <a:pt x="85999" y="284985"/>
                </a:lnTo>
                <a:lnTo>
                  <a:pt x="84828" y="284715"/>
                </a:lnTo>
                <a:close/>
                <a:moveTo>
                  <a:pt x="105245" y="250485"/>
                </a:moveTo>
                <a:lnTo>
                  <a:pt x="105867" y="251574"/>
                </a:lnTo>
                <a:lnTo>
                  <a:pt x="104934" y="251030"/>
                </a:lnTo>
                <a:close/>
                <a:moveTo>
                  <a:pt x="72277" y="243176"/>
                </a:moveTo>
                <a:lnTo>
                  <a:pt x="73871" y="243491"/>
                </a:lnTo>
                <a:lnTo>
                  <a:pt x="71480" y="243334"/>
                </a:lnTo>
                <a:close/>
                <a:moveTo>
                  <a:pt x="4854" y="363887"/>
                </a:moveTo>
                <a:lnTo>
                  <a:pt x="5670" y="365118"/>
                </a:lnTo>
                <a:lnTo>
                  <a:pt x="4446" y="364502"/>
                </a:lnTo>
                <a:close/>
                <a:moveTo>
                  <a:pt x="47934" y="231076"/>
                </a:moveTo>
                <a:lnTo>
                  <a:pt x="49465" y="231770"/>
                </a:lnTo>
                <a:lnTo>
                  <a:pt x="47169" y="231423"/>
                </a:lnTo>
                <a:close/>
                <a:moveTo>
                  <a:pt x="79739" y="78055"/>
                </a:moveTo>
                <a:lnTo>
                  <a:pt x="81536" y="79170"/>
                </a:lnTo>
                <a:lnTo>
                  <a:pt x="78841" y="78612"/>
                </a:lnTo>
                <a:close/>
                <a:moveTo>
                  <a:pt x="142371" y="319107"/>
                </a:moveTo>
                <a:lnTo>
                  <a:pt x="144353" y="320248"/>
                </a:lnTo>
                <a:lnTo>
                  <a:pt x="141380" y="319678"/>
                </a:lnTo>
                <a:close/>
                <a:moveTo>
                  <a:pt x="27927" y="266183"/>
                </a:moveTo>
                <a:lnTo>
                  <a:pt x="29093" y="266516"/>
                </a:lnTo>
                <a:lnTo>
                  <a:pt x="27343" y="266349"/>
                </a:lnTo>
                <a:close/>
                <a:moveTo>
                  <a:pt x="36476" y="427217"/>
                </a:moveTo>
                <a:lnTo>
                  <a:pt x="38257" y="428170"/>
                </a:lnTo>
                <a:lnTo>
                  <a:pt x="35586" y="427693"/>
                </a:lnTo>
                <a:close/>
                <a:moveTo>
                  <a:pt x="86429" y="442486"/>
                </a:moveTo>
                <a:lnTo>
                  <a:pt x="88136" y="444266"/>
                </a:lnTo>
                <a:lnTo>
                  <a:pt x="85576" y="443376"/>
                </a:lnTo>
                <a:close/>
                <a:moveTo>
                  <a:pt x="47115" y="268601"/>
                </a:moveTo>
                <a:lnTo>
                  <a:pt x="47569" y="270217"/>
                </a:lnTo>
                <a:lnTo>
                  <a:pt x="46888" y="269409"/>
                </a:lnTo>
                <a:close/>
                <a:moveTo>
                  <a:pt x="142847" y="289080"/>
                </a:moveTo>
                <a:lnTo>
                  <a:pt x="143982" y="289890"/>
                </a:lnTo>
                <a:lnTo>
                  <a:pt x="142279" y="289485"/>
                </a:lnTo>
                <a:close/>
                <a:moveTo>
                  <a:pt x="15518" y="138426"/>
                </a:moveTo>
                <a:lnTo>
                  <a:pt x="16731" y="138785"/>
                </a:lnTo>
                <a:lnTo>
                  <a:pt x="14911" y="138605"/>
                </a:lnTo>
                <a:close/>
                <a:moveTo>
                  <a:pt x="50292" y="125153"/>
                </a:moveTo>
                <a:lnTo>
                  <a:pt x="51222" y="126649"/>
                </a:lnTo>
                <a:lnTo>
                  <a:pt x="49827" y="125901"/>
                </a:lnTo>
                <a:close/>
                <a:moveTo>
                  <a:pt x="140049" y="206157"/>
                </a:moveTo>
                <a:lnTo>
                  <a:pt x="140711" y="207154"/>
                </a:lnTo>
                <a:lnTo>
                  <a:pt x="139718" y="206655"/>
                </a:lnTo>
                <a:close/>
                <a:moveTo>
                  <a:pt x="134044" y="217604"/>
                </a:moveTo>
                <a:lnTo>
                  <a:pt x="135394" y="219113"/>
                </a:lnTo>
                <a:lnTo>
                  <a:pt x="133369" y="218358"/>
                </a:lnTo>
                <a:close/>
                <a:moveTo>
                  <a:pt x="125190" y="261453"/>
                </a:moveTo>
                <a:lnTo>
                  <a:pt x="125740" y="262673"/>
                </a:lnTo>
                <a:lnTo>
                  <a:pt x="124915" y="262063"/>
                </a:lnTo>
                <a:close/>
                <a:moveTo>
                  <a:pt x="103970" y="323421"/>
                </a:moveTo>
                <a:lnTo>
                  <a:pt x="104538" y="324530"/>
                </a:lnTo>
                <a:lnTo>
                  <a:pt x="103686" y="323976"/>
                </a:lnTo>
                <a:close/>
                <a:moveTo>
                  <a:pt x="8912" y="121424"/>
                </a:moveTo>
                <a:lnTo>
                  <a:pt x="10430" y="122486"/>
                </a:lnTo>
                <a:lnTo>
                  <a:pt x="8153" y="121955"/>
                </a:lnTo>
                <a:close/>
                <a:moveTo>
                  <a:pt x="88134" y="384106"/>
                </a:moveTo>
                <a:lnTo>
                  <a:pt x="89041" y="384902"/>
                </a:lnTo>
                <a:lnTo>
                  <a:pt x="87680" y="384504"/>
                </a:lnTo>
                <a:close/>
                <a:moveTo>
                  <a:pt x="79901" y="370618"/>
                </a:moveTo>
                <a:lnTo>
                  <a:pt x="81424" y="372132"/>
                </a:lnTo>
                <a:lnTo>
                  <a:pt x="79139" y="371375"/>
                </a:lnTo>
                <a:close/>
                <a:moveTo>
                  <a:pt x="24654" y="419206"/>
                </a:moveTo>
                <a:lnTo>
                  <a:pt x="26688" y="420574"/>
                </a:lnTo>
                <a:lnTo>
                  <a:pt x="23637" y="419890"/>
                </a:lnTo>
                <a:close/>
                <a:moveTo>
                  <a:pt x="133347" y="455027"/>
                </a:moveTo>
                <a:lnTo>
                  <a:pt x="134471" y="456136"/>
                </a:lnTo>
                <a:lnTo>
                  <a:pt x="132785" y="455581"/>
                </a:lnTo>
                <a:close/>
                <a:moveTo>
                  <a:pt x="58869" y="107642"/>
                </a:moveTo>
                <a:lnTo>
                  <a:pt x="60918" y="108205"/>
                </a:lnTo>
                <a:lnTo>
                  <a:pt x="57845" y="107923"/>
                </a:lnTo>
                <a:close/>
                <a:moveTo>
                  <a:pt x="47120" y="215574"/>
                </a:moveTo>
                <a:lnTo>
                  <a:pt x="48608" y="216756"/>
                </a:lnTo>
                <a:lnTo>
                  <a:pt x="46376" y="216165"/>
                </a:lnTo>
                <a:close/>
                <a:moveTo>
                  <a:pt x="91570" y="71442"/>
                </a:moveTo>
                <a:lnTo>
                  <a:pt x="92932" y="72008"/>
                </a:lnTo>
                <a:lnTo>
                  <a:pt x="90890" y="71725"/>
                </a:lnTo>
                <a:close/>
                <a:moveTo>
                  <a:pt x="101070" y="123340"/>
                </a:moveTo>
                <a:lnTo>
                  <a:pt x="102346" y="123803"/>
                </a:lnTo>
                <a:lnTo>
                  <a:pt x="100433" y="123571"/>
                </a:lnTo>
                <a:close/>
                <a:moveTo>
                  <a:pt x="13806" y="340557"/>
                </a:moveTo>
                <a:lnTo>
                  <a:pt x="14695" y="341757"/>
                </a:lnTo>
                <a:lnTo>
                  <a:pt x="13362" y="341157"/>
                </a:lnTo>
                <a:close/>
                <a:moveTo>
                  <a:pt x="66561" y="259760"/>
                </a:moveTo>
                <a:lnTo>
                  <a:pt x="68378" y="261026"/>
                </a:lnTo>
                <a:lnTo>
                  <a:pt x="65652" y="260393"/>
                </a:lnTo>
                <a:close/>
                <a:moveTo>
                  <a:pt x="8674" y="153612"/>
                </a:moveTo>
                <a:lnTo>
                  <a:pt x="10761" y="154016"/>
                </a:lnTo>
                <a:lnTo>
                  <a:pt x="7630" y="153814"/>
                </a:lnTo>
                <a:close/>
                <a:moveTo>
                  <a:pt x="8464" y="74115"/>
                </a:moveTo>
                <a:lnTo>
                  <a:pt x="9319" y="74848"/>
                </a:lnTo>
                <a:lnTo>
                  <a:pt x="8037" y="74482"/>
                </a:lnTo>
                <a:close/>
                <a:moveTo>
                  <a:pt x="128581" y="250950"/>
                </a:moveTo>
                <a:lnTo>
                  <a:pt x="130602" y="251702"/>
                </a:lnTo>
                <a:lnTo>
                  <a:pt x="127570" y="251326"/>
                </a:lnTo>
                <a:close/>
                <a:moveTo>
                  <a:pt x="62764" y="159058"/>
                </a:moveTo>
                <a:lnTo>
                  <a:pt x="64906" y="159782"/>
                </a:lnTo>
                <a:lnTo>
                  <a:pt x="61692" y="159420"/>
                </a:lnTo>
                <a:close/>
                <a:moveTo>
                  <a:pt x="22598" y="185253"/>
                </a:moveTo>
                <a:lnTo>
                  <a:pt x="24455" y="185894"/>
                </a:lnTo>
                <a:lnTo>
                  <a:pt x="21669" y="185574"/>
                </a:lnTo>
                <a:close/>
                <a:moveTo>
                  <a:pt x="73302" y="83330"/>
                </a:moveTo>
                <a:lnTo>
                  <a:pt x="74481" y="84104"/>
                </a:lnTo>
                <a:lnTo>
                  <a:pt x="72713" y="83717"/>
                </a:lnTo>
                <a:close/>
                <a:moveTo>
                  <a:pt x="138570" y="333280"/>
                </a:moveTo>
                <a:lnTo>
                  <a:pt x="140307" y="334405"/>
                </a:lnTo>
                <a:lnTo>
                  <a:pt x="137701" y="333842"/>
                </a:lnTo>
                <a:close/>
                <a:moveTo>
                  <a:pt x="136154" y="106214"/>
                </a:moveTo>
                <a:lnTo>
                  <a:pt x="136826" y="107395"/>
                </a:lnTo>
                <a:lnTo>
                  <a:pt x="135818" y="106804"/>
                </a:lnTo>
                <a:close/>
                <a:moveTo>
                  <a:pt x="1460" y="215118"/>
                </a:moveTo>
                <a:lnTo>
                  <a:pt x="2029" y="215956"/>
                </a:lnTo>
                <a:lnTo>
                  <a:pt x="1175" y="215537"/>
                </a:lnTo>
                <a:close/>
                <a:moveTo>
                  <a:pt x="62831" y="203845"/>
                </a:moveTo>
                <a:lnTo>
                  <a:pt x="64506" y="205531"/>
                </a:lnTo>
                <a:lnTo>
                  <a:pt x="61994" y="204688"/>
                </a:lnTo>
                <a:close/>
                <a:moveTo>
                  <a:pt x="94678" y="168722"/>
                </a:moveTo>
                <a:lnTo>
                  <a:pt x="96462" y="169968"/>
                </a:lnTo>
                <a:lnTo>
                  <a:pt x="93786" y="169345"/>
                </a:lnTo>
                <a:close/>
                <a:moveTo>
                  <a:pt x="11342" y="455442"/>
                </a:moveTo>
                <a:lnTo>
                  <a:pt x="12164" y="455890"/>
                </a:lnTo>
                <a:lnTo>
                  <a:pt x="10931" y="455666"/>
                </a:lnTo>
                <a:close/>
                <a:moveTo>
                  <a:pt x="73812" y="245606"/>
                </a:moveTo>
                <a:lnTo>
                  <a:pt x="75181" y="246877"/>
                </a:lnTo>
                <a:lnTo>
                  <a:pt x="73127" y="246241"/>
                </a:lnTo>
                <a:close/>
                <a:moveTo>
                  <a:pt x="101053" y="241858"/>
                </a:moveTo>
                <a:lnTo>
                  <a:pt x="102245" y="242627"/>
                </a:lnTo>
                <a:lnTo>
                  <a:pt x="100458" y="242243"/>
                </a:lnTo>
                <a:close/>
                <a:moveTo>
                  <a:pt x="26109" y="336462"/>
                </a:moveTo>
                <a:lnTo>
                  <a:pt x="26516" y="336853"/>
                </a:lnTo>
                <a:lnTo>
                  <a:pt x="25906" y="336657"/>
                </a:lnTo>
                <a:close/>
                <a:moveTo>
                  <a:pt x="45659" y="326012"/>
                </a:moveTo>
                <a:lnTo>
                  <a:pt x="46736" y="327023"/>
                </a:lnTo>
                <a:lnTo>
                  <a:pt x="45121" y="326517"/>
                </a:lnTo>
                <a:close/>
                <a:moveTo>
                  <a:pt x="37500" y="372370"/>
                </a:moveTo>
                <a:lnTo>
                  <a:pt x="38752" y="373972"/>
                </a:lnTo>
                <a:lnTo>
                  <a:pt x="36874" y="373171"/>
                </a:lnTo>
                <a:close/>
                <a:moveTo>
                  <a:pt x="129807" y="85167"/>
                </a:moveTo>
                <a:lnTo>
                  <a:pt x="131304" y="86378"/>
                </a:lnTo>
                <a:lnTo>
                  <a:pt x="129058" y="85772"/>
                </a:lnTo>
                <a:close/>
                <a:moveTo>
                  <a:pt x="48042" y="96371"/>
                </a:moveTo>
                <a:lnTo>
                  <a:pt x="49401" y="98086"/>
                </a:lnTo>
                <a:lnTo>
                  <a:pt x="47362" y="97229"/>
                </a:lnTo>
                <a:close/>
                <a:moveTo>
                  <a:pt x="60802" y="454750"/>
                </a:moveTo>
                <a:lnTo>
                  <a:pt x="62625" y="455269"/>
                </a:lnTo>
                <a:lnTo>
                  <a:pt x="59890" y="455009"/>
                </a:lnTo>
                <a:close/>
                <a:moveTo>
                  <a:pt x="73966" y="399510"/>
                </a:moveTo>
                <a:lnTo>
                  <a:pt x="74594" y="401149"/>
                </a:lnTo>
                <a:lnTo>
                  <a:pt x="73651" y="400330"/>
                </a:lnTo>
                <a:close/>
                <a:moveTo>
                  <a:pt x="93491" y="423956"/>
                </a:moveTo>
                <a:lnTo>
                  <a:pt x="94389" y="424306"/>
                </a:lnTo>
                <a:lnTo>
                  <a:pt x="93042" y="424131"/>
                </a:lnTo>
                <a:close/>
                <a:moveTo>
                  <a:pt x="25158" y="339539"/>
                </a:moveTo>
                <a:lnTo>
                  <a:pt x="26033" y="340989"/>
                </a:lnTo>
                <a:lnTo>
                  <a:pt x="24721" y="340264"/>
                </a:lnTo>
                <a:close/>
                <a:moveTo>
                  <a:pt x="121065" y="179553"/>
                </a:moveTo>
                <a:lnTo>
                  <a:pt x="121679" y="181132"/>
                </a:lnTo>
                <a:lnTo>
                  <a:pt x="120759" y="180342"/>
                </a:lnTo>
                <a:close/>
                <a:moveTo>
                  <a:pt x="2061" y="151977"/>
                </a:moveTo>
                <a:lnTo>
                  <a:pt x="4162" y="152444"/>
                </a:lnTo>
                <a:lnTo>
                  <a:pt x="1010" y="152211"/>
                </a:lnTo>
                <a:close/>
                <a:moveTo>
                  <a:pt x="29518" y="468169"/>
                </a:moveTo>
                <a:lnTo>
                  <a:pt x="30554" y="468605"/>
                </a:lnTo>
                <a:lnTo>
                  <a:pt x="29001" y="468387"/>
                </a:lnTo>
                <a:close/>
                <a:moveTo>
                  <a:pt x="77864" y="377423"/>
                </a:moveTo>
                <a:lnTo>
                  <a:pt x="79891" y="377756"/>
                </a:lnTo>
                <a:lnTo>
                  <a:pt x="76850" y="377589"/>
                </a:lnTo>
                <a:close/>
                <a:moveTo>
                  <a:pt x="101746" y="429759"/>
                </a:moveTo>
                <a:lnTo>
                  <a:pt x="102847" y="430098"/>
                </a:lnTo>
                <a:lnTo>
                  <a:pt x="101195" y="429928"/>
                </a:lnTo>
                <a:close/>
                <a:moveTo>
                  <a:pt x="23225" y="388070"/>
                </a:moveTo>
                <a:lnTo>
                  <a:pt x="25268" y="389691"/>
                </a:lnTo>
                <a:lnTo>
                  <a:pt x="22204" y="388881"/>
                </a:lnTo>
                <a:close/>
                <a:moveTo>
                  <a:pt x="64027" y="208460"/>
                </a:moveTo>
                <a:lnTo>
                  <a:pt x="65145" y="209928"/>
                </a:lnTo>
                <a:lnTo>
                  <a:pt x="63468" y="209194"/>
                </a:lnTo>
                <a:close/>
                <a:moveTo>
                  <a:pt x="61896" y="99937"/>
                </a:moveTo>
                <a:lnTo>
                  <a:pt x="62907" y="101153"/>
                </a:lnTo>
                <a:lnTo>
                  <a:pt x="61390" y="100545"/>
                </a:lnTo>
                <a:close/>
                <a:moveTo>
                  <a:pt x="107868" y="444347"/>
                </a:moveTo>
                <a:lnTo>
                  <a:pt x="109869" y="445212"/>
                </a:lnTo>
                <a:lnTo>
                  <a:pt x="106868" y="444779"/>
                </a:lnTo>
                <a:close/>
                <a:moveTo>
                  <a:pt x="48282" y="226287"/>
                </a:moveTo>
                <a:lnTo>
                  <a:pt x="49032" y="227958"/>
                </a:lnTo>
                <a:lnTo>
                  <a:pt x="47907" y="227123"/>
                </a:lnTo>
                <a:close/>
                <a:moveTo>
                  <a:pt x="122759" y="233053"/>
                </a:moveTo>
                <a:lnTo>
                  <a:pt x="124544" y="233866"/>
                </a:lnTo>
                <a:lnTo>
                  <a:pt x="121866" y="233459"/>
                </a:lnTo>
                <a:close/>
                <a:moveTo>
                  <a:pt x="99299" y="319444"/>
                </a:moveTo>
                <a:lnTo>
                  <a:pt x="100674" y="320191"/>
                </a:lnTo>
                <a:lnTo>
                  <a:pt x="98611" y="319818"/>
                </a:lnTo>
                <a:close/>
                <a:moveTo>
                  <a:pt x="18120" y="204878"/>
                </a:moveTo>
                <a:lnTo>
                  <a:pt x="19429" y="206631"/>
                </a:lnTo>
                <a:lnTo>
                  <a:pt x="17465" y="205754"/>
                </a:lnTo>
                <a:close/>
                <a:moveTo>
                  <a:pt x="82502" y="322942"/>
                </a:moveTo>
                <a:lnTo>
                  <a:pt x="84022" y="324238"/>
                </a:lnTo>
                <a:lnTo>
                  <a:pt x="81743" y="323590"/>
                </a:lnTo>
                <a:close/>
                <a:moveTo>
                  <a:pt x="52404" y="314586"/>
                </a:moveTo>
                <a:lnTo>
                  <a:pt x="53964" y="315046"/>
                </a:lnTo>
                <a:lnTo>
                  <a:pt x="51624" y="314816"/>
                </a:lnTo>
                <a:close/>
                <a:moveTo>
                  <a:pt x="121648" y="53490"/>
                </a:moveTo>
                <a:lnTo>
                  <a:pt x="123215" y="53973"/>
                </a:lnTo>
                <a:lnTo>
                  <a:pt x="120865" y="53731"/>
                </a:lnTo>
                <a:close/>
                <a:moveTo>
                  <a:pt x="77873" y="464350"/>
                </a:moveTo>
                <a:lnTo>
                  <a:pt x="79979" y="465909"/>
                </a:lnTo>
                <a:lnTo>
                  <a:pt x="76819" y="465130"/>
                </a:lnTo>
                <a:close/>
                <a:moveTo>
                  <a:pt x="75876" y="155747"/>
                </a:moveTo>
                <a:lnTo>
                  <a:pt x="77541" y="156682"/>
                </a:lnTo>
                <a:lnTo>
                  <a:pt x="75044" y="156215"/>
                </a:lnTo>
                <a:close/>
                <a:moveTo>
                  <a:pt x="106001" y="297202"/>
                </a:moveTo>
                <a:lnTo>
                  <a:pt x="107251" y="298811"/>
                </a:lnTo>
                <a:lnTo>
                  <a:pt x="105376" y="298007"/>
                </a:lnTo>
                <a:close/>
                <a:moveTo>
                  <a:pt x="58826" y="12093"/>
                </a:moveTo>
                <a:lnTo>
                  <a:pt x="60210" y="13165"/>
                </a:lnTo>
                <a:lnTo>
                  <a:pt x="58134" y="12629"/>
                </a:lnTo>
                <a:close/>
                <a:moveTo>
                  <a:pt x="25153" y="366415"/>
                </a:moveTo>
                <a:lnTo>
                  <a:pt x="25595" y="367571"/>
                </a:lnTo>
                <a:lnTo>
                  <a:pt x="24932" y="366993"/>
                </a:lnTo>
                <a:close/>
                <a:moveTo>
                  <a:pt x="79625" y="85810"/>
                </a:moveTo>
                <a:lnTo>
                  <a:pt x="80460" y="86372"/>
                </a:lnTo>
                <a:lnTo>
                  <a:pt x="79207" y="86091"/>
                </a:lnTo>
                <a:close/>
                <a:moveTo>
                  <a:pt x="56667" y="304125"/>
                </a:moveTo>
                <a:lnTo>
                  <a:pt x="58479" y="305806"/>
                </a:lnTo>
                <a:lnTo>
                  <a:pt x="55762" y="304966"/>
                </a:lnTo>
                <a:close/>
                <a:moveTo>
                  <a:pt x="16616" y="124122"/>
                </a:moveTo>
                <a:lnTo>
                  <a:pt x="18164" y="125672"/>
                </a:lnTo>
                <a:lnTo>
                  <a:pt x="15843" y="124897"/>
                </a:lnTo>
                <a:close/>
                <a:moveTo>
                  <a:pt x="5867" y="164452"/>
                </a:moveTo>
                <a:lnTo>
                  <a:pt x="6860" y="165278"/>
                </a:lnTo>
                <a:lnTo>
                  <a:pt x="5371" y="164865"/>
                </a:lnTo>
                <a:close/>
                <a:moveTo>
                  <a:pt x="59582" y="296156"/>
                </a:moveTo>
                <a:lnTo>
                  <a:pt x="60089" y="297060"/>
                </a:lnTo>
                <a:lnTo>
                  <a:pt x="59329" y="296608"/>
                </a:lnTo>
                <a:close/>
                <a:moveTo>
                  <a:pt x="107864" y="246331"/>
                </a:moveTo>
                <a:lnTo>
                  <a:pt x="109947" y="247665"/>
                </a:lnTo>
                <a:lnTo>
                  <a:pt x="106823" y="246998"/>
                </a:lnTo>
                <a:close/>
                <a:moveTo>
                  <a:pt x="67582" y="154561"/>
                </a:moveTo>
                <a:lnTo>
                  <a:pt x="68535" y="156043"/>
                </a:lnTo>
                <a:lnTo>
                  <a:pt x="67105" y="155302"/>
                </a:lnTo>
                <a:close/>
                <a:moveTo>
                  <a:pt x="123800" y="223801"/>
                </a:moveTo>
                <a:lnTo>
                  <a:pt x="125324" y="224533"/>
                </a:lnTo>
                <a:lnTo>
                  <a:pt x="123039" y="224167"/>
                </a:lnTo>
                <a:close/>
                <a:moveTo>
                  <a:pt x="65836" y="315513"/>
                </a:moveTo>
                <a:lnTo>
                  <a:pt x="66952" y="316580"/>
                </a:lnTo>
                <a:lnTo>
                  <a:pt x="65278" y="316047"/>
                </a:lnTo>
                <a:close/>
                <a:moveTo>
                  <a:pt x="142304" y="405060"/>
                </a:moveTo>
                <a:lnTo>
                  <a:pt x="144144" y="406079"/>
                </a:lnTo>
                <a:lnTo>
                  <a:pt x="141384" y="405569"/>
                </a:lnTo>
                <a:close/>
                <a:moveTo>
                  <a:pt x="8996" y="118105"/>
                </a:moveTo>
                <a:lnTo>
                  <a:pt x="10487" y="119783"/>
                </a:lnTo>
                <a:lnTo>
                  <a:pt x="8251" y="118944"/>
                </a:lnTo>
                <a:close/>
                <a:moveTo>
                  <a:pt x="50931" y="312321"/>
                </a:moveTo>
                <a:lnTo>
                  <a:pt x="51497" y="313852"/>
                </a:lnTo>
                <a:lnTo>
                  <a:pt x="50648" y="313087"/>
                </a:lnTo>
                <a:close/>
                <a:moveTo>
                  <a:pt x="26124" y="249595"/>
                </a:moveTo>
                <a:lnTo>
                  <a:pt x="26530" y="250166"/>
                </a:lnTo>
                <a:lnTo>
                  <a:pt x="25921" y="249881"/>
                </a:lnTo>
                <a:close/>
                <a:moveTo>
                  <a:pt x="129534" y="375103"/>
                </a:moveTo>
                <a:lnTo>
                  <a:pt x="131263" y="376260"/>
                </a:lnTo>
                <a:lnTo>
                  <a:pt x="128669" y="375681"/>
                </a:lnTo>
                <a:close/>
                <a:moveTo>
                  <a:pt x="140004" y="307681"/>
                </a:moveTo>
                <a:lnTo>
                  <a:pt x="140766" y="308625"/>
                </a:lnTo>
                <a:lnTo>
                  <a:pt x="139623" y="308153"/>
                </a:lnTo>
                <a:close/>
                <a:moveTo>
                  <a:pt x="105030" y="269281"/>
                </a:moveTo>
                <a:lnTo>
                  <a:pt x="106739" y="269874"/>
                </a:lnTo>
                <a:lnTo>
                  <a:pt x="104175" y="269577"/>
                </a:lnTo>
                <a:close/>
                <a:moveTo>
                  <a:pt x="70247" y="171516"/>
                </a:moveTo>
                <a:lnTo>
                  <a:pt x="71672" y="173313"/>
                </a:lnTo>
                <a:lnTo>
                  <a:pt x="69535" y="172415"/>
                </a:lnTo>
                <a:close/>
                <a:moveTo>
                  <a:pt x="143345" y="21737"/>
                </a:moveTo>
                <a:lnTo>
                  <a:pt x="145496" y="23342"/>
                </a:lnTo>
                <a:lnTo>
                  <a:pt x="142270" y="22540"/>
                </a:lnTo>
                <a:close/>
                <a:moveTo>
                  <a:pt x="120448" y="29245"/>
                </a:moveTo>
                <a:lnTo>
                  <a:pt x="121341" y="30239"/>
                </a:lnTo>
                <a:lnTo>
                  <a:pt x="120002" y="29742"/>
                </a:lnTo>
                <a:close/>
                <a:moveTo>
                  <a:pt x="87955" y="162205"/>
                </a:moveTo>
                <a:lnTo>
                  <a:pt x="89755" y="162508"/>
                </a:lnTo>
                <a:lnTo>
                  <a:pt x="87054" y="162357"/>
                </a:lnTo>
                <a:close/>
                <a:moveTo>
                  <a:pt x="45336" y="13296"/>
                </a:moveTo>
                <a:lnTo>
                  <a:pt x="46012" y="14200"/>
                </a:lnTo>
                <a:lnTo>
                  <a:pt x="44997" y="13748"/>
                </a:lnTo>
                <a:close/>
                <a:moveTo>
                  <a:pt x="75002" y="172592"/>
                </a:moveTo>
                <a:lnTo>
                  <a:pt x="76741" y="173561"/>
                </a:lnTo>
                <a:lnTo>
                  <a:pt x="74133" y="173076"/>
                </a:lnTo>
                <a:close/>
                <a:moveTo>
                  <a:pt x="109380" y="141424"/>
                </a:moveTo>
                <a:lnTo>
                  <a:pt x="110280" y="142648"/>
                </a:lnTo>
                <a:lnTo>
                  <a:pt x="108929" y="142036"/>
                </a:lnTo>
                <a:close/>
                <a:moveTo>
                  <a:pt x="24904" y="452372"/>
                </a:moveTo>
                <a:lnTo>
                  <a:pt x="26539" y="453852"/>
                </a:lnTo>
                <a:lnTo>
                  <a:pt x="24087" y="453112"/>
                </a:lnTo>
                <a:close/>
                <a:moveTo>
                  <a:pt x="70875" y="242165"/>
                </a:moveTo>
                <a:lnTo>
                  <a:pt x="71668" y="243538"/>
                </a:lnTo>
                <a:lnTo>
                  <a:pt x="70479" y="242852"/>
                </a:lnTo>
                <a:close/>
                <a:moveTo>
                  <a:pt x="72988" y="270004"/>
                </a:moveTo>
                <a:lnTo>
                  <a:pt x="74493" y="271423"/>
                </a:lnTo>
                <a:lnTo>
                  <a:pt x="72236" y="270713"/>
                </a:lnTo>
                <a:close/>
                <a:moveTo>
                  <a:pt x="9546" y="136440"/>
                </a:moveTo>
                <a:lnTo>
                  <a:pt x="10471" y="137913"/>
                </a:lnTo>
                <a:lnTo>
                  <a:pt x="9083" y="137177"/>
                </a:lnTo>
                <a:close/>
                <a:moveTo>
                  <a:pt x="61105" y="231127"/>
                </a:moveTo>
                <a:lnTo>
                  <a:pt x="63185" y="232160"/>
                </a:lnTo>
                <a:lnTo>
                  <a:pt x="60065" y="231643"/>
                </a:lnTo>
                <a:close/>
                <a:moveTo>
                  <a:pt x="92296" y="390699"/>
                </a:moveTo>
                <a:lnTo>
                  <a:pt x="93290" y="392490"/>
                </a:lnTo>
                <a:lnTo>
                  <a:pt x="91799" y="391594"/>
                </a:lnTo>
                <a:close/>
                <a:moveTo>
                  <a:pt x="87127" y="386375"/>
                </a:moveTo>
                <a:lnTo>
                  <a:pt x="88920" y="388063"/>
                </a:lnTo>
                <a:lnTo>
                  <a:pt x="86230" y="387219"/>
                </a:lnTo>
                <a:close/>
                <a:moveTo>
                  <a:pt x="22569" y="420170"/>
                </a:moveTo>
                <a:lnTo>
                  <a:pt x="24345" y="420726"/>
                </a:lnTo>
                <a:lnTo>
                  <a:pt x="21681" y="420448"/>
                </a:lnTo>
                <a:close/>
                <a:moveTo>
                  <a:pt x="131452" y="393184"/>
                </a:moveTo>
                <a:lnTo>
                  <a:pt x="133266" y="394878"/>
                </a:lnTo>
                <a:lnTo>
                  <a:pt x="130546" y="394031"/>
                </a:lnTo>
                <a:close/>
                <a:moveTo>
                  <a:pt x="140642" y="456292"/>
                </a:moveTo>
                <a:lnTo>
                  <a:pt x="142090" y="456927"/>
                </a:lnTo>
                <a:lnTo>
                  <a:pt x="139917" y="456609"/>
                </a:lnTo>
                <a:close/>
                <a:moveTo>
                  <a:pt x="141048" y="344790"/>
                </a:moveTo>
                <a:lnTo>
                  <a:pt x="142644" y="346309"/>
                </a:lnTo>
                <a:lnTo>
                  <a:pt x="140250" y="345549"/>
                </a:lnTo>
                <a:close/>
                <a:moveTo>
                  <a:pt x="66450" y="358018"/>
                </a:moveTo>
                <a:lnTo>
                  <a:pt x="67908" y="358712"/>
                </a:lnTo>
                <a:lnTo>
                  <a:pt x="65720" y="358365"/>
                </a:lnTo>
                <a:close/>
                <a:moveTo>
                  <a:pt x="108758" y="31950"/>
                </a:moveTo>
                <a:lnTo>
                  <a:pt x="110686" y="33711"/>
                </a:lnTo>
                <a:lnTo>
                  <a:pt x="107794" y="32830"/>
                </a:lnTo>
                <a:close/>
                <a:moveTo>
                  <a:pt x="39663" y="384911"/>
                </a:moveTo>
                <a:lnTo>
                  <a:pt x="41692" y="386479"/>
                </a:lnTo>
                <a:lnTo>
                  <a:pt x="38649" y="385695"/>
                </a:lnTo>
                <a:close/>
                <a:moveTo>
                  <a:pt x="47452" y="247761"/>
                </a:moveTo>
                <a:lnTo>
                  <a:pt x="48511" y="248736"/>
                </a:lnTo>
                <a:lnTo>
                  <a:pt x="46922" y="248249"/>
                </a:lnTo>
                <a:close/>
                <a:moveTo>
                  <a:pt x="78434" y="433411"/>
                </a:moveTo>
                <a:lnTo>
                  <a:pt x="79336" y="434324"/>
                </a:lnTo>
                <a:lnTo>
                  <a:pt x="77984" y="433867"/>
                </a:lnTo>
                <a:close/>
                <a:moveTo>
                  <a:pt x="105783" y="8282"/>
                </a:moveTo>
                <a:lnTo>
                  <a:pt x="106553" y="9925"/>
                </a:lnTo>
                <a:lnTo>
                  <a:pt x="105399" y="9104"/>
                </a:lnTo>
                <a:close/>
                <a:moveTo>
                  <a:pt x="65343" y="357080"/>
                </a:moveTo>
                <a:lnTo>
                  <a:pt x="66582" y="357681"/>
                </a:lnTo>
                <a:lnTo>
                  <a:pt x="64724" y="357380"/>
                </a:lnTo>
                <a:close/>
                <a:moveTo>
                  <a:pt x="46234" y="431577"/>
                </a:moveTo>
                <a:lnTo>
                  <a:pt x="47818" y="432916"/>
                </a:lnTo>
                <a:lnTo>
                  <a:pt x="45442" y="432246"/>
                </a:lnTo>
                <a:close/>
                <a:moveTo>
                  <a:pt x="131475" y="39714"/>
                </a:moveTo>
                <a:lnTo>
                  <a:pt x="133131" y="40970"/>
                </a:lnTo>
                <a:lnTo>
                  <a:pt x="130646" y="40342"/>
                </a:lnTo>
                <a:close/>
                <a:moveTo>
                  <a:pt x="106792" y="467481"/>
                </a:moveTo>
                <a:lnTo>
                  <a:pt x="108181" y="468852"/>
                </a:lnTo>
                <a:lnTo>
                  <a:pt x="106098" y="468166"/>
                </a:lnTo>
                <a:close/>
                <a:moveTo>
                  <a:pt x="10118" y="349721"/>
                </a:moveTo>
                <a:lnTo>
                  <a:pt x="10953" y="350237"/>
                </a:lnTo>
                <a:lnTo>
                  <a:pt x="9701" y="349979"/>
                </a:lnTo>
                <a:close/>
                <a:moveTo>
                  <a:pt x="23268" y="242165"/>
                </a:moveTo>
                <a:lnTo>
                  <a:pt x="25413" y="243179"/>
                </a:lnTo>
                <a:lnTo>
                  <a:pt x="22196" y="242672"/>
                </a:lnTo>
                <a:close/>
                <a:moveTo>
                  <a:pt x="83847" y="291510"/>
                </a:moveTo>
                <a:lnTo>
                  <a:pt x="85743" y="292119"/>
                </a:lnTo>
                <a:lnTo>
                  <a:pt x="82899" y="291814"/>
                </a:lnTo>
                <a:close/>
                <a:moveTo>
                  <a:pt x="94698" y="189087"/>
                </a:moveTo>
                <a:lnTo>
                  <a:pt x="95083" y="189971"/>
                </a:lnTo>
                <a:lnTo>
                  <a:pt x="94506" y="189529"/>
                </a:lnTo>
                <a:close/>
                <a:moveTo>
                  <a:pt x="114837" y="81299"/>
                </a:moveTo>
                <a:lnTo>
                  <a:pt x="116665" y="82358"/>
                </a:lnTo>
                <a:lnTo>
                  <a:pt x="113923" y="81828"/>
                </a:lnTo>
                <a:close/>
                <a:moveTo>
                  <a:pt x="6499" y="391457"/>
                </a:moveTo>
                <a:lnTo>
                  <a:pt x="8160" y="393217"/>
                </a:lnTo>
                <a:lnTo>
                  <a:pt x="5668" y="392337"/>
                </a:lnTo>
                <a:close/>
                <a:moveTo>
                  <a:pt x="130696" y="401625"/>
                </a:moveTo>
                <a:lnTo>
                  <a:pt x="131626" y="402942"/>
                </a:lnTo>
                <a:lnTo>
                  <a:pt x="130231" y="402283"/>
                </a:lnTo>
                <a:close/>
                <a:moveTo>
                  <a:pt x="68739" y="173136"/>
                </a:moveTo>
                <a:lnTo>
                  <a:pt x="69762" y="174224"/>
                </a:lnTo>
                <a:lnTo>
                  <a:pt x="68228" y="173680"/>
                </a:lnTo>
                <a:close/>
                <a:moveTo>
                  <a:pt x="31866" y="105447"/>
                </a:moveTo>
                <a:lnTo>
                  <a:pt x="32722" y="107182"/>
                </a:lnTo>
                <a:lnTo>
                  <a:pt x="31438" y="106314"/>
                </a:lnTo>
                <a:close/>
                <a:moveTo>
                  <a:pt x="46875" y="42162"/>
                </a:moveTo>
                <a:lnTo>
                  <a:pt x="48746" y="42806"/>
                </a:lnTo>
                <a:lnTo>
                  <a:pt x="45940" y="42484"/>
                </a:lnTo>
                <a:close/>
                <a:moveTo>
                  <a:pt x="39997" y="137530"/>
                </a:moveTo>
                <a:lnTo>
                  <a:pt x="41130" y="139290"/>
                </a:lnTo>
                <a:lnTo>
                  <a:pt x="39430" y="138410"/>
                </a:lnTo>
                <a:close/>
                <a:moveTo>
                  <a:pt x="82834" y="199885"/>
                </a:moveTo>
                <a:lnTo>
                  <a:pt x="84043" y="201516"/>
                </a:lnTo>
                <a:lnTo>
                  <a:pt x="82230" y="200700"/>
                </a:lnTo>
                <a:close/>
                <a:moveTo>
                  <a:pt x="115485" y="127425"/>
                </a:moveTo>
                <a:lnTo>
                  <a:pt x="116472" y="128829"/>
                </a:lnTo>
                <a:lnTo>
                  <a:pt x="114991" y="128127"/>
                </a:lnTo>
                <a:close/>
                <a:moveTo>
                  <a:pt x="77477" y="236709"/>
                </a:moveTo>
                <a:lnTo>
                  <a:pt x="79269" y="237821"/>
                </a:lnTo>
                <a:lnTo>
                  <a:pt x="76580" y="237265"/>
                </a:lnTo>
                <a:close/>
                <a:moveTo>
                  <a:pt x="120394" y="348578"/>
                </a:moveTo>
                <a:lnTo>
                  <a:pt x="121020" y="349176"/>
                </a:lnTo>
                <a:lnTo>
                  <a:pt x="120081" y="348877"/>
                </a:lnTo>
                <a:close/>
                <a:moveTo>
                  <a:pt x="86230" y="325458"/>
                </a:moveTo>
                <a:lnTo>
                  <a:pt x="86829" y="326934"/>
                </a:lnTo>
                <a:lnTo>
                  <a:pt x="85931" y="326196"/>
                </a:lnTo>
                <a:close/>
                <a:moveTo>
                  <a:pt x="111707" y="438063"/>
                </a:moveTo>
                <a:lnTo>
                  <a:pt x="113106" y="438442"/>
                </a:lnTo>
                <a:lnTo>
                  <a:pt x="111007" y="438253"/>
                </a:lnTo>
                <a:close/>
                <a:moveTo>
                  <a:pt x="32846" y="341779"/>
                </a:moveTo>
                <a:lnTo>
                  <a:pt x="33955" y="342538"/>
                </a:lnTo>
                <a:lnTo>
                  <a:pt x="32291" y="342158"/>
                </a:lnTo>
                <a:close/>
                <a:moveTo>
                  <a:pt x="18093" y="332065"/>
                </a:moveTo>
                <a:lnTo>
                  <a:pt x="20124" y="333659"/>
                </a:lnTo>
                <a:lnTo>
                  <a:pt x="17077" y="332862"/>
                </a:lnTo>
                <a:close/>
                <a:moveTo>
                  <a:pt x="24768" y="31249"/>
                </a:moveTo>
                <a:lnTo>
                  <a:pt x="26110" y="31942"/>
                </a:lnTo>
                <a:lnTo>
                  <a:pt x="24097" y="31596"/>
                </a:lnTo>
                <a:close/>
                <a:moveTo>
                  <a:pt x="120209" y="438114"/>
                </a:moveTo>
                <a:lnTo>
                  <a:pt x="121193" y="439638"/>
                </a:lnTo>
                <a:lnTo>
                  <a:pt x="119717" y="438876"/>
                </a:lnTo>
                <a:close/>
                <a:moveTo>
                  <a:pt x="142399" y="142864"/>
                </a:moveTo>
                <a:lnTo>
                  <a:pt x="143252" y="143285"/>
                </a:lnTo>
                <a:lnTo>
                  <a:pt x="141973" y="143075"/>
                </a:lnTo>
                <a:close/>
                <a:moveTo>
                  <a:pt x="52185" y="158790"/>
                </a:moveTo>
                <a:lnTo>
                  <a:pt x="53501" y="160342"/>
                </a:lnTo>
                <a:lnTo>
                  <a:pt x="51527" y="159566"/>
                </a:lnTo>
                <a:close/>
                <a:moveTo>
                  <a:pt x="139517" y="67633"/>
                </a:moveTo>
                <a:lnTo>
                  <a:pt x="139934" y="69399"/>
                </a:lnTo>
                <a:lnTo>
                  <a:pt x="139309" y="68516"/>
                </a:lnTo>
                <a:close/>
                <a:moveTo>
                  <a:pt x="14210" y="414489"/>
                </a:moveTo>
                <a:lnTo>
                  <a:pt x="15976" y="415892"/>
                </a:lnTo>
                <a:lnTo>
                  <a:pt x="13327" y="415191"/>
                </a:lnTo>
                <a:close/>
                <a:moveTo>
                  <a:pt x="15480" y="34247"/>
                </a:moveTo>
                <a:lnTo>
                  <a:pt x="17073" y="34739"/>
                </a:lnTo>
                <a:lnTo>
                  <a:pt x="14684" y="34493"/>
                </a:lnTo>
                <a:close/>
                <a:moveTo>
                  <a:pt x="103623" y="391606"/>
                </a:moveTo>
                <a:lnTo>
                  <a:pt x="104029" y="393016"/>
                </a:lnTo>
                <a:lnTo>
                  <a:pt x="103420" y="392311"/>
                </a:lnTo>
                <a:close/>
                <a:moveTo>
                  <a:pt x="66364" y="205910"/>
                </a:moveTo>
                <a:lnTo>
                  <a:pt x="66800" y="207106"/>
                </a:lnTo>
                <a:lnTo>
                  <a:pt x="66146" y="206508"/>
                </a:lnTo>
                <a:close/>
                <a:moveTo>
                  <a:pt x="63262" y="463982"/>
                </a:moveTo>
                <a:lnTo>
                  <a:pt x="65114" y="464337"/>
                </a:lnTo>
                <a:lnTo>
                  <a:pt x="62337" y="464160"/>
                </a:lnTo>
                <a:close/>
                <a:moveTo>
                  <a:pt x="23220" y="153341"/>
                </a:moveTo>
                <a:lnTo>
                  <a:pt x="24619" y="153753"/>
                </a:lnTo>
                <a:lnTo>
                  <a:pt x="22521" y="153547"/>
                </a:lnTo>
                <a:close/>
                <a:moveTo>
                  <a:pt x="68324" y="248022"/>
                </a:moveTo>
                <a:lnTo>
                  <a:pt x="69920" y="249790"/>
                </a:lnTo>
                <a:lnTo>
                  <a:pt x="67527" y="248906"/>
                </a:lnTo>
                <a:close/>
                <a:moveTo>
                  <a:pt x="22066" y="399887"/>
                </a:moveTo>
                <a:lnTo>
                  <a:pt x="23967" y="400532"/>
                </a:lnTo>
                <a:lnTo>
                  <a:pt x="21115" y="400210"/>
                </a:lnTo>
                <a:close/>
                <a:moveTo>
                  <a:pt x="130370" y="27238"/>
                </a:moveTo>
                <a:lnTo>
                  <a:pt x="131979" y="28132"/>
                </a:lnTo>
                <a:lnTo>
                  <a:pt x="129565" y="27685"/>
                </a:lnTo>
                <a:close/>
                <a:moveTo>
                  <a:pt x="70424" y="202831"/>
                </a:moveTo>
                <a:lnTo>
                  <a:pt x="71557" y="203217"/>
                </a:lnTo>
                <a:lnTo>
                  <a:pt x="69857" y="203024"/>
                </a:lnTo>
                <a:close/>
                <a:moveTo>
                  <a:pt x="84693" y="37825"/>
                </a:moveTo>
                <a:lnTo>
                  <a:pt x="86364" y="39535"/>
                </a:lnTo>
                <a:lnTo>
                  <a:pt x="83857" y="38680"/>
                </a:lnTo>
                <a:close/>
                <a:moveTo>
                  <a:pt x="126087" y="442571"/>
                </a:moveTo>
                <a:lnTo>
                  <a:pt x="128264" y="444175"/>
                </a:lnTo>
                <a:lnTo>
                  <a:pt x="124998" y="443373"/>
                </a:lnTo>
                <a:close/>
                <a:moveTo>
                  <a:pt x="19573" y="287273"/>
                </a:moveTo>
                <a:lnTo>
                  <a:pt x="21068" y="289007"/>
                </a:lnTo>
                <a:lnTo>
                  <a:pt x="18825" y="288140"/>
                </a:lnTo>
                <a:close/>
                <a:moveTo>
                  <a:pt x="126291" y="183310"/>
                </a:moveTo>
                <a:lnTo>
                  <a:pt x="127716" y="183978"/>
                </a:lnTo>
                <a:lnTo>
                  <a:pt x="125579" y="183644"/>
                </a:lnTo>
                <a:close/>
                <a:moveTo>
                  <a:pt x="49713" y="89564"/>
                </a:moveTo>
                <a:lnTo>
                  <a:pt x="50813" y="90530"/>
                </a:lnTo>
                <a:lnTo>
                  <a:pt x="49162" y="90047"/>
                </a:lnTo>
                <a:close/>
                <a:moveTo>
                  <a:pt x="136443" y="92669"/>
                </a:moveTo>
                <a:lnTo>
                  <a:pt x="137049" y="93676"/>
                </a:lnTo>
                <a:lnTo>
                  <a:pt x="136141" y="93173"/>
                </a:lnTo>
                <a:close/>
                <a:moveTo>
                  <a:pt x="101521" y="62757"/>
                </a:moveTo>
                <a:lnTo>
                  <a:pt x="102154" y="63642"/>
                </a:lnTo>
                <a:lnTo>
                  <a:pt x="101204" y="63200"/>
                </a:lnTo>
                <a:close/>
                <a:moveTo>
                  <a:pt x="111978" y="248383"/>
                </a:moveTo>
                <a:lnTo>
                  <a:pt x="113376" y="249707"/>
                </a:lnTo>
                <a:lnTo>
                  <a:pt x="111279" y="249045"/>
                </a:lnTo>
                <a:close/>
                <a:moveTo>
                  <a:pt x="2976" y="20035"/>
                </a:moveTo>
                <a:lnTo>
                  <a:pt x="3525" y="20597"/>
                </a:lnTo>
                <a:lnTo>
                  <a:pt x="2702" y="20316"/>
                </a:lnTo>
                <a:close/>
                <a:moveTo>
                  <a:pt x="135906" y="87440"/>
                </a:moveTo>
                <a:lnTo>
                  <a:pt x="136372" y="88389"/>
                </a:lnTo>
                <a:lnTo>
                  <a:pt x="135673" y="87915"/>
                </a:lnTo>
                <a:close/>
                <a:moveTo>
                  <a:pt x="55148" y="58846"/>
                </a:moveTo>
                <a:lnTo>
                  <a:pt x="57325" y="60138"/>
                </a:lnTo>
                <a:lnTo>
                  <a:pt x="54060" y="59492"/>
                </a:lnTo>
                <a:close/>
                <a:moveTo>
                  <a:pt x="134071" y="245236"/>
                </a:moveTo>
                <a:lnTo>
                  <a:pt x="134498" y="246901"/>
                </a:lnTo>
                <a:lnTo>
                  <a:pt x="133858" y="246069"/>
                </a:lnTo>
                <a:close/>
                <a:moveTo>
                  <a:pt x="137987" y="459807"/>
                </a:moveTo>
                <a:lnTo>
                  <a:pt x="140003" y="461213"/>
                </a:lnTo>
                <a:lnTo>
                  <a:pt x="136980" y="460510"/>
                </a:lnTo>
                <a:close/>
                <a:moveTo>
                  <a:pt x="11368" y="97820"/>
                </a:moveTo>
                <a:lnTo>
                  <a:pt x="11802" y="99381"/>
                </a:lnTo>
                <a:lnTo>
                  <a:pt x="11152" y="98601"/>
                </a:lnTo>
                <a:close/>
                <a:moveTo>
                  <a:pt x="141792" y="86993"/>
                </a:moveTo>
                <a:lnTo>
                  <a:pt x="143051" y="87730"/>
                </a:lnTo>
                <a:lnTo>
                  <a:pt x="141162" y="87362"/>
                </a:lnTo>
                <a:close/>
                <a:moveTo>
                  <a:pt x="96275" y="400188"/>
                </a:moveTo>
                <a:lnTo>
                  <a:pt x="98305" y="400616"/>
                </a:lnTo>
                <a:lnTo>
                  <a:pt x="95260" y="400402"/>
                </a:lnTo>
                <a:close/>
                <a:moveTo>
                  <a:pt x="109197" y="250852"/>
                </a:moveTo>
                <a:lnTo>
                  <a:pt x="110010" y="252026"/>
                </a:lnTo>
                <a:lnTo>
                  <a:pt x="108791" y="251439"/>
                </a:lnTo>
                <a:close/>
                <a:moveTo>
                  <a:pt x="129917" y="126595"/>
                </a:moveTo>
                <a:lnTo>
                  <a:pt x="131247" y="128162"/>
                </a:lnTo>
                <a:lnTo>
                  <a:pt x="129252" y="127378"/>
                </a:lnTo>
                <a:close/>
                <a:moveTo>
                  <a:pt x="58491" y="314329"/>
                </a:moveTo>
                <a:lnTo>
                  <a:pt x="59483" y="314790"/>
                </a:lnTo>
                <a:lnTo>
                  <a:pt x="57995" y="314560"/>
                </a:lnTo>
                <a:close/>
                <a:moveTo>
                  <a:pt x="92437" y="453341"/>
                </a:moveTo>
                <a:lnTo>
                  <a:pt x="94059" y="454851"/>
                </a:lnTo>
                <a:lnTo>
                  <a:pt x="91625" y="454096"/>
                </a:lnTo>
                <a:close/>
                <a:moveTo>
                  <a:pt x="65796" y="465232"/>
                </a:moveTo>
                <a:lnTo>
                  <a:pt x="66460" y="466869"/>
                </a:lnTo>
                <a:lnTo>
                  <a:pt x="65465" y="466050"/>
                </a:lnTo>
                <a:close/>
                <a:moveTo>
                  <a:pt x="66472" y="219383"/>
                </a:moveTo>
                <a:lnTo>
                  <a:pt x="67801" y="220955"/>
                </a:lnTo>
                <a:lnTo>
                  <a:pt x="65808" y="220169"/>
                </a:lnTo>
                <a:close/>
                <a:moveTo>
                  <a:pt x="120335" y="155525"/>
                </a:moveTo>
                <a:lnTo>
                  <a:pt x="121226" y="156080"/>
                </a:lnTo>
                <a:lnTo>
                  <a:pt x="119890" y="155802"/>
                </a:lnTo>
                <a:close/>
                <a:moveTo>
                  <a:pt x="33255" y="357316"/>
                </a:moveTo>
                <a:lnTo>
                  <a:pt x="34261" y="358265"/>
                </a:lnTo>
                <a:lnTo>
                  <a:pt x="32753" y="357790"/>
                </a:lnTo>
                <a:close/>
                <a:moveTo>
                  <a:pt x="131144" y="49497"/>
                </a:moveTo>
                <a:lnTo>
                  <a:pt x="133261" y="50303"/>
                </a:lnTo>
                <a:lnTo>
                  <a:pt x="130086" y="49900"/>
                </a:lnTo>
                <a:close/>
                <a:moveTo>
                  <a:pt x="59637" y="464960"/>
                </a:moveTo>
                <a:lnTo>
                  <a:pt x="61602" y="466298"/>
                </a:lnTo>
                <a:lnTo>
                  <a:pt x="58655" y="465629"/>
                </a:lnTo>
                <a:close/>
                <a:moveTo>
                  <a:pt x="93718" y="449768"/>
                </a:moveTo>
                <a:lnTo>
                  <a:pt x="94313" y="450110"/>
                </a:lnTo>
                <a:lnTo>
                  <a:pt x="93421" y="449939"/>
                </a:lnTo>
                <a:close/>
                <a:moveTo>
                  <a:pt x="104501" y="453513"/>
                </a:moveTo>
                <a:lnTo>
                  <a:pt x="105158" y="454944"/>
                </a:lnTo>
                <a:lnTo>
                  <a:pt x="104173" y="454228"/>
                </a:lnTo>
                <a:close/>
                <a:moveTo>
                  <a:pt x="27071" y="406488"/>
                </a:moveTo>
                <a:lnTo>
                  <a:pt x="27813" y="407901"/>
                </a:lnTo>
                <a:lnTo>
                  <a:pt x="26700" y="407194"/>
                </a:lnTo>
                <a:close/>
                <a:moveTo>
                  <a:pt x="78611" y="100628"/>
                </a:moveTo>
                <a:lnTo>
                  <a:pt x="80091" y="100934"/>
                </a:lnTo>
                <a:lnTo>
                  <a:pt x="77871" y="100781"/>
                </a:lnTo>
                <a:close/>
                <a:moveTo>
                  <a:pt x="11160" y="310377"/>
                </a:moveTo>
                <a:lnTo>
                  <a:pt x="12666" y="310953"/>
                </a:lnTo>
                <a:lnTo>
                  <a:pt x="10407" y="310665"/>
                </a:lnTo>
                <a:close/>
                <a:moveTo>
                  <a:pt x="136544" y="213474"/>
                </a:moveTo>
                <a:lnTo>
                  <a:pt x="137927" y="214486"/>
                </a:lnTo>
                <a:lnTo>
                  <a:pt x="135852" y="213980"/>
                </a:lnTo>
                <a:close/>
                <a:moveTo>
                  <a:pt x="32418" y="275818"/>
                </a:moveTo>
                <a:lnTo>
                  <a:pt x="33150" y="276657"/>
                </a:lnTo>
                <a:lnTo>
                  <a:pt x="32052" y="276238"/>
                </a:lnTo>
                <a:close/>
                <a:moveTo>
                  <a:pt x="13834" y="277286"/>
                </a:moveTo>
                <a:lnTo>
                  <a:pt x="14490" y="278546"/>
                </a:lnTo>
                <a:lnTo>
                  <a:pt x="13506" y="277916"/>
                </a:lnTo>
                <a:close/>
                <a:moveTo>
                  <a:pt x="39545" y="199461"/>
                </a:moveTo>
                <a:lnTo>
                  <a:pt x="40918" y="200829"/>
                </a:lnTo>
                <a:lnTo>
                  <a:pt x="38859" y="200145"/>
                </a:lnTo>
                <a:close/>
                <a:moveTo>
                  <a:pt x="105146" y="303034"/>
                </a:moveTo>
                <a:lnTo>
                  <a:pt x="106588" y="303341"/>
                </a:lnTo>
                <a:lnTo>
                  <a:pt x="104424" y="303187"/>
                </a:lnTo>
                <a:close/>
                <a:moveTo>
                  <a:pt x="73983" y="426857"/>
                </a:moveTo>
                <a:lnTo>
                  <a:pt x="75242" y="427418"/>
                </a:lnTo>
                <a:lnTo>
                  <a:pt x="73353" y="427137"/>
                </a:lnTo>
                <a:close/>
                <a:moveTo>
                  <a:pt x="94558" y="277594"/>
                </a:moveTo>
                <a:lnTo>
                  <a:pt x="94966" y="278988"/>
                </a:lnTo>
                <a:lnTo>
                  <a:pt x="94354" y="278291"/>
                </a:lnTo>
                <a:close/>
                <a:moveTo>
                  <a:pt x="117520" y="94680"/>
                </a:moveTo>
                <a:lnTo>
                  <a:pt x="119379" y="96479"/>
                </a:lnTo>
                <a:lnTo>
                  <a:pt x="116591" y="95579"/>
                </a:lnTo>
                <a:close/>
                <a:moveTo>
                  <a:pt x="38750" y="167664"/>
                </a:moveTo>
                <a:lnTo>
                  <a:pt x="40376" y="169447"/>
                </a:lnTo>
                <a:lnTo>
                  <a:pt x="37937" y="168555"/>
                </a:lnTo>
                <a:close/>
                <a:moveTo>
                  <a:pt x="86885" y="410373"/>
                </a:moveTo>
                <a:lnTo>
                  <a:pt x="88842" y="411144"/>
                </a:lnTo>
                <a:lnTo>
                  <a:pt x="85906" y="410758"/>
                </a:lnTo>
                <a:close/>
                <a:moveTo>
                  <a:pt x="135687" y="250823"/>
                </a:moveTo>
                <a:lnTo>
                  <a:pt x="137403" y="251218"/>
                </a:lnTo>
                <a:lnTo>
                  <a:pt x="134829" y="251020"/>
                </a:lnTo>
                <a:close/>
                <a:moveTo>
                  <a:pt x="60994" y="324702"/>
                </a:moveTo>
                <a:lnTo>
                  <a:pt x="61630" y="326191"/>
                </a:lnTo>
                <a:lnTo>
                  <a:pt x="60676" y="325447"/>
                </a:lnTo>
                <a:close/>
                <a:moveTo>
                  <a:pt x="115773" y="47886"/>
                </a:moveTo>
                <a:lnTo>
                  <a:pt x="117484" y="49282"/>
                </a:lnTo>
                <a:lnTo>
                  <a:pt x="114917" y="48584"/>
                </a:lnTo>
                <a:close/>
                <a:moveTo>
                  <a:pt x="72632" y="414424"/>
                </a:moveTo>
                <a:lnTo>
                  <a:pt x="73027" y="415715"/>
                </a:lnTo>
                <a:lnTo>
                  <a:pt x="72434" y="415070"/>
                </a:lnTo>
                <a:close/>
                <a:moveTo>
                  <a:pt x="54794" y="199232"/>
                </a:moveTo>
                <a:lnTo>
                  <a:pt x="56611" y="199601"/>
                </a:lnTo>
                <a:lnTo>
                  <a:pt x="53885" y="199417"/>
                </a:lnTo>
                <a:close/>
                <a:moveTo>
                  <a:pt x="111544" y="392930"/>
                </a:moveTo>
                <a:lnTo>
                  <a:pt x="113432" y="393330"/>
                </a:lnTo>
                <a:lnTo>
                  <a:pt x="110601" y="393130"/>
                </a:lnTo>
                <a:close/>
                <a:moveTo>
                  <a:pt x="67202" y="448823"/>
                </a:moveTo>
                <a:lnTo>
                  <a:pt x="69317" y="450467"/>
                </a:lnTo>
                <a:lnTo>
                  <a:pt x="66144" y="449645"/>
                </a:lnTo>
                <a:close/>
                <a:moveTo>
                  <a:pt x="142683" y="109659"/>
                </a:moveTo>
                <a:lnTo>
                  <a:pt x="143697" y="110456"/>
                </a:lnTo>
                <a:lnTo>
                  <a:pt x="142176" y="110058"/>
                </a:lnTo>
                <a:close/>
                <a:moveTo>
                  <a:pt x="63654" y="357507"/>
                </a:moveTo>
                <a:lnTo>
                  <a:pt x="64580" y="357900"/>
                </a:lnTo>
                <a:lnTo>
                  <a:pt x="63191" y="357703"/>
                </a:lnTo>
                <a:close/>
                <a:moveTo>
                  <a:pt x="80203" y="337788"/>
                </a:moveTo>
                <a:lnTo>
                  <a:pt x="81190" y="338485"/>
                </a:lnTo>
                <a:lnTo>
                  <a:pt x="79709" y="338137"/>
                </a:lnTo>
                <a:close/>
                <a:moveTo>
                  <a:pt x="119073" y="211670"/>
                </a:moveTo>
                <a:lnTo>
                  <a:pt x="120550" y="212250"/>
                </a:lnTo>
                <a:lnTo>
                  <a:pt x="118335" y="211960"/>
                </a:lnTo>
                <a:close/>
                <a:moveTo>
                  <a:pt x="124714" y="163730"/>
                </a:moveTo>
                <a:lnTo>
                  <a:pt x="125878" y="165248"/>
                </a:lnTo>
                <a:lnTo>
                  <a:pt x="124132" y="164489"/>
                </a:lnTo>
                <a:close/>
                <a:moveTo>
                  <a:pt x="48652" y="6247"/>
                </a:moveTo>
                <a:lnTo>
                  <a:pt x="50750" y="7348"/>
                </a:lnTo>
                <a:lnTo>
                  <a:pt x="47603" y="6797"/>
                </a:lnTo>
                <a:close/>
                <a:moveTo>
                  <a:pt x="33253" y="137899"/>
                </a:moveTo>
                <a:lnTo>
                  <a:pt x="34495" y="139095"/>
                </a:lnTo>
                <a:lnTo>
                  <a:pt x="32632" y="138497"/>
                </a:lnTo>
                <a:close/>
                <a:moveTo>
                  <a:pt x="38129" y="461664"/>
                </a:moveTo>
                <a:lnTo>
                  <a:pt x="39539" y="462976"/>
                </a:lnTo>
                <a:lnTo>
                  <a:pt x="37424" y="462320"/>
                </a:lnTo>
                <a:close/>
                <a:moveTo>
                  <a:pt x="16563" y="364515"/>
                </a:moveTo>
                <a:lnTo>
                  <a:pt x="18603" y="366242"/>
                </a:lnTo>
                <a:lnTo>
                  <a:pt x="15544" y="365378"/>
                </a:lnTo>
                <a:close/>
                <a:moveTo>
                  <a:pt x="118046" y="43746"/>
                </a:moveTo>
                <a:lnTo>
                  <a:pt x="120193" y="44478"/>
                </a:lnTo>
                <a:lnTo>
                  <a:pt x="116972" y="44112"/>
                </a:lnTo>
                <a:close/>
                <a:moveTo>
                  <a:pt x="28370" y="408091"/>
                </a:moveTo>
                <a:lnTo>
                  <a:pt x="28813" y="408575"/>
                </a:lnTo>
                <a:lnTo>
                  <a:pt x="28149" y="408333"/>
                </a:lnTo>
                <a:close/>
                <a:moveTo>
                  <a:pt x="82306" y="452395"/>
                </a:moveTo>
                <a:lnTo>
                  <a:pt x="84293" y="453738"/>
                </a:lnTo>
                <a:lnTo>
                  <a:pt x="81312" y="453066"/>
                </a:lnTo>
                <a:close/>
                <a:moveTo>
                  <a:pt x="134023" y="208537"/>
                </a:moveTo>
                <a:lnTo>
                  <a:pt x="134839" y="208852"/>
                </a:lnTo>
                <a:lnTo>
                  <a:pt x="133615" y="208695"/>
                </a:lnTo>
                <a:close/>
                <a:moveTo>
                  <a:pt x="141067" y="181269"/>
                </a:moveTo>
                <a:lnTo>
                  <a:pt x="141500" y="182240"/>
                </a:lnTo>
                <a:lnTo>
                  <a:pt x="140850" y="181754"/>
                </a:lnTo>
                <a:close/>
                <a:moveTo>
                  <a:pt x="99622" y="408714"/>
                </a:moveTo>
                <a:lnTo>
                  <a:pt x="101098" y="409141"/>
                </a:lnTo>
                <a:lnTo>
                  <a:pt x="98883" y="408928"/>
                </a:lnTo>
                <a:close/>
                <a:moveTo>
                  <a:pt x="55677" y="52828"/>
                </a:moveTo>
                <a:lnTo>
                  <a:pt x="57361" y="53737"/>
                </a:lnTo>
                <a:lnTo>
                  <a:pt x="54834" y="53283"/>
                </a:lnTo>
                <a:close/>
                <a:moveTo>
                  <a:pt x="141384" y="288371"/>
                </a:moveTo>
                <a:lnTo>
                  <a:pt x="142943" y="289061"/>
                </a:lnTo>
                <a:lnTo>
                  <a:pt x="140605" y="288716"/>
                </a:lnTo>
                <a:close/>
                <a:moveTo>
                  <a:pt x="2139" y="254342"/>
                </a:moveTo>
                <a:lnTo>
                  <a:pt x="3589" y="255246"/>
                </a:lnTo>
                <a:lnTo>
                  <a:pt x="1415" y="254794"/>
                </a:lnTo>
                <a:close/>
                <a:moveTo>
                  <a:pt x="53234" y="133783"/>
                </a:moveTo>
                <a:lnTo>
                  <a:pt x="55172" y="135076"/>
                </a:lnTo>
                <a:lnTo>
                  <a:pt x="52265" y="134430"/>
                </a:lnTo>
                <a:close/>
                <a:moveTo>
                  <a:pt x="50547" y="76853"/>
                </a:moveTo>
                <a:lnTo>
                  <a:pt x="51925" y="77407"/>
                </a:lnTo>
                <a:lnTo>
                  <a:pt x="49858" y="77130"/>
                </a:lnTo>
                <a:close/>
                <a:moveTo>
                  <a:pt x="35195" y="442538"/>
                </a:moveTo>
                <a:lnTo>
                  <a:pt x="36247" y="443675"/>
                </a:lnTo>
                <a:lnTo>
                  <a:pt x="34669" y="443107"/>
                </a:lnTo>
                <a:close/>
                <a:moveTo>
                  <a:pt x="55596" y="103716"/>
                </a:moveTo>
                <a:lnTo>
                  <a:pt x="56019" y="104404"/>
                </a:lnTo>
                <a:lnTo>
                  <a:pt x="55385" y="104060"/>
                </a:lnTo>
                <a:close/>
                <a:moveTo>
                  <a:pt x="121862" y="238737"/>
                </a:moveTo>
                <a:lnTo>
                  <a:pt x="122414" y="239397"/>
                </a:lnTo>
                <a:lnTo>
                  <a:pt x="121587" y="239067"/>
                </a:lnTo>
                <a:close/>
                <a:moveTo>
                  <a:pt x="122343" y="208729"/>
                </a:moveTo>
                <a:lnTo>
                  <a:pt x="123195" y="210431"/>
                </a:lnTo>
                <a:lnTo>
                  <a:pt x="121917" y="209580"/>
                </a:lnTo>
                <a:close/>
                <a:moveTo>
                  <a:pt x="66685" y="236688"/>
                </a:moveTo>
                <a:lnTo>
                  <a:pt x="67064" y="237811"/>
                </a:lnTo>
                <a:lnTo>
                  <a:pt x="66496" y="237250"/>
                </a:lnTo>
                <a:close/>
                <a:moveTo>
                  <a:pt x="9124" y="319381"/>
                </a:moveTo>
                <a:lnTo>
                  <a:pt x="9601" y="320750"/>
                </a:lnTo>
                <a:lnTo>
                  <a:pt x="8885" y="320066"/>
                </a:lnTo>
                <a:close/>
                <a:moveTo>
                  <a:pt x="6385" y="250903"/>
                </a:moveTo>
                <a:lnTo>
                  <a:pt x="6747" y="251802"/>
                </a:lnTo>
                <a:lnTo>
                  <a:pt x="6204" y="251352"/>
                </a:lnTo>
                <a:close/>
                <a:moveTo>
                  <a:pt x="12006" y="68170"/>
                </a:moveTo>
                <a:lnTo>
                  <a:pt x="13614" y="69052"/>
                </a:lnTo>
                <a:lnTo>
                  <a:pt x="11202" y="68611"/>
                </a:lnTo>
                <a:close/>
                <a:moveTo>
                  <a:pt x="52940" y="466540"/>
                </a:moveTo>
                <a:lnTo>
                  <a:pt x="54516" y="467123"/>
                </a:lnTo>
                <a:lnTo>
                  <a:pt x="52151" y="466831"/>
                </a:lnTo>
                <a:close/>
                <a:moveTo>
                  <a:pt x="74503" y="368438"/>
                </a:moveTo>
                <a:lnTo>
                  <a:pt x="75686" y="369215"/>
                </a:lnTo>
                <a:lnTo>
                  <a:pt x="73911" y="368826"/>
                </a:lnTo>
                <a:close/>
                <a:moveTo>
                  <a:pt x="93572" y="98232"/>
                </a:moveTo>
                <a:lnTo>
                  <a:pt x="94127" y="99430"/>
                </a:lnTo>
                <a:lnTo>
                  <a:pt x="93294" y="98831"/>
                </a:lnTo>
                <a:close/>
                <a:moveTo>
                  <a:pt x="65799" y="194521"/>
                </a:moveTo>
                <a:lnTo>
                  <a:pt x="67695" y="196304"/>
                </a:lnTo>
                <a:lnTo>
                  <a:pt x="64851" y="195413"/>
                </a:lnTo>
                <a:close/>
                <a:moveTo>
                  <a:pt x="18988" y="249206"/>
                </a:moveTo>
                <a:lnTo>
                  <a:pt x="20343" y="249724"/>
                </a:lnTo>
                <a:lnTo>
                  <a:pt x="18311" y="249465"/>
                </a:lnTo>
                <a:close/>
                <a:moveTo>
                  <a:pt x="29558" y="203425"/>
                </a:moveTo>
                <a:lnTo>
                  <a:pt x="30991" y="204587"/>
                </a:lnTo>
                <a:lnTo>
                  <a:pt x="28841" y="204006"/>
                </a:lnTo>
                <a:close/>
                <a:moveTo>
                  <a:pt x="11269" y="6123"/>
                </a:moveTo>
                <a:lnTo>
                  <a:pt x="12345" y="6484"/>
                </a:lnTo>
                <a:lnTo>
                  <a:pt x="10731" y="6303"/>
                </a:lnTo>
                <a:close/>
                <a:moveTo>
                  <a:pt x="25732" y="31398"/>
                </a:moveTo>
                <a:lnTo>
                  <a:pt x="27293" y="32154"/>
                </a:lnTo>
                <a:lnTo>
                  <a:pt x="24951" y="31776"/>
                </a:lnTo>
                <a:close/>
                <a:moveTo>
                  <a:pt x="112696" y="95730"/>
                </a:moveTo>
                <a:lnTo>
                  <a:pt x="113928" y="97226"/>
                </a:lnTo>
                <a:lnTo>
                  <a:pt x="112080" y="96478"/>
                </a:lnTo>
                <a:close/>
                <a:moveTo>
                  <a:pt x="63087" y="267768"/>
                </a:moveTo>
                <a:lnTo>
                  <a:pt x="64551" y="268408"/>
                </a:lnTo>
                <a:lnTo>
                  <a:pt x="62355" y="268088"/>
                </a:lnTo>
                <a:close/>
                <a:moveTo>
                  <a:pt x="71312" y="13808"/>
                </a:moveTo>
                <a:lnTo>
                  <a:pt x="71895" y="15081"/>
                </a:lnTo>
                <a:lnTo>
                  <a:pt x="71021" y="14444"/>
                </a:lnTo>
                <a:close/>
                <a:moveTo>
                  <a:pt x="101159" y="104189"/>
                </a:moveTo>
                <a:lnTo>
                  <a:pt x="102317" y="105022"/>
                </a:lnTo>
                <a:lnTo>
                  <a:pt x="100580" y="104605"/>
                </a:lnTo>
                <a:close/>
                <a:moveTo>
                  <a:pt x="122633" y="205423"/>
                </a:moveTo>
                <a:lnTo>
                  <a:pt x="123462" y="206145"/>
                </a:lnTo>
                <a:lnTo>
                  <a:pt x="122218" y="205784"/>
                </a:lnTo>
                <a:close/>
                <a:moveTo>
                  <a:pt x="84773" y="71595"/>
                </a:moveTo>
                <a:lnTo>
                  <a:pt x="86604" y="72434"/>
                </a:lnTo>
                <a:lnTo>
                  <a:pt x="83858" y="72015"/>
                </a:lnTo>
                <a:close/>
                <a:moveTo>
                  <a:pt x="5033" y="59807"/>
                </a:moveTo>
                <a:lnTo>
                  <a:pt x="5493" y="60351"/>
                </a:lnTo>
                <a:lnTo>
                  <a:pt x="4802" y="60079"/>
                </a:lnTo>
                <a:close/>
                <a:moveTo>
                  <a:pt x="8426" y="386671"/>
                </a:moveTo>
                <a:lnTo>
                  <a:pt x="9939" y="387421"/>
                </a:lnTo>
                <a:lnTo>
                  <a:pt x="7669" y="387046"/>
                </a:lnTo>
                <a:close/>
                <a:moveTo>
                  <a:pt x="62702" y="378784"/>
                </a:moveTo>
                <a:lnTo>
                  <a:pt x="63754" y="380559"/>
                </a:lnTo>
                <a:lnTo>
                  <a:pt x="62176" y="379672"/>
                </a:lnTo>
                <a:close/>
                <a:moveTo>
                  <a:pt x="129959" y="430531"/>
                </a:moveTo>
                <a:lnTo>
                  <a:pt x="131438" y="430903"/>
                </a:lnTo>
                <a:lnTo>
                  <a:pt x="129219" y="430717"/>
                </a:lnTo>
                <a:close/>
                <a:moveTo>
                  <a:pt x="56188" y="361971"/>
                </a:moveTo>
                <a:lnTo>
                  <a:pt x="57921" y="363549"/>
                </a:lnTo>
                <a:lnTo>
                  <a:pt x="55321" y="362760"/>
                </a:lnTo>
                <a:close/>
                <a:moveTo>
                  <a:pt x="142344" y="171934"/>
                </a:moveTo>
                <a:lnTo>
                  <a:pt x="144002" y="172336"/>
                </a:lnTo>
                <a:lnTo>
                  <a:pt x="141515" y="172135"/>
                </a:lnTo>
                <a:close/>
                <a:moveTo>
                  <a:pt x="23077" y="18648"/>
                </a:moveTo>
                <a:lnTo>
                  <a:pt x="23691" y="19990"/>
                </a:lnTo>
                <a:lnTo>
                  <a:pt x="22769" y="19319"/>
                </a:lnTo>
                <a:close/>
                <a:moveTo>
                  <a:pt x="36854" y="421170"/>
                </a:moveTo>
                <a:lnTo>
                  <a:pt x="37280" y="422125"/>
                </a:lnTo>
                <a:lnTo>
                  <a:pt x="36640" y="421648"/>
                </a:lnTo>
                <a:close/>
                <a:moveTo>
                  <a:pt x="17947" y="332990"/>
                </a:moveTo>
                <a:lnTo>
                  <a:pt x="19643" y="333485"/>
                </a:lnTo>
                <a:lnTo>
                  <a:pt x="17099" y="333237"/>
                </a:lnTo>
                <a:close/>
                <a:moveTo>
                  <a:pt x="122125" y="102284"/>
                </a:moveTo>
                <a:lnTo>
                  <a:pt x="123553" y="103175"/>
                </a:lnTo>
                <a:lnTo>
                  <a:pt x="121411" y="102730"/>
                </a:lnTo>
                <a:close/>
                <a:moveTo>
                  <a:pt x="56497" y="319641"/>
                </a:moveTo>
                <a:lnTo>
                  <a:pt x="57528" y="320821"/>
                </a:lnTo>
                <a:lnTo>
                  <a:pt x="55981" y="320231"/>
                </a:lnTo>
                <a:close/>
                <a:moveTo>
                  <a:pt x="121481" y="392179"/>
                </a:moveTo>
                <a:lnTo>
                  <a:pt x="123418" y="393012"/>
                </a:lnTo>
                <a:lnTo>
                  <a:pt x="120512" y="392595"/>
                </a:lnTo>
                <a:close/>
                <a:moveTo>
                  <a:pt x="98791" y="344768"/>
                </a:moveTo>
                <a:lnTo>
                  <a:pt x="99221" y="345087"/>
                </a:lnTo>
                <a:lnTo>
                  <a:pt x="98576" y="344928"/>
                </a:lnTo>
                <a:close/>
                <a:moveTo>
                  <a:pt x="109507" y="97638"/>
                </a:moveTo>
                <a:lnTo>
                  <a:pt x="110690" y="99353"/>
                </a:lnTo>
                <a:lnTo>
                  <a:pt x="108915" y="98495"/>
                </a:lnTo>
                <a:close/>
                <a:moveTo>
                  <a:pt x="2450" y="167362"/>
                </a:moveTo>
                <a:lnTo>
                  <a:pt x="3478" y="169059"/>
                </a:lnTo>
                <a:lnTo>
                  <a:pt x="1936" y="168211"/>
                </a:lnTo>
                <a:close/>
                <a:moveTo>
                  <a:pt x="97312" y="121970"/>
                </a:moveTo>
                <a:lnTo>
                  <a:pt x="98930" y="123746"/>
                </a:lnTo>
                <a:lnTo>
                  <a:pt x="96503" y="122858"/>
                </a:lnTo>
                <a:close/>
                <a:moveTo>
                  <a:pt x="72786" y="224700"/>
                </a:moveTo>
                <a:lnTo>
                  <a:pt x="73387" y="226114"/>
                </a:lnTo>
                <a:lnTo>
                  <a:pt x="72486" y="225407"/>
                </a:lnTo>
                <a:close/>
                <a:moveTo>
                  <a:pt x="32998" y="461442"/>
                </a:moveTo>
                <a:lnTo>
                  <a:pt x="34521" y="461788"/>
                </a:lnTo>
                <a:lnTo>
                  <a:pt x="32237" y="461615"/>
                </a:lnTo>
                <a:close/>
                <a:moveTo>
                  <a:pt x="5892" y="87836"/>
                </a:moveTo>
                <a:lnTo>
                  <a:pt x="7805" y="89242"/>
                </a:lnTo>
                <a:lnTo>
                  <a:pt x="4936" y="88539"/>
                </a:lnTo>
                <a:close/>
                <a:moveTo>
                  <a:pt x="7520" y="207844"/>
                </a:moveTo>
                <a:lnTo>
                  <a:pt x="9210" y="209021"/>
                </a:lnTo>
                <a:lnTo>
                  <a:pt x="6674" y="208432"/>
                </a:lnTo>
                <a:close/>
                <a:moveTo>
                  <a:pt x="108434" y="191049"/>
                </a:moveTo>
                <a:lnTo>
                  <a:pt x="109472" y="191353"/>
                </a:lnTo>
                <a:lnTo>
                  <a:pt x="107915" y="191201"/>
                </a:lnTo>
                <a:close/>
                <a:moveTo>
                  <a:pt x="25325" y="272962"/>
                </a:moveTo>
                <a:lnTo>
                  <a:pt x="26926" y="273506"/>
                </a:lnTo>
                <a:lnTo>
                  <a:pt x="24525" y="273234"/>
                </a:lnTo>
                <a:close/>
                <a:moveTo>
                  <a:pt x="125055" y="110395"/>
                </a:moveTo>
                <a:lnTo>
                  <a:pt x="126731" y="111545"/>
                </a:lnTo>
                <a:lnTo>
                  <a:pt x="124217" y="110970"/>
                </a:lnTo>
                <a:close/>
                <a:moveTo>
                  <a:pt x="51479" y="270221"/>
                </a:moveTo>
                <a:lnTo>
                  <a:pt x="52734" y="271083"/>
                </a:lnTo>
                <a:lnTo>
                  <a:pt x="50851" y="270652"/>
                </a:lnTo>
                <a:close/>
                <a:moveTo>
                  <a:pt x="64507" y="439729"/>
                </a:moveTo>
                <a:lnTo>
                  <a:pt x="65857" y="441424"/>
                </a:lnTo>
                <a:lnTo>
                  <a:pt x="63832" y="440577"/>
                </a:lnTo>
                <a:close/>
                <a:moveTo>
                  <a:pt x="119228" y="328579"/>
                </a:moveTo>
                <a:lnTo>
                  <a:pt x="121032" y="329143"/>
                </a:lnTo>
                <a:lnTo>
                  <a:pt x="118326" y="328861"/>
                </a:lnTo>
                <a:close/>
                <a:moveTo>
                  <a:pt x="4077" y="141944"/>
                </a:moveTo>
                <a:lnTo>
                  <a:pt x="6090" y="143097"/>
                </a:lnTo>
                <a:lnTo>
                  <a:pt x="3070" y="142521"/>
                </a:lnTo>
                <a:close/>
                <a:moveTo>
                  <a:pt x="112140" y="69925"/>
                </a:moveTo>
                <a:lnTo>
                  <a:pt x="113885" y="71106"/>
                </a:lnTo>
                <a:lnTo>
                  <a:pt x="111268" y="70516"/>
                </a:lnTo>
                <a:close/>
                <a:moveTo>
                  <a:pt x="41709" y="417467"/>
                </a:moveTo>
                <a:lnTo>
                  <a:pt x="42672" y="418161"/>
                </a:lnTo>
                <a:lnTo>
                  <a:pt x="41228" y="417814"/>
                </a:lnTo>
                <a:close/>
                <a:moveTo>
                  <a:pt x="20567" y="279103"/>
                </a:moveTo>
                <a:lnTo>
                  <a:pt x="22489" y="280231"/>
                </a:lnTo>
                <a:lnTo>
                  <a:pt x="19607" y="279667"/>
                </a:lnTo>
                <a:close/>
                <a:moveTo>
                  <a:pt x="59580" y="140968"/>
                </a:moveTo>
                <a:lnTo>
                  <a:pt x="61177" y="141835"/>
                </a:lnTo>
                <a:lnTo>
                  <a:pt x="58782" y="141402"/>
                </a:lnTo>
                <a:close/>
                <a:moveTo>
                  <a:pt x="93675" y="92782"/>
                </a:moveTo>
                <a:lnTo>
                  <a:pt x="95667" y="94262"/>
                </a:lnTo>
                <a:lnTo>
                  <a:pt x="92679" y="93522"/>
                </a:lnTo>
                <a:close/>
                <a:moveTo>
                  <a:pt x="38373" y="159372"/>
                </a:moveTo>
                <a:lnTo>
                  <a:pt x="39362" y="160474"/>
                </a:lnTo>
                <a:lnTo>
                  <a:pt x="37878" y="159923"/>
                </a:lnTo>
                <a:close/>
                <a:moveTo>
                  <a:pt x="121263" y="418976"/>
                </a:moveTo>
                <a:lnTo>
                  <a:pt x="122068" y="419521"/>
                </a:lnTo>
                <a:lnTo>
                  <a:pt x="120860" y="419248"/>
                </a:lnTo>
                <a:close/>
                <a:moveTo>
                  <a:pt x="121834" y="128009"/>
                </a:moveTo>
                <a:lnTo>
                  <a:pt x="123467" y="128631"/>
                </a:lnTo>
                <a:lnTo>
                  <a:pt x="121017" y="128320"/>
                </a:lnTo>
                <a:close/>
                <a:moveTo>
                  <a:pt x="126954" y="30516"/>
                </a:moveTo>
                <a:lnTo>
                  <a:pt x="128585" y="31929"/>
                </a:lnTo>
                <a:lnTo>
                  <a:pt x="126139" y="31223"/>
                </a:lnTo>
                <a:close/>
                <a:moveTo>
                  <a:pt x="111904" y="311920"/>
                </a:moveTo>
                <a:lnTo>
                  <a:pt x="112925" y="313181"/>
                </a:lnTo>
                <a:lnTo>
                  <a:pt x="111394" y="312550"/>
                </a:lnTo>
                <a:close/>
                <a:moveTo>
                  <a:pt x="45191" y="313609"/>
                </a:moveTo>
                <a:lnTo>
                  <a:pt x="47136" y="315028"/>
                </a:lnTo>
                <a:lnTo>
                  <a:pt x="44218" y="314318"/>
                </a:lnTo>
                <a:close/>
                <a:moveTo>
                  <a:pt x="63285" y="316881"/>
                </a:moveTo>
                <a:lnTo>
                  <a:pt x="65252" y="318583"/>
                </a:lnTo>
                <a:lnTo>
                  <a:pt x="62302" y="317732"/>
                </a:lnTo>
                <a:close/>
                <a:moveTo>
                  <a:pt x="35402" y="76190"/>
                </a:moveTo>
                <a:lnTo>
                  <a:pt x="37182" y="77661"/>
                </a:lnTo>
                <a:lnTo>
                  <a:pt x="34512" y="76926"/>
                </a:lnTo>
                <a:close/>
                <a:moveTo>
                  <a:pt x="1466" y="357851"/>
                </a:moveTo>
                <a:lnTo>
                  <a:pt x="3051" y="358171"/>
                </a:lnTo>
                <a:lnTo>
                  <a:pt x="674" y="358011"/>
                </a:lnTo>
                <a:close/>
                <a:moveTo>
                  <a:pt x="49112" y="329285"/>
                </a:moveTo>
                <a:lnTo>
                  <a:pt x="50295" y="330359"/>
                </a:lnTo>
                <a:lnTo>
                  <a:pt x="48520" y="329822"/>
                </a:lnTo>
                <a:close/>
                <a:moveTo>
                  <a:pt x="40513" y="325008"/>
                </a:moveTo>
                <a:lnTo>
                  <a:pt x="41687" y="325727"/>
                </a:lnTo>
                <a:lnTo>
                  <a:pt x="39925" y="325367"/>
                </a:lnTo>
                <a:close/>
                <a:moveTo>
                  <a:pt x="121096" y="400157"/>
                </a:moveTo>
                <a:lnTo>
                  <a:pt x="122451" y="401863"/>
                </a:lnTo>
                <a:lnTo>
                  <a:pt x="120418" y="401010"/>
                </a:lnTo>
                <a:close/>
                <a:moveTo>
                  <a:pt x="72571" y="447057"/>
                </a:moveTo>
                <a:lnTo>
                  <a:pt x="73962" y="448641"/>
                </a:lnTo>
                <a:lnTo>
                  <a:pt x="71875" y="447849"/>
                </a:lnTo>
                <a:close/>
                <a:moveTo>
                  <a:pt x="107696" y="238904"/>
                </a:moveTo>
                <a:lnTo>
                  <a:pt x="108205" y="239850"/>
                </a:lnTo>
                <a:lnTo>
                  <a:pt x="107441" y="239377"/>
                </a:lnTo>
                <a:close/>
                <a:moveTo>
                  <a:pt x="41441" y="207664"/>
                </a:moveTo>
                <a:lnTo>
                  <a:pt x="42013" y="209236"/>
                </a:lnTo>
                <a:lnTo>
                  <a:pt x="41155" y="208450"/>
                </a:lnTo>
                <a:close/>
                <a:moveTo>
                  <a:pt x="51619" y="330372"/>
                </a:moveTo>
                <a:lnTo>
                  <a:pt x="52786" y="331313"/>
                </a:lnTo>
                <a:lnTo>
                  <a:pt x="51036" y="330842"/>
                </a:lnTo>
                <a:close/>
                <a:moveTo>
                  <a:pt x="38289" y="283755"/>
                </a:moveTo>
                <a:lnTo>
                  <a:pt x="39683" y="284735"/>
                </a:lnTo>
                <a:lnTo>
                  <a:pt x="37591" y="284245"/>
                </a:lnTo>
                <a:close/>
                <a:moveTo>
                  <a:pt x="136193" y="409658"/>
                </a:moveTo>
                <a:lnTo>
                  <a:pt x="137183" y="410936"/>
                </a:lnTo>
                <a:lnTo>
                  <a:pt x="135698" y="410297"/>
                </a:lnTo>
                <a:close/>
                <a:moveTo>
                  <a:pt x="5523" y="89277"/>
                </a:moveTo>
                <a:lnTo>
                  <a:pt x="6331" y="90846"/>
                </a:lnTo>
                <a:lnTo>
                  <a:pt x="5119" y="90062"/>
                </a:lnTo>
                <a:close/>
                <a:moveTo>
                  <a:pt x="72822" y="252763"/>
                </a:moveTo>
                <a:lnTo>
                  <a:pt x="74881" y="253704"/>
                </a:lnTo>
                <a:lnTo>
                  <a:pt x="71792" y="253233"/>
                </a:lnTo>
                <a:close/>
                <a:moveTo>
                  <a:pt x="28435" y="120194"/>
                </a:moveTo>
                <a:lnTo>
                  <a:pt x="29602" y="120511"/>
                </a:lnTo>
                <a:lnTo>
                  <a:pt x="27852" y="120353"/>
                </a:lnTo>
                <a:close/>
                <a:moveTo>
                  <a:pt x="135798" y="341684"/>
                </a:moveTo>
                <a:lnTo>
                  <a:pt x="136632" y="342370"/>
                </a:lnTo>
                <a:lnTo>
                  <a:pt x="135381" y="342027"/>
                </a:lnTo>
                <a:close/>
                <a:moveTo>
                  <a:pt x="8647" y="91148"/>
                </a:moveTo>
                <a:lnTo>
                  <a:pt x="10450" y="91592"/>
                </a:lnTo>
                <a:lnTo>
                  <a:pt x="7745" y="91370"/>
                </a:lnTo>
                <a:close/>
                <a:moveTo>
                  <a:pt x="118606" y="291091"/>
                </a:moveTo>
                <a:lnTo>
                  <a:pt x="119810" y="292677"/>
                </a:lnTo>
                <a:lnTo>
                  <a:pt x="118003" y="291884"/>
                </a:lnTo>
                <a:close/>
                <a:moveTo>
                  <a:pt x="134846" y="280538"/>
                </a:moveTo>
                <a:lnTo>
                  <a:pt x="136417" y="281300"/>
                </a:lnTo>
                <a:lnTo>
                  <a:pt x="134060" y="280919"/>
                </a:lnTo>
                <a:close/>
                <a:moveTo>
                  <a:pt x="127465" y="420983"/>
                </a:moveTo>
                <a:lnTo>
                  <a:pt x="127958" y="422282"/>
                </a:lnTo>
                <a:lnTo>
                  <a:pt x="127218" y="421633"/>
                </a:lnTo>
                <a:close/>
                <a:moveTo>
                  <a:pt x="105570" y="323696"/>
                </a:moveTo>
                <a:lnTo>
                  <a:pt x="106147" y="324068"/>
                </a:lnTo>
                <a:lnTo>
                  <a:pt x="105281" y="323882"/>
                </a:lnTo>
                <a:close/>
                <a:moveTo>
                  <a:pt x="123474" y="294247"/>
                </a:moveTo>
                <a:lnTo>
                  <a:pt x="125453" y="295816"/>
                </a:lnTo>
                <a:lnTo>
                  <a:pt x="122485" y="295031"/>
                </a:lnTo>
                <a:close/>
                <a:moveTo>
                  <a:pt x="4655" y="381503"/>
                </a:moveTo>
                <a:lnTo>
                  <a:pt x="6011" y="382719"/>
                </a:lnTo>
                <a:lnTo>
                  <a:pt x="3976" y="382111"/>
                </a:lnTo>
                <a:close/>
                <a:moveTo>
                  <a:pt x="51531" y="87793"/>
                </a:moveTo>
                <a:lnTo>
                  <a:pt x="53525" y="88334"/>
                </a:lnTo>
                <a:lnTo>
                  <a:pt x="50535" y="88063"/>
                </a:lnTo>
                <a:close/>
                <a:moveTo>
                  <a:pt x="50295" y="240975"/>
                </a:moveTo>
                <a:lnTo>
                  <a:pt x="50940" y="242688"/>
                </a:lnTo>
                <a:lnTo>
                  <a:pt x="49973" y="241831"/>
                </a:lnTo>
                <a:close/>
                <a:moveTo>
                  <a:pt x="131392" y="199971"/>
                </a:moveTo>
                <a:lnTo>
                  <a:pt x="131933" y="200857"/>
                </a:lnTo>
                <a:lnTo>
                  <a:pt x="131122" y="200414"/>
                </a:lnTo>
                <a:close/>
                <a:moveTo>
                  <a:pt x="58542" y="211637"/>
                </a:moveTo>
                <a:lnTo>
                  <a:pt x="60123" y="213375"/>
                </a:lnTo>
                <a:lnTo>
                  <a:pt x="57751" y="212506"/>
                </a:lnTo>
                <a:close/>
                <a:moveTo>
                  <a:pt x="4756" y="16395"/>
                </a:moveTo>
                <a:lnTo>
                  <a:pt x="5151" y="17109"/>
                </a:lnTo>
                <a:lnTo>
                  <a:pt x="4559" y="16752"/>
                </a:lnTo>
                <a:close/>
                <a:moveTo>
                  <a:pt x="31710" y="28073"/>
                </a:moveTo>
                <a:lnTo>
                  <a:pt x="33650" y="29643"/>
                </a:lnTo>
                <a:lnTo>
                  <a:pt x="30740" y="28858"/>
                </a:lnTo>
                <a:close/>
                <a:moveTo>
                  <a:pt x="101072" y="466805"/>
                </a:moveTo>
                <a:lnTo>
                  <a:pt x="102919" y="468228"/>
                </a:lnTo>
                <a:lnTo>
                  <a:pt x="100149" y="467517"/>
                </a:lnTo>
                <a:close/>
                <a:moveTo>
                  <a:pt x="69556" y="427166"/>
                </a:moveTo>
                <a:lnTo>
                  <a:pt x="71680" y="428925"/>
                </a:lnTo>
                <a:lnTo>
                  <a:pt x="68494" y="428045"/>
                </a:lnTo>
                <a:close/>
                <a:moveTo>
                  <a:pt x="106435" y="236819"/>
                </a:moveTo>
                <a:lnTo>
                  <a:pt x="107869" y="237209"/>
                </a:lnTo>
                <a:lnTo>
                  <a:pt x="105718" y="237014"/>
                </a:lnTo>
                <a:close/>
                <a:moveTo>
                  <a:pt x="52871" y="451728"/>
                </a:moveTo>
                <a:lnTo>
                  <a:pt x="54309" y="453155"/>
                </a:lnTo>
                <a:lnTo>
                  <a:pt x="52152" y="452441"/>
                </a:lnTo>
                <a:close/>
                <a:moveTo>
                  <a:pt x="100973" y="427602"/>
                </a:moveTo>
                <a:lnTo>
                  <a:pt x="102027" y="428647"/>
                </a:lnTo>
                <a:lnTo>
                  <a:pt x="100446" y="428125"/>
                </a:lnTo>
                <a:close/>
                <a:moveTo>
                  <a:pt x="81747" y="335612"/>
                </a:moveTo>
                <a:lnTo>
                  <a:pt x="83051" y="335942"/>
                </a:lnTo>
                <a:lnTo>
                  <a:pt x="81094" y="335777"/>
                </a:lnTo>
                <a:close/>
                <a:moveTo>
                  <a:pt x="21815" y="319676"/>
                </a:moveTo>
                <a:lnTo>
                  <a:pt x="22520" y="320255"/>
                </a:lnTo>
                <a:lnTo>
                  <a:pt x="21462" y="319966"/>
                </a:lnTo>
                <a:close/>
                <a:moveTo>
                  <a:pt x="81382" y="245540"/>
                </a:moveTo>
                <a:lnTo>
                  <a:pt x="82575" y="245964"/>
                </a:lnTo>
                <a:lnTo>
                  <a:pt x="80785" y="245752"/>
                </a:lnTo>
                <a:close/>
                <a:moveTo>
                  <a:pt x="79881" y="66971"/>
                </a:moveTo>
                <a:lnTo>
                  <a:pt x="81126" y="68350"/>
                </a:lnTo>
                <a:lnTo>
                  <a:pt x="79258" y="67660"/>
                </a:lnTo>
                <a:close/>
                <a:moveTo>
                  <a:pt x="4093" y="449125"/>
                </a:moveTo>
                <a:lnTo>
                  <a:pt x="6223" y="450356"/>
                </a:lnTo>
                <a:lnTo>
                  <a:pt x="3029" y="449741"/>
                </a:lnTo>
                <a:close/>
                <a:moveTo>
                  <a:pt x="28439" y="321224"/>
                </a:moveTo>
                <a:lnTo>
                  <a:pt x="29528" y="322062"/>
                </a:lnTo>
                <a:lnTo>
                  <a:pt x="27895" y="321643"/>
                </a:lnTo>
                <a:close/>
                <a:moveTo>
                  <a:pt x="129891" y="155440"/>
                </a:moveTo>
                <a:lnTo>
                  <a:pt x="130278" y="156278"/>
                </a:lnTo>
                <a:lnTo>
                  <a:pt x="129698" y="155859"/>
                </a:lnTo>
                <a:close/>
                <a:moveTo>
                  <a:pt x="115090" y="145203"/>
                </a:moveTo>
                <a:lnTo>
                  <a:pt x="116957" y="146595"/>
                </a:lnTo>
                <a:lnTo>
                  <a:pt x="114157" y="145899"/>
                </a:lnTo>
                <a:close/>
                <a:moveTo>
                  <a:pt x="132782" y="380884"/>
                </a:moveTo>
                <a:lnTo>
                  <a:pt x="134202" y="381473"/>
                </a:lnTo>
                <a:lnTo>
                  <a:pt x="132072" y="381178"/>
                </a:lnTo>
                <a:close/>
                <a:moveTo>
                  <a:pt x="2379" y="335404"/>
                </a:moveTo>
                <a:lnTo>
                  <a:pt x="4502" y="336613"/>
                </a:lnTo>
                <a:lnTo>
                  <a:pt x="1317" y="336008"/>
                </a:lnTo>
                <a:close/>
                <a:moveTo>
                  <a:pt x="102433" y="61262"/>
                </a:moveTo>
                <a:lnTo>
                  <a:pt x="102837" y="61567"/>
                </a:lnTo>
                <a:lnTo>
                  <a:pt x="102232" y="61415"/>
                </a:lnTo>
                <a:close/>
                <a:moveTo>
                  <a:pt x="50266" y="53547"/>
                </a:moveTo>
                <a:lnTo>
                  <a:pt x="52179" y="54113"/>
                </a:lnTo>
                <a:lnTo>
                  <a:pt x="49310" y="53830"/>
                </a:lnTo>
                <a:close/>
                <a:moveTo>
                  <a:pt x="90379" y="227900"/>
                </a:moveTo>
                <a:lnTo>
                  <a:pt x="91834" y="228439"/>
                </a:lnTo>
                <a:lnTo>
                  <a:pt x="89651" y="228170"/>
                </a:lnTo>
                <a:close/>
                <a:moveTo>
                  <a:pt x="75624" y="367552"/>
                </a:moveTo>
                <a:lnTo>
                  <a:pt x="76287" y="369145"/>
                </a:lnTo>
                <a:lnTo>
                  <a:pt x="75293" y="368349"/>
                </a:lnTo>
                <a:close/>
                <a:moveTo>
                  <a:pt x="1801" y="158983"/>
                </a:moveTo>
                <a:lnTo>
                  <a:pt x="2943" y="160065"/>
                </a:lnTo>
                <a:lnTo>
                  <a:pt x="1230" y="159524"/>
                </a:lnTo>
                <a:close/>
                <a:moveTo>
                  <a:pt x="68915" y="231441"/>
                </a:moveTo>
                <a:lnTo>
                  <a:pt x="69454" y="232493"/>
                </a:lnTo>
                <a:lnTo>
                  <a:pt x="68646" y="231967"/>
                </a:lnTo>
                <a:close/>
                <a:moveTo>
                  <a:pt x="71684" y="34513"/>
                </a:moveTo>
                <a:lnTo>
                  <a:pt x="73521" y="35380"/>
                </a:lnTo>
                <a:lnTo>
                  <a:pt x="70766" y="34947"/>
                </a:lnTo>
                <a:close/>
                <a:moveTo>
                  <a:pt x="7959" y="404475"/>
                </a:moveTo>
                <a:lnTo>
                  <a:pt x="9314" y="404805"/>
                </a:lnTo>
                <a:lnTo>
                  <a:pt x="7281" y="404640"/>
                </a:lnTo>
                <a:close/>
                <a:moveTo>
                  <a:pt x="47079" y="334408"/>
                </a:moveTo>
                <a:lnTo>
                  <a:pt x="48942" y="336051"/>
                </a:lnTo>
                <a:lnTo>
                  <a:pt x="46148" y="335229"/>
                </a:lnTo>
                <a:close/>
                <a:moveTo>
                  <a:pt x="23186" y="148614"/>
                </a:moveTo>
                <a:lnTo>
                  <a:pt x="25023" y="150057"/>
                </a:lnTo>
                <a:lnTo>
                  <a:pt x="22268" y="149335"/>
                </a:lnTo>
                <a:close/>
                <a:moveTo>
                  <a:pt x="95340" y="94941"/>
                </a:moveTo>
                <a:lnTo>
                  <a:pt x="96651" y="96083"/>
                </a:lnTo>
                <a:lnTo>
                  <a:pt x="94684" y="95512"/>
                </a:lnTo>
                <a:close/>
                <a:moveTo>
                  <a:pt x="116772" y="81468"/>
                </a:moveTo>
                <a:lnTo>
                  <a:pt x="117898" y="83222"/>
                </a:lnTo>
                <a:lnTo>
                  <a:pt x="116209" y="82345"/>
                </a:lnTo>
                <a:close/>
                <a:moveTo>
                  <a:pt x="125643" y="205979"/>
                </a:moveTo>
                <a:lnTo>
                  <a:pt x="127091" y="206499"/>
                </a:lnTo>
                <a:lnTo>
                  <a:pt x="124919" y="206239"/>
                </a:lnTo>
                <a:close/>
                <a:moveTo>
                  <a:pt x="71941" y="467268"/>
                </a:moveTo>
                <a:lnTo>
                  <a:pt x="73256" y="468236"/>
                </a:lnTo>
                <a:lnTo>
                  <a:pt x="71284" y="467752"/>
                </a:lnTo>
                <a:close/>
                <a:moveTo>
                  <a:pt x="96023" y="458225"/>
                </a:moveTo>
                <a:lnTo>
                  <a:pt x="97231" y="459696"/>
                </a:lnTo>
                <a:lnTo>
                  <a:pt x="95419" y="458960"/>
                </a:lnTo>
                <a:close/>
                <a:moveTo>
                  <a:pt x="49591" y="138012"/>
                </a:moveTo>
                <a:lnTo>
                  <a:pt x="51066" y="139623"/>
                </a:lnTo>
                <a:lnTo>
                  <a:pt x="48854" y="138818"/>
                </a:lnTo>
                <a:close/>
                <a:moveTo>
                  <a:pt x="63760" y="174344"/>
                </a:moveTo>
                <a:lnTo>
                  <a:pt x="65767" y="175584"/>
                </a:lnTo>
                <a:lnTo>
                  <a:pt x="62756" y="174964"/>
                </a:lnTo>
                <a:close/>
                <a:moveTo>
                  <a:pt x="112119" y="198302"/>
                </a:moveTo>
                <a:lnTo>
                  <a:pt x="112901" y="199785"/>
                </a:lnTo>
                <a:lnTo>
                  <a:pt x="111727" y="199044"/>
                </a:lnTo>
                <a:close/>
                <a:moveTo>
                  <a:pt x="111710" y="147821"/>
                </a:moveTo>
                <a:lnTo>
                  <a:pt x="112518" y="149067"/>
                </a:lnTo>
                <a:lnTo>
                  <a:pt x="111306" y="148444"/>
                </a:lnTo>
                <a:close/>
                <a:moveTo>
                  <a:pt x="84501" y="322804"/>
                </a:moveTo>
                <a:lnTo>
                  <a:pt x="86454" y="324058"/>
                </a:lnTo>
                <a:lnTo>
                  <a:pt x="83524" y="323431"/>
                </a:lnTo>
                <a:close/>
                <a:moveTo>
                  <a:pt x="21984" y="164633"/>
                </a:moveTo>
                <a:lnTo>
                  <a:pt x="22572" y="165878"/>
                </a:lnTo>
                <a:lnTo>
                  <a:pt x="21689" y="165255"/>
                </a:lnTo>
                <a:close/>
                <a:moveTo>
                  <a:pt x="117976" y="288600"/>
                </a:moveTo>
                <a:lnTo>
                  <a:pt x="120103" y="290220"/>
                </a:lnTo>
                <a:lnTo>
                  <a:pt x="116912" y="289410"/>
                </a:lnTo>
                <a:close/>
                <a:moveTo>
                  <a:pt x="116606" y="146610"/>
                </a:moveTo>
                <a:lnTo>
                  <a:pt x="117499" y="148123"/>
                </a:lnTo>
                <a:lnTo>
                  <a:pt x="116159" y="147366"/>
                </a:lnTo>
                <a:close/>
                <a:moveTo>
                  <a:pt x="49401" y="354820"/>
                </a:moveTo>
                <a:lnTo>
                  <a:pt x="51207" y="356000"/>
                </a:lnTo>
                <a:lnTo>
                  <a:pt x="48498" y="355410"/>
                </a:lnTo>
                <a:close/>
                <a:moveTo>
                  <a:pt x="57765" y="163465"/>
                </a:moveTo>
                <a:lnTo>
                  <a:pt x="59484" y="163838"/>
                </a:lnTo>
                <a:lnTo>
                  <a:pt x="56906" y="163651"/>
                </a:lnTo>
                <a:close/>
                <a:moveTo>
                  <a:pt x="80451" y="4740"/>
                </a:moveTo>
                <a:lnTo>
                  <a:pt x="81920" y="6089"/>
                </a:lnTo>
                <a:lnTo>
                  <a:pt x="79716" y="5414"/>
                </a:lnTo>
                <a:close/>
                <a:moveTo>
                  <a:pt x="127424" y="195109"/>
                </a:moveTo>
                <a:lnTo>
                  <a:pt x="129514" y="195455"/>
                </a:lnTo>
                <a:lnTo>
                  <a:pt x="126379" y="195282"/>
                </a:lnTo>
                <a:close/>
                <a:moveTo>
                  <a:pt x="99159" y="261975"/>
                </a:moveTo>
                <a:lnTo>
                  <a:pt x="101289" y="262320"/>
                </a:lnTo>
                <a:lnTo>
                  <a:pt x="98094" y="262148"/>
                </a:lnTo>
                <a:close/>
                <a:moveTo>
                  <a:pt x="110329" y="266253"/>
                </a:moveTo>
                <a:lnTo>
                  <a:pt x="112198" y="267223"/>
                </a:lnTo>
                <a:lnTo>
                  <a:pt x="109395" y="266738"/>
                </a:lnTo>
                <a:close/>
                <a:moveTo>
                  <a:pt x="7687" y="394021"/>
                </a:moveTo>
                <a:lnTo>
                  <a:pt x="8068" y="395228"/>
                </a:lnTo>
                <a:lnTo>
                  <a:pt x="7497" y="394625"/>
                </a:lnTo>
                <a:close/>
                <a:moveTo>
                  <a:pt x="137125" y="222638"/>
                </a:moveTo>
                <a:lnTo>
                  <a:pt x="138421" y="223505"/>
                </a:lnTo>
                <a:lnTo>
                  <a:pt x="136477" y="223071"/>
                </a:lnTo>
                <a:close/>
                <a:moveTo>
                  <a:pt x="95376" y="355747"/>
                </a:moveTo>
                <a:lnTo>
                  <a:pt x="95763" y="357460"/>
                </a:lnTo>
                <a:lnTo>
                  <a:pt x="95182" y="356603"/>
                </a:lnTo>
                <a:close/>
                <a:moveTo>
                  <a:pt x="72069" y="34905"/>
                </a:moveTo>
                <a:lnTo>
                  <a:pt x="72662" y="35917"/>
                </a:lnTo>
                <a:lnTo>
                  <a:pt x="71772" y="35411"/>
                </a:lnTo>
                <a:close/>
                <a:moveTo>
                  <a:pt x="64266" y="269245"/>
                </a:moveTo>
                <a:lnTo>
                  <a:pt x="64646" y="270884"/>
                </a:lnTo>
                <a:lnTo>
                  <a:pt x="64076" y="270064"/>
                </a:lnTo>
                <a:close/>
                <a:moveTo>
                  <a:pt x="123403" y="448397"/>
                </a:moveTo>
                <a:lnTo>
                  <a:pt x="123774" y="449100"/>
                </a:lnTo>
                <a:lnTo>
                  <a:pt x="123218" y="448748"/>
                </a:lnTo>
                <a:close/>
                <a:moveTo>
                  <a:pt x="19882" y="193405"/>
                </a:moveTo>
                <a:lnTo>
                  <a:pt x="21379" y="194946"/>
                </a:lnTo>
                <a:lnTo>
                  <a:pt x="19134" y="194175"/>
                </a:lnTo>
                <a:close/>
                <a:moveTo>
                  <a:pt x="67757" y="6532"/>
                </a:moveTo>
                <a:lnTo>
                  <a:pt x="68847" y="8239"/>
                </a:lnTo>
                <a:lnTo>
                  <a:pt x="67211" y="7386"/>
                </a:lnTo>
                <a:close/>
                <a:moveTo>
                  <a:pt x="129526" y="28771"/>
                </a:moveTo>
                <a:lnTo>
                  <a:pt x="130150" y="29773"/>
                </a:lnTo>
                <a:lnTo>
                  <a:pt x="129213" y="29272"/>
                </a:lnTo>
                <a:close/>
                <a:moveTo>
                  <a:pt x="88979" y="140656"/>
                </a:moveTo>
                <a:lnTo>
                  <a:pt x="89339" y="142300"/>
                </a:lnTo>
                <a:lnTo>
                  <a:pt x="88799" y="141478"/>
                </a:lnTo>
                <a:close/>
                <a:moveTo>
                  <a:pt x="142571" y="230132"/>
                </a:moveTo>
                <a:lnTo>
                  <a:pt x="144459" y="230681"/>
                </a:lnTo>
                <a:lnTo>
                  <a:pt x="141627" y="230406"/>
                </a:lnTo>
                <a:close/>
                <a:moveTo>
                  <a:pt x="131722" y="425669"/>
                </a:moveTo>
                <a:lnTo>
                  <a:pt x="132398" y="427284"/>
                </a:lnTo>
                <a:lnTo>
                  <a:pt x="131383" y="426477"/>
                </a:lnTo>
                <a:close/>
                <a:moveTo>
                  <a:pt x="138879" y="211619"/>
                </a:moveTo>
                <a:lnTo>
                  <a:pt x="139975" y="213249"/>
                </a:lnTo>
                <a:lnTo>
                  <a:pt x="138331" y="212434"/>
                </a:lnTo>
                <a:close/>
                <a:moveTo>
                  <a:pt x="86752" y="186710"/>
                </a:moveTo>
                <a:lnTo>
                  <a:pt x="87746" y="188098"/>
                </a:lnTo>
                <a:lnTo>
                  <a:pt x="86255" y="187404"/>
                </a:lnTo>
                <a:close/>
                <a:moveTo>
                  <a:pt x="93869" y="260792"/>
                </a:moveTo>
                <a:lnTo>
                  <a:pt x="94914" y="261662"/>
                </a:lnTo>
                <a:lnTo>
                  <a:pt x="93346" y="261227"/>
                </a:lnTo>
                <a:close/>
                <a:moveTo>
                  <a:pt x="85611" y="360932"/>
                </a:moveTo>
                <a:lnTo>
                  <a:pt x="86333" y="361844"/>
                </a:lnTo>
                <a:lnTo>
                  <a:pt x="85251" y="361388"/>
                </a:lnTo>
                <a:close/>
                <a:moveTo>
                  <a:pt x="65240" y="320613"/>
                </a:moveTo>
                <a:lnTo>
                  <a:pt x="66197" y="322312"/>
                </a:lnTo>
                <a:lnTo>
                  <a:pt x="64761" y="321462"/>
                </a:lnTo>
                <a:close/>
                <a:moveTo>
                  <a:pt x="85284" y="93990"/>
                </a:moveTo>
                <a:lnTo>
                  <a:pt x="86999" y="94742"/>
                </a:lnTo>
                <a:lnTo>
                  <a:pt x="84427" y="94366"/>
                </a:lnTo>
                <a:close/>
                <a:moveTo>
                  <a:pt x="38950" y="132513"/>
                </a:moveTo>
                <a:lnTo>
                  <a:pt x="40332" y="133219"/>
                </a:lnTo>
                <a:lnTo>
                  <a:pt x="38260" y="132866"/>
                </a:lnTo>
                <a:close/>
                <a:moveTo>
                  <a:pt x="131959" y="371394"/>
                </a:moveTo>
                <a:lnTo>
                  <a:pt x="133383" y="372237"/>
                </a:lnTo>
                <a:lnTo>
                  <a:pt x="131247" y="371816"/>
                </a:lnTo>
                <a:close/>
                <a:moveTo>
                  <a:pt x="63633" y="255699"/>
                </a:moveTo>
                <a:lnTo>
                  <a:pt x="64552" y="256553"/>
                </a:lnTo>
                <a:lnTo>
                  <a:pt x="63173" y="256126"/>
                </a:lnTo>
                <a:close/>
                <a:moveTo>
                  <a:pt x="89334" y="173046"/>
                </a:moveTo>
                <a:lnTo>
                  <a:pt x="90946" y="174285"/>
                </a:lnTo>
                <a:lnTo>
                  <a:pt x="88529" y="173666"/>
                </a:lnTo>
                <a:close/>
                <a:moveTo>
                  <a:pt x="115117" y="190909"/>
                </a:moveTo>
                <a:lnTo>
                  <a:pt x="116364" y="191982"/>
                </a:lnTo>
                <a:lnTo>
                  <a:pt x="114494" y="191446"/>
                </a:lnTo>
                <a:close/>
                <a:moveTo>
                  <a:pt x="82254" y="126352"/>
                </a:moveTo>
                <a:lnTo>
                  <a:pt x="83352" y="126665"/>
                </a:lnTo>
                <a:lnTo>
                  <a:pt x="81705" y="126509"/>
                </a:lnTo>
                <a:close/>
                <a:moveTo>
                  <a:pt x="54090" y="141273"/>
                </a:moveTo>
                <a:lnTo>
                  <a:pt x="55907" y="141647"/>
                </a:lnTo>
                <a:lnTo>
                  <a:pt x="53182" y="141460"/>
                </a:lnTo>
                <a:close/>
                <a:moveTo>
                  <a:pt x="29079" y="303357"/>
                </a:moveTo>
                <a:lnTo>
                  <a:pt x="30052" y="303721"/>
                </a:lnTo>
                <a:lnTo>
                  <a:pt x="28592" y="303539"/>
                </a:lnTo>
                <a:close/>
                <a:moveTo>
                  <a:pt x="72392" y="296669"/>
                </a:moveTo>
                <a:lnTo>
                  <a:pt x="74162" y="297068"/>
                </a:lnTo>
                <a:lnTo>
                  <a:pt x="71507" y="296869"/>
                </a:lnTo>
                <a:close/>
                <a:moveTo>
                  <a:pt x="50398" y="43772"/>
                </a:moveTo>
                <a:lnTo>
                  <a:pt x="51189" y="45499"/>
                </a:lnTo>
                <a:lnTo>
                  <a:pt x="50003" y="44636"/>
                </a:lnTo>
                <a:close/>
                <a:moveTo>
                  <a:pt x="55152" y="259754"/>
                </a:moveTo>
                <a:lnTo>
                  <a:pt x="55838" y="260541"/>
                </a:lnTo>
                <a:lnTo>
                  <a:pt x="54810" y="260148"/>
                </a:lnTo>
                <a:close/>
                <a:moveTo>
                  <a:pt x="1817" y="371404"/>
                </a:moveTo>
                <a:lnTo>
                  <a:pt x="2844" y="372755"/>
                </a:lnTo>
                <a:lnTo>
                  <a:pt x="1304" y="372079"/>
                </a:lnTo>
                <a:close/>
                <a:moveTo>
                  <a:pt x="139946" y="379605"/>
                </a:moveTo>
                <a:lnTo>
                  <a:pt x="141992" y="380745"/>
                </a:lnTo>
                <a:lnTo>
                  <a:pt x="138923" y="380175"/>
                </a:lnTo>
                <a:close/>
                <a:moveTo>
                  <a:pt x="25334" y="407059"/>
                </a:moveTo>
                <a:lnTo>
                  <a:pt x="26900" y="408824"/>
                </a:lnTo>
                <a:lnTo>
                  <a:pt x="24551" y="407941"/>
                </a:lnTo>
                <a:close/>
                <a:moveTo>
                  <a:pt x="119741" y="422082"/>
                </a:moveTo>
                <a:lnTo>
                  <a:pt x="121173" y="423108"/>
                </a:lnTo>
                <a:lnTo>
                  <a:pt x="119025" y="422595"/>
                </a:lnTo>
                <a:close/>
                <a:moveTo>
                  <a:pt x="19561" y="334462"/>
                </a:moveTo>
                <a:lnTo>
                  <a:pt x="20574" y="334980"/>
                </a:lnTo>
                <a:lnTo>
                  <a:pt x="19054" y="334721"/>
                </a:lnTo>
                <a:close/>
                <a:moveTo>
                  <a:pt x="28224" y="284756"/>
                </a:moveTo>
                <a:lnTo>
                  <a:pt x="29957" y="285654"/>
                </a:lnTo>
                <a:lnTo>
                  <a:pt x="27358" y="285205"/>
                </a:lnTo>
                <a:close/>
                <a:moveTo>
                  <a:pt x="23457" y="301017"/>
                </a:moveTo>
                <a:lnTo>
                  <a:pt x="25439" y="302286"/>
                </a:lnTo>
                <a:lnTo>
                  <a:pt x="22466" y="301651"/>
                </a:lnTo>
                <a:close/>
                <a:moveTo>
                  <a:pt x="6969" y="64110"/>
                </a:moveTo>
                <a:lnTo>
                  <a:pt x="8284" y="65110"/>
                </a:lnTo>
                <a:lnTo>
                  <a:pt x="6311" y="64610"/>
                </a:lnTo>
                <a:close/>
                <a:moveTo>
                  <a:pt x="92301" y="292075"/>
                </a:moveTo>
                <a:lnTo>
                  <a:pt x="94023" y="292908"/>
                </a:lnTo>
                <a:lnTo>
                  <a:pt x="91440" y="292492"/>
                </a:lnTo>
                <a:close/>
                <a:moveTo>
                  <a:pt x="11464" y="451950"/>
                </a:moveTo>
                <a:lnTo>
                  <a:pt x="12623" y="453147"/>
                </a:lnTo>
                <a:lnTo>
                  <a:pt x="10884" y="452549"/>
                </a:lnTo>
                <a:close/>
                <a:moveTo>
                  <a:pt x="15866" y="449280"/>
                </a:moveTo>
                <a:lnTo>
                  <a:pt x="17644" y="450144"/>
                </a:lnTo>
                <a:lnTo>
                  <a:pt x="14977" y="449712"/>
                </a:lnTo>
                <a:close/>
                <a:moveTo>
                  <a:pt x="143550" y="438210"/>
                </a:moveTo>
                <a:lnTo>
                  <a:pt x="145357" y="438980"/>
                </a:lnTo>
                <a:lnTo>
                  <a:pt x="142646" y="438595"/>
                </a:lnTo>
                <a:close/>
                <a:moveTo>
                  <a:pt x="135281" y="396633"/>
                </a:moveTo>
                <a:lnTo>
                  <a:pt x="135997" y="398413"/>
                </a:lnTo>
                <a:lnTo>
                  <a:pt x="134924" y="397523"/>
                </a:lnTo>
                <a:close/>
                <a:moveTo>
                  <a:pt x="82880" y="30555"/>
                </a:moveTo>
                <a:lnTo>
                  <a:pt x="83316" y="31900"/>
                </a:lnTo>
                <a:lnTo>
                  <a:pt x="82662" y="31227"/>
                </a:lnTo>
                <a:close/>
                <a:moveTo>
                  <a:pt x="121367" y="197663"/>
                </a:moveTo>
                <a:lnTo>
                  <a:pt x="122270" y="199262"/>
                </a:lnTo>
                <a:lnTo>
                  <a:pt x="120916" y="198462"/>
                </a:lnTo>
                <a:close/>
                <a:moveTo>
                  <a:pt x="58157" y="14416"/>
                </a:moveTo>
                <a:lnTo>
                  <a:pt x="58507" y="16030"/>
                </a:lnTo>
                <a:lnTo>
                  <a:pt x="57981" y="15223"/>
                </a:lnTo>
                <a:close/>
                <a:moveTo>
                  <a:pt x="14406" y="325986"/>
                </a:moveTo>
                <a:lnTo>
                  <a:pt x="14830" y="327778"/>
                </a:lnTo>
                <a:lnTo>
                  <a:pt x="14194" y="326882"/>
                </a:lnTo>
                <a:close/>
                <a:moveTo>
                  <a:pt x="62324" y="181386"/>
                </a:moveTo>
                <a:lnTo>
                  <a:pt x="63927" y="182799"/>
                </a:lnTo>
                <a:lnTo>
                  <a:pt x="61523" y="182093"/>
                </a:lnTo>
                <a:close/>
                <a:moveTo>
                  <a:pt x="68355" y="294050"/>
                </a:moveTo>
                <a:lnTo>
                  <a:pt x="69407" y="295085"/>
                </a:lnTo>
                <a:lnTo>
                  <a:pt x="67829" y="294567"/>
                </a:lnTo>
                <a:close/>
                <a:moveTo>
                  <a:pt x="95822" y="311726"/>
                </a:moveTo>
                <a:lnTo>
                  <a:pt x="97190" y="312371"/>
                </a:lnTo>
                <a:lnTo>
                  <a:pt x="95139" y="312049"/>
                </a:lnTo>
                <a:close/>
                <a:moveTo>
                  <a:pt x="36408" y="448398"/>
                </a:moveTo>
                <a:lnTo>
                  <a:pt x="37461" y="449228"/>
                </a:lnTo>
                <a:lnTo>
                  <a:pt x="35882" y="448813"/>
                </a:lnTo>
                <a:close/>
                <a:moveTo>
                  <a:pt x="50020" y="143580"/>
                </a:moveTo>
                <a:lnTo>
                  <a:pt x="50461" y="144750"/>
                </a:lnTo>
                <a:lnTo>
                  <a:pt x="49799" y="144165"/>
                </a:lnTo>
                <a:close/>
                <a:moveTo>
                  <a:pt x="5188" y="459433"/>
                </a:moveTo>
                <a:lnTo>
                  <a:pt x="7271" y="460818"/>
                </a:lnTo>
                <a:lnTo>
                  <a:pt x="4147" y="460125"/>
                </a:lnTo>
                <a:close/>
                <a:moveTo>
                  <a:pt x="118779" y="259921"/>
                </a:moveTo>
                <a:lnTo>
                  <a:pt x="119460" y="261718"/>
                </a:lnTo>
                <a:lnTo>
                  <a:pt x="118439" y="260820"/>
                </a:lnTo>
                <a:close/>
                <a:moveTo>
                  <a:pt x="86331" y="354189"/>
                </a:moveTo>
                <a:lnTo>
                  <a:pt x="87061" y="354535"/>
                </a:lnTo>
                <a:lnTo>
                  <a:pt x="85966" y="354362"/>
                </a:lnTo>
                <a:close/>
                <a:moveTo>
                  <a:pt x="75434" y="453384"/>
                </a:moveTo>
                <a:lnTo>
                  <a:pt x="76190" y="453691"/>
                </a:lnTo>
                <a:lnTo>
                  <a:pt x="75055" y="453538"/>
                </a:lnTo>
                <a:close/>
                <a:moveTo>
                  <a:pt x="50001" y="118281"/>
                </a:moveTo>
                <a:lnTo>
                  <a:pt x="52155" y="119287"/>
                </a:lnTo>
                <a:lnTo>
                  <a:pt x="48923" y="118784"/>
                </a:lnTo>
                <a:close/>
                <a:moveTo>
                  <a:pt x="82620" y="383248"/>
                </a:moveTo>
                <a:lnTo>
                  <a:pt x="83766" y="384634"/>
                </a:lnTo>
                <a:lnTo>
                  <a:pt x="82047" y="383941"/>
                </a:lnTo>
                <a:close/>
                <a:moveTo>
                  <a:pt x="5216" y="179707"/>
                </a:moveTo>
                <a:lnTo>
                  <a:pt x="6264" y="181373"/>
                </a:lnTo>
                <a:lnTo>
                  <a:pt x="4693" y="180540"/>
                </a:lnTo>
                <a:close/>
                <a:moveTo>
                  <a:pt x="108204" y="453506"/>
                </a:moveTo>
                <a:lnTo>
                  <a:pt x="109623" y="454193"/>
                </a:lnTo>
                <a:lnTo>
                  <a:pt x="107495" y="453849"/>
                </a:lnTo>
                <a:close/>
                <a:moveTo>
                  <a:pt x="103023" y="441248"/>
                </a:moveTo>
                <a:lnTo>
                  <a:pt x="103477" y="441939"/>
                </a:lnTo>
                <a:lnTo>
                  <a:pt x="102795" y="441593"/>
                </a:lnTo>
                <a:close/>
                <a:moveTo>
                  <a:pt x="115467" y="231195"/>
                </a:moveTo>
                <a:lnTo>
                  <a:pt x="116081" y="231970"/>
                </a:lnTo>
                <a:lnTo>
                  <a:pt x="115160" y="231582"/>
                </a:lnTo>
                <a:close/>
                <a:moveTo>
                  <a:pt x="64355" y="359201"/>
                </a:moveTo>
                <a:lnTo>
                  <a:pt x="65266" y="360126"/>
                </a:lnTo>
                <a:lnTo>
                  <a:pt x="63899" y="359663"/>
                </a:lnTo>
                <a:close/>
                <a:moveTo>
                  <a:pt x="133799" y="245069"/>
                </a:moveTo>
                <a:lnTo>
                  <a:pt x="134897" y="246782"/>
                </a:lnTo>
                <a:lnTo>
                  <a:pt x="133250" y="245925"/>
                </a:lnTo>
                <a:close/>
                <a:moveTo>
                  <a:pt x="97053" y="93835"/>
                </a:moveTo>
                <a:lnTo>
                  <a:pt x="97564" y="95490"/>
                </a:lnTo>
                <a:lnTo>
                  <a:pt x="96797" y="94663"/>
                </a:lnTo>
                <a:close/>
                <a:moveTo>
                  <a:pt x="34423" y="324361"/>
                </a:moveTo>
                <a:lnTo>
                  <a:pt x="35549" y="324935"/>
                </a:lnTo>
                <a:lnTo>
                  <a:pt x="33860" y="324648"/>
                </a:lnTo>
                <a:close/>
                <a:moveTo>
                  <a:pt x="8336" y="183821"/>
                </a:moveTo>
                <a:lnTo>
                  <a:pt x="10167" y="185516"/>
                </a:lnTo>
                <a:lnTo>
                  <a:pt x="7421" y="184668"/>
                </a:lnTo>
                <a:close/>
                <a:moveTo>
                  <a:pt x="10041" y="432728"/>
                </a:moveTo>
                <a:lnTo>
                  <a:pt x="10418" y="433875"/>
                </a:lnTo>
                <a:lnTo>
                  <a:pt x="9852" y="433301"/>
                </a:lnTo>
                <a:close/>
                <a:moveTo>
                  <a:pt x="117801" y="237650"/>
                </a:moveTo>
                <a:lnTo>
                  <a:pt x="118205" y="238957"/>
                </a:lnTo>
                <a:lnTo>
                  <a:pt x="117598" y="238304"/>
                </a:lnTo>
                <a:close/>
                <a:moveTo>
                  <a:pt x="74356" y="128793"/>
                </a:moveTo>
                <a:lnTo>
                  <a:pt x="75091" y="130162"/>
                </a:lnTo>
                <a:lnTo>
                  <a:pt x="73988" y="129477"/>
                </a:lnTo>
                <a:close/>
                <a:moveTo>
                  <a:pt x="59614" y="260927"/>
                </a:moveTo>
                <a:lnTo>
                  <a:pt x="60819" y="262397"/>
                </a:lnTo>
                <a:lnTo>
                  <a:pt x="59011" y="261662"/>
                </a:lnTo>
                <a:close/>
                <a:moveTo>
                  <a:pt x="76258" y="171467"/>
                </a:moveTo>
                <a:lnTo>
                  <a:pt x="78015" y="172501"/>
                </a:lnTo>
                <a:lnTo>
                  <a:pt x="75380" y="171984"/>
                </a:lnTo>
                <a:close/>
                <a:moveTo>
                  <a:pt x="44386" y="168281"/>
                </a:moveTo>
                <a:lnTo>
                  <a:pt x="45170" y="168867"/>
                </a:lnTo>
                <a:lnTo>
                  <a:pt x="43994" y="168574"/>
                </a:lnTo>
                <a:close/>
                <a:moveTo>
                  <a:pt x="61807" y="68866"/>
                </a:moveTo>
                <a:lnTo>
                  <a:pt x="63630" y="70609"/>
                </a:lnTo>
                <a:lnTo>
                  <a:pt x="60895" y="69737"/>
                </a:lnTo>
                <a:close/>
                <a:moveTo>
                  <a:pt x="128582" y="418490"/>
                </a:moveTo>
                <a:lnTo>
                  <a:pt x="129195" y="420026"/>
                </a:lnTo>
                <a:lnTo>
                  <a:pt x="128276" y="419258"/>
                </a:lnTo>
                <a:close/>
                <a:moveTo>
                  <a:pt x="119485" y="214831"/>
                </a:moveTo>
                <a:lnTo>
                  <a:pt x="119984" y="215867"/>
                </a:lnTo>
                <a:lnTo>
                  <a:pt x="119235" y="215349"/>
                </a:lnTo>
                <a:close/>
                <a:moveTo>
                  <a:pt x="126760" y="145152"/>
                </a:moveTo>
                <a:lnTo>
                  <a:pt x="127994" y="146138"/>
                </a:lnTo>
                <a:lnTo>
                  <a:pt x="126143" y="145645"/>
                </a:lnTo>
                <a:close/>
                <a:moveTo>
                  <a:pt x="66937" y="170352"/>
                </a:moveTo>
                <a:lnTo>
                  <a:pt x="69101" y="171003"/>
                </a:lnTo>
                <a:lnTo>
                  <a:pt x="65855" y="170678"/>
                </a:lnTo>
                <a:close/>
                <a:moveTo>
                  <a:pt x="137775" y="207178"/>
                </a:moveTo>
                <a:lnTo>
                  <a:pt x="138945" y="208028"/>
                </a:lnTo>
                <a:lnTo>
                  <a:pt x="137189" y="207603"/>
                </a:lnTo>
                <a:close/>
                <a:moveTo>
                  <a:pt x="101669" y="152303"/>
                </a:moveTo>
                <a:lnTo>
                  <a:pt x="103339" y="152799"/>
                </a:lnTo>
                <a:lnTo>
                  <a:pt x="100834" y="152551"/>
                </a:lnTo>
                <a:close/>
                <a:moveTo>
                  <a:pt x="41553" y="37709"/>
                </a:moveTo>
                <a:lnTo>
                  <a:pt x="41912" y="39111"/>
                </a:lnTo>
                <a:lnTo>
                  <a:pt x="41373" y="38410"/>
                </a:lnTo>
                <a:close/>
                <a:moveTo>
                  <a:pt x="54219" y="353437"/>
                </a:moveTo>
                <a:lnTo>
                  <a:pt x="55270" y="354763"/>
                </a:lnTo>
                <a:lnTo>
                  <a:pt x="53693" y="354100"/>
                </a:lnTo>
                <a:close/>
                <a:moveTo>
                  <a:pt x="115927" y="367816"/>
                </a:moveTo>
                <a:lnTo>
                  <a:pt x="117943" y="368675"/>
                </a:lnTo>
                <a:lnTo>
                  <a:pt x="114919" y="368246"/>
                </a:lnTo>
                <a:close/>
                <a:moveTo>
                  <a:pt x="126731" y="459683"/>
                </a:moveTo>
                <a:lnTo>
                  <a:pt x="127926" y="460268"/>
                </a:lnTo>
                <a:lnTo>
                  <a:pt x="126133" y="459976"/>
                </a:lnTo>
                <a:close/>
                <a:moveTo>
                  <a:pt x="40033" y="21096"/>
                </a:moveTo>
                <a:lnTo>
                  <a:pt x="41743" y="22213"/>
                </a:lnTo>
                <a:lnTo>
                  <a:pt x="39178" y="21654"/>
                </a:lnTo>
                <a:close/>
                <a:moveTo>
                  <a:pt x="48354" y="112119"/>
                </a:moveTo>
                <a:lnTo>
                  <a:pt x="49109" y="113714"/>
                </a:lnTo>
                <a:lnTo>
                  <a:pt x="47976" y="112917"/>
                </a:lnTo>
                <a:close/>
                <a:moveTo>
                  <a:pt x="132958" y="211139"/>
                </a:moveTo>
                <a:lnTo>
                  <a:pt x="133470" y="211440"/>
                </a:lnTo>
                <a:lnTo>
                  <a:pt x="132702" y="211290"/>
                </a:lnTo>
                <a:close/>
                <a:moveTo>
                  <a:pt x="17828" y="351523"/>
                </a:moveTo>
                <a:lnTo>
                  <a:pt x="19364" y="352711"/>
                </a:lnTo>
                <a:lnTo>
                  <a:pt x="17060" y="352117"/>
                </a:lnTo>
                <a:close/>
                <a:moveTo>
                  <a:pt x="30399" y="357506"/>
                </a:moveTo>
                <a:lnTo>
                  <a:pt x="31545" y="359010"/>
                </a:lnTo>
                <a:lnTo>
                  <a:pt x="29826" y="358258"/>
                </a:lnTo>
                <a:close/>
                <a:moveTo>
                  <a:pt x="12503" y="146672"/>
                </a:moveTo>
                <a:lnTo>
                  <a:pt x="13536" y="148329"/>
                </a:lnTo>
                <a:lnTo>
                  <a:pt x="11986" y="147501"/>
                </a:lnTo>
                <a:close/>
                <a:moveTo>
                  <a:pt x="96693" y="83510"/>
                </a:moveTo>
                <a:lnTo>
                  <a:pt x="98613" y="84831"/>
                </a:lnTo>
                <a:lnTo>
                  <a:pt x="95732" y="84171"/>
                </a:lnTo>
                <a:close/>
                <a:moveTo>
                  <a:pt x="47381" y="384758"/>
                </a:moveTo>
                <a:lnTo>
                  <a:pt x="48330" y="385220"/>
                </a:lnTo>
                <a:lnTo>
                  <a:pt x="46907" y="384989"/>
                </a:lnTo>
                <a:close/>
                <a:moveTo>
                  <a:pt x="58065" y="276462"/>
                </a:moveTo>
                <a:lnTo>
                  <a:pt x="59048" y="278129"/>
                </a:lnTo>
                <a:lnTo>
                  <a:pt x="57573" y="277295"/>
                </a:lnTo>
                <a:close/>
                <a:moveTo>
                  <a:pt x="32372" y="55237"/>
                </a:moveTo>
                <a:lnTo>
                  <a:pt x="32925" y="55596"/>
                </a:lnTo>
                <a:lnTo>
                  <a:pt x="32096" y="55416"/>
                </a:lnTo>
                <a:close/>
                <a:moveTo>
                  <a:pt x="98065" y="315225"/>
                </a:moveTo>
                <a:lnTo>
                  <a:pt x="100169" y="317023"/>
                </a:lnTo>
                <a:lnTo>
                  <a:pt x="97013" y="316124"/>
                </a:lnTo>
                <a:close/>
                <a:moveTo>
                  <a:pt x="21921" y="455810"/>
                </a:moveTo>
                <a:lnTo>
                  <a:pt x="23846" y="456772"/>
                </a:lnTo>
                <a:lnTo>
                  <a:pt x="20958" y="456291"/>
                </a:lnTo>
                <a:close/>
                <a:moveTo>
                  <a:pt x="1115" y="404893"/>
                </a:moveTo>
                <a:lnTo>
                  <a:pt x="2554" y="405985"/>
                </a:lnTo>
                <a:lnTo>
                  <a:pt x="395" y="405439"/>
                </a:lnTo>
                <a:close/>
                <a:moveTo>
                  <a:pt x="66078" y="256602"/>
                </a:moveTo>
                <a:lnTo>
                  <a:pt x="66980" y="256964"/>
                </a:lnTo>
                <a:lnTo>
                  <a:pt x="65628" y="256783"/>
                </a:lnTo>
                <a:close/>
                <a:moveTo>
                  <a:pt x="100816" y="220265"/>
                </a:moveTo>
                <a:lnTo>
                  <a:pt x="101328" y="221203"/>
                </a:lnTo>
                <a:lnTo>
                  <a:pt x="100560" y="220734"/>
                </a:lnTo>
                <a:close/>
                <a:moveTo>
                  <a:pt x="103556" y="123632"/>
                </a:moveTo>
                <a:lnTo>
                  <a:pt x="104333" y="125210"/>
                </a:lnTo>
                <a:lnTo>
                  <a:pt x="103168" y="124421"/>
                </a:lnTo>
                <a:close/>
                <a:moveTo>
                  <a:pt x="44238" y="446461"/>
                </a:moveTo>
                <a:lnTo>
                  <a:pt x="45938" y="447911"/>
                </a:lnTo>
                <a:lnTo>
                  <a:pt x="43388" y="447186"/>
                </a:lnTo>
                <a:close/>
                <a:moveTo>
                  <a:pt x="27117" y="37866"/>
                </a:moveTo>
                <a:lnTo>
                  <a:pt x="28492" y="39117"/>
                </a:lnTo>
                <a:lnTo>
                  <a:pt x="26429" y="38492"/>
                </a:lnTo>
                <a:close/>
                <a:moveTo>
                  <a:pt x="12572" y="374810"/>
                </a:moveTo>
                <a:lnTo>
                  <a:pt x="14387" y="375821"/>
                </a:lnTo>
                <a:lnTo>
                  <a:pt x="11664" y="375315"/>
                </a:lnTo>
                <a:close/>
                <a:moveTo>
                  <a:pt x="18777" y="341855"/>
                </a:moveTo>
                <a:lnTo>
                  <a:pt x="19874" y="343207"/>
                </a:lnTo>
                <a:lnTo>
                  <a:pt x="18228" y="342531"/>
                </a:lnTo>
                <a:close/>
                <a:moveTo>
                  <a:pt x="93197" y="348037"/>
                </a:moveTo>
                <a:lnTo>
                  <a:pt x="94250" y="349721"/>
                </a:lnTo>
                <a:lnTo>
                  <a:pt x="92670" y="348879"/>
                </a:lnTo>
                <a:close/>
                <a:moveTo>
                  <a:pt x="1050" y="22870"/>
                </a:moveTo>
                <a:lnTo>
                  <a:pt x="2034" y="23915"/>
                </a:lnTo>
                <a:lnTo>
                  <a:pt x="559" y="23392"/>
                </a:lnTo>
                <a:close/>
                <a:moveTo>
                  <a:pt x="110240" y="144313"/>
                </a:moveTo>
                <a:lnTo>
                  <a:pt x="111723" y="144678"/>
                </a:lnTo>
                <a:lnTo>
                  <a:pt x="109498" y="144495"/>
                </a:lnTo>
                <a:close/>
                <a:moveTo>
                  <a:pt x="94704" y="382847"/>
                </a:moveTo>
                <a:lnTo>
                  <a:pt x="95761" y="384133"/>
                </a:lnTo>
                <a:lnTo>
                  <a:pt x="94175" y="383490"/>
                </a:lnTo>
                <a:close/>
                <a:moveTo>
                  <a:pt x="115957" y="202079"/>
                </a:moveTo>
                <a:lnTo>
                  <a:pt x="117749" y="203480"/>
                </a:lnTo>
                <a:lnTo>
                  <a:pt x="115061" y="202780"/>
                </a:lnTo>
                <a:close/>
                <a:moveTo>
                  <a:pt x="129731" y="246901"/>
                </a:moveTo>
                <a:lnTo>
                  <a:pt x="131343" y="248451"/>
                </a:lnTo>
                <a:lnTo>
                  <a:pt x="128925" y="247676"/>
                </a:lnTo>
                <a:close/>
                <a:moveTo>
                  <a:pt x="81101" y="412267"/>
                </a:moveTo>
                <a:lnTo>
                  <a:pt x="82751" y="413432"/>
                </a:lnTo>
                <a:lnTo>
                  <a:pt x="80276" y="412849"/>
                </a:lnTo>
                <a:close/>
                <a:moveTo>
                  <a:pt x="94240" y="302404"/>
                </a:moveTo>
                <a:lnTo>
                  <a:pt x="95592" y="302881"/>
                </a:lnTo>
                <a:lnTo>
                  <a:pt x="93564" y="302642"/>
                </a:lnTo>
                <a:close/>
                <a:moveTo>
                  <a:pt x="59205" y="373402"/>
                </a:moveTo>
                <a:lnTo>
                  <a:pt x="60128" y="373799"/>
                </a:lnTo>
                <a:lnTo>
                  <a:pt x="58743" y="373600"/>
                </a:lnTo>
                <a:close/>
                <a:moveTo>
                  <a:pt x="73403" y="353450"/>
                </a:moveTo>
                <a:lnTo>
                  <a:pt x="74325" y="355109"/>
                </a:lnTo>
                <a:lnTo>
                  <a:pt x="72942" y="354279"/>
                </a:lnTo>
                <a:close/>
                <a:moveTo>
                  <a:pt x="116343" y="280780"/>
                </a:moveTo>
                <a:lnTo>
                  <a:pt x="118087" y="282200"/>
                </a:lnTo>
                <a:lnTo>
                  <a:pt x="115471" y="281490"/>
                </a:lnTo>
                <a:close/>
                <a:moveTo>
                  <a:pt x="60952" y="113959"/>
                </a:moveTo>
                <a:lnTo>
                  <a:pt x="63040" y="114978"/>
                </a:lnTo>
                <a:lnTo>
                  <a:pt x="59908" y="114469"/>
                </a:lnTo>
                <a:close/>
                <a:moveTo>
                  <a:pt x="17210" y="141407"/>
                </a:moveTo>
                <a:lnTo>
                  <a:pt x="18017" y="142317"/>
                </a:lnTo>
                <a:lnTo>
                  <a:pt x="16807" y="141862"/>
                </a:lnTo>
                <a:close/>
                <a:moveTo>
                  <a:pt x="19198" y="49283"/>
                </a:moveTo>
                <a:lnTo>
                  <a:pt x="20379" y="49704"/>
                </a:lnTo>
                <a:lnTo>
                  <a:pt x="18608" y="49494"/>
                </a:lnTo>
                <a:close/>
                <a:moveTo>
                  <a:pt x="91586" y="101875"/>
                </a:moveTo>
                <a:lnTo>
                  <a:pt x="92583" y="103494"/>
                </a:lnTo>
                <a:lnTo>
                  <a:pt x="91087" y="102685"/>
                </a:lnTo>
                <a:close/>
                <a:moveTo>
                  <a:pt x="82551" y="461064"/>
                </a:moveTo>
                <a:lnTo>
                  <a:pt x="84693" y="462006"/>
                </a:lnTo>
                <a:lnTo>
                  <a:pt x="81479" y="461535"/>
                </a:lnTo>
                <a:close/>
                <a:moveTo>
                  <a:pt x="53192" y="317168"/>
                </a:moveTo>
                <a:lnTo>
                  <a:pt x="55353" y="318608"/>
                </a:lnTo>
                <a:lnTo>
                  <a:pt x="52112" y="317888"/>
                </a:lnTo>
                <a:close/>
                <a:moveTo>
                  <a:pt x="79443" y="84751"/>
                </a:moveTo>
                <a:lnTo>
                  <a:pt x="81026" y="85472"/>
                </a:lnTo>
                <a:lnTo>
                  <a:pt x="78652" y="85112"/>
                </a:lnTo>
                <a:close/>
                <a:moveTo>
                  <a:pt x="92361" y="94863"/>
                </a:moveTo>
                <a:lnTo>
                  <a:pt x="93883" y="95472"/>
                </a:lnTo>
                <a:lnTo>
                  <a:pt x="91600" y="95168"/>
                </a:lnTo>
                <a:close/>
                <a:moveTo>
                  <a:pt x="129953" y="204972"/>
                </a:moveTo>
                <a:lnTo>
                  <a:pt x="130311" y="206467"/>
                </a:lnTo>
                <a:lnTo>
                  <a:pt x="129774" y="205719"/>
                </a:lnTo>
                <a:close/>
                <a:moveTo>
                  <a:pt x="89614" y="341169"/>
                </a:moveTo>
                <a:lnTo>
                  <a:pt x="90999" y="341810"/>
                </a:lnTo>
                <a:lnTo>
                  <a:pt x="88922" y="341490"/>
                </a:lnTo>
                <a:close/>
                <a:moveTo>
                  <a:pt x="27209" y="243626"/>
                </a:moveTo>
                <a:lnTo>
                  <a:pt x="29075" y="244522"/>
                </a:lnTo>
                <a:lnTo>
                  <a:pt x="26276" y="244074"/>
                </a:lnTo>
                <a:close/>
                <a:moveTo>
                  <a:pt x="25848" y="242474"/>
                </a:moveTo>
                <a:lnTo>
                  <a:pt x="26234" y="243367"/>
                </a:lnTo>
                <a:lnTo>
                  <a:pt x="25655" y="242921"/>
                </a:lnTo>
                <a:close/>
                <a:moveTo>
                  <a:pt x="35788" y="281489"/>
                </a:moveTo>
                <a:lnTo>
                  <a:pt x="37589" y="282458"/>
                </a:lnTo>
                <a:lnTo>
                  <a:pt x="34887" y="281973"/>
                </a:lnTo>
                <a:close/>
                <a:moveTo>
                  <a:pt x="1956" y="397378"/>
                </a:moveTo>
                <a:lnTo>
                  <a:pt x="2820" y="398301"/>
                </a:lnTo>
                <a:lnTo>
                  <a:pt x="1524" y="397840"/>
                </a:lnTo>
                <a:close/>
                <a:moveTo>
                  <a:pt x="11863" y="449490"/>
                </a:moveTo>
                <a:lnTo>
                  <a:pt x="13714" y="450002"/>
                </a:lnTo>
                <a:lnTo>
                  <a:pt x="10937" y="449746"/>
                </a:lnTo>
                <a:close/>
                <a:moveTo>
                  <a:pt x="21841" y="424273"/>
                </a:moveTo>
                <a:lnTo>
                  <a:pt x="23855" y="425301"/>
                </a:lnTo>
                <a:lnTo>
                  <a:pt x="20834" y="424787"/>
                </a:lnTo>
                <a:close/>
                <a:moveTo>
                  <a:pt x="29189" y="355496"/>
                </a:moveTo>
                <a:lnTo>
                  <a:pt x="31000" y="357185"/>
                </a:lnTo>
                <a:lnTo>
                  <a:pt x="28284" y="356341"/>
                </a:lnTo>
                <a:close/>
                <a:moveTo>
                  <a:pt x="77524" y="16726"/>
                </a:moveTo>
                <a:lnTo>
                  <a:pt x="78846" y="18104"/>
                </a:lnTo>
                <a:lnTo>
                  <a:pt x="76862" y="17415"/>
                </a:lnTo>
                <a:close/>
                <a:moveTo>
                  <a:pt x="89334" y="305826"/>
                </a:moveTo>
                <a:lnTo>
                  <a:pt x="91089" y="307188"/>
                </a:lnTo>
                <a:lnTo>
                  <a:pt x="88456" y="306507"/>
                </a:lnTo>
                <a:close/>
                <a:moveTo>
                  <a:pt x="39977" y="368556"/>
                </a:moveTo>
                <a:lnTo>
                  <a:pt x="41116" y="369900"/>
                </a:lnTo>
                <a:lnTo>
                  <a:pt x="39407" y="369228"/>
                </a:lnTo>
                <a:close/>
                <a:moveTo>
                  <a:pt x="31129" y="271414"/>
                </a:moveTo>
                <a:lnTo>
                  <a:pt x="32631" y="272329"/>
                </a:lnTo>
                <a:lnTo>
                  <a:pt x="30378" y="271872"/>
                </a:lnTo>
                <a:close/>
                <a:moveTo>
                  <a:pt x="124258" y="56139"/>
                </a:moveTo>
                <a:lnTo>
                  <a:pt x="126112" y="57909"/>
                </a:lnTo>
                <a:lnTo>
                  <a:pt x="123331" y="57024"/>
                </a:lnTo>
                <a:close/>
                <a:moveTo>
                  <a:pt x="108139" y="409595"/>
                </a:moveTo>
                <a:lnTo>
                  <a:pt x="109399" y="410881"/>
                </a:lnTo>
                <a:lnTo>
                  <a:pt x="107509" y="410238"/>
                </a:lnTo>
                <a:close/>
                <a:moveTo>
                  <a:pt x="102465" y="81437"/>
                </a:moveTo>
                <a:lnTo>
                  <a:pt x="103573" y="83117"/>
                </a:lnTo>
                <a:lnTo>
                  <a:pt x="101911" y="82277"/>
                </a:lnTo>
                <a:close/>
                <a:moveTo>
                  <a:pt x="49896" y="455357"/>
                </a:moveTo>
                <a:lnTo>
                  <a:pt x="50706" y="456906"/>
                </a:lnTo>
                <a:lnTo>
                  <a:pt x="49492" y="456132"/>
                </a:lnTo>
                <a:close/>
                <a:moveTo>
                  <a:pt x="67309" y="195596"/>
                </a:moveTo>
                <a:lnTo>
                  <a:pt x="68620" y="196050"/>
                </a:lnTo>
                <a:lnTo>
                  <a:pt x="66653" y="195823"/>
                </a:lnTo>
                <a:close/>
                <a:moveTo>
                  <a:pt x="110051" y="103946"/>
                </a:moveTo>
                <a:lnTo>
                  <a:pt x="110692" y="105082"/>
                </a:lnTo>
                <a:lnTo>
                  <a:pt x="109730" y="104514"/>
                </a:lnTo>
                <a:close/>
                <a:moveTo>
                  <a:pt x="131591" y="406791"/>
                </a:moveTo>
                <a:lnTo>
                  <a:pt x="133513" y="408512"/>
                </a:lnTo>
                <a:lnTo>
                  <a:pt x="130629" y="407652"/>
                </a:lnTo>
                <a:close/>
                <a:moveTo>
                  <a:pt x="31806" y="167437"/>
                </a:moveTo>
                <a:lnTo>
                  <a:pt x="33736" y="169208"/>
                </a:lnTo>
                <a:lnTo>
                  <a:pt x="30840" y="168322"/>
                </a:lnTo>
                <a:close/>
                <a:moveTo>
                  <a:pt x="24523" y="435016"/>
                </a:moveTo>
                <a:lnTo>
                  <a:pt x="25413" y="435588"/>
                </a:lnTo>
                <a:lnTo>
                  <a:pt x="24078" y="435302"/>
                </a:lnTo>
                <a:close/>
                <a:moveTo>
                  <a:pt x="38314" y="126044"/>
                </a:moveTo>
                <a:lnTo>
                  <a:pt x="39798" y="127470"/>
                </a:lnTo>
                <a:lnTo>
                  <a:pt x="37572" y="126757"/>
                </a:lnTo>
                <a:close/>
                <a:moveTo>
                  <a:pt x="100601" y="323529"/>
                </a:moveTo>
                <a:lnTo>
                  <a:pt x="102218" y="324534"/>
                </a:lnTo>
                <a:lnTo>
                  <a:pt x="99793" y="324031"/>
                </a:lnTo>
                <a:close/>
                <a:moveTo>
                  <a:pt x="51419" y="413383"/>
                </a:moveTo>
                <a:lnTo>
                  <a:pt x="52238" y="415137"/>
                </a:lnTo>
                <a:lnTo>
                  <a:pt x="51009" y="414260"/>
                </a:lnTo>
                <a:close/>
                <a:moveTo>
                  <a:pt x="30497" y="113470"/>
                </a:moveTo>
                <a:lnTo>
                  <a:pt x="32279" y="114274"/>
                </a:lnTo>
                <a:lnTo>
                  <a:pt x="29606" y="113872"/>
                </a:lnTo>
                <a:close/>
                <a:moveTo>
                  <a:pt x="100870" y="66214"/>
                </a:moveTo>
                <a:lnTo>
                  <a:pt x="102594" y="66576"/>
                </a:lnTo>
                <a:lnTo>
                  <a:pt x="100008" y="66395"/>
                </a:lnTo>
                <a:close/>
                <a:moveTo>
                  <a:pt x="99389" y="224055"/>
                </a:moveTo>
                <a:lnTo>
                  <a:pt x="100449" y="224983"/>
                </a:lnTo>
                <a:lnTo>
                  <a:pt x="98859" y="224519"/>
                </a:lnTo>
                <a:close/>
                <a:moveTo>
                  <a:pt x="139947" y="362172"/>
                </a:moveTo>
                <a:lnTo>
                  <a:pt x="141369" y="362917"/>
                </a:lnTo>
                <a:lnTo>
                  <a:pt x="139236" y="362544"/>
                </a:lnTo>
                <a:close/>
                <a:moveTo>
                  <a:pt x="107682" y="197587"/>
                </a:moveTo>
                <a:lnTo>
                  <a:pt x="108678" y="197993"/>
                </a:lnTo>
                <a:lnTo>
                  <a:pt x="107184" y="197790"/>
                </a:lnTo>
                <a:close/>
                <a:moveTo>
                  <a:pt x="6240" y="455864"/>
                </a:moveTo>
                <a:lnTo>
                  <a:pt x="8077" y="456936"/>
                </a:lnTo>
                <a:lnTo>
                  <a:pt x="5322" y="456400"/>
                </a:lnTo>
                <a:close/>
                <a:moveTo>
                  <a:pt x="91001" y="321799"/>
                </a:moveTo>
                <a:lnTo>
                  <a:pt x="92105" y="322595"/>
                </a:lnTo>
                <a:lnTo>
                  <a:pt x="90449" y="322197"/>
                </a:lnTo>
                <a:close/>
                <a:moveTo>
                  <a:pt x="112283" y="48910"/>
                </a:moveTo>
                <a:lnTo>
                  <a:pt x="113377" y="49420"/>
                </a:lnTo>
                <a:lnTo>
                  <a:pt x="111737" y="49165"/>
                </a:lnTo>
                <a:close/>
                <a:moveTo>
                  <a:pt x="104173" y="205970"/>
                </a:moveTo>
                <a:lnTo>
                  <a:pt x="105911" y="206649"/>
                </a:lnTo>
                <a:lnTo>
                  <a:pt x="103304" y="206310"/>
                </a:lnTo>
                <a:close/>
                <a:moveTo>
                  <a:pt x="30003" y="243735"/>
                </a:moveTo>
                <a:lnTo>
                  <a:pt x="31616" y="245067"/>
                </a:lnTo>
                <a:lnTo>
                  <a:pt x="29196" y="244401"/>
                </a:lnTo>
                <a:close/>
                <a:moveTo>
                  <a:pt x="71857" y="294715"/>
                </a:moveTo>
                <a:lnTo>
                  <a:pt x="73259" y="295703"/>
                </a:lnTo>
                <a:lnTo>
                  <a:pt x="71155" y="295209"/>
                </a:lnTo>
                <a:close/>
                <a:moveTo>
                  <a:pt x="50792" y="164086"/>
                </a:moveTo>
                <a:lnTo>
                  <a:pt x="51554" y="165421"/>
                </a:lnTo>
                <a:lnTo>
                  <a:pt x="50411" y="164753"/>
                </a:lnTo>
                <a:close/>
                <a:moveTo>
                  <a:pt x="8181" y="376860"/>
                </a:moveTo>
                <a:lnTo>
                  <a:pt x="8984" y="377513"/>
                </a:lnTo>
                <a:lnTo>
                  <a:pt x="7779" y="377187"/>
                </a:lnTo>
                <a:close/>
                <a:moveTo>
                  <a:pt x="46000" y="90145"/>
                </a:moveTo>
                <a:lnTo>
                  <a:pt x="47166" y="91765"/>
                </a:lnTo>
                <a:lnTo>
                  <a:pt x="45417" y="90955"/>
                </a:lnTo>
                <a:close/>
                <a:moveTo>
                  <a:pt x="125602" y="334255"/>
                </a:moveTo>
                <a:lnTo>
                  <a:pt x="127559" y="334737"/>
                </a:lnTo>
                <a:lnTo>
                  <a:pt x="124624" y="334496"/>
                </a:lnTo>
                <a:close/>
                <a:moveTo>
                  <a:pt x="85568" y="228628"/>
                </a:moveTo>
                <a:lnTo>
                  <a:pt x="86405" y="230364"/>
                </a:lnTo>
                <a:lnTo>
                  <a:pt x="85150" y="229496"/>
                </a:lnTo>
                <a:close/>
                <a:moveTo>
                  <a:pt x="135968" y="349559"/>
                </a:moveTo>
                <a:lnTo>
                  <a:pt x="138020" y="351174"/>
                </a:lnTo>
                <a:lnTo>
                  <a:pt x="134941" y="350366"/>
                </a:lnTo>
                <a:close/>
                <a:moveTo>
                  <a:pt x="62448" y="463001"/>
                </a:moveTo>
                <a:lnTo>
                  <a:pt x="64063" y="464124"/>
                </a:lnTo>
                <a:lnTo>
                  <a:pt x="61641" y="463562"/>
                </a:lnTo>
                <a:close/>
                <a:moveTo>
                  <a:pt x="18213" y="425440"/>
                </a:moveTo>
                <a:lnTo>
                  <a:pt x="19672" y="426602"/>
                </a:lnTo>
                <a:lnTo>
                  <a:pt x="17484" y="426021"/>
                </a:lnTo>
                <a:close/>
                <a:moveTo>
                  <a:pt x="131770" y="229353"/>
                </a:moveTo>
                <a:lnTo>
                  <a:pt x="133626" y="230267"/>
                </a:lnTo>
                <a:lnTo>
                  <a:pt x="130842" y="229810"/>
                </a:lnTo>
                <a:close/>
                <a:moveTo>
                  <a:pt x="7299" y="299550"/>
                </a:moveTo>
                <a:lnTo>
                  <a:pt x="9333" y="300894"/>
                </a:lnTo>
                <a:lnTo>
                  <a:pt x="6282" y="300222"/>
                </a:lnTo>
                <a:close/>
                <a:moveTo>
                  <a:pt x="55799" y="355475"/>
                </a:moveTo>
                <a:lnTo>
                  <a:pt x="56957" y="356929"/>
                </a:lnTo>
                <a:lnTo>
                  <a:pt x="55220" y="356202"/>
                </a:lnTo>
                <a:close/>
                <a:moveTo>
                  <a:pt x="133626" y="313178"/>
                </a:moveTo>
                <a:lnTo>
                  <a:pt x="134635" y="314147"/>
                </a:lnTo>
                <a:lnTo>
                  <a:pt x="133121" y="313662"/>
                </a:lnTo>
                <a:close/>
                <a:moveTo>
                  <a:pt x="45385" y="96282"/>
                </a:moveTo>
                <a:lnTo>
                  <a:pt x="46145" y="96764"/>
                </a:lnTo>
                <a:lnTo>
                  <a:pt x="45005" y="96523"/>
                </a:lnTo>
                <a:close/>
                <a:moveTo>
                  <a:pt x="91992" y="442887"/>
                </a:moveTo>
                <a:lnTo>
                  <a:pt x="93682" y="444321"/>
                </a:lnTo>
                <a:lnTo>
                  <a:pt x="91147" y="443604"/>
                </a:lnTo>
                <a:close/>
                <a:moveTo>
                  <a:pt x="50718" y="291788"/>
                </a:moveTo>
                <a:lnTo>
                  <a:pt x="52605" y="292337"/>
                </a:lnTo>
                <a:lnTo>
                  <a:pt x="49775" y="292063"/>
                </a:lnTo>
                <a:close/>
                <a:moveTo>
                  <a:pt x="61517" y="166525"/>
                </a:moveTo>
                <a:lnTo>
                  <a:pt x="63535" y="167661"/>
                </a:lnTo>
                <a:lnTo>
                  <a:pt x="60508" y="167093"/>
                </a:lnTo>
                <a:close/>
                <a:moveTo>
                  <a:pt x="25922" y="103968"/>
                </a:moveTo>
                <a:lnTo>
                  <a:pt x="26983" y="105187"/>
                </a:lnTo>
                <a:lnTo>
                  <a:pt x="25392" y="104577"/>
                </a:lnTo>
                <a:close/>
                <a:moveTo>
                  <a:pt x="11276" y="377543"/>
                </a:moveTo>
                <a:lnTo>
                  <a:pt x="12801" y="379248"/>
                </a:lnTo>
                <a:lnTo>
                  <a:pt x="10514" y="378396"/>
                </a:lnTo>
                <a:close/>
                <a:moveTo>
                  <a:pt x="72035" y="339571"/>
                </a:moveTo>
                <a:lnTo>
                  <a:pt x="73960" y="340167"/>
                </a:lnTo>
                <a:lnTo>
                  <a:pt x="71072" y="339869"/>
                </a:lnTo>
                <a:close/>
                <a:moveTo>
                  <a:pt x="109731" y="359720"/>
                </a:moveTo>
                <a:lnTo>
                  <a:pt x="110592" y="360555"/>
                </a:lnTo>
                <a:lnTo>
                  <a:pt x="109300" y="360137"/>
                </a:lnTo>
                <a:close/>
                <a:moveTo>
                  <a:pt x="76581" y="223682"/>
                </a:moveTo>
                <a:lnTo>
                  <a:pt x="77021" y="225114"/>
                </a:lnTo>
                <a:lnTo>
                  <a:pt x="76361" y="224398"/>
                </a:lnTo>
                <a:close/>
                <a:moveTo>
                  <a:pt x="48048" y="425915"/>
                </a:moveTo>
                <a:lnTo>
                  <a:pt x="50085" y="426529"/>
                </a:lnTo>
                <a:lnTo>
                  <a:pt x="47029" y="426222"/>
                </a:lnTo>
                <a:close/>
                <a:moveTo>
                  <a:pt x="101486" y="106311"/>
                </a:moveTo>
                <a:lnTo>
                  <a:pt x="103327" y="108106"/>
                </a:lnTo>
                <a:lnTo>
                  <a:pt x="100565" y="107208"/>
                </a:lnTo>
                <a:close/>
                <a:moveTo>
                  <a:pt x="14113" y="449819"/>
                </a:moveTo>
                <a:lnTo>
                  <a:pt x="15388" y="451430"/>
                </a:lnTo>
                <a:lnTo>
                  <a:pt x="13475" y="450625"/>
                </a:lnTo>
                <a:close/>
                <a:moveTo>
                  <a:pt x="62240" y="157890"/>
                </a:moveTo>
                <a:lnTo>
                  <a:pt x="63589" y="159620"/>
                </a:lnTo>
                <a:lnTo>
                  <a:pt x="61566" y="158755"/>
                </a:lnTo>
                <a:close/>
                <a:moveTo>
                  <a:pt x="37504" y="293954"/>
                </a:moveTo>
                <a:lnTo>
                  <a:pt x="39502" y="294873"/>
                </a:lnTo>
                <a:lnTo>
                  <a:pt x="36504" y="294413"/>
                </a:lnTo>
                <a:close/>
                <a:moveTo>
                  <a:pt x="11121" y="342785"/>
                </a:moveTo>
                <a:lnTo>
                  <a:pt x="12489" y="344442"/>
                </a:lnTo>
                <a:lnTo>
                  <a:pt x="10436" y="343614"/>
                </a:lnTo>
                <a:close/>
                <a:moveTo>
                  <a:pt x="65214" y="437876"/>
                </a:moveTo>
                <a:lnTo>
                  <a:pt x="66577" y="438291"/>
                </a:lnTo>
                <a:lnTo>
                  <a:pt x="64533" y="438084"/>
                </a:lnTo>
                <a:close/>
                <a:moveTo>
                  <a:pt x="36668" y="29549"/>
                </a:moveTo>
                <a:lnTo>
                  <a:pt x="37053" y="31003"/>
                </a:lnTo>
                <a:lnTo>
                  <a:pt x="36476" y="30276"/>
                </a:lnTo>
                <a:close/>
                <a:moveTo>
                  <a:pt x="22904" y="354495"/>
                </a:moveTo>
                <a:lnTo>
                  <a:pt x="24419" y="355121"/>
                </a:lnTo>
                <a:lnTo>
                  <a:pt x="22147" y="354808"/>
                </a:lnTo>
                <a:close/>
                <a:moveTo>
                  <a:pt x="36341" y="41558"/>
                </a:moveTo>
                <a:lnTo>
                  <a:pt x="36774" y="42754"/>
                </a:lnTo>
                <a:lnTo>
                  <a:pt x="36125" y="42156"/>
                </a:lnTo>
                <a:close/>
                <a:moveTo>
                  <a:pt x="10872" y="227847"/>
                </a:moveTo>
                <a:lnTo>
                  <a:pt x="12172" y="229402"/>
                </a:lnTo>
                <a:lnTo>
                  <a:pt x="10223" y="228625"/>
                </a:lnTo>
                <a:close/>
                <a:moveTo>
                  <a:pt x="28259" y="341075"/>
                </a:moveTo>
                <a:lnTo>
                  <a:pt x="29387" y="341381"/>
                </a:lnTo>
                <a:lnTo>
                  <a:pt x="27695" y="341228"/>
                </a:lnTo>
                <a:close/>
                <a:moveTo>
                  <a:pt x="127576" y="288406"/>
                </a:moveTo>
                <a:lnTo>
                  <a:pt x="129349" y="289634"/>
                </a:lnTo>
                <a:lnTo>
                  <a:pt x="126690" y="289020"/>
                </a:lnTo>
                <a:close/>
                <a:moveTo>
                  <a:pt x="20439" y="343931"/>
                </a:moveTo>
                <a:lnTo>
                  <a:pt x="21064" y="345182"/>
                </a:lnTo>
                <a:lnTo>
                  <a:pt x="20126" y="344556"/>
                </a:lnTo>
                <a:close/>
                <a:moveTo>
                  <a:pt x="84903" y="91181"/>
                </a:moveTo>
                <a:lnTo>
                  <a:pt x="86048" y="92059"/>
                </a:lnTo>
                <a:lnTo>
                  <a:pt x="84330" y="91620"/>
                </a:lnTo>
                <a:close/>
                <a:moveTo>
                  <a:pt x="120575" y="358788"/>
                </a:moveTo>
                <a:lnTo>
                  <a:pt x="120990" y="359932"/>
                </a:lnTo>
                <a:lnTo>
                  <a:pt x="120367" y="359360"/>
                </a:lnTo>
                <a:close/>
                <a:moveTo>
                  <a:pt x="27013" y="358234"/>
                </a:moveTo>
                <a:lnTo>
                  <a:pt x="29182" y="358633"/>
                </a:lnTo>
                <a:lnTo>
                  <a:pt x="25929" y="358433"/>
                </a:lnTo>
                <a:close/>
                <a:moveTo>
                  <a:pt x="143173" y="288520"/>
                </a:moveTo>
                <a:lnTo>
                  <a:pt x="144079" y="289053"/>
                </a:lnTo>
                <a:lnTo>
                  <a:pt x="142720" y="288786"/>
                </a:lnTo>
                <a:close/>
                <a:moveTo>
                  <a:pt x="55183" y="419520"/>
                </a:moveTo>
                <a:lnTo>
                  <a:pt x="57028" y="420192"/>
                </a:lnTo>
                <a:lnTo>
                  <a:pt x="54261" y="419856"/>
                </a:lnTo>
                <a:close/>
                <a:moveTo>
                  <a:pt x="124292" y="110806"/>
                </a:moveTo>
                <a:lnTo>
                  <a:pt x="125999" y="111886"/>
                </a:lnTo>
                <a:lnTo>
                  <a:pt x="123438" y="111346"/>
                </a:lnTo>
                <a:close/>
                <a:moveTo>
                  <a:pt x="37275" y="182771"/>
                </a:moveTo>
                <a:lnTo>
                  <a:pt x="38919" y="183910"/>
                </a:lnTo>
                <a:lnTo>
                  <a:pt x="36453" y="183341"/>
                </a:lnTo>
                <a:close/>
                <a:moveTo>
                  <a:pt x="137593" y="2878"/>
                </a:moveTo>
                <a:lnTo>
                  <a:pt x="139146" y="3237"/>
                </a:lnTo>
                <a:lnTo>
                  <a:pt x="136817" y="3058"/>
                </a:lnTo>
                <a:close/>
                <a:moveTo>
                  <a:pt x="10564" y="303021"/>
                </a:moveTo>
                <a:lnTo>
                  <a:pt x="12017" y="303669"/>
                </a:lnTo>
                <a:lnTo>
                  <a:pt x="9838" y="303345"/>
                </a:lnTo>
                <a:close/>
                <a:moveTo>
                  <a:pt x="16737" y="449872"/>
                </a:moveTo>
                <a:lnTo>
                  <a:pt x="17584" y="451319"/>
                </a:lnTo>
                <a:lnTo>
                  <a:pt x="16314" y="450596"/>
                </a:lnTo>
                <a:close/>
                <a:moveTo>
                  <a:pt x="35042" y="165084"/>
                </a:moveTo>
                <a:lnTo>
                  <a:pt x="35908" y="165764"/>
                </a:lnTo>
                <a:lnTo>
                  <a:pt x="34608" y="165424"/>
                </a:lnTo>
                <a:close/>
                <a:moveTo>
                  <a:pt x="90369" y="141562"/>
                </a:moveTo>
                <a:lnTo>
                  <a:pt x="91167" y="142891"/>
                </a:lnTo>
                <a:lnTo>
                  <a:pt x="89971" y="142227"/>
                </a:lnTo>
                <a:close/>
                <a:moveTo>
                  <a:pt x="129531" y="395129"/>
                </a:moveTo>
                <a:lnTo>
                  <a:pt x="130030" y="396655"/>
                </a:lnTo>
                <a:lnTo>
                  <a:pt x="129281" y="395892"/>
                </a:lnTo>
                <a:close/>
                <a:moveTo>
                  <a:pt x="102359" y="346348"/>
                </a:moveTo>
                <a:lnTo>
                  <a:pt x="103404" y="347077"/>
                </a:lnTo>
                <a:lnTo>
                  <a:pt x="101836" y="346713"/>
                </a:lnTo>
                <a:close/>
                <a:moveTo>
                  <a:pt x="34294" y="176610"/>
                </a:moveTo>
                <a:lnTo>
                  <a:pt x="35405" y="177166"/>
                </a:lnTo>
                <a:lnTo>
                  <a:pt x="33738" y="176888"/>
                </a:lnTo>
                <a:close/>
                <a:moveTo>
                  <a:pt x="54145" y="76663"/>
                </a:moveTo>
                <a:lnTo>
                  <a:pt x="56177" y="77626"/>
                </a:lnTo>
                <a:lnTo>
                  <a:pt x="53130" y="77144"/>
                </a:lnTo>
                <a:close/>
                <a:moveTo>
                  <a:pt x="111479" y="53032"/>
                </a:moveTo>
                <a:lnTo>
                  <a:pt x="113355" y="53473"/>
                </a:lnTo>
                <a:lnTo>
                  <a:pt x="110541" y="53253"/>
                </a:lnTo>
                <a:close/>
                <a:moveTo>
                  <a:pt x="28329" y="143282"/>
                </a:moveTo>
                <a:lnTo>
                  <a:pt x="28771" y="144718"/>
                </a:lnTo>
                <a:lnTo>
                  <a:pt x="28108" y="144000"/>
                </a:lnTo>
                <a:close/>
                <a:moveTo>
                  <a:pt x="22617" y="116293"/>
                </a:moveTo>
                <a:lnTo>
                  <a:pt x="24052" y="117424"/>
                </a:lnTo>
                <a:lnTo>
                  <a:pt x="21899" y="116858"/>
                </a:lnTo>
                <a:close/>
                <a:moveTo>
                  <a:pt x="126601" y="470132"/>
                </a:moveTo>
                <a:lnTo>
                  <a:pt x="128395" y="471695"/>
                </a:lnTo>
                <a:lnTo>
                  <a:pt x="125705" y="470914"/>
                </a:lnTo>
                <a:close/>
                <a:moveTo>
                  <a:pt x="135578" y="302084"/>
                </a:moveTo>
                <a:lnTo>
                  <a:pt x="136066" y="302968"/>
                </a:lnTo>
                <a:lnTo>
                  <a:pt x="135334" y="302526"/>
                </a:lnTo>
                <a:close/>
                <a:moveTo>
                  <a:pt x="106972" y="62371"/>
                </a:moveTo>
                <a:lnTo>
                  <a:pt x="109145" y="63731"/>
                </a:lnTo>
                <a:lnTo>
                  <a:pt x="105885" y="63051"/>
                </a:lnTo>
                <a:close/>
                <a:moveTo>
                  <a:pt x="60364" y="384118"/>
                </a:moveTo>
                <a:lnTo>
                  <a:pt x="61729" y="385820"/>
                </a:lnTo>
                <a:lnTo>
                  <a:pt x="59681" y="384969"/>
                </a:lnTo>
                <a:close/>
                <a:moveTo>
                  <a:pt x="40504" y="301051"/>
                </a:moveTo>
                <a:lnTo>
                  <a:pt x="41760" y="301923"/>
                </a:lnTo>
                <a:lnTo>
                  <a:pt x="39876" y="301487"/>
                </a:lnTo>
                <a:close/>
                <a:moveTo>
                  <a:pt x="41332" y="84"/>
                </a:moveTo>
                <a:lnTo>
                  <a:pt x="41698" y="877"/>
                </a:lnTo>
                <a:lnTo>
                  <a:pt x="41149" y="480"/>
                </a:lnTo>
                <a:close/>
                <a:moveTo>
                  <a:pt x="93020" y="358700"/>
                </a:moveTo>
                <a:lnTo>
                  <a:pt x="94518" y="359852"/>
                </a:lnTo>
                <a:lnTo>
                  <a:pt x="92271" y="359276"/>
                </a:lnTo>
                <a:close/>
                <a:moveTo>
                  <a:pt x="63308" y="278908"/>
                </a:moveTo>
                <a:lnTo>
                  <a:pt x="65257" y="279384"/>
                </a:lnTo>
                <a:lnTo>
                  <a:pt x="62334" y="279146"/>
                </a:lnTo>
                <a:close/>
                <a:moveTo>
                  <a:pt x="72319" y="328022"/>
                </a:moveTo>
                <a:lnTo>
                  <a:pt x="72739" y="328332"/>
                </a:lnTo>
                <a:lnTo>
                  <a:pt x="72110" y="328177"/>
                </a:lnTo>
                <a:close/>
                <a:moveTo>
                  <a:pt x="128944" y="132880"/>
                </a:moveTo>
                <a:lnTo>
                  <a:pt x="130525" y="134540"/>
                </a:lnTo>
                <a:lnTo>
                  <a:pt x="128153" y="133710"/>
                </a:lnTo>
                <a:close/>
                <a:moveTo>
                  <a:pt x="143133" y="137790"/>
                </a:moveTo>
                <a:lnTo>
                  <a:pt x="143872" y="139244"/>
                </a:lnTo>
                <a:lnTo>
                  <a:pt x="142763" y="138517"/>
                </a:lnTo>
                <a:close/>
                <a:moveTo>
                  <a:pt x="1129" y="143255"/>
                </a:moveTo>
                <a:lnTo>
                  <a:pt x="3310" y="143703"/>
                </a:lnTo>
                <a:lnTo>
                  <a:pt x="38" y="143479"/>
                </a:lnTo>
                <a:close/>
                <a:moveTo>
                  <a:pt x="132082" y="437547"/>
                </a:moveTo>
                <a:lnTo>
                  <a:pt x="132937" y="439147"/>
                </a:lnTo>
                <a:lnTo>
                  <a:pt x="131654" y="438347"/>
                </a:lnTo>
                <a:close/>
                <a:moveTo>
                  <a:pt x="114926" y="83068"/>
                </a:moveTo>
                <a:lnTo>
                  <a:pt x="116087" y="84082"/>
                </a:lnTo>
                <a:lnTo>
                  <a:pt x="114345" y="83575"/>
                </a:lnTo>
                <a:close/>
                <a:moveTo>
                  <a:pt x="140977" y="311888"/>
                </a:moveTo>
                <a:lnTo>
                  <a:pt x="141742" y="312534"/>
                </a:lnTo>
                <a:lnTo>
                  <a:pt x="140594" y="312211"/>
                </a:lnTo>
                <a:close/>
                <a:moveTo>
                  <a:pt x="45341" y="272575"/>
                </a:moveTo>
                <a:lnTo>
                  <a:pt x="46197" y="273285"/>
                </a:lnTo>
                <a:lnTo>
                  <a:pt x="44912" y="272930"/>
                </a:lnTo>
                <a:close/>
                <a:moveTo>
                  <a:pt x="87230" y="333115"/>
                </a:moveTo>
                <a:lnTo>
                  <a:pt x="88376" y="334833"/>
                </a:lnTo>
                <a:lnTo>
                  <a:pt x="86657" y="333974"/>
                </a:lnTo>
                <a:close/>
                <a:moveTo>
                  <a:pt x="132154" y="22307"/>
                </a:moveTo>
                <a:lnTo>
                  <a:pt x="134203" y="23961"/>
                </a:lnTo>
                <a:lnTo>
                  <a:pt x="131130" y="23134"/>
                </a:lnTo>
                <a:close/>
                <a:moveTo>
                  <a:pt x="111769" y="279309"/>
                </a:moveTo>
                <a:lnTo>
                  <a:pt x="112572" y="280486"/>
                </a:lnTo>
                <a:lnTo>
                  <a:pt x="111367" y="279898"/>
                </a:lnTo>
                <a:close/>
                <a:moveTo>
                  <a:pt x="78472" y="137948"/>
                </a:moveTo>
                <a:lnTo>
                  <a:pt x="79407" y="139208"/>
                </a:lnTo>
                <a:lnTo>
                  <a:pt x="78005" y="138578"/>
                </a:lnTo>
                <a:close/>
                <a:moveTo>
                  <a:pt x="47866" y="436026"/>
                </a:moveTo>
                <a:lnTo>
                  <a:pt x="49110" y="437345"/>
                </a:lnTo>
                <a:lnTo>
                  <a:pt x="47244" y="436685"/>
                </a:lnTo>
                <a:close/>
                <a:moveTo>
                  <a:pt x="55106" y="53192"/>
                </a:moveTo>
                <a:lnTo>
                  <a:pt x="56679" y="54930"/>
                </a:lnTo>
                <a:lnTo>
                  <a:pt x="54319" y="54061"/>
                </a:lnTo>
                <a:close/>
                <a:moveTo>
                  <a:pt x="80530" y="465660"/>
                </a:moveTo>
                <a:lnTo>
                  <a:pt x="81631" y="466144"/>
                </a:lnTo>
                <a:lnTo>
                  <a:pt x="79979" y="465902"/>
                </a:lnTo>
                <a:close/>
                <a:moveTo>
                  <a:pt x="85172" y="9084"/>
                </a:moveTo>
                <a:lnTo>
                  <a:pt x="86856" y="9554"/>
                </a:lnTo>
                <a:lnTo>
                  <a:pt x="84330" y="9319"/>
                </a:lnTo>
                <a:close/>
                <a:moveTo>
                  <a:pt x="105320" y="243555"/>
                </a:moveTo>
                <a:lnTo>
                  <a:pt x="107443" y="244499"/>
                </a:lnTo>
                <a:lnTo>
                  <a:pt x="104259" y="244027"/>
                </a:lnTo>
                <a:close/>
                <a:moveTo>
                  <a:pt x="37290" y="313878"/>
                </a:moveTo>
                <a:lnTo>
                  <a:pt x="38250" y="314404"/>
                </a:lnTo>
                <a:lnTo>
                  <a:pt x="36810" y="314141"/>
                </a:lnTo>
                <a:close/>
                <a:moveTo>
                  <a:pt x="19139" y="406532"/>
                </a:moveTo>
                <a:lnTo>
                  <a:pt x="19779" y="408068"/>
                </a:lnTo>
                <a:lnTo>
                  <a:pt x="18819" y="407300"/>
                </a:lnTo>
                <a:close/>
                <a:moveTo>
                  <a:pt x="102949" y="54876"/>
                </a:moveTo>
                <a:lnTo>
                  <a:pt x="104747" y="55396"/>
                </a:lnTo>
                <a:lnTo>
                  <a:pt x="102050" y="55136"/>
                </a:lnTo>
                <a:close/>
                <a:moveTo>
                  <a:pt x="8455" y="467634"/>
                </a:moveTo>
                <a:lnTo>
                  <a:pt x="8920" y="468877"/>
                </a:lnTo>
                <a:lnTo>
                  <a:pt x="8223" y="468256"/>
                </a:lnTo>
                <a:close/>
                <a:moveTo>
                  <a:pt x="86545" y="291637"/>
                </a:moveTo>
                <a:lnTo>
                  <a:pt x="88052" y="293422"/>
                </a:lnTo>
                <a:lnTo>
                  <a:pt x="85792" y="292529"/>
                </a:lnTo>
                <a:close/>
                <a:moveTo>
                  <a:pt x="111416" y="212815"/>
                </a:moveTo>
                <a:lnTo>
                  <a:pt x="113309" y="213357"/>
                </a:lnTo>
                <a:lnTo>
                  <a:pt x="110470" y="213086"/>
                </a:lnTo>
                <a:close/>
                <a:moveTo>
                  <a:pt x="62605" y="143719"/>
                </a:moveTo>
                <a:lnTo>
                  <a:pt x="63675" y="144312"/>
                </a:lnTo>
                <a:lnTo>
                  <a:pt x="62070" y="144016"/>
                </a:lnTo>
                <a:close/>
                <a:moveTo>
                  <a:pt x="124137" y="145532"/>
                </a:moveTo>
                <a:lnTo>
                  <a:pt x="125214" y="146003"/>
                </a:lnTo>
                <a:lnTo>
                  <a:pt x="123599" y="145768"/>
                </a:lnTo>
                <a:close/>
                <a:moveTo>
                  <a:pt x="95804" y="54081"/>
                </a:moveTo>
                <a:lnTo>
                  <a:pt x="97478" y="55748"/>
                </a:lnTo>
                <a:lnTo>
                  <a:pt x="94966" y="54914"/>
                </a:lnTo>
                <a:close/>
                <a:moveTo>
                  <a:pt x="78347" y="259729"/>
                </a:moveTo>
                <a:lnTo>
                  <a:pt x="79972" y="261363"/>
                </a:lnTo>
                <a:lnTo>
                  <a:pt x="77535" y="260546"/>
                </a:lnTo>
                <a:close/>
                <a:moveTo>
                  <a:pt x="98794" y="470672"/>
                </a:moveTo>
                <a:lnTo>
                  <a:pt x="99961" y="471919"/>
                </a:lnTo>
                <a:lnTo>
                  <a:pt x="98210" y="471295"/>
                </a:lnTo>
                <a:close/>
                <a:moveTo>
                  <a:pt x="110825" y="88009"/>
                </a:moveTo>
                <a:lnTo>
                  <a:pt x="112113" y="89078"/>
                </a:lnTo>
                <a:lnTo>
                  <a:pt x="110181" y="88544"/>
                </a:lnTo>
                <a:close/>
                <a:moveTo>
                  <a:pt x="13963" y="121596"/>
                </a:moveTo>
                <a:lnTo>
                  <a:pt x="15867" y="123209"/>
                </a:lnTo>
                <a:lnTo>
                  <a:pt x="13012" y="122403"/>
                </a:lnTo>
                <a:close/>
                <a:moveTo>
                  <a:pt x="34661" y="90595"/>
                </a:moveTo>
                <a:lnTo>
                  <a:pt x="35672" y="92024"/>
                </a:lnTo>
                <a:lnTo>
                  <a:pt x="34156" y="91309"/>
                </a:lnTo>
                <a:close/>
                <a:moveTo>
                  <a:pt x="30293" y="224549"/>
                </a:moveTo>
                <a:lnTo>
                  <a:pt x="31571" y="226325"/>
                </a:lnTo>
                <a:lnTo>
                  <a:pt x="29654" y="225437"/>
                </a:lnTo>
                <a:close/>
                <a:moveTo>
                  <a:pt x="29843" y="139922"/>
                </a:moveTo>
                <a:lnTo>
                  <a:pt x="31137" y="140692"/>
                </a:lnTo>
                <a:lnTo>
                  <a:pt x="29196" y="140307"/>
                </a:lnTo>
                <a:close/>
                <a:moveTo>
                  <a:pt x="21449" y="225708"/>
                </a:moveTo>
                <a:lnTo>
                  <a:pt x="23378" y="226533"/>
                </a:lnTo>
                <a:lnTo>
                  <a:pt x="20485" y="226120"/>
                </a:lnTo>
                <a:close/>
                <a:moveTo>
                  <a:pt x="79754" y="415065"/>
                </a:moveTo>
                <a:lnTo>
                  <a:pt x="81229" y="416775"/>
                </a:lnTo>
                <a:lnTo>
                  <a:pt x="79017" y="415920"/>
                </a:lnTo>
                <a:close/>
                <a:moveTo>
                  <a:pt x="113859" y="18716"/>
                </a:moveTo>
                <a:lnTo>
                  <a:pt x="114416" y="20301"/>
                </a:lnTo>
                <a:lnTo>
                  <a:pt x="113580" y="19509"/>
                </a:lnTo>
                <a:close/>
                <a:moveTo>
                  <a:pt x="7256" y="264090"/>
                </a:moveTo>
                <a:lnTo>
                  <a:pt x="7841" y="264780"/>
                </a:lnTo>
                <a:lnTo>
                  <a:pt x="6964" y="264435"/>
                </a:lnTo>
                <a:close/>
                <a:moveTo>
                  <a:pt x="87741" y="466121"/>
                </a:moveTo>
                <a:lnTo>
                  <a:pt x="89029" y="466464"/>
                </a:lnTo>
                <a:lnTo>
                  <a:pt x="87097" y="466292"/>
                </a:lnTo>
                <a:close/>
                <a:moveTo>
                  <a:pt x="117475" y="298932"/>
                </a:moveTo>
                <a:lnTo>
                  <a:pt x="118527" y="299934"/>
                </a:lnTo>
                <a:lnTo>
                  <a:pt x="116949" y="299433"/>
                </a:lnTo>
                <a:close/>
                <a:moveTo>
                  <a:pt x="15679" y="465982"/>
                </a:moveTo>
                <a:lnTo>
                  <a:pt x="16151" y="466486"/>
                </a:lnTo>
                <a:lnTo>
                  <a:pt x="15444" y="466234"/>
                </a:lnTo>
                <a:close/>
                <a:moveTo>
                  <a:pt x="49929" y="428086"/>
                </a:moveTo>
                <a:lnTo>
                  <a:pt x="51494" y="428533"/>
                </a:lnTo>
                <a:lnTo>
                  <a:pt x="49147" y="428309"/>
                </a:lnTo>
                <a:close/>
                <a:moveTo>
                  <a:pt x="32147" y="293030"/>
                </a:moveTo>
                <a:lnTo>
                  <a:pt x="32744" y="293616"/>
                </a:lnTo>
                <a:lnTo>
                  <a:pt x="31848" y="293323"/>
                </a:lnTo>
                <a:close/>
                <a:moveTo>
                  <a:pt x="9752" y="317525"/>
                </a:moveTo>
                <a:lnTo>
                  <a:pt x="10310" y="317885"/>
                </a:lnTo>
                <a:lnTo>
                  <a:pt x="9473" y="317705"/>
                </a:lnTo>
                <a:close/>
                <a:moveTo>
                  <a:pt x="125423" y="74766"/>
                </a:moveTo>
                <a:lnTo>
                  <a:pt x="126589" y="75960"/>
                </a:lnTo>
                <a:lnTo>
                  <a:pt x="124840" y="75363"/>
                </a:lnTo>
                <a:close/>
                <a:moveTo>
                  <a:pt x="126923" y="221823"/>
                </a:moveTo>
                <a:lnTo>
                  <a:pt x="127599" y="223309"/>
                </a:lnTo>
                <a:lnTo>
                  <a:pt x="126585" y="222566"/>
                </a:lnTo>
                <a:close/>
                <a:moveTo>
                  <a:pt x="135742" y="328563"/>
                </a:moveTo>
                <a:lnTo>
                  <a:pt x="136990" y="329815"/>
                </a:lnTo>
                <a:lnTo>
                  <a:pt x="135118" y="329189"/>
                </a:lnTo>
                <a:close/>
                <a:moveTo>
                  <a:pt x="109794" y="61000"/>
                </a:moveTo>
                <a:lnTo>
                  <a:pt x="111895" y="62467"/>
                </a:lnTo>
                <a:lnTo>
                  <a:pt x="108743" y="61734"/>
                </a:lnTo>
                <a:close/>
                <a:moveTo>
                  <a:pt x="61980" y="389733"/>
                </a:moveTo>
                <a:lnTo>
                  <a:pt x="63863" y="390473"/>
                </a:lnTo>
                <a:lnTo>
                  <a:pt x="61039" y="390103"/>
                </a:lnTo>
                <a:close/>
                <a:moveTo>
                  <a:pt x="35973" y="317886"/>
                </a:moveTo>
                <a:lnTo>
                  <a:pt x="36893" y="319578"/>
                </a:lnTo>
                <a:lnTo>
                  <a:pt x="35513" y="318732"/>
                </a:lnTo>
                <a:close/>
                <a:moveTo>
                  <a:pt x="43003" y="415075"/>
                </a:moveTo>
                <a:lnTo>
                  <a:pt x="44470" y="416476"/>
                </a:lnTo>
                <a:lnTo>
                  <a:pt x="42269" y="415776"/>
                </a:lnTo>
                <a:close/>
                <a:moveTo>
                  <a:pt x="31801" y="84831"/>
                </a:moveTo>
                <a:lnTo>
                  <a:pt x="33867" y="85253"/>
                </a:lnTo>
                <a:lnTo>
                  <a:pt x="30769" y="85042"/>
                </a:lnTo>
                <a:close/>
                <a:moveTo>
                  <a:pt x="114441" y="177450"/>
                </a:moveTo>
                <a:lnTo>
                  <a:pt x="116447" y="178043"/>
                </a:lnTo>
                <a:lnTo>
                  <a:pt x="113438" y="177746"/>
                </a:lnTo>
                <a:close/>
                <a:moveTo>
                  <a:pt x="110074" y="64872"/>
                </a:moveTo>
                <a:lnTo>
                  <a:pt x="111490" y="65802"/>
                </a:lnTo>
                <a:lnTo>
                  <a:pt x="109366" y="65337"/>
                </a:lnTo>
                <a:close/>
                <a:moveTo>
                  <a:pt x="105691" y="247323"/>
                </a:moveTo>
                <a:lnTo>
                  <a:pt x="106760" y="247738"/>
                </a:lnTo>
                <a:lnTo>
                  <a:pt x="105157" y="247530"/>
                </a:lnTo>
                <a:close/>
                <a:moveTo>
                  <a:pt x="143360" y="190756"/>
                </a:moveTo>
                <a:lnTo>
                  <a:pt x="145404" y="192318"/>
                </a:lnTo>
                <a:lnTo>
                  <a:pt x="142339" y="191537"/>
                </a:lnTo>
                <a:close/>
                <a:moveTo>
                  <a:pt x="5174" y="176743"/>
                </a:moveTo>
                <a:lnTo>
                  <a:pt x="6614" y="177790"/>
                </a:lnTo>
                <a:lnTo>
                  <a:pt x="4454" y="177267"/>
                </a:lnTo>
                <a:close/>
                <a:moveTo>
                  <a:pt x="96705" y="279136"/>
                </a:moveTo>
                <a:lnTo>
                  <a:pt x="97962" y="280304"/>
                </a:lnTo>
                <a:lnTo>
                  <a:pt x="96076" y="279720"/>
                </a:lnTo>
                <a:close/>
                <a:moveTo>
                  <a:pt x="17701" y="431585"/>
                </a:moveTo>
                <a:lnTo>
                  <a:pt x="19782" y="432515"/>
                </a:lnTo>
                <a:lnTo>
                  <a:pt x="16661" y="432050"/>
                </a:lnTo>
                <a:close/>
                <a:moveTo>
                  <a:pt x="125246" y="70151"/>
                </a:moveTo>
                <a:lnTo>
                  <a:pt x="126036" y="71789"/>
                </a:lnTo>
                <a:lnTo>
                  <a:pt x="124850" y="70970"/>
                </a:lnTo>
                <a:close/>
                <a:moveTo>
                  <a:pt x="51349" y="317118"/>
                </a:moveTo>
                <a:lnTo>
                  <a:pt x="53187" y="318870"/>
                </a:lnTo>
                <a:lnTo>
                  <a:pt x="50431" y="317994"/>
                </a:lnTo>
                <a:close/>
                <a:moveTo>
                  <a:pt x="12241" y="9163"/>
                </a:moveTo>
                <a:lnTo>
                  <a:pt x="12669" y="10947"/>
                </a:lnTo>
                <a:lnTo>
                  <a:pt x="12027" y="10055"/>
                </a:lnTo>
                <a:close/>
                <a:moveTo>
                  <a:pt x="41785" y="66616"/>
                </a:moveTo>
                <a:lnTo>
                  <a:pt x="43563" y="67737"/>
                </a:lnTo>
                <a:lnTo>
                  <a:pt x="40895" y="67176"/>
                </a:lnTo>
                <a:close/>
                <a:moveTo>
                  <a:pt x="96905" y="448868"/>
                </a:moveTo>
                <a:lnTo>
                  <a:pt x="98144" y="450127"/>
                </a:lnTo>
                <a:lnTo>
                  <a:pt x="96285" y="449497"/>
                </a:lnTo>
                <a:close/>
                <a:moveTo>
                  <a:pt x="113878" y="132269"/>
                </a:moveTo>
                <a:lnTo>
                  <a:pt x="116038" y="132671"/>
                </a:lnTo>
                <a:lnTo>
                  <a:pt x="112799" y="132470"/>
                </a:lnTo>
                <a:close/>
                <a:moveTo>
                  <a:pt x="84633" y="153228"/>
                </a:moveTo>
                <a:lnTo>
                  <a:pt x="85194" y="154758"/>
                </a:lnTo>
                <a:lnTo>
                  <a:pt x="84353" y="153993"/>
                </a:lnTo>
                <a:close/>
                <a:moveTo>
                  <a:pt x="27043" y="200212"/>
                </a:moveTo>
                <a:lnTo>
                  <a:pt x="28880" y="200851"/>
                </a:lnTo>
                <a:lnTo>
                  <a:pt x="26124" y="200531"/>
                </a:lnTo>
                <a:close/>
                <a:moveTo>
                  <a:pt x="133831" y="401558"/>
                </a:moveTo>
                <a:lnTo>
                  <a:pt x="135529" y="403278"/>
                </a:lnTo>
                <a:lnTo>
                  <a:pt x="132981" y="402418"/>
                </a:lnTo>
                <a:close/>
                <a:moveTo>
                  <a:pt x="121480" y="220050"/>
                </a:moveTo>
                <a:lnTo>
                  <a:pt x="122436" y="221461"/>
                </a:lnTo>
                <a:lnTo>
                  <a:pt x="121002" y="220755"/>
                </a:lnTo>
                <a:close/>
                <a:moveTo>
                  <a:pt x="92188" y="183386"/>
                </a:moveTo>
                <a:lnTo>
                  <a:pt x="94021" y="184690"/>
                </a:lnTo>
                <a:lnTo>
                  <a:pt x="91272" y="184038"/>
                </a:lnTo>
                <a:close/>
                <a:moveTo>
                  <a:pt x="72091" y="40243"/>
                </a:moveTo>
                <a:lnTo>
                  <a:pt x="73278" y="41872"/>
                </a:lnTo>
                <a:lnTo>
                  <a:pt x="71497" y="41057"/>
                </a:lnTo>
                <a:close/>
                <a:moveTo>
                  <a:pt x="25113" y="199882"/>
                </a:moveTo>
                <a:lnTo>
                  <a:pt x="26010" y="200394"/>
                </a:lnTo>
                <a:lnTo>
                  <a:pt x="24664" y="200138"/>
                </a:lnTo>
                <a:close/>
                <a:moveTo>
                  <a:pt x="74408" y="425335"/>
                </a:moveTo>
                <a:lnTo>
                  <a:pt x="76130" y="426021"/>
                </a:lnTo>
                <a:lnTo>
                  <a:pt x="73547" y="425678"/>
                </a:lnTo>
                <a:close/>
                <a:moveTo>
                  <a:pt x="28419" y="319473"/>
                </a:moveTo>
                <a:lnTo>
                  <a:pt x="30609" y="321221"/>
                </a:lnTo>
                <a:lnTo>
                  <a:pt x="27324" y="320347"/>
                </a:lnTo>
                <a:close/>
                <a:moveTo>
                  <a:pt x="106254" y="156445"/>
                </a:moveTo>
                <a:lnTo>
                  <a:pt x="107645" y="157014"/>
                </a:lnTo>
                <a:lnTo>
                  <a:pt x="105559" y="156730"/>
                </a:lnTo>
                <a:close/>
                <a:moveTo>
                  <a:pt x="115590" y="387703"/>
                </a:moveTo>
                <a:lnTo>
                  <a:pt x="116147" y="388925"/>
                </a:lnTo>
                <a:lnTo>
                  <a:pt x="115312" y="388314"/>
                </a:lnTo>
                <a:close/>
                <a:moveTo>
                  <a:pt x="127660" y="180026"/>
                </a:moveTo>
                <a:lnTo>
                  <a:pt x="129161" y="181672"/>
                </a:lnTo>
                <a:lnTo>
                  <a:pt x="126909" y="180849"/>
                </a:lnTo>
                <a:close/>
                <a:moveTo>
                  <a:pt x="41186" y="41138"/>
                </a:moveTo>
                <a:lnTo>
                  <a:pt x="41949" y="41924"/>
                </a:lnTo>
                <a:lnTo>
                  <a:pt x="40805" y="41531"/>
                </a:lnTo>
                <a:close/>
                <a:moveTo>
                  <a:pt x="89465" y="50057"/>
                </a:moveTo>
                <a:lnTo>
                  <a:pt x="90097" y="50973"/>
                </a:lnTo>
                <a:lnTo>
                  <a:pt x="89150" y="50515"/>
                </a:lnTo>
                <a:close/>
                <a:moveTo>
                  <a:pt x="32370" y="380701"/>
                </a:moveTo>
                <a:lnTo>
                  <a:pt x="34481" y="382415"/>
                </a:lnTo>
                <a:lnTo>
                  <a:pt x="31315" y="381558"/>
                </a:lnTo>
                <a:close/>
                <a:moveTo>
                  <a:pt x="11026" y="347728"/>
                </a:moveTo>
                <a:lnTo>
                  <a:pt x="11587" y="349505"/>
                </a:lnTo>
                <a:lnTo>
                  <a:pt x="10745" y="348616"/>
                </a:lnTo>
                <a:close/>
                <a:moveTo>
                  <a:pt x="63753" y="174635"/>
                </a:moveTo>
                <a:lnTo>
                  <a:pt x="65785" y="176128"/>
                </a:lnTo>
                <a:lnTo>
                  <a:pt x="62736" y="175382"/>
                </a:lnTo>
                <a:close/>
                <a:moveTo>
                  <a:pt x="32852" y="178434"/>
                </a:moveTo>
                <a:lnTo>
                  <a:pt x="33490" y="180009"/>
                </a:lnTo>
                <a:lnTo>
                  <a:pt x="32533" y="179221"/>
                </a:lnTo>
                <a:close/>
                <a:moveTo>
                  <a:pt x="11914" y="302201"/>
                </a:moveTo>
                <a:lnTo>
                  <a:pt x="12381" y="302590"/>
                </a:lnTo>
                <a:lnTo>
                  <a:pt x="11680" y="302396"/>
                </a:lnTo>
                <a:close/>
                <a:moveTo>
                  <a:pt x="122588" y="145132"/>
                </a:moveTo>
                <a:lnTo>
                  <a:pt x="123352" y="146107"/>
                </a:lnTo>
                <a:lnTo>
                  <a:pt x="122205" y="145619"/>
                </a:lnTo>
                <a:close/>
                <a:moveTo>
                  <a:pt x="78939" y="388324"/>
                </a:moveTo>
                <a:lnTo>
                  <a:pt x="80588" y="389810"/>
                </a:lnTo>
                <a:lnTo>
                  <a:pt x="78115" y="389067"/>
                </a:lnTo>
                <a:close/>
                <a:moveTo>
                  <a:pt x="110071" y="68818"/>
                </a:moveTo>
                <a:lnTo>
                  <a:pt x="110776" y="69768"/>
                </a:lnTo>
                <a:lnTo>
                  <a:pt x="109718" y="69293"/>
                </a:lnTo>
                <a:close/>
                <a:moveTo>
                  <a:pt x="106598" y="334444"/>
                </a:moveTo>
                <a:lnTo>
                  <a:pt x="108248" y="335239"/>
                </a:lnTo>
                <a:lnTo>
                  <a:pt x="105773" y="334841"/>
                </a:lnTo>
                <a:close/>
                <a:moveTo>
                  <a:pt x="125166" y="288180"/>
                </a:moveTo>
                <a:lnTo>
                  <a:pt x="126283" y="289931"/>
                </a:lnTo>
                <a:lnTo>
                  <a:pt x="124608" y="289056"/>
                </a:lnTo>
                <a:close/>
                <a:moveTo>
                  <a:pt x="106187" y="366027"/>
                </a:moveTo>
                <a:lnTo>
                  <a:pt x="107509" y="366804"/>
                </a:lnTo>
                <a:lnTo>
                  <a:pt x="105526" y="366416"/>
                </a:lnTo>
                <a:close/>
                <a:moveTo>
                  <a:pt x="17094" y="98126"/>
                </a:moveTo>
                <a:lnTo>
                  <a:pt x="17502" y="98938"/>
                </a:lnTo>
                <a:lnTo>
                  <a:pt x="16890" y="98532"/>
                </a:lnTo>
                <a:close/>
                <a:moveTo>
                  <a:pt x="100607" y="262754"/>
                </a:moveTo>
                <a:lnTo>
                  <a:pt x="102120" y="263506"/>
                </a:lnTo>
                <a:lnTo>
                  <a:pt x="99851" y="263130"/>
                </a:lnTo>
                <a:close/>
                <a:moveTo>
                  <a:pt x="23206" y="457169"/>
                </a:moveTo>
                <a:lnTo>
                  <a:pt x="24450" y="457590"/>
                </a:lnTo>
                <a:lnTo>
                  <a:pt x="22585" y="457379"/>
                </a:lnTo>
                <a:close/>
                <a:moveTo>
                  <a:pt x="90207" y="185525"/>
                </a:moveTo>
                <a:lnTo>
                  <a:pt x="91074" y="185879"/>
                </a:lnTo>
                <a:lnTo>
                  <a:pt x="89774" y="185702"/>
                </a:lnTo>
                <a:close/>
                <a:moveTo>
                  <a:pt x="114999" y="101951"/>
                </a:moveTo>
                <a:lnTo>
                  <a:pt x="116245" y="102650"/>
                </a:lnTo>
                <a:lnTo>
                  <a:pt x="114376" y="102300"/>
                </a:lnTo>
                <a:close/>
                <a:moveTo>
                  <a:pt x="94620" y="241513"/>
                </a:moveTo>
                <a:lnTo>
                  <a:pt x="95977" y="243163"/>
                </a:lnTo>
                <a:lnTo>
                  <a:pt x="93942" y="242338"/>
                </a:lnTo>
                <a:close/>
                <a:moveTo>
                  <a:pt x="80348" y="99957"/>
                </a:moveTo>
                <a:lnTo>
                  <a:pt x="81276" y="101559"/>
                </a:lnTo>
                <a:lnTo>
                  <a:pt x="79885" y="100758"/>
                </a:lnTo>
                <a:close/>
                <a:moveTo>
                  <a:pt x="122624" y="152888"/>
                </a:moveTo>
                <a:lnTo>
                  <a:pt x="124648" y="153950"/>
                </a:lnTo>
                <a:lnTo>
                  <a:pt x="121611" y="153419"/>
                </a:lnTo>
                <a:close/>
                <a:moveTo>
                  <a:pt x="8348" y="374944"/>
                </a:moveTo>
                <a:lnTo>
                  <a:pt x="9807" y="375440"/>
                </a:lnTo>
                <a:lnTo>
                  <a:pt x="7618" y="375192"/>
                </a:lnTo>
                <a:close/>
                <a:moveTo>
                  <a:pt x="135012" y="342315"/>
                </a:moveTo>
                <a:lnTo>
                  <a:pt x="136842" y="343056"/>
                </a:lnTo>
                <a:lnTo>
                  <a:pt x="134098" y="342686"/>
                </a:lnTo>
                <a:close/>
                <a:moveTo>
                  <a:pt x="11593" y="69312"/>
                </a:moveTo>
                <a:lnTo>
                  <a:pt x="13341" y="69983"/>
                </a:lnTo>
                <a:lnTo>
                  <a:pt x="10719" y="69648"/>
                </a:lnTo>
                <a:close/>
                <a:moveTo>
                  <a:pt x="87154" y="306850"/>
                </a:moveTo>
                <a:lnTo>
                  <a:pt x="88171" y="308431"/>
                </a:lnTo>
                <a:lnTo>
                  <a:pt x="86645" y="307640"/>
                </a:lnTo>
                <a:close/>
                <a:moveTo>
                  <a:pt x="81830" y="206500"/>
                </a:moveTo>
                <a:lnTo>
                  <a:pt x="82655" y="207773"/>
                </a:lnTo>
                <a:lnTo>
                  <a:pt x="81417" y="207136"/>
                </a:lnTo>
                <a:close/>
                <a:moveTo>
                  <a:pt x="58340" y="309168"/>
                </a:moveTo>
                <a:lnTo>
                  <a:pt x="59286" y="309546"/>
                </a:lnTo>
                <a:lnTo>
                  <a:pt x="57867" y="309357"/>
                </a:lnTo>
                <a:close/>
                <a:moveTo>
                  <a:pt x="98836" y="73369"/>
                </a:moveTo>
                <a:lnTo>
                  <a:pt x="99431" y="74215"/>
                </a:lnTo>
                <a:lnTo>
                  <a:pt x="98539" y="73792"/>
                </a:lnTo>
                <a:close/>
                <a:moveTo>
                  <a:pt x="78965" y="93635"/>
                </a:moveTo>
                <a:lnTo>
                  <a:pt x="80742" y="94425"/>
                </a:lnTo>
                <a:lnTo>
                  <a:pt x="78076" y="94030"/>
                </a:lnTo>
                <a:close/>
                <a:moveTo>
                  <a:pt x="63235" y="103423"/>
                </a:moveTo>
                <a:lnTo>
                  <a:pt x="64459" y="104074"/>
                </a:lnTo>
                <a:lnTo>
                  <a:pt x="62623" y="103748"/>
                </a:lnTo>
                <a:close/>
                <a:moveTo>
                  <a:pt x="103803" y="70110"/>
                </a:moveTo>
                <a:lnTo>
                  <a:pt x="105326" y="71754"/>
                </a:lnTo>
                <a:lnTo>
                  <a:pt x="103041" y="70932"/>
                </a:lnTo>
                <a:close/>
                <a:moveTo>
                  <a:pt x="16060" y="135397"/>
                </a:moveTo>
                <a:lnTo>
                  <a:pt x="16785" y="136573"/>
                </a:lnTo>
                <a:lnTo>
                  <a:pt x="15697" y="135985"/>
                </a:lnTo>
                <a:close/>
                <a:moveTo>
                  <a:pt x="6469" y="27225"/>
                </a:moveTo>
                <a:lnTo>
                  <a:pt x="8400" y="27943"/>
                </a:lnTo>
                <a:lnTo>
                  <a:pt x="5504" y="27584"/>
                </a:lnTo>
                <a:close/>
                <a:moveTo>
                  <a:pt x="24994" y="447714"/>
                </a:moveTo>
                <a:lnTo>
                  <a:pt x="26187" y="449445"/>
                </a:lnTo>
                <a:lnTo>
                  <a:pt x="24398" y="448580"/>
                </a:lnTo>
                <a:close/>
                <a:moveTo>
                  <a:pt x="113190" y="176210"/>
                </a:moveTo>
                <a:lnTo>
                  <a:pt x="114285" y="177832"/>
                </a:lnTo>
                <a:lnTo>
                  <a:pt x="112642" y="177021"/>
                </a:lnTo>
                <a:close/>
                <a:moveTo>
                  <a:pt x="105705" y="461714"/>
                </a:moveTo>
                <a:lnTo>
                  <a:pt x="106745" y="463502"/>
                </a:lnTo>
                <a:lnTo>
                  <a:pt x="105184" y="462608"/>
                </a:lnTo>
                <a:close/>
                <a:moveTo>
                  <a:pt x="36059" y="228447"/>
                </a:moveTo>
                <a:lnTo>
                  <a:pt x="37605" y="228895"/>
                </a:lnTo>
                <a:lnTo>
                  <a:pt x="35286" y="228671"/>
                </a:lnTo>
                <a:close/>
                <a:moveTo>
                  <a:pt x="75641" y="151065"/>
                </a:moveTo>
                <a:lnTo>
                  <a:pt x="77697" y="152110"/>
                </a:lnTo>
                <a:lnTo>
                  <a:pt x="74614" y="151588"/>
                </a:lnTo>
                <a:close/>
                <a:moveTo>
                  <a:pt x="48829" y="135290"/>
                </a:moveTo>
                <a:lnTo>
                  <a:pt x="49949" y="135631"/>
                </a:lnTo>
                <a:lnTo>
                  <a:pt x="48269" y="135461"/>
                </a:lnTo>
                <a:close/>
                <a:moveTo>
                  <a:pt x="51358" y="14655"/>
                </a:moveTo>
                <a:lnTo>
                  <a:pt x="53110" y="15317"/>
                </a:lnTo>
                <a:lnTo>
                  <a:pt x="50482" y="14986"/>
                </a:lnTo>
                <a:close/>
                <a:moveTo>
                  <a:pt x="87427" y="102267"/>
                </a:moveTo>
                <a:lnTo>
                  <a:pt x="89055" y="103858"/>
                </a:lnTo>
                <a:lnTo>
                  <a:pt x="86613" y="103063"/>
                </a:lnTo>
                <a:close/>
                <a:moveTo>
                  <a:pt x="127301" y="88115"/>
                </a:moveTo>
                <a:lnTo>
                  <a:pt x="128837" y="88800"/>
                </a:lnTo>
                <a:lnTo>
                  <a:pt x="126533" y="88458"/>
                </a:lnTo>
                <a:close/>
                <a:moveTo>
                  <a:pt x="88715" y="832"/>
                </a:moveTo>
                <a:lnTo>
                  <a:pt x="89413" y="2270"/>
                </a:lnTo>
                <a:lnTo>
                  <a:pt x="88366" y="1551"/>
                </a:lnTo>
                <a:close/>
                <a:moveTo>
                  <a:pt x="119273" y="266863"/>
                </a:moveTo>
                <a:lnTo>
                  <a:pt x="120322" y="268071"/>
                </a:lnTo>
                <a:lnTo>
                  <a:pt x="118749" y="267467"/>
                </a:lnTo>
                <a:close/>
                <a:moveTo>
                  <a:pt x="12528" y="447836"/>
                </a:moveTo>
                <a:lnTo>
                  <a:pt x="13466" y="449571"/>
                </a:lnTo>
                <a:lnTo>
                  <a:pt x="12059" y="448703"/>
                </a:lnTo>
                <a:close/>
                <a:moveTo>
                  <a:pt x="36006" y="48008"/>
                </a:moveTo>
                <a:lnTo>
                  <a:pt x="37325" y="48458"/>
                </a:lnTo>
                <a:lnTo>
                  <a:pt x="35346" y="48233"/>
                </a:lnTo>
                <a:close/>
                <a:moveTo>
                  <a:pt x="113349" y="131134"/>
                </a:moveTo>
                <a:lnTo>
                  <a:pt x="114807" y="131821"/>
                </a:lnTo>
                <a:lnTo>
                  <a:pt x="112620" y="131477"/>
                </a:lnTo>
                <a:close/>
                <a:moveTo>
                  <a:pt x="85052" y="77858"/>
                </a:moveTo>
                <a:lnTo>
                  <a:pt x="85831" y="78747"/>
                </a:lnTo>
                <a:lnTo>
                  <a:pt x="84662" y="78303"/>
                </a:lnTo>
                <a:close/>
                <a:moveTo>
                  <a:pt x="12634" y="277869"/>
                </a:moveTo>
                <a:lnTo>
                  <a:pt x="13346" y="279013"/>
                </a:lnTo>
                <a:lnTo>
                  <a:pt x="12278" y="278441"/>
                </a:lnTo>
                <a:close/>
                <a:moveTo>
                  <a:pt x="8056" y="399430"/>
                </a:moveTo>
                <a:lnTo>
                  <a:pt x="10017" y="400157"/>
                </a:lnTo>
                <a:lnTo>
                  <a:pt x="7075" y="399794"/>
                </a:lnTo>
                <a:close/>
                <a:moveTo>
                  <a:pt x="137487" y="343772"/>
                </a:moveTo>
                <a:lnTo>
                  <a:pt x="138358" y="345096"/>
                </a:lnTo>
                <a:lnTo>
                  <a:pt x="137051" y="344434"/>
                </a:lnTo>
                <a:close/>
                <a:moveTo>
                  <a:pt x="36869" y="206365"/>
                </a:moveTo>
                <a:lnTo>
                  <a:pt x="39007" y="206815"/>
                </a:lnTo>
                <a:lnTo>
                  <a:pt x="35801" y="206590"/>
                </a:lnTo>
                <a:close/>
                <a:moveTo>
                  <a:pt x="127840" y="329840"/>
                </a:moveTo>
                <a:lnTo>
                  <a:pt x="129806" y="330673"/>
                </a:lnTo>
                <a:lnTo>
                  <a:pt x="126857" y="330257"/>
                </a:lnTo>
                <a:close/>
                <a:moveTo>
                  <a:pt x="37317" y="168340"/>
                </a:moveTo>
                <a:lnTo>
                  <a:pt x="38018" y="169632"/>
                </a:lnTo>
                <a:lnTo>
                  <a:pt x="36967" y="168986"/>
                </a:lnTo>
                <a:close/>
                <a:moveTo>
                  <a:pt x="97434" y="44355"/>
                </a:moveTo>
                <a:lnTo>
                  <a:pt x="98694" y="45101"/>
                </a:lnTo>
                <a:lnTo>
                  <a:pt x="96804" y="44728"/>
                </a:lnTo>
                <a:close/>
                <a:moveTo>
                  <a:pt x="42568" y="102389"/>
                </a:moveTo>
                <a:lnTo>
                  <a:pt x="44004" y="102727"/>
                </a:lnTo>
                <a:lnTo>
                  <a:pt x="41850" y="102558"/>
                </a:lnTo>
                <a:close/>
                <a:moveTo>
                  <a:pt x="55947" y="180355"/>
                </a:moveTo>
                <a:lnTo>
                  <a:pt x="57449" y="181632"/>
                </a:lnTo>
                <a:lnTo>
                  <a:pt x="55197" y="180994"/>
                </a:lnTo>
                <a:close/>
                <a:moveTo>
                  <a:pt x="87414" y="263625"/>
                </a:moveTo>
                <a:lnTo>
                  <a:pt x="88954" y="264654"/>
                </a:lnTo>
                <a:lnTo>
                  <a:pt x="86644" y="264139"/>
                </a:lnTo>
                <a:close/>
                <a:moveTo>
                  <a:pt x="20899" y="121028"/>
                </a:moveTo>
                <a:lnTo>
                  <a:pt x="21954" y="122775"/>
                </a:lnTo>
                <a:lnTo>
                  <a:pt x="20371" y="121902"/>
                </a:lnTo>
                <a:close/>
                <a:moveTo>
                  <a:pt x="82609" y="183701"/>
                </a:moveTo>
                <a:lnTo>
                  <a:pt x="84157" y="184630"/>
                </a:lnTo>
                <a:lnTo>
                  <a:pt x="81836" y="184166"/>
                </a:lnTo>
                <a:close/>
                <a:moveTo>
                  <a:pt x="87058" y="47467"/>
                </a:moveTo>
                <a:lnTo>
                  <a:pt x="88181" y="48266"/>
                </a:lnTo>
                <a:lnTo>
                  <a:pt x="86496" y="47867"/>
                </a:lnTo>
                <a:close/>
                <a:moveTo>
                  <a:pt x="77197" y="161336"/>
                </a:moveTo>
                <a:lnTo>
                  <a:pt x="77737" y="162034"/>
                </a:lnTo>
                <a:lnTo>
                  <a:pt x="76928" y="161685"/>
                </a:lnTo>
                <a:close/>
                <a:moveTo>
                  <a:pt x="81788" y="4033"/>
                </a:moveTo>
                <a:lnTo>
                  <a:pt x="82730" y="4643"/>
                </a:lnTo>
                <a:lnTo>
                  <a:pt x="81317" y="4338"/>
                </a:lnTo>
                <a:close/>
                <a:moveTo>
                  <a:pt x="4302" y="267179"/>
                </a:moveTo>
                <a:lnTo>
                  <a:pt x="4954" y="267963"/>
                </a:lnTo>
                <a:lnTo>
                  <a:pt x="3976" y="267571"/>
                </a:lnTo>
                <a:close/>
                <a:moveTo>
                  <a:pt x="28633" y="306764"/>
                </a:moveTo>
                <a:lnTo>
                  <a:pt x="29170" y="307427"/>
                </a:lnTo>
                <a:lnTo>
                  <a:pt x="28364" y="307096"/>
                </a:lnTo>
                <a:close/>
                <a:moveTo>
                  <a:pt x="98019" y="85199"/>
                </a:moveTo>
                <a:lnTo>
                  <a:pt x="98894" y="86344"/>
                </a:lnTo>
                <a:lnTo>
                  <a:pt x="97581" y="85772"/>
                </a:lnTo>
                <a:close/>
                <a:moveTo>
                  <a:pt x="11048" y="350923"/>
                </a:moveTo>
                <a:lnTo>
                  <a:pt x="12867" y="351621"/>
                </a:lnTo>
                <a:lnTo>
                  <a:pt x="10139" y="351272"/>
                </a:lnTo>
                <a:close/>
                <a:moveTo>
                  <a:pt x="122326" y="80011"/>
                </a:moveTo>
                <a:lnTo>
                  <a:pt x="123339" y="80687"/>
                </a:lnTo>
                <a:lnTo>
                  <a:pt x="121819" y="80349"/>
                </a:lnTo>
                <a:close/>
                <a:moveTo>
                  <a:pt x="10868" y="198947"/>
                </a:moveTo>
                <a:lnTo>
                  <a:pt x="12180" y="199860"/>
                </a:lnTo>
                <a:lnTo>
                  <a:pt x="10213" y="199404"/>
                </a:lnTo>
                <a:close/>
                <a:moveTo>
                  <a:pt x="72924" y="230789"/>
                </a:moveTo>
                <a:lnTo>
                  <a:pt x="74597" y="231799"/>
                </a:lnTo>
                <a:lnTo>
                  <a:pt x="72087" y="231294"/>
                </a:lnTo>
                <a:close/>
                <a:moveTo>
                  <a:pt x="35716" y="175647"/>
                </a:moveTo>
                <a:lnTo>
                  <a:pt x="37706" y="176857"/>
                </a:lnTo>
                <a:lnTo>
                  <a:pt x="34721" y="176252"/>
                </a:lnTo>
                <a:close/>
                <a:moveTo>
                  <a:pt x="40297" y="215798"/>
                </a:moveTo>
                <a:lnTo>
                  <a:pt x="41957" y="216970"/>
                </a:lnTo>
                <a:lnTo>
                  <a:pt x="39467" y="216384"/>
                </a:lnTo>
                <a:close/>
                <a:moveTo>
                  <a:pt x="25565" y="73208"/>
                </a:moveTo>
                <a:lnTo>
                  <a:pt x="26809" y="74027"/>
                </a:lnTo>
                <a:lnTo>
                  <a:pt x="24944" y="73617"/>
                </a:lnTo>
                <a:close/>
                <a:moveTo>
                  <a:pt x="35498" y="15357"/>
                </a:moveTo>
                <a:lnTo>
                  <a:pt x="37490" y="16398"/>
                </a:lnTo>
                <a:lnTo>
                  <a:pt x="34502" y="15878"/>
                </a:lnTo>
                <a:close/>
                <a:moveTo>
                  <a:pt x="76409" y="398960"/>
                </a:moveTo>
                <a:lnTo>
                  <a:pt x="77433" y="399303"/>
                </a:lnTo>
                <a:lnTo>
                  <a:pt x="75897" y="399132"/>
                </a:lnTo>
                <a:close/>
                <a:moveTo>
                  <a:pt x="90393" y="155808"/>
                </a:moveTo>
                <a:lnTo>
                  <a:pt x="91512" y="156440"/>
                </a:lnTo>
                <a:lnTo>
                  <a:pt x="89834" y="156124"/>
                </a:lnTo>
                <a:close/>
                <a:moveTo>
                  <a:pt x="29369" y="358775"/>
                </a:moveTo>
                <a:lnTo>
                  <a:pt x="30737" y="359698"/>
                </a:lnTo>
                <a:lnTo>
                  <a:pt x="28685" y="359237"/>
                </a:lnTo>
                <a:close/>
                <a:moveTo>
                  <a:pt x="30232" y="383387"/>
                </a:moveTo>
                <a:lnTo>
                  <a:pt x="30694" y="385097"/>
                </a:lnTo>
                <a:lnTo>
                  <a:pt x="30001" y="384242"/>
                </a:lnTo>
                <a:close/>
                <a:moveTo>
                  <a:pt x="94918" y="315586"/>
                </a:moveTo>
                <a:lnTo>
                  <a:pt x="96237" y="316325"/>
                </a:lnTo>
                <a:lnTo>
                  <a:pt x="94258" y="315956"/>
                </a:lnTo>
                <a:close/>
                <a:moveTo>
                  <a:pt x="109245" y="98529"/>
                </a:moveTo>
                <a:lnTo>
                  <a:pt x="110832" y="99476"/>
                </a:lnTo>
                <a:lnTo>
                  <a:pt x="108451" y="99002"/>
                </a:lnTo>
                <a:close/>
                <a:moveTo>
                  <a:pt x="52110" y="86318"/>
                </a:moveTo>
                <a:lnTo>
                  <a:pt x="53110" y="87832"/>
                </a:lnTo>
                <a:lnTo>
                  <a:pt x="51610" y="87075"/>
                </a:lnTo>
                <a:close/>
                <a:moveTo>
                  <a:pt x="111610" y="344168"/>
                </a:moveTo>
                <a:lnTo>
                  <a:pt x="111968" y="345533"/>
                </a:lnTo>
                <a:lnTo>
                  <a:pt x="111431" y="344850"/>
                </a:lnTo>
                <a:close/>
                <a:moveTo>
                  <a:pt x="31617" y="403115"/>
                </a:moveTo>
                <a:lnTo>
                  <a:pt x="33515" y="403582"/>
                </a:lnTo>
                <a:lnTo>
                  <a:pt x="30668" y="403348"/>
                </a:lnTo>
                <a:close/>
                <a:moveTo>
                  <a:pt x="22600" y="22805"/>
                </a:moveTo>
                <a:lnTo>
                  <a:pt x="24302" y="24141"/>
                </a:lnTo>
                <a:lnTo>
                  <a:pt x="21749" y="23473"/>
                </a:lnTo>
                <a:close/>
                <a:moveTo>
                  <a:pt x="15535" y="4860"/>
                </a:moveTo>
                <a:lnTo>
                  <a:pt x="16005" y="5809"/>
                </a:lnTo>
                <a:lnTo>
                  <a:pt x="15300" y="5335"/>
                </a:lnTo>
                <a:close/>
                <a:moveTo>
                  <a:pt x="112155" y="302530"/>
                </a:moveTo>
                <a:lnTo>
                  <a:pt x="114186" y="304147"/>
                </a:lnTo>
                <a:lnTo>
                  <a:pt x="111140" y="303338"/>
                </a:lnTo>
                <a:close/>
                <a:moveTo>
                  <a:pt x="50882" y="120469"/>
                </a:moveTo>
                <a:lnTo>
                  <a:pt x="51702" y="121509"/>
                </a:lnTo>
                <a:lnTo>
                  <a:pt x="50471" y="120989"/>
                </a:lnTo>
                <a:close/>
                <a:moveTo>
                  <a:pt x="106421" y="6780"/>
                </a:moveTo>
                <a:lnTo>
                  <a:pt x="108614" y="7342"/>
                </a:lnTo>
                <a:lnTo>
                  <a:pt x="105324" y="7061"/>
                </a:lnTo>
                <a:close/>
                <a:moveTo>
                  <a:pt x="36679" y="295452"/>
                </a:moveTo>
                <a:lnTo>
                  <a:pt x="38127" y="296481"/>
                </a:lnTo>
                <a:lnTo>
                  <a:pt x="35955" y="295967"/>
                </a:lnTo>
                <a:close/>
                <a:moveTo>
                  <a:pt x="65965" y="81105"/>
                </a:moveTo>
                <a:lnTo>
                  <a:pt x="67553" y="81446"/>
                </a:lnTo>
                <a:lnTo>
                  <a:pt x="65171" y="81275"/>
                </a:lnTo>
                <a:close/>
                <a:moveTo>
                  <a:pt x="93930" y="458180"/>
                </a:moveTo>
                <a:lnTo>
                  <a:pt x="95383" y="459962"/>
                </a:lnTo>
                <a:lnTo>
                  <a:pt x="93204" y="459071"/>
                </a:lnTo>
                <a:close/>
                <a:moveTo>
                  <a:pt x="114054" y="298272"/>
                </a:moveTo>
                <a:lnTo>
                  <a:pt x="116018" y="299328"/>
                </a:lnTo>
                <a:lnTo>
                  <a:pt x="113072" y="298800"/>
                </a:lnTo>
                <a:close/>
                <a:moveTo>
                  <a:pt x="123444" y="167686"/>
                </a:moveTo>
                <a:lnTo>
                  <a:pt x="124423" y="168360"/>
                </a:lnTo>
                <a:lnTo>
                  <a:pt x="122955" y="168023"/>
                </a:lnTo>
                <a:close/>
                <a:moveTo>
                  <a:pt x="19120" y="259267"/>
                </a:moveTo>
                <a:lnTo>
                  <a:pt x="20452" y="259733"/>
                </a:lnTo>
                <a:lnTo>
                  <a:pt x="18454" y="259500"/>
                </a:lnTo>
                <a:close/>
                <a:moveTo>
                  <a:pt x="92454" y="458952"/>
                </a:moveTo>
                <a:lnTo>
                  <a:pt x="93767" y="459513"/>
                </a:lnTo>
                <a:lnTo>
                  <a:pt x="91797" y="459233"/>
                </a:lnTo>
                <a:close/>
                <a:moveTo>
                  <a:pt x="99635" y="388484"/>
                </a:moveTo>
                <a:lnTo>
                  <a:pt x="100324" y="390085"/>
                </a:lnTo>
                <a:lnTo>
                  <a:pt x="99290" y="389285"/>
                </a:lnTo>
                <a:close/>
                <a:moveTo>
                  <a:pt x="55626" y="384614"/>
                </a:moveTo>
                <a:lnTo>
                  <a:pt x="57062" y="386358"/>
                </a:lnTo>
                <a:lnTo>
                  <a:pt x="54909" y="385486"/>
                </a:lnTo>
                <a:close/>
                <a:moveTo>
                  <a:pt x="125634" y="33237"/>
                </a:moveTo>
                <a:lnTo>
                  <a:pt x="127295" y="34758"/>
                </a:lnTo>
                <a:lnTo>
                  <a:pt x="124803" y="33997"/>
                </a:lnTo>
                <a:close/>
                <a:moveTo>
                  <a:pt x="94885" y="279920"/>
                </a:moveTo>
                <a:lnTo>
                  <a:pt x="96232" y="281200"/>
                </a:lnTo>
                <a:lnTo>
                  <a:pt x="94212" y="280560"/>
                </a:lnTo>
                <a:close/>
                <a:moveTo>
                  <a:pt x="99172" y="220445"/>
                </a:moveTo>
                <a:lnTo>
                  <a:pt x="99547" y="221458"/>
                </a:lnTo>
                <a:lnTo>
                  <a:pt x="98984" y="220951"/>
                </a:lnTo>
                <a:close/>
                <a:moveTo>
                  <a:pt x="44216" y="383478"/>
                </a:moveTo>
                <a:lnTo>
                  <a:pt x="45468" y="384679"/>
                </a:lnTo>
                <a:lnTo>
                  <a:pt x="43590" y="384079"/>
                </a:lnTo>
                <a:close/>
                <a:moveTo>
                  <a:pt x="49926" y="315763"/>
                </a:moveTo>
                <a:lnTo>
                  <a:pt x="52011" y="317483"/>
                </a:lnTo>
                <a:lnTo>
                  <a:pt x="48884" y="316623"/>
                </a:lnTo>
                <a:close/>
                <a:moveTo>
                  <a:pt x="1976" y="110421"/>
                </a:moveTo>
                <a:lnTo>
                  <a:pt x="3716" y="112074"/>
                </a:lnTo>
                <a:lnTo>
                  <a:pt x="1105" y="111248"/>
                </a:lnTo>
                <a:close/>
                <a:moveTo>
                  <a:pt x="108426" y="229554"/>
                </a:moveTo>
                <a:lnTo>
                  <a:pt x="110421" y="230371"/>
                </a:lnTo>
                <a:lnTo>
                  <a:pt x="107429" y="229963"/>
                </a:lnTo>
                <a:close/>
                <a:moveTo>
                  <a:pt x="16297" y="293144"/>
                </a:moveTo>
                <a:lnTo>
                  <a:pt x="17559" y="294426"/>
                </a:lnTo>
                <a:lnTo>
                  <a:pt x="15666" y="293785"/>
                </a:lnTo>
                <a:close/>
                <a:moveTo>
                  <a:pt x="30336" y="263243"/>
                </a:moveTo>
                <a:lnTo>
                  <a:pt x="31236" y="263544"/>
                </a:lnTo>
                <a:lnTo>
                  <a:pt x="29886" y="263394"/>
                </a:lnTo>
                <a:close/>
                <a:moveTo>
                  <a:pt x="122060" y="137541"/>
                </a:moveTo>
                <a:lnTo>
                  <a:pt x="123522" y="138806"/>
                </a:lnTo>
                <a:lnTo>
                  <a:pt x="121330" y="138174"/>
                </a:lnTo>
                <a:close/>
                <a:moveTo>
                  <a:pt x="57254" y="24199"/>
                </a:moveTo>
                <a:lnTo>
                  <a:pt x="58093" y="25934"/>
                </a:lnTo>
                <a:lnTo>
                  <a:pt x="56835" y="25066"/>
                </a:lnTo>
                <a:close/>
                <a:moveTo>
                  <a:pt x="63825" y="279527"/>
                </a:moveTo>
                <a:lnTo>
                  <a:pt x="65373" y="280793"/>
                </a:lnTo>
                <a:lnTo>
                  <a:pt x="63051" y="280160"/>
                </a:lnTo>
                <a:close/>
                <a:moveTo>
                  <a:pt x="42869" y="352534"/>
                </a:moveTo>
                <a:lnTo>
                  <a:pt x="43571" y="354131"/>
                </a:lnTo>
                <a:lnTo>
                  <a:pt x="42518" y="353333"/>
                </a:lnTo>
                <a:close/>
                <a:moveTo>
                  <a:pt x="31323" y="83348"/>
                </a:moveTo>
                <a:lnTo>
                  <a:pt x="32638" y="83953"/>
                </a:lnTo>
                <a:lnTo>
                  <a:pt x="30666" y="83651"/>
                </a:lnTo>
                <a:close/>
                <a:moveTo>
                  <a:pt x="103422" y="120851"/>
                </a:moveTo>
                <a:lnTo>
                  <a:pt x="104216" y="122013"/>
                </a:lnTo>
                <a:lnTo>
                  <a:pt x="103025" y="121432"/>
                </a:lnTo>
                <a:close/>
                <a:moveTo>
                  <a:pt x="65408" y="158960"/>
                </a:moveTo>
                <a:lnTo>
                  <a:pt x="65990" y="160211"/>
                </a:lnTo>
                <a:lnTo>
                  <a:pt x="65116" y="159585"/>
                </a:lnTo>
                <a:close/>
                <a:moveTo>
                  <a:pt x="786" y="193084"/>
                </a:moveTo>
                <a:lnTo>
                  <a:pt x="1366" y="194654"/>
                </a:lnTo>
                <a:lnTo>
                  <a:pt x="496" y="193869"/>
                </a:lnTo>
                <a:close/>
                <a:moveTo>
                  <a:pt x="100331" y="6050"/>
                </a:moveTo>
                <a:lnTo>
                  <a:pt x="102148" y="7817"/>
                </a:lnTo>
                <a:lnTo>
                  <a:pt x="99422" y="6933"/>
                </a:lnTo>
                <a:close/>
                <a:moveTo>
                  <a:pt x="93529" y="353926"/>
                </a:moveTo>
                <a:lnTo>
                  <a:pt x="94458" y="354806"/>
                </a:lnTo>
                <a:lnTo>
                  <a:pt x="93064" y="354366"/>
                </a:lnTo>
                <a:close/>
                <a:moveTo>
                  <a:pt x="54261" y="59129"/>
                </a:moveTo>
                <a:lnTo>
                  <a:pt x="54852" y="59917"/>
                </a:lnTo>
                <a:lnTo>
                  <a:pt x="53966" y="59523"/>
                </a:lnTo>
                <a:close/>
                <a:moveTo>
                  <a:pt x="77962" y="139846"/>
                </a:moveTo>
                <a:lnTo>
                  <a:pt x="78977" y="140641"/>
                </a:lnTo>
                <a:lnTo>
                  <a:pt x="77455" y="140244"/>
                </a:lnTo>
                <a:close/>
                <a:moveTo>
                  <a:pt x="134353" y="188852"/>
                </a:moveTo>
                <a:lnTo>
                  <a:pt x="135341" y="190222"/>
                </a:lnTo>
                <a:lnTo>
                  <a:pt x="133859" y="189537"/>
                </a:lnTo>
                <a:close/>
                <a:moveTo>
                  <a:pt x="112189" y="44734"/>
                </a:moveTo>
                <a:lnTo>
                  <a:pt x="113193" y="46449"/>
                </a:lnTo>
                <a:lnTo>
                  <a:pt x="111688" y="45592"/>
                </a:lnTo>
                <a:close/>
                <a:moveTo>
                  <a:pt x="88699" y="335987"/>
                </a:moveTo>
                <a:lnTo>
                  <a:pt x="90221" y="337042"/>
                </a:lnTo>
                <a:lnTo>
                  <a:pt x="87939" y="336514"/>
                </a:lnTo>
                <a:close/>
                <a:moveTo>
                  <a:pt x="114936" y="406947"/>
                </a:moveTo>
                <a:lnTo>
                  <a:pt x="116783" y="407450"/>
                </a:lnTo>
                <a:lnTo>
                  <a:pt x="114013" y="407199"/>
                </a:lnTo>
                <a:close/>
                <a:moveTo>
                  <a:pt x="69368" y="26789"/>
                </a:moveTo>
                <a:lnTo>
                  <a:pt x="69948" y="27356"/>
                </a:lnTo>
                <a:lnTo>
                  <a:pt x="69078" y="27072"/>
                </a:lnTo>
                <a:close/>
                <a:moveTo>
                  <a:pt x="76079" y="137747"/>
                </a:moveTo>
                <a:lnTo>
                  <a:pt x="77450" y="138157"/>
                </a:lnTo>
                <a:lnTo>
                  <a:pt x="75393" y="137952"/>
                </a:lnTo>
                <a:close/>
                <a:moveTo>
                  <a:pt x="54366" y="133912"/>
                </a:moveTo>
                <a:lnTo>
                  <a:pt x="56285" y="134371"/>
                </a:lnTo>
                <a:lnTo>
                  <a:pt x="53407" y="134141"/>
                </a:lnTo>
                <a:close/>
                <a:moveTo>
                  <a:pt x="115559" y="137606"/>
                </a:moveTo>
                <a:lnTo>
                  <a:pt x="117347" y="139057"/>
                </a:lnTo>
                <a:lnTo>
                  <a:pt x="114665" y="138332"/>
                </a:lnTo>
                <a:close/>
                <a:moveTo>
                  <a:pt x="48608" y="224509"/>
                </a:moveTo>
                <a:lnTo>
                  <a:pt x="50630" y="225519"/>
                </a:lnTo>
                <a:lnTo>
                  <a:pt x="47597" y="225014"/>
                </a:lnTo>
                <a:close/>
                <a:moveTo>
                  <a:pt x="15012" y="449935"/>
                </a:moveTo>
                <a:lnTo>
                  <a:pt x="15460" y="451456"/>
                </a:lnTo>
                <a:lnTo>
                  <a:pt x="14787" y="450696"/>
                </a:lnTo>
                <a:close/>
                <a:moveTo>
                  <a:pt x="75946" y="110370"/>
                </a:moveTo>
                <a:lnTo>
                  <a:pt x="76471" y="111915"/>
                </a:lnTo>
                <a:lnTo>
                  <a:pt x="75683" y="111143"/>
                </a:lnTo>
                <a:close/>
                <a:moveTo>
                  <a:pt x="75426" y="244250"/>
                </a:moveTo>
                <a:lnTo>
                  <a:pt x="76134" y="244578"/>
                </a:lnTo>
                <a:lnTo>
                  <a:pt x="75072" y="244414"/>
                </a:lnTo>
                <a:close/>
                <a:moveTo>
                  <a:pt x="12499" y="16673"/>
                </a:moveTo>
                <a:lnTo>
                  <a:pt x="13507" y="17319"/>
                </a:lnTo>
                <a:lnTo>
                  <a:pt x="11996" y="16996"/>
                </a:lnTo>
                <a:close/>
                <a:moveTo>
                  <a:pt x="10756" y="12836"/>
                </a:moveTo>
                <a:lnTo>
                  <a:pt x="12589" y="14158"/>
                </a:lnTo>
                <a:lnTo>
                  <a:pt x="9840" y="13497"/>
                </a:lnTo>
                <a:close/>
                <a:moveTo>
                  <a:pt x="139929" y="199409"/>
                </a:moveTo>
                <a:lnTo>
                  <a:pt x="141298" y="200121"/>
                </a:lnTo>
                <a:lnTo>
                  <a:pt x="139244" y="199765"/>
                </a:lnTo>
                <a:close/>
                <a:moveTo>
                  <a:pt x="100517" y="269878"/>
                </a:moveTo>
                <a:lnTo>
                  <a:pt x="102691" y="270618"/>
                </a:lnTo>
                <a:lnTo>
                  <a:pt x="99431" y="270248"/>
                </a:lnTo>
                <a:close/>
                <a:moveTo>
                  <a:pt x="137925" y="25740"/>
                </a:moveTo>
                <a:lnTo>
                  <a:pt x="139155" y="26740"/>
                </a:lnTo>
                <a:lnTo>
                  <a:pt x="137310" y="26240"/>
                </a:lnTo>
                <a:close/>
                <a:moveTo>
                  <a:pt x="56175" y="291244"/>
                </a:moveTo>
                <a:lnTo>
                  <a:pt x="57565" y="292040"/>
                </a:lnTo>
                <a:lnTo>
                  <a:pt x="55481" y="291642"/>
                </a:lnTo>
                <a:close/>
                <a:moveTo>
                  <a:pt x="89277" y="135083"/>
                </a:moveTo>
                <a:lnTo>
                  <a:pt x="90260" y="135763"/>
                </a:lnTo>
                <a:lnTo>
                  <a:pt x="88786" y="135423"/>
                </a:lnTo>
                <a:close/>
                <a:moveTo>
                  <a:pt x="109212" y="362194"/>
                </a:moveTo>
                <a:lnTo>
                  <a:pt x="110576" y="363105"/>
                </a:lnTo>
                <a:lnTo>
                  <a:pt x="108530" y="362649"/>
                </a:lnTo>
                <a:close/>
                <a:moveTo>
                  <a:pt x="81055" y="157571"/>
                </a:moveTo>
                <a:lnTo>
                  <a:pt x="82711" y="158009"/>
                </a:lnTo>
                <a:lnTo>
                  <a:pt x="80226" y="157790"/>
                </a:lnTo>
                <a:close/>
                <a:moveTo>
                  <a:pt x="125841" y="456823"/>
                </a:moveTo>
                <a:lnTo>
                  <a:pt x="127467" y="458275"/>
                </a:lnTo>
                <a:lnTo>
                  <a:pt x="125028" y="457549"/>
                </a:lnTo>
                <a:close/>
                <a:moveTo>
                  <a:pt x="86895" y="255812"/>
                </a:moveTo>
                <a:lnTo>
                  <a:pt x="87390" y="257358"/>
                </a:lnTo>
                <a:lnTo>
                  <a:pt x="86647" y="256585"/>
                </a:lnTo>
                <a:close/>
                <a:moveTo>
                  <a:pt x="51291" y="468394"/>
                </a:moveTo>
                <a:lnTo>
                  <a:pt x="52016" y="470110"/>
                </a:lnTo>
                <a:lnTo>
                  <a:pt x="50929" y="469252"/>
                </a:lnTo>
                <a:close/>
                <a:moveTo>
                  <a:pt x="110640" y="273299"/>
                </a:moveTo>
                <a:lnTo>
                  <a:pt x="112546" y="273719"/>
                </a:lnTo>
                <a:lnTo>
                  <a:pt x="109687" y="273509"/>
                </a:lnTo>
                <a:close/>
                <a:moveTo>
                  <a:pt x="53470" y="130505"/>
                </a:moveTo>
                <a:lnTo>
                  <a:pt x="55038" y="130826"/>
                </a:lnTo>
                <a:lnTo>
                  <a:pt x="52686" y="130666"/>
                </a:lnTo>
                <a:close/>
                <a:moveTo>
                  <a:pt x="19831" y="137747"/>
                </a:moveTo>
                <a:lnTo>
                  <a:pt x="21951" y="138858"/>
                </a:lnTo>
                <a:lnTo>
                  <a:pt x="18772" y="138303"/>
                </a:lnTo>
                <a:close/>
                <a:moveTo>
                  <a:pt x="81309" y="269209"/>
                </a:moveTo>
                <a:lnTo>
                  <a:pt x="82777" y="270911"/>
                </a:lnTo>
                <a:lnTo>
                  <a:pt x="80575" y="270060"/>
                </a:lnTo>
                <a:close/>
                <a:moveTo>
                  <a:pt x="19395" y="169029"/>
                </a:moveTo>
                <a:lnTo>
                  <a:pt x="21193" y="170416"/>
                </a:lnTo>
                <a:lnTo>
                  <a:pt x="18496" y="169723"/>
                </a:lnTo>
                <a:close/>
                <a:moveTo>
                  <a:pt x="142587" y="49856"/>
                </a:moveTo>
                <a:lnTo>
                  <a:pt x="144058" y="50483"/>
                </a:lnTo>
                <a:lnTo>
                  <a:pt x="141851" y="50169"/>
                </a:lnTo>
                <a:close/>
                <a:moveTo>
                  <a:pt x="121340" y="171319"/>
                </a:moveTo>
                <a:lnTo>
                  <a:pt x="122840" y="171881"/>
                </a:lnTo>
                <a:lnTo>
                  <a:pt x="120591" y="171600"/>
                </a:lnTo>
                <a:close/>
                <a:moveTo>
                  <a:pt x="121240" y="200301"/>
                </a:moveTo>
                <a:lnTo>
                  <a:pt x="122408" y="201927"/>
                </a:lnTo>
                <a:lnTo>
                  <a:pt x="120656" y="201114"/>
                </a:lnTo>
                <a:close/>
                <a:moveTo>
                  <a:pt x="121330" y="379539"/>
                </a:moveTo>
                <a:lnTo>
                  <a:pt x="123404" y="381008"/>
                </a:lnTo>
                <a:lnTo>
                  <a:pt x="120293" y="380274"/>
                </a:lnTo>
                <a:close/>
                <a:moveTo>
                  <a:pt x="108106" y="425897"/>
                </a:moveTo>
                <a:lnTo>
                  <a:pt x="108681" y="427610"/>
                </a:lnTo>
                <a:lnTo>
                  <a:pt x="107818" y="426753"/>
                </a:lnTo>
                <a:close/>
                <a:moveTo>
                  <a:pt x="77915" y="279783"/>
                </a:moveTo>
                <a:lnTo>
                  <a:pt x="78379" y="281452"/>
                </a:lnTo>
                <a:lnTo>
                  <a:pt x="77683" y="280617"/>
                </a:lnTo>
                <a:close/>
                <a:moveTo>
                  <a:pt x="140404" y="139514"/>
                </a:moveTo>
                <a:lnTo>
                  <a:pt x="140979" y="140340"/>
                </a:lnTo>
                <a:lnTo>
                  <a:pt x="140116" y="139927"/>
                </a:lnTo>
                <a:close/>
                <a:moveTo>
                  <a:pt x="70084" y="107347"/>
                </a:moveTo>
                <a:lnTo>
                  <a:pt x="71449" y="109059"/>
                </a:lnTo>
                <a:lnTo>
                  <a:pt x="69401" y="108203"/>
                </a:lnTo>
                <a:close/>
                <a:moveTo>
                  <a:pt x="104178" y="386959"/>
                </a:moveTo>
                <a:lnTo>
                  <a:pt x="105532" y="388747"/>
                </a:lnTo>
                <a:lnTo>
                  <a:pt x="103501" y="387853"/>
                </a:lnTo>
                <a:close/>
                <a:moveTo>
                  <a:pt x="30529" y="349824"/>
                </a:moveTo>
                <a:lnTo>
                  <a:pt x="31616" y="351529"/>
                </a:lnTo>
                <a:lnTo>
                  <a:pt x="29985" y="350677"/>
                </a:lnTo>
                <a:close/>
                <a:moveTo>
                  <a:pt x="120863" y="340623"/>
                </a:moveTo>
                <a:lnTo>
                  <a:pt x="122921" y="341143"/>
                </a:lnTo>
                <a:lnTo>
                  <a:pt x="119833" y="340883"/>
                </a:lnTo>
                <a:close/>
                <a:moveTo>
                  <a:pt x="138129" y="360127"/>
                </a:moveTo>
                <a:lnTo>
                  <a:pt x="138816" y="360758"/>
                </a:lnTo>
                <a:lnTo>
                  <a:pt x="137785" y="360442"/>
                </a:lnTo>
                <a:close/>
                <a:moveTo>
                  <a:pt x="133656" y="17228"/>
                </a:moveTo>
                <a:lnTo>
                  <a:pt x="135143" y="18767"/>
                </a:lnTo>
                <a:lnTo>
                  <a:pt x="132912" y="17997"/>
                </a:lnTo>
                <a:close/>
                <a:moveTo>
                  <a:pt x="63918" y="36811"/>
                </a:moveTo>
                <a:lnTo>
                  <a:pt x="66066" y="37897"/>
                </a:lnTo>
                <a:lnTo>
                  <a:pt x="62845" y="37354"/>
                </a:lnTo>
                <a:close/>
                <a:moveTo>
                  <a:pt x="75553" y="145407"/>
                </a:moveTo>
                <a:lnTo>
                  <a:pt x="76031" y="146540"/>
                </a:lnTo>
                <a:lnTo>
                  <a:pt x="75314" y="145973"/>
                </a:lnTo>
                <a:close/>
                <a:moveTo>
                  <a:pt x="117253" y="273447"/>
                </a:moveTo>
                <a:lnTo>
                  <a:pt x="117643" y="274163"/>
                </a:lnTo>
                <a:lnTo>
                  <a:pt x="117058" y="273805"/>
                </a:lnTo>
                <a:close/>
                <a:moveTo>
                  <a:pt x="1889" y="465660"/>
                </a:moveTo>
                <a:lnTo>
                  <a:pt x="3525" y="466443"/>
                </a:lnTo>
                <a:lnTo>
                  <a:pt x="1072" y="466052"/>
                </a:lnTo>
                <a:close/>
                <a:moveTo>
                  <a:pt x="109095" y="356936"/>
                </a:moveTo>
                <a:lnTo>
                  <a:pt x="110317" y="357986"/>
                </a:lnTo>
                <a:lnTo>
                  <a:pt x="108484" y="357461"/>
                </a:lnTo>
                <a:close/>
                <a:moveTo>
                  <a:pt x="111245" y="445216"/>
                </a:moveTo>
                <a:lnTo>
                  <a:pt x="112143" y="446805"/>
                </a:lnTo>
                <a:lnTo>
                  <a:pt x="110796" y="446010"/>
                </a:lnTo>
                <a:close/>
                <a:moveTo>
                  <a:pt x="35979" y="328073"/>
                </a:moveTo>
                <a:lnTo>
                  <a:pt x="37489" y="328974"/>
                </a:lnTo>
                <a:lnTo>
                  <a:pt x="35223" y="328523"/>
                </a:lnTo>
                <a:close/>
                <a:moveTo>
                  <a:pt x="120440" y="271594"/>
                </a:moveTo>
                <a:lnTo>
                  <a:pt x="122590" y="272623"/>
                </a:lnTo>
                <a:lnTo>
                  <a:pt x="119365" y="272108"/>
                </a:lnTo>
                <a:close/>
                <a:moveTo>
                  <a:pt x="82699" y="277015"/>
                </a:moveTo>
                <a:lnTo>
                  <a:pt x="83879" y="278680"/>
                </a:lnTo>
                <a:lnTo>
                  <a:pt x="82108" y="277847"/>
                </a:lnTo>
                <a:close/>
                <a:moveTo>
                  <a:pt x="122380" y="470031"/>
                </a:moveTo>
                <a:lnTo>
                  <a:pt x="124560" y="470939"/>
                </a:lnTo>
                <a:lnTo>
                  <a:pt x="121289" y="470485"/>
                </a:lnTo>
                <a:close/>
                <a:moveTo>
                  <a:pt x="84955" y="118782"/>
                </a:moveTo>
                <a:lnTo>
                  <a:pt x="85945" y="120045"/>
                </a:lnTo>
                <a:lnTo>
                  <a:pt x="84460" y="119413"/>
                </a:lnTo>
                <a:close/>
                <a:moveTo>
                  <a:pt x="126959" y="84760"/>
                </a:moveTo>
                <a:lnTo>
                  <a:pt x="127595" y="85522"/>
                </a:lnTo>
                <a:lnTo>
                  <a:pt x="126641" y="85141"/>
                </a:lnTo>
                <a:close/>
                <a:moveTo>
                  <a:pt x="46922" y="208478"/>
                </a:moveTo>
                <a:lnTo>
                  <a:pt x="47420" y="208944"/>
                </a:lnTo>
                <a:lnTo>
                  <a:pt x="46673" y="208711"/>
                </a:lnTo>
                <a:close/>
                <a:moveTo>
                  <a:pt x="5844" y="127408"/>
                </a:moveTo>
                <a:lnTo>
                  <a:pt x="7865" y="128583"/>
                </a:lnTo>
                <a:lnTo>
                  <a:pt x="4833" y="127995"/>
                </a:lnTo>
                <a:close/>
                <a:moveTo>
                  <a:pt x="27294" y="356090"/>
                </a:moveTo>
                <a:lnTo>
                  <a:pt x="27683" y="356821"/>
                </a:lnTo>
                <a:lnTo>
                  <a:pt x="27099" y="356456"/>
                </a:lnTo>
                <a:close/>
                <a:moveTo>
                  <a:pt x="128208" y="431358"/>
                </a:moveTo>
                <a:lnTo>
                  <a:pt x="130113" y="433049"/>
                </a:lnTo>
                <a:lnTo>
                  <a:pt x="127255" y="432204"/>
                </a:lnTo>
                <a:close/>
                <a:moveTo>
                  <a:pt x="48849" y="378325"/>
                </a:moveTo>
                <a:lnTo>
                  <a:pt x="49238" y="378933"/>
                </a:lnTo>
                <a:lnTo>
                  <a:pt x="48654" y="378629"/>
                </a:lnTo>
                <a:close/>
                <a:moveTo>
                  <a:pt x="77505" y="390262"/>
                </a:moveTo>
                <a:lnTo>
                  <a:pt x="78046" y="390611"/>
                </a:lnTo>
                <a:lnTo>
                  <a:pt x="77234" y="390436"/>
                </a:lnTo>
                <a:close/>
                <a:moveTo>
                  <a:pt x="20121" y="410783"/>
                </a:moveTo>
                <a:lnTo>
                  <a:pt x="21511" y="411328"/>
                </a:lnTo>
                <a:lnTo>
                  <a:pt x="19426" y="411056"/>
                </a:lnTo>
                <a:close/>
                <a:moveTo>
                  <a:pt x="45736" y="37738"/>
                </a:moveTo>
                <a:lnTo>
                  <a:pt x="46950" y="38164"/>
                </a:lnTo>
                <a:lnTo>
                  <a:pt x="45129" y="37951"/>
                </a:lnTo>
                <a:close/>
                <a:moveTo>
                  <a:pt x="125635" y="337595"/>
                </a:moveTo>
                <a:lnTo>
                  <a:pt x="127465" y="338156"/>
                </a:lnTo>
                <a:lnTo>
                  <a:pt x="124720" y="337875"/>
                </a:lnTo>
                <a:close/>
                <a:moveTo>
                  <a:pt x="2202" y="143114"/>
                </a:moveTo>
                <a:lnTo>
                  <a:pt x="3668" y="144211"/>
                </a:lnTo>
                <a:lnTo>
                  <a:pt x="1468" y="143662"/>
                </a:lnTo>
                <a:close/>
                <a:moveTo>
                  <a:pt x="126036" y="392637"/>
                </a:moveTo>
                <a:lnTo>
                  <a:pt x="127203" y="393649"/>
                </a:lnTo>
                <a:lnTo>
                  <a:pt x="125452" y="393143"/>
                </a:lnTo>
                <a:close/>
                <a:moveTo>
                  <a:pt x="108064" y="22561"/>
                </a:moveTo>
                <a:lnTo>
                  <a:pt x="108618" y="23409"/>
                </a:lnTo>
                <a:lnTo>
                  <a:pt x="107788" y="22985"/>
                </a:lnTo>
                <a:close/>
                <a:moveTo>
                  <a:pt x="79817" y="281926"/>
                </a:moveTo>
                <a:lnTo>
                  <a:pt x="80726" y="282669"/>
                </a:lnTo>
                <a:lnTo>
                  <a:pt x="79362" y="282297"/>
                </a:lnTo>
                <a:close/>
                <a:moveTo>
                  <a:pt x="108641" y="276586"/>
                </a:moveTo>
                <a:lnTo>
                  <a:pt x="109885" y="277126"/>
                </a:lnTo>
                <a:lnTo>
                  <a:pt x="108019" y="276856"/>
                </a:lnTo>
                <a:close/>
                <a:moveTo>
                  <a:pt x="115529" y="285662"/>
                </a:moveTo>
                <a:lnTo>
                  <a:pt x="116468" y="286763"/>
                </a:lnTo>
                <a:lnTo>
                  <a:pt x="115059" y="286213"/>
                </a:lnTo>
                <a:close/>
                <a:moveTo>
                  <a:pt x="67730" y="150248"/>
                </a:moveTo>
                <a:lnTo>
                  <a:pt x="68251" y="151967"/>
                </a:lnTo>
                <a:lnTo>
                  <a:pt x="67470" y="151107"/>
                </a:lnTo>
                <a:close/>
                <a:moveTo>
                  <a:pt x="45680" y="243076"/>
                </a:moveTo>
                <a:lnTo>
                  <a:pt x="46522" y="244856"/>
                </a:lnTo>
                <a:lnTo>
                  <a:pt x="45259" y="243966"/>
                </a:lnTo>
                <a:close/>
                <a:moveTo>
                  <a:pt x="113393" y="420299"/>
                </a:moveTo>
                <a:lnTo>
                  <a:pt x="115373" y="421663"/>
                </a:lnTo>
                <a:lnTo>
                  <a:pt x="112403" y="420981"/>
                </a:lnTo>
                <a:close/>
                <a:moveTo>
                  <a:pt x="57818" y="287069"/>
                </a:moveTo>
                <a:lnTo>
                  <a:pt x="60010" y="287900"/>
                </a:lnTo>
                <a:lnTo>
                  <a:pt x="56722" y="287484"/>
                </a:lnTo>
                <a:close/>
                <a:moveTo>
                  <a:pt x="10462" y="202541"/>
                </a:moveTo>
                <a:lnTo>
                  <a:pt x="11487" y="202889"/>
                </a:lnTo>
                <a:lnTo>
                  <a:pt x="9949" y="202715"/>
                </a:lnTo>
                <a:close/>
                <a:moveTo>
                  <a:pt x="15757" y="32801"/>
                </a:moveTo>
                <a:lnTo>
                  <a:pt x="17480" y="33796"/>
                </a:lnTo>
                <a:lnTo>
                  <a:pt x="14896" y="33299"/>
                </a:lnTo>
                <a:close/>
                <a:moveTo>
                  <a:pt x="18969" y="246290"/>
                </a:moveTo>
                <a:lnTo>
                  <a:pt x="20777" y="247916"/>
                </a:lnTo>
                <a:lnTo>
                  <a:pt x="18064" y="247103"/>
                </a:lnTo>
                <a:close/>
                <a:moveTo>
                  <a:pt x="128529" y="387448"/>
                </a:moveTo>
                <a:lnTo>
                  <a:pt x="129561" y="388350"/>
                </a:lnTo>
                <a:lnTo>
                  <a:pt x="128013" y="387899"/>
                </a:lnTo>
                <a:close/>
                <a:moveTo>
                  <a:pt x="94842" y="40876"/>
                </a:moveTo>
                <a:lnTo>
                  <a:pt x="96910" y="42330"/>
                </a:lnTo>
                <a:lnTo>
                  <a:pt x="93808" y="41603"/>
                </a:lnTo>
                <a:close/>
                <a:moveTo>
                  <a:pt x="127386" y="76060"/>
                </a:moveTo>
                <a:lnTo>
                  <a:pt x="128865" y="76539"/>
                </a:lnTo>
                <a:lnTo>
                  <a:pt x="126647" y="76300"/>
                </a:lnTo>
                <a:close/>
                <a:moveTo>
                  <a:pt x="5107" y="366650"/>
                </a:moveTo>
                <a:lnTo>
                  <a:pt x="6521" y="367631"/>
                </a:lnTo>
                <a:lnTo>
                  <a:pt x="4401" y="367141"/>
                </a:lnTo>
                <a:close/>
                <a:moveTo>
                  <a:pt x="123680" y="355583"/>
                </a:moveTo>
                <a:lnTo>
                  <a:pt x="124362" y="356015"/>
                </a:lnTo>
                <a:lnTo>
                  <a:pt x="123338" y="355799"/>
                </a:lnTo>
                <a:close/>
                <a:moveTo>
                  <a:pt x="67546" y="429890"/>
                </a:moveTo>
                <a:lnTo>
                  <a:pt x="69380" y="430622"/>
                </a:lnTo>
                <a:lnTo>
                  <a:pt x="66629" y="430256"/>
                </a:lnTo>
                <a:close/>
                <a:moveTo>
                  <a:pt x="66525" y="315819"/>
                </a:moveTo>
                <a:lnTo>
                  <a:pt x="67163" y="317086"/>
                </a:lnTo>
                <a:lnTo>
                  <a:pt x="66206" y="316452"/>
                </a:lnTo>
                <a:close/>
                <a:moveTo>
                  <a:pt x="81494" y="358600"/>
                </a:moveTo>
                <a:lnTo>
                  <a:pt x="82278" y="360278"/>
                </a:lnTo>
                <a:lnTo>
                  <a:pt x="81102" y="359439"/>
                </a:lnTo>
                <a:close/>
                <a:moveTo>
                  <a:pt x="62342" y="296567"/>
                </a:moveTo>
                <a:lnTo>
                  <a:pt x="62775" y="297694"/>
                </a:lnTo>
                <a:lnTo>
                  <a:pt x="62125" y="297131"/>
                </a:lnTo>
                <a:close/>
                <a:moveTo>
                  <a:pt x="14180" y="180793"/>
                </a:moveTo>
                <a:lnTo>
                  <a:pt x="15043" y="181855"/>
                </a:lnTo>
                <a:lnTo>
                  <a:pt x="13749" y="181324"/>
                </a:lnTo>
                <a:close/>
                <a:moveTo>
                  <a:pt x="39925" y="325671"/>
                </a:moveTo>
                <a:lnTo>
                  <a:pt x="41978" y="326916"/>
                </a:lnTo>
                <a:lnTo>
                  <a:pt x="38898" y="326293"/>
                </a:lnTo>
                <a:close/>
                <a:moveTo>
                  <a:pt x="95415" y="370115"/>
                </a:moveTo>
                <a:lnTo>
                  <a:pt x="97493" y="370986"/>
                </a:lnTo>
                <a:lnTo>
                  <a:pt x="94377" y="370551"/>
                </a:lnTo>
                <a:close/>
                <a:moveTo>
                  <a:pt x="109306" y="451880"/>
                </a:moveTo>
                <a:lnTo>
                  <a:pt x="109802" y="452181"/>
                </a:lnTo>
                <a:lnTo>
                  <a:pt x="109059" y="452031"/>
                </a:lnTo>
                <a:close/>
                <a:moveTo>
                  <a:pt x="54941" y="127343"/>
                </a:moveTo>
                <a:lnTo>
                  <a:pt x="56035" y="128184"/>
                </a:lnTo>
                <a:lnTo>
                  <a:pt x="54393" y="127763"/>
                </a:lnTo>
                <a:close/>
                <a:moveTo>
                  <a:pt x="96613" y="156564"/>
                </a:moveTo>
                <a:lnTo>
                  <a:pt x="97414" y="158207"/>
                </a:lnTo>
                <a:lnTo>
                  <a:pt x="96212" y="157385"/>
                </a:lnTo>
                <a:close/>
                <a:moveTo>
                  <a:pt x="70175" y="294604"/>
                </a:moveTo>
                <a:lnTo>
                  <a:pt x="71110" y="296333"/>
                </a:lnTo>
                <a:lnTo>
                  <a:pt x="69708" y="295469"/>
                </a:lnTo>
                <a:close/>
                <a:moveTo>
                  <a:pt x="136054" y="462112"/>
                </a:moveTo>
                <a:lnTo>
                  <a:pt x="138111" y="463689"/>
                </a:lnTo>
                <a:lnTo>
                  <a:pt x="135026" y="462901"/>
                </a:lnTo>
                <a:close/>
                <a:moveTo>
                  <a:pt x="78332" y="306378"/>
                </a:moveTo>
                <a:lnTo>
                  <a:pt x="80465" y="307517"/>
                </a:lnTo>
                <a:lnTo>
                  <a:pt x="77265" y="306948"/>
                </a:lnTo>
                <a:close/>
                <a:moveTo>
                  <a:pt x="63372" y="469587"/>
                </a:moveTo>
                <a:lnTo>
                  <a:pt x="65151" y="471242"/>
                </a:lnTo>
                <a:lnTo>
                  <a:pt x="62482" y="470415"/>
                </a:lnTo>
                <a:close/>
                <a:moveTo>
                  <a:pt x="95082" y="367045"/>
                </a:moveTo>
                <a:lnTo>
                  <a:pt x="96240" y="367857"/>
                </a:lnTo>
                <a:lnTo>
                  <a:pt x="94503" y="367451"/>
                </a:lnTo>
                <a:close/>
                <a:moveTo>
                  <a:pt x="33777" y="277213"/>
                </a:moveTo>
                <a:lnTo>
                  <a:pt x="34391" y="278013"/>
                </a:lnTo>
                <a:lnTo>
                  <a:pt x="33469" y="277613"/>
                </a:lnTo>
                <a:close/>
                <a:moveTo>
                  <a:pt x="37384" y="285244"/>
                </a:moveTo>
                <a:lnTo>
                  <a:pt x="38928" y="285824"/>
                </a:lnTo>
                <a:lnTo>
                  <a:pt x="36613" y="285534"/>
                </a:lnTo>
                <a:close/>
                <a:moveTo>
                  <a:pt x="88951" y="20991"/>
                </a:moveTo>
                <a:lnTo>
                  <a:pt x="89615" y="21461"/>
                </a:lnTo>
                <a:lnTo>
                  <a:pt x="88619" y="21226"/>
                </a:lnTo>
                <a:close/>
                <a:moveTo>
                  <a:pt x="55904" y="280591"/>
                </a:moveTo>
                <a:lnTo>
                  <a:pt x="56301" y="281033"/>
                </a:lnTo>
                <a:lnTo>
                  <a:pt x="55706" y="280812"/>
                </a:lnTo>
                <a:close/>
                <a:moveTo>
                  <a:pt x="62328" y="216885"/>
                </a:moveTo>
                <a:lnTo>
                  <a:pt x="63533" y="217375"/>
                </a:lnTo>
                <a:lnTo>
                  <a:pt x="61725" y="217130"/>
                </a:lnTo>
                <a:close/>
                <a:moveTo>
                  <a:pt x="28252" y="436271"/>
                </a:moveTo>
                <a:lnTo>
                  <a:pt x="29283" y="437243"/>
                </a:lnTo>
                <a:lnTo>
                  <a:pt x="27736" y="436757"/>
                </a:lnTo>
                <a:close/>
                <a:moveTo>
                  <a:pt x="101674" y="67566"/>
                </a:moveTo>
                <a:lnTo>
                  <a:pt x="103374" y="68681"/>
                </a:lnTo>
                <a:lnTo>
                  <a:pt x="100824" y="68124"/>
                </a:lnTo>
                <a:close/>
                <a:moveTo>
                  <a:pt x="76260" y="110689"/>
                </a:moveTo>
                <a:lnTo>
                  <a:pt x="77462" y="112014"/>
                </a:lnTo>
                <a:lnTo>
                  <a:pt x="75658" y="111352"/>
                </a:lnTo>
                <a:close/>
                <a:moveTo>
                  <a:pt x="40730" y="143543"/>
                </a:moveTo>
                <a:lnTo>
                  <a:pt x="41805" y="144060"/>
                </a:lnTo>
                <a:lnTo>
                  <a:pt x="40193" y="143801"/>
                </a:lnTo>
                <a:close/>
                <a:moveTo>
                  <a:pt x="61519" y="223352"/>
                </a:moveTo>
                <a:lnTo>
                  <a:pt x="62709" y="224771"/>
                </a:lnTo>
                <a:lnTo>
                  <a:pt x="60924" y="224062"/>
                </a:lnTo>
                <a:close/>
                <a:moveTo>
                  <a:pt x="131527" y="390253"/>
                </a:moveTo>
                <a:lnTo>
                  <a:pt x="132112" y="391886"/>
                </a:lnTo>
                <a:lnTo>
                  <a:pt x="131235" y="391070"/>
                </a:lnTo>
                <a:close/>
                <a:moveTo>
                  <a:pt x="49947" y="423099"/>
                </a:moveTo>
                <a:lnTo>
                  <a:pt x="51258" y="424785"/>
                </a:lnTo>
                <a:lnTo>
                  <a:pt x="49292" y="423942"/>
                </a:lnTo>
                <a:close/>
                <a:moveTo>
                  <a:pt x="113763" y="119919"/>
                </a:moveTo>
                <a:lnTo>
                  <a:pt x="115017" y="121093"/>
                </a:lnTo>
                <a:lnTo>
                  <a:pt x="113136" y="120506"/>
                </a:lnTo>
                <a:close/>
                <a:moveTo>
                  <a:pt x="55837" y="92664"/>
                </a:moveTo>
                <a:lnTo>
                  <a:pt x="56278" y="94417"/>
                </a:lnTo>
                <a:lnTo>
                  <a:pt x="55616" y="93541"/>
                </a:lnTo>
                <a:close/>
                <a:moveTo>
                  <a:pt x="115341" y="282517"/>
                </a:moveTo>
                <a:lnTo>
                  <a:pt x="116898" y="283955"/>
                </a:lnTo>
                <a:lnTo>
                  <a:pt x="114563" y="283236"/>
                </a:lnTo>
                <a:close/>
                <a:moveTo>
                  <a:pt x="30240" y="408122"/>
                </a:moveTo>
                <a:lnTo>
                  <a:pt x="32151" y="408912"/>
                </a:lnTo>
                <a:lnTo>
                  <a:pt x="29284" y="408517"/>
                </a:lnTo>
                <a:close/>
                <a:moveTo>
                  <a:pt x="121379" y="361184"/>
                </a:moveTo>
                <a:lnTo>
                  <a:pt x="123178" y="362192"/>
                </a:lnTo>
                <a:lnTo>
                  <a:pt x="120480" y="361688"/>
                </a:lnTo>
                <a:close/>
                <a:moveTo>
                  <a:pt x="30376" y="150040"/>
                </a:moveTo>
                <a:lnTo>
                  <a:pt x="31571" y="151126"/>
                </a:lnTo>
                <a:lnTo>
                  <a:pt x="29778" y="150583"/>
                </a:lnTo>
                <a:close/>
                <a:moveTo>
                  <a:pt x="81129" y="30535"/>
                </a:moveTo>
                <a:lnTo>
                  <a:pt x="82073" y="31084"/>
                </a:lnTo>
                <a:lnTo>
                  <a:pt x="80658" y="30810"/>
                </a:lnTo>
                <a:close/>
                <a:moveTo>
                  <a:pt x="109584" y="71744"/>
                </a:moveTo>
                <a:lnTo>
                  <a:pt x="111266" y="73094"/>
                </a:lnTo>
                <a:lnTo>
                  <a:pt x="108743" y="72419"/>
                </a:lnTo>
                <a:close/>
                <a:moveTo>
                  <a:pt x="134524" y="398135"/>
                </a:moveTo>
                <a:lnTo>
                  <a:pt x="136614" y="399858"/>
                </a:lnTo>
                <a:lnTo>
                  <a:pt x="133479" y="398997"/>
                </a:lnTo>
                <a:close/>
                <a:moveTo>
                  <a:pt x="124016" y="266141"/>
                </a:moveTo>
                <a:lnTo>
                  <a:pt x="126033" y="267517"/>
                </a:lnTo>
                <a:lnTo>
                  <a:pt x="123007" y="266829"/>
                </a:lnTo>
                <a:close/>
                <a:moveTo>
                  <a:pt x="53388" y="69219"/>
                </a:moveTo>
                <a:lnTo>
                  <a:pt x="53864" y="70426"/>
                </a:lnTo>
                <a:lnTo>
                  <a:pt x="53150" y="69823"/>
                </a:lnTo>
                <a:close/>
                <a:moveTo>
                  <a:pt x="56502" y="225930"/>
                </a:moveTo>
                <a:lnTo>
                  <a:pt x="57188" y="227497"/>
                </a:lnTo>
                <a:lnTo>
                  <a:pt x="56159" y="226714"/>
                </a:lnTo>
                <a:close/>
                <a:moveTo>
                  <a:pt x="131443" y="237361"/>
                </a:moveTo>
                <a:lnTo>
                  <a:pt x="132102" y="238824"/>
                </a:lnTo>
                <a:lnTo>
                  <a:pt x="131113" y="238093"/>
                </a:lnTo>
                <a:close/>
                <a:moveTo>
                  <a:pt x="8866" y="266530"/>
                </a:moveTo>
                <a:lnTo>
                  <a:pt x="10827" y="268051"/>
                </a:lnTo>
                <a:lnTo>
                  <a:pt x="7885" y="267290"/>
                </a:lnTo>
                <a:close/>
                <a:moveTo>
                  <a:pt x="71125" y="413707"/>
                </a:moveTo>
                <a:lnTo>
                  <a:pt x="72298" y="414522"/>
                </a:lnTo>
                <a:lnTo>
                  <a:pt x="70539" y="414114"/>
                </a:lnTo>
                <a:close/>
                <a:moveTo>
                  <a:pt x="114660" y="165131"/>
                </a:moveTo>
                <a:lnTo>
                  <a:pt x="116768" y="166368"/>
                </a:lnTo>
                <a:lnTo>
                  <a:pt x="113605" y="165750"/>
                </a:lnTo>
                <a:close/>
                <a:moveTo>
                  <a:pt x="13975" y="454562"/>
                </a:moveTo>
                <a:lnTo>
                  <a:pt x="15551" y="455881"/>
                </a:lnTo>
                <a:lnTo>
                  <a:pt x="13187" y="455222"/>
                </a:lnTo>
                <a:close/>
                <a:moveTo>
                  <a:pt x="85801" y="461414"/>
                </a:moveTo>
                <a:lnTo>
                  <a:pt x="86183" y="462304"/>
                </a:lnTo>
                <a:lnTo>
                  <a:pt x="85610" y="461859"/>
                </a:lnTo>
                <a:close/>
                <a:moveTo>
                  <a:pt x="10556" y="431036"/>
                </a:moveTo>
                <a:lnTo>
                  <a:pt x="12027" y="432712"/>
                </a:lnTo>
                <a:lnTo>
                  <a:pt x="9821" y="431874"/>
                </a:lnTo>
                <a:close/>
                <a:moveTo>
                  <a:pt x="86989" y="278375"/>
                </a:moveTo>
                <a:lnTo>
                  <a:pt x="88604" y="279324"/>
                </a:lnTo>
                <a:lnTo>
                  <a:pt x="86182" y="278850"/>
                </a:lnTo>
                <a:close/>
                <a:moveTo>
                  <a:pt x="53304" y="417680"/>
                </a:moveTo>
                <a:lnTo>
                  <a:pt x="55392" y="419329"/>
                </a:lnTo>
                <a:lnTo>
                  <a:pt x="52261" y="418504"/>
                </a:lnTo>
                <a:close/>
                <a:moveTo>
                  <a:pt x="114160" y="285687"/>
                </a:moveTo>
                <a:lnTo>
                  <a:pt x="114889" y="287240"/>
                </a:lnTo>
                <a:lnTo>
                  <a:pt x="113796" y="286464"/>
                </a:lnTo>
                <a:close/>
                <a:moveTo>
                  <a:pt x="4464" y="255101"/>
                </a:moveTo>
                <a:lnTo>
                  <a:pt x="6318" y="255741"/>
                </a:lnTo>
                <a:lnTo>
                  <a:pt x="3536" y="255421"/>
                </a:lnTo>
                <a:close/>
                <a:moveTo>
                  <a:pt x="2165" y="398581"/>
                </a:moveTo>
                <a:lnTo>
                  <a:pt x="2615" y="399683"/>
                </a:lnTo>
                <a:lnTo>
                  <a:pt x="1940" y="399132"/>
                </a:lnTo>
                <a:close/>
                <a:moveTo>
                  <a:pt x="86552" y="41039"/>
                </a:moveTo>
                <a:lnTo>
                  <a:pt x="87029" y="42017"/>
                </a:lnTo>
                <a:lnTo>
                  <a:pt x="86314" y="41528"/>
                </a:lnTo>
                <a:close/>
                <a:moveTo>
                  <a:pt x="4273" y="128465"/>
                </a:moveTo>
                <a:lnTo>
                  <a:pt x="4943" y="129389"/>
                </a:lnTo>
                <a:lnTo>
                  <a:pt x="3937" y="128927"/>
                </a:lnTo>
                <a:close/>
                <a:moveTo>
                  <a:pt x="90140" y="135031"/>
                </a:moveTo>
                <a:lnTo>
                  <a:pt x="90688" y="136804"/>
                </a:lnTo>
                <a:lnTo>
                  <a:pt x="89865" y="135917"/>
                </a:lnTo>
                <a:close/>
                <a:moveTo>
                  <a:pt x="130948" y="165338"/>
                </a:moveTo>
                <a:lnTo>
                  <a:pt x="132805" y="166360"/>
                </a:lnTo>
                <a:lnTo>
                  <a:pt x="130020" y="165849"/>
                </a:lnTo>
                <a:close/>
                <a:moveTo>
                  <a:pt x="38113" y="134058"/>
                </a:moveTo>
                <a:lnTo>
                  <a:pt x="38877" y="134557"/>
                </a:lnTo>
                <a:lnTo>
                  <a:pt x="37730" y="134308"/>
                </a:lnTo>
                <a:close/>
                <a:moveTo>
                  <a:pt x="53266" y="148832"/>
                </a:moveTo>
                <a:lnTo>
                  <a:pt x="53977" y="149931"/>
                </a:lnTo>
                <a:lnTo>
                  <a:pt x="52911" y="149381"/>
                </a:lnTo>
                <a:close/>
                <a:moveTo>
                  <a:pt x="136085" y="239653"/>
                </a:moveTo>
                <a:lnTo>
                  <a:pt x="138274" y="240809"/>
                </a:lnTo>
                <a:lnTo>
                  <a:pt x="134990" y="240231"/>
                </a:lnTo>
                <a:close/>
                <a:moveTo>
                  <a:pt x="70473" y="90603"/>
                </a:moveTo>
                <a:lnTo>
                  <a:pt x="70834" y="91149"/>
                </a:lnTo>
                <a:lnTo>
                  <a:pt x="70292" y="90876"/>
                </a:lnTo>
                <a:close/>
                <a:moveTo>
                  <a:pt x="69097" y="104771"/>
                </a:moveTo>
                <a:lnTo>
                  <a:pt x="70604" y="105624"/>
                </a:lnTo>
                <a:lnTo>
                  <a:pt x="68343" y="105198"/>
                </a:lnTo>
                <a:close/>
                <a:moveTo>
                  <a:pt x="24158" y="124850"/>
                </a:moveTo>
                <a:lnTo>
                  <a:pt x="25786" y="125838"/>
                </a:lnTo>
                <a:lnTo>
                  <a:pt x="23344" y="125344"/>
                </a:lnTo>
                <a:close/>
                <a:moveTo>
                  <a:pt x="87164" y="300895"/>
                </a:moveTo>
                <a:lnTo>
                  <a:pt x="87568" y="301385"/>
                </a:lnTo>
                <a:lnTo>
                  <a:pt x="86962" y="301140"/>
                </a:lnTo>
                <a:close/>
                <a:moveTo>
                  <a:pt x="22192" y="351528"/>
                </a:moveTo>
                <a:lnTo>
                  <a:pt x="23127" y="353087"/>
                </a:lnTo>
                <a:lnTo>
                  <a:pt x="21725" y="352307"/>
                </a:lnTo>
                <a:close/>
                <a:moveTo>
                  <a:pt x="88687" y="65141"/>
                </a:moveTo>
                <a:lnTo>
                  <a:pt x="89473" y="66526"/>
                </a:lnTo>
                <a:lnTo>
                  <a:pt x="88294" y="65833"/>
                </a:lnTo>
                <a:close/>
                <a:moveTo>
                  <a:pt x="1032" y="460134"/>
                </a:moveTo>
                <a:lnTo>
                  <a:pt x="1592" y="461356"/>
                </a:lnTo>
                <a:lnTo>
                  <a:pt x="752" y="460745"/>
                </a:lnTo>
                <a:close/>
                <a:moveTo>
                  <a:pt x="117932" y="74635"/>
                </a:moveTo>
                <a:lnTo>
                  <a:pt x="118411" y="75464"/>
                </a:lnTo>
                <a:lnTo>
                  <a:pt x="117692" y="75050"/>
                </a:lnTo>
                <a:close/>
                <a:moveTo>
                  <a:pt x="109871" y="320368"/>
                </a:moveTo>
                <a:lnTo>
                  <a:pt x="111961" y="320905"/>
                </a:lnTo>
                <a:lnTo>
                  <a:pt x="108826" y="320637"/>
                </a:lnTo>
                <a:close/>
                <a:moveTo>
                  <a:pt x="98297" y="305375"/>
                </a:moveTo>
                <a:lnTo>
                  <a:pt x="99197" y="306990"/>
                </a:lnTo>
                <a:lnTo>
                  <a:pt x="97847" y="306183"/>
                </a:lnTo>
                <a:close/>
                <a:moveTo>
                  <a:pt x="25836" y="293213"/>
                </a:moveTo>
                <a:lnTo>
                  <a:pt x="26500" y="294649"/>
                </a:lnTo>
                <a:lnTo>
                  <a:pt x="25504" y="293931"/>
                </a:lnTo>
                <a:close/>
                <a:moveTo>
                  <a:pt x="72728" y="254829"/>
                </a:moveTo>
                <a:lnTo>
                  <a:pt x="73468" y="256343"/>
                </a:lnTo>
                <a:lnTo>
                  <a:pt x="72358" y="255586"/>
                </a:lnTo>
                <a:close/>
                <a:moveTo>
                  <a:pt x="77571" y="258216"/>
                </a:moveTo>
                <a:lnTo>
                  <a:pt x="77921" y="258648"/>
                </a:lnTo>
                <a:lnTo>
                  <a:pt x="77396" y="258432"/>
                </a:lnTo>
                <a:close/>
                <a:moveTo>
                  <a:pt x="112936" y="234148"/>
                </a:moveTo>
                <a:lnTo>
                  <a:pt x="114674" y="234775"/>
                </a:lnTo>
                <a:lnTo>
                  <a:pt x="112066" y="234462"/>
                </a:lnTo>
                <a:close/>
                <a:moveTo>
                  <a:pt x="2397" y="199037"/>
                </a:moveTo>
                <a:lnTo>
                  <a:pt x="3401" y="200153"/>
                </a:lnTo>
                <a:lnTo>
                  <a:pt x="1895" y="199595"/>
                </a:lnTo>
                <a:close/>
                <a:moveTo>
                  <a:pt x="99693" y="202382"/>
                </a:moveTo>
                <a:lnTo>
                  <a:pt x="101285" y="203206"/>
                </a:lnTo>
                <a:lnTo>
                  <a:pt x="98897" y="202794"/>
                </a:lnTo>
                <a:close/>
                <a:moveTo>
                  <a:pt x="88932" y="174603"/>
                </a:moveTo>
                <a:lnTo>
                  <a:pt x="89753" y="176061"/>
                </a:lnTo>
                <a:lnTo>
                  <a:pt x="88521" y="175332"/>
                </a:lnTo>
                <a:close/>
                <a:moveTo>
                  <a:pt x="127747" y="166999"/>
                </a:moveTo>
                <a:lnTo>
                  <a:pt x="128437" y="168633"/>
                </a:lnTo>
                <a:lnTo>
                  <a:pt x="127401" y="167816"/>
                </a:lnTo>
                <a:close/>
                <a:moveTo>
                  <a:pt x="23256" y="332970"/>
                </a:moveTo>
                <a:lnTo>
                  <a:pt x="24072" y="333780"/>
                </a:lnTo>
                <a:lnTo>
                  <a:pt x="22848" y="333375"/>
                </a:lnTo>
                <a:close/>
                <a:moveTo>
                  <a:pt x="43078" y="130801"/>
                </a:moveTo>
                <a:lnTo>
                  <a:pt x="43781" y="131132"/>
                </a:lnTo>
                <a:lnTo>
                  <a:pt x="42727" y="130966"/>
                </a:lnTo>
                <a:close/>
                <a:moveTo>
                  <a:pt x="23287" y="185395"/>
                </a:moveTo>
                <a:lnTo>
                  <a:pt x="23950" y="186865"/>
                </a:lnTo>
                <a:lnTo>
                  <a:pt x="22955" y="186130"/>
                </a:lnTo>
                <a:close/>
                <a:moveTo>
                  <a:pt x="65943" y="94848"/>
                </a:moveTo>
                <a:lnTo>
                  <a:pt x="67554" y="96014"/>
                </a:lnTo>
                <a:lnTo>
                  <a:pt x="65138" y="95431"/>
                </a:lnTo>
                <a:close/>
                <a:moveTo>
                  <a:pt x="119414" y="55393"/>
                </a:moveTo>
                <a:lnTo>
                  <a:pt x="121187" y="56045"/>
                </a:lnTo>
                <a:lnTo>
                  <a:pt x="118528" y="55719"/>
                </a:lnTo>
                <a:close/>
                <a:moveTo>
                  <a:pt x="141936" y="29142"/>
                </a:moveTo>
                <a:lnTo>
                  <a:pt x="143746" y="29656"/>
                </a:lnTo>
                <a:lnTo>
                  <a:pt x="141031" y="29399"/>
                </a:lnTo>
                <a:close/>
                <a:moveTo>
                  <a:pt x="80861" y="239894"/>
                </a:moveTo>
                <a:lnTo>
                  <a:pt x="82353" y="240736"/>
                </a:lnTo>
                <a:lnTo>
                  <a:pt x="80114" y="240315"/>
                </a:lnTo>
                <a:close/>
                <a:moveTo>
                  <a:pt x="16770" y="225487"/>
                </a:moveTo>
                <a:lnTo>
                  <a:pt x="17348" y="226387"/>
                </a:lnTo>
                <a:lnTo>
                  <a:pt x="16481" y="225937"/>
                </a:lnTo>
                <a:close/>
              </a:path>
            </a:pathLst>
          </a:custGeom>
          <a:solidFill>
            <a:srgbClr val="777777">
              <a:alpha val="20000"/>
            </a:srgbClr>
          </a:solidFill>
          <a:ln w="0" cap="rnd" cmpd="sng" algn="ctr">
            <a:solidFill>
              <a:srgbClr val="FFFFFF">
                <a:alpha val="0"/>
              </a:srgbClr>
            </a:solidFill>
            <a:round/>
            <a:headEnd type="none"/>
            <a:tailEnd type="none"/>
          </a:ln>
        </p:spPr>
      </p:sp>
      <p:sp>
        <p:nvSpPr>
          <p:cNvPr id="1017" name="post-activation history / 1001 paper texture"/>
          <p:cNvSpPr/>
          <p:nvPr/>
        </p:nvSpPr>
        <p:spPr>
          <a:xfrm>
            <a:off x="15508722" y="6676209"/>
            <a:ext cx="1332107" cy="4318220"/>
          </a:xfrm>
          <a:custGeom>
            <a:avLst/>
            <a:gdLst/>
            <a:ahLst/>
            <a:cxnLst/>
            <a:rect l="0" t="0" r="r" b="b"/>
            <a:pathLst>
              <a:path w="145681" h="472246" fill="norm" stroke="1" extrusionOk="0">
                <a:moveTo>
                  <a:pt x="66344" y="140426"/>
                </a:moveTo>
                <a:lnTo>
                  <a:pt x="66873" y="141954"/>
                </a:lnTo>
                <a:lnTo>
                  <a:pt x="66080" y="141190"/>
                </a:lnTo>
                <a:close/>
                <a:moveTo>
                  <a:pt x="64367" y="218187"/>
                </a:moveTo>
                <a:lnTo>
                  <a:pt x="64936" y="218559"/>
                </a:lnTo>
                <a:lnTo>
                  <a:pt x="64082" y="218373"/>
                </a:lnTo>
                <a:close/>
                <a:moveTo>
                  <a:pt x="79648" y="43289"/>
                </a:moveTo>
                <a:lnTo>
                  <a:pt x="81510" y="43933"/>
                </a:lnTo>
                <a:lnTo>
                  <a:pt x="78717" y="43611"/>
                </a:lnTo>
                <a:close/>
                <a:moveTo>
                  <a:pt x="39464" y="292650"/>
                </a:moveTo>
                <a:lnTo>
                  <a:pt x="40551" y="293566"/>
                </a:lnTo>
                <a:lnTo>
                  <a:pt x="38921" y="293108"/>
                </a:lnTo>
                <a:close/>
                <a:moveTo>
                  <a:pt x="117291" y="64449"/>
                </a:moveTo>
                <a:lnTo>
                  <a:pt x="118369" y="66039"/>
                </a:lnTo>
                <a:lnTo>
                  <a:pt x="116752" y="65244"/>
                </a:lnTo>
                <a:close/>
                <a:moveTo>
                  <a:pt x="50405" y="282972"/>
                </a:moveTo>
                <a:lnTo>
                  <a:pt x="51258" y="283682"/>
                </a:lnTo>
                <a:lnTo>
                  <a:pt x="49979" y="283327"/>
                </a:lnTo>
                <a:close/>
                <a:moveTo>
                  <a:pt x="15038" y="84100"/>
                </a:moveTo>
                <a:lnTo>
                  <a:pt x="15546" y="85595"/>
                </a:lnTo>
                <a:lnTo>
                  <a:pt x="14783" y="84848"/>
                </a:lnTo>
                <a:close/>
                <a:moveTo>
                  <a:pt x="107806" y="426785"/>
                </a:moveTo>
                <a:lnTo>
                  <a:pt x="108546" y="427567"/>
                </a:lnTo>
                <a:lnTo>
                  <a:pt x="107436" y="427176"/>
                </a:lnTo>
                <a:close/>
                <a:moveTo>
                  <a:pt x="91607" y="53382"/>
                </a:moveTo>
                <a:lnTo>
                  <a:pt x="92016" y="55108"/>
                </a:lnTo>
                <a:lnTo>
                  <a:pt x="91402" y="54245"/>
                </a:lnTo>
                <a:close/>
                <a:moveTo>
                  <a:pt x="5846" y="270750"/>
                </a:moveTo>
                <a:lnTo>
                  <a:pt x="7522" y="271287"/>
                </a:lnTo>
                <a:lnTo>
                  <a:pt x="5008" y="271019"/>
                </a:lnTo>
                <a:close/>
                <a:moveTo>
                  <a:pt x="6424" y="461982"/>
                </a:moveTo>
                <a:lnTo>
                  <a:pt x="7149" y="462899"/>
                </a:lnTo>
                <a:lnTo>
                  <a:pt x="6061" y="462441"/>
                </a:lnTo>
                <a:close/>
                <a:moveTo>
                  <a:pt x="11188" y="220937"/>
                </a:moveTo>
                <a:lnTo>
                  <a:pt x="12227" y="221239"/>
                </a:lnTo>
                <a:lnTo>
                  <a:pt x="10669" y="221088"/>
                </a:lnTo>
                <a:close/>
                <a:moveTo>
                  <a:pt x="12817" y="330055"/>
                </a:moveTo>
                <a:lnTo>
                  <a:pt x="14292" y="330792"/>
                </a:lnTo>
                <a:lnTo>
                  <a:pt x="12080" y="330423"/>
                </a:lnTo>
                <a:close/>
                <a:moveTo>
                  <a:pt x="25813" y="304251"/>
                </a:moveTo>
                <a:lnTo>
                  <a:pt x="27563" y="306049"/>
                </a:lnTo>
                <a:lnTo>
                  <a:pt x="24938" y="305150"/>
                </a:lnTo>
                <a:close/>
                <a:moveTo>
                  <a:pt x="126380" y="377598"/>
                </a:moveTo>
                <a:lnTo>
                  <a:pt x="126950" y="378188"/>
                </a:lnTo>
                <a:lnTo>
                  <a:pt x="126094" y="377893"/>
                </a:lnTo>
                <a:close/>
                <a:moveTo>
                  <a:pt x="6157" y="229651"/>
                </a:moveTo>
                <a:lnTo>
                  <a:pt x="7947" y="229977"/>
                </a:lnTo>
                <a:lnTo>
                  <a:pt x="5262" y="229814"/>
                </a:lnTo>
                <a:close/>
                <a:moveTo>
                  <a:pt x="60149" y="412627"/>
                </a:moveTo>
                <a:lnTo>
                  <a:pt x="62065" y="413717"/>
                </a:lnTo>
                <a:lnTo>
                  <a:pt x="59191" y="413172"/>
                </a:lnTo>
                <a:close/>
                <a:moveTo>
                  <a:pt x="23917" y="271113"/>
                </a:moveTo>
                <a:lnTo>
                  <a:pt x="25275" y="272299"/>
                </a:lnTo>
                <a:lnTo>
                  <a:pt x="23238" y="271706"/>
                </a:lnTo>
                <a:close/>
                <a:moveTo>
                  <a:pt x="126076" y="21291"/>
                </a:moveTo>
                <a:lnTo>
                  <a:pt x="126587" y="21959"/>
                </a:lnTo>
                <a:lnTo>
                  <a:pt x="125821" y="21625"/>
                </a:lnTo>
                <a:close/>
                <a:moveTo>
                  <a:pt x="56049" y="37145"/>
                </a:moveTo>
                <a:lnTo>
                  <a:pt x="58246" y="38093"/>
                </a:lnTo>
                <a:lnTo>
                  <a:pt x="54950" y="37619"/>
                </a:lnTo>
                <a:close/>
                <a:moveTo>
                  <a:pt x="47148" y="332927"/>
                </a:moveTo>
                <a:lnTo>
                  <a:pt x="47686" y="334459"/>
                </a:lnTo>
                <a:lnTo>
                  <a:pt x="46879" y="333693"/>
                </a:lnTo>
                <a:close/>
                <a:moveTo>
                  <a:pt x="78785" y="200693"/>
                </a:moveTo>
                <a:lnTo>
                  <a:pt x="80901" y="201669"/>
                </a:lnTo>
                <a:lnTo>
                  <a:pt x="77727" y="201181"/>
                </a:lnTo>
                <a:close/>
                <a:moveTo>
                  <a:pt x="15920" y="175054"/>
                </a:moveTo>
                <a:lnTo>
                  <a:pt x="17636" y="176043"/>
                </a:lnTo>
                <a:lnTo>
                  <a:pt x="15061" y="175548"/>
                </a:lnTo>
                <a:close/>
                <a:moveTo>
                  <a:pt x="72804" y="60328"/>
                </a:moveTo>
                <a:lnTo>
                  <a:pt x="74634" y="61911"/>
                </a:lnTo>
                <a:lnTo>
                  <a:pt x="71888" y="61120"/>
                </a:lnTo>
                <a:close/>
                <a:moveTo>
                  <a:pt x="40644" y="50948"/>
                </a:moveTo>
                <a:lnTo>
                  <a:pt x="42644" y="52562"/>
                </a:lnTo>
                <a:lnTo>
                  <a:pt x="39644" y="51755"/>
                </a:lnTo>
                <a:close/>
                <a:moveTo>
                  <a:pt x="22679" y="188288"/>
                </a:moveTo>
                <a:lnTo>
                  <a:pt x="23692" y="188974"/>
                </a:lnTo>
                <a:lnTo>
                  <a:pt x="22173" y="188631"/>
                </a:lnTo>
                <a:close/>
                <a:moveTo>
                  <a:pt x="133395" y="131085"/>
                </a:moveTo>
                <a:lnTo>
                  <a:pt x="135575" y="132038"/>
                </a:lnTo>
                <a:lnTo>
                  <a:pt x="132305" y="131561"/>
                </a:lnTo>
                <a:close/>
                <a:moveTo>
                  <a:pt x="3578" y="222061"/>
                </a:moveTo>
                <a:lnTo>
                  <a:pt x="4932" y="222648"/>
                </a:lnTo>
                <a:lnTo>
                  <a:pt x="2901" y="222354"/>
                </a:lnTo>
                <a:close/>
                <a:moveTo>
                  <a:pt x="3763" y="294693"/>
                </a:moveTo>
                <a:lnTo>
                  <a:pt x="5112" y="295189"/>
                </a:lnTo>
                <a:lnTo>
                  <a:pt x="3088" y="294941"/>
                </a:lnTo>
                <a:close/>
                <a:moveTo>
                  <a:pt x="17262" y="391430"/>
                </a:moveTo>
                <a:lnTo>
                  <a:pt x="19212" y="391904"/>
                </a:lnTo>
                <a:lnTo>
                  <a:pt x="16287" y="391667"/>
                </a:lnTo>
                <a:close/>
                <a:moveTo>
                  <a:pt x="28195" y="388295"/>
                </a:moveTo>
                <a:lnTo>
                  <a:pt x="28932" y="389739"/>
                </a:lnTo>
                <a:lnTo>
                  <a:pt x="27827" y="389017"/>
                </a:lnTo>
                <a:close/>
                <a:moveTo>
                  <a:pt x="56773" y="77628"/>
                </a:moveTo>
                <a:lnTo>
                  <a:pt x="58160" y="78198"/>
                </a:lnTo>
                <a:lnTo>
                  <a:pt x="56080" y="77913"/>
                </a:lnTo>
                <a:close/>
                <a:moveTo>
                  <a:pt x="49372" y="414095"/>
                </a:moveTo>
                <a:lnTo>
                  <a:pt x="50700" y="414462"/>
                </a:lnTo>
                <a:lnTo>
                  <a:pt x="48708" y="414278"/>
                </a:lnTo>
                <a:close/>
                <a:moveTo>
                  <a:pt x="130758" y="126396"/>
                </a:moveTo>
                <a:lnTo>
                  <a:pt x="131195" y="127701"/>
                </a:lnTo>
                <a:lnTo>
                  <a:pt x="130540" y="127049"/>
                </a:lnTo>
                <a:close/>
                <a:moveTo>
                  <a:pt x="96646" y="129475"/>
                </a:moveTo>
                <a:lnTo>
                  <a:pt x="97283" y="130616"/>
                </a:lnTo>
                <a:lnTo>
                  <a:pt x="96328" y="130045"/>
                </a:lnTo>
                <a:close/>
                <a:moveTo>
                  <a:pt x="22934" y="80036"/>
                </a:moveTo>
                <a:lnTo>
                  <a:pt x="24316" y="81397"/>
                </a:lnTo>
                <a:lnTo>
                  <a:pt x="22243" y="80716"/>
                </a:lnTo>
                <a:close/>
                <a:moveTo>
                  <a:pt x="73582" y="454488"/>
                </a:moveTo>
                <a:lnTo>
                  <a:pt x="74488" y="454809"/>
                </a:lnTo>
                <a:lnTo>
                  <a:pt x="73130" y="454648"/>
                </a:lnTo>
                <a:close/>
                <a:moveTo>
                  <a:pt x="16243" y="142172"/>
                </a:moveTo>
                <a:lnTo>
                  <a:pt x="17784" y="142905"/>
                </a:lnTo>
                <a:lnTo>
                  <a:pt x="15472" y="142539"/>
                </a:lnTo>
                <a:close/>
                <a:moveTo>
                  <a:pt x="30575" y="50366"/>
                </a:moveTo>
                <a:lnTo>
                  <a:pt x="31505" y="50693"/>
                </a:lnTo>
                <a:lnTo>
                  <a:pt x="30110" y="50529"/>
                </a:lnTo>
                <a:close/>
                <a:moveTo>
                  <a:pt x="83235" y="301563"/>
                </a:moveTo>
                <a:lnTo>
                  <a:pt x="84140" y="302319"/>
                </a:lnTo>
                <a:lnTo>
                  <a:pt x="82783" y="301941"/>
                </a:lnTo>
                <a:close/>
                <a:moveTo>
                  <a:pt x="55100" y="209606"/>
                </a:moveTo>
                <a:lnTo>
                  <a:pt x="56382" y="211361"/>
                </a:lnTo>
                <a:lnTo>
                  <a:pt x="54459" y="210484"/>
                </a:lnTo>
                <a:close/>
                <a:moveTo>
                  <a:pt x="31273" y="435704"/>
                </a:moveTo>
                <a:lnTo>
                  <a:pt x="32312" y="436611"/>
                </a:lnTo>
                <a:lnTo>
                  <a:pt x="30753" y="436158"/>
                </a:lnTo>
                <a:close/>
                <a:moveTo>
                  <a:pt x="94719" y="454816"/>
                </a:moveTo>
                <a:lnTo>
                  <a:pt x="96474" y="455251"/>
                </a:lnTo>
                <a:lnTo>
                  <a:pt x="93841" y="455034"/>
                </a:lnTo>
                <a:close/>
                <a:moveTo>
                  <a:pt x="67045" y="204502"/>
                </a:moveTo>
                <a:lnTo>
                  <a:pt x="67763" y="205292"/>
                </a:lnTo>
                <a:lnTo>
                  <a:pt x="66686" y="204897"/>
                </a:lnTo>
                <a:close/>
                <a:moveTo>
                  <a:pt x="41471" y="4658"/>
                </a:moveTo>
                <a:lnTo>
                  <a:pt x="42489" y="6195"/>
                </a:lnTo>
                <a:lnTo>
                  <a:pt x="40962" y="5426"/>
                </a:lnTo>
                <a:close/>
                <a:moveTo>
                  <a:pt x="123261" y="49121"/>
                </a:moveTo>
                <a:lnTo>
                  <a:pt x="124905" y="50189"/>
                </a:lnTo>
                <a:lnTo>
                  <a:pt x="122439" y="49655"/>
                </a:lnTo>
                <a:close/>
                <a:moveTo>
                  <a:pt x="61885" y="171126"/>
                </a:moveTo>
                <a:lnTo>
                  <a:pt x="63580" y="172478"/>
                </a:lnTo>
                <a:lnTo>
                  <a:pt x="61037" y="171802"/>
                </a:lnTo>
                <a:close/>
                <a:moveTo>
                  <a:pt x="13337" y="281970"/>
                </a:moveTo>
                <a:lnTo>
                  <a:pt x="13825" y="282961"/>
                </a:lnTo>
                <a:lnTo>
                  <a:pt x="13094" y="282466"/>
                </a:lnTo>
                <a:close/>
                <a:moveTo>
                  <a:pt x="127112" y="327803"/>
                </a:moveTo>
                <a:lnTo>
                  <a:pt x="128565" y="328608"/>
                </a:lnTo>
                <a:lnTo>
                  <a:pt x="126386" y="328206"/>
                </a:lnTo>
                <a:close/>
                <a:moveTo>
                  <a:pt x="112253" y="168092"/>
                </a:moveTo>
                <a:lnTo>
                  <a:pt x="114323" y="169258"/>
                </a:lnTo>
                <a:lnTo>
                  <a:pt x="111218" y="168675"/>
                </a:lnTo>
                <a:close/>
                <a:moveTo>
                  <a:pt x="54862" y="436245"/>
                </a:moveTo>
                <a:lnTo>
                  <a:pt x="56974" y="436598"/>
                </a:lnTo>
                <a:lnTo>
                  <a:pt x="53806" y="436421"/>
                </a:lnTo>
                <a:close/>
                <a:moveTo>
                  <a:pt x="56726" y="63653"/>
                </a:moveTo>
                <a:lnTo>
                  <a:pt x="58709" y="65316"/>
                </a:lnTo>
                <a:lnTo>
                  <a:pt x="55734" y="64485"/>
                </a:lnTo>
                <a:close/>
                <a:moveTo>
                  <a:pt x="70047" y="127346"/>
                </a:moveTo>
                <a:lnTo>
                  <a:pt x="71994" y="128091"/>
                </a:lnTo>
                <a:lnTo>
                  <a:pt x="69073" y="127719"/>
                </a:lnTo>
                <a:close/>
                <a:moveTo>
                  <a:pt x="35444" y="245856"/>
                </a:moveTo>
                <a:lnTo>
                  <a:pt x="36159" y="247563"/>
                </a:lnTo>
                <a:lnTo>
                  <a:pt x="35086" y="246709"/>
                </a:lnTo>
                <a:close/>
                <a:moveTo>
                  <a:pt x="111234" y="54618"/>
                </a:moveTo>
                <a:lnTo>
                  <a:pt x="112313" y="55364"/>
                </a:lnTo>
                <a:lnTo>
                  <a:pt x="110695" y="54991"/>
                </a:lnTo>
                <a:close/>
                <a:moveTo>
                  <a:pt x="48884" y="129521"/>
                </a:moveTo>
                <a:lnTo>
                  <a:pt x="50157" y="130847"/>
                </a:lnTo>
                <a:lnTo>
                  <a:pt x="48247" y="130184"/>
                </a:lnTo>
                <a:close/>
                <a:moveTo>
                  <a:pt x="43135" y="397459"/>
                </a:moveTo>
                <a:lnTo>
                  <a:pt x="43568" y="399198"/>
                </a:lnTo>
                <a:lnTo>
                  <a:pt x="42919" y="398329"/>
                </a:lnTo>
                <a:close/>
                <a:moveTo>
                  <a:pt x="122392" y="167798"/>
                </a:moveTo>
                <a:lnTo>
                  <a:pt x="122764" y="168878"/>
                </a:lnTo>
                <a:lnTo>
                  <a:pt x="122207" y="168338"/>
                </a:lnTo>
                <a:close/>
                <a:moveTo>
                  <a:pt x="7577" y="431294"/>
                </a:moveTo>
                <a:lnTo>
                  <a:pt x="7935" y="431656"/>
                </a:lnTo>
                <a:lnTo>
                  <a:pt x="7398" y="431475"/>
                </a:lnTo>
                <a:close/>
                <a:moveTo>
                  <a:pt x="31366" y="25275"/>
                </a:moveTo>
                <a:lnTo>
                  <a:pt x="33442" y="26121"/>
                </a:lnTo>
                <a:lnTo>
                  <a:pt x="30328" y="25698"/>
                </a:lnTo>
                <a:close/>
                <a:moveTo>
                  <a:pt x="116030" y="269783"/>
                </a:moveTo>
                <a:lnTo>
                  <a:pt x="116496" y="270864"/>
                </a:lnTo>
                <a:lnTo>
                  <a:pt x="115798" y="270324"/>
                </a:lnTo>
                <a:close/>
                <a:moveTo>
                  <a:pt x="60167" y="149426"/>
                </a:moveTo>
                <a:lnTo>
                  <a:pt x="61402" y="149793"/>
                </a:lnTo>
                <a:lnTo>
                  <a:pt x="59550" y="149609"/>
                </a:lnTo>
                <a:close/>
                <a:moveTo>
                  <a:pt x="29329" y="342992"/>
                </a:moveTo>
                <a:lnTo>
                  <a:pt x="30389" y="343915"/>
                </a:lnTo>
                <a:lnTo>
                  <a:pt x="28800" y="343453"/>
                </a:lnTo>
                <a:close/>
                <a:moveTo>
                  <a:pt x="117332" y="446882"/>
                </a:moveTo>
                <a:lnTo>
                  <a:pt x="118318" y="447291"/>
                </a:lnTo>
                <a:lnTo>
                  <a:pt x="116839" y="447087"/>
                </a:lnTo>
                <a:close/>
                <a:moveTo>
                  <a:pt x="43934" y="258633"/>
                </a:moveTo>
                <a:lnTo>
                  <a:pt x="45951" y="259991"/>
                </a:lnTo>
                <a:lnTo>
                  <a:pt x="42925" y="259312"/>
                </a:lnTo>
                <a:close/>
                <a:moveTo>
                  <a:pt x="43234" y="266100"/>
                </a:moveTo>
                <a:lnTo>
                  <a:pt x="44466" y="267505"/>
                </a:lnTo>
                <a:lnTo>
                  <a:pt x="42618" y="266802"/>
                </a:lnTo>
                <a:close/>
                <a:moveTo>
                  <a:pt x="16312" y="406002"/>
                </a:moveTo>
                <a:lnTo>
                  <a:pt x="17891" y="407335"/>
                </a:lnTo>
                <a:lnTo>
                  <a:pt x="15522" y="406668"/>
                </a:lnTo>
                <a:close/>
                <a:moveTo>
                  <a:pt x="71567" y="208272"/>
                </a:moveTo>
                <a:lnTo>
                  <a:pt x="73237" y="209991"/>
                </a:lnTo>
                <a:lnTo>
                  <a:pt x="70731" y="209131"/>
                </a:lnTo>
                <a:close/>
                <a:moveTo>
                  <a:pt x="71824" y="238526"/>
                </a:moveTo>
                <a:lnTo>
                  <a:pt x="73708" y="240201"/>
                </a:lnTo>
                <a:lnTo>
                  <a:pt x="70882" y="239364"/>
                </a:lnTo>
                <a:close/>
                <a:moveTo>
                  <a:pt x="22901" y="280692"/>
                </a:moveTo>
                <a:lnTo>
                  <a:pt x="23582" y="281505"/>
                </a:lnTo>
                <a:lnTo>
                  <a:pt x="22561" y="281098"/>
                </a:lnTo>
                <a:close/>
                <a:moveTo>
                  <a:pt x="68038" y="142036"/>
                </a:moveTo>
                <a:lnTo>
                  <a:pt x="70211" y="143466"/>
                </a:lnTo>
                <a:lnTo>
                  <a:pt x="66951" y="142751"/>
                </a:lnTo>
                <a:close/>
                <a:moveTo>
                  <a:pt x="55332" y="440624"/>
                </a:moveTo>
                <a:lnTo>
                  <a:pt x="55697" y="441667"/>
                </a:lnTo>
                <a:lnTo>
                  <a:pt x="55150" y="441145"/>
                </a:lnTo>
                <a:close/>
                <a:moveTo>
                  <a:pt x="115315" y="370719"/>
                </a:moveTo>
                <a:lnTo>
                  <a:pt x="117053" y="371773"/>
                </a:lnTo>
                <a:lnTo>
                  <a:pt x="114446" y="371246"/>
                </a:lnTo>
                <a:close/>
                <a:moveTo>
                  <a:pt x="120934" y="204487"/>
                </a:moveTo>
                <a:lnTo>
                  <a:pt x="121678" y="205878"/>
                </a:lnTo>
                <a:lnTo>
                  <a:pt x="120562" y="205183"/>
                </a:lnTo>
                <a:close/>
                <a:moveTo>
                  <a:pt x="100114" y="391172"/>
                </a:moveTo>
                <a:lnTo>
                  <a:pt x="100862" y="391554"/>
                </a:lnTo>
                <a:lnTo>
                  <a:pt x="99739" y="391363"/>
                </a:lnTo>
                <a:close/>
                <a:moveTo>
                  <a:pt x="101662" y="294749"/>
                </a:moveTo>
                <a:lnTo>
                  <a:pt x="102390" y="296329"/>
                </a:lnTo>
                <a:lnTo>
                  <a:pt x="101299" y="295539"/>
                </a:lnTo>
                <a:close/>
                <a:moveTo>
                  <a:pt x="76607" y="278304"/>
                </a:moveTo>
                <a:lnTo>
                  <a:pt x="77504" y="278798"/>
                </a:lnTo>
                <a:lnTo>
                  <a:pt x="76159" y="278551"/>
                </a:lnTo>
                <a:close/>
                <a:moveTo>
                  <a:pt x="44753" y="300281"/>
                </a:moveTo>
                <a:lnTo>
                  <a:pt x="46060" y="300694"/>
                </a:lnTo>
                <a:lnTo>
                  <a:pt x="44099" y="300488"/>
                </a:lnTo>
                <a:close/>
                <a:moveTo>
                  <a:pt x="105992" y="312050"/>
                </a:moveTo>
                <a:lnTo>
                  <a:pt x="107549" y="312655"/>
                </a:lnTo>
                <a:lnTo>
                  <a:pt x="105214" y="312352"/>
                </a:lnTo>
                <a:close/>
                <a:moveTo>
                  <a:pt x="43960" y="143046"/>
                </a:moveTo>
                <a:lnTo>
                  <a:pt x="45780" y="144361"/>
                </a:lnTo>
                <a:lnTo>
                  <a:pt x="43050" y="143704"/>
                </a:lnTo>
                <a:close/>
                <a:moveTo>
                  <a:pt x="25617" y="162292"/>
                </a:moveTo>
                <a:lnTo>
                  <a:pt x="27240" y="164050"/>
                </a:lnTo>
                <a:lnTo>
                  <a:pt x="24805" y="163171"/>
                </a:lnTo>
                <a:close/>
                <a:moveTo>
                  <a:pt x="16940" y="252786"/>
                </a:moveTo>
                <a:lnTo>
                  <a:pt x="17748" y="254077"/>
                </a:lnTo>
                <a:lnTo>
                  <a:pt x="16536" y="253431"/>
                </a:lnTo>
                <a:close/>
                <a:moveTo>
                  <a:pt x="25551" y="352753"/>
                </a:moveTo>
                <a:lnTo>
                  <a:pt x="27127" y="353784"/>
                </a:lnTo>
                <a:lnTo>
                  <a:pt x="24763" y="353269"/>
                </a:lnTo>
                <a:close/>
                <a:moveTo>
                  <a:pt x="29382" y="371805"/>
                </a:moveTo>
                <a:lnTo>
                  <a:pt x="29848" y="373044"/>
                </a:lnTo>
                <a:lnTo>
                  <a:pt x="29149" y="372425"/>
                </a:lnTo>
                <a:close/>
                <a:moveTo>
                  <a:pt x="18088" y="343426"/>
                </a:moveTo>
                <a:lnTo>
                  <a:pt x="19863" y="344744"/>
                </a:lnTo>
                <a:lnTo>
                  <a:pt x="17200" y="344085"/>
                </a:lnTo>
                <a:close/>
                <a:moveTo>
                  <a:pt x="110308" y="133976"/>
                </a:moveTo>
                <a:lnTo>
                  <a:pt x="110968" y="134932"/>
                </a:lnTo>
                <a:lnTo>
                  <a:pt x="109978" y="134454"/>
                </a:lnTo>
                <a:close/>
                <a:moveTo>
                  <a:pt x="51042" y="175061"/>
                </a:moveTo>
                <a:lnTo>
                  <a:pt x="52180" y="175627"/>
                </a:lnTo>
                <a:lnTo>
                  <a:pt x="50472" y="175344"/>
                </a:lnTo>
                <a:close/>
                <a:moveTo>
                  <a:pt x="79366" y="192705"/>
                </a:moveTo>
                <a:lnTo>
                  <a:pt x="79998" y="193611"/>
                </a:lnTo>
                <a:lnTo>
                  <a:pt x="79050" y="193158"/>
                </a:lnTo>
                <a:close/>
                <a:moveTo>
                  <a:pt x="45098" y="14770"/>
                </a:moveTo>
                <a:lnTo>
                  <a:pt x="46404" y="16008"/>
                </a:lnTo>
                <a:lnTo>
                  <a:pt x="44445" y="15389"/>
                </a:lnTo>
                <a:close/>
                <a:moveTo>
                  <a:pt x="80174" y="15765"/>
                </a:moveTo>
                <a:lnTo>
                  <a:pt x="81454" y="17468"/>
                </a:lnTo>
                <a:lnTo>
                  <a:pt x="79534" y="16616"/>
                </a:lnTo>
                <a:close/>
                <a:moveTo>
                  <a:pt x="16442" y="42089"/>
                </a:moveTo>
                <a:lnTo>
                  <a:pt x="17337" y="43177"/>
                </a:lnTo>
                <a:lnTo>
                  <a:pt x="15994" y="42633"/>
                </a:lnTo>
                <a:close/>
                <a:moveTo>
                  <a:pt x="25745" y="279823"/>
                </a:moveTo>
                <a:lnTo>
                  <a:pt x="27300" y="281513"/>
                </a:lnTo>
                <a:lnTo>
                  <a:pt x="24968" y="280668"/>
                </a:lnTo>
                <a:close/>
                <a:moveTo>
                  <a:pt x="64063" y="211562"/>
                </a:moveTo>
                <a:lnTo>
                  <a:pt x="65140" y="212716"/>
                </a:lnTo>
                <a:lnTo>
                  <a:pt x="63525" y="212139"/>
                </a:lnTo>
                <a:close/>
                <a:moveTo>
                  <a:pt x="68943" y="136964"/>
                </a:moveTo>
                <a:lnTo>
                  <a:pt x="71096" y="137647"/>
                </a:lnTo>
                <a:lnTo>
                  <a:pt x="67867" y="137306"/>
                </a:lnTo>
                <a:close/>
                <a:moveTo>
                  <a:pt x="117732" y="314385"/>
                </a:moveTo>
                <a:lnTo>
                  <a:pt x="119259" y="315615"/>
                </a:lnTo>
                <a:lnTo>
                  <a:pt x="116968" y="315000"/>
                </a:lnTo>
                <a:close/>
                <a:moveTo>
                  <a:pt x="39023" y="238076"/>
                </a:moveTo>
                <a:lnTo>
                  <a:pt x="39415" y="239398"/>
                </a:lnTo>
                <a:lnTo>
                  <a:pt x="38828" y="238737"/>
                </a:lnTo>
                <a:close/>
                <a:moveTo>
                  <a:pt x="27247" y="161414"/>
                </a:moveTo>
                <a:lnTo>
                  <a:pt x="27998" y="162378"/>
                </a:lnTo>
                <a:lnTo>
                  <a:pt x="26871" y="161896"/>
                </a:lnTo>
                <a:close/>
                <a:moveTo>
                  <a:pt x="68695" y="84888"/>
                </a:moveTo>
                <a:lnTo>
                  <a:pt x="70159" y="85248"/>
                </a:lnTo>
                <a:lnTo>
                  <a:pt x="67963" y="85068"/>
                </a:lnTo>
                <a:close/>
                <a:moveTo>
                  <a:pt x="135717" y="210417"/>
                </a:moveTo>
                <a:lnTo>
                  <a:pt x="136460" y="211980"/>
                </a:lnTo>
                <a:lnTo>
                  <a:pt x="135346" y="211199"/>
                </a:lnTo>
                <a:close/>
                <a:moveTo>
                  <a:pt x="117637" y="55831"/>
                </a:moveTo>
                <a:lnTo>
                  <a:pt x="118596" y="56710"/>
                </a:lnTo>
                <a:lnTo>
                  <a:pt x="117158" y="56270"/>
                </a:lnTo>
                <a:close/>
                <a:moveTo>
                  <a:pt x="15434" y="396146"/>
                </a:moveTo>
                <a:lnTo>
                  <a:pt x="16905" y="397348"/>
                </a:lnTo>
                <a:lnTo>
                  <a:pt x="14698" y="396747"/>
                </a:lnTo>
                <a:close/>
                <a:moveTo>
                  <a:pt x="86977" y="295958"/>
                </a:moveTo>
                <a:lnTo>
                  <a:pt x="88356" y="297286"/>
                </a:lnTo>
                <a:lnTo>
                  <a:pt x="86288" y="296622"/>
                </a:lnTo>
                <a:close/>
                <a:moveTo>
                  <a:pt x="1009" y="383430"/>
                </a:moveTo>
                <a:lnTo>
                  <a:pt x="3027" y="383985"/>
                </a:lnTo>
                <a:lnTo>
                  <a:pt x="0" y="383708"/>
                </a:lnTo>
                <a:close/>
                <a:moveTo>
                  <a:pt x="122011" y="41110"/>
                </a:moveTo>
                <a:lnTo>
                  <a:pt x="122994" y="41738"/>
                </a:lnTo>
                <a:lnTo>
                  <a:pt x="121519" y="41424"/>
                </a:lnTo>
                <a:close/>
                <a:moveTo>
                  <a:pt x="96953" y="372689"/>
                </a:moveTo>
                <a:lnTo>
                  <a:pt x="98701" y="374225"/>
                </a:lnTo>
                <a:lnTo>
                  <a:pt x="96079" y="373457"/>
                </a:lnTo>
                <a:close/>
                <a:moveTo>
                  <a:pt x="31714" y="142057"/>
                </a:moveTo>
                <a:lnTo>
                  <a:pt x="33672" y="143323"/>
                </a:lnTo>
                <a:lnTo>
                  <a:pt x="30735" y="142690"/>
                </a:lnTo>
                <a:close/>
                <a:moveTo>
                  <a:pt x="17889" y="294117"/>
                </a:moveTo>
                <a:lnTo>
                  <a:pt x="18310" y="294956"/>
                </a:lnTo>
                <a:lnTo>
                  <a:pt x="17678" y="294536"/>
                </a:lnTo>
                <a:close/>
                <a:moveTo>
                  <a:pt x="89080" y="426002"/>
                </a:moveTo>
                <a:lnTo>
                  <a:pt x="90354" y="426748"/>
                </a:lnTo>
                <a:lnTo>
                  <a:pt x="88443" y="426375"/>
                </a:lnTo>
                <a:close/>
                <a:moveTo>
                  <a:pt x="32262" y="194298"/>
                </a:moveTo>
                <a:lnTo>
                  <a:pt x="34065" y="196062"/>
                </a:lnTo>
                <a:lnTo>
                  <a:pt x="31361" y="195180"/>
                </a:lnTo>
                <a:close/>
                <a:moveTo>
                  <a:pt x="107643" y="333203"/>
                </a:moveTo>
                <a:lnTo>
                  <a:pt x="108431" y="334293"/>
                </a:lnTo>
                <a:lnTo>
                  <a:pt x="107248" y="333748"/>
                </a:lnTo>
                <a:close/>
                <a:moveTo>
                  <a:pt x="83784" y="455323"/>
                </a:moveTo>
                <a:lnTo>
                  <a:pt x="84227" y="456636"/>
                </a:lnTo>
                <a:lnTo>
                  <a:pt x="83563" y="455980"/>
                </a:lnTo>
                <a:close/>
                <a:moveTo>
                  <a:pt x="29827" y="72071"/>
                </a:moveTo>
                <a:lnTo>
                  <a:pt x="30673" y="73865"/>
                </a:lnTo>
                <a:lnTo>
                  <a:pt x="29404" y="72968"/>
                </a:lnTo>
                <a:close/>
                <a:moveTo>
                  <a:pt x="108743" y="424064"/>
                </a:moveTo>
                <a:lnTo>
                  <a:pt x="110519" y="425576"/>
                </a:lnTo>
                <a:lnTo>
                  <a:pt x="107856" y="424820"/>
                </a:lnTo>
                <a:close/>
                <a:moveTo>
                  <a:pt x="59952" y="7760"/>
                </a:moveTo>
                <a:lnTo>
                  <a:pt x="61318" y="8435"/>
                </a:lnTo>
                <a:lnTo>
                  <a:pt x="59269" y="8098"/>
                </a:lnTo>
                <a:close/>
                <a:moveTo>
                  <a:pt x="103809" y="386721"/>
                </a:moveTo>
                <a:lnTo>
                  <a:pt x="105061" y="388090"/>
                </a:lnTo>
                <a:lnTo>
                  <a:pt x="103183" y="387405"/>
                </a:lnTo>
                <a:close/>
                <a:moveTo>
                  <a:pt x="81488" y="452099"/>
                </a:moveTo>
                <a:lnTo>
                  <a:pt x="83575" y="453815"/>
                </a:lnTo>
                <a:lnTo>
                  <a:pt x="80445" y="452957"/>
                </a:lnTo>
                <a:close/>
                <a:moveTo>
                  <a:pt x="70958" y="143153"/>
                </a:moveTo>
                <a:lnTo>
                  <a:pt x="71379" y="143850"/>
                </a:lnTo>
                <a:lnTo>
                  <a:pt x="70747" y="143502"/>
                </a:lnTo>
                <a:close/>
                <a:moveTo>
                  <a:pt x="121350" y="195031"/>
                </a:moveTo>
                <a:lnTo>
                  <a:pt x="123293" y="195674"/>
                </a:lnTo>
                <a:lnTo>
                  <a:pt x="120378" y="195353"/>
                </a:lnTo>
                <a:close/>
                <a:moveTo>
                  <a:pt x="80821" y="155250"/>
                </a:moveTo>
                <a:lnTo>
                  <a:pt x="82962" y="156633"/>
                </a:lnTo>
                <a:lnTo>
                  <a:pt x="79750" y="155941"/>
                </a:lnTo>
                <a:close/>
                <a:moveTo>
                  <a:pt x="74162" y="244872"/>
                </a:moveTo>
                <a:lnTo>
                  <a:pt x="75073" y="246375"/>
                </a:lnTo>
                <a:lnTo>
                  <a:pt x="73707" y="245623"/>
                </a:lnTo>
                <a:close/>
                <a:moveTo>
                  <a:pt x="28512" y="84445"/>
                </a:moveTo>
                <a:lnTo>
                  <a:pt x="29049" y="85496"/>
                </a:lnTo>
                <a:lnTo>
                  <a:pt x="28244" y="84970"/>
                </a:lnTo>
                <a:close/>
                <a:moveTo>
                  <a:pt x="59609" y="122594"/>
                </a:moveTo>
                <a:lnTo>
                  <a:pt x="61486" y="122979"/>
                </a:lnTo>
                <a:lnTo>
                  <a:pt x="58671" y="122786"/>
                </a:lnTo>
                <a:close/>
                <a:moveTo>
                  <a:pt x="11669" y="391611"/>
                </a:moveTo>
                <a:lnTo>
                  <a:pt x="12369" y="392691"/>
                </a:lnTo>
                <a:lnTo>
                  <a:pt x="11319" y="392151"/>
                </a:lnTo>
                <a:close/>
                <a:moveTo>
                  <a:pt x="3478" y="0"/>
                </a:moveTo>
                <a:lnTo>
                  <a:pt x="5110" y="1791"/>
                </a:lnTo>
                <a:lnTo>
                  <a:pt x="2663" y="896"/>
                </a:lnTo>
                <a:close/>
                <a:moveTo>
                  <a:pt x="106167" y="401847"/>
                </a:moveTo>
                <a:lnTo>
                  <a:pt x="108079" y="402491"/>
                </a:lnTo>
                <a:lnTo>
                  <a:pt x="105211" y="402169"/>
                </a:lnTo>
                <a:close/>
                <a:moveTo>
                  <a:pt x="63637" y="187509"/>
                </a:moveTo>
                <a:lnTo>
                  <a:pt x="64393" y="187960"/>
                </a:lnTo>
                <a:lnTo>
                  <a:pt x="63259" y="187735"/>
                </a:lnTo>
                <a:close/>
                <a:moveTo>
                  <a:pt x="46717" y="243829"/>
                </a:moveTo>
                <a:lnTo>
                  <a:pt x="48521" y="244602"/>
                </a:lnTo>
                <a:lnTo>
                  <a:pt x="45815" y="244216"/>
                </a:lnTo>
                <a:close/>
                <a:moveTo>
                  <a:pt x="143610" y="175012"/>
                </a:moveTo>
                <a:lnTo>
                  <a:pt x="144206" y="176660"/>
                </a:lnTo>
                <a:lnTo>
                  <a:pt x="143312" y="175836"/>
                </a:lnTo>
                <a:close/>
                <a:moveTo>
                  <a:pt x="67829" y="84714"/>
                </a:moveTo>
                <a:lnTo>
                  <a:pt x="69031" y="86080"/>
                </a:lnTo>
                <a:lnTo>
                  <a:pt x="67229" y="85397"/>
                </a:lnTo>
                <a:close/>
                <a:moveTo>
                  <a:pt x="4898" y="110137"/>
                </a:moveTo>
                <a:lnTo>
                  <a:pt x="5837" y="111144"/>
                </a:lnTo>
                <a:lnTo>
                  <a:pt x="4428" y="110641"/>
                </a:lnTo>
                <a:close/>
                <a:moveTo>
                  <a:pt x="86696" y="374215"/>
                </a:moveTo>
                <a:lnTo>
                  <a:pt x="88188" y="374782"/>
                </a:lnTo>
                <a:lnTo>
                  <a:pt x="85950" y="374499"/>
                </a:lnTo>
                <a:close/>
                <a:moveTo>
                  <a:pt x="133000" y="154663"/>
                </a:moveTo>
                <a:lnTo>
                  <a:pt x="134329" y="156351"/>
                </a:lnTo>
                <a:lnTo>
                  <a:pt x="132336" y="155507"/>
                </a:lnTo>
                <a:close/>
                <a:moveTo>
                  <a:pt x="14825" y="39695"/>
                </a:moveTo>
                <a:lnTo>
                  <a:pt x="16909" y="40583"/>
                </a:lnTo>
                <a:lnTo>
                  <a:pt x="13783" y="40139"/>
                </a:lnTo>
                <a:close/>
                <a:moveTo>
                  <a:pt x="44015" y="23746"/>
                </a:moveTo>
                <a:lnTo>
                  <a:pt x="44635" y="24993"/>
                </a:lnTo>
                <a:lnTo>
                  <a:pt x="43706" y="24369"/>
                </a:lnTo>
                <a:close/>
                <a:moveTo>
                  <a:pt x="42494" y="22581"/>
                </a:moveTo>
                <a:lnTo>
                  <a:pt x="43995" y="23142"/>
                </a:lnTo>
                <a:lnTo>
                  <a:pt x="41743" y="22861"/>
                </a:lnTo>
                <a:close/>
                <a:moveTo>
                  <a:pt x="25721" y="286545"/>
                </a:moveTo>
                <a:lnTo>
                  <a:pt x="26672" y="287326"/>
                </a:lnTo>
                <a:lnTo>
                  <a:pt x="25245" y="286935"/>
                </a:lnTo>
                <a:close/>
                <a:moveTo>
                  <a:pt x="54458" y="94732"/>
                </a:moveTo>
                <a:lnTo>
                  <a:pt x="55996" y="95267"/>
                </a:lnTo>
                <a:lnTo>
                  <a:pt x="53688" y="94999"/>
                </a:lnTo>
                <a:close/>
                <a:moveTo>
                  <a:pt x="91317" y="465248"/>
                </a:moveTo>
                <a:lnTo>
                  <a:pt x="92160" y="466207"/>
                </a:lnTo>
                <a:lnTo>
                  <a:pt x="90895" y="465728"/>
                </a:lnTo>
                <a:close/>
                <a:moveTo>
                  <a:pt x="87274" y="462338"/>
                </a:moveTo>
                <a:lnTo>
                  <a:pt x="88771" y="463536"/>
                </a:lnTo>
                <a:lnTo>
                  <a:pt x="86525" y="462937"/>
                </a:lnTo>
                <a:close/>
                <a:moveTo>
                  <a:pt x="100407" y="261328"/>
                </a:moveTo>
                <a:lnTo>
                  <a:pt x="101630" y="263025"/>
                </a:lnTo>
                <a:lnTo>
                  <a:pt x="99795" y="262176"/>
                </a:lnTo>
                <a:close/>
                <a:moveTo>
                  <a:pt x="14794" y="216024"/>
                </a:moveTo>
                <a:lnTo>
                  <a:pt x="15281" y="216497"/>
                </a:lnTo>
                <a:lnTo>
                  <a:pt x="14551" y="216261"/>
                </a:lnTo>
                <a:close/>
                <a:moveTo>
                  <a:pt x="37353" y="54619"/>
                </a:moveTo>
                <a:lnTo>
                  <a:pt x="38834" y="55028"/>
                </a:lnTo>
                <a:lnTo>
                  <a:pt x="36612" y="54824"/>
                </a:lnTo>
                <a:close/>
                <a:moveTo>
                  <a:pt x="26523" y="180040"/>
                </a:moveTo>
                <a:lnTo>
                  <a:pt x="28257" y="180813"/>
                </a:lnTo>
                <a:lnTo>
                  <a:pt x="25655" y="180426"/>
                </a:lnTo>
                <a:close/>
                <a:moveTo>
                  <a:pt x="107652" y="287340"/>
                </a:moveTo>
                <a:lnTo>
                  <a:pt x="108123" y="288546"/>
                </a:lnTo>
                <a:lnTo>
                  <a:pt x="107417" y="287943"/>
                </a:lnTo>
                <a:close/>
                <a:moveTo>
                  <a:pt x="102066" y="156343"/>
                </a:moveTo>
                <a:lnTo>
                  <a:pt x="103153" y="157758"/>
                </a:lnTo>
                <a:lnTo>
                  <a:pt x="101522" y="157051"/>
                </a:lnTo>
                <a:close/>
                <a:moveTo>
                  <a:pt x="29007" y="98743"/>
                </a:moveTo>
                <a:lnTo>
                  <a:pt x="30013" y="99260"/>
                </a:lnTo>
                <a:lnTo>
                  <a:pt x="28504" y="99002"/>
                </a:lnTo>
                <a:close/>
                <a:moveTo>
                  <a:pt x="142624" y="55057"/>
                </a:moveTo>
                <a:lnTo>
                  <a:pt x="144102" y="56033"/>
                </a:lnTo>
                <a:lnTo>
                  <a:pt x="141885" y="55545"/>
                </a:lnTo>
                <a:close/>
                <a:moveTo>
                  <a:pt x="2759" y="368493"/>
                </a:moveTo>
                <a:lnTo>
                  <a:pt x="4310" y="368876"/>
                </a:lnTo>
                <a:lnTo>
                  <a:pt x="1984" y="368684"/>
                </a:lnTo>
                <a:close/>
                <a:moveTo>
                  <a:pt x="16226" y="20016"/>
                </a:moveTo>
                <a:lnTo>
                  <a:pt x="17542" y="21623"/>
                </a:lnTo>
                <a:lnTo>
                  <a:pt x="15569" y="20819"/>
                </a:lnTo>
                <a:close/>
                <a:moveTo>
                  <a:pt x="5831" y="421818"/>
                </a:moveTo>
                <a:lnTo>
                  <a:pt x="7954" y="423562"/>
                </a:lnTo>
                <a:lnTo>
                  <a:pt x="4769" y="422690"/>
                </a:lnTo>
                <a:close/>
                <a:moveTo>
                  <a:pt x="27787" y="123177"/>
                </a:moveTo>
                <a:lnTo>
                  <a:pt x="28362" y="124384"/>
                </a:lnTo>
                <a:lnTo>
                  <a:pt x="27500" y="123780"/>
                </a:lnTo>
                <a:close/>
                <a:moveTo>
                  <a:pt x="18080" y="200353"/>
                </a:moveTo>
                <a:lnTo>
                  <a:pt x="18504" y="201286"/>
                </a:lnTo>
                <a:lnTo>
                  <a:pt x="17868" y="200820"/>
                </a:lnTo>
                <a:close/>
                <a:moveTo>
                  <a:pt x="116816" y="19053"/>
                </a:moveTo>
                <a:lnTo>
                  <a:pt x="117169" y="20203"/>
                </a:lnTo>
                <a:lnTo>
                  <a:pt x="116640" y="19628"/>
                </a:lnTo>
                <a:close/>
                <a:moveTo>
                  <a:pt x="124722" y="418411"/>
                </a:moveTo>
                <a:lnTo>
                  <a:pt x="126758" y="420095"/>
                </a:lnTo>
                <a:lnTo>
                  <a:pt x="123704" y="419253"/>
                </a:lnTo>
                <a:close/>
                <a:moveTo>
                  <a:pt x="108424" y="417365"/>
                </a:moveTo>
                <a:lnTo>
                  <a:pt x="109747" y="418161"/>
                </a:lnTo>
                <a:lnTo>
                  <a:pt x="107762" y="417763"/>
                </a:lnTo>
                <a:close/>
                <a:moveTo>
                  <a:pt x="87624" y="147042"/>
                </a:moveTo>
                <a:lnTo>
                  <a:pt x="89058" y="147434"/>
                </a:lnTo>
                <a:lnTo>
                  <a:pt x="86907" y="147238"/>
                </a:lnTo>
                <a:close/>
                <a:moveTo>
                  <a:pt x="45955" y="390756"/>
                </a:moveTo>
                <a:lnTo>
                  <a:pt x="48083" y="392371"/>
                </a:lnTo>
                <a:lnTo>
                  <a:pt x="44892" y="391563"/>
                </a:lnTo>
                <a:close/>
                <a:moveTo>
                  <a:pt x="66708" y="206775"/>
                </a:moveTo>
                <a:lnTo>
                  <a:pt x="67999" y="207819"/>
                </a:lnTo>
                <a:lnTo>
                  <a:pt x="66062" y="207297"/>
                </a:lnTo>
                <a:close/>
                <a:moveTo>
                  <a:pt x="134721" y="310325"/>
                </a:moveTo>
                <a:lnTo>
                  <a:pt x="136639" y="310735"/>
                </a:lnTo>
                <a:lnTo>
                  <a:pt x="133761" y="310530"/>
                </a:lnTo>
                <a:close/>
                <a:moveTo>
                  <a:pt x="1414" y="305637"/>
                </a:moveTo>
                <a:lnTo>
                  <a:pt x="2696" y="307031"/>
                </a:lnTo>
                <a:lnTo>
                  <a:pt x="774" y="306334"/>
                </a:lnTo>
                <a:close/>
                <a:moveTo>
                  <a:pt x="103726" y="250367"/>
                </a:moveTo>
                <a:lnTo>
                  <a:pt x="105920" y="251998"/>
                </a:lnTo>
                <a:lnTo>
                  <a:pt x="102630" y="251183"/>
                </a:lnTo>
                <a:close/>
                <a:moveTo>
                  <a:pt x="16676" y="343626"/>
                </a:moveTo>
                <a:lnTo>
                  <a:pt x="18123" y="345151"/>
                </a:lnTo>
                <a:lnTo>
                  <a:pt x="15952" y="344389"/>
                </a:lnTo>
                <a:close/>
                <a:moveTo>
                  <a:pt x="32785" y="152630"/>
                </a:moveTo>
                <a:lnTo>
                  <a:pt x="34741" y="153128"/>
                </a:lnTo>
                <a:lnTo>
                  <a:pt x="31806" y="152879"/>
                </a:lnTo>
                <a:close/>
                <a:moveTo>
                  <a:pt x="102339" y="31289"/>
                </a:moveTo>
                <a:lnTo>
                  <a:pt x="102970" y="33081"/>
                </a:lnTo>
                <a:lnTo>
                  <a:pt x="102024" y="32185"/>
                </a:lnTo>
                <a:close/>
                <a:moveTo>
                  <a:pt x="82049" y="341618"/>
                </a:moveTo>
                <a:lnTo>
                  <a:pt x="84213" y="342693"/>
                </a:lnTo>
                <a:lnTo>
                  <a:pt x="80967" y="342156"/>
                </a:lnTo>
                <a:close/>
                <a:moveTo>
                  <a:pt x="9289" y="309624"/>
                </a:moveTo>
                <a:lnTo>
                  <a:pt x="9811" y="311232"/>
                </a:lnTo>
                <a:lnTo>
                  <a:pt x="9027" y="310428"/>
                </a:lnTo>
                <a:close/>
                <a:moveTo>
                  <a:pt x="133365" y="334900"/>
                </a:moveTo>
                <a:lnTo>
                  <a:pt x="133893" y="335508"/>
                </a:lnTo>
                <a:lnTo>
                  <a:pt x="133101" y="335204"/>
                </a:lnTo>
                <a:close/>
                <a:moveTo>
                  <a:pt x="105767" y="377633"/>
                </a:moveTo>
                <a:lnTo>
                  <a:pt x="107305" y="379345"/>
                </a:lnTo>
                <a:lnTo>
                  <a:pt x="104997" y="378489"/>
                </a:lnTo>
                <a:close/>
                <a:moveTo>
                  <a:pt x="29327" y="424750"/>
                </a:moveTo>
                <a:lnTo>
                  <a:pt x="31207" y="425712"/>
                </a:lnTo>
                <a:lnTo>
                  <a:pt x="28387" y="425231"/>
                </a:lnTo>
                <a:close/>
                <a:moveTo>
                  <a:pt x="59011" y="264183"/>
                </a:moveTo>
                <a:lnTo>
                  <a:pt x="60864" y="264982"/>
                </a:lnTo>
                <a:lnTo>
                  <a:pt x="58084" y="264583"/>
                </a:lnTo>
                <a:close/>
                <a:moveTo>
                  <a:pt x="134993" y="419097"/>
                </a:moveTo>
                <a:lnTo>
                  <a:pt x="135557" y="419710"/>
                </a:lnTo>
                <a:lnTo>
                  <a:pt x="134710" y="419404"/>
                </a:lnTo>
                <a:close/>
                <a:moveTo>
                  <a:pt x="124683" y="165172"/>
                </a:moveTo>
                <a:lnTo>
                  <a:pt x="125373" y="165549"/>
                </a:lnTo>
                <a:lnTo>
                  <a:pt x="124338" y="165361"/>
                </a:lnTo>
                <a:close/>
                <a:moveTo>
                  <a:pt x="29279" y="327679"/>
                </a:moveTo>
                <a:lnTo>
                  <a:pt x="31019" y="329324"/>
                </a:lnTo>
                <a:lnTo>
                  <a:pt x="28409" y="328501"/>
                </a:lnTo>
                <a:close/>
                <a:moveTo>
                  <a:pt x="2355" y="81807"/>
                </a:moveTo>
                <a:lnTo>
                  <a:pt x="4507" y="82427"/>
                </a:lnTo>
                <a:lnTo>
                  <a:pt x="1279" y="82117"/>
                </a:lnTo>
                <a:close/>
                <a:moveTo>
                  <a:pt x="108426" y="95984"/>
                </a:moveTo>
                <a:lnTo>
                  <a:pt x="108997" y="96663"/>
                </a:lnTo>
                <a:lnTo>
                  <a:pt x="108141" y="96324"/>
                </a:lnTo>
                <a:close/>
                <a:moveTo>
                  <a:pt x="128931" y="28430"/>
                </a:moveTo>
                <a:lnTo>
                  <a:pt x="130694" y="28822"/>
                </a:lnTo>
                <a:lnTo>
                  <a:pt x="128049" y="28626"/>
                </a:lnTo>
                <a:close/>
                <a:moveTo>
                  <a:pt x="44390" y="54606"/>
                </a:moveTo>
                <a:lnTo>
                  <a:pt x="45814" y="56160"/>
                </a:lnTo>
                <a:lnTo>
                  <a:pt x="43679" y="55383"/>
                </a:lnTo>
                <a:close/>
                <a:moveTo>
                  <a:pt x="19700" y="129601"/>
                </a:moveTo>
                <a:lnTo>
                  <a:pt x="20901" y="130363"/>
                </a:lnTo>
                <a:lnTo>
                  <a:pt x="19099" y="129982"/>
                </a:lnTo>
                <a:close/>
                <a:moveTo>
                  <a:pt x="80965" y="460014"/>
                </a:moveTo>
                <a:lnTo>
                  <a:pt x="81785" y="460622"/>
                </a:lnTo>
                <a:lnTo>
                  <a:pt x="80556" y="460318"/>
                </a:lnTo>
                <a:close/>
                <a:moveTo>
                  <a:pt x="29219" y="296130"/>
                </a:moveTo>
                <a:lnTo>
                  <a:pt x="29866" y="296944"/>
                </a:lnTo>
                <a:lnTo>
                  <a:pt x="28896" y="296537"/>
                </a:lnTo>
                <a:close/>
                <a:moveTo>
                  <a:pt x="66909" y="29779"/>
                </a:moveTo>
                <a:lnTo>
                  <a:pt x="67737" y="31052"/>
                </a:lnTo>
                <a:lnTo>
                  <a:pt x="66495" y="30415"/>
                </a:lnTo>
                <a:close/>
                <a:moveTo>
                  <a:pt x="130709" y="158532"/>
                </a:moveTo>
                <a:lnTo>
                  <a:pt x="132146" y="159731"/>
                </a:lnTo>
                <a:lnTo>
                  <a:pt x="129991" y="159132"/>
                </a:lnTo>
                <a:close/>
                <a:moveTo>
                  <a:pt x="35522" y="239702"/>
                </a:moveTo>
                <a:lnTo>
                  <a:pt x="37378" y="240738"/>
                </a:lnTo>
                <a:lnTo>
                  <a:pt x="34594" y="240220"/>
                </a:lnTo>
                <a:close/>
                <a:moveTo>
                  <a:pt x="2298" y="50209"/>
                </a:moveTo>
                <a:lnTo>
                  <a:pt x="2789" y="51732"/>
                </a:lnTo>
                <a:lnTo>
                  <a:pt x="2052" y="50970"/>
                </a:lnTo>
                <a:close/>
                <a:moveTo>
                  <a:pt x="32793" y="436931"/>
                </a:moveTo>
                <a:lnTo>
                  <a:pt x="33338" y="438151"/>
                </a:lnTo>
                <a:lnTo>
                  <a:pt x="32520" y="437541"/>
                </a:lnTo>
                <a:close/>
                <a:moveTo>
                  <a:pt x="59364" y="433905"/>
                </a:moveTo>
                <a:lnTo>
                  <a:pt x="59865" y="435256"/>
                </a:lnTo>
                <a:lnTo>
                  <a:pt x="59114" y="434580"/>
                </a:lnTo>
                <a:close/>
                <a:moveTo>
                  <a:pt x="31939" y="108109"/>
                </a:moveTo>
                <a:lnTo>
                  <a:pt x="33224" y="109044"/>
                </a:lnTo>
                <a:lnTo>
                  <a:pt x="31297" y="108576"/>
                </a:lnTo>
                <a:close/>
                <a:moveTo>
                  <a:pt x="75071" y="34090"/>
                </a:moveTo>
                <a:lnTo>
                  <a:pt x="77061" y="35545"/>
                </a:lnTo>
                <a:lnTo>
                  <a:pt x="74076" y="34817"/>
                </a:lnTo>
                <a:close/>
                <a:moveTo>
                  <a:pt x="24577" y="217160"/>
                </a:moveTo>
                <a:lnTo>
                  <a:pt x="26357" y="217794"/>
                </a:lnTo>
                <a:lnTo>
                  <a:pt x="23687" y="217477"/>
                </a:lnTo>
                <a:close/>
                <a:moveTo>
                  <a:pt x="16902" y="268887"/>
                </a:moveTo>
                <a:lnTo>
                  <a:pt x="17416" y="270051"/>
                </a:lnTo>
                <a:lnTo>
                  <a:pt x="16645" y="269469"/>
                </a:lnTo>
                <a:close/>
                <a:moveTo>
                  <a:pt x="82948" y="302488"/>
                </a:moveTo>
                <a:lnTo>
                  <a:pt x="85065" y="303561"/>
                </a:lnTo>
                <a:lnTo>
                  <a:pt x="81890" y="303024"/>
                </a:lnTo>
                <a:close/>
                <a:moveTo>
                  <a:pt x="141746" y="137043"/>
                </a:moveTo>
                <a:lnTo>
                  <a:pt x="143069" y="137521"/>
                </a:lnTo>
                <a:lnTo>
                  <a:pt x="141084" y="137282"/>
                </a:lnTo>
                <a:close/>
                <a:moveTo>
                  <a:pt x="63747" y="109765"/>
                </a:moveTo>
                <a:lnTo>
                  <a:pt x="64679" y="110190"/>
                </a:lnTo>
                <a:lnTo>
                  <a:pt x="63282" y="109978"/>
                </a:lnTo>
                <a:close/>
                <a:moveTo>
                  <a:pt x="143176" y="70729"/>
                </a:moveTo>
                <a:lnTo>
                  <a:pt x="144303" y="72161"/>
                </a:lnTo>
                <a:lnTo>
                  <a:pt x="142612" y="71445"/>
                </a:lnTo>
                <a:close/>
                <a:moveTo>
                  <a:pt x="141960" y="254455"/>
                </a:moveTo>
                <a:lnTo>
                  <a:pt x="143744" y="255379"/>
                </a:lnTo>
                <a:lnTo>
                  <a:pt x="141068" y="254917"/>
                </a:lnTo>
                <a:close/>
                <a:moveTo>
                  <a:pt x="61444" y="95592"/>
                </a:moveTo>
                <a:lnTo>
                  <a:pt x="62225" y="96361"/>
                </a:lnTo>
                <a:lnTo>
                  <a:pt x="61053" y="95977"/>
                </a:lnTo>
                <a:close/>
                <a:moveTo>
                  <a:pt x="10071" y="374056"/>
                </a:moveTo>
                <a:lnTo>
                  <a:pt x="12089" y="374849"/>
                </a:lnTo>
                <a:lnTo>
                  <a:pt x="9062" y="374453"/>
                </a:lnTo>
                <a:close/>
                <a:moveTo>
                  <a:pt x="77452" y="357475"/>
                </a:moveTo>
                <a:lnTo>
                  <a:pt x="78723" y="359166"/>
                </a:lnTo>
                <a:lnTo>
                  <a:pt x="76816" y="358320"/>
                </a:lnTo>
                <a:close/>
                <a:moveTo>
                  <a:pt x="66334" y="164335"/>
                </a:moveTo>
                <a:lnTo>
                  <a:pt x="68297" y="165505"/>
                </a:lnTo>
                <a:lnTo>
                  <a:pt x="65353" y="164920"/>
                </a:lnTo>
                <a:close/>
                <a:moveTo>
                  <a:pt x="89932" y="160721"/>
                </a:moveTo>
                <a:lnTo>
                  <a:pt x="90944" y="161221"/>
                </a:lnTo>
                <a:lnTo>
                  <a:pt x="89426" y="160971"/>
                </a:lnTo>
                <a:close/>
                <a:moveTo>
                  <a:pt x="143494" y="395780"/>
                </a:moveTo>
                <a:lnTo>
                  <a:pt x="144676" y="397528"/>
                </a:lnTo>
                <a:lnTo>
                  <a:pt x="142902" y="396654"/>
                </a:lnTo>
                <a:close/>
                <a:moveTo>
                  <a:pt x="34008" y="189897"/>
                </a:moveTo>
                <a:lnTo>
                  <a:pt x="35507" y="190930"/>
                </a:lnTo>
                <a:lnTo>
                  <a:pt x="33259" y="190414"/>
                </a:lnTo>
                <a:close/>
                <a:moveTo>
                  <a:pt x="72130" y="377427"/>
                </a:moveTo>
                <a:lnTo>
                  <a:pt x="72507" y="379226"/>
                </a:lnTo>
                <a:lnTo>
                  <a:pt x="71942" y="378327"/>
                </a:lnTo>
                <a:close/>
                <a:moveTo>
                  <a:pt x="100544" y="165593"/>
                </a:moveTo>
                <a:lnTo>
                  <a:pt x="101938" y="166872"/>
                </a:lnTo>
                <a:lnTo>
                  <a:pt x="99847" y="166233"/>
                </a:lnTo>
                <a:close/>
                <a:moveTo>
                  <a:pt x="66992" y="109540"/>
                </a:moveTo>
                <a:lnTo>
                  <a:pt x="67850" y="111210"/>
                </a:lnTo>
                <a:lnTo>
                  <a:pt x="66563" y="110375"/>
                </a:lnTo>
                <a:close/>
                <a:moveTo>
                  <a:pt x="62575" y="248704"/>
                </a:moveTo>
                <a:lnTo>
                  <a:pt x="64104" y="250443"/>
                </a:lnTo>
                <a:lnTo>
                  <a:pt x="61811" y="249574"/>
                </a:lnTo>
                <a:close/>
                <a:moveTo>
                  <a:pt x="105521" y="273570"/>
                </a:moveTo>
                <a:lnTo>
                  <a:pt x="107412" y="274492"/>
                </a:lnTo>
                <a:lnTo>
                  <a:pt x="104576" y="274031"/>
                </a:lnTo>
                <a:close/>
                <a:moveTo>
                  <a:pt x="139260" y="35174"/>
                </a:moveTo>
                <a:lnTo>
                  <a:pt x="141163" y="35831"/>
                </a:lnTo>
                <a:lnTo>
                  <a:pt x="138309" y="35502"/>
                </a:lnTo>
                <a:close/>
                <a:moveTo>
                  <a:pt x="38793" y="299139"/>
                </a:moveTo>
                <a:lnTo>
                  <a:pt x="39388" y="300340"/>
                </a:lnTo>
                <a:lnTo>
                  <a:pt x="38495" y="299740"/>
                </a:lnTo>
                <a:close/>
                <a:moveTo>
                  <a:pt x="36283" y="410056"/>
                </a:moveTo>
                <a:lnTo>
                  <a:pt x="37527" y="411849"/>
                </a:lnTo>
                <a:lnTo>
                  <a:pt x="35661" y="410952"/>
                </a:lnTo>
                <a:close/>
                <a:moveTo>
                  <a:pt x="97659" y="356004"/>
                </a:moveTo>
                <a:lnTo>
                  <a:pt x="99031" y="357769"/>
                </a:lnTo>
                <a:lnTo>
                  <a:pt x="96973" y="356887"/>
                </a:lnTo>
                <a:close/>
                <a:moveTo>
                  <a:pt x="54283" y="19515"/>
                </a:moveTo>
                <a:lnTo>
                  <a:pt x="55099" y="20063"/>
                </a:lnTo>
                <a:lnTo>
                  <a:pt x="53875" y="19789"/>
                </a:lnTo>
                <a:close/>
                <a:moveTo>
                  <a:pt x="71932" y="191064"/>
                </a:moveTo>
                <a:lnTo>
                  <a:pt x="73598" y="191784"/>
                </a:lnTo>
                <a:lnTo>
                  <a:pt x="71099" y="191424"/>
                </a:lnTo>
                <a:close/>
                <a:moveTo>
                  <a:pt x="102793" y="63821"/>
                </a:moveTo>
                <a:lnTo>
                  <a:pt x="104760" y="65509"/>
                </a:lnTo>
                <a:lnTo>
                  <a:pt x="101809" y="64665"/>
                </a:lnTo>
                <a:close/>
                <a:moveTo>
                  <a:pt x="131496" y="403340"/>
                </a:moveTo>
                <a:lnTo>
                  <a:pt x="132242" y="403642"/>
                </a:lnTo>
                <a:lnTo>
                  <a:pt x="131123" y="403491"/>
                </a:lnTo>
                <a:close/>
                <a:moveTo>
                  <a:pt x="134628" y="36818"/>
                </a:moveTo>
                <a:lnTo>
                  <a:pt x="135755" y="37930"/>
                </a:lnTo>
                <a:lnTo>
                  <a:pt x="134065" y="37374"/>
                </a:lnTo>
                <a:close/>
                <a:moveTo>
                  <a:pt x="62507" y="108752"/>
                </a:moveTo>
                <a:lnTo>
                  <a:pt x="63266" y="110320"/>
                </a:lnTo>
                <a:lnTo>
                  <a:pt x="62128" y="109536"/>
                </a:lnTo>
                <a:close/>
                <a:moveTo>
                  <a:pt x="34191" y="22831"/>
                </a:moveTo>
                <a:lnTo>
                  <a:pt x="35318" y="23489"/>
                </a:lnTo>
                <a:lnTo>
                  <a:pt x="33627" y="23160"/>
                </a:lnTo>
                <a:close/>
                <a:moveTo>
                  <a:pt x="128907" y="439958"/>
                </a:moveTo>
                <a:lnTo>
                  <a:pt x="130574" y="440260"/>
                </a:lnTo>
                <a:lnTo>
                  <a:pt x="128073" y="440109"/>
                </a:lnTo>
                <a:close/>
                <a:moveTo>
                  <a:pt x="49592" y="315829"/>
                </a:moveTo>
                <a:lnTo>
                  <a:pt x="51483" y="317042"/>
                </a:lnTo>
                <a:lnTo>
                  <a:pt x="48646" y="316436"/>
                </a:lnTo>
                <a:close/>
                <a:moveTo>
                  <a:pt x="111454" y="389988"/>
                </a:moveTo>
                <a:lnTo>
                  <a:pt x="112453" y="391576"/>
                </a:lnTo>
                <a:lnTo>
                  <a:pt x="110954" y="390782"/>
                </a:lnTo>
                <a:close/>
                <a:moveTo>
                  <a:pt x="55368" y="458981"/>
                </a:moveTo>
                <a:lnTo>
                  <a:pt x="56919" y="460525"/>
                </a:lnTo>
                <a:lnTo>
                  <a:pt x="54592" y="459753"/>
                </a:lnTo>
                <a:close/>
                <a:moveTo>
                  <a:pt x="79203" y="145663"/>
                </a:moveTo>
                <a:lnTo>
                  <a:pt x="81047" y="146035"/>
                </a:lnTo>
                <a:lnTo>
                  <a:pt x="78281" y="145849"/>
                </a:lnTo>
                <a:close/>
                <a:moveTo>
                  <a:pt x="1020" y="321991"/>
                </a:moveTo>
                <a:lnTo>
                  <a:pt x="2185" y="323551"/>
                </a:lnTo>
                <a:lnTo>
                  <a:pt x="438" y="322771"/>
                </a:lnTo>
                <a:close/>
                <a:moveTo>
                  <a:pt x="142816" y="48574"/>
                </a:moveTo>
                <a:lnTo>
                  <a:pt x="144233" y="49820"/>
                </a:lnTo>
                <a:lnTo>
                  <a:pt x="142107" y="49197"/>
                </a:lnTo>
                <a:close/>
                <a:moveTo>
                  <a:pt x="43739" y="206446"/>
                </a:moveTo>
                <a:lnTo>
                  <a:pt x="45603" y="207621"/>
                </a:lnTo>
                <a:lnTo>
                  <a:pt x="42807" y="207033"/>
                </a:lnTo>
                <a:close/>
                <a:moveTo>
                  <a:pt x="84075" y="299175"/>
                </a:moveTo>
                <a:lnTo>
                  <a:pt x="85006" y="300167"/>
                </a:lnTo>
                <a:lnTo>
                  <a:pt x="83610" y="299671"/>
                </a:lnTo>
                <a:close/>
                <a:moveTo>
                  <a:pt x="85117" y="135314"/>
                </a:moveTo>
                <a:lnTo>
                  <a:pt x="86879" y="135644"/>
                </a:lnTo>
                <a:lnTo>
                  <a:pt x="84236" y="135479"/>
                </a:lnTo>
                <a:close/>
                <a:moveTo>
                  <a:pt x="140713" y="357840"/>
                </a:moveTo>
                <a:lnTo>
                  <a:pt x="142898" y="358672"/>
                </a:lnTo>
                <a:lnTo>
                  <a:pt x="139620" y="358256"/>
                </a:lnTo>
                <a:close/>
                <a:moveTo>
                  <a:pt x="82266" y="459998"/>
                </a:moveTo>
                <a:lnTo>
                  <a:pt x="84302" y="460461"/>
                </a:lnTo>
                <a:lnTo>
                  <a:pt x="81249" y="460229"/>
                </a:lnTo>
                <a:close/>
                <a:moveTo>
                  <a:pt x="125251" y="113148"/>
                </a:moveTo>
                <a:lnTo>
                  <a:pt x="127298" y="114207"/>
                </a:lnTo>
                <a:lnTo>
                  <a:pt x="124228" y="113678"/>
                </a:lnTo>
                <a:close/>
                <a:moveTo>
                  <a:pt x="27791" y="135878"/>
                </a:moveTo>
                <a:lnTo>
                  <a:pt x="28937" y="136782"/>
                </a:lnTo>
                <a:lnTo>
                  <a:pt x="27219" y="136330"/>
                </a:lnTo>
                <a:close/>
                <a:moveTo>
                  <a:pt x="29824" y="210173"/>
                </a:moveTo>
                <a:lnTo>
                  <a:pt x="31197" y="211237"/>
                </a:lnTo>
                <a:lnTo>
                  <a:pt x="29138" y="210705"/>
                </a:lnTo>
                <a:close/>
                <a:moveTo>
                  <a:pt x="59254" y="453530"/>
                </a:moveTo>
                <a:lnTo>
                  <a:pt x="60622" y="454338"/>
                </a:lnTo>
                <a:lnTo>
                  <a:pt x="58571" y="453934"/>
                </a:lnTo>
                <a:close/>
                <a:moveTo>
                  <a:pt x="39404" y="328574"/>
                </a:moveTo>
                <a:lnTo>
                  <a:pt x="39882" y="329553"/>
                </a:lnTo>
                <a:lnTo>
                  <a:pt x="39165" y="329064"/>
                </a:lnTo>
                <a:close/>
                <a:moveTo>
                  <a:pt x="116350" y="164588"/>
                </a:moveTo>
                <a:lnTo>
                  <a:pt x="118473" y="165319"/>
                </a:lnTo>
                <a:lnTo>
                  <a:pt x="115289" y="164954"/>
                </a:lnTo>
                <a:close/>
                <a:moveTo>
                  <a:pt x="14022" y="363761"/>
                </a:moveTo>
                <a:lnTo>
                  <a:pt x="15539" y="365324"/>
                </a:lnTo>
                <a:lnTo>
                  <a:pt x="13264" y="364542"/>
                </a:lnTo>
                <a:close/>
                <a:moveTo>
                  <a:pt x="61181" y="379885"/>
                </a:moveTo>
                <a:lnTo>
                  <a:pt x="62138" y="381074"/>
                </a:lnTo>
                <a:lnTo>
                  <a:pt x="60702" y="380479"/>
                </a:lnTo>
                <a:close/>
                <a:moveTo>
                  <a:pt x="67439" y="451706"/>
                </a:moveTo>
                <a:lnTo>
                  <a:pt x="68419" y="453227"/>
                </a:lnTo>
                <a:lnTo>
                  <a:pt x="66948" y="452466"/>
                </a:lnTo>
                <a:close/>
                <a:moveTo>
                  <a:pt x="31082" y="53175"/>
                </a:moveTo>
                <a:lnTo>
                  <a:pt x="32237" y="54854"/>
                </a:lnTo>
                <a:lnTo>
                  <a:pt x="30505" y="54014"/>
                </a:lnTo>
                <a:close/>
                <a:moveTo>
                  <a:pt x="60667" y="321166"/>
                </a:moveTo>
                <a:lnTo>
                  <a:pt x="61871" y="322891"/>
                </a:lnTo>
                <a:lnTo>
                  <a:pt x="60065" y="322029"/>
                </a:lnTo>
                <a:close/>
                <a:moveTo>
                  <a:pt x="64048" y="451006"/>
                </a:moveTo>
                <a:lnTo>
                  <a:pt x="64573" y="452673"/>
                </a:lnTo>
                <a:lnTo>
                  <a:pt x="63785" y="451839"/>
                </a:lnTo>
                <a:close/>
                <a:moveTo>
                  <a:pt x="55743" y="277272"/>
                </a:moveTo>
                <a:lnTo>
                  <a:pt x="57722" y="277866"/>
                </a:lnTo>
                <a:lnTo>
                  <a:pt x="54753" y="277569"/>
                </a:lnTo>
                <a:close/>
                <a:moveTo>
                  <a:pt x="112451" y="451137"/>
                </a:moveTo>
                <a:lnTo>
                  <a:pt x="113051" y="452383"/>
                </a:lnTo>
                <a:lnTo>
                  <a:pt x="112150" y="451760"/>
                </a:lnTo>
                <a:close/>
                <a:moveTo>
                  <a:pt x="17720" y="196213"/>
                </a:moveTo>
                <a:lnTo>
                  <a:pt x="19737" y="197699"/>
                </a:lnTo>
                <a:lnTo>
                  <a:pt x="16711" y="196956"/>
                </a:lnTo>
                <a:close/>
                <a:moveTo>
                  <a:pt x="130779" y="58355"/>
                </a:moveTo>
                <a:lnTo>
                  <a:pt x="131788" y="59241"/>
                </a:lnTo>
                <a:lnTo>
                  <a:pt x="130275" y="58798"/>
                </a:lnTo>
                <a:close/>
                <a:moveTo>
                  <a:pt x="35806" y="294255"/>
                </a:moveTo>
                <a:lnTo>
                  <a:pt x="36389" y="294868"/>
                </a:lnTo>
                <a:lnTo>
                  <a:pt x="35514" y="294561"/>
                </a:lnTo>
                <a:close/>
                <a:moveTo>
                  <a:pt x="76046" y="442553"/>
                </a:moveTo>
                <a:lnTo>
                  <a:pt x="77095" y="443589"/>
                </a:lnTo>
                <a:lnTo>
                  <a:pt x="75522" y="443071"/>
                </a:lnTo>
                <a:close/>
                <a:moveTo>
                  <a:pt x="62085" y="146689"/>
                </a:moveTo>
                <a:lnTo>
                  <a:pt x="63172" y="147642"/>
                </a:lnTo>
                <a:lnTo>
                  <a:pt x="61542" y="147165"/>
                </a:lnTo>
                <a:close/>
                <a:moveTo>
                  <a:pt x="15329" y="293778"/>
                </a:moveTo>
                <a:lnTo>
                  <a:pt x="17103" y="295566"/>
                </a:lnTo>
                <a:lnTo>
                  <a:pt x="14442" y="294672"/>
                </a:lnTo>
                <a:close/>
                <a:moveTo>
                  <a:pt x="115549" y="406620"/>
                </a:moveTo>
                <a:lnTo>
                  <a:pt x="116549" y="407298"/>
                </a:lnTo>
                <a:lnTo>
                  <a:pt x="115050" y="406959"/>
                </a:lnTo>
                <a:close/>
                <a:moveTo>
                  <a:pt x="24937" y="446713"/>
                </a:moveTo>
                <a:lnTo>
                  <a:pt x="26105" y="447288"/>
                </a:lnTo>
                <a:lnTo>
                  <a:pt x="24353" y="447001"/>
                </a:lnTo>
                <a:close/>
                <a:moveTo>
                  <a:pt x="107468" y="158707"/>
                </a:moveTo>
                <a:lnTo>
                  <a:pt x="108119" y="159613"/>
                </a:lnTo>
                <a:lnTo>
                  <a:pt x="107142" y="159160"/>
                </a:lnTo>
                <a:close/>
                <a:moveTo>
                  <a:pt x="109232" y="234857"/>
                </a:moveTo>
                <a:lnTo>
                  <a:pt x="109826" y="235617"/>
                </a:lnTo>
                <a:lnTo>
                  <a:pt x="108936" y="235237"/>
                </a:lnTo>
                <a:close/>
                <a:moveTo>
                  <a:pt x="38795" y="455552"/>
                </a:moveTo>
                <a:lnTo>
                  <a:pt x="40476" y="457312"/>
                </a:lnTo>
                <a:lnTo>
                  <a:pt x="37954" y="456432"/>
                </a:lnTo>
                <a:close/>
                <a:moveTo>
                  <a:pt x="97936" y="130377"/>
                </a:moveTo>
                <a:lnTo>
                  <a:pt x="99647" y="131027"/>
                </a:lnTo>
                <a:lnTo>
                  <a:pt x="97080" y="130702"/>
                </a:lnTo>
                <a:close/>
                <a:moveTo>
                  <a:pt x="136480" y="463575"/>
                </a:moveTo>
                <a:lnTo>
                  <a:pt x="138611" y="465106"/>
                </a:lnTo>
                <a:lnTo>
                  <a:pt x="135414" y="464341"/>
                </a:lnTo>
                <a:close/>
                <a:moveTo>
                  <a:pt x="68356" y="14589"/>
                </a:moveTo>
                <a:lnTo>
                  <a:pt x="69617" y="15825"/>
                </a:lnTo>
                <a:lnTo>
                  <a:pt x="67725" y="15207"/>
                </a:lnTo>
                <a:close/>
                <a:moveTo>
                  <a:pt x="80466" y="417007"/>
                </a:moveTo>
                <a:lnTo>
                  <a:pt x="81757" y="417812"/>
                </a:lnTo>
                <a:lnTo>
                  <a:pt x="79820" y="417409"/>
                </a:lnTo>
                <a:close/>
                <a:moveTo>
                  <a:pt x="52395" y="441614"/>
                </a:moveTo>
                <a:lnTo>
                  <a:pt x="52899" y="443053"/>
                </a:lnTo>
                <a:lnTo>
                  <a:pt x="52142" y="442333"/>
                </a:lnTo>
                <a:close/>
                <a:moveTo>
                  <a:pt x="107001" y="186923"/>
                </a:moveTo>
                <a:lnTo>
                  <a:pt x="107612" y="187341"/>
                </a:lnTo>
                <a:lnTo>
                  <a:pt x="106695" y="187132"/>
                </a:lnTo>
                <a:close/>
                <a:moveTo>
                  <a:pt x="14227" y="26247"/>
                </a:moveTo>
                <a:lnTo>
                  <a:pt x="14825" y="27300"/>
                </a:lnTo>
                <a:lnTo>
                  <a:pt x="13928" y="26774"/>
                </a:lnTo>
                <a:close/>
                <a:moveTo>
                  <a:pt x="91642" y="338696"/>
                </a:moveTo>
                <a:lnTo>
                  <a:pt x="93259" y="339993"/>
                </a:lnTo>
                <a:lnTo>
                  <a:pt x="90833" y="339345"/>
                </a:lnTo>
                <a:close/>
                <a:moveTo>
                  <a:pt x="15340" y="164515"/>
                </a:moveTo>
                <a:lnTo>
                  <a:pt x="16980" y="165893"/>
                </a:lnTo>
                <a:lnTo>
                  <a:pt x="14520" y="165204"/>
                </a:lnTo>
                <a:close/>
                <a:moveTo>
                  <a:pt x="123576" y="413557"/>
                </a:moveTo>
                <a:lnTo>
                  <a:pt x="124471" y="414152"/>
                </a:lnTo>
                <a:lnTo>
                  <a:pt x="123128" y="413854"/>
                </a:lnTo>
                <a:close/>
                <a:moveTo>
                  <a:pt x="60035" y="335404"/>
                </a:moveTo>
                <a:lnTo>
                  <a:pt x="62187" y="336624"/>
                </a:lnTo>
                <a:lnTo>
                  <a:pt x="58959" y="336014"/>
                </a:lnTo>
                <a:close/>
                <a:moveTo>
                  <a:pt x="134185" y="466000"/>
                </a:moveTo>
                <a:lnTo>
                  <a:pt x="134568" y="466835"/>
                </a:lnTo>
                <a:lnTo>
                  <a:pt x="133994" y="466417"/>
                </a:lnTo>
                <a:close/>
                <a:moveTo>
                  <a:pt x="128497" y="147440"/>
                </a:moveTo>
                <a:lnTo>
                  <a:pt x="130084" y="148519"/>
                </a:lnTo>
                <a:lnTo>
                  <a:pt x="127704" y="147980"/>
                </a:lnTo>
                <a:close/>
                <a:moveTo>
                  <a:pt x="39421" y="251354"/>
                </a:moveTo>
                <a:lnTo>
                  <a:pt x="40050" y="252999"/>
                </a:lnTo>
                <a:lnTo>
                  <a:pt x="39106" y="252176"/>
                </a:lnTo>
                <a:close/>
                <a:moveTo>
                  <a:pt x="70400" y="174195"/>
                </a:moveTo>
                <a:lnTo>
                  <a:pt x="70849" y="174661"/>
                </a:lnTo>
                <a:lnTo>
                  <a:pt x="70175" y="174428"/>
                </a:lnTo>
                <a:close/>
                <a:moveTo>
                  <a:pt x="126059" y="403834"/>
                </a:moveTo>
                <a:lnTo>
                  <a:pt x="127514" y="405210"/>
                </a:lnTo>
                <a:lnTo>
                  <a:pt x="125331" y="404522"/>
                </a:lnTo>
                <a:close/>
                <a:moveTo>
                  <a:pt x="93047" y="29004"/>
                </a:moveTo>
                <a:lnTo>
                  <a:pt x="93876" y="29681"/>
                </a:lnTo>
                <a:lnTo>
                  <a:pt x="92632" y="29342"/>
                </a:lnTo>
                <a:close/>
                <a:moveTo>
                  <a:pt x="73755" y="81621"/>
                </a:moveTo>
                <a:lnTo>
                  <a:pt x="75573" y="82738"/>
                </a:lnTo>
                <a:lnTo>
                  <a:pt x="72847" y="82180"/>
                </a:lnTo>
                <a:close/>
                <a:moveTo>
                  <a:pt x="26825" y="14724"/>
                </a:moveTo>
                <a:lnTo>
                  <a:pt x="28912" y="16168"/>
                </a:lnTo>
                <a:lnTo>
                  <a:pt x="25781" y="15446"/>
                </a:lnTo>
                <a:close/>
                <a:moveTo>
                  <a:pt x="83492" y="319430"/>
                </a:moveTo>
                <a:lnTo>
                  <a:pt x="85364" y="319843"/>
                </a:lnTo>
                <a:lnTo>
                  <a:pt x="82556" y="319637"/>
                </a:lnTo>
                <a:close/>
                <a:moveTo>
                  <a:pt x="36107" y="37155"/>
                </a:moveTo>
                <a:lnTo>
                  <a:pt x="36997" y="38187"/>
                </a:lnTo>
                <a:lnTo>
                  <a:pt x="35661" y="37671"/>
                </a:lnTo>
                <a:close/>
                <a:moveTo>
                  <a:pt x="92333" y="435723"/>
                </a:moveTo>
                <a:lnTo>
                  <a:pt x="93612" y="436365"/>
                </a:lnTo>
                <a:lnTo>
                  <a:pt x="91694" y="436044"/>
                </a:lnTo>
                <a:close/>
                <a:moveTo>
                  <a:pt x="105818" y="256828"/>
                </a:moveTo>
                <a:lnTo>
                  <a:pt x="106502" y="257282"/>
                </a:lnTo>
                <a:lnTo>
                  <a:pt x="105477" y="257055"/>
                </a:lnTo>
                <a:close/>
                <a:moveTo>
                  <a:pt x="108303" y="189871"/>
                </a:moveTo>
                <a:lnTo>
                  <a:pt x="109068" y="190544"/>
                </a:lnTo>
                <a:lnTo>
                  <a:pt x="107921" y="190208"/>
                </a:lnTo>
                <a:close/>
                <a:moveTo>
                  <a:pt x="38326" y="15622"/>
                </a:moveTo>
                <a:lnTo>
                  <a:pt x="40305" y="16473"/>
                </a:lnTo>
                <a:lnTo>
                  <a:pt x="37337" y="16047"/>
                </a:lnTo>
                <a:close/>
                <a:moveTo>
                  <a:pt x="32347" y="425523"/>
                </a:moveTo>
                <a:lnTo>
                  <a:pt x="33087" y="426489"/>
                </a:lnTo>
                <a:lnTo>
                  <a:pt x="31977" y="426006"/>
                </a:lnTo>
                <a:close/>
                <a:moveTo>
                  <a:pt x="39879" y="440524"/>
                </a:moveTo>
                <a:lnTo>
                  <a:pt x="41260" y="441331"/>
                </a:lnTo>
                <a:lnTo>
                  <a:pt x="39189" y="440928"/>
                </a:lnTo>
                <a:close/>
                <a:moveTo>
                  <a:pt x="37770" y="8931"/>
                </a:moveTo>
                <a:lnTo>
                  <a:pt x="38205" y="10409"/>
                </a:lnTo>
                <a:lnTo>
                  <a:pt x="37553" y="9670"/>
                </a:lnTo>
                <a:close/>
                <a:moveTo>
                  <a:pt x="135509" y="288081"/>
                </a:moveTo>
                <a:lnTo>
                  <a:pt x="137203" y="288516"/>
                </a:lnTo>
                <a:lnTo>
                  <a:pt x="134662" y="288298"/>
                </a:lnTo>
                <a:close/>
                <a:moveTo>
                  <a:pt x="115200" y="184442"/>
                </a:moveTo>
                <a:lnTo>
                  <a:pt x="116782" y="185110"/>
                </a:lnTo>
                <a:lnTo>
                  <a:pt x="114409" y="184776"/>
                </a:lnTo>
                <a:close/>
                <a:moveTo>
                  <a:pt x="4633" y="44385"/>
                </a:moveTo>
                <a:lnTo>
                  <a:pt x="5738" y="44784"/>
                </a:lnTo>
                <a:lnTo>
                  <a:pt x="4081" y="44584"/>
                </a:lnTo>
                <a:close/>
                <a:moveTo>
                  <a:pt x="6589" y="186674"/>
                </a:moveTo>
                <a:lnTo>
                  <a:pt x="8280" y="187570"/>
                </a:lnTo>
                <a:lnTo>
                  <a:pt x="5743" y="187122"/>
                </a:lnTo>
                <a:close/>
                <a:moveTo>
                  <a:pt x="113140" y="212799"/>
                </a:moveTo>
                <a:lnTo>
                  <a:pt x="114035" y="213448"/>
                </a:lnTo>
                <a:lnTo>
                  <a:pt x="112692" y="213124"/>
                </a:lnTo>
                <a:close/>
                <a:moveTo>
                  <a:pt x="58269" y="312639"/>
                </a:moveTo>
                <a:lnTo>
                  <a:pt x="59008" y="314314"/>
                </a:lnTo>
                <a:lnTo>
                  <a:pt x="57900" y="313477"/>
                </a:lnTo>
                <a:close/>
                <a:moveTo>
                  <a:pt x="89748" y="315064"/>
                </a:moveTo>
                <a:lnTo>
                  <a:pt x="90961" y="316646"/>
                </a:lnTo>
                <a:lnTo>
                  <a:pt x="89141" y="315855"/>
                </a:lnTo>
                <a:close/>
                <a:moveTo>
                  <a:pt x="140831" y="137870"/>
                </a:moveTo>
                <a:lnTo>
                  <a:pt x="142409" y="138407"/>
                </a:lnTo>
                <a:lnTo>
                  <a:pt x="140041" y="138138"/>
                </a:lnTo>
                <a:close/>
                <a:moveTo>
                  <a:pt x="101521" y="228933"/>
                </a:moveTo>
                <a:lnTo>
                  <a:pt x="102929" y="229744"/>
                </a:lnTo>
                <a:lnTo>
                  <a:pt x="100816" y="229339"/>
                </a:lnTo>
                <a:close/>
                <a:moveTo>
                  <a:pt x="53086" y="14050"/>
                </a:moveTo>
                <a:lnTo>
                  <a:pt x="53976" y="15838"/>
                </a:lnTo>
                <a:lnTo>
                  <a:pt x="52641" y="14944"/>
                </a:lnTo>
                <a:close/>
                <a:moveTo>
                  <a:pt x="42859" y="226674"/>
                </a:moveTo>
                <a:lnTo>
                  <a:pt x="43481" y="227277"/>
                </a:lnTo>
                <a:lnTo>
                  <a:pt x="42547" y="226976"/>
                </a:lnTo>
                <a:close/>
                <a:moveTo>
                  <a:pt x="50438" y="210094"/>
                </a:moveTo>
                <a:lnTo>
                  <a:pt x="51181" y="211107"/>
                </a:lnTo>
                <a:lnTo>
                  <a:pt x="50066" y="210601"/>
                </a:lnTo>
                <a:close/>
                <a:moveTo>
                  <a:pt x="95292" y="126462"/>
                </a:moveTo>
                <a:lnTo>
                  <a:pt x="97453" y="127020"/>
                </a:lnTo>
                <a:lnTo>
                  <a:pt x="94212" y="126741"/>
                </a:lnTo>
                <a:close/>
                <a:moveTo>
                  <a:pt x="113857" y="397935"/>
                </a:moveTo>
                <a:lnTo>
                  <a:pt x="114708" y="399445"/>
                </a:lnTo>
                <a:lnTo>
                  <a:pt x="113431" y="398690"/>
                </a:lnTo>
                <a:close/>
                <a:moveTo>
                  <a:pt x="127728" y="2894"/>
                </a:moveTo>
                <a:lnTo>
                  <a:pt x="129621" y="3221"/>
                </a:lnTo>
                <a:lnTo>
                  <a:pt x="126781" y="3057"/>
                </a:lnTo>
                <a:close/>
                <a:moveTo>
                  <a:pt x="40144" y="464045"/>
                </a:moveTo>
                <a:lnTo>
                  <a:pt x="41196" y="465168"/>
                </a:lnTo>
                <a:lnTo>
                  <a:pt x="39619" y="464606"/>
                </a:lnTo>
                <a:close/>
                <a:moveTo>
                  <a:pt x="64359" y="214808"/>
                </a:moveTo>
                <a:lnTo>
                  <a:pt x="64990" y="215207"/>
                </a:lnTo>
                <a:lnTo>
                  <a:pt x="64044" y="215008"/>
                </a:lnTo>
                <a:close/>
                <a:moveTo>
                  <a:pt x="49079" y="432396"/>
                </a:moveTo>
                <a:lnTo>
                  <a:pt x="51126" y="434097"/>
                </a:lnTo>
                <a:lnTo>
                  <a:pt x="48055" y="433247"/>
                </a:lnTo>
                <a:close/>
                <a:moveTo>
                  <a:pt x="120481" y="247144"/>
                </a:moveTo>
                <a:lnTo>
                  <a:pt x="121890" y="247875"/>
                </a:lnTo>
                <a:lnTo>
                  <a:pt x="119777" y="247510"/>
                </a:lnTo>
                <a:close/>
                <a:moveTo>
                  <a:pt x="124752" y="201784"/>
                </a:moveTo>
                <a:lnTo>
                  <a:pt x="125963" y="203348"/>
                </a:lnTo>
                <a:lnTo>
                  <a:pt x="124147" y="202566"/>
                </a:lnTo>
                <a:close/>
                <a:moveTo>
                  <a:pt x="26614" y="359426"/>
                </a:moveTo>
                <a:lnTo>
                  <a:pt x="28734" y="359888"/>
                </a:lnTo>
                <a:lnTo>
                  <a:pt x="25553" y="359657"/>
                </a:lnTo>
                <a:close/>
                <a:moveTo>
                  <a:pt x="110207" y="109224"/>
                </a:moveTo>
                <a:lnTo>
                  <a:pt x="110893" y="110710"/>
                </a:lnTo>
                <a:lnTo>
                  <a:pt x="109864" y="109967"/>
                </a:lnTo>
                <a:close/>
                <a:moveTo>
                  <a:pt x="141081" y="154125"/>
                </a:moveTo>
                <a:lnTo>
                  <a:pt x="143034" y="155750"/>
                </a:lnTo>
                <a:lnTo>
                  <a:pt x="140104" y="154938"/>
                </a:lnTo>
                <a:close/>
                <a:moveTo>
                  <a:pt x="55414" y="48242"/>
                </a:moveTo>
                <a:lnTo>
                  <a:pt x="55784" y="49458"/>
                </a:lnTo>
                <a:lnTo>
                  <a:pt x="55229" y="48850"/>
                </a:lnTo>
                <a:close/>
                <a:moveTo>
                  <a:pt x="122663" y="385454"/>
                </a:moveTo>
                <a:lnTo>
                  <a:pt x="124308" y="386169"/>
                </a:lnTo>
                <a:lnTo>
                  <a:pt x="121840" y="385812"/>
                </a:lnTo>
                <a:close/>
                <a:moveTo>
                  <a:pt x="119775" y="330930"/>
                </a:moveTo>
                <a:lnTo>
                  <a:pt x="121321" y="332242"/>
                </a:lnTo>
                <a:lnTo>
                  <a:pt x="119003" y="331586"/>
                </a:lnTo>
                <a:close/>
                <a:moveTo>
                  <a:pt x="18732" y="55148"/>
                </a:moveTo>
                <a:lnTo>
                  <a:pt x="19170" y="55642"/>
                </a:lnTo>
                <a:lnTo>
                  <a:pt x="18513" y="55395"/>
                </a:lnTo>
                <a:close/>
                <a:moveTo>
                  <a:pt x="63991" y="55267"/>
                </a:moveTo>
                <a:lnTo>
                  <a:pt x="64654" y="56372"/>
                </a:lnTo>
                <a:lnTo>
                  <a:pt x="63660" y="55820"/>
                </a:lnTo>
                <a:close/>
                <a:moveTo>
                  <a:pt x="23823" y="60580"/>
                </a:moveTo>
                <a:lnTo>
                  <a:pt x="25328" y="61553"/>
                </a:lnTo>
                <a:lnTo>
                  <a:pt x="23071" y="61066"/>
                </a:lnTo>
                <a:close/>
                <a:moveTo>
                  <a:pt x="57675" y="181838"/>
                </a:moveTo>
                <a:lnTo>
                  <a:pt x="59716" y="182592"/>
                </a:lnTo>
                <a:lnTo>
                  <a:pt x="56654" y="182215"/>
                </a:lnTo>
                <a:close/>
                <a:moveTo>
                  <a:pt x="77040" y="290362"/>
                </a:moveTo>
                <a:lnTo>
                  <a:pt x="79106" y="291370"/>
                </a:lnTo>
                <a:lnTo>
                  <a:pt x="76007" y="290866"/>
                </a:lnTo>
                <a:close/>
                <a:moveTo>
                  <a:pt x="53308" y="210538"/>
                </a:moveTo>
                <a:lnTo>
                  <a:pt x="54803" y="212097"/>
                </a:lnTo>
                <a:lnTo>
                  <a:pt x="52560" y="211317"/>
                </a:lnTo>
                <a:close/>
                <a:moveTo>
                  <a:pt x="99252" y="373249"/>
                </a:moveTo>
                <a:lnTo>
                  <a:pt x="100274" y="374234"/>
                </a:lnTo>
                <a:lnTo>
                  <a:pt x="98741" y="373741"/>
                </a:lnTo>
                <a:close/>
                <a:moveTo>
                  <a:pt x="130900" y="304825"/>
                </a:moveTo>
                <a:lnTo>
                  <a:pt x="132526" y="306600"/>
                </a:lnTo>
                <a:lnTo>
                  <a:pt x="130087" y="305713"/>
                </a:lnTo>
                <a:close/>
                <a:moveTo>
                  <a:pt x="47292" y="268994"/>
                </a:moveTo>
                <a:lnTo>
                  <a:pt x="49189" y="269992"/>
                </a:lnTo>
                <a:lnTo>
                  <a:pt x="46344" y="269493"/>
                </a:lnTo>
                <a:close/>
                <a:moveTo>
                  <a:pt x="131641" y="279872"/>
                </a:moveTo>
                <a:lnTo>
                  <a:pt x="132963" y="280249"/>
                </a:lnTo>
                <a:lnTo>
                  <a:pt x="130980" y="280060"/>
                </a:lnTo>
                <a:close/>
                <a:moveTo>
                  <a:pt x="48058" y="188933"/>
                </a:moveTo>
                <a:lnTo>
                  <a:pt x="48437" y="189767"/>
                </a:lnTo>
                <a:lnTo>
                  <a:pt x="47869" y="189350"/>
                </a:lnTo>
                <a:close/>
                <a:moveTo>
                  <a:pt x="25626" y="245536"/>
                </a:moveTo>
                <a:lnTo>
                  <a:pt x="26564" y="247184"/>
                </a:lnTo>
                <a:lnTo>
                  <a:pt x="25157" y="246360"/>
                </a:lnTo>
                <a:close/>
                <a:moveTo>
                  <a:pt x="127202" y="217863"/>
                </a:moveTo>
                <a:lnTo>
                  <a:pt x="127808" y="218796"/>
                </a:lnTo>
                <a:lnTo>
                  <a:pt x="126900" y="218329"/>
                </a:lnTo>
                <a:close/>
                <a:moveTo>
                  <a:pt x="79985" y="381623"/>
                </a:moveTo>
                <a:lnTo>
                  <a:pt x="81015" y="382750"/>
                </a:lnTo>
                <a:lnTo>
                  <a:pt x="79470" y="382186"/>
                </a:lnTo>
                <a:close/>
                <a:moveTo>
                  <a:pt x="115232" y="408225"/>
                </a:moveTo>
                <a:lnTo>
                  <a:pt x="116017" y="409465"/>
                </a:lnTo>
                <a:lnTo>
                  <a:pt x="114839" y="408845"/>
                </a:lnTo>
                <a:close/>
                <a:moveTo>
                  <a:pt x="80325" y="253403"/>
                </a:moveTo>
                <a:lnTo>
                  <a:pt x="81187" y="253964"/>
                </a:lnTo>
                <a:lnTo>
                  <a:pt x="79894" y="253684"/>
                </a:lnTo>
                <a:close/>
                <a:moveTo>
                  <a:pt x="23450" y="394956"/>
                </a:moveTo>
                <a:lnTo>
                  <a:pt x="25019" y="396701"/>
                </a:lnTo>
                <a:lnTo>
                  <a:pt x="22666" y="395829"/>
                </a:lnTo>
                <a:close/>
                <a:moveTo>
                  <a:pt x="87479" y="347716"/>
                </a:moveTo>
                <a:lnTo>
                  <a:pt x="88779" y="348080"/>
                </a:lnTo>
                <a:lnTo>
                  <a:pt x="86829" y="347898"/>
                </a:lnTo>
                <a:close/>
                <a:moveTo>
                  <a:pt x="33931" y="134742"/>
                </a:moveTo>
                <a:lnTo>
                  <a:pt x="34682" y="135164"/>
                </a:lnTo>
                <a:lnTo>
                  <a:pt x="33556" y="134953"/>
                </a:lnTo>
                <a:close/>
                <a:moveTo>
                  <a:pt x="137210" y="366736"/>
                </a:moveTo>
                <a:lnTo>
                  <a:pt x="138031" y="367184"/>
                </a:lnTo>
                <a:lnTo>
                  <a:pt x="136800" y="366960"/>
                </a:lnTo>
                <a:close/>
                <a:moveTo>
                  <a:pt x="7283" y="38368"/>
                </a:moveTo>
                <a:lnTo>
                  <a:pt x="9006" y="38765"/>
                </a:lnTo>
                <a:lnTo>
                  <a:pt x="6422" y="38566"/>
                </a:lnTo>
                <a:close/>
                <a:moveTo>
                  <a:pt x="121244" y="347435"/>
                </a:moveTo>
                <a:lnTo>
                  <a:pt x="121898" y="348905"/>
                </a:lnTo>
                <a:lnTo>
                  <a:pt x="120917" y="348170"/>
                </a:lnTo>
                <a:close/>
                <a:moveTo>
                  <a:pt x="84087" y="19031"/>
                </a:moveTo>
                <a:lnTo>
                  <a:pt x="84738" y="19888"/>
                </a:lnTo>
                <a:lnTo>
                  <a:pt x="83762" y="19459"/>
                </a:lnTo>
                <a:close/>
                <a:moveTo>
                  <a:pt x="136909" y="306014"/>
                </a:moveTo>
                <a:lnTo>
                  <a:pt x="137393" y="307258"/>
                </a:lnTo>
                <a:lnTo>
                  <a:pt x="136667" y="306636"/>
                </a:lnTo>
                <a:close/>
                <a:moveTo>
                  <a:pt x="92060" y="397232"/>
                </a:moveTo>
                <a:lnTo>
                  <a:pt x="93517" y="398463"/>
                </a:lnTo>
                <a:lnTo>
                  <a:pt x="91331" y="397847"/>
                </a:lnTo>
                <a:close/>
                <a:moveTo>
                  <a:pt x="113007" y="238559"/>
                </a:moveTo>
                <a:lnTo>
                  <a:pt x="114074" y="239102"/>
                </a:lnTo>
                <a:lnTo>
                  <a:pt x="112473" y="238831"/>
                </a:lnTo>
                <a:close/>
                <a:moveTo>
                  <a:pt x="102036" y="237934"/>
                </a:moveTo>
                <a:lnTo>
                  <a:pt x="102911" y="238763"/>
                </a:lnTo>
                <a:lnTo>
                  <a:pt x="101598" y="238349"/>
                </a:lnTo>
                <a:close/>
                <a:moveTo>
                  <a:pt x="41075" y="266607"/>
                </a:moveTo>
                <a:lnTo>
                  <a:pt x="42710" y="267337"/>
                </a:lnTo>
                <a:lnTo>
                  <a:pt x="40258" y="266972"/>
                </a:lnTo>
                <a:close/>
                <a:moveTo>
                  <a:pt x="129268" y="43009"/>
                </a:moveTo>
                <a:lnTo>
                  <a:pt x="129782" y="44306"/>
                </a:lnTo>
                <a:lnTo>
                  <a:pt x="129011" y="43657"/>
                </a:lnTo>
                <a:close/>
                <a:moveTo>
                  <a:pt x="88671" y="392141"/>
                </a:moveTo>
                <a:lnTo>
                  <a:pt x="90669" y="392667"/>
                </a:lnTo>
                <a:lnTo>
                  <a:pt x="87672" y="392404"/>
                </a:lnTo>
                <a:close/>
                <a:moveTo>
                  <a:pt x="89253" y="404370"/>
                </a:moveTo>
                <a:lnTo>
                  <a:pt x="90104" y="404882"/>
                </a:lnTo>
                <a:lnTo>
                  <a:pt x="88828" y="404626"/>
                </a:lnTo>
                <a:close/>
                <a:moveTo>
                  <a:pt x="31879" y="10482"/>
                </a:moveTo>
                <a:lnTo>
                  <a:pt x="32527" y="11899"/>
                </a:lnTo>
                <a:lnTo>
                  <a:pt x="31555" y="11190"/>
                </a:lnTo>
                <a:close/>
                <a:moveTo>
                  <a:pt x="10375" y="242523"/>
                </a:moveTo>
                <a:lnTo>
                  <a:pt x="11422" y="243561"/>
                </a:lnTo>
                <a:lnTo>
                  <a:pt x="9851" y="243042"/>
                </a:lnTo>
                <a:close/>
                <a:moveTo>
                  <a:pt x="122727" y="26296"/>
                </a:moveTo>
                <a:lnTo>
                  <a:pt x="123453" y="27679"/>
                </a:lnTo>
                <a:lnTo>
                  <a:pt x="122364" y="26987"/>
                </a:lnTo>
                <a:close/>
                <a:moveTo>
                  <a:pt x="63935" y="338150"/>
                </a:moveTo>
                <a:lnTo>
                  <a:pt x="64587" y="338784"/>
                </a:lnTo>
                <a:lnTo>
                  <a:pt x="63609" y="338467"/>
                </a:lnTo>
                <a:close/>
                <a:moveTo>
                  <a:pt x="134646" y="274481"/>
                </a:moveTo>
                <a:lnTo>
                  <a:pt x="135478" y="274868"/>
                </a:lnTo>
                <a:lnTo>
                  <a:pt x="134230" y="274674"/>
                </a:lnTo>
                <a:close/>
                <a:moveTo>
                  <a:pt x="18105" y="118788"/>
                </a:moveTo>
                <a:lnTo>
                  <a:pt x="19894" y="120157"/>
                </a:lnTo>
                <a:lnTo>
                  <a:pt x="17211" y="119473"/>
                </a:lnTo>
                <a:close/>
                <a:moveTo>
                  <a:pt x="113908" y="209319"/>
                </a:moveTo>
                <a:lnTo>
                  <a:pt x="114596" y="210503"/>
                </a:lnTo>
                <a:lnTo>
                  <a:pt x="113565" y="209911"/>
                </a:lnTo>
                <a:close/>
                <a:moveTo>
                  <a:pt x="32936" y="334892"/>
                </a:moveTo>
                <a:lnTo>
                  <a:pt x="34859" y="335635"/>
                </a:lnTo>
                <a:lnTo>
                  <a:pt x="31974" y="335264"/>
                </a:lnTo>
                <a:close/>
                <a:moveTo>
                  <a:pt x="60190" y="375487"/>
                </a:moveTo>
                <a:lnTo>
                  <a:pt x="62066" y="375841"/>
                </a:lnTo>
                <a:lnTo>
                  <a:pt x="59252" y="375664"/>
                </a:lnTo>
                <a:close/>
                <a:moveTo>
                  <a:pt x="28878" y="213324"/>
                </a:moveTo>
                <a:lnTo>
                  <a:pt x="29231" y="214510"/>
                </a:lnTo>
                <a:lnTo>
                  <a:pt x="28702" y="213917"/>
                </a:lnTo>
                <a:close/>
                <a:moveTo>
                  <a:pt x="137448" y="40393"/>
                </a:moveTo>
                <a:lnTo>
                  <a:pt x="139159" y="40943"/>
                </a:lnTo>
                <a:lnTo>
                  <a:pt x="136592" y="40668"/>
                </a:lnTo>
                <a:close/>
                <a:moveTo>
                  <a:pt x="40944" y="245258"/>
                </a:moveTo>
                <a:lnTo>
                  <a:pt x="41939" y="246417"/>
                </a:lnTo>
                <a:lnTo>
                  <a:pt x="40447" y="245837"/>
                </a:lnTo>
                <a:close/>
                <a:moveTo>
                  <a:pt x="130432" y="354987"/>
                </a:moveTo>
                <a:lnTo>
                  <a:pt x="131177" y="356785"/>
                </a:lnTo>
                <a:lnTo>
                  <a:pt x="130059" y="355886"/>
                </a:lnTo>
                <a:close/>
                <a:moveTo>
                  <a:pt x="62428" y="416051"/>
                </a:moveTo>
                <a:lnTo>
                  <a:pt x="63812" y="417619"/>
                </a:lnTo>
                <a:lnTo>
                  <a:pt x="61736" y="416835"/>
                </a:lnTo>
                <a:close/>
                <a:moveTo>
                  <a:pt x="131710" y="63953"/>
                </a:moveTo>
                <a:lnTo>
                  <a:pt x="133714" y="65518"/>
                </a:lnTo>
                <a:lnTo>
                  <a:pt x="130708" y="64735"/>
                </a:lnTo>
                <a:close/>
                <a:moveTo>
                  <a:pt x="104591" y="427768"/>
                </a:moveTo>
                <a:lnTo>
                  <a:pt x="105345" y="428199"/>
                </a:lnTo>
                <a:lnTo>
                  <a:pt x="104213" y="427984"/>
                </a:lnTo>
                <a:close/>
                <a:moveTo>
                  <a:pt x="36946" y="111845"/>
                </a:moveTo>
                <a:lnTo>
                  <a:pt x="38218" y="113504"/>
                </a:lnTo>
                <a:lnTo>
                  <a:pt x="36310" y="112674"/>
                </a:lnTo>
                <a:close/>
                <a:moveTo>
                  <a:pt x="134833" y="68420"/>
                </a:moveTo>
                <a:lnTo>
                  <a:pt x="136051" y="68877"/>
                </a:lnTo>
                <a:lnTo>
                  <a:pt x="134224" y="68648"/>
                </a:lnTo>
                <a:close/>
                <a:moveTo>
                  <a:pt x="30166" y="117354"/>
                </a:moveTo>
                <a:lnTo>
                  <a:pt x="31615" y="117939"/>
                </a:lnTo>
                <a:lnTo>
                  <a:pt x="29442" y="117647"/>
                </a:lnTo>
                <a:close/>
                <a:moveTo>
                  <a:pt x="20080" y="445744"/>
                </a:moveTo>
                <a:lnTo>
                  <a:pt x="22152" y="446309"/>
                </a:lnTo>
                <a:lnTo>
                  <a:pt x="19044" y="446026"/>
                </a:lnTo>
                <a:close/>
                <a:moveTo>
                  <a:pt x="114431" y="344960"/>
                </a:moveTo>
                <a:lnTo>
                  <a:pt x="115785" y="345821"/>
                </a:lnTo>
                <a:lnTo>
                  <a:pt x="113754" y="345391"/>
                </a:lnTo>
                <a:close/>
                <a:moveTo>
                  <a:pt x="118359" y="28456"/>
                </a:moveTo>
                <a:lnTo>
                  <a:pt x="119785" y="28866"/>
                </a:lnTo>
                <a:lnTo>
                  <a:pt x="117645" y="28661"/>
                </a:lnTo>
                <a:close/>
                <a:moveTo>
                  <a:pt x="88741" y="371979"/>
                </a:moveTo>
                <a:lnTo>
                  <a:pt x="89381" y="373493"/>
                </a:lnTo>
                <a:lnTo>
                  <a:pt x="88420" y="372736"/>
                </a:lnTo>
                <a:close/>
                <a:moveTo>
                  <a:pt x="40577" y="72364"/>
                </a:moveTo>
                <a:lnTo>
                  <a:pt x="41793" y="73636"/>
                </a:lnTo>
                <a:lnTo>
                  <a:pt x="39969" y="73000"/>
                </a:lnTo>
                <a:close/>
                <a:moveTo>
                  <a:pt x="130725" y="366497"/>
                </a:moveTo>
                <a:lnTo>
                  <a:pt x="131168" y="366900"/>
                </a:lnTo>
                <a:lnTo>
                  <a:pt x="130504" y="366699"/>
                </a:lnTo>
                <a:close/>
                <a:moveTo>
                  <a:pt x="91820" y="163245"/>
                </a:moveTo>
                <a:lnTo>
                  <a:pt x="93937" y="165020"/>
                </a:lnTo>
                <a:lnTo>
                  <a:pt x="90762" y="164132"/>
                </a:lnTo>
                <a:close/>
                <a:moveTo>
                  <a:pt x="139447" y="174274"/>
                </a:moveTo>
                <a:lnTo>
                  <a:pt x="140432" y="175199"/>
                </a:lnTo>
                <a:lnTo>
                  <a:pt x="138954" y="174736"/>
                </a:lnTo>
                <a:close/>
                <a:moveTo>
                  <a:pt x="136420" y="71099"/>
                </a:moveTo>
                <a:lnTo>
                  <a:pt x="137647" y="71924"/>
                </a:lnTo>
                <a:lnTo>
                  <a:pt x="135806" y="71511"/>
                </a:lnTo>
                <a:close/>
                <a:moveTo>
                  <a:pt x="37359" y="196618"/>
                </a:moveTo>
                <a:lnTo>
                  <a:pt x="37807" y="198224"/>
                </a:lnTo>
                <a:lnTo>
                  <a:pt x="37135" y="197421"/>
                </a:lnTo>
                <a:close/>
                <a:moveTo>
                  <a:pt x="104311" y="309612"/>
                </a:moveTo>
                <a:lnTo>
                  <a:pt x="105455" y="311366"/>
                </a:lnTo>
                <a:lnTo>
                  <a:pt x="103739" y="310489"/>
                </a:lnTo>
                <a:close/>
                <a:moveTo>
                  <a:pt x="113180" y="103272"/>
                </a:moveTo>
                <a:lnTo>
                  <a:pt x="114243" y="104925"/>
                </a:lnTo>
                <a:lnTo>
                  <a:pt x="112648" y="104098"/>
                </a:lnTo>
                <a:close/>
                <a:moveTo>
                  <a:pt x="102457" y="125420"/>
                </a:moveTo>
                <a:lnTo>
                  <a:pt x="103175" y="126005"/>
                </a:lnTo>
                <a:lnTo>
                  <a:pt x="102098" y="125712"/>
                </a:lnTo>
                <a:close/>
                <a:moveTo>
                  <a:pt x="40074" y="421880"/>
                </a:moveTo>
                <a:lnTo>
                  <a:pt x="41596" y="423062"/>
                </a:lnTo>
                <a:lnTo>
                  <a:pt x="39314" y="422471"/>
                </a:lnTo>
                <a:close/>
                <a:moveTo>
                  <a:pt x="30101" y="363886"/>
                </a:moveTo>
                <a:lnTo>
                  <a:pt x="30949" y="364379"/>
                </a:lnTo>
                <a:lnTo>
                  <a:pt x="29677" y="364132"/>
                </a:lnTo>
                <a:close/>
                <a:moveTo>
                  <a:pt x="81257" y="22438"/>
                </a:moveTo>
                <a:lnTo>
                  <a:pt x="82389" y="23824"/>
                </a:lnTo>
                <a:lnTo>
                  <a:pt x="80691" y="23131"/>
                </a:lnTo>
                <a:close/>
                <a:moveTo>
                  <a:pt x="44153" y="396137"/>
                </a:moveTo>
                <a:lnTo>
                  <a:pt x="46293" y="397618"/>
                </a:lnTo>
                <a:lnTo>
                  <a:pt x="43082" y="396878"/>
                </a:lnTo>
                <a:close/>
                <a:moveTo>
                  <a:pt x="137407" y="224902"/>
                </a:moveTo>
                <a:lnTo>
                  <a:pt x="138424" y="226696"/>
                </a:lnTo>
                <a:lnTo>
                  <a:pt x="136899" y="225799"/>
                </a:lnTo>
                <a:close/>
                <a:moveTo>
                  <a:pt x="92594" y="107295"/>
                </a:moveTo>
                <a:lnTo>
                  <a:pt x="93926" y="107802"/>
                </a:lnTo>
                <a:lnTo>
                  <a:pt x="91929" y="107549"/>
                </a:lnTo>
                <a:close/>
                <a:moveTo>
                  <a:pt x="24012" y="238813"/>
                </a:moveTo>
                <a:lnTo>
                  <a:pt x="26163" y="239611"/>
                </a:lnTo>
                <a:lnTo>
                  <a:pt x="22936" y="239212"/>
                </a:lnTo>
                <a:close/>
                <a:moveTo>
                  <a:pt x="116731" y="180543"/>
                </a:moveTo>
                <a:lnTo>
                  <a:pt x="118395" y="182246"/>
                </a:lnTo>
                <a:lnTo>
                  <a:pt x="115898" y="181395"/>
                </a:lnTo>
                <a:close/>
                <a:moveTo>
                  <a:pt x="132888" y="49794"/>
                </a:moveTo>
                <a:lnTo>
                  <a:pt x="134554" y="51476"/>
                </a:lnTo>
                <a:lnTo>
                  <a:pt x="132055" y="50635"/>
                </a:lnTo>
                <a:close/>
                <a:moveTo>
                  <a:pt x="53655" y="261835"/>
                </a:moveTo>
                <a:lnTo>
                  <a:pt x="54932" y="263028"/>
                </a:lnTo>
                <a:lnTo>
                  <a:pt x="53017" y="262431"/>
                </a:lnTo>
                <a:close/>
                <a:moveTo>
                  <a:pt x="125001" y="418184"/>
                </a:moveTo>
                <a:lnTo>
                  <a:pt x="126633" y="418854"/>
                </a:lnTo>
                <a:lnTo>
                  <a:pt x="124185" y="418519"/>
                </a:lnTo>
                <a:close/>
                <a:moveTo>
                  <a:pt x="46861" y="44786"/>
                </a:moveTo>
                <a:lnTo>
                  <a:pt x="47736" y="45792"/>
                </a:lnTo>
                <a:lnTo>
                  <a:pt x="46424" y="45289"/>
                </a:lnTo>
                <a:close/>
                <a:moveTo>
                  <a:pt x="56507" y="74637"/>
                </a:moveTo>
                <a:lnTo>
                  <a:pt x="57181" y="75410"/>
                </a:lnTo>
                <a:lnTo>
                  <a:pt x="56169" y="75023"/>
                </a:lnTo>
                <a:close/>
                <a:moveTo>
                  <a:pt x="90212" y="391056"/>
                </a:moveTo>
                <a:lnTo>
                  <a:pt x="91613" y="392164"/>
                </a:lnTo>
                <a:lnTo>
                  <a:pt x="89512" y="391610"/>
                </a:lnTo>
                <a:close/>
                <a:moveTo>
                  <a:pt x="1122" y="211967"/>
                </a:moveTo>
                <a:lnTo>
                  <a:pt x="2470" y="212484"/>
                </a:lnTo>
                <a:lnTo>
                  <a:pt x="448" y="212226"/>
                </a:lnTo>
                <a:close/>
                <a:moveTo>
                  <a:pt x="128022" y="249903"/>
                </a:moveTo>
                <a:lnTo>
                  <a:pt x="130163" y="250218"/>
                </a:lnTo>
                <a:lnTo>
                  <a:pt x="126952" y="250060"/>
                </a:lnTo>
                <a:close/>
                <a:moveTo>
                  <a:pt x="3276" y="124492"/>
                </a:moveTo>
                <a:lnTo>
                  <a:pt x="5005" y="125795"/>
                </a:lnTo>
                <a:lnTo>
                  <a:pt x="2411" y="125144"/>
                </a:lnTo>
                <a:close/>
                <a:moveTo>
                  <a:pt x="119411" y="321377"/>
                </a:moveTo>
                <a:lnTo>
                  <a:pt x="120588" y="322356"/>
                </a:lnTo>
                <a:lnTo>
                  <a:pt x="118823" y="321867"/>
                </a:lnTo>
                <a:close/>
                <a:moveTo>
                  <a:pt x="63953" y="362136"/>
                </a:moveTo>
                <a:lnTo>
                  <a:pt x="65407" y="363432"/>
                </a:lnTo>
                <a:lnTo>
                  <a:pt x="63226" y="362784"/>
                </a:lnTo>
                <a:close/>
                <a:moveTo>
                  <a:pt x="87975" y="862"/>
                </a:moveTo>
                <a:lnTo>
                  <a:pt x="89248" y="1422"/>
                </a:lnTo>
                <a:lnTo>
                  <a:pt x="87339" y="1142"/>
                </a:lnTo>
                <a:close/>
                <a:moveTo>
                  <a:pt x="95895" y="301834"/>
                </a:moveTo>
                <a:lnTo>
                  <a:pt x="96536" y="302703"/>
                </a:lnTo>
                <a:lnTo>
                  <a:pt x="95574" y="302268"/>
                </a:lnTo>
                <a:close/>
                <a:moveTo>
                  <a:pt x="57982" y="54086"/>
                </a:moveTo>
                <a:lnTo>
                  <a:pt x="58376" y="54476"/>
                </a:lnTo>
                <a:lnTo>
                  <a:pt x="57785" y="54281"/>
                </a:lnTo>
                <a:close/>
                <a:moveTo>
                  <a:pt x="117274" y="217870"/>
                </a:moveTo>
                <a:lnTo>
                  <a:pt x="118451" y="219474"/>
                </a:lnTo>
                <a:lnTo>
                  <a:pt x="116685" y="218672"/>
                </a:lnTo>
                <a:close/>
                <a:moveTo>
                  <a:pt x="24131" y="228210"/>
                </a:moveTo>
                <a:lnTo>
                  <a:pt x="25817" y="228599"/>
                </a:lnTo>
                <a:lnTo>
                  <a:pt x="23288" y="228405"/>
                </a:lnTo>
                <a:close/>
                <a:moveTo>
                  <a:pt x="88726" y="82496"/>
                </a:moveTo>
                <a:lnTo>
                  <a:pt x="89573" y="83261"/>
                </a:lnTo>
                <a:lnTo>
                  <a:pt x="88303" y="82879"/>
                </a:lnTo>
                <a:close/>
                <a:moveTo>
                  <a:pt x="10078" y="323109"/>
                </a:moveTo>
                <a:lnTo>
                  <a:pt x="11176" y="324413"/>
                </a:lnTo>
                <a:lnTo>
                  <a:pt x="9528" y="323761"/>
                </a:lnTo>
                <a:close/>
                <a:moveTo>
                  <a:pt x="24166" y="151322"/>
                </a:moveTo>
                <a:lnTo>
                  <a:pt x="25318" y="151925"/>
                </a:lnTo>
                <a:lnTo>
                  <a:pt x="23590" y="151623"/>
                </a:lnTo>
                <a:close/>
                <a:moveTo>
                  <a:pt x="108824" y="36594"/>
                </a:moveTo>
                <a:lnTo>
                  <a:pt x="110806" y="37884"/>
                </a:lnTo>
                <a:lnTo>
                  <a:pt x="107833" y="37239"/>
                </a:lnTo>
                <a:close/>
                <a:moveTo>
                  <a:pt x="84338" y="225037"/>
                </a:moveTo>
                <a:lnTo>
                  <a:pt x="85520" y="225829"/>
                </a:lnTo>
                <a:lnTo>
                  <a:pt x="83747" y="225433"/>
                </a:lnTo>
                <a:close/>
                <a:moveTo>
                  <a:pt x="132281" y="152321"/>
                </a:moveTo>
                <a:lnTo>
                  <a:pt x="133787" y="153631"/>
                </a:lnTo>
                <a:lnTo>
                  <a:pt x="131529" y="152976"/>
                </a:lnTo>
                <a:close/>
                <a:moveTo>
                  <a:pt x="18251" y="86099"/>
                </a:moveTo>
                <a:lnTo>
                  <a:pt x="19720" y="87028"/>
                </a:lnTo>
                <a:lnTo>
                  <a:pt x="17516" y="86564"/>
                </a:lnTo>
                <a:close/>
                <a:moveTo>
                  <a:pt x="111845" y="72658"/>
                </a:moveTo>
                <a:lnTo>
                  <a:pt x="112647" y="73334"/>
                </a:lnTo>
                <a:lnTo>
                  <a:pt x="111443" y="72996"/>
                </a:lnTo>
                <a:close/>
                <a:moveTo>
                  <a:pt x="124277" y="110382"/>
                </a:moveTo>
                <a:lnTo>
                  <a:pt x="125768" y="110930"/>
                </a:lnTo>
                <a:lnTo>
                  <a:pt x="123532" y="110656"/>
                </a:lnTo>
                <a:close/>
                <a:moveTo>
                  <a:pt x="94430" y="378647"/>
                </a:moveTo>
                <a:lnTo>
                  <a:pt x="95006" y="380031"/>
                </a:lnTo>
                <a:lnTo>
                  <a:pt x="94141" y="379339"/>
                </a:lnTo>
                <a:close/>
                <a:moveTo>
                  <a:pt x="136476" y="154577"/>
                </a:moveTo>
                <a:lnTo>
                  <a:pt x="137125" y="155704"/>
                </a:lnTo>
                <a:lnTo>
                  <a:pt x="136152" y="155140"/>
                </a:lnTo>
                <a:close/>
                <a:moveTo>
                  <a:pt x="138048" y="46990"/>
                </a:moveTo>
                <a:lnTo>
                  <a:pt x="139024" y="47554"/>
                </a:lnTo>
                <a:lnTo>
                  <a:pt x="137560" y="47272"/>
                </a:lnTo>
                <a:close/>
                <a:moveTo>
                  <a:pt x="76269" y="88956"/>
                </a:moveTo>
                <a:lnTo>
                  <a:pt x="77208" y="89637"/>
                </a:lnTo>
                <a:lnTo>
                  <a:pt x="75799" y="89297"/>
                </a:lnTo>
                <a:close/>
                <a:moveTo>
                  <a:pt x="100341" y="449059"/>
                </a:moveTo>
                <a:lnTo>
                  <a:pt x="101657" y="449985"/>
                </a:lnTo>
                <a:lnTo>
                  <a:pt x="99683" y="449522"/>
                </a:lnTo>
                <a:close/>
                <a:moveTo>
                  <a:pt x="54401" y="251103"/>
                </a:moveTo>
                <a:lnTo>
                  <a:pt x="55883" y="251588"/>
                </a:lnTo>
                <a:lnTo>
                  <a:pt x="53660" y="251346"/>
                </a:lnTo>
                <a:close/>
                <a:moveTo>
                  <a:pt x="128421" y="11140"/>
                </a:moveTo>
                <a:lnTo>
                  <a:pt x="129840" y="12935"/>
                </a:lnTo>
                <a:lnTo>
                  <a:pt x="127712" y="12037"/>
                </a:lnTo>
                <a:close/>
                <a:moveTo>
                  <a:pt x="53536" y="398825"/>
                </a:moveTo>
                <a:lnTo>
                  <a:pt x="54753" y="400152"/>
                </a:lnTo>
                <a:lnTo>
                  <a:pt x="52928" y="399489"/>
                </a:lnTo>
                <a:close/>
                <a:moveTo>
                  <a:pt x="126515" y="205180"/>
                </a:moveTo>
                <a:lnTo>
                  <a:pt x="127217" y="206192"/>
                </a:lnTo>
                <a:lnTo>
                  <a:pt x="126164" y="205686"/>
                </a:lnTo>
                <a:close/>
                <a:moveTo>
                  <a:pt x="118312" y="115347"/>
                </a:moveTo>
                <a:lnTo>
                  <a:pt x="120240" y="116502"/>
                </a:lnTo>
                <a:lnTo>
                  <a:pt x="117347" y="115924"/>
                </a:lnTo>
                <a:close/>
                <a:moveTo>
                  <a:pt x="98720" y="231807"/>
                </a:moveTo>
                <a:lnTo>
                  <a:pt x="99962" y="232738"/>
                </a:lnTo>
                <a:lnTo>
                  <a:pt x="98098" y="232272"/>
                </a:lnTo>
                <a:close/>
                <a:moveTo>
                  <a:pt x="13678" y="12455"/>
                </a:moveTo>
                <a:lnTo>
                  <a:pt x="14268" y="13343"/>
                </a:lnTo>
                <a:lnTo>
                  <a:pt x="13382" y="12899"/>
                </a:lnTo>
                <a:close/>
                <a:moveTo>
                  <a:pt x="127730" y="211875"/>
                </a:moveTo>
                <a:lnTo>
                  <a:pt x="128901" y="213223"/>
                </a:lnTo>
                <a:lnTo>
                  <a:pt x="127145" y="212549"/>
                </a:lnTo>
                <a:close/>
                <a:moveTo>
                  <a:pt x="60295" y="221992"/>
                </a:moveTo>
                <a:lnTo>
                  <a:pt x="60734" y="223404"/>
                </a:lnTo>
                <a:lnTo>
                  <a:pt x="60075" y="222698"/>
                </a:lnTo>
                <a:close/>
                <a:moveTo>
                  <a:pt x="121264" y="359982"/>
                </a:moveTo>
                <a:lnTo>
                  <a:pt x="123343" y="361681"/>
                </a:lnTo>
                <a:lnTo>
                  <a:pt x="120224" y="360831"/>
                </a:lnTo>
                <a:close/>
                <a:moveTo>
                  <a:pt x="85769" y="177662"/>
                </a:moveTo>
                <a:lnTo>
                  <a:pt x="86944" y="178409"/>
                </a:lnTo>
                <a:lnTo>
                  <a:pt x="85181" y="178035"/>
                </a:lnTo>
                <a:close/>
                <a:moveTo>
                  <a:pt x="127947" y="247929"/>
                </a:moveTo>
                <a:lnTo>
                  <a:pt x="129783" y="249562"/>
                </a:lnTo>
                <a:lnTo>
                  <a:pt x="127029" y="248746"/>
                </a:lnTo>
                <a:close/>
                <a:moveTo>
                  <a:pt x="59940" y="58618"/>
                </a:moveTo>
                <a:lnTo>
                  <a:pt x="61704" y="59656"/>
                </a:lnTo>
                <a:lnTo>
                  <a:pt x="59058" y="59137"/>
                </a:lnTo>
                <a:close/>
                <a:moveTo>
                  <a:pt x="90808" y="465209"/>
                </a:moveTo>
                <a:lnTo>
                  <a:pt x="92570" y="466873"/>
                </a:lnTo>
                <a:lnTo>
                  <a:pt x="89927" y="466041"/>
                </a:lnTo>
                <a:close/>
                <a:moveTo>
                  <a:pt x="57909" y="58829"/>
                </a:moveTo>
                <a:lnTo>
                  <a:pt x="58986" y="60540"/>
                </a:lnTo>
                <a:lnTo>
                  <a:pt x="57370" y="59684"/>
                </a:lnTo>
                <a:close/>
                <a:moveTo>
                  <a:pt x="123418" y="291576"/>
                </a:moveTo>
                <a:lnTo>
                  <a:pt x="124853" y="292525"/>
                </a:lnTo>
                <a:lnTo>
                  <a:pt x="122700" y="292050"/>
                </a:lnTo>
                <a:close/>
                <a:moveTo>
                  <a:pt x="82181" y="213353"/>
                </a:moveTo>
                <a:lnTo>
                  <a:pt x="83068" y="215110"/>
                </a:lnTo>
                <a:lnTo>
                  <a:pt x="81738" y="214232"/>
                </a:lnTo>
                <a:close/>
                <a:moveTo>
                  <a:pt x="105732" y="403026"/>
                </a:moveTo>
                <a:lnTo>
                  <a:pt x="107597" y="404334"/>
                </a:lnTo>
                <a:lnTo>
                  <a:pt x="104800" y="403680"/>
                </a:lnTo>
                <a:close/>
                <a:moveTo>
                  <a:pt x="74911" y="186897"/>
                </a:moveTo>
                <a:lnTo>
                  <a:pt x="75985" y="187486"/>
                </a:lnTo>
                <a:lnTo>
                  <a:pt x="74374" y="187191"/>
                </a:lnTo>
                <a:close/>
                <a:moveTo>
                  <a:pt x="64187" y="348502"/>
                </a:moveTo>
                <a:lnTo>
                  <a:pt x="66126" y="349509"/>
                </a:lnTo>
                <a:lnTo>
                  <a:pt x="63218" y="349006"/>
                </a:lnTo>
                <a:close/>
                <a:moveTo>
                  <a:pt x="72606" y="107518"/>
                </a:moveTo>
                <a:lnTo>
                  <a:pt x="73446" y="108192"/>
                </a:lnTo>
                <a:lnTo>
                  <a:pt x="72185" y="107855"/>
                </a:lnTo>
                <a:close/>
                <a:moveTo>
                  <a:pt x="87892" y="279571"/>
                </a:moveTo>
                <a:lnTo>
                  <a:pt x="89620" y="280672"/>
                </a:lnTo>
                <a:lnTo>
                  <a:pt x="87027" y="280121"/>
                </a:lnTo>
                <a:close/>
                <a:moveTo>
                  <a:pt x="25030" y="96531"/>
                </a:moveTo>
                <a:lnTo>
                  <a:pt x="26353" y="97538"/>
                </a:lnTo>
                <a:lnTo>
                  <a:pt x="24368" y="97034"/>
                </a:lnTo>
                <a:close/>
                <a:moveTo>
                  <a:pt x="77418" y="144712"/>
                </a:moveTo>
                <a:lnTo>
                  <a:pt x="79367" y="146036"/>
                </a:lnTo>
                <a:lnTo>
                  <a:pt x="76444" y="145374"/>
                </a:lnTo>
                <a:close/>
                <a:moveTo>
                  <a:pt x="24029" y="326514"/>
                </a:moveTo>
                <a:lnTo>
                  <a:pt x="25350" y="327725"/>
                </a:lnTo>
                <a:lnTo>
                  <a:pt x="23368" y="327120"/>
                </a:lnTo>
                <a:close/>
                <a:moveTo>
                  <a:pt x="10295" y="213673"/>
                </a:moveTo>
                <a:lnTo>
                  <a:pt x="11472" y="215081"/>
                </a:lnTo>
                <a:lnTo>
                  <a:pt x="9706" y="214377"/>
                </a:lnTo>
                <a:close/>
                <a:moveTo>
                  <a:pt x="55982" y="112418"/>
                </a:moveTo>
                <a:lnTo>
                  <a:pt x="57309" y="113538"/>
                </a:lnTo>
                <a:lnTo>
                  <a:pt x="55318" y="112978"/>
                </a:lnTo>
                <a:close/>
                <a:moveTo>
                  <a:pt x="45413" y="20661"/>
                </a:moveTo>
                <a:lnTo>
                  <a:pt x="46001" y="21862"/>
                </a:lnTo>
                <a:lnTo>
                  <a:pt x="45119" y="21262"/>
                </a:lnTo>
                <a:close/>
                <a:moveTo>
                  <a:pt x="82705" y="31333"/>
                </a:moveTo>
                <a:lnTo>
                  <a:pt x="84167" y="31635"/>
                </a:lnTo>
                <a:lnTo>
                  <a:pt x="81975" y="31484"/>
                </a:lnTo>
                <a:close/>
                <a:moveTo>
                  <a:pt x="99852" y="97803"/>
                </a:moveTo>
                <a:lnTo>
                  <a:pt x="101517" y="99588"/>
                </a:lnTo>
                <a:lnTo>
                  <a:pt x="99019" y="98696"/>
                </a:lnTo>
                <a:close/>
                <a:moveTo>
                  <a:pt x="43174" y="150701"/>
                </a:moveTo>
                <a:lnTo>
                  <a:pt x="45233" y="152393"/>
                </a:lnTo>
                <a:lnTo>
                  <a:pt x="42144" y="151547"/>
                </a:lnTo>
                <a:close/>
                <a:moveTo>
                  <a:pt x="78669" y="117071"/>
                </a:moveTo>
                <a:lnTo>
                  <a:pt x="80778" y="117570"/>
                </a:lnTo>
                <a:lnTo>
                  <a:pt x="77615" y="117321"/>
                </a:lnTo>
                <a:close/>
                <a:moveTo>
                  <a:pt x="105439" y="232556"/>
                </a:moveTo>
                <a:lnTo>
                  <a:pt x="107140" y="233519"/>
                </a:lnTo>
                <a:lnTo>
                  <a:pt x="104588" y="233038"/>
                </a:lnTo>
                <a:close/>
                <a:moveTo>
                  <a:pt x="63636" y="314863"/>
                </a:moveTo>
                <a:lnTo>
                  <a:pt x="65120" y="315522"/>
                </a:lnTo>
                <a:lnTo>
                  <a:pt x="62893" y="315192"/>
                </a:lnTo>
                <a:close/>
                <a:moveTo>
                  <a:pt x="60167" y="174233"/>
                </a:moveTo>
                <a:lnTo>
                  <a:pt x="60703" y="174829"/>
                </a:lnTo>
                <a:lnTo>
                  <a:pt x="59899" y="174531"/>
                </a:lnTo>
                <a:close/>
                <a:moveTo>
                  <a:pt x="20379" y="47594"/>
                </a:moveTo>
                <a:lnTo>
                  <a:pt x="22447" y="48635"/>
                </a:lnTo>
                <a:lnTo>
                  <a:pt x="19345" y="48115"/>
                </a:lnTo>
                <a:close/>
                <a:moveTo>
                  <a:pt x="53776" y="460106"/>
                </a:moveTo>
                <a:lnTo>
                  <a:pt x="55885" y="460853"/>
                </a:lnTo>
                <a:lnTo>
                  <a:pt x="52721" y="460479"/>
                </a:lnTo>
                <a:close/>
                <a:moveTo>
                  <a:pt x="70844" y="138808"/>
                </a:moveTo>
                <a:lnTo>
                  <a:pt x="72869" y="140271"/>
                </a:lnTo>
                <a:lnTo>
                  <a:pt x="69831" y="139539"/>
                </a:lnTo>
                <a:close/>
                <a:moveTo>
                  <a:pt x="60704" y="112057"/>
                </a:moveTo>
                <a:lnTo>
                  <a:pt x="62734" y="112973"/>
                </a:lnTo>
                <a:lnTo>
                  <a:pt x="59689" y="112515"/>
                </a:lnTo>
                <a:close/>
                <a:moveTo>
                  <a:pt x="89316" y="431900"/>
                </a:moveTo>
                <a:lnTo>
                  <a:pt x="91409" y="433257"/>
                </a:lnTo>
                <a:lnTo>
                  <a:pt x="88270" y="432579"/>
                </a:lnTo>
                <a:close/>
                <a:moveTo>
                  <a:pt x="67398" y="71288"/>
                </a:moveTo>
                <a:lnTo>
                  <a:pt x="68329" y="72141"/>
                </a:lnTo>
                <a:lnTo>
                  <a:pt x="66933" y="71715"/>
                </a:lnTo>
                <a:close/>
                <a:moveTo>
                  <a:pt x="108064" y="196134"/>
                </a:moveTo>
                <a:lnTo>
                  <a:pt x="108760" y="197805"/>
                </a:lnTo>
                <a:lnTo>
                  <a:pt x="107716" y="196970"/>
                </a:lnTo>
                <a:close/>
                <a:moveTo>
                  <a:pt x="45627" y="468673"/>
                </a:moveTo>
                <a:lnTo>
                  <a:pt x="46372" y="470420"/>
                </a:lnTo>
                <a:lnTo>
                  <a:pt x="45254" y="469546"/>
                </a:lnTo>
                <a:close/>
                <a:moveTo>
                  <a:pt x="33904" y="143740"/>
                </a:moveTo>
                <a:lnTo>
                  <a:pt x="34521" y="144348"/>
                </a:lnTo>
                <a:lnTo>
                  <a:pt x="33596" y="144044"/>
                </a:lnTo>
                <a:close/>
                <a:moveTo>
                  <a:pt x="70068" y="19616"/>
                </a:moveTo>
                <a:lnTo>
                  <a:pt x="70983" y="20443"/>
                </a:lnTo>
                <a:lnTo>
                  <a:pt x="69610" y="20030"/>
                </a:lnTo>
                <a:close/>
                <a:moveTo>
                  <a:pt x="142347" y="169789"/>
                </a:moveTo>
                <a:lnTo>
                  <a:pt x="143404" y="170875"/>
                </a:lnTo>
                <a:lnTo>
                  <a:pt x="141819" y="170332"/>
                </a:lnTo>
                <a:close/>
                <a:moveTo>
                  <a:pt x="5948" y="177037"/>
                </a:moveTo>
                <a:lnTo>
                  <a:pt x="8123" y="178075"/>
                </a:lnTo>
                <a:lnTo>
                  <a:pt x="4860" y="177556"/>
                </a:lnTo>
                <a:close/>
                <a:moveTo>
                  <a:pt x="52066" y="31312"/>
                </a:moveTo>
                <a:lnTo>
                  <a:pt x="52605" y="31803"/>
                </a:lnTo>
                <a:lnTo>
                  <a:pt x="51797" y="31557"/>
                </a:lnTo>
                <a:close/>
                <a:moveTo>
                  <a:pt x="101506" y="53016"/>
                </a:moveTo>
                <a:lnTo>
                  <a:pt x="103102" y="53550"/>
                </a:lnTo>
                <a:lnTo>
                  <a:pt x="100708" y="53283"/>
                </a:lnTo>
                <a:close/>
                <a:moveTo>
                  <a:pt x="88625" y="437930"/>
                </a:moveTo>
                <a:lnTo>
                  <a:pt x="89301" y="439090"/>
                </a:lnTo>
                <a:lnTo>
                  <a:pt x="88287" y="438510"/>
                </a:lnTo>
                <a:close/>
                <a:moveTo>
                  <a:pt x="47280" y="256216"/>
                </a:moveTo>
                <a:lnTo>
                  <a:pt x="47782" y="257650"/>
                </a:lnTo>
                <a:lnTo>
                  <a:pt x="47029" y="256933"/>
                </a:lnTo>
                <a:close/>
                <a:moveTo>
                  <a:pt x="122605" y="61619"/>
                </a:moveTo>
                <a:lnTo>
                  <a:pt x="123926" y="63055"/>
                </a:lnTo>
                <a:lnTo>
                  <a:pt x="121944" y="62337"/>
                </a:lnTo>
                <a:close/>
                <a:moveTo>
                  <a:pt x="18228" y="258543"/>
                </a:moveTo>
                <a:lnTo>
                  <a:pt x="19152" y="259939"/>
                </a:lnTo>
                <a:lnTo>
                  <a:pt x="17765" y="259241"/>
                </a:lnTo>
                <a:close/>
                <a:moveTo>
                  <a:pt x="53055" y="461066"/>
                </a:moveTo>
                <a:lnTo>
                  <a:pt x="54535" y="462552"/>
                </a:lnTo>
                <a:lnTo>
                  <a:pt x="52314" y="461809"/>
                </a:lnTo>
                <a:close/>
                <a:moveTo>
                  <a:pt x="63550" y="222311"/>
                </a:moveTo>
                <a:lnTo>
                  <a:pt x="64138" y="223208"/>
                </a:lnTo>
                <a:lnTo>
                  <a:pt x="63257" y="222760"/>
                </a:lnTo>
                <a:close/>
                <a:moveTo>
                  <a:pt x="73925" y="89389"/>
                </a:moveTo>
                <a:lnTo>
                  <a:pt x="75996" y="90466"/>
                </a:lnTo>
                <a:lnTo>
                  <a:pt x="72889" y="89927"/>
                </a:lnTo>
                <a:close/>
                <a:moveTo>
                  <a:pt x="29608" y="233535"/>
                </a:moveTo>
                <a:lnTo>
                  <a:pt x="30032" y="234737"/>
                </a:lnTo>
                <a:lnTo>
                  <a:pt x="29396" y="234136"/>
                </a:lnTo>
                <a:close/>
                <a:moveTo>
                  <a:pt x="19683" y="238728"/>
                </a:moveTo>
                <a:lnTo>
                  <a:pt x="21395" y="239629"/>
                </a:lnTo>
                <a:lnTo>
                  <a:pt x="18826" y="239179"/>
                </a:lnTo>
                <a:close/>
                <a:moveTo>
                  <a:pt x="75798" y="378091"/>
                </a:moveTo>
                <a:lnTo>
                  <a:pt x="77343" y="379529"/>
                </a:lnTo>
                <a:lnTo>
                  <a:pt x="75026" y="378810"/>
                </a:lnTo>
                <a:close/>
                <a:moveTo>
                  <a:pt x="81025" y="65209"/>
                </a:moveTo>
                <a:lnTo>
                  <a:pt x="82969" y="66864"/>
                </a:lnTo>
                <a:lnTo>
                  <a:pt x="80053" y="66037"/>
                </a:lnTo>
                <a:close/>
                <a:moveTo>
                  <a:pt x="92524" y="381217"/>
                </a:moveTo>
                <a:lnTo>
                  <a:pt x="93968" y="382993"/>
                </a:lnTo>
                <a:lnTo>
                  <a:pt x="91802" y="382105"/>
                </a:lnTo>
                <a:close/>
                <a:moveTo>
                  <a:pt x="113854" y="210193"/>
                </a:moveTo>
                <a:lnTo>
                  <a:pt x="115938" y="211920"/>
                </a:lnTo>
                <a:lnTo>
                  <a:pt x="112812" y="211057"/>
                </a:lnTo>
                <a:close/>
                <a:moveTo>
                  <a:pt x="44216" y="14851"/>
                </a:moveTo>
                <a:lnTo>
                  <a:pt x="44817" y="16426"/>
                </a:lnTo>
                <a:lnTo>
                  <a:pt x="43915" y="15639"/>
                </a:lnTo>
                <a:close/>
                <a:moveTo>
                  <a:pt x="69446" y="321168"/>
                </a:moveTo>
                <a:lnTo>
                  <a:pt x="69903" y="321878"/>
                </a:lnTo>
                <a:lnTo>
                  <a:pt x="69217" y="321523"/>
                </a:lnTo>
                <a:close/>
                <a:moveTo>
                  <a:pt x="22024" y="429205"/>
                </a:moveTo>
                <a:lnTo>
                  <a:pt x="23589" y="430049"/>
                </a:lnTo>
                <a:lnTo>
                  <a:pt x="21242" y="429627"/>
                </a:lnTo>
                <a:close/>
                <a:moveTo>
                  <a:pt x="123230" y="280685"/>
                </a:moveTo>
                <a:lnTo>
                  <a:pt x="124323" y="281432"/>
                </a:lnTo>
                <a:lnTo>
                  <a:pt x="122683" y="281059"/>
                </a:lnTo>
                <a:close/>
                <a:moveTo>
                  <a:pt x="106533" y="131898"/>
                </a:moveTo>
                <a:lnTo>
                  <a:pt x="108223" y="132730"/>
                </a:lnTo>
                <a:lnTo>
                  <a:pt x="105688" y="132314"/>
                </a:lnTo>
                <a:close/>
                <a:moveTo>
                  <a:pt x="67390" y="316838"/>
                </a:moveTo>
                <a:lnTo>
                  <a:pt x="68226" y="318548"/>
                </a:lnTo>
                <a:lnTo>
                  <a:pt x="66973" y="317693"/>
                </a:lnTo>
                <a:close/>
                <a:moveTo>
                  <a:pt x="30384" y="282047"/>
                </a:moveTo>
                <a:lnTo>
                  <a:pt x="30903" y="283769"/>
                </a:lnTo>
                <a:lnTo>
                  <a:pt x="30125" y="282908"/>
                </a:lnTo>
                <a:close/>
                <a:moveTo>
                  <a:pt x="75764" y="229145"/>
                </a:moveTo>
                <a:lnTo>
                  <a:pt x="76515" y="229878"/>
                </a:lnTo>
                <a:lnTo>
                  <a:pt x="75388" y="229512"/>
                </a:lnTo>
                <a:close/>
                <a:moveTo>
                  <a:pt x="45172" y="276503"/>
                </a:moveTo>
                <a:lnTo>
                  <a:pt x="46729" y="277067"/>
                </a:lnTo>
                <a:lnTo>
                  <a:pt x="44394" y="276785"/>
                </a:lnTo>
                <a:close/>
                <a:moveTo>
                  <a:pt x="57314" y="424620"/>
                </a:moveTo>
                <a:lnTo>
                  <a:pt x="59411" y="426101"/>
                </a:lnTo>
                <a:lnTo>
                  <a:pt x="56265" y="425360"/>
                </a:lnTo>
                <a:close/>
                <a:moveTo>
                  <a:pt x="85904" y="334729"/>
                </a:moveTo>
                <a:lnTo>
                  <a:pt x="87371" y="336018"/>
                </a:lnTo>
                <a:lnTo>
                  <a:pt x="85171" y="335373"/>
                </a:lnTo>
                <a:close/>
                <a:moveTo>
                  <a:pt x="49768" y="70466"/>
                </a:moveTo>
                <a:lnTo>
                  <a:pt x="51361" y="71152"/>
                </a:lnTo>
                <a:lnTo>
                  <a:pt x="48971" y="70809"/>
                </a:lnTo>
                <a:close/>
                <a:moveTo>
                  <a:pt x="82728" y="142568"/>
                </a:moveTo>
                <a:lnTo>
                  <a:pt x="83796" y="144180"/>
                </a:lnTo>
                <a:lnTo>
                  <a:pt x="82194" y="143374"/>
                </a:lnTo>
                <a:close/>
                <a:moveTo>
                  <a:pt x="15030" y="41145"/>
                </a:moveTo>
                <a:lnTo>
                  <a:pt x="15991" y="42592"/>
                </a:lnTo>
                <a:lnTo>
                  <a:pt x="14549" y="41868"/>
                </a:lnTo>
                <a:close/>
                <a:moveTo>
                  <a:pt x="121601" y="408637"/>
                </a:moveTo>
                <a:lnTo>
                  <a:pt x="123059" y="409988"/>
                </a:lnTo>
                <a:lnTo>
                  <a:pt x="120872" y="409313"/>
                </a:lnTo>
                <a:close/>
                <a:moveTo>
                  <a:pt x="113383" y="124942"/>
                </a:moveTo>
                <a:lnTo>
                  <a:pt x="115330" y="125686"/>
                </a:lnTo>
                <a:lnTo>
                  <a:pt x="112409" y="125314"/>
                </a:lnTo>
                <a:close/>
                <a:moveTo>
                  <a:pt x="12703" y="276012"/>
                </a:moveTo>
                <a:lnTo>
                  <a:pt x="13516" y="276838"/>
                </a:lnTo>
                <a:lnTo>
                  <a:pt x="12297" y="276425"/>
                </a:lnTo>
                <a:close/>
                <a:moveTo>
                  <a:pt x="67503" y="70756"/>
                </a:moveTo>
                <a:lnTo>
                  <a:pt x="67989" y="71548"/>
                </a:lnTo>
                <a:lnTo>
                  <a:pt x="67260" y="71152"/>
                </a:lnTo>
                <a:close/>
                <a:moveTo>
                  <a:pt x="95900" y="54701"/>
                </a:moveTo>
                <a:lnTo>
                  <a:pt x="98043" y="55373"/>
                </a:lnTo>
                <a:lnTo>
                  <a:pt x="94829" y="55037"/>
                </a:lnTo>
                <a:close/>
                <a:moveTo>
                  <a:pt x="58573" y="57447"/>
                </a:moveTo>
                <a:lnTo>
                  <a:pt x="60745" y="57762"/>
                </a:lnTo>
                <a:lnTo>
                  <a:pt x="57487" y="57605"/>
                </a:lnTo>
                <a:close/>
                <a:moveTo>
                  <a:pt x="137282" y="434617"/>
                </a:moveTo>
                <a:lnTo>
                  <a:pt x="139204" y="435715"/>
                </a:lnTo>
                <a:lnTo>
                  <a:pt x="136322" y="435166"/>
                </a:lnTo>
                <a:close/>
                <a:moveTo>
                  <a:pt x="60603" y="101645"/>
                </a:moveTo>
                <a:lnTo>
                  <a:pt x="61463" y="102511"/>
                </a:lnTo>
                <a:lnTo>
                  <a:pt x="60174" y="102078"/>
                </a:lnTo>
                <a:close/>
                <a:moveTo>
                  <a:pt x="86095" y="9006"/>
                </a:moveTo>
                <a:lnTo>
                  <a:pt x="88196" y="10707"/>
                </a:lnTo>
                <a:lnTo>
                  <a:pt x="85045" y="9857"/>
                </a:lnTo>
                <a:close/>
                <a:moveTo>
                  <a:pt x="22300" y="240140"/>
                </a:moveTo>
                <a:lnTo>
                  <a:pt x="23901" y="241364"/>
                </a:lnTo>
                <a:lnTo>
                  <a:pt x="21499" y="240752"/>
                </a:lnTo>
                <a:close/>
                <a:moveTo>
                  <a:pt x="68755" y="159600"/>
                </a:moveTo>
                <a:lnTo>
                  <a:pt x="70738" y="161007"/>
                </a:lnTo>
                <a:lnTo>
                  <a:pt x="67763" y="160303"/>
                </a:lnTo>
                <a:close/>
                <a:moveTo>
                  <a:pt x="133576" y="392044"/>
                </a:moveTo>
                <a:lnTo>
                  <a:pt x="135502" y="393080"/>
                </a:lnTo>
                <a:lnTo>
                  <a:pt x="132613" y="392562"/>
                </a:lnTo>
                <a:close/>
                <a:moveTo>
                  <a:pt x="75462" y="207155"/>
                </a:moveTo>
                <a:lnTo>
                  <a:pt x="76913" y="208319"/>
                </a:lnTo>
                <a:lnTo>
                  <a:pt x="74737" y="207737"/>
                </a:lnTo>
                <a:close/>
                <a:moveTo>
                  <a:pt x="124120" y="316964"/>
                </a:moveTo>
                <a:lnTo>
                  <a:pt x="125392" y="318314"/>
                </a:lnTo>
                <a:lnTo>
                  <a:pt x="123484" y="317639"/>
                </a:lnTo>
                <a:close/>
                <a:moveTo>
                  <a:pt x="107262" y="398067"/>
                </a:moveTo>
                <a:lnTo>
                  <a:pt x="108763" y="399704"/>
                </a:lnTo>
                <a:lnTo>
                  <a:pt x="106512" y="398886"/>
                </a:lnTo>
                <a:close/>
                <a:moveTo>
                  <a:pt x="1699" y="405169"/>
                </a:moveTo>
                <a:lnTo>
                  <a:pt x="3587" y="406377"/>
                </a:lnTo>
                <a:lnTo>
                  <a:pt x="755" y="405773"/>
                </a:lnTo>
                <a:close/>
                <a:moveTo>
                  <a:pt x="110108" y="458452"/>
                </a:moveTo>
                <a:lnTo>
                  <a:pt x="111822" y="458791"/>
                </a:lnTo>
                <a:lnTo>
                  <a:pt x="109251" y="458621"/>
                </a:lnTo>
                <a:close/>
                <a:moveTo>
                  <a:pt x="1602" y="340246"/>
                </a:moveTo>
                <a:lnTo>
                  <a:pt x="2471" y="342009"/>
                </a:lnTo>
                <a:lnTo>
                  <a:pt x="1167" y="341128"/>
                </a:lnTo>
                <a:close/>
                <a:moveTo>
                  <a:pt x="116027" y="316954"/>
                </a:moveTo>
                <a:lnTo>
                  <a:pt x="117529" y="317393"/>
                </a:lnTo>
                <a:lnTo>
                  <a:pt x="115276" y="317173"/>
                </a:lnTo>
                <a:close/>
                <a:moveTo>
                  <a:pt x="85825" y="390229"/>
                </a:moveTo>
                <a:lnTo>
                  <a:pt x="86544" y="390720"/>
                </a:lnTo>
                <a:lnTo>
                  <a:pt x="85466" y="390475"/>
                </a:lnTo>
                <a:close/>
                <a:moveTo>
                  <a:pt x="68087" y="249448"/>
                </a:moveTo>
                <a:lnTo>
                  <a:pt x="69080" y="250098"/>
                </a:lnTo>
                <a:lnTo>
                  <a:pt x="67590" y="249773"/>
                </a:lnTo>
                <a:close/>
                <a:moveTo>
                  <a:pt x="143795" y="438950"/>
                </a:moveTo>
                <a:lnTo>
                  <a:pt x="144193" y="439722"/>
                </a:lnTo>
                <a:lnTo>
                  <a:pt x="143596" y="439336"/>
                </a:lnTo>
                <a:close/>
                <a:moveTo>
                  <a:pt x="89701" y="288889"/>
                </a:moveTo>
                <a:lnTo>
                  <a:pt x="91633" y="290486"/>
                </a:lnTo>
                <a:lnTo>
                  <a:pt x="88735" y="289688"/>
                </a:lnTo>
                <a:close/>
                <a:moveTo>
                  <a:pt x="14946" y="39387"/>
                </a:moveTo>
                <a:lnTo>
                  <a:pt x="15934" y="41090"/>
                </a:lnTo>
                <a:lnTo>
                  <a:pt x="14451" y="40239"/>
                </a:lnTo>
                <a:close/>
                <a:moveTo>
                  <a:pt x="55675" y="96327"/>
                </a:moveTo>
                <a:lnTo>
                  <a:pt x="56521" y="97980"/>
                </a:lnTo>
                <a:lnTo>
                  <a:pt x="55252" y="97154"/>
                </a:lnTo>
                <a:close/>
                <a:moveTo>
                  <a:pt x="26599" y="135336"/>
                </a:moveTo>
                <a:lnTo>
                  <a:pt x="28366" y="136474"/>
                </a:lnTo>
                <a:lnTo>
                  <a:pt x="25715" y="135905"/>
                </a:lnTo>
                <a:close/>
                <a:moveTo>
                  <a:pt x="41522" y="342523"/>
                </a:moveTo>
                <a:lnTo>
                  <a:pt x="43647" y="344132"/>
                </a:lnTo>
                <a:lnTo>
                  <a:pt x="40460" y="343328"/>
                </a:lnTo>
                <a:close/>
                <a:moveTo>
                  <a:pt x="133716" y="100933"/>
                </a:moveTo>
                <a:lnTo>
                  <a:pt x="135723" y="101352"/>
                </a:lnTo>
                <a:lnTo>
                  <a:pt x="132712" y="101143"/>
                </a:lnTo>
                <a:close/>
                <a:moveTo>
                  <a:pt x="31677" y="329585"/>
                </a:moveTo>
                <a:lnTo>
                  <a:pt x="33545" y="330569"/>
                </a:lnTo>
                <a:lnTo>
                  <a:pt x="30744" y="330077"/>
                </a:lnTo>
                <a:close/>
                <a:moveTo>
                  <a:pt x="35287" y="378120"/>
                </a:moveTo>
                <a:lnTo>
                  <a:pt x="36032" y="379703"/>
                </a:lnTo>
                <a:lnTo>
                  <a:pt x="34915" y="378912"/>
                </a:lnTo>
                <a:close/>
                <a:moveTo>
                  <a:pt x="61495" y="355751"/>
                </a:moveTo>
                <a:lnTo>
                  <a:pt x="63043" y="356261"/>
                </a:lnTo>
                <a:lnTo>
                  <a:pt x="60721" y="356006"/>
                </a:lnTo>
                <a:close/>
                <a:moveTo>
                  <a:pt x="131503" y="295051"/>
                </a:moveTo>
                <a:lnTo>
                  <a:pt x="132528" y="295864"/>
                </a:lnTo>
                <a:lnTo>
                  <a:pt x="130990" y="295458"/>
                </a:lnTo>
                <a:close/>
                <a:moveTo>
                  <a:pt x="94250" y="33645"/>
                </a:moveTo>
                <a:lnTo>
                  <a:pt x="95194" y="35402"/>
                </a:lnTo>
                <a:lnTo>
                  <a:pt x="93778" y="34524"/>
                </a:lnTo>
                <a:close/>
                <a:moveTo>
                  <a:pt x="68624" y="27994"/>
                </a:moveTo>
                <a:lnTo>
                  <a:pt x="70030" y="29299"/>
                </a:lnTo>
                <a:lnTo>
                  <a:pt x="67921" y="28647"/>
                </a:lnTo>
                <a:close/>
                <a:moveTo>
                  <a:pt x="91425" y="211480"/>
                </a:moveTo>
                <a:lnTo>
                  <a:pt x="92949" y="211912"/>
                </a:lnTo>
                <a:lnTo>
                  <a:pt x="90662" y="211696"/>
                </a:lnTo>
                <a:close/>
                <a:moveTo>
                  <a:pt x="91342" y="143766"/>
                </a:moveTo>
                <a:lnTo>
                  <a:pt x="91964" y="144086"/>
                </a:lnTo>
                <a:lnTo>
                  <a:pt x="91030" y="143926"/>
                </a:lnTo>
                <a:close/>
                <a:moveTo>
                  <a:pt x="46423" y="177630"/>
                </a:moveTo>
                <a:lnTo>
                  <a:pt x="47596" y="179271"/>
                </a:lnTo>
                <a:lnTo>
                  <a:pt x="45837" y="178451"/>
                </a:lnTo>
                <a:close/>
                <a:moveTo>
                  <a:pt x="89863" y="466113"/>
                </a:moveTo>
                <a:lnTo>
                  <a:pt x="90676" y="466766"/>
                </a:lnTo>
                <a:lnTo>
                  <a:pt x="89456" y="466440"/>
                </a:lnTo>
                <a:close/>
                <a:moveTo>
                  <a:pt x="16840" y="7333"/>
                </a:moveTo>
                <a:lnTo>
                  <a:pt x="18790" y="8803"/>
                </a:lnTo>
                <a:lnTo>
                  <a:pt x="15865" y="8068"/>
                </a:lnTo>
                <a:close/>
                <a:moveTo>
                  <a:pt x="107009" y="432956"/>
                </a:moveTo>
                <a:lnTo>
                  <a:pt x="109204" y="433605"/>
                </a:lnTo>
                <a:lnTo>
                  <a:pt x="105911" y="433281"/>
                </a:lnTo>
                <a:close/>
                <a:moveTo>
                  <a:pt x="64954" y="134340"/>
                </a:moveTo>
                <a:lnTo>
                  <a:pt x="66392" y="134890"/>
                </a:lnTo>
                <a:lnTo>
                  <a:pt x="64235" y="134615"/>
                </a:lnTo>
                <a:close/>
                <a:moveTo>
                  <a:pt x="68060" y="364731"/>
                </a:moveTo>
                <a:lnTo>
                  <a:pt x="69158" y="365301"/>
                </a:lnTo>
                <a:lnTo>
                  <a:pt x="67511" y="365016"/>
                </a:lnTo>
                <a:close/>
                <a:moveTo>
                  <a:pt x="32455" y="38549"/>
                </a:moveTo>
                <a:lnTo>
                  <a:pt x="34203" y="39096"/>
                </a:lnTo>
                <a:lnTo>
                  <a:pt x="31581" y="38822"/>
                </a:lnTo>
                <a:close/>
                <a:moveTo>
                  <a:pt x="35301" y="224278"/>
                </a:moveTo>
                <a:lnTo>
                  <a:pt x="37258" y="225064"/>
                </a:lnTo>
                <a:lnTo>
                  <a:pt x="34323" y="224671"/>
                </a:lnTo>
                <a:close/>
                <a:moveTo>
                  <a:pt x="133716" y="95755"/>
                </a:moveTo>
                <a:lnTo>
                  <a:pt x="134663" y="96991"/>
                </a:lnTo>
                <a:lnTo>
                  <a:pt x="133242" y="96373"/>
                </a:lnTo>
                <a:close/>
                <a:moveTo>
                  <a:pt x="3948" y="47133"/>
                </a:moveTo>
                <a:lnTo>
                  <a:pt x="5590" y="47708"/>
                </a:lnTo>
                <a:lnTo>
                  <a:pt x="3127" y="47420"/>
                </a:lnTo>
                <a:close/>
                <a:moveTo>
                  <a:pt x="16756" y="420952"/>
                </a:moveTo>
                <a:lnTo>
                  <a:pt x="17998" y="421425"/>
                </a:lnTo>
                <a:lnTo>
                  <a:pt x="16135" y="421189"/>
                </a:lnTo>
                <a:close/>
                <a:moveTo>
                  <a:pt x="67205" y="244417"/>
                </a:moveTo>
                <a:lnTo>
                  <a:pt x="68530" y="244766"/>
                </a:lnTo>
                <a:lnTo>
                  <a:pt x="66542" y="244591"/>
                </a:lnTo>
                <a:close/>
                <a:moveTo>
                  <a:pt x="105683" y="427455"/>
                </a:moveTo>
                <a:lnTo>
                  <a:pt x="107161" y="429244"/>
                </a:lnTo>
                <a:lnTo>
                  <a:pt x="104944" y="428350"/>
                </a:lnTo>
                <a:close/>
                <a:moveTo>
                  <a:pt x="11259" y="174634"/>
                </a:moveTo>
                <a:lnTo>
                  <a:pt x="12722" y="175911"/>
                </a:lnTo>
                <a:lnTo>
                  <a:pt x="10527" y="175272"/>
                </a:lnTo>
                <a:close/>
                <a:moveTo>
                  <a:pt x="28137" y="68492"/>
                </a:moveTo>
                <a:lnTo>
                  <a:pt x="28517" y="69617"/>
                </a:lnTo>
                <a:lnTo>
                  <a:pt x="27947" y="69055"/>
                </a:lnTo>
                <a:close/>
                <a:moveTo>
                  <a:pt x="88241" y="26397"/>
                </a:moveTo>
                <a:lnTo>
                  <a:pt x="89443" y="27312"/>
                </a:lnTo>
                <a:lnTo>
                  <a:pt x="87640" y="26855"/>
                </a:lnTo>
                <a:close/>
                <a:moveTo>
                  <a:pt x="88293" y="233608"/>
                </a:moveTo>
                <a:lnTo>
                  <a:pt x="89362" y="234614"/>
                </a:lnTo>
                <a:lnTo>
                  <a:pt x="87758" y="234111"/>
                </a:lnTo>
                <a:close/>
                <a:moveTo>
                  <a:pt x="25341" y="25014"/>
                </a:moveTo>
                <a:lnTo>
                  <a:pt x="27515" y="26413"/>
                </a:lnTo>
                <a:lnTo>
                  <a:pt x="24254" y="25713"/>
                </a:lnTo>
                <a:close/>
                <a:moveTo>
                  <a:pt x="137319" y="153869"/>
                </a:moveTo>
                <a:lnTo>
                  <a:pt x="139104" y="154584"/>
                </a:lnTo>
                <a:lnTo>
                  <a:pt x="136426" y="154227"/>
                </a:lnTo>
                <a:close/>
                <a:moveTo>
                  <a:pt x="96075" y="48009"/>
                </a:moveTo>
                <a:lnTo>
                  <a:pt x="98145" y="49635"/>
                </a:lnTo>
                <a:lnTo>
                  <a:pt x="95040" y="48822"/>
                </a:lnTo>
                <a:close/>
                <a:moveTo>
                  <a:pt x="128644" y="91388"/>
                </a:moveTo>
                <a:lnTo>
                  <a:pt x="129668" y="93032"/>
                </a:lnTo>
                <a:lnTo>
                  <a:pt x="128132" y="92210"/>
                </a:lnTo>
                <a:close/>
                <a:moveTo>
                  <a:pt x="31935" y="213324"/>
                </a:moveTo>
                <a:lnTo>
                  <a:pt x="33839" y="214574"/>
                </a:lnTo>
                <a:lnTo>
                  <a:pt x="30983" y="213949"/>
                </a:lnTo>
                <a:close/>
                <a:moveTo>
                  <a:pt x="33346" y="70197"/>
                </a:moveTo>
                <a:lnTo>
                  <a:pt x="35524" y="71752"/>
                </a:lnTo>
                <a:lnTo>
                  <a:pt x="32256" y="70975"/>
                </a:lnTo>
                <a:close/>
                <a:moveTo>
                  <a:pt x="3534" y="258420"/>
                </a:moveTo>
                <a:lnTo>
                  <a:pt x="4706" y="259048"/>
                </a:lnTo>
                <a:lnTo>
                  <a:pt x="2948" y="258734"/>
                </a:lnTo>
                <a:close/>
                <a:moveTo>
                  <a:pt x="141345" y="146490"/>
                </a:moveTo>
                <a:lnTo>
                  <a:pt x="142890" y="148042"/>
                </a:lnTo>
                <a:lnTo>
                  <a:pt x="140572" y="147266"/>
                </a:lnTo>
                <a:close/>
                <a:moveTo>
                  <a:pt x="138401" y="111536"/>
                </a:moveTo>
                <a:lnTo>
                  <a:pt x="139635" y="112290"/>
                </a:lnTo>
                <a:lnTo>
                  <a:pt x="137784" y="111913"/>
                </a:lnTo>
                <a:close/>
                <a:moveTo>
                  <a:pt x="49615" y="324956"/>
                </a:moveTo>
                <a:lnTo>
                  <a:pt x="50499" y="326651"/>
                </a:lnTo>
                <a:lnTo>
                  <a:pt x="49172" y="325804"/>
                </a:lnTo>
                <a:close/>
                <a:moveTo>
                  <a:pt x="72257" y="11952"/>
                </a:moveTo>
                <a:lnTo>
                  <a:pt x="74445" y="13670"/>
                </a:lnTo>
                <a:lnTo>
                  <a:pt x="71164" y="12811"/>
                </a:lnTo>
                <a:close/>
                <a:moveTo>
                  <a:pt x="65323" y="169118"/>
                </a:moveTo>
                <a:lnTo>
                  <a:pt x="66383" y="170330"/>
                </a:lnTo>
                <a:lnTo>
                  <a:pt x="64793" y="169724"/>
                </a:lnTo>
                <a:close/>
                <a:moveTo>
                  <a:pt x="9868" y="65952"/>
                </a:moveTo>
                <a:lnTo>
                  <a:pt x="11197" y="67346"/>
                </a:lnTo>
                <a:lnTo>
                  <a:pt x="9204" y="66649"/>
                </a:lnTo>
                <a:close/>
                <a:moveTo>
                  <a:pt x="49364" y="84199"/>
                </a:moveTo>
                <a:lnTo>
                  <a:pt x="49785" y="84876"/>
                </a:lnTo>
                <a:lnTo>
                  <a:pt x="49153" y="84538"/>
                </a:lnTo>
                <a:close/>
                <a:moveTo>
                  <a:pt x="46672" y="280250"/>
                </a:moveTo>
                <a:lnTo>
                  <a:pt x="48312" y="281374"/>
                </a:lnTo>
                <a:lnTo>
                  <a:pt x="45853" y="280812"/>
                </a:lnTo>
                <a:close/>
                <a:moveTo>
                  <a:pt x="54270" y="122372"/>
                </a:moveTo>
                <a:lnTo>
                  <a:pt x="55756" y="122729"/>
                </a:lnTo>
                <a:lnTo>
                  <a:pt x="53527" y="122550"/>
                </a:lnTo>
                <a:close/>
                <a:moveTo>
                  <a:pt x="139801" y="47951"/>
                </a:moveTo>
                <a:lnTo>
                  <a:pt x="141254" y="48421"/>
                </a:lnTo>
                <a:lnTo>
                  <a:pt x="139075" y="48186"/>
                </a:lnTo>
                <a:close/>
                <a:moveTo>
                  <a:pt x="68213" y="106372"/>
                </a:moveTo>
                <a:lnTo>
                  <a:pt x="69331" y="107235"/>
                </a:lnTo>
                <a:lnTo>
                  <a:pt x="67655" y="106804"/>
                </a:lnTo>
                <a:close/>
                <a:moveTo>
                  <a:pt x="29050" y="5486"/>
                </a:moveTo>
                <a:lnTo>
                  <a:pt x="29547" y="5900"/>
                </a:lnTo>
                <a:lnTo>
                  <a:pt x="28802" y="5693"/>
                </a:lnTo>
                <a:close/>
                <a:moveTo>
                  <a:pt x="117654" y="239225"/>
                </a:moveTo>
                <a:lnTo>
                  <a:pt x="119003" y="240634"/>
                </a:lnTo>
                <a:lnTo>
                  <a:pt x="116980" y="239930"/>
                </a:lnTo>
                <a:close/>
                <a:moveTo>
                  <a:pt x="74669" y="336014"/>
                </a:moveTo>
                <a:lnTo>
                  <a:pt x="76737" y="337275"/>
                </a:lnTo>
                <a:lnTo>
                  <a:pt x="73635" y="336644"/>
                </a:lnTo>
                <a:close/>
                <a:moveTo>
                  <a:pt x="7680" y="207505"/>
                </a:moveTo>
                <a:lnTo>
                  <a:pt x="8234" y="209222"/>
                </a:lnTo>
                <a:lnTo>
                  <a:pt x="7403" y="208364"/>
                </a:lnTo>
                <a:close/>
                <a:moveTo>
                  <a:pt x="2922" y="3725"/>
                </a:moveTo>
                <a:lnTo>
                  <a:pt x="4305" y="4539"/>
                </a:lnTo>
                <a:lnTo>
                  <a:pt x="2230" y="4132"/>
                </a:lnTo>
                <a:close/>
                <a:moveTo>
                  <a:pt x="90160" y="138425"/>
                </a:moveTo>
                <a:lnTo>
                  <a:pt x="90834" y="140073"/>
                </a:lnTo>
                <a:lnTo>
                  <a:pt x="89824" y="139249"/>
                </a:lnTo>
                <a:close/>
                <a:moveTo>
                  <a:pt x="65839" y="433755"/>
                </a:moveTo>
                <a:lnTo>
                  <a:pt x="67558" y="434592"/>
                </a:lnTo>
                <a:lnTo>
                  <a:pt x="64980" y="434173"/>
                </a:lnTo>
                <a:close/>
                <a:moveTo>
                  <a:pt x="14421" y="444812"/>
                </a:moveTo>
                <a:lnTo>
                  <a:pt x="14890" y="446049"/>
                </a:lnTo>
                <a:lnTo>
                  <a:pt x="14186" y="445431"/>
                </a:lnTo>
                <a:close/>
                <a:moveTo>
                  <a:pt x="137210" y="191854"/>
                </a:moveTo>
                <a:lnTo>
                  <a:pt x="138792" y="192901"/>
                </a:lnTo>
                <a:lnTo>
                  <a:pt x="136420" y="192378"/>
                </a:lnTo>
                <a:close/>
                <a:moveTo>
                  <a:pt x="96902" y="2929"/>
                </a:moveTo>
                <a:lnTo>
                  <a:pt x="98516" y="3473"/>
                </a:lnTo>
                <a:lnTo>
                  <a:pt x="96095" y="3201"/>
                </a:lnTo>
                <a:close/>
                <a:moveTo>
                  <a:pt x="143514" y="168967"/>
                </a:moveTo>
                <a:lnTo>
                  <a:pt x="144203" y="169515"/>
                </a:lnTo>
                <a:lnTo>
                  <a:pt x="143170" y="169241"/>
                </a:lnTo>
                <a:close/>
                <a:moveTo>
                  <a:pt x="3546" y="58870"/>
                </a:moveTo>
                <a:lnTo>
                  <a:pt x="4671" y="60523"/>
                </a:lnTo>
                <a:lnTo>
                  <a:pt x="2983" y="59697"/>
                </a:lnTo>
                <a:close/>
                <a:moveTo>
                  <a:pt x="85119" y="78162"/>
                </a:moveTo>
                <a:lnTo>
                  <a:pt x="86344" y="79575"/>
                </a:lnTo>
                <a:lnTo>
                  <a:pt x="84506" y="78868"/>
                </a:lnTo>
                <a:close/>
                <a:moveTo>
                  <a:pt x="25276" y="232367"/>
                </a:moveTo>
                <a:lnTo>
                  <a:pt x="27064" y="233020"/>
                </a:lnTo>
                <a:lnTo>
                  <a:pt x="24382" y="232693"/>
                </a:lnTo>
                <a:close/>
                <a:moveTo>
                  <a:pt x="4260" y="387739"/>
                </a:moveTo>
                <a:lnTo>
                  <a:pt x="6358" y="389208"/>
                </a:lnTo>
                <a:lnTo>
                  <a:pt x="3212" y="388474"/>
                </a:lnTo>
                <a:close/>
                <a:moveTo>
                  <a:pt x="100517" y="284392"/>
                </a:moveTo>
                <a:lnTo>
                  <a:pt x="101903" y="285445"/>
                </a:lnTo>
                <a:lnTo>
                  <a:pt x="99824" y="284919"/>
                </a:lnTo>
                <a:close/>
                <a:moveTo>
                  <a:pt x="76889" y="433687"/>
                </a:moveTo>
                <a:lnTo>
                  <a:pt x="78210" y="434094"/>
                </a:lnTo>
                <a:lnTo>
                  <a:pt x="76228" y="433890"/>
                </a:lnTo>
                <a:close/>
                <a:moveTo>
                  <a:pt x="142624" y="333467"/>
                </a:moveTo>
                <a:lnTo>
                  <a:pt x="143653" y="335089"/>
                </a:lnTo>
                <a:lnTo>
                  <a:pt x="142109" y="334278"/>
                </a:lnTo>
                <a:close/>
                <a:moveTo>
                  <a:pt x="112303" y="464529"/>
                </a:moveTo>
                <a:lnTo>
                  <a:pt x="113627" y="465287"/>
                </a:lnTo>
                <a:lnTo>
                  <a:pt x="111641" y="464908"/>
                </a:lnTo>
                <a:close/>
                <a:moveTo>
                  <a:pt x="142744" y="331783"/>
                </a:moveTo>
                <a:lnTo>
                  <a:pt x="144716" y="332316"/>
                </a:lnTo>
                <a:lnTo>
                  <a:pt x="141757" y="332049"/>
                </a:lnTo>
                <a:close/>
                <a:moveTo>
                  <a:pt x="89403" y="127006"/>
                </a:moveTo>
                <a:lnTo>
                  <a:pt x="91045" y="127567"/>
                </a:lnTo>
                <a:lnTo>
                  <a:pt x="88582" y="127287"/>
                </a:lnTo>
                <a:close/>
                <a:moveTo>
                  <a:pt x="12982" y="257164"/>
                </a:moveTo>
                <a:lnTo>
                  <a:pt x="14823" y="258647"/>
                </a:lnTo>
                <a:lnTo>
                  <a:pt x="12062" y="257906"/>
                </a:lnTo>
                <a:close/>
                <a:moveTo>
                  <a:pt x="129504" y="273674"/>
                </a:moveTo>
                <a:lnTo>
                  <a:pt x="130767" y="274385"/>
                </a:lnTo>
                <a:lnTo>
                  <a:pt x="128872" y="274030"/>
                </a:lnTo>
                <a:close/>
                <a:moveTo>
                  <a:pt x="18245" y="280422"/>
                </a:moveTo>
                <a:lnTo>
                  <a:pt x="20292" y="281030"/>
                </a:lnTo>
                <a:lnTo>
                  <a:pt x="17221" y="280726"/>
                </a:lnTo>
                <a:close/>
                <a:moveTo>
                  <a:pt x="43162" y="347115"/>
                </a:moveTo>
                <a:lnTo>
                  <a:pt x="44484" y="347479"/>
                </a:lnTo>
                <a:lnTo>
                  <a:pt x="42501" y="347297"/>
                </a:lnTo>
                <a:close/>
                <a:moveTo>
                  <a:pt x="131652" y="387722"/>
                </a:moveTo>
                <a:lnTo>
                  <a:pt x="132031" y="389000"/>
                </a:lnTo>
                <a:lnTo>
                  <a:pt x="131463" y="388361"/>
                </a:lnTo>
                <a:close/>
                <a:moveTo>
                  <a:pt x="29027" y="59631"/>
                </a:moveTo>
                <a:lnTo>
                  <a:pt x="30174" y="60819"/>
                </a:lnTo>
                <a:lnTo>
                  <a:pt x="28453" y="60225"/>
                </a:lnTo>
                <a:close/>
                <a:moveTo>
                  <a:pt x="113086" y="372613"/>
                </a:moveTo>
                <a:lnTo>
                  <a:pt x="114422" y="373224"/>
                </a:lnTo>
                <a:lnTo>
                  <a:pt x="112418" y="372918"/>
                </a:lnTo>
                <a:close/>
                <a:moveTo>
                  <a:pt x="13360" y="305540"/>
                </a:moveTo>
                <a:lnTo>
                  <a:pt x="14310" y="307320"/>
                </a:lnTo>
                <a:lnTo>
                  <a:pt x="12884" y="306430"/>
                </a:lnTo>
                <a:close/>
                <a:moveTo>
                  <a:pt x="91713" y="414678"/>
                </a:moveTo>
                <a:lnTo>
                  <a:pt x="93397" y="416049"/>
                </a:lnTo>
                <a:lnTo>
                  <a:pt x="90871" y="415363"/>
                </a:lnTo>
                <a:close/>
                <a:moveTo>
                  <a:pt x="91855" y="442422"/>
                </a:moveTo>
                <a:lnTo>
                  <a:pt x="93925" y="442793"/>
                </a:lnTo>
                <a:lnTo>
                  <a:pt x="90820" y="442607"/>
                </a:lnTo>
                <a:close/>
                <a:moveTo>
                  <a:pt x="106378" y="2742"/>
                </a:moveTo>
                <a:lnTo>
                  <a:pt x="107265" y="3605"/>
                </a:lnTo>
                <a:lnTo>
                  <a:pt x="105934" y="3174"/>
                </a:lnTo>
                <a:close/>
                <a:moveTo>
                  <a:pt x="113089" y="218700"/>
                </a:moveTo>
                <a:lnTo>
                  <a:pt x="115015" y="220195"/>
                </a:lnTo>
                <a:lnTo>
                  <a:pt x="112126" y="219447"/>
                </a:lnTo>
                <a:close/>
                <a:moveTo>
                  <a:pt x="129194" y="96630"/>
                </a:moveTo>
                <a:lnTo>
                  <a:pt x="129987" y="98074"/>
                </a:lnTo>
                <a:lnTo>
                  <a:pt x="128797" y="97352"/>
                </a:lnTo>
                <a:close/>
                <a:moveTo>
                  <a:pt x="22749" y="155921"/>
                </a:moveTo>
                <a:lnTo>
                  <a:pt x="23654" y="157234"/>
                </a:lnTo>
                <a:lnTo>
                  <a:pt x="22296" y="156577"/>
                </a:lnTo>
                <a:close/>
                <a:moveTo>
                  <a:pt x="16312" y="65329"/>
                </a:moveTo>
                <a:lnTo>
                  <a:pt x="18144" y="65700"/>
                </a:lnTo>
                <a:lnTo>
                  <a:pt x="15397" y="65514"/>
                </a:lnTo>
                <a:close/>
                <a:moveTo>
                  <a:pt x="39990" y="174504"/>
                </a:moveTo>
                <a:lnTo>
                  <a:pt x="41933" y="176070"/>
                </a:lnTo>
                <a:lnTo>
                  <a:pt x="39019" y="175287"/>
                </a:lnTo>
                <a:close/>
                <a:moveTo>
                  <a:pt x="14655" y="105663"/>
                </a:moveTo>
                <a:lnTo>
                  <a:pt x="15718" y="106109"/>
                </a:lnTo>
                <a:lnTo>
                  <a:pt x="14123" y="105886"/>
                </a:lnTo>
                <a:close/>
                <a:moveTo>
                  <a:pt x="129941" y="10358"/>
                </a:moveTo>
                <a:lnTo>
                  <a:pt x="131657" y="11907"/>
                </a:lnTo>
                <a:lnTo>
                  <a:pt x="129083" y="11132"/>
                </a:lnTo>
                <a:close/>
                <a:moveTo>
                  <a:pt x="81992" y="193077"/>
                </a:moveTo>
                <a:lnTo>
                  <a:pt x="83454" y="193669"/>
                </a:lnTo>
                <a:lnTo>
                  <a:pt x="81261" y="193373"/>
                </a:lnTo>
                <a:close/>
                <a:moveTo>
                  <a:pt x="13188" y="294974"/>
                </a:moveTo>
                <a:lnTo>
                  <a:pt x="14310" y="295706"/>
                </a:lnTo>
                <a:lnTo>
                  <a:pt x="12627" y="295340"/>
                </a:lnTo>
                <a:close/>
                <a:moveTo>
                  <a:pt x="34290" y="292886"/>
                </a:moveTo>
                <a:lnTo>
                  <a:pt x="36379" y="293449"/>
                </a:lnTo>
                <a:lnTo>
                  <a:pt x="33245" y="293167"/>
                </a:lnTo>
                <a:close/>
                <a:moveTo>
                  <a:pt x="20301" y="330892"/>
                </a:moveTo>
                <a:lnTo>
                  <a:pt x="21788" y="331273"/>
                </a:lnTo>
                <a:lnTo>
                  <a:pt x="19558" y="331083"/>
                </a:lnTo>
                <a:close/>
                <a:moveTo>
                  <a:pt x="106350" y="184881"/>
                </a:moveTo>
                <a:lnTo>
                  <a:pt x="107157" y="186189"/>
                </a:lnTo>
                <a:lnTo>
                  <a:pt x="105947" y="185535"/>
                </a:lnTo>
                <a:close/>
                <a:moveTo>
                  <a:pt x="102315" y="417529"/>
                </a:moveTo>
                <a:lnTo>
                  <a:pt x="103521" y="418131"/>
                </a:lnTo>
                <a:lnTo>
                  <a:pt x="101712" y="417830"/>
                </a:lnTo>
                <a:close/>
                <a:moveTo>
                  <a:pt x="99330" y="103177"/>
                </a:moveTo>
                <a:lnTo>
                  <a:pt x="100558" y="103746"/>
                </a:lnTo>
                <a:lnTo>
                  <a:pt x="98717" y="103462"/>
                </a:lnTo>
                <a:close/>
                <a:moveTo>
                  <a:pt x="116721" y="470529"/>
                </a:moveTo>
                <a:lnTo>
                  <a:pt x="117550" y="472246"/>
                </a:lnTo>
                <a:lnTo>
                  <a:pt x="116306" y="471388"/>
                </a:lnTo>
                <a:close/>
                <a:moveTo>
                  <a:pt x="24056" y="342196"/>
                </a:moveTo>
                <a:lnTo>
                  <a:pt x="26106" y="343175"/>
                </a:lnTo>
                <a:lnTo>
                  <a:pt x="23030" y="342686"/>
                </a:lnTo>
                <a:close/>
                <a:moveTo>
                  <a:pt x="77215" y="186994"/>
                </a:moveTo>
                <a:lnTo>
                  <a:pt x="78106" y="187576"/>
                </a:lnTo>
                <a:lnTo>
                  <a:pt x="76770" y="187285"/>
                </a:lnTo>
                <a:close/>
                <a:moveTo>
                  <a:pt x="127085" y="14487"/>
                </a:moveTo>
                <a:lnTo>
                  <a:pt x="128108" y="15036"/>
                </a:lnTo>
                <a:lnTo>
                  <a:pt x="126573" y="14762"/>
                </a:lnTo>
                <a:close/>
                <a:moveTo>
                  <a:pt x="142136" y="262119"/>
                </a:moveTo>
                <a:lnTo>
                  <a:pt x="143874" y="263657"/>
                </a:lnTo>
                <a:lnTo>
                  <a:pt x="141267" y="262888"/>
                </a:lnTo>
                <a:close/>
                <a:moveTo>
                  <a:pt x="102034" y="468265"/>
                </a:moveTo>
                <a:lnTo>
                  <a:pt x="103152" y="468671"/>
                </a:lnTo>
                <a:lnTo>
                  <a:pt x="101474" y="468468"/>
                </a:lnTo>
                <a:close/>
                <a:moveTo>
                  <a:pt x="63663" y="368159"/>
                </a:moveTo>
                <a:lnTo>
                  <a:pt x="65837" y="369223"/>
                </a:lnTo>
                <a:lnTo>
                  <a:pt x="62576" y="368691"/>
                </a:lnTo>
                <a:close/>
                <a:moveTo>
                  <a:pt x="6844" y="46671"/>
                </a:moveTo>
                <a:lnTo>
                  <a:pt x="8153" y="47640"/>
                </a:lnTo>
                <a:lnTo>
                  <a:pt x="6189" y="47155"/>
                </a:lnTo>
                <a:close/>
                <a:moveTo>
                  <a:pt x="12318" y="449927"/>
                </a:moveTo>
                <a:lnTo>
                  <a:pt x="12740" y="451001"/>
                </a:lnTo>
                <a:lnTo>
                  <a:pt x="12107" y="450464"/>
                </a:lnTo>
                <a:close/>
                <a:moveTo>
                  <a:pt x="79689" y="23425"/>
                </a:moveTo>
                <a:lnTo>
                  <a:pt x="80999" y="24088"/>
                </a:lnTo>
                <a:lnTo>
                  <a:pt x="79034" y="23757"/>
                </a:lnTo>
                <a:close/>
                <a:moveTo>
                  <a:pt x="42657" y="303938"/>
                </a:moveTo>
                <a:lnTo>
                  <a:pt x="43583" y="304662"/>
                </a:lnTo>
                <a:lnTo>
                  <a:pt x="42194" y="304300"/>
                </a:lnTo>
                <a:close/>
                <a:moveTo>
                  <a:pt x="119591" y="191146"/>
                </a:moveTo>
                <a:lnTo>
                  <a:pt x="120890" y="191656"/>
                </a:lnTo>
                <a:lnTo>
                  <a:pt x="118941" y="191401"/>
                </a:lnTo>
                <a:close/>
                <a:moveTo>
                  <a:pt x="20856" y="463185"/>
                </a:moveTo>
                <a:lnTo>
                  <a:pt x="22641" y="464769"/>
                </a:lnTo>
                <a:lnTo>
                  <a:pt x="19964" y="463977"/>
                </a:lnTo>
                <a:close/>
                <a:moveTo>
                  <a:pt x="50964" y="381966"/>
                </a:moveTo>
                <a:lnTo>
                  <a:pt x="52624" y="383021"/>
                </a:lnTo>
                <a:lnTo>
                  <a:pt x="50134" y="382493"/>
                </a:lnTo>
                <a:close/>
                <a:moveTo>
                  <a:pt x="134155" y="180569"/>
                </a:moveTo>
                <a:lnTo>
                  <a:pt x="135185" y="181476"/>
                </a:lnTo>
                <a:lnTo>
                  <a:pt x="133640" y="181022"/>
                </a:lnTo>
                <a:close/>
                <a:moveTo>
                  <a:pt x="35049" y="382850"/>
                </a:moveTo>
                <a:lnTo>
                  <a:pt x="36510" y="384399"/>
                </a:lnTo>
                <a:lnTo>
                  <a:pt x="34318" y="383624"/>
                </a:lnTo>
                <a:close/>
                <a:moveTo>
                  <a:pt x="24808" y="470712"/>
                </a:moveTo>
                <a:lnTo>
                  <a:pt x="26822" y="472095"/>
                </a:lnTo>
                <a:lnTo>
                  <a:pt x="23801" y="471404"/>
                </a:lnTo>
                <a:close/>
                <a:moveTo>
                  <a:pt x="123784" y="374360"/>
                </a:moveTo>
                <a:lnTo>
                  <a:pt x="124347" y="375051"/>
                </a:lnTo>
                <a:lnTo>
                  <a:pt x="123502" y="374706"/>
                </a:lnTo>
                <a:close/>
                <a:moveTo>
                  <a:pt x="32282" y="166401"/>
                </a:moveTo>
                <a:lnTo>
                  <a:pt x="33699" y="167404"/>
                </a:lnTo>
                <a:lnTo>
                  <a:pt x="31573" y="166902"/>
                </a:lnTo>
                <a:close/>
                <a:moveTo>
                  <a:pt x="102518" y="326728"/>
                </a:moveTo>
                <a:lnTo>
                  <a:pt x="103168" y="328429"/>
                </a:lnTo>
                <a:lnTo>
                  <a:pt x="102193" y="327579"/>
                </a:lnTo>
                <a:close/>
                <a:moveTo>
                  <a:pt x="3838" y="305237"/>
                </a:moveTo>
                <a:lnTo>
                  <a:pt x="4590" y="306441"/>
                </a:lnTo>
                <a:lnTo>
                  <a:pt x="3462" y="305839"/>
                </a:lnTo>
                <a:close/>
                <a:moveTo>
                  <a:pt x="49809" y="375027"/>
                </a:moveTo>
                <a:lnTo>
                  <a:pt x="50659" y="375799"/>
                </a:lnTo>
                <a:lnTo>
                  <a:pt x="49384" y="375413"/>
                </a:lnTo>
                <a:close/>
                <a:moveTo>
                  <a:pt x="107228" y="88242"/>
                </a:moveTo>
                <a:lnTo>
                  <a:pt x="108640" y="89040"/>
                </a:lnTo>
                <a:lnTo>
                  <a:pt x="106521" y="88641"/>
                </a:lnTo>
                <a:close/>
                <a:moveTo>
                  <a:pt x="129050" y="243896"/>
                </a:moveTo>
                <a:lnTo>
                  <a:pt x="129912" y="245332"/>
                </a:lnTo>
                <a:lnTo>
                  <a:pt x="128619" y="244614"/>
                </a:lnTo>
                <a:close/>
                <a:moveTo>
                  <a:pt x="20556" y="276905"/>
                </a:moveTo>
                <a:lnTo>
                  <a:pt x="21079" y="277566"/>
                </a:lnTo>
                <a:lnTo>
                  <a:pt x="20294" y="277236"/>
                </a:lnTo>
                <a:close/>
                <a:moveTo>
                  <a:pt x="138720" y="250166"/>
                </a:moveTo>
                <a:lnTo>
                  <a:pt x="140403" y="251551"/>
                </a:lnTo>
                <a:lnTo>
                  <a:pt x="137879" y="250858"/>
                </a:lnTo>
                <a:close/>
                <a:moveTo>
                  <a:pt x="44698" y="63732"/>
                </a:moveTo>
                <a:lnTo>
                  <a:pt x="46711" y="64966"/>
                </a:lnTo>
                <a:lnTo>
                  <a:pt x="43692" y="64349"/>
                </a:lnTo>
                <a:close/>
                <a:moveTo>
                  <a:pt x="92782" y="386369"/>
                </a:moveTo>
                <a:lnTo>
                  <a:pt x="94926" y="387889"/>
                </a:lnTo>
                <a:lnTo>
                  <a:pt x="91710" y="387129"/>
                </a:lnTo>
                <a:close/>
                <a:moveTo>
                  <a:pt x="57018" y="7612"/>
                </a:moveTo>
                <a:lnTo>
                  <a:pt x="57994" y="8259"/>
                </a:lnTo>
                <a:lnTo>
                  <a:pt x="56530" y="7936"/>
                </a:lnTo>
                <a:close/>
                <a:moveTo>
                  <a:pt x="116321" y="164896"/>
                </a:moveTo>
                <a:lnTo>
                  <a:pt x="117265" y="166113"/>
                </a:lnTo>
                <a:lnTo>
                  <a:pt x="115850" y="165505"/>
                </a:lnTo>
                <a:close/>
                <a:moveTo>
                  <a:pt x="122467" y="377943"/>
                </a:moveTo>
                <a:lnTo>
                  <a:pt x="122953" y="379679"/>
                </a:lnTo>
                <a:lnTo>
                  <a:pt x="122224" y="378811"/>
                </a:lnTo>
                <a:close/>
                <a:moveTo>
                  <a:pt x="42990" y="303157"/>
                </a:moveTo>
                <a:lnTo>
                  <a:pt x="45064" y="303572"/>
                </a:lnTo>
                <a:lnTo>
                  <a:pt x="41953" y="303365"/>
                </a:lnTo>
                <a:close/>
                <a:moveTo>
                  <a:pt x="3227" y="115160"/>
                </a:moveTo>
                <a:lnTo>
                  <a:pt x="4530" y="115702"/>
                </a:lnTo>
                <a:lnTo>
                  <a:pt x="2576" y="115431"/>
                </a:lnTo>
                <a:close/>
                <a:moveTo>
                  <a:pt x="4486" y="165973"/>
                </a:moveTo>
                <a:lnTo>
                  <a:pt x="5000" y="166459"/>
                </a:lnTo>
                <a:lnTo>
                  <a:pt x="4229" y="166216"/>
                </a:lnTo>
                <a:close/>
                <a:moveTo>
                  <a:pt x="29193" y="390250"/>
                </a:moveTo>
                <a:lnTo>
                  <a:pt x="29840" y="390771"/>
                </a:lnTo>
                <a:lnTo>
                  <a:pt x="28870" y="390510"/>
                </a:lnTo>
                <a:close/>
                <a:moveTo>
                  <a:pt x="25756" y="219058"/>
                </a:moveTo>
                <a:lnTo>
                  <a:pt x="27582" y="219423"/>
                </a:lnTo>
                <a:lnTo>
                  <a:pt x="24843" y="219240"/>
                </a:lnTo>
                <a:close/>
                <a:moveTo>
                  <a:pt x="38503" y="305379"/>
                </a:moveTo>
                <a:lnTo>
                  <a:pt x="39796" y="306466"/>
                </a:lnTo>
                <a:lnTo>
                  <a:pt x="37857" y="305922"/>
                </a:lnTo>
                <a:close/>
                <a:moveTo>
                  <a:pt x="113718" y="81746"/>
                </a:moveTo>
                <a:lnTo>
                  <a:pt x="114536" y="83401"/>
                </a:lnTo>
                <a:lnTo>
                  <a:pt x="113309" y="82573"/>
                </a:lnTo>
                <a:close/>
                <a:moveTo>
                  <a:pt x="55843" y="377238"/>
                </a:moveTo>
                <a:lnTo>
                  <a:pt x="57240" y="378624"/>
                </a:lnTo>
                <a:lnTo>
                  <a:pt x="55144" y="377931"/>
                </a:lnTo>
                <a:close/>
                <a:moveTo>
                  <a:pt x="135245" y="375203"/>
                </a:moveTo>
                <a:lnTo>
                  <a:pt x="135650" y="376816"/>
                </a:lnTo>
                <a:lnTo>
                  <a:pt x="135043" y="376009"/>
                </a:lnTo>
                <a:close/>
                <a:moveTo>
                  <a:pt x="110049" y="104500"/>
                </a:moveTo>
                <a:lnTo>
                  <a:pt x="110945" y="104821"/>
                </a:lnTo>
                <a:lnTo>
                  <a:pt x="109601" y="104660"/>
                </a:lnTo>
                <a:close/>
                <a:moveTo>
                  <a:pt x="124031" y="446289"/>
                </a:moveTo>
                <a:lnTo>
                  <a:pt x="125619" y="447264"/>
                </a:lnTo>
                <a:lnTo>
                  <a:pt x="123237" y="446776"/>
                </a:lnTo>
                <a:close/>
                <a:moveTo>
                  <a:pt x="88176" y="201917"/>
                </a:moveTo>
                <a:lnTo>
                  <a:pt x="88794" y="203702"/>
                </a:lnTo>
                <a:lnTo>
                  <a:pt x="87867" y="202809"/>
                </a:lnTo>
                <a:close/>
                <a:moveTo>
                  <a:pt x="43928" y="23717"/>
                </a:moveTo>
                <a:lnTo>
                  <a:pt x="44339" y="25082"/>
                </a:lnTo>
                <a:lnTo>
                  <a:pt x="43722" y="24400"/>
                </a:lnTo>
                <a:close/>
                <a:moveTo>
                  <a:pt x="39061" y="196795"/>
                </a:moveTo>
                <a:lnTo>
                  <a:pt x="40441" y="197548"/>
                </a:lnTo>
                <a:lnTo>
                  <a:pt x="38371" y="197172"/>
                </a:lnTo>
                <a:close/>
                <a:moveTo>
                  <a:pt x="36566" y="6198"/>
                </a:moveTo>
                <a:lnTo>
                  <a:pt x="38740" y="7246"/>
                </a:lnTo>
                <a:lnTo>
                  <a:pt x="35479" y="6722"/>
                </a:lnTo>
                <a:close/>
                <a:moveTo>
                  <a:pt x="4090" y="152372"/>
                </a:moveTo>
                <a:lnTo>
                  <a:pt x="4907" y="153865"/>
                </a:lnTo>
                <a:lnTo>
                  <a:pt x="3681" y="153119"/>
                </a:lnTo>
                <a:close/>
                <a:moveTo>
                  <a:pt x="61865" y="230477"/>
                </a:moveTo>
                <a:lnTo>
                  <a:pt x="62743" y="231833"/>
                </a:lnTo>
                <a:lnTo>
                  <a:pt x="61425" y="231155"/>
                </a:lnTo>
                <a:close/>
                <a:moveTo>
                  <a:pt x="109044" y="469800"/>
                </a:moveTo>
                <a:lnTo>
                  <a:pt x="110676" y="470441"/>
                </a:lnTo>
                <a:lnTo>
                  <a:pt x="108228" y="470120"/>
                </a:lnTo>
                <a:close/>
                <a:moveTo>
                  <a:pt x="31514" y="289082"/>
                </a:moveTo>
                <a:lnTo>
                  <a:pt x="33217" y="290544"/>
                </a:lnTo>
                <a:lnTo>
                  <a:pt x="30663" y="289813"/>
                </a:lnTo>
                <a:close/>
                <a:moveTo>
                  <a:pt x="63452" y="437265"/>
                </a:moveTo>
                <a:lnTo>
                  <a:pt x="65154" y="437880"/>
                </a:lnTo>
                <a:lnTo>
                  <a:pt x="62600" y="437573"/>
                </a:lnTo>
                <a:close/>
                <a:moveTo>
                  <a:pt x="130969" y="111693"/>
                </a:moveTo>
                <a:lnTo>
                  <a:pt x="131697" y="112763"/>
                </a:lnTo>
                <a:lnTo>
                  <a:pt x="130604" y="112228"/>
                </a:lnTo>
                <a:close/>
                <a:moveTo>
                  <a:pt x="36323" y="21669"/>
                </a:moveTo>
                <a:lnTo>
                  <a:pt x="38400" y="22645"/>
                </a:lnTo>
                <a:lnTo>
                  <a:pt x="35284" y="22157"/>
                </a:lnTo>
                <a:close/>
                <a:moveTo>
                  <a:pt x="15254" y="400546"/>
                </a:moveTo>
                <a:lnTo>
                  <a:pt x="16499" y="402248"/>
                </a:lnTo>
                <a:lnTo>
                  <a:pt x="14631" y="401397"/>
                </a:lnTo>
                <a:close/>
                <a:moveTo>
                  <a:pt x="127339" y="70550"/>
                </a:moveTo>
                <a:lnTo>
                  <a:pt x="128660" y="71857"/>
                </a:lnTo>
                <a:lnTo>
                  <a:pt x="126679" y="71203"/>
                </a:lnTo>
                <a:close/>
                <a:moveTo>
                  <a:pt x="5487" y="74126"/>
                </a:moveTo>
                <a:lnTo>
                  <a:pt x="6377" y="74565"/>
                </a:lnTo>
                <a:lnTo>
                  <a:pt x="5043" y="74346"/>
                </a:lnTo>
                <a:close/>
                <a:moveTo>
                  <a:pt x="117777" y="194026"/>
                </a:moveTo>
                <a:lnTo>
                  <a:pt x="119142" y="194704"/>
                </a:lnTo>
                <a:lnTo>
                  <a:pt x="117094" y="194365"/>
                </a:lnTo>
                <a:close/>
                <a:moveTo>
                  <a:pt x="128105" y="391628"/>
                </a:moveTo>
                <a:lnTo>
                  <a:pt x="128511" y="392443"/>
                </a:lnTo>
                <a:lnTo>
                  <a:pt x="127902" y="392035"/>
                </a:lnTo>
                <a:close/>
                <a:moveTo>
                  <a:pt x="132036" y="166689"/>
                </a:moveTo>
                <a:lnTo>
                  <a:pt x="132861" y="167142"/>
                </a:lnTo>
                <a:lnTo>
                  <a:pt x="131624" y="166916"/>
                </a:lnTo>
                <a:close/>
                <a:moveTo>
                  <a:pt x="93374" y="306791"/>
                </a:moveTo>
                <a:lnTo>
                  <a:pt x="94019" y="308190"/>
                </a:lnTo>
                <a:lnTo>
                  <a:pt x="93052" y="307490"/>
                </a:lnTo>
                <a:close/>
                <a:moveTo>
                  <a:pt x="135940" y="268248"/>
                </a:moveTo>
                <a:lnTo>
                  <a:pt x="138060" y="268572"/>
                </a:lnTo>
                <a:lnTo>
                  <a:pt x="134880" y="268410"/>
                </a:lnTo>
                <a:close/>
                <a:moveTo>
                  <a:pt x="72902" y="398053"/>
                </a:moveTo>
                <a:lnTo>
                  <a:pt x="73564" y="399448"/>
                </a:lnTo>
                <a:lnTo>
                  <a:pt x="72570" y="398750"/>
                </a:lnTo>
                <a:close/>
                <a:moveTo>
                  <a:pt x="44002" y="262664"/>
                </a:moveTo>
                <a:lnTo>
                  <a:pt x="44468" y="263819"/>
                </a:lnTo>
                <a:lnTo>
                  <a:pt x="43768" y="263242"/>
                </a:lnTo>
                <a:close/>
                <a:moveTo>
                  <a:pt x="47519" y="158855"/>
                </a:moveTo>
                <a:lnTo>
                  <a:pt x="48313" y="160404"/>
                </a:lnTo>
                <a:lnTo>
                  <a:pt x="47122" y="159630"/>
                </a:lnTo>
                <a:close/>
                <a:moveTo>
                  <a:pt x="81277" y="340388"/>
                </a:moveTo>
                <a:lnTo>
                  <a:pt x="81886" y="341608"/>
                </a:lnTo>
                <a:lnTo>
                  <a:pt x="80972" y="340998"/>
                </a:lnTo>
                <a:close/>
                <a:moveTo>
                  <a:pt x="62922" y="201855"/>
                </a:moveTo>
                <a:lnTo>
                  <a:pt x="64566" y="203494"/>
                </a:lnTo>
                <a:lnTo>
                  <a:pt x="62100" y="202674"/>
                </a:lnTo>
                <a:close/>
                <a:moveTo>
                  <a:pt x="86026" y="282783"/>
                </a:moveTo>
                <a:lnTo>
                  <a:pt x="86484" y="284564"/>
                </a:lnTo>
                <a:lnTo>
                  <a:pt x="85798" y="283674"/>
                </a:lnTo>
                <a:close/>
                <a:moveTo>
                  <a:pt x="83665" y="222468"/>
                </a:moveTo>
                <a:lnTo>
                  <a:pt x="84995" y="223269"/>
                </a:lnTo>
                <a:lnTo>
                  <a:pt x="83000" y="222869"/>
                </a:lnTo>
                <a:close/>
                <a:moveTo>
                  <a:pt x="19655" y="325655"/>
                </a:moveTo>
                <a:lnTo>
                  <a:pt x="21792" y="327373"/>
                </a:lnTo>
                <a:lnTo>
                  <a:pt x="18586" y="326514"/>
                </a:lnTo>
                <a:close/>
                <a:moveTo>
                  <a:pt x="128180" y="229735"/>
                </a:moveTo>
                <a:lnTo>
                  <a:pt x="129493" y="230442"/>
                </a:lnTo>
                <a:lnTo>
                  <a:pt x="127523" y="230088"/>
                </a:lnTo>
                <a:close/>
                <a:moveTo>
                  <a:pt x="57992" y="23104"/>
                </a:moveTo>
                <a:lnTo>
                  <a:pt x="59436" y="24214"/>
                </a:lnTo>
                <a:lnTo>
                  <a:pt x="57270" y="23659"/>
                </a:lnTo>
                <a:close/>
                <a:moveTo>
                  <a:pt x="55043" y="44653"/>
                </a:moveTo>
                <a:lnTo>
                  <a:pt x="55906" y="45851"/>
                </a:lnTo>
                <a:lnTo>
                  <a:pt x="54612" y="45252"/>
                </a:lnTo>
                <a:close/>
                <a:moveTo>
                  <a:pt x="118052" y="45463"/>
                </a:moveTo>
                <a:lnTo>
                  <a:pt x="119201" y="46895"/>
                </a:lnTo>
                <a:lnTo>
                  <a:pt x="117477" y="46179"/>
                </a:lnTo>
                <a:close/>
                <a:moveTo>
                  <a:pt x="57876" y="64361"/>
                </a:moveTo>
                <a:lnTo>
                  <a:pt x="59912" y="65499"/>
                </a:lnTo>
                <a:lnTo>
                  <a:pt x="56858" y="64930"/>
                </a:lnTo>
                <a:close/>
                <a:moveTo>
                  <a:pt x="26441" y="49912"/>
                </a:moveTo>
                <a:lnTo>
                  <a:pt x="27507" y="50489"/>
                </a:lnTo>
                <a:lnTo>
                  <a:pt x="25908" y="50200"/>
                </a:lnTo>
                <a:close/>
                <a:moveTo>
                  <a:pt x="40142" y="457633"/>
                </a:moveTo>
                <a:lnTo>
                  <a:pt x="42058" y="458543"/>
                </a:lnTo>
                <a:lnTo>
                  <a:pt x="39184" y="458088"/>
                </a:lnTo>
                <a:close/>
                <a:moveTo>
                  <a:pt x="8018" y="51528"/>
                </a:moveTo>
                <a:lnTo>
                  <a:pt x="10144" y="53326"/>
                </a:lnTo>
                <a:lnTo>
                  <a:pt x="6955" y="52427"/>
                </a:lnTo>
                <a:close/>
                <a:moveTo>
                  <a:pt x="52343" y="50507"/>
                </a:moveTo>
                <a:lnTo>
                  <a:pt x="52809" y="51199"/>
                </a:lnTo>
                <a:lnTo>
                  <a:pt x="52110" y="50853"/>
                </a:lnTo>
                <a:close/>
                <a:moveTo>
                  <a:pt x="1229" y="446354"/>
                </a:moveTo>
                <a:lnTo>
                  <a:pt x="1720" y="447510"/>
                </a:lnTo>
                <a:lnTo>
                  <a:pt x="983" y="446932"/>
                </a:lnTo>
                <a:close/>
                <a:moveTo>
                  <a:pt x="86542" y="337702"/>
                </a:moveTo>
                <a:lnTo>
                  <a:pt x="88277" y="339133"/>
                </a:lnTo>
                <a:lnTo>
                  <a:pt x="85674" y="338417"/>
                </a:lnTo>
                <a:close/>
                <a:moveTo>
                  <a:pt x="129501" y="123824"/>
                </a:moveTo>
                <a:lnTo>
                  <a:pt x="130789" y="125003"/>
                </a:lnTo>
                <a:lnTo>
                  <a:pt x="128858" y="124414"/>
                </a:lnTo>
                <a:close/>
                <a:moveTo>
                  <a:pt x="104086" y="368759"/>
                </a:moveTo>
                <a:lnTo>
                  <a:pt x="105976" y="370531"/>
                </a:lnTo>
                <a:lnTo>
                  <a:pt x="103140" y="369645"/>
                </a:lnTo>
                <a:close/>
                <a:moveTo>
                  <a:pt x="88898" y="70827"/>
                </a:moveTo>
                <a:lnTo>
                  <a:pt x="90933" y="72585"/>
                </a:lnTo>
                <a:lnTo>
                  <a:pt x="87881" y="71706"/>
                </a:lnTo>
                <a:close/>
                <a:moveTo>
                  <a:pt x="60000" y="377683"/>
                </a:moveTo>
                <a:lnTo>
                  <a:pt x="61976" y="378035"/>
                </a:lnTo>
                <a:lnTo>
                  <a:pt x="59012" y="377859"/>
                </a:lnTo>
                <a:close/>
                <a:moveTo>
                  <a:pt x="99206" y="53910"/>
                </a:moveTo>
                <a:lnTo>
                  <a:pt x="99686" y="55264"/>
                </a:lnTo>
                <a:lnTo>
                  <a:pt x="98966" y="54587"/>
                </a:lnTo>
                <a:close/>
                <a:moveTo>
                  <a:pt x="6098" y="432345"/>
                </a:moveTo>
                <a:lnTo>
                  <a:pt x="6612" y="433707"/>
                </a:lnTo>
                <a:lnTo>
                  <a:pt x="5841" y="433026"/>
                </a:lnTo>
                <a:close/>
                <a:moveTo>
                  <a:pt x="63597" y="167831"/>
                </a:moveTo>
                <a:lnTo>
                  <a:pt x="64584" y="168296"/>
                </a:lnTo>
                <a:lnTo>
                  <a:pt x="63103" y="168063"/>
                </a:lnTo>
                <a:close/>
                <a:moveTo>
                  <a:pt x="61097" y="212313"/>
                </a:moveTo>
                <a:lnTo>
                  <a:pt x="63227" y="213039"/>
                </a:lnTo>
                <a:lnTo>
                  <a:pt x="60032" y="212676"/>
                </a:lnTo>
                <a:close/>
                <a:moveTo>
                  <a:pt x="123784" y="107148"/>
                </a:moveTo>
                <a:lnTo>
                  <a:pt x="124682" y="108514"/>
                </a:lnTo>
                <a:lnTo>
                  <a:pt x="123335" y="107831"/>
                </a:lnTo>
                <a:close/>
                <a:moveTo>
                  <a:pt x="48320" y="247973"/>
                </a:moveTo>
                <a:lnTo>
                  <a:pt x="49396" y="249275"/>
                </a:lnTo>
                <a:lnTo>
                  <a:pt x="47783" y="248624"/>
                </a:lnTo>
                <a:close/>
                <a:moveTo>
                  <a:pt x="69515" y="285465"/>
                </a:moveTo>
                <a:lnTo>
                  <a:pt x="71420" y="285798"/>
                </a:lnTo>
                <a:lnTo>
                  <a:pt x="68562" y="285631"/>
                </a:lnTo>
                <a:close/>
                <a:moveTo>
                  <a:pt x="89153" y="187480"/>
                </a:moveTo>
                <a:lnTo>
                  <a:pt x="90119" y="188573"/>
                </a:lnTo>
                <a:lnTo>
                  <a:pt x="88670" y="188026"/>
                </a:lnTo>
                <a:close/>
                <a:moveTo>
                  <a:pt x="6151" y="60718"/>
                </a:moveTo>
                <a:lnTo>
                  <a:pt x="7202" y="61561"/>
                </a:lnTo>
                <a:lnTo>
                  <a:pt x="5626" y="61139"/>
                </a:lnTo>
                <a:close/>
                <a:moveTo>
                  <a:pt x="84811" y="332754"/>
                </a:moveTo>
                <a:lnTo>
                  <a:pt x="86317" y="334315"/>
                </a:lnTo>
                <a:lnTo>
                  <a:pt x="84058" y="333535"/>
                </a:lnTo>
                <a:close/>
                <a:moveTo>
                  <a:pt x="56754" y="186712"/>
                </a:moveTo>
                <a:lnTo>
                  <a:pt x="58174" y="188391"/>
                </a:lnTo>
                <a:lnTo>
                  <a:pt x="56044" y="187552"/>
                </a:lnTo>
                <a:close/>
                <a:moveTo>
                  <a:pt x="67881" y="85650"/>
                </a:moveTo>
                <a:lnTo>
                  <a:pt x="69248" y="86158"/>
                </a:lnTo>
                <a:lnTo>
                  <a:pt x="67198" y="85904"/>
                </a:lnTo>
                <a:close/>
                <a:moveTo>
                  <a:pt x="38569" y="255057"/>
                </a:moveTo>
                <a:lnTo>
                  <a:pt x="39832" y="255977"/>
                </a:lnTo>
                <a:lnTo>
                  <a:pt x="37937" y="255517"/>
                </a:lnTo>
                <a:close/>
                <a:moveTo>
                  <a:pt x="99129" y="71408"/>
                </a:moveTo>
                <a:lnTo>
                  <a:pt x="99813" y="71792"/>
                </a:lnTo>
                <a:lnTo>
                  <a:pt x="98786" y="71600"/>
                </a:lnTo>
                <a:close/>
                <a:moveTo>
                  <a:pt x="86656" y="13098"/>
                </a:moveTo>
                <a:lnTo>
                  <a:pt x="88691" y="14354"/>
                </a:lnTo>
                <a:lnTo>
                  <a:pt x="85639" y="13726"/>
                </a:lnTo>
                <a:close/>
                <a:moveTo>
                  <a:pt x="8724" y="214274"/>
                </a:moveTo>
                <a:lnTo>
                  <a:pt x="9138" y="215909"/>
                </a:lnTo>
                <a:lnTo>
                  <a:pt x="8517" y="215092"/>
                </a:lnTo>
                <a:close/>
                <a:moveTo>
                  <a:pt x="115542" y="143966"/>
                </a:moveTo>
                <a:lnTo>
                  <a:pt x="117672" y="145367"/>
                </a:lnTo>
                <a:lnTo>
                  <a:pt x="114476" y="144666"/>
                </a:lnTo>
                <a:close/>
                <a:moveTo>
                  <a:pt x="16144" y="269602"/>
                </a:moveTo>
                <a:lnTo>
                  <a:pt x="17805" y="270798"/>
                </a:lnTo>
                <a:lnTo>
                  <a:pt x="15314" y="270200"/>
                </a:lnTo>
                <a:close/>
                <a:moveTo>
                  <a:pt x="41838" y="433699"/>
                </a:moveTo>
                <a:lnTo>
                  <a:pt x="43023" y="435222"/>
                </a:lnTo>
                <a:lnTo>
                  <a:pt x="41245" y="434460"/>
                </a:lnTo>
                <a:close/>
                <a:moveTo>
                  <a:pt x="64297" y="288639"/>
                </a:moveTo>
                <a:lnTo>
                  <a:pt x="65608" y="289079"/>
                </a:lnTo>
                <a:lnTo>
                  <a:pt x="63641" y="288859"/>
                </a:lnTo>
                <a:close/>
                <a:moveTo>
                  <a:pt x="99192" y="83095"/>
                </a:moveTo>
                <a:lnTo>
                  <a:pt x="100542" y="83869"/>
                </a:lnTo>
                <a:lnTo>
                  <a:pt x="98517" y="83482"/>
                </a:lnTo>
                <a:close/>
                <a:moveTo>
                  <a:pt x="80116" y="274862"/>
                </a:moveTo>
                <a:lnTo>
                  <a:pt x="81995" y="276166"/>
                </a:lnTo>
                <a:lnTo>
                  <a:pt x="79177" y="275514"/>
                </a:lnTo>
                <a:close/>
                <a:moveTo>
                  <a:pt x="45195" y="111899"/>
                </a:moveTo>
                <a:lnTo>
                  <a:pt x="45950" y="112989"/>
                </a:lnTo>
                <a:lnTo>
                  <a:pt x="44817" y="112444"/>
                </a:lnTo>
                <a:close/>
                <a:moveTo>
                  <a:pt x="122145" y="225352"/>
                </a:moveTo>
                <a:lnTo>
                  <a:pt x="123756" y="225935"/>
                </a:lnTo>
                <a:lnTo>
                  <a:pt x="121339" y="225644"/>
                </a:lnTo>
                <a:close/>
                <a:moveTo>
                  <a:pt x="11264" y="380417"/>
                </a:moveTo>
                <a:lnTo>
                  <a:pt x="12261" y="381046"/>
                </a:lnTo>
                <a:lnTo>
                  <a:pt x="10765" y="380732"/>
                </a:lnTo>
                <a:close/>
                <a:moveTo>
                  <a:pt x="89064" y="345223"/>
                </a:moveTo>
                <a:lnTo>
                  <a:pt x="91086" y="346953"/>
                </a:lnTo>
                <a:lnTo>
                  <a:pt x="88054" y="346088"/>
                </a:lnTo>
                <a:close/>
                <a:moveTo>
                  <a:pt x="70565" y="200697"/>
                </a:moveTo>
                <a:lnTo>
                  <a:pt x="71635" y="201564"/>
                </a:lnTo>
                <a:lnTo>
                  <a:pt x="70031" y="201131"/>
                </a:lnTo>
                <a:close/>
                <a:moveTo>
                  <a:pt x="128684" y="454847"/>
                </a:moveTo>
                <a:lnTo>
                  <a:pt x="130707" y="455621"/>
                </a:lnTo>
                <a:lnTo>
                  <a:pt x="127673" y="455234"/>
                </a:lnTo>
                <a:close/>
                <a:moveTo>
                  <a:pt x="75508" y="28970"/>
                </a:moveTo>
                <a:lnTo>
                  <a:pt x="77504" y="29876"/>
                </a:lnTo>
                <a:lnTo>
                  <a:pt x="74510" y="29423"/>
                </a:lnTo>
                <a:close/>
                <a:moveTo>
                  <a:pt x="88636" y="415713"/>
                </a:moveTo>
                <a:lnTo>
                  <a:pt x="89603" y="416291"/>
                </a:lnTo>
                <a:lnTo>
                  <a:pt x="88152" y="416002"/>
                </a:lnTo>
                <a:close/>
                <a:moveTo>
                  <a:pt x="37002" y="52236"/>
                </a:moveTo>
                <a:lnTo>
                  <a:pt x="37694" y="52924"/>
                </a:lnTo>
                <a:lnTo>
                  <a:pt x="36656" y="52580"/>
                </a:lnTo>
                <a:close/>
                <a:moveTo>
                  <a:pt x="91484" y="205203"/>
                </a:moveTo>
                <a:lnTo>
                  <a:pt x="93374" y="206844"/>
                </a:lnTo>
                <a:lnTo>
                  <a:pt x="90539" y="206023"/>
                </a:lnTo>
                <a:close/>
                <a:moveTo>
                  <a:pt x="97436" y="47399"/>
                </a:moveTo>
                <a:lnTo>
                  <a:pt x="98101" y="48906"/>
                </a:lnTo>
                <a:lnTo>
                  <a:pt x="97103" y="48153"/>
                </a:lnTo>
                <a:close/>
                <a:moveTo>
                  <a:pt x="79750" y="138965"/>
                </a:moveTo>
                <a:lnTo>
                  <a:pt x="81569" y="140664"/>
                </a:lnTo>
                <a:lnTo>
                  <a:pt x="78841" y="139815"/>
                </a:lnTo>
                <a:close/>
                <a:moveTo>
                  <a:pt x="117865" y="291043"/>
                </a:moveTo>
                <a:lnTo>
                  <a:pt x="119536" y="292008"/>
                </a:lnTo>
                <a:lnTo>
                  <a:pt x="117030" y="291525"/>
                </a:lnTo>
                <a:close/>
                <a:moveTo>
                  <a:pt x="51547" y="219257"/>
                </a:moveTo>
                <a:lnTo>
                  <a:pt x="52561" y="220026"/>
                </a:lnTo>
                <a:lnTo>
                  <a:pt x="51040" y="219642"/>
                </a:lnTo>
                <a:close/>
                <a:moveTo>
                  <a:pt x="41485" y="39679"/>
                </a:moveTo>
                <a:lnTo>
                  <a:pt x="42203" y="40833"/>
                </a:lnTo>
                <a:lnTo>
                  <a:pt x="41126" y="40256"/>
                </a:lnTo>
                <a:close/>
                <a:moveTo>
                  <a:pt x="47304" y="431744"/>
                </a:moveTo>
                <a:lnTo>
                  <a:pt x="48496" y="433150"/>
                </a:lnTo>
                <a:lnTo>
                  <a:pt x="46708" y="432447"/>
                </a:lnTo>
                <a:close/>
                <a:moveTo>
                  <a:pt x="120869" y="18156"/>
                </a:moveTo>
                <a:lnTo>
                  <a:pt x="123024" y="19516"/>
                </a:lnTo>
                <a:lnTo>
                  <a:pt x="119791" y="18836"/>
                </a:lnTo>
                <a:close/>
                <a:moveTo>
                  <a:pt x="52307" y="435951"/>
                </a:moveTo>
                <a:lnTo>
                  <a:pt x="54303" y="437531"/>
                </a:lnTo>
                <a:lnTo>
                  <a:pt x="51308" y="436741"/>
                </a:lnTo>
                <a:close/>
                <a:moveTo>
                  <a:pt x="136224" y="385581"/>
                </a:moveTo>
                <a:lnTo>
                  <a:pt x="138096" y="386439"/>
                </a:lnTo>
                <a:lnTo>
                  <a:pt x="135288" y="386010"/>
                </a:lnTo>
                <a:close/>
                <a:moveTo>
                  <a:pt x="140822" y="137344"/>
                </a:moveTo>
                <a:lnTo>
                  <a:pt x="141781" y="138208"/>
                </a:lnTo>
                <a:lnTo>
                  <a:pt x="140342" y="137776"/>
                </a:lnTo>
                <a:close/>
                <a:moveTo>
                  <a:pt x="141333" y="68930"/>
                </a:moveTo>
                <a:lnTo>
                  <a:pt x="141836" y="69820"/>
                </a:lnTo>
                <a:lnTo>
                  <a:pt x="141082" y="69375"/>
                </a:lnTo>
                <a:close/>
                <a:moveTo>
                  <a:pt x="129746" y="32536"/>
                </a:moveTo>
                <a:lnTo>
                  <a:pt x="130823" y="33535"/>
                </a:lnTo>
                <a:lnTo>
                  <a:pt x="129207" y="33035"/>
                </a:lnTo>
                <a:close/>
                <a:moveTo>
                  <a:pt x="51294" y="167402"/>
                </a:moveTo>
                <a:lnTo>
                  <a:pt x="52793" y="168939"/>
                </a:lnTo>
                <a:lnTo>
                  <a:pt x="50545" y="168171"/>
                </a:lnTo>
                <a:close/>
                <a:moveTo>
                  <a:pt x="40215" y="265801"/>
                </a:moveTo>
                <a:lnTo>
                  <a:pt x="41858" y="267485"/>
                </a:lnTo>
                <a:lnTo>
                  <a:pt x="39393" y="266643"/>
                </a:lnTo>
                <a:close/>
                <a:moveTo>
                  <a:pt x="139658" y="100253"/>
                </a:moveTo>
                <a:lnTo>
                  <a:pt x="140107" y="101925"/>
                </a:lnTo>
                <a:lnTo>
                  <a:pt x="139433" y="101089"/>
                </a:lnTo>
                <a:close/>
                <a:moveTo>
                  <a:pt x="7968" y="198741"/>
                </a:moveTo>
                <a:lnTo>
                  <a:pt x="8659" y="199971"/>
                </a:lnTo>
                <a:lnTo>
                  <a:pt x="7622" y="199356"/>
                </a:lnTo>
                <a:close/>
                <a:moveTo>
                  <a:pt x="104447" y="297083"/>
                </a:moveTo>
                <a:lnTo>
                  <a:pt x="106274" y="297391"/>
                </a:lnTo>
                <a:lnTo>
                  <a:pt x="103533" y="297237"/>
                </a:lnTo>
                <a:close/>
                <a:moveTo>
                  <a:pt x="35968" y="308530"/>
                </a:moveTo>
                <a:lnTo>
                  <a:pt x="36498" y="308959"/>
                </a:lnTo>
                <a:lnTo>
                  <a:pt x="35703" y="308744"/>
                </a:lnTo>
                <a:close/>
                <a:moveTo>
                  <a:pt x="76097" y="67728"/>
                </a:moveTo>
                <a:lnTo>
                  <a:pt x="77206" y="68716"/>
                </a:lnTo>
                <a:lnTo>
                  <a:pt x="75543" y="68222"/>
                </a:lnTo>
                <a:close/>
                <a:moveTo>
                  <a:pt x="63874" y="116726"/>
                </a:moveTo>
                <a:lnTo>
                  <a:pt x="64993" y="117564"/>
                </a:lnTo>
                <a:lnTo>
                  <a:pt x="63315" y="117145"/>
                </a:lnTo>
                <a:close/>
                <a:moveTo>
                  <a:pt x="44428" y="275440"/>
                </a:moveTo>
                <a:lnTo>
                  <a:pt x="46396" y="276120"/>
                </a:lnTo>
                <a:lnTo>
                  <a:pt x="43443" y="275780"/>
                </a:lnTo>
                <a:close/>
                <a:moveTo>
                  <a:pt x="128139" y="35856"/>
                </a:moveTo>
                <a:lnTo>
                  <a:pt x="128849" y="36464"/>
                </a:lnTo>
                <a:lnTo>
                  <a:pt x="127784" y="36160"/>
                </a:lnTo>
                <a:close/>
                <a:moveTo>
                  <a:pt x="89510" y="210030"/>
                </a:moveTo>
                <a:lnTo>
                  <a:pt x="91691" y="211498"/>
                </a:lnTo>
                <a:lnTo>
                  <a:pt x="88419" y="210764"/>
                </a:lnTo>
                <a:close/>
                <a:moveTo>
                  <a:pt x="140115" y="199035"/>
                </a:moveTo>
                <a:lnTo>
                  <a:pt x="141527" y="200515"/>
                </a:lnTo>
                <a:lnTo>
                  <a:pt x="139408" y="199775"/>
                </a:lnTo>
                <a:close/>
                <a:moveTo>
                  <a:pt x="25046" y="329395"/>
                </a:moveTo>
                <a:lnTo>
                  <a:pt x="25653" y="331093"/>
                </a:lnTo>
                <a:lnTo>
                  <a:pt x="24742" y="330244"/>
                </a:lnTo>
                <a:close/>
                <a:moveTo>
                  <a:pt x="92356" y="402500"/>
                </a:moveTo>
                <a:lnTo>
                  <a:pt x="93868" y="403237"/>
                </a:lnTo>
                <a:lnTo>
                  <a:pt x="91601" y="402868"/>
                </a:lnTo>
                <a:close/>
                <a:moveTo>
                  <a:pt x="65952" y="148047"/>
                </a:moveTo>
                <a:lnTo>
                  <a:pt x="67790" y="148487"/>
                </a:lnTo>
                <a:lnTo>
                  <a:pt x="65033" y="148267"/>
                </a:lnTo>
                <a:close/>
                <a:moveTo>
                  <a:pt x="74006" y="374215"/>
                </a:moveTo>
                <a:lnTo>
                  <a:pt x="74820" y="374692"/>
                </a:lnTo>
                <a:lnTo>
                  <a:pt x="73599" y="374454"/>
                </a:lnTo>
                <a:close/>
                <a:moveTo>
                  <a:pt x="97250" y="359162"/>
                </a:moveTo>
                <a:lnTo>
                  <a:pt x="97823" y="359895"/>
                </a:lnTo>
                <a:lnTo>
                  <a:pt x="96963" y="359529"/>
                </a:lnTo>
                <a:close/>
                <a:moveTo>
                  <a:pt x="33664" y="39142"/>
                </a:moveTo>
                <a:lnTo>
                  <a:pt x="34616" y="40290"/>
                </a:lnTo>
                <a:lnTo>
                  <a:pt x="33188" y="39716"/>
                </a:lnTo>
                <a:close/>
                <a:moveTo>
                  <a:pt x="140197" y="456320"/>
                </a:moveTo>
                <a:lnTo>
                  <a:pt x="141601" y="456799"/>
                </a:lnTo>
                <a:lnTo>
                  <a:pt x="139495" y="456559"/>
                </a:lnTo>
                <a:close/>
                <a:moveTo>
                  <a:pt x="23862" y="383684"/>
                </a:moveTo>
                <a:lnTo>
                  <a:pt x="26056" y="385132"/>
                </a:lnTo>
                <a:lnTo>
                  <a:pt x="22765" y="384408"/>
                </a:lnTo>
                <a:close/>
                <a:moveTo>
                  <a:pt x="25259" y="5036"/>
                </a:moveTo>
                <a:lnTo>
                  <a:pt x="26532" y="5438"/>
                </a:lnTo>
                <a:lnTo>
                  <a:pt x="24623" y="5237"/>
                </a:lnTo>
                <a:close/>
                <a:moveTo>
                  <a:pt x="74339" y="337899"/>
                </a:moveTo>
                <a:lnTo>
                  <a:pt x="74739" y="338671"/>
                </a:lnTo>
                <a:lnTo>
                  <a:pt x="74140" y="338285"/>
                </a:lnTo>
                <a:close/>
                <a:moveTo>
                  <a:pt x="1687" y="188369"/>
                </a:moveTo>
                <a:lnTo>
                  <a:pt x="3383" y="189545"/>
                </a:lnTo>
                <a:lnTo>
                  <a:pt x="839" y="188957"/>
                </a:lnTo>
                <a:close/>
                <a:moveTo>
                  <a:pt x="80392" y="241775"/>
                </a:moveTo>
                <a:lnTo>
                  <a:pt x="82208" y="243489"/>
                </a:lnTo>
                <a:lnTo>
                  <a:pt x="79484" y="242632"/>
                </a:lnTo>
                <a:close/>
                <a:moveTo>
                  <a:pt x="11524" y="8268"/>
                </a:moveTo>
                <a:lnTo>
                  <a:pt x="12370" y="9592"/>
                </a:lnTo>
                <a:lnTo>
                  <a:pt x="11101" y="8930"/>
                </a:lnTo>
                <a:close/>
                <a:moveTo>
                  <a:pt x="21875" y="191515"/>
                </a:moveTo>
                <a:lnTo>
                  <a:pt x="22504" y="192680"/>
                </a:lnTo>
                <a:lnTo>
                  <a:pt x="21560" y="192097"/>
                </a:lnTo>
                <a:close/>
                <a:moveTo>
                  <a:pt x="95285" y="84249"/>
                </a:moveTo>
                <a:lnTo>
                  <a:pt x="95813" y="85021"/>
                </a:lnTo>
                <a:lnTo>
                  <a:pt x="95021" y="84635"/>
                </a:lnTo>
                <a:close/>
                <a:moveTo>
                  <a:pt x="87911" y="451535"/>
                </a:moveTo>
                <a:lnTo>
                  <a:pt x="88527" y="452428"/>
                </a:lnTo>
                <a:lnTo>
                  <a:pt x="87603" y="451982"/>
                </a:lnTo>
                <a:close/>
                <a:moveTo>
                  <a:pt x="92033" y="332918"/>
                </a:moveTo>
                <a:lnTo>
                  <a:pt x="93051" y="334011"/>
                </a:lnTo>
                <a:lnTo>
                  <a:pt x="91525" y="333464"/>
                </a:lnTo>
                <a:close/>
                <a:moveTo>
                  <a:pt x="72057" y="15390"/>
                </a:moveTo>
                <a:lnTo>
                  <a:pt x="73929" y="17083"/>
                </a:lnTo>
                <a:lnTo>
                  <a:pt x="71120" y="16236"/>
                </a:lnTo>
                <a:close/>
                <a:moveTo>
                  <a:pt x="131214" y="210558"/>
                </a:moveTo>
                <a:lnTo>
                  <a:pt x="133227" y="211625"/>
                </a:lnTo>
                <a:lnTo>
                  <a:pt x="130207" y="211092"/>
                </a:lnTo>
                <a:close/>
                <a:moveTo>
                  <a:pt x="35400" y="314808"/>
                </a:moveTo>
                <a:lnTo>
                  <a:pt x="36669" y="316322"/>
                </a:lnTo>
                <a:lnTo>
                  <a:pt x="34765" y="315565"/>
                </a:lnTo>
                <a:close/>
                <a:moveTo>
                  <a:pt x="31536" y="358224"/>
                </a:moveTo>
                <a:lnTo>
                  <a:pt x="32742" y="358845"/>
                </a:lnTo>
                <a:lnTo>
                  <a:pt x="30933" y="358534"/>
                </a:lnTo>
                <a:close/>
                <a:moveTo>
                  <a:pt x="74934" y="344985"/>
                </a:moveTo>
                <a:lnTo>
                  <a:pt x="75922" y="345723"/>
                </a:lnTo>
                <a:lnTo>
                  <a:pt x="74439" y="345354"/>
                </a:lnTo>
                <a:close/>
                <a:moveTo>
                  <a:pt x="44470" y="11433"/>
                </a:moveTo>
                <a:lnTo>
                  <a:pt x="45449" y="12626"/>
                </a:lnTo>
                <a:lnTo>
                  <a:pt x="43981" y="12029"/>
                </a:lnTo>
                <a:close/>
                <a:moveTo>
                  <a:pt x="16452" y="433059"/>
                </a:moveTo>
                <a:lnTo>
                  <a:pt x="17889" y="434197"/>
                </a:lnTo>
                <a:lnTo>
                  <a:pt x="15734" y="433628"/>
                </a:lnTo>
                <a:close/>
                <a:moveTo>
                  <a:pt x="65074" y="35781"/>
                </a:moveTo>
                <a:lnTo>
                  <a:pt x="65516" y="36835"/>
                </a:lnTo>
                <a:lnTo>
                  <a:pt x="64853" y="36308"/>
                </a:lnTo>
                <a:close/>
                <a:moveTo>
                  <a:pt x="17252" y="290692"/>
                </a:moveTo>
                <a:lnTo>
                  <a:pt x="18307" y="291364"/>
                </a:lnTo>
                <a:lnTo>
                  <a:pt x="16724" y="291028"/>
                </a:lnTo>
                <a:close/>
                <a:moveTo>
                  <a:pt x="93501" y="29315"/>
                </a:moveTo>
                <a:lnTo>
                  <a:pt x="95144" y="30773"/>
                </a:lnTo>
                <a:lnTo>
                  <a:pt x="92679" y="30044"/>
                </a:lnTo>
                <a:close/>
                <a:moveTo>
                  <a:pt x="88693" y="284034"/>
                </a:moveTo>
                <a:lnTo>
                  <a:pt x="90646" y="285703"/>
                </a:lnTo>
                <a:lnTo>
                  <a:pt x="87717" y="284869"/>
                </a:lnTo>
                <a:close/>
                <a:moveTo>
                  <a:pt x="51169" y="273621"/>
                </a:moveTo>
                <a:lnTo>
                  <a:pt x="52892" y="274722"/>
                </a:lnTo>
                <a:lnTo>
                  <a:pt x="50308" y="274172"/>
                </a:lnTo>
                <a:close/>
                <a:moveTo>
                  <a:pt x="103810" y="281494"/>
                </a:moveTo>
                <a:lnTo>
                  <a:pt x="104708" y="283211"/>
                </a:lnTo>
                <a:lnTo>
                  <a:pt x="103360" y="282352"/>
                </a:lnTo>
                <a:close/>
                <a:moveTo>
                  <a:pt x="84789" y="454173"/>
                </a:moveTo>
                <a:lnTo>
                  <a:pt x="86374" y="454884"/>
                </a:lnTo>
                <a:lnTo>
                  <a:pt x="83997" y="454528"/>
                </a:lnTo>
                <a:close/>
                <a:moveTo>
                  <a:pt x="42604" y="422450"/>
                </a:moveTo>
                <a:lnTo>
                  <a:pt x="43864" y="423821"/>
                </a:lnTo>
                <a:lnTo>
                  <a:pt x="41974" y="423135"/>
                </a:lnTo>
                <a:close/>
                <a:moveTo>
                  <a:pt x="18630" y="263371"/>
                </a:moveTo>
                <a:lnTo>
                  <a:pt x="20616" y="264108"/>
                </a:lnTo>
                <a:lnTo>
                  <a:pt x="17637" y="263739"/>
                </a:lnTo>
                <a:close/>
                <a:moveTo>
                  <a:pt x="104345" y="435665"/>
                </a:moveTo>
                <a:lnTo>
                  <a:pt x="104967" y="436593"/>
                </a:lnTo>
                <a:lnTo>
                  <a:pt x="104033" y="436129"/>
                </a:lnTo>
                <a:close/>
                <a:moveTo>
                  <a:pt x="65534" y="253647"/>
                </a:moveTo>
                <a:lnTo>
                  <a:pt x="67211" y="254683"/>
                </a:lnTo>
                <a:lnTo>
                  <a:pt x="64695" y="254165"/>
                </a:lnTo>
                <a:close/>
                <a:moveTo>
                  <a:pt x="51078" y="7841"/>
                </a:moveTo>
                <a:lnTo>
                  <a:pt x="52023" y="8151"/>
                </a:lnTo>
                <a:lnTo>
                  <a:pt x="50606" y="7996"/>
                </a:lnTo>
                <a:close/>
                <a:moveTo>
                  <a:pt x="45563" y="385276"/>
                </a:moveTo>
                <a:lnTo>
                  <a:pt x="46846" y="385705"/>
                </a:lnTo>
                <a:lnTo>
                  <a:pt x="44921" y="385490"/>
                </a:lnTo>
                <a:close/>
                <a:moveTo>
                  <a:pt x="107286" y="44784"/>
                </a:moveTo>
                <a:lnTo>
                  <a:pt x="107637" y="45231"/>
                </a:lnTo>
                <a:lnTo>
                  <a:pt x="107110" y="45008"/>
                </a:lnTo>
                <a:close/>
                <a:moveTo>
                  <a:pt x="51171" y="436299"/>
                </a:moveTo>
                <a:lnTo>
                  <a:pt x="52449" y="436747"/>
                </a:lnTo>
                <a:lnTo>
                  <a:pt x="50532" y="436523"/>
                </a:lnTo>
                <a:close/>
                <a:moveTo>
                  <a:pt x="77011" y="371660"/>
                </a:moveTo>
                <a:lnTo>
                  <a:pt x="78227" y="371980"/>
                </a:lnTo>
                <a:lnTo>
                  <a:pt x="76402" y="371820"/>
                </a:lnTo>
                <a:close/>
                <a:moveTo>
                  <a:pt x="39334" y="205738"/>
                </a:moveTo>
                <a:lnTo>
                  <a:pt x="40091" y="206068"/>
                </a:lnTo>
                <a:lnTo>
                  <a:pt x="38955" y="205903"/>
                </a:lnTo>
                <a:close/>
                <a:moveTo>
                  <a:pt x="47661" y="395977"/>
                </a:moveTo>
                <a:lnTo>
                  <a:pt x="48868" y="397599"/>
                </a:lnTo>
                <a:lnTo>
                  <a:pt x="47057" y="396788"/>
                </a:lnTo>
                <a:close/>
                <a:moveTo>
                  <a:pt x="132231" y="225709"/>
                </a:moveTo>
                <a:lnTo>
                  <a:pt x="134317" y="226190"/>
                </a:lnTo>
                <a:lnTo>
                  <a:pt x="131189" y="225950"/>
                </a:lnTo>
                <a:close/>
                <a:moveTo>
                  <a:pt x="47686" y="276310"/>
                </a:moveTo>
                <a:lnTo>
                  <a:pt x="48686" y="277052"/>
                </a:lnTo>
                <a:lnTo>
                  <a:pt x="47185" y="276681"/>
                </a:lnTo>
                <a:close/>
                <a:moveTo>
                  <a:pt x="100347" y="419236"/>
                </a:moveTo>
                <a:lnTo>
                  <a:pt x="101587" y="420735"/>
                </a:lnTo>
                <a:lnTo>
                  <a:pt x="99726" y="419986"/>
                </a:lnTo>
                <a:close/>
                <a:moveTo>
                  <a:pt x="8230" y="50653"/>
                </a:moveTo>
                <a:lnTo>
                  <a:pt x="9584" y="51252"/>
                </a:lnTo>
                <a:lnTo>
                  <a:pt x="7552" y="50953"/>
                </a:lnTo>
                <a:close/>
                <a:moveTo>
                  <a:pt x="14879" y="467554"/>
                </a:moveTo>
                <a:lnTo>
                  <a:pt x="15528" y="468677"/>
                </a:lnTo>
                <a:lnTo>
                  <a:pt x="14555" y="468115"/>
                </a:lnTo>
                <a:close/>
                <a:moveTo>
                  <a:pt x="133343" y="214239"/>
                </a:moveTo>
                <a:lnTo>
                  <a:pt x="134760" y="215396"/>
                </a:lnTo>
                <a:lnTo>
                  <a:pt x="132634" y="214818"/>
                </a:lnTo>
                <a:close/>
                <a:moveTo>
                  <a:pt x="59483" y="222701"/>
                </a:moveTo>
                <a:lnTo>
                  <a:pt x="60433" y="223770"/>
                </a:lnTo>
                <a:lnTo>
                  <a:pt x="59009" y="223236"/>
                </a:lnTo>
                <a:close/>
                <a:moveTo>
                  <a:pt x="40130" y="166177"/>
                </a:moveTo>
                <a:lnTo>
                  <a:pt x="40836" y="167112"/>
                </a:lnTo>
                <a:lnTo>
                  <a:pt x="39778" y="166645"/>
                </a:lnTo>
                <a:close/>
                <a:moveTo>
                  <a:pt x="125926" y="207788"/>
                </a:moveTo>
                <a:lnTo>
                  <a:pt x="126989" y="208198"/>
                </a:lnTo>
                <a:lnTo>
                  <a:pt x="125394" y="207993"/>
                </a:lnTo>
                <a:close/>
                <a:moveTo>
                  <a:pt x="119842" y="141738"/>
                </a:moveTo>
                <a:lnTo>
                  <a:pt x="120922" y="142553"/>
                </a:lnTo>
                <a:lnTo>
                  <a:pt x="119302" y="142146"/>
                </a:lnTo>
                <a:close/>
                <a:moveTo>
                  <a:pt x="112993" y="123300"/>
                </a:moveTo>
                <a:lnTo>
                  <a:pt x="114339" y="124559"/>
                </a:lnTo>
                <a:lnTo>
                  <a:pt x="112319" y="123930"/>
                </a:lnTo>
                <a:close/>
                <a:moveTo>
                  <a:pt x="11743" y="231852"/>
                </a:moveTo>
                <a:lnTo>
                  <a:pt x="12101" y="233455"/>
                </a:lnTo>
                <a:lnTo>
                  <a:pt x="11563" y="232654"/>
                </a:lnTo>
                <a:close/>
                <a:moveTo>
                  <a:pt x="65059" y="453555"/>
                </a:moveTo>
                <a:lnTo>
                  <a:pt x="66645" y="454521"/>
                </a:lnTo>
                <a:lnTo>
                  <a:pt x="64266" y="454038"/>
                </a:lnTo>
                <a:close/>
                <a:moveTo>
                  <a:pt x="65365" y="417178"/>
                </a:moveTo>
                <a:lnTo>
                  <a:pt x="66606" y="418290"/>
                </a:lnTo>
                <a:lnTo>
                  <a:pt x="64744" y="417734"/>
                </a:lnTo>
                <a:close/>
                <a:moveTo>
                  <a:pt x="19767" y="144007"/>
                </a:moveTo>
                <a:lnTo>
                  <a:pt x="21487" y="145694"/>
                </a:lnTo>
                <a:lnTo>
                  <a:pt x="18907" y="144851"/>
                </a:lnTo>
                <a:close/>
                <a:moveTo>
                  <a:pt x="11280" y="454927"/>
                </a:moveTo>
                <a:lnTo>
                  <a:pt x="11751" y="456310"/>
                </a:lnTo>
                <a:lnTo>
                  <a:pt x="11045" y="455618"/>
                </a:lnTo>
                <a:close/>
                <a:moveTo>
                  <a:pt x="50549" y="19122"/>
                </a:moveTo>
                <a:lnTo>
                  <a:pt x="51622" y="20442"/>
                </a:lnTo>
                <a:lnTo>
                  <a:pt x="50012" y="19782"/>
                </a:lnTo>
                <a:close/>
                <a:moveTo>
                  <a:pt x="92011" y="372621"/>
                </a:moveTo>
                <a:lnTo>
                  <a:pt x="92874" y="373304"/>
                </a:lnTo>
                <a:lnTo>
                  <a:pt x="91579" y="372962"/>
                </a:lnTo>
                <a:close/>
                <a:moveTo>
                  <a:pt x="25196" y="373039"/>
                </a:moveTo>
                <a:lnTo>
                  <a:pt x="26286" y="373525"/>
                </a:lnTo>
                <a:lnTo>
                  <a:pt x="24651" y="373282"/>
                </a:lnTo>
                <a:close/>
                <a:moveTo>
                  <a:pt x="40425" y="228360"/>
                </a:moveTo>
                <a:lnTo>
                  <a:pt x="41580" y="229461"/>
                </a:lnTo>
                <a:lnTo>
                  <a:pt x="39847" y="228910"/>
                </a:lnTo>
                <a:close/>
                <a:moveTo>
                  <a:pt x="29131" y="283358"/>
                </a:moveTo>
                <a:lnTo>
                  <a:pt x="31132" y="284540"/>
                </a:lnTo>
                <a:lnTo>
                  <a:pt x="28130" y="283949"/>
                </a:lnTo>
                <a:close/>
                <a:moveTo>
                  <a:pt x="46163" y="107351"/>
                </a:moveTo>
                <a:lnTo>
                  <a:pt x="46762" y="108981"/>
                </a:lnTo>
                <a:lnTo>
                  <a:pt x="45863" y="108166"/>
                </a:lnTo>
                <a:close/>
                <a:moveTo>
                  <a:pt x="5471" y="410975"/>
                </a:moveTo>
                <a:lnTo>
                  <a:pt x="6025" y="411375"/>
                </a:lnTo>
                <a:lnTo>
                  <a:pt x="5195" y="411175"/>
                </a:lnTo>
                <a:close/>
                <a:moveTo>
                  <a:pt x="79684" y="136134"/>
                </a:moveTo>
                <a:lnTo>
                  <a:pt x="81847" y="137082"/>
                </a:lnTo>
                <a:lnTo>
                  <a:pt x="78603" y="136608"/>
                </a:lnTo>
                <a:close/>
                <a:moveTo>
                  <a:pt x="61459" y="114528"/>
                </a:moveTo>
                <a:lnTo>
                  <a:pt x="61824" y="116229"/>
                </a:lnTo>
                <a:lnTo>
                  <a:pt x="61277" y="115378"/>
                </a:lnTo>
                <a:close/>
                <a:moveTo>
                  <a:pt x="28322" y="30863"/>
                </a:moveTo>
                <a:lnTo>
                  <a:pt x="29085" y="32152"/>
                </a:lnTo>
                <a:lnTo>
                  <a:pt x="27940" y="31508"/>
                </a:lnTo>
                <a:close/>
                <a:moveTo>
                  <a:pt x="50088" y="408126"/>
                </a:moveTo>
                <a:lnTo>
                  <a:pt x="51300" y="408807"/>
                </a:lnTo>
                <a:lnTo>
                  <a:pt x="49481" y="408466"/>
                </a:lnTo>
                <a:close/>
                <a:moveTo>
                  <a:pt x="129643" y="179053"/>
                </a:moveTo>
                <a:lnTo>
                  <a:pt x="131507" y="179837"/>
                </a:lnTo>
                <a:lnTo>
                  <a:pt x="128711" y="179445"/>
                </a:lnTo>
                <a:close/>
                <a:moveTo>
                  <a:pt x="16018" y="281431"/>
                </a:moveTo>
                <a:lnTo>
                  <a:pt x="17341" y="282886"/>
                </a:lnTo>
                <a:lnTo>
                  <a:pt x="15356" y="282159"/>
                </a:lnTo>
                <a:close/>
                <a:moveTo>
                  <a:pt x="16664" y="334268"/>
                </a:moveTo>
                <a:lnTo>
                  <a:pt x="18395" y="335735"/>
                </a:lnTo>
                <a:lnTo>
                  <a:pt x="15799" y="335002"/>
                </a:lnTo>
                <a:close/>
                <a:moveTo>
                  <a:pt x="136902" y="394289"/>
                </a:moveTo>
                <a:lnTo>
                  <a:pt x="137768" y="394747"/>
                </a:lnTo>
                <a:lnTo>
                  <a:pt x="136469" y="394518"/>
                </a:lnTo>
                <a:close/>
                <a:moveTo>
                  <a:pt x="109404" y="177926"/>
                </a:moveTo>
                <a:lnTo>
                  <a:pt x="109901" y="179532"/>
                </a:lnTo>
                <a:lnTo>
                  <a:pt x="109155" y="178729"/>
                </a:lnTo>
                <a:close/>
                <a:moveTo>
                  <a:pt x="130022" y="77808"/>
                </a:moveTo>
                <a:lnTo>
                  <a:pt x="130725" y="79401"/>
                </a:lnTo>
                <a:lnTo>
                  <a:pt x="129671" y="78605"/>
                </a:lnTo>
                <a:close/>
                <a:moveTo>
                  <a:pt x="53407" y="375383"/>
                </a:moveTo>
                <a:lnTo>
                  <a:pt x="54763" y="376293"/>
                </a:lnTo>
                <a:lnTo>
                  <a:pt x="52729" y="375838"/>
                </a:lnTo>
                <a:close/>
                <a:moveTo>
                  <a:pt x="45756" y="409514"/>
                </a:moveTo>
                <a:lnTo>
                  <a:pt x="46462" y="411062"/>
                </a:lnTo>
                <a:lnTo>
                  <a:pt x="45403" y="410288"/>
                </a:lnTo>
                <a:close/>
                <a:moveTo>
                  <a:pt x="139014" y="293250"/>
                </a:moveTo>
                <a:lnTo>
                  <a:pt x="139742" y="294200"/>
                </a:lnTo>
                <a:lnTo>
                  <a:pt x="138650" y="293725"/>
                </a:lnTo>
                <a:close/>
                <a:moveTo>
                  <a:pt x="1928" y="323703"/>
                </a:moveTo>
                <a:lnTo>
                  <a:pt x="3686" y="325234"/>
                </a:lnTo>
                <a:lnTo>
                  <a:pt x="1049" y="324468"/>
                </a:lnTo>
                <a:close/>
                <a:moveTo>
                  <a:pt x="17821" y="270340"/>
                </a:moveTo>
                <a:lnTo>
                  <a:pt x="18850" y="270821"/>
                </a:lnTo>
                <a:lnTo>
                  <a:pt x="17306" y="270580"/>
                </a:lnTo>
                <a:close/>
                <a:moveTo>
                  <a:pt x="121905" y="213730"/>
                </a:moveTo>
                <a:lnTo>
                  <a:pt x="122804" y="215338"/>
                </a:lnTo>
                <a:lnTo>
                  <a:pt x="121455" y="214534"/>
                </a:lnTo>
                <a:close/>
                <a:moveTo>
                  <a:pt x="116451" y="309247"/>
                </a:moveTo>
                <a:lnTo>
                  <a:pt x="117843" y="310125"/>
                </a:lnTo>
                <a:lnTo>
                  <a:pt x="115755" y="309686"/>
                </a:lnTo>
                <a:close/>
                <a:moveTo>
                  <a:pt x="14601" y="413477"/>
                </a:moveTo>
                <a:lnTo>
                  <a:pt x="15978" y="414072"/>
                </a:lnTo>
                <a:lnTo>
                  <a:pt x="13912" y="413774"/>
                </a:lnTo>
                <a:close/>
                <a:moveTo>
                  <a:pt x="118031" y="131170"/>
                </a:moveTo>
                <a:lnTo>
                  <a:pt x="118895" y="132647"/>
                </a:lnTo>
                <a:lnTo>
                  <a:pt x="117599" y="131908"/>
                </a:lnTo>
                <a:close/>
                <a:moveTo>
                  <a:pt x="15141" y="157236"/>
                </a:moveTo>
                <a:lnTo>
                  <a:pt x="15996" y="157732"/>
                </a:lnTo>
                <a:lnTo>
                  <a:pt x="14713" y="157484"/>
                </a:lnTo>
                <a:close/>
                <a:moveTo>
                  <a:pt x="17796" y="271226"/>
                </a:moveTo>
                <a:lnTo>
                  <a:pt x="18648" y="272507"/>
                </a:lnTo>
                <a:lnTo>
                  <a:pt x="17370" y="271866"/>
                </a:lnTo>
                <a:close/>
                <a:moveTo>
                  <a:pt x="65069" y="247864"/>
                </a:moveTo>
                <a:lnTo>
                  <a:pt x="65830" y="249049"/>
                </a:lnTo>
                <a:lnTo>
                  <a:pt x="64688" y="248456"/>
                </a:lnTo>
                <a:close/>
                <a:moveTo>
                  <a:pt x="128811" y="145514"/>
                </a:moveTo>
                <a:lnTo>
                  <a:pt x="130035" y="146339"/>
                </a:lnTo>
                <a:lnTo>
                  <a:pt x="128198" y="145927"/>
                </a:lnTo>
                <a:close/>
                <a:moveTo>
                  <a:pt x="24735" y="272198"/>
                </a:moveTo>
                <a:lnTo>
                  <a:pt x="25861" y="273745"/>
                </a:lnTo>
                <a:lnTo>
                  <a:pt x="24171" y="272972"/>
                </a:lnTo>
                <a:close/>
                <a:moveTo>
                  <a:pt x="57417" y="4722"/>
                </a:moveTo>
                <a:lnTo>
                  <a:pt x="59551" y="6499"/>
                </a:lnTo>
                <a:lnTo>
                  <a:pt x="56350" y="5610"/>
                </a:lnTo>
                <a:close/>
                <a:moveTo>
                  <a:pt x="1326" y="18341"/>
                </a:moveTo>
                <a:lnTo>
                  <a:pt x="3320" y="18645"/>
                </a:lnTo>
                <a:lnTo>
                  <a:pt x="329" y="18493"/>
                </a:lnTo>
                <a:close/>
                <a:moveTo>
                  <a:pt x="67633" y="257957"/>
                </a:moveTo>
                <a:lnTo>
                  <a:pt x="68142" y="258477"/>
                </a:lnTo>
                <a:lnTo>
                  <a:pt x="67379" y="258217"/>
                </a:lnTo>
                <a:close/>
                <a:moveTo>
                  <a:pt x="140396" y="345849"/>
                </a:moveTo>
                <a:lnTo>
                  <a:pt x="142130" y="347599"/>
                </a:lnTo>
                <a:lnTo>
                  <a:pt x="139530" y="346724"/>
                </a:lnTo>
                <a:close/>
                <a:moveTo>
                  <a:pt x="36736" y="268023"/>
                </a:moveTo>
                <a:lnTo>
                  <a:pt x="37134" y="269504"/>
                </a:lnTo>
                <a:lnTo>
                  <a:pt x="36537" y="268764"/>
                </a:lnTo>
                <a:close/>
                <a:moveTo>
                  <a:pt x="117225" y="31339"/>
                </a:moveTo>
                <a:lnTo>
                  <a:pt x="118714" y="32774"/>
                </a:lnTo>
                <a:lnTo>
                  <a:pt x="116480" y="32057"/>
                </a:lnTo>
                <a:close/>
                <a:moveTo>
                  <a:pt x="75375" y="117768"/>
                </a:moveTo>
                <a:lnTo>
                  <a:pt x="77284" y="119105"/>
                </a:lnTo>
                <a:lnTo>
                  <a:pt x="74420" y="118437"/>
                </a:lnTo>
                <a:close/>
                <a:moveTo>
                  <a:pt x="79900" y="148677"/>
                </a:moveTo>
                <a:lnTo>
                  <a:pt x="80401" y="149861"/>
                </a:lnTo>
                <a:lnTo>
                  <a:pt x="79650" y="149269"/>
                </a:lnTo>
                <a:close/>
                <a:moveTo>
                  <a:pt x="63113" y="427567"/>
                </a:moveTo>
                <a:lnTo>
                  <a:pt x="65290" y="429055"/>
                </a:lnTo>
                <a:lnTo>
                  <a:pt x="62025" y="428311"/>
                </a:lnTo>
                <a:close/>
                <a:moveTo>
                  <a:pt x="97863" y="179956"/>
                </a:moveTo>
                <a:lnTo>
                  <a:pt x="99722" y="181623"/>
                </a:lnTo>
                <a:lnTo>
                  <a:pt x="96934" y="180790"/>
                </a:lnTo>
                <a:close/>
                <a:moveTo>
                  <a:pt x="127422" y="214221"/>
                </a:moveTo>
                <a:lnTo>
                  <a:pt x="129620" y="215103"/>
                </a:lnTo>
                <a:lnTo>
                  <a:pt x="126323" y="214662"/>
                </a:lnTo>
                <a:close/>
                <a:moveTo>
                  <a:pt x="97453" y="91156"/>
                </a:moveTo>
                <a:lnTo>
                  <a:pt x="98716" y="91791"/>
                </a:lnTo>
                <a:lnTo>
                  <a:pt x="96822" y="91473"/>
                </a:lnTo>
                <a:close/>
                <a:moveTo>
                  <a:pt x="22362" y="388631"/>
                </a:moveTo>
                <a:lnTo>
                  <a:pt x="24194" y="390236"/>
                </a:lnTo>
                <a:lnTo>
                  <a:pt x="21447" y="389434"/>
                </a:lnTo>
                <a:close/>
                <a:moveTo>
                  <a:pt x="114455" y="93936"/>
                </a:moveTo>
                <a:lnTo>
                  <a:pt x="115651" y="95624"/>
                </a:lnTo>
                <a:lnTo>
                  <a:pt x="113857" y="94780"/>
                </a:lnTo>
                <a:close/>
                <a:moveTo>
                  <a:pt x="50955" y="251860"/>
                </a:moveTo>
                <a:lnTo>
                  <a:pt x="52485" y="253623"/>
                </a:lnTo>
                <a:lnTo>
                  <a:pt x="50190" y="252741"/>
                </a:lnTo>
                <a:close/>
                <a:moveTo>
                  <a:pt x="21934" y="4431"/>
                </a:moveTo>
                <a:lnTo>
                  <a:pt x="22767" y="4943"/>
                </a:lnTo>
                <a:lnTo>
                  <a:pt x="21517" y="4687"/>
                </a:lnTo>
                <a:close/>
                <a:moveTo>
                  <a:pt x="58026" y="147943"/>
                </a:moveTo>
                <a:lnTo>
                  <a:pt x="59518" y="149332"/>
                </a:lnTo>
                <a:lnTo>
                  <a:pt x="57281" y="148637"/>
                </a:lnTo>
                <a:close/>
                <a:moveTo>
                  <a:pt x="1682" y="446447"/>
                </a:moveTo>
                <a:lnTo>
                  <a:pt x="2574" y="447657"/>
                </a:lnTo>
                <a:lnTo>
                  <a:pt x="1237" y="447052"/>
                </a:lnTo>
                <a:close/>
                <a:moveTo>
                  <a:pt x="127852" y="153795"/>
                </a:moveTo>
                <a:lnTo>
                  <a:pt x="129865" y="154916"/>
                </a:lnTo>
                <a:lnTo>
                  <a:pt x="126846" y="154356"/>
                </a:lnTo>
                <a:close/>
                <a:moveTo>
                  <a:pt x="52915" y="22576"/>
                </a:moveTo>
                <a:lnTo>
                  <a:pt x="53643" y="23673"/>
                </a:lnTo>
                <a:lnTo>
                  <a:pt x="52551" y="23125"/>
                </a:lnTo>
                <a:close/>
                <a:moveTo>
                  <a:pt x="93834" y="394645"/>
                </a:moveTo>
                <a:lnTo>
                  <a:pt x="94299" y="396361"/>
                </a:lnTo>
                <a:lnTo>
                  <a:pt x="93602" y="395503"/>
                </a:lnTo>
                <a:close/>
                <a:moveTo>
                  <a:pt x="78473" y="38678"/>
                </a:moveTo>
                <a:lnTo>
                  <a:pt x="80552" y="39406"/>
                </a:lnTo>
                <a:lnTo>
                  <a:pt x="77434" y="39042"/>
                </a:lnTo>
                <a:close/>
                <a:moveTo>
                  <a:pt x="38166" y="465109"/>
                </a:moveTo>
                <a:lnTo>
                  <a:pt x="39707" y="465889"/>
                </a:lnTo>
                <a:lnTo>
                  <a:pt x="37396" y="465499"/>
                </a:lnTo>
                <a:close/>
                <a:moveTo>
                  <a:pt x="92939" y="208395"/>
                </a:moveTo>
                <a:lnTo>
                  <a:pt x="94152" y="208828"/>
                </a:lnTo>
                <a:lnTo>
                  <a:pt x="92332" y="208612"/>
                </a:lnTo>
                <a:close/>
                <a:moveTo>
                  <a:pt x="85471" y="66616"/>
                </a:moveTo>
                <a:lnTo>
                  <a:pt x="87284" y="67788"/>
                </a:lnTo>
                <a:lnTo>
                  <a:pt x="84564" y="67202"/>
                </a:lnTo>
                <a:close/>
                <a:moveTo>
                  <a:pt x="49038" y="216835"/>
                </a:moveTo>
                <a:lnTo>
                  <a:pt x="49723" y="217205"/>
                </a:lnTo>
                <a:lnTo>
                  <a:pt x="48695" y="217020"/>
                </a:lnTo>
                <a:close/>
                <a:moveTo>
                  <a:pt x="123567" y="463329"/>
                </a:moveTo>
                <a:lnTo>
                  <a:pt x="124732" y="463732"/>
                </a:lnTo>
                <a:lnTo>
                  <a:pt x="122985" y="463531"/>
                </a:lnTo>
                <a:close/>
                <a:moveTo>
                  <a:pt x="75322" y="288845"/>
                </a:moveTo>
                <a:lnTo>
                  <a:pt x="77266" y="290537"/>
                </a:lnTo>
                <a:lnTo>
                  <a:pt x="74349" y="289691"/>
                </a:lnTo>
                <a:close/>
                <a:moveTo>
                  <a:pt x="141549" y="470298"/>
                </a:moveTo>
                <a:lnTo>
                  <a:pt x="143654" y="471665"/>
                </a:lnTo>
                <a:lnTo>
                  <a:pt x="140496" y="470981"/>
                </a:lnTo>
                <a:close/>
                <a:moveTo>
                  <a:pt x="19260" y="422325"/>
                </a:moveTo>
                <a:lnTo>
                  <a:pt x="19940" y="423306"/>
                </a:lnTo>
                <a:lnTo>
                  <a:pt x="18921" y="422816"/>
                </a:lnTo>
                <a:close/>
                <a:moveTo>
                  <a:pt x="67028" y="466654"/>
                </a:moveTo>
                <a:lnTo>
                  <a:pt x="67388" y="467660"/>
                </a:lnTo>
                <a:lnTo>
                  <a:pt x="66848" y="467157"/>
                </a:lnTo>
                <a:close/>
                <a:moveTo>
                  <a:pt x="104141" y="440963"/>
                </a:moveTo>
                <a:lnTo>
                  <a:pt x="106145" y="441884"/>
                </a:lnTo>
                <a:lnTo>
                  <a:pt x="103140" y="441423"/>
                </a:lnTo>
                <a:close/>
                <a:moveTo>
                  <a:pt x="73082" y="274848"/>
                </a:moveTo>
                <a:lnTo>
                  <a:pt x="73741" y="275942"/>
                </a:lnTo>
                <a:lnTo>
                  <a:pt x="72753" y="275395"/>
                </a:lnTo>
                <a:close/>
                <a:moveTo>
                  <a:pt x="78504" y="100346"/>
                </a:moveTo>
                <a:lnTo>
                  <a:pt x="79392" y="100818"/>
                </a:lnTo>
                <a:lnTo>
                  <a:pt x="78060" y="100582"/>
                </a:lnTo>
                <a:close/>
                <a:moveTo>
                  <a:pt x="98982" y="186221"/>
                </a:moveTo>
                <a:lnTo>
                  <a:pt x="99941" y="187290"/>
                </a:lnTo>
                <a:lnTo>
                  <a:pt x="98502" y="186755"/>
                </a:lnTo>
                <a:close/>
                <a:moveTo>
                  <a:pt x="105012" y="274214"/>
                </a:moveTo>
                <a:lnTo>
                  <a:pt x="105424" y="275582"/>
                </a:lnTo>
                <a:lnTo>
                  <a:pt x="104806" y="274898"/>
                </a:lnTo>
                <a:close/>
                <a:moveTo>
                  <a:pt x="59224" y="24396"/>
                </a:moveTo>
                <a:lnTo>
                  <a:pt x="59636" y="25111"/>
                </a:lnTo>
                <a:lnTo>
                  <a:pt x="59018" y="24753"/>
                </a:lnTo>
                <a:close/>
                <a:moveTo>
                  <a:pt x="59022" y="456979"/>
                </a:moveTo>
                <a:lnTo>
                  <a:pt x="59516" y="457329"/>
                </a:lnTo>
                <a:lnTo>
                  <a:pt x="58775" y="457154"/>
                </a:lnTo>
                <a:close/>
                <a:moveTo>
                  <a:pt x="56630" y="86319"/>
                </a:moveTo>
                <a:lnTo>
                  <a:pt x="57057" y="87865"/>
                </a:lnTo>
                <a:lnTo>
                  <a:pt x="56416" y="87092"/>
                </a:lnTo>
                <a:close/>
                <a:moveTo>
                  <a:pt x="77506" y="222445"/>
                </a:moveTo>
                <a:lnTo>
                  <a:pt x="78821" y="223373"/>
                </a:lnTo>
                <a:lnTo>
                  <a:pt x="76849" y="222909"/>
                </a:lnTo>
                <a:close/>
                <a:moveTo>
                  <a:pt x="5008" y="241091"/>
                </a:moveTo>
                <a:lnTo>
                  <a:pt x="7182" y="242610"/>
                </a:lnTo>
                <a:lnTo>
                  <a:pt x="3921" y="241850"/>
                </a:lnTo>
                <a:close/>
                <a:moveTo>
                  <a:pt x="61318" y="342175"/>
                </a:moveTo>
                <a:lnTo>
                  <a:pt x="61777" y="343300"/>
                </a:lnTo>
                <a:lnTo>
                  <a:pt x="61089" y="342738"/>
                </a:lnTo>
                <a:close/>
                <a:moveTo>
                  <a:pt x="20678" y="131694"/>
                </a:moveTo>
                <a:lnTo>
                  <a:pt x="22830" y="132007"/>
                </a:lnTo>
                <a:lnTo>
                  <a:pt x="19602" y="131850"/>
                </a:lnTo>
                <a:close/>
                <a:moveTo>
                  <a:pt x="142657" y="145990"/>
                </a:moveTo>
                <a:lnTo>
                  <a:pt x="144683" y="146661"/>
                </a:lnTo>
                <a:lnTo>
                  <a:pt x="141644" y="146326"/>
                </a:lnTo>
                <a:close/>
                <a:moveTo>
                  <a:pt x="34833" y="182455"/>
                </a:moveTo>
                <a:lnTo>
                  <a:pt x="35716" y="183514"/>
                </a:lnTo>
                <a:lnTo>
                  <a:pt x="34391" y="182984"/>
                </a:lnTo>
                <a:close/>
                <a:moveTo>
                  <a:pt x="129371" y="149214"/>
                </a:moveTo>
                <a:lnTo>
                  <a:pt x="130330" y="149679"/>
                </a:lnTo>
                <a:lnTo>
                  <a:pt x="128891" y="149447"/>
                </a:lnTo>
                <a:close/>
                <a:moveTo>
                  <a:pt x="81635" y="29483"/>
                </a:moveTo>
                <a:lnTo>
                  <a:pt x="82289" y="30258"/>
                </a:lnTo>
                <a:lnTo>
                  <a:pt x="81308" y="29871"/>
                </a:lnTo>
                <a:close/>
                <a:moveTo>
                  <a:pt x="1092" y="400365"/>
                </a:moveTo>
                <a:lnTo>
                  <a:pt x="2580" y="402013"/>
                </a:lnTo>
                <a:lnTo>
                  <a:pt x="347" y="401189"/>
                </a:lnTo>
                <a:close/>
                <a:moveTo>
                  <a:pt x="105320" y="267046"/>
                </a:moveTo>
                <a:lnTo>
                  <a:pt x="106270" y="268367"/>
                </a:lnTo>
                <a:lnTo>
                  <a:pt x="104845" y="267707"/>
                </a:lnTo>
                <a:close/>
                <a:moveTo>
                  <a:pt x="51802" y="416750"/>
                </a:moveTo>
                <a:lnTo>
                  <a:pt x="52157" y="417752"/>
                </a:lnTo>
                <a:lnTo>
                  <a:pt x="51625" y="417251"/>
                </a:lnTo>
                <a:close/>
                <a:moveTo>
                  <a:pt x="103361" y="96697"/>
                </a:moveTo>
                <a:lnTo>
                  <a:pt x="104216" y="97507"/>
                </a:lnTo>
                <a:lnTo>
                  <a:pt x="102933" y="97102"/>
                </a:lnTo>
                <a:close/>
                <a:moveTo>
                  <a:pt x="41196" y="343094"/>
                </a:moveTo>
                <a:lnTo>
                  <a:pt x="42825" y="344355"/>
                </a:lnTo>
                <a:lnTo>
                  <a:pt x="40381" y="343724"/>
                </a:lnTo>
                <a:close/>
                <a:moveTo>
                  <a:pt x="21564" y="110419"/>
                </a:moveTo>
                <a:lnTo>
                  <a:pt x="22063" y="112190"/>
                </a:lnTo>
                <a:lnTo>
                  <a:pt x="21314" y="111304"/>
                </a:lnTo>
                <a:close/>
                <a:moveTo>
                  <a:pt x="138368" y="7239"/>
                </a:moveTo>
                <a:lnTo>
                  <a:pt x="140047" y="8124"/>
                </a:lnTo>
                <a:lnTo>
                  <a:pt x="137528" y="7682"/>
                </a:lnTo>
                <a:close/>
                <a:moveTo>
                  <a:pt x="118891" y="54563"/>
                </a:moveTo>
                <a:lnTo>
                  <a:pt x="119336" y="54934"/>
                </a:lnTo>
                <a:lnTo>
                  <a:pt x="118668" y="54749"/>
                </a:lnTo>
                <a:close/>
                <a:moveTo>
                  <a:pt x="26788" y="214860"/>
                </a:moveTo>
                <a:lnTo>
                  <a:pt x="27441" y="215575"/>
                </a:lnTo>
                <a:lnTo>
                  <a:pt x="26461" y="215217"/>
                </a:lnTo>
                <a:close/>
                <a:moveTo>
                  <a:pt x="78096" y="398924"/>
                </a:moveTo>
                <a:lnTo>
                  <a:pt x="79521" y="400081"/>
                </a:lnTo>
                <a:lnTo>
                  <a:pt x="77383" y="399502"/>
                </a:lnTo>
                <a:close/>
                <a:moveTo>
                  <a:pt x="74863" y="469447"/>
                </a:moveTo>
                <a:lnTo>
                  <a:pt x="76754" y="470343"/>
                </a:lnTo>
                <a:lnTo>
                  <a:pt x="73917" y="469895"/>
                </a:lnTo>
                <a:close/>
                <a:moveTo>
                  <a:pt x="83163" y="33615"/>
                </a:moveTo>
                <a:lnTo>
                  <a:pt x="84153" y="34843"/>
                </a:lnTo>
                <a:lnTo>
                  <a:pt x="82669" y="34229"/>
                </a:lnTo>
                <a:close/>
                <a:moveTo>
                  <a:pt x="122997" y="324027"/>
                </a:moveTo>
                <a:lnTo>
                  <a:pt x="123901" y="325022"/>
                </a:lnTo>
                <a:lnTo>
                  <a:pt x="122545" y="324525"/>
                </a:lnTo>
                <a:close/>
                <a:moveTo>
                  <a:pt x="88416" y="143871"/>
                </a:moveTo>
                <a:lnTo>
                  <a:pt x="90605" y="145336"/>
                </a:lnTo>
                <a:lnTo>
                  <a:pt x="87321" y="144604"/>
                </a:lnTo>
                <a:close/>
                <a:moveTo>
                  <a:pt x="135434" y="168982"/>
                </a:moveTo>
                <a:lnTo>
                  <a:pt x="137460" y="169882"/>
                </a:lnTo>
                <a:lnTo>
                  <a:pt x="134421" y="169432"/>
                </a:lnTo>
                <a:close/>
                <a:moveTo>
                  <a:pt x="67234" y="328199"/>
                </a:moveTo>
                <a:lnTo>
                  <a:pt x="68572" y="329069"/>
                </a:lnTo>
                <a:lnTo>
                  <a:pt x="66566" y="328634"/>
                </a:lnTo>
                <a:close/>
                <a:moveTo>
                  <a:pt x="87959" y="404712"/>
                </a:moveTo>
                <a:lnTo>
                  <a:pt x="88771" y="406477"/>
                </a:lnTo>
                <a:lnTo>
                  <a:pt x="87553" y="405595"/>
                </a:lnTo>
                <a:close/>
                <a:moveTo>
                  <a:pt x="61166" y="119505"/>
                </a:moveTo>
                <a:lnTo>
                  <a:pt x="62412" y="119945"/>
                </a:lnTo>
                <a:lnTo>
                  <a:pt x="60543" y="119725"/>
                </a:lnTo>
                <a:close/>
                <a:moveTo>
                  <a:pt x="93733" y="448725"/>
                </a:moveTo>
                <a:lnTo>
                  <a:pt x="94410" y="449147"/>
                </a:lnTo>
                <a:lnTo>
                  <a:pt x="93394" y="448936"/>
                </a:lnTo>
                <a:close/>
                <a:moveTo>
                  <a:pt x="18069" y="151759"/>
                </a:moveTo>
                <a:lnTo>
                  <a:pt x="19354" y="152867"/>
                </a:lnTo>
                <a:lnTo>
                  <a:pt x="17426" y="152313"/>
                </a:lnTo>
                <a:close/>
                <a:moveTo>
                  <a:pt x="18191" y="311436"/>
                </a:moveTo>
                <a:lnTo>
                  <a:pt x="19049" y="312035"/>
                </a:lnTo>
                <a:lnTo>
                  <a:pt x="17762" y="311736"/>
                </a:lnTo>
                <a:close/>
                <a:moveTo>
                  <a:pt x="60856" y="348739"/>
                </a:moveTo>
                <a:lnTo>
                  <a:pt x="61823" y="350351"/>
                </a:lnTo>
                <a:lnTo>
                  <a:pt x="60372" y="349545"/>
                </a:lnTo>
                <a:close/>
                <a:moveTo>
                  <a:pt x="55283" y="337606"/>
                </a:moveTo>
                <a:lnTo>
                  <a:pt x="55981" y="339034"/>
                </a:lnTo>
                <a:lnTo>
                  <a:pt x="54934" y="338320"/>
                </a:lnTo>
                <a:close/>
                <a:moveTo>
                  <a:pt x="81649" y="257399"/>
                </a:moveTo>
                <a:lnTo>
                  <a:pt x="82112" y="257719"/>
                </a:lnTo>
                <a:lnTo>
                  <a:pt x="81417" y="257559"/>
                </a:lnTo>
                <a:close/>
                <a:moveTo>
                  <a:pt x="41634" y="99012"/>
                </a:moveTo>
                <a:lnTo>
                  <a:pt x="43681" y="99459"/>
                </a:lnTo>
                <a:lnTo>
                  <a:pt x="40610" y="99236"/>
                </a:lnTo>
                <a:close/>
                <a:moveTo>
                  <a:pt x="38229" y="394249"/>
                </a:moveTo>
                <a:lnTo>
                  <a:pt x="38709" y="395400"/>
                </a:lnTo>
                <a:lnTo>
                  <a:pt x="37990" y="394825"/>
                </a:lnTo>
                <a:close/>
                <a:moveTo>
                  <a:pt x="57313" y="89828"/>
                </a:moveTo>
                <a:lnTo>
                  <a:pt x="58182" y="90849"/>
                </a:lnTo>
                <a:lnTo>
                  <a:pt x="56878" y="90338"/>
                </a:lnTo>
                <a:close/>
                <a:moveTo>
                  <a:pt x="61165" y="262507"/>
                </a:moveTo>
                <a:lnTo>
                  <a:pt x="63206" y="264037"/>
                </a:lnTo>
                <a:lnTo>
                  <a:pt x="60144" y="263272"/>
                </a:lnTo>
                <a:close/>
                <a:moveTo>
                  <a:pt x="31142" y="232594"/>
                </a:moveTo>
                <a:lnTo>
                  <a:pt x="33097" y="232917"/>
                </a:lnTo>
                <a:lnTo>
                  <a:pt x="30165" y="232755"/>
                </a:lnTo>
                <a:close/>
                <a:moveTo>
                  <a:pt x="68905" y="198808"/>
                </a:moveTo>
                <a:lnTo>
                  <a:pt x="69603" y="200045"/>
                </a:lnTo>
                <a:lnTo>
                  <a:pt x="68556" y="199426"/>
                </a:lnTo>
                <a:close/>
                <a:moveTo>
                  <a:pt x="135107" y="231784"/>
                </a:moveTo>
                <a:lnTo>
                  <a:pt x="135725" y="232268"/>
                </a:lnTo>
                <a:lnTo>
                  <a:pt x="134798" y="232026"/>
                </a:lnTo>
                <a:close/>
                <a:moveTo>
                  <a:pt x="120040" y="432018"/>
                </a:moveTo>
                <a:lnTo>
                  <a:pt x="121492" y="433292"/>
                </a:lnTo>
                <a:lnTo>
                  <a:pt x="119313" y="432655"/>
                </a:lnTo>
                <a:close/>
                <a:moveTo>
                  <a:pt x="90826" y="111657"/>
                </a:moveTo>
                <a:lnTo>
                  <a:pt x="91591" y="113238"/>
                </a:lnTo>
                <a:lnTo>
                  <a:pt x="90444" y="112448"/>
                </a:lnTo>
                <a:close/>
                <a:moveTo>
                  <a:pt x="83624" y="435330"/>
                </a:moveTo>
                <a:lnTo>
                  <a:pt x="85153" y="436371"/>
                </a:lnTo>
                <a:lnTo>
                  <a:pt x="82860" y="435851"/>
                </a:lnTo>
                <a:close/>
                <a:moveTo>
                  <a:pt x="86767" y="97132"/>
                </a:moveTo>
                <a:lnTo>
                  <a:pt x="87602" y="97799"/>
                </a:lnTo>
                <a:lnTo>
                  <a:pt x="86350" y="97466"/>
                </a:lnTo>
                <a:close/>
                <a:moveTo>
                  <a:pt x="117758" y="164923"/>
                </a:moveTo>
                <a:lnTo>
                  <a:pt x="119908" y="166317"/>
                </a:lnTo>
                <a:lnTo>
                  <a:pt x="116684" y="165620"/>
                </a:lnTo>
                <a:close/>
                <a:moveTo>
                  <a:pt x="50355" y="48732"/>
                </a:moveTo>
                <a:lnTo>
                  <a:pt x="51927" y="49762"/>
                </a:lnTo>
                <a:lnTo>
                  <a:pt x="49569" y="49247"/>
                </a:lnTo>
                <a:close/>
                <a:moveTo>
                  <a:pt x="129249" y="222845"/>
                </a:moveTo>
                <a:lnTo>
                  <a:pt x="131302" y="223185"/>
                </a:lnTo>
                <a:lnTo>
                  <a:pt x="128223" y="223015"/>
                </a:lnTo>
                <a:close/>
                <a:moveTo>
                  <a:pt x="61883" y="462476"/>
                </a:moveTo>
                <a:lnTo>
                  <a:pt x="62565" y="463543"/>
                </a:lnTo>
                <a:lnTo>
                  <a:pt x="61542" y="463009"/>
                </a:lnTo>
                <a:close/>
                <a:moveTo>
                  <a:pt x="55082" y="395658"/>
                </a:moveTo>
                <a:lnTo>
                  <a:pt x="55498" y="396848"/>
                </a:lnTo>
                <a:lnTo>
                  <a:pt x="54874" y="396253"/>
                </a:lnTo>
                <a:close/>
                <a:moveTo>
                  <a:pt x="1660" y="236910"/>
                </a:moveTo>
                <a:lnTo>
                  <a:pt x="2857" y="238382"/>
                </a:lnTo>
                <a:lnTo>
                  <a:pt x="1061" y="237646"/>
                </a:lnTo>
                <a:close/>
                <a:moveTo>
                  <a:pt x="77268" y="313689"/>
                </a:moveTo>
                <a:lnTo>
                  <a:pt x="78550" y="315278"/>
                </a:lnTo>
                <a:lnTo>
                  <a:pt x="76627" y="314483"/>
                </a:lnTo>
                <a:close/>
                <a:moveTo>
                  <a:pt x="142787" y="392819"/>
                </a:moveTo>
                <a:lnTo>
                  <a:pt x="144727" y="393517"/>
                </a:lnTo>
                <a:lnTo>
                  <a:pt x="141816" y="393168"/>
                </a:lnTo>
                <a:close/>
                <a:moveTo>
                  <a:pt x="54206" y="420633"/>
                </a:moveTo>
                <a:lnTo>
                  <a:pt x="55337" y="421350"/>
                </a:lnTo>
                <a:lnTo>
                  <a:pt x="53640" y="420991"/>
                </a:lnTo>
                <a:close/>
                <a:moveTo>
                  <a:pt x="1532" y="11087"/>
                </a:moveTo>
                <a:lnTo>
                  <a:pt x="2264" y="12233"/>
                </a:lnTo>
                <a:lnTo>
                  <a:pt x="1166" y="11660"/>
                </a:lnTo>
                <a:close/>
                <a:moveTo>
                  <a:pt x="77129" y="310631"/>
                </a:moveTo>
                <a:lnTo>
                  <a:pt x="78257" y="311490"/>
                </a:lnTo>
                <a:lnTo>
                  <a:pt x="76566" y="311060"/>
                </a:lnTo>
                <a:close/>
                <a:moveTo>
                  <a:pt x="109049" y="296237"/>
                </a:moveTo>
                <a:lnTo>
                  <a:pt x="109824" y="296742"/>
                </a:lnTo>
                <a:lnTo>
                  <a:pt x="108661" y="296490"/>
                </a:lnTo>
                <a:close/>
                <a:moveTo>
                  <a:pt x="110674" y="377781"/>
                </a:moveTo>
                <a:lnTo>
                  <a:pt x="112217" y="378736"/>
                </a:lnTo>
                <a:lnTo>
                  <a:pt x="109903" y="378259"/>
                </a:lnTo>
                <a:close/>
                <a:moveTo>
                  <a:pt x="110306" y="188961"/>
                </a:moveTo>
                <a:lnTo>
                  <a:pt x="110752" y="190523"/>
                </a:lnTo>
                <a:lnTo>
                  <a:pt x="110083" y="189742"/>
                </a:lnTo>
                <a:close/>
                <a:moveTo>
                  <a:pt x="122616" y="237740"/>
                </a:moveTo>
                <a:lnTo>
                  <a:pt x="124329" y="239530"/>
                </a:lnTo>
                <a:lnTo>
                  <a:pt x="121760" y="238635"/>
                </a:lnTo>
                <a:close/>
                <a:moveTo>
                  <a:pt x="71584" y="205934"/>
                </a:moveTo>
                <a:lnTo>
                  <a:pt x="73711" y="206240"/>
                </a:lnTo>
                <a:lnTo>
                  <a:pt x="70521" y="206087"/>
                </a:lnTo>
                <a:close/>
                <a:moveTo>
                  <a:pt x="22829" y="112381"/>
                </a:moveTo>
                <a:lnTo>
                  <a:pt x="23777" y="113176"/>
                </a:lnTo>
                <a:lnTo>
                  <a:pt x="22356" y="112779"/>
                </a:lnTo>
                <a:close/>
                <a:moveTo>
                  <a:pt x="17880" y="331652"/>
                </a:moveTo>
                <a:lnTo>
                  <a:pt x="18756" y="333200"/>
                </a:lnTo>
                <a:lnTo>
                  <a:pt x="17442" y="332426"/>
                </a:lnTo>
                <a:close/>
                <a:moveTo>
                  <a:pt x="3251" y="22001"/>
                </a:moveTo>
                <a:lnTo>
                  <a:pt x="4590" y="23683"/>
                </a:lnTo>
                <a:lnTo>
                  <a:pt x="2582" y="22842"/>
                </a:lnTo>
                <a:close/>
                <a:moveTo>
                  <a:pt x="130255" y="224717"/>
                </a:moveTo>
                <a:lnTo>
                  <a:pt x="131724" y="225099"/>
                </a:lnTo>
                <a:lnTo>
                  <a:pt x="129520" y="224908"/>
                </a:lnTo>
                <a:close/>
                <a:moveTo>
                  <a:pt x="19590" y="264783"/>
                </a:moveTo>
                <a:lnTo>
                  <a:pt x="20104" y="266024"/>
                </a:lnTo>
                <a:lnTo>
                  <a:pt x="19333" y="265403"/>
                </a:lnTo>
                <a:close/>
                <a:moveTo>
                  <a:pt x="131960" y="374151"/>
                </a:moveTo>
                <a:lnTo>
                  <a:pt x="132407" y="375464"/>
                </a:lnTo>
                <a:lnTo>
                  <a:pt x="131737" y="374808"/>
                </a:lnTo>
                <a:close/>
                <a:moveTo>
                  <a:pt x="67348" y="363389"/>
                </a:moveTo>
                <a:lnTo>
                  <a:pt x="68770" y="364575"/>
                </a:lnTo>
                <a:lnTo>
                  <a:pt x="66637" y="363982"/>
                </a:lnTo>
                <a:close/>
                <a:moveTo>
                  <a:pt x="27923" y="62215"/>
                </a:moveTo>
                <a:lnTo>
                  <a:pt x="28615" y="63744"/>
                </a:lnTo>
                <a:lnTo>
                  <a:pt x="27577" y="62980"/>
                </a:lnTo>
                <a:close/>
                <a:moveTo>
                  <a:pt x="103503" y="281291"/>
                </a:moveTo>
                <a:lnTo>
                  <a:pt x="104482" y="283085"/>
                </a:lnTo>
                <a:lnTo>
                  <a:pt x="103014" y="282188"/>
                </a:lnTo>
                <a:close/>
                <a:moveTo>
                  <a:pt x="35646" y="460024"/>
                </a:moveTo>
                <a:lnTo>
                  <a:pt x="37423" y="461336"/>
                </a:lnTo>
                <a:lnTo>
                  <a:pt x="34757" y="460680"/>
                </a:lnTo>
                <a:close/>
                <a:moveTo>
                  <a:pt x="86636" y="87687"/>
                </a:moveTo>
                <a:lnTo>
                  <a:pt x="87272" y="88155"/>
                </a:lnTo>
                <a:lnTo>
                  <a:pt x="86319" y="87921"/>
                </a:lnTo>
                <a:close/>
                <a:moveTo>
                  <a:pt x="12363" y="269756"/>
                </a:moveTo>
                <a:lnTo>
                  <a:pt x="12972" y="271153"/>
                </a:lnTo>
                <a:lnTo>
                  <a:pt x="12058" y="270455"/>
                </a:lnTo>
                <a:close/>
                <a:moveTo>
                  <a:pt x="30327" y="423399"/>
                </a:moveTo>
                <a:lnTo>
                  <a:pt x="31936" y="424567"/>
                </a:lnTo>
                <a:lnTo>
                  <a:pt x="29522" y="423983"/>
                </a:lnTo>
                <a:close/>
                <a:moveTo>
                  <a:pt x="117243" y="160043"/>
                </a:moveTo>
                <a:lnTo>
                  <a:pt x="118289" y="161393"/>
                </a:lnTo>
                <a:lnTo>
                  <a:pt x="116720" y="160718"/>
                </a:lnTo>
                <a:close/>
                <a:moveTo>
                  <a:pt x="119903" y="436552"/>
                </a:moveTo>
                <a:lnTo>
                  <a:pt x="121595" y="437701"/>
                </a:lnTo>
                <a:lnTo>
                  <a:pt x="119056" y="437127"/>
                </a:lnTo>
                <a:close/>
                <a:moveTo>
                  <a:pt x="118402" y="221054"/>
                </a:moveTo>
                <a:lnTo>
                  <a:pt x="118883" y="221606"/>
                </a:lnTo>
                <a:lnTo>
                  <a:pt x="118161" y="221330"/>
                </a:lnTo>
                <a:close/>
                <a:moveTo>
                  <a:pt x="1759" y="18036"/>
                </a:moveTo>
                <a:lnTo>
                  <a:pt x="3142" y="18477"/>
                </a:lnTo>
                <a:lnTo>
                  <a:pt x="1067" y="18256"/>
                </a:lnTo>
                <a:close/>
                <a:moveTo>
                  <a:pt x="22614" y="393261"/>
                </a:moveTo>
                <a:lnTo>
                  <a:pt x="24339" y="393869"/>
                </a:lnTo>
                <a:lnTo>
                  <a:pt x="21751" y="393565"/>
                </a:lnTo>
                <a:close/>
                <a:moveTo>
                  <a:pt x="124389" y="340565"/>
                </a:moveTo>
                <a:lnTo>
                  <a:pt x="125406" y="341240"/>
                </a:lnTo>
                <a:lnTo>
                  <a:pt x="123881" y="340903"/>
                </a:lnTo>
                <a:close/>
                <a:moveTo>
                  <a:pt x="46059" y="59340"/>
                </a:moveTo>
                <a:lnTo>
                  <a:pt x="48075" y="60019"/>
                </a:lnTo>
                <a:lnTo>
                  <a:pt x="45051" y="59680"/>
                </a:lnTo>
                <a:close/>
                <a:moveTo>
                  <a:pt x="142222" y="195551"/>
                </a:moveTo>
                <a:lnTo>
                  <a:pt x="144034" y="196077"/>
                </a:lnTo>
                <a:lnTo>
                  <a:pt x="141316" y="195814"/>
                </a:lnTo>
                <a:close/>
                <a:moveTo>
                  <a:pt x="96834" y="433854"/>
                </a:moveTo>
                <a:lnTo>
                  <a:pt x="97315" y="434279"/>
                </a:lnTo>
                <a:lnTo>
                  <a:pt x="96594" y="434067"/>
                </a:lnTo>
                <a:close/>
                <a:moveTo>
                  <a:pt x="73716" y="402346"/>
                </a:moveTo>
                <a:lnTo>
                  <a:pt x="74350" y="403019"/>
                </a:lnTo>
                <a:lnTo>
                  <a:pt x="73399" y="402682"/>
                </a:lnTo>
                <a:close/>
                <a:moveTo>
                  <a:pt x="143677" y="138549"/>
                </a:moveTo>
                <a:lnTo>
                  <a:pt x="144637" y="139548"/>
                </a:lnTo>
                <a:lnTo>
                  <a:pt x="143197" y="139049"/>
                </a:lnTo>
                <a:close/>
                <a:moveTo>
                  <a:pt x="102203" y="323281"/>
                </a:moveTo>
                <a:lnTo>
                  <a:pt x="103240" y="324622"/>
                </a:lnTo>
                <a:lnTo>
                  <a:pt x="101685" y="323951"/>
                </a:lnTo>
                <a:close/>
                <a:moveTo>
                  <a:pt x="32695" y="408395"/>
                </a:moveTo>
                <a:lnTo>
                  <a:pt x="33475" y="409648"/>
                </a:lnTo>
                <a:lnTo>
                  <a:pt x="32305" y="409021"/>
                </a:lnTo>
                <a:close/>
                <a:moveTo>
                  <a:pt x="43221" y="96985"/>
                </a:moveTo>
                <a:lnTo>
                  <a:pt x="45045" y="98535"/>
                </a:lnTo>
                <a:lnTo>
                  <a:pt x="42310" y="97760"/>
                </a:lnTo>
                <a:close/>
                <a:moveTo>
                  <a:pt x="77246" y="327844"/>
                </a:moveTo>
                <a:lnTo>
                  <a:pt x="78223" y="328534"/>
                </a:lnTo>
                <a:lnTo>
                  <a:pt x="76757" y="328189"/>
                </a:lnTo>
                <a:close/>
                <a:moveTo>
                  <a:pt x="136066" y="295504"/>
                </a:moveTo>
                <a:lnTo>
                  <a:pt x="137378" y="296356"/>
                </a:lnTo>
                <a:lnTo>
                  <a:pt x="135410" y="295930"/>
                </a:lnTo>
                <a:close/>
                <a:moveTo>
                  <a:pt x="84126" y="419"/>
                </a:moveTo>
                <a:lnTo>
                  <a:pt x="85116" y="1391"/>
                </a:lnTo>
                <a:lnTo>
                  <a:pt x="83631" y="905"/>
                </a:lnTo>
                <a:close/>
                <a:moveTo>
                  <a:pt x="75914" y="326007"/>
                </a:moveTo>
                <a:lnTo>
                  <a:pt x="76614" y="326540"/>
                </a:lnTo>
                <a:lnTo>
                  <a:pt x="75564" y="326274"/>
                </a:lnTo>
                <a:close/>
                <a:moveTo>
                  <a:pt x="100515" y="439788"/>
                </a:moveTo>
                <a:lnTo>
                  <a:pt x="101429" y="440886"/>
                </a:lnTo>
                <a:lnTo>
                  <a:pt x="100058" y="440337"/>
                </a:lnTo>
                <a:close/>
                <a:moveTo>
                  <a:pt x="112164" y="164296"/>
                </a:moveTo>
                <a:lnTo>
                  <a:pt x="114170" y="165202"/>
                </a:lnTo>
                <a:lnTo>
                  <a:pt x="111162" y="164749"/>
                </a:lnTo>
                <a:close/>
                <a:moveTo>
                  <a:pt x="135712" y="339077"/>
                </a:moveTo>
                <a:lnTo>
                  <a:pt x="136958" y="339644"/>
                </a:lnTo>
                <a:lnTo>
                  <a:pt x="135089" y="339361"/>
                </a:lnTo>
                <a:close/>
                <a:moveTo>
                  <a:pt x="46206" y="249053"/>
                </a:moveTo>
                <a:lnTo>
                  <a:pt x="46804" y="250583"/>
                </a:lnTo>
                <a:lnTo>
                  <a:pt x="45907" y="249818"/>
                </a:lnTo>
                <a:close/>
                <a:moveTo>
                  <a:pt x="65583" y="464578"/>
                </a:moveTo>
                <a:lnTo>
                  <a:pt x="67573" y="465544"/>
                </a:lnTo>
                <a:lnTo>
                  <a:pt x="64588" y="465061"/>
                </a:lnTo>
                <a:close/>
                <a:moveTo>
                  <a:pt x="50884" y="311347"/>
                </a:moveTo>
                <a:lnTo>
                  <a:pt x="51548" y="311708"/>
                </a:lnTo>
                <a:lnTo>
                  <a:pt x="50552" y="311528"/>
                </a:lnTo>
                <a:close/>
                <a:moveTo>
                  <a:pt x="69667" y="71298"/>
                </a:moveTo>
                <a:lnTo>
                  <a:pt x="70470" y="71719"/>
                </a:lnTo>
                <a:lnTo>
                  <a:pt x="69265" y="71509"/>
                </a:lnTo>
                <a:close/>
                <a:moveTo>
                  <a:pt x="11564" y="301492"/>
                </a:moveTo>
                <a:lnTo>
                  <a:pt x="12149" y="302260"/>
                </a:lnTo>
                <a:lnTo>
                  <a:pt x="11271" y="301876"/>
                </a:lnTo>
                <a:close/>
                <a:moveTo>
                  <a:pt x="123085" y="360775"/>
                </a:moveTo>
                <a:lnTo>
                  <a:pt x="123517" y="362192"/>
                </a:lnTo>
                <a:lnTo>
                  <a:pt x="122868" y="361484"/>
                </a:lnTo>
                <a:close/>
                <a:moveTo>
                  <a:pt x="78071" y="147527"/>
                </a:moveTo>
                <a:lnTo>
                  <a:pt x="79315" y="148918"/>
                </a:lnTo>
                <a:lnTo>
                  <a:pt x="77448" y="148223"/>
                </a:lnTo>
                <a:close/>
                <a:moveTo>
                  <a:pt x="133868" y="276116"/>
                </a:moveTo>
                <a:lnTo>
                  <a:pt x="135584" y="277377"/>
                </a:lnTo>
                <a:lnTo>
                  <a:pt x="133009" y="276747"/>
                </a:lnTo>
                <a:close/>
                <a:moveTo>
                  <a:pt x="128686" y="106967"/>
                </a:moveTo>
                <a:lnTo>
                  <a:pt x="129231" y="108392"/>
                </a:lnTo>
                <a:lnTo>
                  <a:pt x="128414" y="107679"/>
                </a:lnTo>
                <a:close/>
                <a:moveTo>
                  <a:pt x="21564" y="87"/>
                </a:moveTo>
                <a:lnTo>
                  <a:pt x="23103" y="768"/>
                </a:lnTo>
                <a:lnTo>
                  <a:pt x="20794" y="428"/>
                </a:lnTo>
                <a:close/>
                <a:moveTo>
                  <a:pt x="79876" y="251709"/>
                </a:moveTo>
                <a:lnTo>
                  <a:pt x="81467" y="252854"/>
                </a:lnTo>
                <a:lnTo>
                  <a:pt x="79080" y="252282"/>
                </a:lnTo>
                <a:close/>
                <a:moveTo>
                  <a:pt x="21044" y="6450"/>
                </a:moveTo>
                <a:lnTo>
                  <a:pt x="21677" y="7540"/>
                </a:lnTo>
                <a:lnTo>
                  <a:pt x="20728" y="6995"/>
                </a:lnTo>
                <a:close/>
                <a:moveTo>
                  <a:pt x="3425" y="168870"/>
                </a:moveTo>
                <a:lnTo>
                  <a:pt x="4073" y="170669"/>
                </a:lnTo>
                <a:lnTo>
                  <a:pt x="3102" y="169770"/>
                </a:lnTo>
                <a:close/>
                <a:moveTo>
                  <a:pt x="123975" y="215183"/>
                </a:moveTo>
                <a:lnTo>
                  <a:pt x="124445" y="216743"/>
                </a:lnTo>
                <a:lnTo>
                  <a:pt x="123740" y="215963"/>
                </a:lnTo>
                <a:close/>
                <a:moveTo>
                  <a:pt x="90719" y="200594"/>
                </a:moveTo>
                <a:lnTo>
                  <a:pt x="91777" y="201921"/>
                </a:lnTo>
                <a:lnTo>
                  <a:pt x="90190" y="201258"/>
                </a:lnTo>
                <a:close/>
                <a:moveTo>
                  <a:pt x="74478" y="205892"/>
                </a:moveTo>
                <a:lnTo>
                  <a:pt x="75346" y="207516"/>
                </a:lnTo>
                <a:lnTo>
                  <a:pt x="74044" y="206704"/>
                </a:lnTo>
                <a:close/>
                <a:moveTo>
                  <a:pt x="123336" y="377923"/>
                </a:moveTo>
                <a:lnTo>
                  <a:pt x="124530" y="378615"/>
                </a:lnTo>
                <a:lnTo>
                  <a:pt x="122739" y="378269"/>
                </a:lnTo>
                <a:close/>
                <a:moveTo>
                  <a:pt x="119382" y="184402"/>
                </a:moveTo>
                <a:lnTo>
                  <a:pt x="119927" y="185783"/>
                </a:lnTo>
                <a:lnTo>
                  <a:pt x="119110" y="185092"/>
                </a:lnTo>
                <a:close/>
                <a:moveTo>
                  <a:pt x="136324" y="264666"/>
                </a:moveTo>
                <a:lnTo>
                  <a:pt x="138077" y="266121"/>
                </a:lnTo>
                <a:lnTo>
                  <a:pt x="135447" y="265394"/>
                </a:lnTo>
                <a:close/>
                <a:moveTo>
                  <a:pt x="113030" y="413659"/>
                </a:moveTo>
                <a:lnTo>
                  <a:pt x="114929" y="414871"/>
                </a:lnTo>
                <a:lnTo>
                  <a:pt x="112080" y="414265"/>
                </a:lnTo>
                <a:close/>
                <a:moveTo>
                  <a:pt x="103768" y="291594"/>
                </a:moveTo>
                <a:lnTo>
                  <a:pt x="104218" y="292334"/>
                </a:lnTo>
                <a:lnTo>
                  <a:pt x="103543" y="291964"/>
                </a:lnTo>
                <a:close/>
                <a:moveTo>
                  <a:pt x="116610" y="394104"/>
                </a:moveTo>
                <a:lnTo>
                  <a:pt x="117528" y="395595"/>
                </a:lnTo>
                <a:lnTo>
                  <a:pt x="116151" y="394849"/>
                </a:lnTo>
                <a:close/>
                <a:moveTo>
                  <a:pt x="72016" y="283046"/>
                </a:moveTo>
                <a:lnTo>
                  <a:pt x="73070" y="283996"/>
                </a:lnTo>
                <a:lnTo>
                  <a:pt x="71489" y="283521"/>
                </a:lnTo>
                <a:close/>
                <a:moveTo>
                  <a:pt x="8854" y="271751"/>
                </a:moveTo>
                <a:lnTo>
                  <a:pt x="10159" y="273504"/>
                </a:lnTo>
                <a:lnTo>
                  <a:pt x="8202" y="272628"/>
                </a:lnTo>
                <a:close/>
                <a:moveTo>
                  <a:pt x="132730" y="273687"/>
                </a:moveTo>
                <a:lnTo>
                  <a:pt x="134837" y="274150"/>
                </a:lnTo>
                <a:lnTo>
                  <a:pt x="131676" y="273918"/>
                </a:lnTo>
                <a:close/>
                <a:moveTo>
                  <a:pt x="117894" y="383199"/>
                </a:moveTo>
                <a:lnTo>
                  <a:pt x="119894" y="383818"/>
                </a:lnTo>
                <a:lnTo>
                  <a:pt x="116894" y="383509"/>
                </a:lnTo>
                <a:close/>
                <a:moveTo>
                  <a:pt x="4593" y="240188"/>
                </a:moveTo>
                <a:lnTo>
                  <a:pt x="5926" y="240558"/>
                </a:lnTo>
                <a:lnTo>
                  <a:pt x="3926" y="240373"/>
                </a:lnTo>
                <a:close/>
                <a:moveTo>
                  <a:pt x="62740" y="110562"/>
                </a:moveTo>
                <a:lnTo>
                  <a:pt x="64245" y="111172"/>
                </a:lnTo>
                <a:lnTo>
                  <a:pt x="61988" y="110867"/>
                </a:lnTo>
                <a:close/>
                <a:moveTo>
                  <a:pt x="54381" y="189388"/>
                </a:moveTo>
                <a:lnTo>
                  <a:pt x="56544" y="190014"/>
                </a:lnTo>
                <a:lnTo>
                  <a:pt x="53300" y="189701"/>
                </a:lnTo>
                <a:close/>
                <a:moveTo>
                  <a:pt x="142981" y="198674"/>
                </a:moveTo>
                <a:lnTo>
                  <a:pt x="145063" y="200289"/>
                </a:lnTo>
                <a:lnTo>
                  <a:pt x="141941" y="199481"/>
                </a:lnTo>
                <a:close/>
                <a:moveTo>
                  <a:pt x="36720" y="189803"/>
                </a:moveTo>
                <a:lnTo>
                  <a:pt x="37908" y="191384"/>
                </a:lnTo>
                <a:lnTo>
                  <a:pt x="36125" y="190593"/>
                </a:lnTo>
                <a:close/>
                <a:moveTo>
                  <a:pt x="114258" y="16340"/>
                </a:moveTo>
                <a:lnTo>
                  <a:pt x="116390" y="17682"/>
                </a:lnTo>
                <a:lnTo>
                  <a:pt x="113192" y="17011"/>
                </a:lnTo>
                <a:close/>
                <a:moveTo>
                  <a:pt x="95785" y="417262"/>
                </a:moveTo>
                <a:lnTo>
                  <a:pt x="96241" y="418998"/>
                </a:lnTo>
                <a:lnTo>
                  <a:pt x="95557" y="418130"/>
                </a:lnTo>
                <a:close/>
                <a:moveTo>
                  <a:pt x="32796" y="306359"/>
                </a:moveTo>
                <a:lnTo>
                  <a:pt x="33158" y="307304"/>
                </a:lnTo>
                <a:lnTo>
                  <a:pt x="32615" y="306831"/>
                </a:lnTo>
                <a:close/>
                <a:moveTo>
                  <a:pt x="112881" y="281844"/>
                </a:moveTo>
                <a:lnTo>
                  <a:pt x="114631" y="282896"/>
                </a:lnTo>
                <a:lnTo>
                  <a:pt x="112006" y="282370"/>
                </a:lnTo>
                <a:close/>
                <a:moveTo>
                  <a:pt x="4952" y="100682"/>
                </a:moveTo>
                <a:lnTo>
                  <a:pt x="6349" y="101309"/>
                </a:lnTo>
                <a:lnTo>
                  <a:pt x="4253" y="100995"/>
                </a:lnTo>
                <a:close/>
                <a:moveTo>
                  <a:pt x="27057" y="38814"/>
                </a:moveTo>
                <a:lnTo>
                  <a:pt x="29245" y="39987"/>
                </a:lnTo>
                <a:lnTo>
                  <a:pt x="25963" y="39401"/>
                </a:lnTo>
                <a:close/>
                <a:moveTo>
                  <a:pt x="82758" y="224730"/>
                </a:moveTo>
                <a:lnTo>
                  <a:pt x="84909" y="226439"/>
                </a:lnTo>
                <a:lnTo>
                  <a:pt x="81682" y="225585"/>
                </a:lnTo>
                <a:close/>
                <a:moveTo>
                  <a:pt x="97409" y="205578"/>
                </a:moveTo>
                <a:lnTo>
                  <a:pt x="98291" y="206557"/>
                </a:lnTo>
                <a:lnTo>
                  <a:pt x="96968" y="206068"/>
                </a:lnTo>
                <a:close/>
                <a:moveTo>
                  <a:pt x="58918" y="438435"/>
                </a:moveTo>
                <a:lnTo>
                  <a:pt x="59686" y="439593"/>
                </a:lnTo>
                <a:lnTo>
                  <a:pt x="58534" y="439014"/>
                </a:lnTo>
                <a:close/>
                <a:moveTo>
                  <a:pt x="89243" y="353956"/>
                </a:moveTo>
                <a:lnTo>
                  <a:pt x="89845" y="354305"/>
                </a:lnTo>
                <a:lnTo>
                  <a:pt x="88942" y="354131"/>
                </a:lnTo>
                <a:close/>
                <a:moveTo>
                  <a:pt x="134072" y="239217"/>
                </a:moveTo>
                <a:lnTo>
                  <a:pt x="135650" y="240839"/>
                </a:lnTo>
                <a:lnTo>
                  <a:pt x="133283" y="240028"/>
                </a:lnTo>
                <a:close/>
                <a:moveTo>
                  <a:pt x="99869" y="200097"/>
                </a:moveTo>
                <a:lnTo>
                  <a:pt x="102046" y="200898"/>
                </a:lnTo>
                <a:lnTo>
                  <a:pt x="98781" y="200498"/>
                </a:lnTo>
                <a:close/>
                <a:moveTo>
                  <a:pt x="112789" y="458430"/>
                </a:moveTo>
                <a:lnTo>
                  <a:pt x="114419" y="459904"/>
                </a:lnTo>
                <a:lnTo>
                  <a:pt x="111974" y="459167"/>
                </a:lnTo>
                <a:close/>
                <a:moveTo>
                  <a:pt x="12873" y="164911"/>
                </a:moveTo>
                <a:lnTo>
                  <a:pt x="13777" y="166570"/>
                </a:lnTo>
                <a:lnTo>
                  <a:pt x="12422" y="165741"/>
                </a:lnTo>
                <a:close/>
                <a:moveTo>
                  <a:pt x="104462" y="249253"/>
                </a:moveTo>
                <a:lnTo>
                  <a:pt x="106328" y="250079"/>
                </a:lnTo>
                <a:lnTo>
                  <a:pt x="103529" y="249666"/>
                </a:lnTo>
                <a:close/>
                <a:moveTo>
                  <a:pt x="27797" y="366182"/>
                </a:moveTo>
                <a:lnTo>
                  <a:pt x="28153" y="367574"/>
                </a:lnTo>
                <a:lnTo>
                  <a:pt x="27618" y="366878"/>
                </a:lnTo>
                <a:close/>
                <a:moveTo>
                  <a:pt x="11152" y="285796"/>
                </a:moveTo>
                <a:lnTo>
                  <a:pt x="11968" y="286621"/>
                </a:lnTo>
                <a:lnTo>
                  <a:pt x="10744" y="286209"/>
                </a:lnTo>
                <a:close/>
                <a:moveTo>
                  <a:pt x="61828" y="31007"/>
                </a:moveTo>
                <a:lnTo>
                  <a:pt x="62690" y="31391"/>
                </a:lnTo>
                <a:lnTo>
                  <a:pt x="61396" y="31199"/>
                </a:lnTo>
                <a:close/>
                <a:moveTo>
                  <a:pt x="31159" y="104434"/>
                </a:moveTo>
                <a:lnTo>
                  <a:pt x="32875" y="105820"/>
                </a:lnTo>
                <a:lnTo>
                  <a:pt x="30301" y="105127"/>
                </a:lnTo>
                <a:close/>
                <a:moveTo>
                  <a:pt x="91764" y="272048"/>
                </a:moveTo>
                <a:lnTo>
                  <a:pt x="93767" y="273826"/>
                </a:lnTo>
                <a:lnTo>
                  <a:pt x="90763" y="272937"/>
                </a:lnTo>
                <a:close/>
                <a:moveTo>
                  <a:pt x="69907" y="240479"/>
                </a:moveTo>
                <a:lnTo>
                  <a:pt x="70394" y="241561"/>
                </a:lnTo>
                <a:lnTo>
                  <a:pt x="69664" y="241020"/>
                </a:lnTo>
                <a:close/>
                <a:moveTo>
                  <a:pt x="70784" y="300000"/>
                </a:moveTo>
                <a:lnTo>
                  <a:pt x="71759" y="301513"/>
                </a:lnTo>
                <a:lnTo>
                  <a:pt x="70296" y="300757"/>
                </a:lnTo>
                <a:close/>
                <a:moveTo>
                  <a:pt x="124568" y="144805"/>
                </a:moveTo>
                <a:lnTo>
                  <a:pt x="126607" y="146410"/>
                </a:lnTo>
                <a:lnTo>
                  <a:pt x="123549" y="145608"/>
                </a:lnTo>
                <a:close/>
                <a:moveTo>
                  <a:pt x="9685" y="29911"/>
                </a:moveTo>
                <a:lnTo>
                  <a:pt x="11053" y="30964"/>
                </a:lnTo>
                <a:lnTo>
                  <a:pt x="9001" y="30438"/>
                </a:lnTo>
                <a:close/>
                <a:moveTo>
                  <a:pt x="83546" y="205934"/>
                </a:moveTo>
                <a:lnTo>
                  <a:pt x="84764" y="207063"/>
                </a:lnTo>
                <a:lnTo>
                  <a:pt x="82937" y="206498"/>
                </a:lnTo>
                <a:close/>
                <a:moveTo>
                  <a:pt x="49353" y="393316"/>
                </a:moveTo>
                <a:lnTo>
                  <a:pt x="49841" y="394251"/>
                </a:lnTo>
                <a:lnTo>
                  <a:pt x="49109" y="393783"/>
                </a:lnTo>
                <a:close/>
                <a:moveTo>
                  <a:pt x="111043" y="401856"/>
                </a:moveTo>
                <a:lnTo>
                  <a:pt x="112088" y="403207"/>
                </a:lnTo>
                <a:lnTo>
                  <a:pt x="110520" y="402531"/>
                </a:lnTo>
                <a:close/>
                <a:moveTo>
                  <a:pt x="71262" y="73568"/>
                </a:moveTo>
                <a:lnTo>
                  <a:pt x="72643" y="74325"/>
                </a:lnTo>
                <a:lnTo>
                  <a:pt x="70572" y="73946"/>
                </a:lnTo>
                <a:close/>
                <a:moveTo>
                  <a:pt x="113363" y="469432"/>
                </a:moveTo>
                <a:lnTo>
                  <a:pt x="114965" y="470362"/>
                </a:lnTo>
                <a:lnTo>
                  <a:pt x="112562" y="469897"/>
                </a:lnTo>
                <a:close/>
                <a:moveTo>
                  <a:pt x="62073" y="445650"/>
                </a:moveTo>
                <a:lnTo>
                  <a:pt x="63736" y="446349"/>
                </a:lnTo>
                <a:lnTo>
                  <a:pt x="61242" y="446000"/>
                </a:lnTo>
                <a:close/>
                <a:moveTo>
                  <a:pt x="46036" y="4228"/>
                </a:moveTo>
                <a:lnTo>
                  <a:pt x="46952" y="5474"/>
                </a:lnTo>
                <a:lnTo>
                  <a:pt x="45578" y="4851"/>
                </a:lnTo>
                <a:close/>
                <a:moveTo>
                  <a:pt x="23367" y="382282"/>
                </a:moveTo>
                <a:lnTo>
                  <a:pt x="24421" y="382655"/>
                </a:lnTo>
                <a:lnTo>
                  <a:pt x="22840" y="382469"/>
                </a:lnTo>
                <a:close/>
                <a:moveTo>
                  <a:pt x="31552" y="196814"/>
                </a:moveTo>
                <a:lnTo>
                  <a:pt x="32155" y="198141"/>
                </a:lnTo>
                <a:lnTo>
                  <a:pt x="31251" y="197478"/>
                </a:lnTo>
                <a:close/>
                <a:moveTo>
                  <a:pt x="11451" y="143655"/>
                </a:moveTo>
                <a:lnTo>
                  <a:pt x="12597" y="144035"/>
                </a:lnTo>
                <a:lnTo>
                  <a:pt x="10877" y="143845"/>
                </a:lnTo>
                <a:close/>
                <a:moveTo>
                  <a:pt x="46169" y="298134"/>
                </a:moveTo>
                <a:lnTo>
                  <a:pt x="46850" y="299352"/>
                </a:lnTo>
                <a:lnTo>
                  <a:pt x="45829" y="298743"/>
                </a:lnTo>
                <a:close/>
                <a:moveTo>
                  <a:pt x="23278" y="257454"/>
                </a:moveTo>
                <a:lnTo>
                  <a:pt x="24003" y="259129"/>
                </a:lnTo>
                <a:lnTo>
                  <a:pt x="22916" y="258291"/>
                </a:lnTo>
                <a:close/>
                <a:moveTo>
                  <a:pt x="131137" y="53067"/>
                </a:moveTo>
                <a:lnTo>
                  <a:pt x="131557" y="53919"/>
                </a:lnTo>
                <a:lnTo>
                  <a:pt x="130927" y="53493"/>
                </a:lnTo>
                <a:close/>
                <a:moveTo>
                  <a:pt x="125908" y="342123"/>
                </a:moveTo>
                <a:lnTo>
                  <a:pt x="126321" y="343079"/>
                </a:lnTo>
                <a:lnTo>
                  <a:pt x="125701" y="342601"/>
                </a:lnTo>
                <a:close/>
                <a:moveTo>
                  <a:pt x="30780" y="129527"/>
                </a:moveTo>
                <a:lnTo>
                  <a:pt x="31892" y="131160"/>
                </a:lnTo>
                <a:lnTo>
                  <a:pt x="30224" y="130344"/>
                </a:lnTo>
                <a:close/>
                <a:moveTo>
                  <a:pt x="111900" y="197288"/>
                </a:moveTo>
                <a:lnTo>
                  <a:pt x="113455" y="198717"/>
                </a:lnTo>
                <a:lnTo>
                  <a:pt x="111122" y="198003"/>
                </a:lnTo>
                <a:close/>
                <a:moveTo>
                  <a:pt x="69060" y="363112"/>
                </a:moveTo>
                <a:lnTo>
                  <a:pt x="69802" y="364040"/>
                </a:lnTo>
                <a:lnTo>
                  <a:pt x="68689" y="363576"/>
                </a:lnTo>
                <a:close/>
                <a:moveTo>
                  <a:pt x="128543" y="7472"/>
                </a:moveTo>
                <a:lnTo>
                  <a:pt x="129667" y="8722"/>
                </a:lnTo>
                <a:lnTo>
                  <a:pt x="127981" y="8097"/>
                </a:lnTo>
                <a:close/>
                <a:moveTo>
                  <a:pt x="13652" y="66166"/>
                </a:moveTo>
                <a:lnTo>
                  <a:pt x="15275" y="66762"/>
                </a:lnTo>
                <a:lnTo>
                  <a:pt x="12841" y="66464"/>
                </a:lnTo>
                <a:close/>
                <a:moveTo>
                  <a:pt x="143554" y="289419"/>
                </a:moveTo>
                <a:lnTo>
                  <a:pt x="145681" y="290163"/>
                </a:lnTo>
                <a:lnTo>
                  <a:pt x="142491" y="289791"/>
                </a:lnTo>
                <a:close/>
                <a:moveTo>
                  <a:pt x="30630" y="20267"/>
                </a:moveTo>
                <a:lnTo>
                  <a:pt x="31252" y="20911"/>
                </a:lnTo>
                <a:lnTo>
                  <a:pt x="30319" y="20589"/>
                </a:lnTo>
                <a:close/>
                <a:moveTo>
                  <a:pt x="40253" y="126299"/>
                </a:moveTo>
                <a:lnTo>
                  <a:pt x="40925" y="127041"/>
                </a:lnTo>
                <a:lnTo>
                  <a:pt x="39918" y="126670"/>
                </a:lnTo>
                <a:close/>
                <a:moveTo>
                  <a:pt x="104847" y="17128"/>
                </a:moveTo>
                <a:lnTo>
                  <a:pt x="106424" y="18524"/>
                </a:lnTo>
                <a:lnTo>
                  <a:pt x="104059" y="17826"/>
                </a:lnTo>
                <a:close/>
                <a:moveTo>
                  <a:pt x="67236" y="405246"/>
                </a:moveTo>
                <a:lnTo>
                  <a:pt x="68650" y="406576"/>
                </a:lnTo>
                <a:lnTo>
                  <a:pt x="66528" y="405911"/>
                </a:lnTo>
                <a:close/>
                <a:moveTo>
                  <a:pt x="76370" y="265007"/>
                </a:moveTo>
                <a:lnTo>
                  <a:pt x="77227" y="265868"/>
                </a:lnTo>
                <a:lnTo>
                  <a:pt x="75942" y="265437"/>
                </a:lnTo>
                <a:close/>
                <a:moveTo>
                  <a:pt x="101662" y="288850"/>
                </a:moveTo>
                <a:lnTo>
                  <a:pt x="103778" y="290245"/>
                </a:lnTo>
                <a:lnTo>
                  <a:pt x="100605" y="289547"/>
                </a:lnTo>
                <a:close/>
                <a:moveTo>
                  <a:pt x="93137" y="412243"/>
                </a:moveTo>
                <a:lnTo>
                  <a:pt x="93495" y="412829"/>
                </a:lnTo>
                <a:lnTo>
                  <a:pt x="92958" y="412536"/>
                </a:lnTo>
                <a:close/>
                <a:moveTo>
                  <a:pt x="115621" y="240968"/>
                </a:moveTo>
                <a:lnTo>
                  <a:pt x="117792" y="241283"/>
                </a:lnTo>
                <a:lnTo>
                  <a:pt x="114536" y="241126"/>
                </a:lnTo>
                <a:close/>
                <a:moveTo>
                  <a:pt x="89595" y="115844"/>
                </a:moveTo>
                <a:lnTo>
                  <a:pt x="90024" y="116836"/>
                </a:lnTo>
                <a:lnTo>
                  <a:pt x="89380" y="116340"/>
                </a:lnTo>
                <a:close/>
                <a:moveTo>
                  <a:pt x="71412" y="129570"/>
                </a:moveTo>
                <a:lnTo>
                  <a:pt x="72184" y="130824"/>
                </a:lnTo>
                <a:lnTo>
                  <a:pt x="71026" y="130197"/>
                </a:lnTo>
                <a:close/>
                <a:moveTo>
                  <a:pt x="12012" y="433581"/>
                </a:moveTo>
                <a:lnTo>
                  <a:pt x="13052" y="433967"/>
                </a:lnTo>
                <a:lnTo>
                  <a:pt x="11492" y="433774"/>
                </a:lnTo>
                <a:close/>
                <a:moveTo>
                  <a:pt x="126649" y="442826"/>
                </a:moveTo>
                <a:lnTo>
                  <a:pt x="127722" y="444277"/>
                </a:lnTo>
                <a:lnTo>
                  <a:pt x="126112" y="443551"/>
                </a:lnTo>
                <a:close/>
                <a:moveTo>
                  <a:pt x="6411" y="104765"/>
                </a:moveTo>
                <a:lnTo>
                  <a:pt x="7918" y="105539"/>
                </a:lnTo>
                <a:lnTo>
                  <a:pt x="5657" y="105152"/>
                </a:lnTo>
                <a:close/>
                <a:moveTo>
                  <a:pt x="142610" y="146349"/>
                </a:moveTo>
                <a:lnTo>
                  <a:pt x="143661" y="147771"/>
                </a:lnTo>
                <a:lnTo>
                  <a:pt x="142085" y="147060"/>
                </a:lnTo>
                <a:close/>
                <a:moveTo>
                  <a:pt x="98894" y="44189"/>
                </a:moveTo>
                <a:lnTo>
                  <a:pt x="99922" y="45629"/>
                </a:lnTo>
                <a:lnTo>
                  <a:pt x="98380" y="44909"/>
                </a:lnTo>
                <a:close/>
                <a:moveTo>
                  <a:pt x="94558" y="332999"/>
                </a:moveTo>
                <a:lnTo>
                  <a:pt x="95570" y="333770"/>
                </a:lnTo>
                <a:lnTo>
                  <a:pt x="94052" y="333385"/>
                </a:lnTo>
                <a:close/>
                <a:moveTo>
                  <a:pt x="81612" y="62179"/>
                </a:moveTo>
                <a:lnTo>
                  <a:pt x="83097" y="63608"/>
                </a:lnTo>
                <a:lnTo>
                  <a:pt x="80870" y="62893"/>
                </a:lnTo>
                <a:close/>
                <a:moveTo>
                  <a:pt x="15069" y="428"/>
                </a:moveTo>
                <a:lnTo>
                  <a:pt x="16968" y="1844"/>
                </a:lnTo>
                <a:lnTo>
                  <a:pt x="14120" y="1136"/>
                </a:lnTo>
                <a:close/>
                <a:moveTo>
                  <a:pt x="62966" y="368053"/>
                </a:moveTo>
                <a:lnTo>
                  <a:pt x="63567" y="369753"/>
                </a:lnTo>
                <a:lnTo>
                  <a:pt x="62665" y="368903"/>
                </a:lnTo>
                <a:close/>
                <a:moveTo>
                  <a:pt x="9178" y="167856"/>
                </a:moveTo>
                <a:lnTo>
                  <a:pt x="10800" y="168920"/>
                </a:lnTo>
                <a:lnTo>
                  <a:pt x="8367" y="168388"/>
                </a:lnTo>
                <a:close/>
                <a:moveTo>
                  <a:pt x="86616" y="266907"/>
                </a:moveTo>
                <a:lnTo>
                  <a:pt x="87647" y="267819"/>
                </a:lnTo>
                <a:lnTo>
                  <a:pt x="86101" y="267363"/>
                </a:lnTo>
                <a:close/>
                <a:moveTo>
                  <a:pt x="127621" y="313968"/>
                </a:moveTo>
                <a:lnTo>
                  <a:pt x="128690" y="314945"/>
                </a:lnTo>
                <a:lnTo>
                  <a:pt x="127087" y="314456"/>
                </a:lnTo>
                <a:close/>
                <a:moveTo>
                  <a:pt x="49361" y="94326"/>
                </a:moveTo>
                <a:lnTo>
                  <a:pt x="51023" y="95342"/>
                </a:lnTo>
                <a:lnTo>
                  <a:pt x="48531" y="94834"/>
                </a:lnTo>
                <a:close/>
                <a:moveTo>
                  <a:pt x="121042" y="238063"/>
                </a:moveTo>
                <a:lnTo>
                  <a:pt x="122129" y="239368"/>
                </a:lnTo>
                <a:lnTo>
                  <a:pt x="120498" y="238716"/>
                </a:lnTo>
                <a:close/>
                <a:moveTo>
                  <a:pt x="78761" y="209400"/>
                </a:moveTo>
                <a:lnTo>
                  <a:pt x="80386" y="209971"/>
                </a:lnTo>
                <a:lnTo>
                  <a:pt x="77948" y="209685"/>
                </a:lnTo>
                <a:close/>
                <a:moveTo>
                  <a:pt x="88939" y="234478"/>
                </a:moveTo>
                <a:lnTo>
                  <a:pt x="90681" y="235293"/>
                </a:lnTo>
                <a:lnTo>
                  <a:pt x="88068" y="234885"/>
                </a:lnTo>
                <a:close/>
                <a:moveTo>
                  <a:pt x="132219" y="168075"/>
                </a:moveTo>
                <a:lnTo>
                  <a:pt x="133130" y="168555"/>
                </a:lnTo>
                <a:lnTo>
                  <a:pt x="131764" y="168315"/>
                </a:lnTo>
                <a:close/>
                <a:moveTo>
                  <a:pt x="58867" y="172951"/>
                </a:moveTo>
                <a:lnTo>
                  <a:pt x="59801" y="174630"/>
                </a:lnTo>
                <a:lnTo>
                  <a:pt x="58400" y="173791"/>
                </a:lnTo>
                <a:close/>
                <a:moveTo>
                  <a:pt x="120077" y="89291"/>
                </a:moveTo>
                <a:lnTo>
                  <a:pt x="120479" y="90422"/>
                </a:lnTo>
                <a:lnTo>
                  <a:pt x="119875" y="89856"/>
                </a:lnTo>
                <a:close/>
                <a:moveTo>
                  <a:pt x="99987" y="239217"/>
                </a:moveTo>
                <a:lnTo>
                  <a:pt x="102100" y="240630"/>
                </a:lnTo>
                <a:lnTo>
                  <a:pt x="98930" y="239924"/>
                </a:lnTo>
                <a:close/>
                <a:moveTo>
                  <a:pt x="80984" y="228171"/>
                </a:moveTo>
                <a:lnTo>
                  <a:pt x="82390" y="229954"/>
                </a:lnTo>
                <a:lnTo>
                  <a:pt x="80280" y="229063"/>
                </a:lnTo>
                <a:close/>
                <a:moveTo>
                  <a:pt x="22181" y="417571"/>
                </a:moveTo>
                <a:lnTo>
                  <a:pt x="24252" y="419368"/>
                </a:lnTo>
                <a:lnTo>
                  <a:pt x="21145" y="418470"/>
                </a:lnTo>
                <a:close/>
                <a:moveTo>
                  <a:pt x="97976" y="97039"/>
                </a:moveTo>
                <a:lnTo>
                  <a:pt x="98444" y="98776"/>
                </a:lnTo>
                <a:lnTo>
                  <a:pt x="97741" y="97908"/>
                </a:lnTo>
                <a:close/>
                <a:moveTo>
                  <a:pt x="50268" y="66879"/>
                </a:moveTo>
                <a:lnTo>
                  <a:pt x="51054" y="68310"/>
                </a:lnTo>
                <a:lnTo>
                  <a:pt x="49874" y="67595"/>
                </a:lnTo>
                <a:close/>
                <a:moveTo>
                  <a:pt x="132277" y="89374"/>
                </a:moveTo>
                <a:lnTo>
                  <a:pt x="133045" y="90465"/>
                </a:lnTo>
                <a:lnTo>
                  <a:pt x="131893" y="89919"/>
                </a:lnTo>
                <a:close/>
                <a:moveTo>
                  <a:pt x="32212" y="233604"/>
                </a:moveTo>
                <a:lnTo>
                  <a:pt x="33968" y="234667"/>
                </a:lnTo>
                <a:lnTo>
                  <a:pt x="31334" y="234135"/>
                </a:lnTo>
                <a:close/>
                <a:moveTo>
                  <a:pt x="13771" y="175796"/>
                </a:moveTo>
                <a:lnTo>
                  <a:pt x="14889" y="177123"/>
                </a:lnTo>
                <a:lnTo>
                  <a:pt x="13213" y="176459"/>
                </a:lnTo>
                <a:close/>
                <a:moveTo>
                  <a:pt x="36224" y="47862"/>
                </a:moveTo>
                <a:lnTo>
                  <a:pt x="36973" y="48649"/>
                </a:lnTo>
                <a:lnTo>
                  <a:pt x="35849" y="48256"/>
                </a:lnTo>
                <a:close/>
                <a:moveTo>
                  <a:pt x="34478" y="75729"/>
                </a:moveTo>
                <a:lnTo>
                  <a:pt x="36301" y="76045"/>
                </a:lnTo>
                <a:lnTo>
                  <a:pt x="33566" y="75887"/>
                </a:lnTo>
                <a:close/>
                <a:moveTo>
                  <a:pt x="119551" y="107350"/>
                </a:moveTo>
                <a:lnTo>
                  <a:pt x="120972" y="108453"/>
                </a:lnTo>
                <a:lnTo>
                  <a:pt x="118840" y="107902"/>
                </a:lnTo>
                <a:close/>
                <a:moveTo>
                  <a:pt x="34819" y="315578"/>
                </a:moveTo>
                <a:lnTo>
                  <a:pt x="36986" y="316035"/>
                </a:lnTo>
                <a:lnTo>
                  <a:pt x="33736" y="315807"/>
                </a:lnTo>
                <a:close/>
                <a:moveTo>
                  <a:pt x="100217" y="192867"/>
                </a:moveTo>
                <a:lnTo>
                  <a:pt x="100739" y="193891"/>
                </a:lnTo>
                <a:lnTo>
                  <a:pt x="99955" y="193379"/>
                </a:lnTo>
                <a:close/>
                <a:moveTo>
                  <a:pt x="128490" y="443100"/>
                </a:moveTo>
                <a:lnTo>
                  <a:pt x="130397" y="443876"/>
                </a:lnTo>
                <a:lnTo>
                  <a:pt x="127536" y="443488"/>
                </a:lnTo>
                <a:close/>
                <a:moveTo>
                  <a:pt x="58244" y="250431"/>
                </a:moveTo>
                <a:lnTo>
                  <a:pt x="58961" y="251038"/>
                </a:lnTo>
                <a:lnTo>
                  <a:pt x="57885" y="250734"/>
                </a:lnTo>
                <a:close/>
                <a:moveTo>
                  <a:pt x="111325" y="287445"/>
                </a:moveTo>
                <a:lnTo>
                  <a:pt x="112943" y="288665"/>
                </a:lnTo>
                <a:lnTo>
                  <a:pt x="110516" y="288055"/>
                </a:lnTo>
                <a:close/>
                <a:moveTo>
                  <a:pt x="21726" y="167757"/>
                </a:moveTo>
                <a:lnTo>
                  <a:pt x="22609" y="169165"/>
                </a:lnTo>
                <a:lnTo>
                  <a:pt x="21285" y="168461"/>
                </a:lnTo>
                <a:close/>
                <a:moveTo>
                  <a:pt x="78937" y="49607"/>
                </a:moveTo>
                <a:lnTo>
                  <a:pt x="80364" y="49948"/>
                </a:lnTo>
                <a:lnTo>
                  <a:pt x="78223" y="49777"/>
                </a:lnTo>
                <a:close/>
                <a:moveTo>
                  <a:pt x="109460" y="296414"/>
                </a:moveTo>
                <a:lnTo>
                  <a:pt x="111409" y="296882"/>
                </a:lnTo>
                <a:lnTo>
                  <a:pt x="108485" y="296648"/>
                </a:lnTo>
                <a:close/>
                <a:moveTo>
                  <a:pt x="34983" y="135522"/>
                </a:moveTo>
                <a:lnTo>
                  <a:pt x="36459" y="136402"/>
                </a:lnTo>
                <a:lnTo>
                  <a:pt x="34245" y="135962"/>
                </a:lnTo>
                <a:close/>
                <a:moveTo>
                  <a:pt x="103093" y="397518"/>
                </a:moveTo>
                <a:lnTo>
                  <a:pt x="105123" y="398863"/>
                </a:lnTo>
                <a:lnTo>
                  <a:pt x="102077" y="398190"/>
                </a:lnTo>
                <a:close/>
                <a:moveTo>
                  <a:pt x="114261" y="332363"/>
                </a:moveTo>
                <a:lnTo>
                  <a:pt x="115445" y="333945"/>
                </a:lnTo>
                <a:lnTo>
                  <a:pt x="113668" y="333154"/>
                </a:lnTo>
                <a:close/>
                <a:moveTo>
                  <a:pt x="94940" y="464491"/>
                </a:moveTo>
                <a:lnTo>
                  <a:pt x="96274" y="465396"/>
                </a:lnTo>
                <a:lnTo>
                  <a:pt x="94274" y="464944"/>
                </a:lnTo>
                <a:close/>
                <a:moveTo>
                  <a:pt x="54099" y="6026"/>
                </a:moveTo>
                <a:lnTo>
                  <a:pt x="54562" y="6518"/>
                </a:lnTo>
                <a:lnTo>
                  <a:pt x="53868" y="6272"/>
                </a:lnTo>
                <a:close/>
                <a:moveTo>
                  <a:pt x="47334" y="207009"/>
                </a:moveTo>
                <a:lnTo>
                  <a:pt x="48169" y="207434"/>
                </a:lnTo>
                <a:lnTo>
                  <a:pt x="46917" y="207221"/>
                </a:lnTo>
                <a:close/>
                <a:moveTo>
                  <a:pt x="46382" y="254668"/>
                </a:moveTo>
                <a:lnTo>
                  <a:pt x="47046" y="255448"/>
                </a:lnTo>
                <a:lnTo>
                  <a:pt x="46050" y="255058"/>
                </a:lnTo>
                <a:close/>
                <a:moveTo>
                  <a:pt x="105956" y="240243"/>
                </a:moveTo>
                <a:lnTo>
                  <a:pt x="106514" y="241808"/>
                </a:lnTo>
                <a:lnTo>
                  <a:pt x="105676" y="241026"/>
                </a:lnTo>
                <a:close/>
                <a:moveTo>
                  <a:pt x="94962" y="261058"/>
                </a:moveTo>
                <a:lnTo>
                  <a:pt x="95382" y="262088"/>
                </a:lnTo>
                <a:lnTo>
                  <a:pt x="94752" y="261573"/>
                </a:lnTo>
                <a:close/>
                <a:moveTo>
                  <a:pt x="104715" y="230029"/>
                </a:moveTo>
                <a:lnTo>
                  <a:pt x="105911" y="231612"/>
                </a:lnTo>
                <a:lnTo>
                  <a:pt x="104117" y="230821"/>
                </a:lnTo>
                <a:close/>
                <a:moveTo>
                  <a:pt x="89794" y="84935"/>
                </a:moveTo>
                <a:lnTo>
                  <a:pt x="90661" y="86406"/>
                </a:lnTo>
                <a:lnTo>
                  <a:pt x="89360" y="85671"/>
                </a:lnTo>
                <a:close/>
                <a:moveTo>
                  <a:pt x="107177" y="112360"/>
                </a:moveTo>
                <a:lnTo>
                  <a:pt x="107535" y="113918"/>
                </a:lnTo>
                <a:lnTo>
                  <a:pt x="106999" y="113139"/>
                </a:lnTo>
                <a:close/>
                <a:moveTo>
                  <a:pt x="101596" y="10789"/>
                </a:moveTo>
                <a:lnTo>
                  <a:pt x="101965" y="11413"/>
                </a:lnTo>
                <a:lnTo>
                  <a:pt x="101411" y="11101"/>
                </a:lnTo>
                <a:close/>
                <a:moveTo>
                  <a:pt x="101856" y="470541"/>
                </a:moveTo>
                <a:lnTo>
                  <a:pt x="103503" y="471161"/>
                </a:lnTo>
                <a:lnTo>
                  <a:pt x="101033" y="470851"/>
                </a:lnTo>
                <a:close/>
                <a:moveTo>
                  <a:pt x="13655" y="251113"/>
                </a:moveTo>
                <a:lnTo>
                  <a:pt x="14301" y="252069"/>
                </a:lnTo>
                <a:lnTo>
                  <a:pt x="13333" y="251591"/>
                </a:lnTo>
                <a:close/>
                <a:moveTo>
                  <a:pt x="121287" y="30897"/>
                </a:moveTo>
                <a:lnTo>
                  <a:pt x="122524" y="32280"/>
                </a:lnTo>
                <a:lnTo>
                  <a:pt x="120669" y="31589"/>
                </a:lnTo>
                <a:close/>
                <a:moveTo>
                  <a:pt x="142659" y="1002"/>
                </a:moveTo>
                <a:lnTo>
                  <a:pt x="143270" y="1959"/>
                </a:lnTo>
                <a:lnTo>
                  <a:pt x="142353" y="1481"/>
                </a:lnTo>
                <a:close/>
                <a:moveTo>
                  <a:pt x="9866" y="132152"/>
                </a:moveTo>
                <a:lnTo>
                  <a:pt x="11261" y="133272"/>
                </a:lnTo>
                <a:lnTo>
                  <a:pt x="9168" y="132712"/>
                </a:lnTo>
                <a:close/>
                <a:moveTo>
                  <a:pt x="123803" y="43179"/>
                </a:moveTo>
                <a:lnTo>
                  <a:pt x="125993" y="44091"/>
                </a:lnTo>
                <a:lnTo>
                  <a:pt x="122708" y="43635"/>
                </a:lnTo>
                <a:close/>
                <a:moveTo>
                  <a:pt x="142497" y="109713"/>
                </a:moveTo>
                <a:lnTo>
                  <a:pt x="143805" y="110504"/>
                </a:lnTo>
                <a:lnTo>
                  <a:pt x="141843" y="110108"/>
                </a:lnTo>
                <a:close/>
                <a:moveTo>
                  <a:pt x="15546" y="321703"/>
                </a:moveTo>
                <a:lnTo>
                  <a:pt x="17077" y="322127"/>
                </a:lnTo>
                <a:lnTo>
                  <a:pt x="14781" y="321915"/>
                </a:lnTo>
                <a:close/>
                <a:moveTo>
                  <a:pt x="105854" y="197002"/>
                </a:moveTo>
                <a:lnTo>
                  <a:pt x="106324" y="197331"/>
                </a:lnTo>
                <a:lnTo>
                  <a:pt x="105619" y="197167"/>
                </a:lnTo>
                <a:close/>
                <a:moveTo>
                  <a:pt x="82172" y="304576"/>
                </a:moveTo>
                <a:lnTo>
                  <a:pt x="83083" y="304937"/>
                </a:lnTo>
                <a:lnTo>
                  <a:pt x="81716" y="304757"/>
                </a:lnTo>
                <a:close/>
                <a:moveTo>
                  <a:pt x="140767" y="158350"/>
                </a:moveTo>
                <a:lnTo>
                  <a:pt x="141608" y="159657"/>
                </a:lnTo>
                <a:lnTo>
                  <a:pt x="140346" y="159004"/>
                </a:lnTo>
                <a:close/>
                <a:moveTo>
                  <a:pt x="23101" y="107776"/>
                </a:moveTo>
                <a:lnTo>
                  <a:pt x="24854" y="108574"/>
                </a:lnTo>
                <a:lnTo>
                  <a:pt x="22225" y="108175"/>
                </a:lnTo>
                <a:close/>
                <a:moveTo>
                  <a:pt x="82028" y="375725"/>
                </a:moveTo>
                <a:lnTo>
                  <a:pt x="83128" y="377379"/>
                </a:lnTo>
                <a:lnTo>
                  <a:pt x="81478" y="376552"/>
                </a:lnTo>
                <a:close/>
                <a:moveTo>
                  <a:pt x="32510" y="316333"/>
                </a:moveTo>
                <a:lnTo>
                  <a:pt x="34099" y="317401"/>
                </a:lnTo>
                <a:lnTo>
                  <a:pt x="31716" y="316867"/>
                </a:lnTo>
                <a:close/>
                <a:moveTo>
                  <a:pt x="131971" y="263682"/>
                </a:moveTo>
                <a:lnTo>
                  <a:pt x="133516" y="264417"/>
                </a:lnTo>
                <a:lnTo>
                  <a:pt x="131198" y="264050"/>
                </a:lnTo>
                <a:close/>
                <a:moveTo>
                  <a:pt x="53201" y="321556"/>
                </a:moveTo>
                <a:lnTo>
                  <a:pt x="53693" y="323302"/>
                </a:lnTo>
                <a:lnTo>
                  <a:pt x="52954" y="322429"/>
                </a:lnTo>
                <a:close/>
                <a:moveTo>
                  <a:pt x="82622" y="257101"/>
                </a:moveTo>
                <a:lnTo>
                  <a:pt x="84539" y="258680"/>
                </a:lnTo>
                <a:lnTo>
                  <a:pt x="81664" y="257891"/>
                </a:lnTo>
                <a:close/>
                <a:moveTo>
                  <a:pt x="98365" y="291498"/>
                </a:moveTo>
                <a:lnTo>
                  <a:pt x="100463" y="292215"/>
                </a:lnTo>
                <a:lnTo>
                  <a:pt x="97316" y="291857"/>
                </a:lnTo>
                <a:close/>
                <a:moveTo>
                  <a:pt x="56376" y="244222"/>
                </a:moveTo>
                <a:lnTo>
                  <a:pt x="58234" y="244950"/>
                </a:lnTo>
                <a:lnTo>
                  <a:pt x="55447" y="244586"/>
                </a:lnTo>
                <a:close/>
                <a:moveTo>
                  <a:pt x="134979" y="97177"/>
                </a:moveTo>
                <a:lnTo>
                  <a:pt x="136040" y="98926"/>
                </a:lnTo>
                <a:lnTo>
                  <a:pt x="134449" y="98052"/>
                </a:lnTo>
                <a:close/>
                <a:moveTo>
                  <a:pt x="23688" y="51106"/>
                </a:moveTo>
                <a:lnTo>
                  <a:pt x="24649" y="52239"/>
                </a:lnTo>
                <a:lnTo>
                  <a:pt x="23207" y="51672"/>
                </a:lnTo>
                <a:close/>
                <a:moveTo>
                  <a:pt x="30840" y="234633"/>
                </a:moveTo>
                <a:lnTo>
                  <a:pt x="31504" y="235677"/>
                </a:lnTo>
                <a:lnTo>
                  <a:pt x="30509" y="235155"/>
                </a:lnTo>
                <a:close/>
                <a:moveTo>
                  <a:pt x="57783" y="208458"/>
                </a:moveTo>
                <a:lnTo>
                  <a:pt x="59551" y="209914"/>
                </a:lnTo>
                <a:lnTo>
                  <a:pt x="56898" y="209186"/>
                </a:lnTo>
                <a:close/>
                <a:moveTo>
                  <a:pt x="127530" y="380050"/>
                </a:moveTo>
                <a:lnTo>
                  <a:pt x="129677" y="380514"/>
                </a:lnTo>
                <a:lnTo>
                  <a:pt x="126456" y="380282"/>
                </a:lnTo>
                <a:close/>
                <a:moveTo>
                  <a:pt x="5301" y="5955"/>
                </a:moveTo>
                <a:lnTo>
                  <a:pt x="6882" y="6890"/>
                </a:lnTo>
                <a:lnTo>
                  <a:pt x="4511" y="6423"/>
                </a:lnTo>
                <a:close/>
                <a:moveTo>
                  <a:pt x="55726" y="300685"/>
                </a:moveTo>
                <a:lnTo>
                  <a:pt x="57521" y="301901"/>
                </a:lnTo>
                <a:lnTo>
                  <a:pt x="54829" y="301293"/>
                </a:lnTo>
                <a:close/>
                <a:moveTo>
                  <a:pt x="87445" y="100350"/>
                </a:moveTo>
                <a:lnTo>
                  <a:pt x="89344" y="101709"/>
                </a:lnTo>
                <a:lnTo>
                  <a:pt x="86495" y="101030"/>
                </a:lnTo>
                <a:close/>
                <a:moveTo>
                  <a:pt x="39006" y="345463"/>
                </a:moveTo>
                <a:lnTo>
                  <a:pt x="39932" y="346058"/>
                </a:lnTo>
                <a:lnTo>
                  <a:pt x="38543" y="345761"/>
                </a:lnTo>
                <a:close/>
                <a:moveTo>
                  <a:pt x="70087" y="158496"/>
                </a:moveTo>
                <a:lnTo>
                  <a:pt x="71232" y="160000"/>
                </a:lnTo>
                <a:lnTo>
                  <a:pt x="69515" y="159248"/>
                </a:lnTo>
                <a:close/>
                <a:moveTo>
                  <a:pt x="93489" y="355472"/>
                </a:moveTo>
                <a:lnTo>
                  <a:pt x="94213" y="357168"/>
                </a:lnTo>
                <a:lnTo>
                  <a:pt x="93127" y="356320"/>
                </a:lnTo>
                <a:close/>
                <a:moveTo>
                  <a:pt x="138102" y="27542"/>
                </a:moveTo>
                <a:lnTo>
                  <a:pt x="138922" y="28394"/>
                </a:lnTo>
                <a:lnTo>
                  <a:pt x="137693" y="27968"/>
                </a:lnTo>
                <a:close/>
                <a:moveTo>
                  <a:pt x="2607" y="341894"/>
                </a:moveTo>
                <a:lnTo>
                  <a:pt x="3786" y="343678"/>
                </a:lnTo>
                <a:lnTo>
                  <a:pt x="2017" y="342786"/>
                </a:lnTo>
                <a:close/>
                <a:moveTo>
                  <a:pt x="37684" y="134214"/>
                </a:moveTo>
                <a:lnTo>
                  <a:pt x="38196" y="135803"/>
                </a:lnTo>
                <a:lnTo>
                  <a:pt x="37428" y="135009"/>
                </a:lnTo>
                <a:close/>
                <a:moveTo>
                  <a:pt x="89509" y="84413"/>
                </a:moveTo>
                <a:lnTo>
                  <a:pt x="90712" y="85806"/>
                </a:lnTo>
                <a:lnTo>
                  <a:pt x="88907" y="85110"/>
                </a:lnTo>
                <a:close/>
                <a:moveTo>
                  <a:pt x="53273" y="291737"/>
                </a:moveTo>
                <a:lnTo>
                  <a:pt x="55296" y="292042"/>
                </a:lnTo>
                <a:lnTo>
                  <a:pt x="52262" y="291890"/>
                </a:lnTo>
                <a:close/>
                <a:moveTo>
                  <a:pt x="125360" y="177913"/>
                </a:moveTo>
                <a:lnTo>
                  <a:pt x="125891" y="178346"/>
                </a:lnTo>
                <a:lnTo>
                  <a:pt x="125095" y="178130"/>
                </a:lnTo>
                <a:close/>
                <a:moveTo>
                  <a:pt x="56279" y="180119"/>
                </a:moveTo>
                <a:lnTo>
                  <a:pt x="57927" y="181908"/>
                </a:lnTo>
                <a:lnTo>
                  <a:pt x="55455" y="181014"/>
                </a:lnTo>
                <a:close/>
                <a:moveTo>
                  <a:pt x="68667" y="57818"/>
                </a:moveTo>
                <a:lnTo>
                  <a:pt x="70652" y="58789"/>
                </a:lnTo>
                <a:lnTo>
                  <a:pt x="67674" y="58304"/>
                </a:lnTo>
                <a:close/>
                <a:moveTo>
                  <a:pt x="28064" y="409926"/>
                </a:moveTo>
                <a:lnTo>
                  <a:pt x="28575" y="410872"/>
                </a:lnTo>
                <a:lnTo>
                  <a:pt x="27808" y="410399"/>
                </a:lnTo>
                <a:close/>
                <a:moveTo>
                  <a:pt x="13610" y="225728"/>
                </a:moveTo>
                <a:lnTo>
                  <a:pt x="14374" y="227218"/>
                </a:lnTo>
                <a:lnTo>
                  <a:pt x="13228" y="226473"/>
                </a:lnTo>
                <a:close/>
                <a:moveTo>
                  <a:pt x="114433" y="466727"/>
                </a:moveTo>
                <a:lnTo>
                  <a:pt x="116115" y="468453"/>
                </a:lnTo>
                <a:lnTo>
                  <a:pt x="113592" y="467590"/>
                </a:lnTo>
                <a:close/>
                <a:moveTo>
                  <a:pt x="45263" y="235733"/>
                </a:moveTo>
                <a:lnTo>
                  <a:pt x="46036" y="236663"/>
                </a:lnTo>
                <a:lnTo>
                  <a:pt x="44876" y="236198"/>
                </a:lnTo>
                <a:close/>
                <a:moveTo>
                  <a:pt x="50805" y="341575"/>
                </a:moveTo>
                <a:lnTo>
                  <a:pt x="51523" y="343140"/>
                </a:lnTo>
                <a:lnTo>
                  <a:pt x="50446" y="342357"/>
                </a:lnTo>
                <a:close/>
                <a:moveTo>
                  <a:pt x="28762" y="456637"/>
                </a:moveTo>
                <a:lnTo>
                  <a:pt x="30421" y="458433"/>
                </a:lnTo>
                <a:lnTo>
                  <a:pt x="27932" y="457535"/>
                </a:lnTo>
                <a:close/>
                <a:moveTo>
                  <a:pt x="129146" y="280479"/>
                </a:moveTo>
                <a:lnTo>
                  <a:pt x="131109" y="282275"/>
                </a:lnTo>
                <a:lnTo>
                  <a:pt x="128165" y="281377"/>
                </a:lnTo>
                <a:close/>
                <a:moveTo>
                  <a:pt x="25757" y="132185"/>
                </a:moveTo>
                <a:lnTo>
                  <a:pt x="27637" y="133342"/>
                </a:lnTo>
                <a:lnTo>
                  <a:pt x="24817" y="132763"/>
                </a:lnTo>
                <a:close/>
                <a:moveTo>
                  <a:pt x="70086" y="256734"/>
                </a:moveTo>
                <a:lnTo>
                  <a:pt x="71010" y="257148"/>
                </a:lnTo>
                <a:lnTo>
                  <a:pt x="69624" y="256941"/>
                </a:lnTo>
                <a:close/>
                <a:moveTo>
                  <a:pt x="37536" y="416562"/>
                </a:moveTo>
                <a:lnTo>
                  <a:pt x="38605" y="418224"/>
                </a:lnTo>
                <a:lnTo>
                  <a:pt x="37001" y="417393"/>
                </a:lnTo>
                <a:close/>
                <a:moveTo>
                  <a:pt x="113259" y="341506"/>
                </a:moveTo>
                <a:lnTo>
                  <a:pt x="115214" y="342151"/>
                </a:lnTo>
                <a:lnTo>
                  <a:pt x="112282" y="341828"/>
                </a:lnTo>
                <a:close/>
                <a:moveTo>
                  <a:pt x="135790" y="454882"/>
                </a:moveTo>
                <a:lnTo>
                  <a:pt x="136861" y="456343"/>
                </a:lnTo>
                <a:lnTo>
                  <a:pt x="135254" y="455612"/>
                </a:lnTo>
                <a:close/>
                <a:moveTo>
                  <a:pt x="18005" y="444862"/>
                </a:moveTo>
                <a:lnTo>
                  <a:pt x="19522" y="445184"/>
                </a:lnTo>
                <a:lnTo>
                  <a:pt x="17246" y="445023"/>
                </a:lnTo>
                <a:close/>
                <a:moveTo>
                  <a:pt x="141077" y="224147"/>
                </a:moveTo>
                <a:lnTo>
                  <a:pt x="142981" y="225727"/>
                </a:lnTo>
                <a:lnTo>
                  <a:pt x="140125" y="224937"/>
                </a:lnTo>
                <a:close/>
                <a:moveTo>
                  <a:pt x="51506" y="383127"/>
                </a:moveTo>
                <a:lnTo>
                  <a:pt x="52896" y="384276"/>
                </a:lnTo>
                <a:lnTo>
                  <a:pt x="50811" y="383701"/>
                </a:lnTo>
                <a:close/>
                <a:moveTo>
                  <a:pt x="70309" y="51767"/>
                </a:moveTo>
                <a:lnTo>
                  <a:pt x="70801" y="52114"/>
                </a:lnTo>
                <a:lnTo>
                  <a:pt x="70063" y="51940"/>
                </a:lnTo>
                <a:close/>
                <a:moveTo>
                  <a:pt x="36327" y="20541"/>
                </a:moveTo>
                <a:lnTo>
                  <a:pt x="37453" y="21801"/>
                </a:lnTo>
                <a:lnTo>
                  <a:pt x="35764" y="21171"/>
                </a:lnTo>
                <a:close/>
                <a:moveTo>
                  <a:pt x="3042" y="171850"/>
                </a:moveTo>
                <a:lnTo>
                  <a:pt x="4573" y="172182"/>
                </a:lnTo>
                <a:lnTo>
                  <a:pt x="2277" y="172016"/>
                </a:lnTo>
                <a:close/>
                <a:moveTo>
                  <a:pt x="133231" y="85992"/>
                </a:moveTo>
                <a:lnTo>
                  <a:pt x="134658" y="87778"/>
                </a:lnTo>
                <a:lnTo>
                  <a:pt x="132517" y="86885"/>
                </a:lnTo>
                <a:close/>
                <a:moveTo>
                  <a:pt x="3935" y="186252"/>
                </a:moveTo>
                <a:lnTo>
                  <a:pt x="5660" y="186891"/>
                </a:lnTo>
                <a:lnTo>
                  <a:pt x="3073" y="186572"/>
                </a:lnTo>
                <a:close/>
                <a:moveTo>
                  <a:pt x="119378" y="12873"/>
                </a:moveTo>
                <a:lnTo>
                  <a:pt x="121446" y="14376"/>
                </a:lnTo>
                <a:lnTo>
                  <a:pt x="118344" y="13625"/>
                </a:lnTo>
                <a:close/>
                <a:moveTo>
                  <a:pt x="31212" y="335266"/>
                </a:moveTo>
                <a:lnTo>
                  <a:pt x="32056" y="336691"/>
                </a:lnTo>
                <a:lnTo>
                  <a:pt x="30790" y="335979"/>
                </a:lnTo>
                <a:close/>
                <a:moveTo>
                  <a:pt x="132518" y="214336"/>
                </a:moveTo>
                <a:lnTo>
                  <a:pt x="134245" y="216020"/>
                </a:lnTo>
                <a:lnTo>
                  <a:pt x="131654" y="215178"/>
                </a:lnTo>
                <a:close/>
                <a:moveTo>
                  <a:pt x="22752" y="153519"/>
                </a:moveTo>
                <a:lnTo>
                  <a:pt x="23617" y="155027"/>
                </a:lnTo>
                <a:lnTo>
                  <a:pt x="22320" y="154273"/>
                </a:lnTo>
                <a:close/>
                <a:moveTo>
                  <a:pt x="5262" y="283096"/>
                </a:moveTo>
                <a:lnTo>
                  <a:pt x="6838" y="284467"/>
                </a:lnTo>
                <a:lnTo>
                  <a:pt x="4473" y="283781"/>
                </a:lnTo>
                <a:close/>
                <a:moveTo>
                  <a:pt x="103211" y="434306"/>
                </a:moveTo>
                <a:lnTo>
                  <a:pt x="104648" y="434763"/>
                </a:lnTo>
                <a:lnTo>
                  <a:pt x="102493" y="434535"/>
                </a:lnTo>
                <a:close/>
                <a:moveTo>
                  <a:pt x="117896" y="142910"/>
                </a:moveTo>
                <a:lnTo>
                  <a:pt x="118285" y="143858"/>
                </a:lnTo>
                <a:lnTo>
                  <a:pt x="117701" y="143384"/>
                </a:lnTo>
                <a:close/>
                <a:moveTo>
                  <a:pt x="113451" y="18877"/>
                </a:moveTo>
                <a:lnTo>
                  <a:pt x="114512" y="20450"/>
                </a:lnTo>
                <a:lnTo>
                  <a:pt x="112920" y="19664"/>
                </a:lnTo>
                <a:close/>
                <a:moveTo>
                  <a:pt x="78272" y="55643"/>
                </a:moveTo>
                <a:lnTo>
                  <a:pt x="79589" y="56967"/>
                </a:lnTo>
                <a:lnTo>
                  <a:pt x="77614" y="56305"/>
                </a:lnTo>
                <a:close/>
                <a:moveTo>
                  <a:pt x="49020" y="131733"/>
                </a:moveTo>
                <a:lnTo>
                  <a:pt x="49484" y="132580"/>
                </a:lnTo>
                <a:lnTo>
                  <a:pt x="48787" y="132156"/>
                </a:lnTo>
                <a:close/>
                <a:moveTo>
                  <a:pt x="141591" y="396158"/>
                </a:moveTo>
                <a:lnTo>
                  <a:pt x="143287" y="396734"/>
                </a:lnTo>
                <a:lnTo>
                  <a:pt x="140743" y="396446"/>
                </a:lnTo>
                <a:close/>
                <a:moveTo>
                  <a:pt x="34310" y="61339"/>
                </a:moveTo>
                <a:lnTo>
                  <a:pt x="35382" y="61686"/>
                </a:lnTo>
                <a:lnTo>
                  <a:pt x="33774" y="61512"/>
                </a:lnTo>
                <a:close/>
                <a:moveTo>
                  <a:pt x="117144" y="370288"/>
                </a:moveTo>
                <a:lnTo>
                  <a:pt x="119171" y="371163"/>
                </a:lnTo>
                <a:lnTo>
                  <a:pt x="116131" y="370726"/>
                </a:lnTo>
                <a:close/>
                <a:moveTo>
                  <a:pt x="11970" y="186383"/>
                </a:moveTo>
                <a:lnTo>
                  <a:pt x="14155" y="187395"/>
                </a:lnTo>
                <a:lnTo>
                  <a:pt x="10877" y="186889"/>
                </a:lnTo>
                <a:close/>
                <a:moveTo>
                  <a:pt x="127739" y="43744"/>
                </a:moveTo>
                <a:lnTo>
                  <a:pt x="128359" y="44491"/>
                </a:lnTo>
                <a:lnTo>
                  <a:pt x="127430" y="44118"/>
                </a:lnTo>
                <a:close/>
                <a:moveTo>
                  <a:pt x="143826" y="122060"/>
                </a:moveTo>
                <a:lnTo>
                  <a:pt x="144242" y="123625"/>
                </a:lnTo>
                <a:lnTo>
                  <a:pt x="143617" y="122843"/>
                </a:lnTo>
                <a:close/>
                <a:moveTo>
                  <a:pt x="88369" y="376427"/>
                </a:moveTo>
                <a:lnTo>
                  <a:pt x="89888" y="376992"/>
                </a:lnTo>
                <a:lnTo>
                  <a:pt x="87609" y="376710"/>
                </a:lnTo>
                <a:close/>
                <a:moveTo>
                  <a:pt x="137421" y="274657"/>
                </a:moveTo>
                <a:lnTo>
                  <a:pt x="138612" y="275948"/>
                </a:lnTo>
                <a:lnTo>
                  <a:pt x="136825" y="275302"/>
                </a:lnTo>
                <a:close/>
                <a:moveTo>
                  <a:pt x="51746" y="344667"/>
                </a:moveTo>
                <a:lnTo>
                  <a:pt x="52988" y="345292"/>
                </a:lnTo>
                <a:lnTo>
                  <a:pt x="51125" y="344980"/>
                </a:lnTo>
                <a:close/>
                <a:moveTo>
                  <a:pt x="126793" y="307007"/>
                </a:moveTo>
                <a:lnTo>
                  <a:pt x="128554" y="307353"/>
                </a:lnTo>
                <a:lnTo>
                  <a:pt x="125913" y="307180"/>
                </a:lnTo>
                <a:close/>
                <a:moveTo>
                  <a:pt x="28496" y="126535"/>
                </a:moveTo>
                <a:lnTo>
                  <a:pt x="29765" y="128109"/>
                </a:lnTo>
                <a:lnTo>
                  <a:pt x="27861" y="127322"/>
                </a:lnTo>
                <a:close/>
                <a:moveTo>
                  <a:pt x="64354" y="213885"/>
                </a:moveTo>
                <a:lnTo>
                  <a:pt x="65872" y="214578"/>
                </a:lnTo>
                <a:lnTo>
                  <a:pt x="63595" y="214231"/>
                </a:lnTo>
                <a:close/>
                <a:moveTo>
                  <a:pt x="130067" y="82747"/>
                </a:moveTo>
                <a:lnTo>
                  <a:pt x="130783" y="84534"/>
                </a:lnTo>
                <a:lnTo>
                  <a:pt x="129709" y="83640"/>
                </a:lnTo>
                <a:close/>
                <a:moveTo>
                  <a:pt x="93559" y="125330"/>
                </a:moveTo>
                <a:lnTo>
                  <a:pt x="95057" y="126979"/>
                </a:lnTo>
                <a:lnTo>
                  <a:pt x="92810" y="126155"/>
                </a:lnTo>
                <a:close/>
                <a:moveTo>
                  <a:pt x="31647" y="92801"/>
                </a:moveTo>
                <a:lnTo>
                  <a:pt x="32706" y="94325"/>
                </a:lnTo>
                <a:lnTo>
                  <a:pt x="31118" y="93563"/>
                </a:lnTo>
                <a:close/>
                <a:moveTo>
                  <a:pt x="34848" y="257262"/>
                </a:moveTo>
                <a:lnTo>
                  <a:pt x="36993" y="258905"/>
                </a:lnTo>
                <a:lnTo>
                  <a:pt x="33776" y="258083"/>
                </a:lnTo>
                <a:close/>
                <a:moveTo>
                  <a:pt x="81833" y="416271"/>
                </a:moveTo>
                <a:lnTo>
                  <a:pt x="83181" y="416810"/>
                </a:lnTo>
                <a:lnTo>
                  <a:pt x="81159" y="416540"/>
                </a:lnTo>
                <a:close/>
                <a:moveTo>
                  <a:pt x="50770" y="165046"/>
                </a:moveTo>
                <a:lnTo>
                  <a:pt x="51649" y="166056"/>
                </a:lnTo>
                <a:lnTo>
                  <a:pt x="50330" y="165551"/>
                </a:lnTo>
                <a:close/>
                <a:moveTo>
                  <a:pt x="101240" y="346108"/>
                </a:moveTo>
                <a:lnTo>
                  <a:pt x="102222" y="347588"/>
                </a:lnTo>
                <a:lnTo>
                  <a:pt x="100749" y="346848"/>
                </a:lnTo>
                <a:close/>
                <a:moveTo>
                  <a:pt x="47695" y="130522"/>
                </a:moveTo>
                <a:lnTo>
                  <a:pt x="48418" y="131224"/>
                </a:lnTo>
                <a:lnTo>
                  <a:pt x="47334" y="130873"/>
                </a:lnTo>
                <a:close/>
                <a:moveTo>
                  <a:pt x="140442" y="382348"/>
                </a:moveTo>
                <a:lnTo>
                  <a:pt x="142528" y="383819"/>
                </a:lnTo>
                <a:lnTo>
                  <a:pt x="139400" y="383083"/>
                </a:lnTo>
                <a:close/>
                <a:moveTo>
                  <a:pt x="8028" y="368177"/>
                </a:moveTo>
                <a:lnTo>
                  <a:pt x="9848" y="369484"/>
                </a:lnTo>
                <a:lnTo>
                  <a:pt x="7118" y="368831"/>
                </a:lnTo>
                <a:close/>
                <a:moveTo>
                  <a:pt x="77850" y="276642"/>
                </a:moveTo>
                <a:lnTo>
                  <a:pt x="79333" y="277442"/>
                </a:lnTo>
                <a:lnTo>
                  <a:pt x="77108" y="277042"/>
                </a:lnTo>
                <a:close/>
                <a:moveTo>
                  <a:pt x="93718" y="247946"/>
                </a:moveTo>
                <a:lnTo>
                  <a:pt x="94271" y="248394"/>
                </a:lnTo>
                <a:lnTo>
                  <a:pt x="93442" y="248170"/>
                </a:lnTo>
                <a:close/>
                <a:moveTo>
                  <a:pt x="70069" y="136789"/>
                </a:moveTo>
                <a:lnTo>
                  <a:pt x="71586" y="138368"/>
                </a:lnTo>
                <a:lnTo>
                  <a:pt x="69311" y="137579"/>
                </a:lnTo>
                <a:close/>
                <a:moveTo>
                  <a:pt x="99336" y="341834"/>
                </a:moveTo>
                <a:lnTo>
                  <a:pt x="100718" y="343013"/>
                </a:lnTo>
                <a:lnTo>
                  <a:pt x="98644" y="342424"/>
                </a:lnTo>
                <a:close/>
                <a:moveTo>
                  <a:pt x="31198" y="404666"/>
                </a:moveTo>
                <a:lnTo>
                  <a:pt x="31990" y="405733"/>
                </a:lnTo>
                <a:lnTo>
                  <a:pt x="30803" y="405199"/>
                </a:lnTo>
                <a:close/>
                <a:moveTo>
                  <a:pt x="55841" y="285727"/>
                </a:moveTo>
                <a:lnTo>
                  <a:pt x="57750" y="286970"/>
                </a:lnTo>
                <a:lnTo>
                  <a:pt x="54886" y="286348"/>
                </a:lnTo>
                <a:close/>
                <a:moveTo>
                  <a:pt x="31940" y="410554"/>
                </a:moveTo>
                <a:lnTo>
                  <a:pt x="33602" y="411974"/>
                </a:lnTo>
                <a:lnTo>
                  <a:pt x="31108" y="411264"/>
                </a:lnTo>
                <a:close/>
                <a:moveTo>
                  <a:pt x="122354" y="58927"/>
                </a:moveTo>
                <a:lnTo>
                  <a:pt x="123825" y="60118"/>
                </a:lnTo>
                <a:lnTo>
                  <a:pt x="121619" y="59523"/>
                </a:lnTo>
                <a:close/>
                <a:moveTo>
                  <a:pt x="91496" y="48430"/>
                </a:moveTo>
                <a:lnTo>
                  <a:pt x="92206" y="49993"/>
                </a:lnTo>
                <a:lnTo>
                  <a:pt x="91141" y="49211"/>
                </a:lnTo>
                <a:close/>
                <a:moveTo>
                  <a:pt x="14623" y="154111"/>
                </a:moveTo>
                <a:lnTo>
                  <a:pt x="16124" y="155411"/>
                </a:lnTo>
                <a:lnTo>
                  <a:pt x="13872" y="154761"/>
                </a:lnTo>
                <a:close/>
                <a:moveTo>
                  <a:pt x="71836" y="155745"/>
                </a:moveTo>
                <a:lnTo>
                  <a:pt x="73786" y="157375"/>
                </a:lnTo>
                <a:lnTo>
                  <a:pt x="70861" y="156560"/>
                </a:lnTo>
                <a:close/>
                <a:moveTo>
                  <a:pt x="42907" y="312346"/>
                </a:moveTo>
                <a:lnTo>
                  <a:pt x="44245" y="313038"/>
                </a:lnTo>
                <a:lnTo>
                  <a:pt x="42238" y="312692"/>
                </a:lnTo>
                <a:close/>
                <a:moveTo>
                  <a:pt x="48865" y="341895"/>
                </a:moveTo>
                <a:lnTo>
                  <a:pt x="50746" y="342734"/>
                </a:lnTo>
                <a:lnTo>
                  <a:pt x="47924" y="342315"/>
                </a:lnTo>
                <a:close/>
                <a:moveTo>
                  <a:pt x="24507" y="172387"/>
                </a:moveTo>
                <a:lnTo>
                  <a:pt x="25565" y="173024"/>
                </a:lnTo>
                <a:lnTo>
                  <a:pt x="23978" y="172705"/>
                </a:lnTo>
                <a:close/>
                <a:moveTo>
                  <a:pt x="120800" y="12713"/>
                </a:moveTo>
                <a:lnTo>
                  <a:pt x="122913" y="14412"/>
                </a:lnTo>
                <a:lnTo>
                  <a:pt x="119744" y="13563"/>
                </a:lnTo>
                <a:close/>
                <a:moveTo>
                  <a:pt x="115287" y="386737"/>
                </a:moveTo>
                <a:lnTo>
                  <a:pt x="117260" y="387650"/>
                </a:lnTo>
                <a:lnTo>
                  <a:pt x="114301" y="387193"/>
                </a:lnTo>
                <a:close/>
                <a:moveTo>
                  <a:pt x="36833" y="43983"/>
                </a:moveTo>
                <a:lnTo>
                  <a:pt x="38466" y="44347"/>
                </a:lnTo>
                <a:lnTo>
                  <a:pt x="36017" y="44165"/>
                </a:lnTo>
                <a:close/>
                <a:moveTo>
                  <a:pt x="125860" y="465391"/>
                </a:moveTo>
                <a:lnTo>
                  <a:pt x="126797" y="466705"/>
                </a:lnTo>
                <a:lnTo>
                  <a:pt x="125392" y="466048"/>
                </a:lnTo>
                <a:close/>
                <a:moveTo>
                  <a:pt x="68985" y="112010"/>
                </a:moveTo>
                <a:lnTo>
                  <a:pt x="70156" y="113534"/>
                </a:lnTo>
                <a:lnTo>
                  <a:pt x="68400" y="112772"/>
                </a:lnTo>
                <a:close/>
                <a:moveTo>
                  <a:pt x="99625" y="131810"/>
                </a:moveTo>
                <a:lnTo>
                  <a:pt x="101389" y="132966"/>
                </a:lnTo>
                <a:lnTo>
                  <a:pt x="98743" y="132388"/>
                </a:lnTo>
                <a:close/>
                <a:moveTo>
                  <a:pt x="137216" y="418554"/>
                </a:moveTo>
                <a:lnTo>
                  <a:pt x="139056" y="419476"/>
                </a:lnTo>
                <a:lnTo>
                  <a:pt x="136296" y="419015"/>
                </a:lnTo>
                <a:close/>
                <a:moveTo>
                  <a:pt x="123788" y="345460"/>
                </a:moveTo>
                <a:lnTo>
                  <a:pt x="125215" y="346517"/>
                </a:lnTo>
                <a:lnTo>
                  <a:pt x="123075" y="345988"/>
                </a:lnTo>
                <a:close/>
                <a:moveTo>
                  <a:pt x="58700" y="332365"/>
                </a:moveTo>
                <a:lnTo>
                  <a:pt x="59402" y="334014"/>
                </a:lnTo>
                <a:lnTo>
                  <a:pt x="58350" y="333190"/>
                </a:lnTo>
                <a:close/>
                <a:moveTo>
                  <a:pt x="126672" y="295381"/>
                </a:moveTo>
                <a:lnTo>
                  <a:pt x="127100" y="296137"/>
                </a:lnTo>
                <a:lnTo>
                  <a:pt x="126458" y="295759"/>
                </a:lnTo>
                <a:close/>
                <a:moveTo>
                  <a:pt x="22407" y="284038"/>
                </a:moveTo>
                <a:lnTo>
                  <a:pt x="22912" y="284955"/>
                </a:lnTo>
                <a:lnTo>
                  <a:pt x="22154" y="284497"/>
                </a:lnTo>
                <a:close/>
                <a:moveTo>
                  <a:pt x="54010" y="445981"/>
                </a:moveTo>
                <a:lnTo>
                  <a:pt x="54547" y="446303"/>
                </a:lnTo>
                <a:lnTo>
                  <a:pt x="53741" y="446142"/>
                </a:lnTo>
                <a:close/>
                <a:moveTo>
                  <a:pt x="81704" y="106426"/>
                </a:moveTo>
                <a:lnTo>
                  <a:pt x="83270" y="108120"/>
                </a:lnTo>
                <a:lnTo>
                  <a:pt x="80922" y="107273"/>
                </a:lnTo>
                <a:close/>
                <a:moveTo>
                  <a:pt x="81714" y="315975"/>
                </a:moveTo>
                <a:lnTo>
                  <a:pt x="83148" y="316363"/>
                </a:lnTo>
                <a:lnTo>
                  <a:pt x="80997" y="316169"/>
                </a:lnTo>
                <a:close/>
                <a:moveTo>
                  <a:pt x="108185" y="419541"/>
                </a:moveTo>
                <a:lnTo>
                  <a:pt x="109624" y="421052"/>
                </a:lnTo>
                <a:lnTo>
                  <a:pt x="107465" y="420296"/>
                </a:lnTo>
                <a:close/>
                <a:moveTo>
                  <a:pt x="105469" y="395035"/>
                </a:moveTo>
                <a:lnTo>
                  <a:pt x="107200" y="396518"/>
                </a:lnTo>
                <a:lnTo>
                  <a:pt x="104604" y="395776"/>
                </a:lnTo>
                <a:close/>
                <a:moveTo>
                  <a:pt x="84089" y="132057"/>
                </a:moveTo>
                <a:lnTo>
                  <a:pt x="85386" y="133029"/>
                </a:lnTo>
                <a:lnTo>
                  <a:pt x="83440" y="132543"/>
                </a:lnTo>
                <a:close/>
                <a:moveTo>
                  <a:pt x="110514" y="305324"/>
                </a:moveTo>
                <a:lnTo>
                  <a:pt x="112538" y="306094"/>
                </a:lnTo>
                <a:lnTo>
                  <a:pt x="109502" y="305709"/>
                </a:lnTo>
                <a:close/>
                <a:moveTo>
                  <a:pt x="37895" y="162803"/>
                </a:moveTo>
                <a:lnTo>
                  <a:pt x="39847" y="164353"/>
                </a:lnTo>
                <a:lnTo>
                  <a:pt x="36919" y="163578"/>
                </a:lnTo>
                <a:close/>
                <a:moveTo>
                  <a:pt x="68950" y="4361"/>
                </a:moveTo>
                <a:lnTo>
                  <a:pt x="70662" y="5779"/>
                </a:lnTo>
                <a:lnTo>
                  <a:pt x="68095" y="5070"/>
                </a:lnTo>
                <a:close/>
                <a:moveTo>
                  <a:pt x="77946" y="437846"/>
                </a:moveTo>
                <a:lnTo>
                  <a:pt x="78895" y="439141"/>
                </a:lnTo>
                <a:lnTo>
                  <a:pt x="77471" y="438494"/>
                </a:lnTo>
                <a:close/>
                <a:moveTo>
                  <a:pt x="89143" y="19567"/>
                </a:moveTo>
                <a:lnTo>
                  <a:pt x="91260" y="20518"/>
                </a:lnTo>
                <a:lnTo>
                  <a:pt x="88084" y="20043"/>
                </a:lnTo>
                <a:close/>
                <a:moveTo>
                  <a:pt x="85696" y="161681"/>
                </a:moveTo>
                <a:lnTo>
                  <a:pt x="87698" y="162305"/>
                </a:lnTo>
                <a:lnTo>
                  <a:pt x="84695" y="161993"/>
                </a:lnTo>
                <a:close/>
                <a:moveTo>
                  <a:pt x="8569" y="261624"/>
                </a:moveTo>
                <a:lnTo>
                  <a:pt x="9084" y="262482"/>
                </a:lnTo>
                <a:lnTo>
                  <a:pt x="8311" y="262053"/>
                </a:lnTo>
                <a:close/>
                <a:moveTo>
                  <a:pt x="74058" y="217813"/>
                </a:moveTo>
                <a:lnTo>
                  <a:pt x="75050" y="218378"/>
                </a:lnTo>
                <a:lnTo>
                  <a:pt x="73561" y="218096"/>
                </a:lnTo>
                <a:close/>
                <a:moveTo>
                  <a:pt x="44924" y="187459"/>
                </a:moveTo>
                <a:lnTo>
                  <a:pt x="46468" y="188232"/>
                </a:lnTo>
                <a:lnTo>
                  <a:pt x="44152" y="187845"/>
                </a:lnTo>
                <a:close/>
                <a:moveTo>
                  <a:pt x="136092" y="31069"/>
                </a:moveTo>
                <a:lnTo>
                  <a:pt x="136445" y="32138"/>
                </a:lnTo>
                <a:lnTo>
                  <a:pt x="135915" y="31604"/>
                </a:lnTo>
                <a:close/>
                <a:moveTo>
                  <a:pt x="31377" y="88319"/>
                </a:moveTo>
                <a:lnTo>
                  <a:pt x="31865" y="89517"/>
                </a:lnTo>
                <a:lnTo>
                  <a:pt x="31133" y="88918"/>
                </a:lnTo>
                <a:close/>
                <a:moveTo>
                  <a:pt x="113155" y="19982"/>
                </a:moveTo>
                <a:lnTo>
                  <a:pt x="115124" y="21513"/>
                </a:lnTo>
                <a:lnTo>
                  <a:pt x="112170" y="20747"/>
                </a:lnTo>
                <a:close/>
                <a:moveTo>
                  <a:pt x="123117" y="445178"/>
                </a:moveTo>
                <a:lnTo>
                  <a:pt x="124690" y="446850"/>
                </a:lnTo>
                <a:lnTo>
                  <a:pt x="122331" y="446014"/>
                </a:lnTo>
                <a:close/>
                <a:moveTo>
                  <a:pt x="26923" y="63"/>
                </a:moveTo>
                <a:lnTo>
                  <a:pt x="27928" y="577"/>
                </a:lnTo>
                <a:lnTo>
                  <a:pt x="26420" y="320"/>
                </a:lnTo>
                <a:close/>
                <a:moveTo>
                  <a:pt x="22246" y="183486"/>
                </a:moveTo>
                <a:lnTo>
                  <a:pt x="23969" y="184562"/>
                </a:lnTo>
                <a:lnTo>
                  <a:pt x="21385" y="184024"/>
                </a:lnTo>
                <a:close/>
                <a:moveTo>
                  <a:pt x="98558" y="375755"/>
                </a:moveTo>
                <a:lnTo>
                  <a:pt x="100203" y="376073"/>
                </a:lnTo>
                <a:lnTo>
                  <a:pt x="97735" y="375914"/>
                </a:lnTo>
                <a:close/>
                <a:moveTo>
                  <a:pt x="33803" y="107433"/>
                </a:moveTo>
                <a:lnTo>
                  <a:pt x="34426" y="108912"/>
                </a:lnTo>
                <a:lnTo>
                  <a:pt x="33491" y="108172"/>
                </a:lnTo>
                <a:close/>
                <a:moveTo>
                  <a:pt x="107138" y="183906"/>
                </a:moveTo>
                <a:lnTo>
                  <a:pt x="107707" y="184394"/>
                </a:lnTo>
                <a:lnTo>
                  <a:pt x="106854" y="184150"/>
                </a:lnTo>
                <a:close/>
                <a:moveTo>
                  <a:pt x="94175" y="234883"/>
                </a:moveTo>
                <a:lnTo>
                  <a:pt x="95782" y="235315"/>
                </a:lnTo>
                <a:lnTo>
                  <a:pt x="93372" y="235099"/>
                </a:lnTo>
                <a:close/>
                <a:moveTo>
                  <a:pt x="114009" y="75505"/>
                </a:moveTo>
                <a:lnTo>
                  <a:pt x="114619" y="77146"/>
                </a:lnTo>
                <a:lnTo>
                  <a:pt x="113704" y="76326"/>
                </a:lnTo>
                <a:close/>
                <a:moveTo>
                  <a:pt x="39886" y="403048"/>
                </a:moveTo>
                <a:lnTo>
                  <a:pt x="41552" y="403518"/>
                </a:lnTo>
                <a:lnTo>
                  <a:pt x="39053" y="403283"/>
                </a:lnTo>
                <a:close/>
                <a:moveTo>
                  <a:pt x="20322" y="2655"/>
                </a:moveTo>
                <a:lnTo>
                  <a:pt x="21338" y="3556"/>
                </a:lnTo>
                <a:lnTo>
                  <a:pt x="19813" y="3105"/>
                </a:lnTo>
                <a:close/>
                <a:moveTo>
                  <a:pt x="131678" y="67664"/>
                </a:moveTo>
                <a:lnTo>
                  <a:pt x="133839" y="68615"/>
                </a:lnTo>
                <a:lnTo>
                  <a:pt x="130598" y="68140"/>
                </a:lnTo>
                <a:close/>
                <a:moveTo>
                  <a:pt x="132898" y="255851"/>
                </a:moveTo>
                <a:lnTo>
                  <a:pt x="133954" y="256775"/>
                </a:lnTo>
                <a:lnTo>
                  <a:pt x="132369" y="256313"/>
                </a:lnTo>
                <a:close/>
                <a:moveTo>
                  <a:pt x="105886" y="467038"/>
                </a:moveTo>
                <a:lnTo>
                  <a:pt x="106874" y="468428"/>
                </a:lnTo>
                <a:lnTo>
                  <a:pt x="105392" y="467733"/>
                </a:lnTo>
                <a:close/>
                <a:moveTo>
                  <a:pt x="25075" y="160047"/>
                </a:moveTo>
                <a:lnTo>
                  <a:pt x="27027" y="160697"/>
                </a:lnTo>
                <a:lnTo>
                  <a:pt x="24100" y="160372"/>
                </a:lnTo>
                <a:close/>
                <a:moveTo>
                  <a:pt x="64714" y="70823"/>
                </a:moveTo>
                <a:lnTo>
                  <a:pt x="66748" y="71226"/>
                </a:lnTo>
                <a:lnTo>
                  <a:pt x="63697" y="71025"/>
                </a:lnTo>
                <a:close/>
                <a:moveTo>
                  <a:pt x="49565" y="57769"/>
                </a:moveTo>
                <a:lnTo>
                  <a:pt x="50345" y="59453"/>
                </a:lnTo>
                <a:lnTo>
                  <a:pt x="49176" y="58611"/>
                </a:lnTo>
                <a:close/>
                <a:moveTo>
                  <a:pt x="51876" y="222819"/>
                </a:moveTo>
                <a:lnTo>
                  <a:pt x="52611" y="224240"/>
                </a:lnTo>
                <a:lnTo>
                  <a:pt x="51509" y="223530"/>
                </a:lnTo>
                <a:close/>
                <a:moveTo>
                  <a:pt x="141747" y="47248"/>
                </a:moveTo>
                <a:lnTo>
                  <a:pt x="143253" y="47826"/>
                </a:lnTo>
                <a:lnTo>
                  <a:pt x="140994" y="47537"/>
                </a:lnTo>
                <a:close/>
                <a:moveTo>
                  <a:pt x="117169" y="141027"/>
                </a:moveTo>
                <a:lnTo>
                  <a:pt x="117824" y="141812"/>
                </a:lnTo>
                <a:lnTo>
                  <a:pt x="116841" y="141420"/>
                </a:lnTo>
                <a:close/>
                <a:moveTo>
                  <a:pt x="121597" y="350616"/>
                </a:moveTo>
                <a:lnTo>
                  <a:pt x="123784" y="351200"/>
                </a:lnTo>
                <a:lnTo>
                  <a:pt x="120503" y="350908"/>
                </a:lnTo>
                <a:close/>
                <a:moveTo>
                  <a:pt x="115249" y="253079"/>
                </a:moveTo>
                <a:lnTo>
                  <a:pt x="117225" y="254806"/>
                </a:lnTo>
                <a:lnTo>
                  <a:pt x="114260" y="253942"/>
                </a:lnTo>
                <a:close/>
                <a:moveTo>
                  <a:pt x="45489" y="344331"/>
                </a:moveTo>
                <a:lnTo>
                  <a:pt x="46767" y="345153"/>
                </a:lnTo>
                <a:lnTo>
                  <a:pt x="44851" y="344742"/>
                </a:lnTo>
                <a:close/>
                <a:moveTo>
                  <a:pt x="84985" y="405078"/>
                </a:moveTo>
                <a:lnTo>
                  <a:pt x="87178" y="406132"/>
                </a:lnTo>
                <a:lnTo>
                  <a:pt x="83889" y="405605"/>
                </a:lnTo>
                <a:close/>
                <a:moveTo>
                  <a:pt x="131935" y="19024"/>
                </a:moveTo>
                <a:lnTo>
                  <a:pt x="132979" y="19540"/>
                </a:lnTo>
                <a:lnTo>
                  <a:pt x="131412" y="19282"/>
                </a:lnTo>
                <a:close/>
                <a:moveTo>
                  <a:pt x="23361" y="297789"/>
                </a:moveTo>
                <a:lnTo>
                  <a:pt x="25407" y="298245"/>
                </a:lnTo>
                <a:lnTo>
                  <a:pt x="22338" y="298017"/>
                </a:lnTo>
                <a:close/>
                <a:moveTo>
                  <a:pt x="120643" y="147987"/>
                </a:moveTo>
                <a:lnTo>
                  <a:pt x="122803" y="149085"/>
                </a:lnTo>
                <a:lnTo>
                  <a:pt x="119563" y="148536"/>
                </a:lnTo>
                <a:close/>
                <a:moveTo>
                  <a:pt x="7117" y="349543"/>
                </a:moveTo>
                <a:lnTo>
                  <a:pt x="8808" y="350288"/>
                </a:lnTo>
                <a:lnTo>
                  <a:pt x="6271" y="349916"/>
                </a:lnTo>
                <a:close/>
                <a:moveTo>
                  <a:pt x="31642" y="223067"/>
                </a:moveTo>
                <a:lnTo>
                  <a:pt x="32145" y="224088"/>
                </a:lnTo>
                <a:lnTo>
                  <a:pt x="31390" y="223578"/>
                </a:lnTo>
                <a:close/>
                <a:moveTo>
                  <a:pt x="104868" y="455372"/>
                </a:moveTo>
                <a:lnTo>
                  <a:pt x="106609" y="457063"/>
                </a:lnTo>
                <a:lnTo>
                  <a:pt x="103997" y="456218"/>
                </a:lnTo>
                <a:close/>
                <a:moveTo>
                  <a:pt x="45835" y="92030"/>
                </a:moveTo>
                <a:lnTo>
                  <a:pt x="46731" y="93107"/>
                </a:lnTo>
                <a:lnTo>
                  <a:pt x="45387" y="92569"/>
                </a:lnTo>
                <a:close/>
                <a:moveTo>
                  <a:pt x="132268" y="359826"/>
                </a:moveTo>
                <a:lnTo>
                  <a:pt x="133482" y="361105"/>
                </a:lnTo>
                <a:lnTo>
                  <a:pt x="131661" y="360466"/>
                </a:lnTo>
                <a:close/>
                <a:moveTo>
                  <a:pt x="110533" y="176195"/>
                </a:moveTo>
                <a:lnTo>
                  <a:pt x="111217" y="177064"/>
                </a:lnTo>
                <a:lnTo>
                  <a:pt x="110192" y="176630"/>
                </a:lnTo>
                <a:close/>
                <a:moveTo>
                  <a:pt x="36031" y="74902"/>
                </a:moveTo>
                <a:lnTo>
                  <a:pt x="37291" y="76598"/>
                </a:lnTo>
                <a:lnTo>
                  <a:pt x="35400" y="75750"/>
                </a:lnTo>
                <a:close/>
                <a:moveTo>
                  <a:pt x="65308" y="339024"/>
                </a:moveTo>
                <a:lnTo>
                  <a:pt x="66556" y="339705"/>
                </a:lnTo>
                <a:lnTo>
                  <a:pt x="64684" y="339365"/>
                </a:lnTo>
                <a:close/>
                <a:moveTo>
                  <a:pt x="132779" y="214411"/>
                </a:moveTo>
                <a:lnTo>
                  <a:pt x="133602" y="215584"/>
                </a:lnTo>
                <a:lnTo>
                  <a:pt x="132367" y="214998"/>
                </a:lnTo>
                <a:close/>
                <a:moveTo>
                  <a:pt x="74714" y="439372"/>
                </a:moveTo>
                <a:lnTo>
                  <a:pt x="75397" y="439722"/>
                </a:lnTo>
                <a:lnTo>
                  <a:pt x="74372" y="439547"/>
                </a:lnTo>
                <a:close/>
                <a:moveTo>
                  <a:pt x="1671" y="208003"/>
                </a:moveTo>
                <a:lnTo>
                  <a:pt x="2133" y="209249"/>
                </a:lnTo>
                <a:lnTo>
                  <a:pt x="1440" y="208626"/>
                </a:lnTo>
                <a:close/>
                <a:moveTo>
                  <a:pt x="19852" y="268549"/>
                </a:moveTo>
                <a:lnTo>
                  <a:pt x="21651" y="268887"/>
                </a:lnTo>
                <a:lnTo>
                  <a:pt x="18953" y="268718"/>
                </a:lnTo>
                <a:close/>
                <a:moveTo>
                  <a:pt x="62964" y="129359"/>
                </a:moveTo>
                <a:lnTo>
                  <a:pt x="64970" y="130592"/>
                </a:lnTo>
                <a:lnTo>
                  <a:pt x="61960" y="129975"/>
                </a:lnTo>
                <a:close/>
                <a:moveTo>
                  <a:pt x="68058" y="91679"/>
                </a:moveTo>
                <a:lnTo>
                  <a:pt x="69785" y="93087"/>
                </a:lnTo>
                <a:lnTo>
                  <a:pt x="67195" y="92383"/>
                </a:lnTo>
                <a:close/>
                <a:moveTo>
                  <a:pt x="33156" y="54045"/>
                </a:moveTo>
                <a:lnTo>
                  <a:pt x="34325" y="54603"/>
                </a:lnTo>
                <a:lnTo>
                  <a:pt x="32571" y="54324"/>
                </a:lnTo>
                <a:close/>
                <a:moveTo>
                  <a:pt x="40861" y="39678"/>
                </a:moveTo>
                <a:lnTo>
                  <a:pt x="42440" y="41339"/>
                </a:lnTo>
                <a:lnTo>
                  <a:pt x="40072" y="40509"/>
                </a:lnTo>
                <a:close/>
                <a:moveTo>
                  <a:pt x="83007" y="13818"/>
                </a:moveTo>
                <a:lnTo>
                  <a:pt x="84188" y="15089"/>
                </a:lnTo>
                <a:lnTo>
                  <a:pt x="82416" y="14453"/>
                </a:lnTo>
                <a:close/>
                <a:moveTo>
                  <a:pt x="123399" y="153090"/>
                </a:moveTo>
                <a:lnTo>
                  <a:pt x="125397" y="153438"/>
                </a:lnTo>
                <a:lnTo>
                  <a:pt x="122401" y="153264"/>
                </a:lnTo>
                <a:close/>
                <a:moveTo>
                  <a:pt x="121784" y="396224"/>
                </a:moveTo>
                <a:lnTo>
                  <a:pt x="122839" y="397188"/>
                </a:lnTo>
                <a:lnTo>
                  <a:pt x="121256" y="396706"/>
                </a:lnTo>
                <a:close/>
                <a:moveTo>
                  <a:pt x="48413" y="453446"/>
                </a:moveTo>
                <a:lnTo>
                  <a:pt x="50092" y="454654"/>
                </a:lnTo>
                <a:lnTo>
                  <a:pt x="47574" y="454050"/>
                </a:lnTo>
                <a:close/>
                <a:moveTo>
                  <a:pt x="132175" y="376834"/>
                </a:moveTo>
                <a:lnTo>
                  <a:pt x="133723" y="377700"/>
                </a:lnTo>
                <a:lnTo>
                  <a:pt x="131402" y="377267"/>
                </a:lnTo>
                <a:close/>
                <a:moveTo>
                  <a:pt x="47311" y="112254"/>
                </a:moveTo>
                <a:lnTo>
                  <a:pt x="49392" y="113436"/>
                </a:lnTo>
                <a:lnTo>
                  <a:pt x="46271" y="112845"/>
                </a:lnTo>
                <a:close/>
                <a:moveTo>
                  <a:pt x="86449" y="383780"/>
                </a:moveTo>
                <a:lnTo>
                  <a:pt x="88592" y="384342"/>
                </a:lnTo>
                <a:lnTo>
                  <a:pt x="85378" y="384061"/>
                </a:lnTo>
                <a:close/>
                <a:moveTo>
                  <a:pt x="30377" y="66426"/>
                </a:moveTo>
                <a:lnTo>
                  <a:pt x="31327" y="67973"/>
                </a:lnTo>
                <a:lnTo>
                  <a:pt x="29901" y="67200"/>
                </a:lnTo>
                <a:close/>
                <a:moveTo>
                  <a:pt x="65692" y="450778"/>
                </a:moveTo>
                <a:lnTo>
                  <a:pt x="67882" y="451089"/>
                </a:lnTo>
                <a:lnTo>
                  <a:pt x="64596" y="450933"/>
                </a:lnTo>
                <a:close/>
                <a:moveTo>
                  <a:pt x="132232" y="21953"/>
                </a:moveTo>
                <a:lnTo>
                  <a:pt x="133912" y="22313"/>
                </a:lnTo>
                <a:lnTo>
                  <a:pt x="131392" y="22133"/>
                </a:lnTo>
                <a:close/>
                <a:moveTo>
                  <a:pt x="109863" y="365737"/>
                </a:moveTo>
                <a:lnTo>
                  <a:pt x="111650" y="367219"/>
                </a:lnTo>
                <a:lnTo>
                  <a:pt x="108970" y="366478"/>
                </a:lnTo>
                <a:close/>
                <a:moveTo>
                  <a:pt x="73051" y="287616"/>
                </a:moveTo>
                <a:lnTo>
                  <a:pt x="73996" y="289302"/>
                </a:lnTo>
                <a:lnTo>
                  <a:pt x="72579" y="288459"/>
                </a:lnTo>
                <a:close/>
                <a:moveTo>
                  <a:pt x="83152" y="80982"/>
                </a:moveTo>
                <a:lnTo>
                  <a:pt x="83768" y="81839"/>
                </a:lnTo>
                <a:lnTo>
                  <a:pt x="82844" y="81410"/>
                </a:lnTo>
                <a:close/>
                <a:moveTo>
                  <a:pt x="53747" y="363594"/>
                </a:moveTo>
                <a:lnTo>
                  <a:pt x="55916" y="364765"/>
                </a:lnTo>
                <a:lnTo>
                  <a:pt x="52663" y="364180"/>
                </a:lnTo>
                <a:close/>
                <a:moveTo>
                  <a:pt x="43997" y="357930"/>
                </a:moveTo>
                <a:lnTo>
                  <a:pt x="44975" y="358522"/>
                </a:lnTo>
                <a:lnTo>
                  <a:pt x="43508" y="358226"/>
                </a:lnTo>
                <a:close/>
                <a:moveTo>
                  <a:pt x="62078" y="178973"/>
                </a:moveTo>
                <a:lnTo>
                  <a:pt x="62549" y="180332"/>
                </a:lnTo>
                <a:lnTo>
                  <a:pt x="61842" y="179653"/>
                </a:lnTo>
                <a:close/>
                <a:moveTo>
                  <a:pt x="127144" y="441886"/>
                </a:moveTo>
                <a:lnTo>
                  <a:pt x="128262" y="443145"/>
                </a:lnTo>
                <a:lnTo>
                  <a:pt x="126584" y="442515"/>
                </a:lnTo>
                <a:close/>
                <a:moveTo>
                  <a:pt x="75021" y="129548"/>
                </a:moveTo>
                <a:lnTo>
                  <a:pt x="75739" y="130405"/>
                </a:lnTo>
                <a:lnTo>
                  <a:pt x="74662" y="129976"/>
                </a:lnTo>
                <a:close/>
                <a:moveTo>
                  <a:pt x="81916" y="227075"/>
                </a:moveTo>
                <a:lnTo>
                  <a:pt x="83148" y="227833"/>
                </a:lnTo>
                <a:lnTo>
                  <a:pt x="81300" y="227454"/>
                </a:lnTo>
                <a:close/>
                <a:moveTo>
                  <a:pt x="97141" y="122052"/>
                </a:moveTo>
                <a:lnTo>
                  <a:pt x="98346" y="123185"/>
                </a:lnTo>
                <a:lnTo>
                  <a:pt x="96539" y="122618"/>
                </a:lnTo>
                <a:close/>
                <a:moveTo>
                  <a:pt x="65927" y="355039"/>
                </a:moveTo>
                <a:lnTo>
                  <a:pt x="66766" y="356206"/>
                </a:lnTo>
                <a:lnTo>
                  <a:pt x="65508" y="355622"/>
                </a:lnTo>
                <a:close/>
                <a:moveTo>
                  <a:pt x="63714" y="337569"/>
                </a:moveTo>
                <a:lnTo>
                  <a:pt x="65305" y="339117"/>
                </a:lnTo>
                <a:lnTo>
                  <a:pt x="62918" y="338343"/>
                </a:lnTo>
                <a:close/>
                <a:moveTo>
                  <a:pt x="80388" y="21867"/>
                </a:moveTo>
                <a:lnTo>
                  <a:pt x="82522" y="22529"/>
                </a:lnTo>
                <a:lnTo>
                  <a:pt x="79321" y="22198"/>
                </a:lnTo>
                <a:close/>
                <a:moveTo>
                  <a:pt x="75132" y="231607"/>
                </a:moveTo>
                <a:lnTo>
                  <a:pt x="77198" y="232318"/>
                </a:lnTo>
                <a:lnTo>
                  <a:pt x="74100" y="231963"/>
                </a:lnTo>
                <a:close/>
                <a:moveTo>
                  <a:pt x="63717" y="270675"/>
                </a:moveTo>
                <a:lnTo>
                  <a:pt x="65115" y="271593"/>
                </a:lnTo>
                <a:lnTo>
                  <a:pt x="63019" y="271134"/>
                </a:lnTo>
                <a:close/>
                <a:moveTo>
                  <a:pt x="106483" y="229084"/>
                </a:moveTo>
                <a:lnTo>
                  <a:pt x="107385" y="229970"/>
                </a:lnTo>
                <a:lnTo>
                  <a:pt x="106032" y="229527"/>
                </a:lnTo>
                <a:close/>
                <a:moveTo>
                  <a:pt x="101212" y="191668"/>
                </a:moveTo>
                <a:lnTo>
                  <a:pt x="103412" y="193312"/>
                </a:lnTo>
                <a:lnTo>
                  <a:pt x="100112" y="192490"/>
                </a:lnTo>
                <a:close/>
                <a:moveTo>
                  <a:pt x="36159" y="467697"/>
                </a:moveTo>
                <a:lnTo>
                  <a:pt x="36950" y="469204"/>
                </a:lnTo>
                <a:lnTo>
                  <a:pt x="35763" y="468451"/>
                </a:lnTo>
                <a:close/>
                <a:moveTo>
                  <a:pt x="107532" y="170300"/>
                </a:moveTo>
                <a:lnTo>
                  <a:pt x="109135" y="171529"/>
                </a:lnTo>
                <a:lnTo>
                  <a:pt x="106730" y="170915"/>
                </a:lnTo>
                <a:close/>
                <a:moveTo>
                  <a:pt x="89367" y="187440"/>
                </a:moveTo>
                <a:lnTo>
                  <a:pt x="90866" y="187926"/>
                </a:lnTo>
                <a:lnTo>
                  <a:pt x="88618" y="187683"/>
                </a:lnTo>
                <a:close/>
                <a:moveTo>
                  <a:pt x="110980" y="460981"/>
                </a:moveTo>
                <a:lnTo>
                  <a:pt x="112116" y="461848"/>
                </a:lnTo>
                <a:lnTo>
                  <a:pt x="110411" y="461414"/>
                </a:lnTo>
                <a:close/>
                <a:moveTo>
                  <a:pt x="68509" y="173357"/>
                </a:moveTo>
                <a:lnTo>
                  <a:pt x="70036" y="175072"/>
                </a:lnTo>
                <a:lnTo>
                  <a:pt x="67746" y="174214"/>
                </a:lnTo>
                <a:close/>
                <a:moveTo>
                  <a:pt x="73209" y="143906"/>
                </a:moveTo>
                <a:lnTo>
                  <a:pt x="74000" y="144782"/>
                </a:lnTo>
                <a:lnTo>
                  <a:pt x="72814" y="144344"/>
                </a:lnTo>
                <a:close/>
                <a:moveTo>
                  <a:pt x="56279" y="372608"/>
                </a:moveTo>
                <a:lnTo>
                  <a:pt x="58211" y="373624"/>
                </a:lnTo>
                <a:lnTo>
                  <a:pt x="55313" y="373116"/>
                </a:lnTo>
                <a:close/>
                <a:moveTo>
                  <a:pt x="94695" y="67534"/>
                </a:moveTo>
                <a:lnTo>
                  <a:pt x="96766" y="68510"/>
                </a:lnTo>
                <a:lnTo>
                  <a:pt x="93660" y="68022"/>
                </a:lnTo>
                <a:close/>
                <a:moveTo>
                  <a:pt x="131580" y="15106"/>
                </a:moveTo>
                <a:lnTo>
                  <a:pt x="133467" y="16661"/>
                </a:lnTo>
                <a:lnTo>
                  <a:pt x="130636" y="15883"/>
                </a:lnTo>
                <a:close/>
                <a:moveTo>
                  <a:pt x="106652" y="17280"/>
                </a:moveTo>
                <a:lnTo>
                  <a:pt x="108165" y="17687"/>
                </a:lnTo>
                <a:lnTo>
                  <a:pt x="105895" y="17483"/>
                </a:lnTo>
                <a:close/>
                <a:moveTo>
                  <a:pt x="101910" y="241846"/>
                </a:moveTo>
                <a:lnTo>
                  <a:pt x="103111" y="242576"/>
                </a:lnTo>
                <a:lnTo>
                  <a:pt x="101309" y="242211"/>
                </a:lnTo>
                <a:close/>
                <a:moveTo>
                  <a:pt x="67241" y="342126"/>
                </a:moveTo>
                <a:lnTo>
                  <a:pt x="68375" y="342487"/>
                </a:lnTo>
                <a:lnTo>
                  <a:pt x="66674" y="342307"/>
                </a:lnTo>
                <a:close/>
                <a:moveTo>
                  <a:pt x="39841" y="184087"/>
                </a:moveTo>
                <a:lnTo>
                  <a:pt x="41908" y="185134"/>
                </a:lnTo>
                <a:lnTo>
                  <a:pt x="38808" y="184611"/>
                </a:lnTo>
                <a:close/>
                <a:moveTo>
                  <a:pt x="99681" y="61992"/>
                </a:moveTo>
                <a:lnTo>
                  <a:pt x="100571" y="63546"/>
                </a:lnTo>
                <a:lnTo>
                  <a:pt x="99236" y="62769"/>
                </a:lnTo>
                <a:close/>
                <a:moveTo>
                  <a:pt x="92920" y="408394"/>
                </a:moveTo>
                <a:lnTo>
                  <a:pt x="94201" y="409783"/>
                </a:lnTo>
                <a:lnTo>
                  <a:pt x="92280" y="409089"/>
                </a:lnTo>
                <a:close/>
                <a:moveTo>
                  <a:pt x="92750" y="173369"/>
                </a:moveTo>
                <a:lnTo>
                  <a:pt x="94944" y="174389"/>
                </a:lnTo>
                <a:lnTo>
                  <a:pt x="91653" y="173879"/>
                </a:lnTo>
                <a:close/>
                <a:moveTo>
                  <a:pt x="54035" y="375177"/>
                </a:moveTo>
                <a:lnTo>
                  <a:pt x="55821" y="376566"/>
                </a:lnTo>
                <a:lnTo>
                  <a:pt x="53142" y="375872"/>
                </a:lnTo>
                <a:close/>
                <a:moveTo>
                  <a:pt x="104961" y="310616"/>
                </a:moveTo>
                <a:lnTo>
                  <a:pt x="106266" y="311955"/>
                </a:lnTo>
                <a:lnTo>
                  <a:pt x="104308" y="311285"/>
                </a:lnTo>
                <a:close/>
                <a:moveTo>
                  <a:pt x="56612" y="263005"/>
                </a:moveTo>
                <a:lnTo>
                  <a:pt x="58596" y="264444"/>
                </a:lnTo>
                <a:lnTo>
                  <a:pt x="55620" y="263724"/>
                </a:lnTo>
                <a:close/>
                <a:moveTo>
                  <a:pt x="96583" y="446783"/>
                </a:moveTo>
                <a:lnTo>
                  <a:pt x="98615" y="448209"/>
                </a:lnTo>
                <a:lnTo>
                  <a:pt x="95568" y="447496"/>
                </a:lnTo>
                <a:close/>
                <a:moveTo>
                  <a:pt x="95701" y="148481"/>
                </a:moveTo>
                <a:lnTo>
                  <a:pt x="97304" y="149473"/>
                </a:lnTo>
                <a:lnTo>
                  <a:pt x="94899" y="148977"/>
                </a:lnTo>
                <a:close/>
                <a:moveTo>
                  <a:pt x="89250" y="360231"/>
                </a:moveTo>
                <a:lnTo>
                  <a:pt x="90950" y="361523"/>
                </a:lnTo>
                <a:lnTo>
                  <a:pt x="88401" y="360877"/>
                </a:lnTo>
                <a:close/>
                <a:moveTo>
                  <a:pt x="125244" y="266151"/>
                </a:moveTo>
                <a:lnTo>
                  <a:pt x="126597" y="266934"/>
                </a:lnTo>
                <a:lnTo>
                  <a:pt x="124568" y="266543"/>
                </a:lnTo>
                <a:close/>
                <a:moveTo>
                  <a:pt x="26164" y="397727"/>
                </a:moveTo>
                <a:lnTo>
                  <a:pt x="27447" y="399469"/>
                </a:lnTo>
                <a:lnTo>
                  <a:pt x="25523" y="398598"/>
                </a:lnTo>
                <a:close/>
                <a:moveTo>
                  <a:pt x="9055" y="402243"/>
                </a:moveTo>
                <a:lnTo>
                  <a:pt x="10054" y="403249"/>
                </a:lnTo>
                <a:lnTo>
                  <a:pt x="8556" y="402746"/>
                </a:lnTo>
                <a:close/>
                <a:moveTo>
                  <a:pt x="106334" y="184803"/>
                </a:moveTo>
                <a:lnTo>
                  <a:pt x="107750" y="185952"/>
                </a:lnTo>
                <a:lnTo>
                  <a:pt x="105625" y="185378"/>
                </a:lnTo>
                <a:close/>
                <a:moveTo>
                  <a:pt x="36875" y="359889"/>
                </a:moveTo>
                <a:lnTo>
                  <a:pt x="38222" y="361082"/>
                </a:lnTo>
                <a:lnTo>
                  <a:pt x="36202" y="360485"/>
                </a:lnTo>
                <a:close/>
                <a:moveTo>
                  <a:pt x="114097" y="179494"/>
                </a:moveTo>
                <a:lnTo>
                  <a:pt x="114815" y="180957"/>
                </a:lnTo>
                <a:lnTo>
                  <a:pt x="113737" y="180225"/>
                </a:lnTo>
                <a:close/>
                <a:moveTo>
                  <a:pt x="119658" y="48321"/>
                </a:moveTo>
                <a:lnTo>
                  <a:pt x="121133" y="49009"/>
                </a:lnTo>
                <a:lnTo>
                  <a:pt x="118920" y="48665"/>
                </a:lnTo>
                <a:close/>
                <a:moveTo>
                  <a:pt x="8254" y="401223"/>
                </a:moveTo>
                <a:lnTo>
                  <a:pt x="9046" y="402002"/>
                </a:lnTo>
                <a:lnTo>
                  <a:pt x="7858" y="401612"/>
                </a:lnTo>
                <a:close/>
                <a:moveTo>
                  <a:pt x="108176" y="230154"/>
                </a:moveTo>
                <a:lnTo>
                  <a:pt x="110286" y="231524"/>
                </a:lnTo>
                <a:lnTo>
                  <a:pt x="107121" y="230839"/>
                </a:lnTo>
                <a:close/>
                <a:moveTo>
                  <a:pt x="67456" y="84750"/>
                </a:moveTo>
                <a:lnTo>
                  <a:pt x="68324" y="86007"/>
                </a:lnTo>
                <a:lnTo>
                  <a:pt x="67022" y="85379"/>
                </a:lnTo>
                <a:close/>
                <a:moveTo>
                  <a:pt x="11919" y="333459"/>
                </a:moveTo>
                <a:lnTo>
                  <a:pt x="12340" y="334265"/>
                </a:lnTo>
                <a:lnTo>
                  <a:pt x="11709" y="333862"/>
                </a:lnTo>
                <a:close/>
                <a:moveTo>
                  <a:pt x="99951" y="84132"/>
                </a:moveTo>
                <a:lnTo>
                  <a:pt x="100973" y="85090"/>
                </a:lnTo>
                <a:lnTo>
                  <a:pt x="99440" y="84611"/>
                </a:lnTo>
                <a:close/>
                <a:moveTo>
                  <a:pt x="74553" y="359915"/>
                </a:moveTo>
                <a:lnTo>
                  <a:pt x="75842" y="360370"/>
                </a:lnTo>
                <a:lnTo>
                  <a:pt x="73908" y="360142"/>
                </a:lnTo>
                <a:close/>
                <a:moveTo>
                  <a:pt x="122282" y="3114"/>
                </a:moveTo>
                <a:lnTo>
                  <a:pt x="123638" y="4454"/>
                </a:lnTo>
                <a:lnTo>
                  <a:pt x="121605" y="3784"/>
                </a:lnTo>
                <a:close/>
                <a:moveTo>
                  <a:pt x="103798" y="294527"/>
                </a:moveTo>
                <a:lnTo>
                  <a:pt x="105624" y="295267"/>
                </a:lnTo>
                <a:lnTo>
                  <a:pt x="102885" y="294897"/>
                </a:lnTo>
                <a:close/>
                <a:moveTo>
                  <a:pt x="25629" y="188619"/>
                </a:moveTo>
                <a:lnTo>
                  <a:pt x="26822" y="189329"/>
                </a:lnTo>
                <a:lnTo>
                  <a:pt x="25032" y="188974"/>
                </a:lnTo>
                <a:close/>
                <a:moveTo>
                  <a:pt x="62241" y="416222"/>
                </a:moveTo>
                <a:lnTo>
                  <a:pt x="63547" y="417883"/>
                </a:lnTo>
                <a:lnTo>
                  <a:pt x="61587" y="417052"/>
                </a:lnTo>
                <a:close/>
                <a:moveTo>
                  <a:pt x="114312" y="7127"/>
                </a:moveTo>
                <a:lnTo>
                  <a:pt x="115661" y="8886"/>
                </a:lnTo>
                <a:lnTo>
                  <a:pt x="113637" y="8007"/>
                </a:lnTo>
                <a:close/>
                <a:moveTo>
                  <a:pt x="101076" y="332617"/>
                </a:moveTo>
                <a:lnTo>
                  <a:pt x="102779" y="334013"/>
                </a:lnTo>
                <a:lnTo>
                  <a:pt x="100224" y="333315"/>
                </a:lnTo>
                <a:close/>
                <a:moveTo>
                  <a:pt x="64247" y="323015"/>
                </a:moveTo>
                <a:lnTo>
                  <a:pt x="65980" y="323691"/>
                </a:lnTo>
                <a:lnTo>
                  <a:pt x="63381" y="323353"/>
                </a:lnTo>
                <a:close/>
                <a:moveTo>
                  <a:pt x="79840" y="92533"/>
                </a:moveTo>
                <a:lnTo>
                  <a:pt x="81516" y="93691"/>
                </a:lnTo>
                <a:lnTo>
                  <a:pt x="79001" y="93112"/>
                </a:lnTo>
                <a:close/>
                <a:moveTo>
                  <a:pt x="1746" y="303959"/>
                </a:moveTo>
                <a:lnTo>
                  <a:pt x="3818" y="305209"/>
                </a:lnTo>
                <a:lnTo>
                  <a:pt x="710" y="304584"/>
                </a:lnTo>
                <a:close/>
                <a:moveTo>
                  <a:pt x="31642" y="197337"/>
                </a:moveTo>
                <a:lnTo>
                  <a:pt x="33741" y="198466"/>
                </a:lnTo>
                <a:lnTo>
                  <a:pt x="30593" y="197901"/>
                </a:lnTo>
                <a:close/>
                <a:moveTo>
                  <a:pt x="14842" y="364914"/>
                </a:moveTo>
                <a:lnTo>
                  <a:pt x="15266" y="365567"/>
                </a:lnTo>
                <a:lnTo>
                  <a:pt x="14631" y="365241"/>
                </a:lnTo>
                <a:close/>
                <a:moveTo>
                  <a:pt x="27134" y="355579"/>
                </a:moveTo>
                <a:lnTo>
                  <a:pt x="29099" y="356689"/>
                </a:lnTo>
                <a:lnTo>
                  <a:pt x="26152" y="356134"/>
                </a:lnTo>
                <a:close/>
                <a:moveTo>
                  <a:pt x="40269" y="158843"/>
                </a:moveTo>
                <a:lnTo>
                  <a:pt x="41964" y="159403"/>
                </a:lnTo>
                <a:lnTo>
                  <a:pt x="39422" y="159123"/>
                </a:lnTo>
                <a:close/>
                <a:moveTo>
                  <a:pt x="134981" y="249089"/>
                </a:moveTo>
                <a:lnTo>
                  <a:pt x="135721" y="250827"/>
                </a:lnTo>
                <a:lnTo>
                  <a:pt x="134611" y="249958"/>
                </a:lnTo>
                <a:close/>
                <a:moveTo>
                  <a:pt x="50791" y="449976"/>
                </a:moveTo>
                <a:lnTo>
                  <a:pt x="52986" y="450439"/>
                </a:lnTo>
                <a:lnTo>
                  <a:pt x="49694" y="450208"/>
                </a:lnTo>
                <a:close/>
                <a:moveTo>
                  <a:pt x="41120" y="257834"/>
                </a:moveTo>
                <a:lnTo>
                  <a:pt x="41591" y="258476"/>
                </a:lnTo>
                <a:lnTo>
                  <a:pt x="40885" y="258155"/>
                </a:lnTo>
                <a:close/>
                <a:moveTo>
                  <a:pt x="20496" y="290299"/>
                </a:moveTo>
                <a:lnTo>
                  <a:pt x="20896" y="291070"/>
                </a:lnTo>
                <a:lnTo>
                  <a:pt x="20297" y="290685"/>
                </a:lnTo>
                <a:close/>
                <a:moveTo>
                  <a:pt x="30905" y="356445"/>
                </a:moveTo>
                <a:lnTo>
                  <a:pt x="31561" y="357143"/>
                </a:lnTo>
                <a:lnTo>
                  <a:pt x="30576" y="356794"/>
                </a:lnTo>
                <a:close/>
                <a:moveTo>
                  <a:pt x="83363" y="125051"/>
                </a:moveTo>
                <a:lnTo>
                  <a:pt x="85513" y="125418"/>
                </a:lnTo>
                <a:lnTo>
                  <a:pt x="82288" y="125235"/>
                </a:lnTo>
                <a:close/>
                <a:moveTo>
                  <a:pt x="66247" y="75521"/>
                </a:moveTo>
                <a:lnTo>
                  <a:pt x="66873" y="77241"/>
                </a:lnTo>
                <a:lnTo>
                  <a:pt x="65934" y="76381"/>
                </a:lnTo>
                <a:close/>
                <a:moveTo>
                  <a:pt x="1549" y="64859"/>
                </a:moveTo>
                <a:lnTo>
                  <a:pt x="3647" y="66431"/>
                </a:lnTo>
                <a:lnTo>
                  <a:pt x="500" y="65645"/>
                </a:lnTo>
                <a:close/>
                <a:moveTo>
                  <a:pt x="48258" y="180979"/>
                </a:moveTo>
                <a:lnTo>
                  <a:pt x="49184" y="181990"/>
                </a:lnTo>
                <a:lnTo>
                  <a:pt x="47794" y="181484"/>
                </a:lnTo>
                <a:close/>
                <a:moveTo>
                  <a:pt x="5906" y="365314"/>
                </a:moveTo>
                <a:lnTo>
                  <a:pt x="6963" y="366976"/>
                </a:lnTo>
                <a:lnTo>
                  <a:pt x="5378" y="366145"/>
                </a:lnTo>
                <a:close/>
                <a:moveTo>
                  <a:pt x="58271" y="465832"/>
                </a:moveTo>
                <a:lnTo>
                  <a:pt x="59231" y="466465"/>
                </a:lnTo>
                <a:lnTo>
                  <a:pt x="57791" y="466148"/>
                </a:lnTo>
                <a:close/>
                <a:moveTo>
                  <a:pt x="16059" y="64453"/>
                </a:moveTo>
                <a:lnTo>
                  <a:pt x="18247" y="65958"/>
                </a:lnTo>
                <a:lnTo>
                  <a:pt x="14965" y="65206"/>
                </a:lnTo>
                <a:close/>
                <a:moveTo>
                  <a:pt x="3623" y="280794"/>
                </a:moveTo>
                <a:lnTo>
                  <a:pt x="5217" y="281112"/>
                </a:lnTo>
                <a:lnTo>
                  <a:pt x="2826" y="280953"/>
                </a:lnTo>
                <a:close/>
                <a:moveTo>
                  <a:pt x="95975" y="28001"/>
                </a:moveTo>
                <a:lnTo>
                  <a:pt x="96390" y="29660"/>
                </a:lnTo>
                <a:lnTo>
                  <a:pt x="95767" y="28831"/>
                </a:lnTo>
                <a:close/>
                <a:moveTo>
                  <a:pt x="13193" y="37690"/>
                </a:moveTo>
                <a:lnTo>
                  <a:pt x="15002" y="38670"/>
                </a:lnTo>
                <a:lnTo>
                  <a:pt x="12289" y="38180"/>
                </a:lnTo>
                <a:close/>
                <a:moveTo>
                  <a:pt x="107472" y="26617"/>
                </a:moveTo>
                <a:lnTo>
                  <a:pt x="109355" y="27492"/>
                </a:lnTo>
                <a:lnTo>
                  <a:pt x="106530" y="27055"/>
                </a:lnTo>
                <a:close/>
                <a:moveTo>
                  <a:pt x="62630" y="349788"/>
                </a:moveTo>
                <a:lnTo>
                  <a:pt x="64112" y="350112"/>
                </a:lnTo>
                <a:lnTo>
                  <a:pt x="61889" y="349950"/>
                </a:lnTo>
                <a:close/>
                <a:moveTo>
                  <a:pt x="57935" y="209872"/>
                </a:moveTo>
                <a:lnTo>
                  <a:pt x="58449" y="210556"/>
                </a:lnTo>
                <a:lnTo>
                  <a:pt x="57678" y="210214"/>
                </a:lnTo>
                <a:close/>
                <a:moveTo>
                  <a:pt x="114369" y="63475"/>
                </a:moveTo>
                <a:lnTo>
                  <a:pt x="115738" y="64926"/>
                </a:lnTo>
                <a:lnTo>
                  <a:pt x="113685" y="64201"/>
                </a:lnTo>
                <a:close/>
                <a:moveTo>
                  <a:pt x="132385" y="236594"/>
                </a:moveTo>
                <a:lnTo>
                  <a:pt x="133279" y="237573"/>
                </a:lnTo>
                <a:lnTo>
                  <a:pt x="131938" y="237084"/>
                </a:lnTo>
                <a:close/>
                <a:moveTo>
                  <a:pt x="91274" y="242746"/>
                </a:moveTo>
                <a:lnTo>
                  <a:pt x="92781" y="243149"/>
                </a:lnTo>
                <a:lnTo>
                  <a:pt x="90521" y="242948"/>
                </a:lnTo>
                <a:close/>
                <a:moveTo>
                  <a:pt x="114956" y="426922"/>
                </a:moveTo>
                <a:lnTo>
                  <a:pt x="115987" y="428516"/>
                </a:lnTo>
                <a:lnTo>
                  <a:pt x="114441" y="427719"/>
                </a:lnTo>
                <a:close/>
                <a:moveTo>
                  <a:pt x="73111" y="51239"/>
                </a:moveTo>
                <a:lnTo>
                  <a:pt x="74305" y="52474"/>
                </a:lnTo>
                <a:lnTo>
                  <a:pt x="72513" y="51856"/>
                </a:lnTo>
                <a:close/>
                <a:moveTo>
                  <a:pt x="65053" y="345517"/>
                </a:moveTo>
                <a:lnTo>
                  <a:pt x="67194" y="346898"/>
                </a:lnTo>
                <a:lnTo>
                  <a:pt x="63982" y="346208"/>
                </a:lnTo>
                <a:close/>
                <a:moveTo>
                  <a:pt x="80860" y="225809"/>
                </a:moveTo>
                <a:lnTo>
                  <a:pt x="81867" y="226279"/>
                </a:lnTo>
                <a:lnTo>
                  <a:pt x="80356" y="226044"/>
                </a:lnTo>
                <a:close/>
                <a:moveTo>
                  <a:pt x="22476" y="421800"/>
                </a:moveTo>
                <a:lnTo>
                  <a:pt x="24167" y="422323"/>
                </a:lnTo>
                <a:lnTo>
                  <a:pt x="21630" y="422062"/>
                </a:lnTo>
                <a:close/>
                <a:moveTo>
                  <a:pt x="119057" y="45048"/>
                </a:moveTo>
                <a:lnTo>
                  <a:pt x="119632" y="46782"/>
                </a:lnTo>
                <a:lnTo>
                  <a:pt x="118770" y="45915"/>
                </a:lnTo>
                <a:close/>
                <a:moveTo>
                  <a:pt x="126788" y="75550"/>
                </a:moveTo>
                <a:lnTo>
                  <a:pt x="127339" y="75983"/>
                </a:lnTo>
                <a:lnTo>
                  <a:pt x="126512" y="75767"/>
                </a:lnTo>
                <a:close/>
                <a:moveTo>
                  <a:pt x="9459" y="262559"/>
                </a:moveTo>
                <a:lnTo>
                  <a:pt x="10379" y="263145"/>
                </a:lnTo>
                <a:lnTo>
                  <a:pt x="8999" y="262852"/>
                </a:lnTo>
                <a:close/>
                <a:moveTo>
                  <a:pt x="39438" y="313200"/>
                </a:moveTo>
                <a:lnTo>
                  <a:pt x="39838" y="314686"/>
                </a:lnTo>
                <a:lnTo>
                  <a:pt x="39238" y="313943"/>
                </a:lnTo>
                <a:close/>
                <a:moveTo>
                  <a:pt x="73373" y="59252"/>
                </a:moveTo>
                <a:lnTo>
                  <a:pt x="74523" y="60548"/>
                </a:lnTo>
                <a:lnTo>
                  <a:pt x="72799" y="59900"/>
                </a:lnTo>
                <a:close/>
                <a:moveTo>
                  <a:pt x="74308" y="118737"/>
                </a:moveTo>
                <a:lnTo>
                  <a:pt x="76398" y="119757"/>
                </a:lnTo>
                <a:lnTo>
                  <a:pt x="73263" y="119247"/>
                </a:lnTo>
                <a:close/>
                <a:moveTo>
                  <a:pt x="94460" y="467395"/>
                </a:moveTo>
                <a:lnTo>
                  <a:pt x="94879" y="468353"/>
                </a:lnTo>
                <a:lnTo>
                  <a:pt x="94251" y="467874"/>
                </a:lnTo>
                <a:close/>
                <a:moveTo>
                  <a:pt x="78909" y="30851"/>
                </a:moveTo>
                <a:lnTo>
                  <a:pt x="80542" y="31424"/>
                </a:lnTo>
                <a:lnTo>
                  <a:pt x="78093" y="31138"/>
                </a:lnTo>
                <a:close/>
                <a:moveTo>
                  <a:pt x="61787" y="433436"/>
                </a:moveTo>
                <a:lnTo>
                  <a:pt x="62911" y="435192"/>
                </a:lnTo>
                <a:lnTo>
                  <a:pt x="61225" y="434314"/>
                </a:lnTo>
                <a:close/>
                <a:moveTo>
                  <a:pt x="131885" y="78610"/>
                </a:moveTo>
                <a:lnTo>
                  <a:pt x="133099" y="80352"/>
                </a:lnTo>
                <a:lnTo>
                  <a:pt x="131278" y="79481"/>
                </a:lnTo>
                <a:close/>
                <a:moveTo>
                  <a:pt x="28078" y="115527"/>
                </a:moveTo>
                <a:lnTo>
                  <a:pt x="30206" y="117047"/>
                </a:lnTo>
                <a:lnTo>
                  <a:pt x="27013" y="116287"/>
                </a:lnTo>
                <a:close/>
                <a:moveTo>
                  <a:pt x="94936" y="315521"/>
                </a:moveTo>
                <a:lnTo>
                  <a:pt x="95630" y="317227"/>
                </a:lnTo>
                <a:lnTo>
                  <a:pt x="94589" y="316374"/>
                </a:lnTo>
                <a:close/>
                <a:moveTo>
                  <a:pt x="98636" y="304322"/>
                </a:moveTo>
                <a:lnTo>
                  <a:pt x="99937" y="305577"/>
                </a:lnTo>
                <a:lnTo>
                  <a:pt x="97985" y="304949"/>
                </a:lnTo>
                <a:close/>
                <a:moveTo>
                  <a:pt x="51619" y="46129"/>
                </a:moveTo>
                <a:lnTo>
                  <a:pt x="53453" y="47552"/>
                </a:lnTo>
                <a:lnTo>
                  <a:pt x="50701" y="46840"/>
                </a:lnTo>
                <a:close/>
                <a:moveTo>
                  <a:pt x="14211" y="279393"/>
                </a:moveTo>
                <a:lnTo>
                  <a:pt x="15948" y="280300"/>
                </a:lnTo>
                <a:lnTo>
                  <a:pt x="13342" y="279847"/>
                </a:lnTo>
                <a:close/>
                <a:moveTo>
                  <a:pt x="64054" y="196877"/>
                </a:moveTo>
                <a:lnTo>
                  <a:pt x="65938" y="198322"/>
                </a:lnTo>
                <a:lnTo>
                  <a:pt x="63112" y="197600"/>
                </a:lnTo>
                <a:close/>
                <a:moveTo>
                  <a:pt x="85563" y="198809"/>
                </a:moveTo>
                <a:lnTo>
                  <a:pt x="86731" y="199622"/>
                </a:lnTo>
                <a:lnTo>
                  <a:pt x="84979" y="199216"/>
                </a:lnTo>
                <a:close/>
                <a:moveTo>
                  <a:pt x="109631" y="191610"/>
                </a:moveTo>
                <a:lnTo>
                  <a:pt x="110502" y="192343"/>
                </a:lnTo>
                <a:lnTo>
                  <a:pt x="109195" y="191977"/>
                </a:lnTo>
                <a:close/>
                <a:moveTo>
                  <a:pt x="52907" y="456292"/>
                </a:moveTo>
                <a:lnTo>
                  <a:pt x="54983" y="456975"/>
                </a:lnTo>
                <a:lnTo>
                  <a:pt x="51869" y="456634"/>
                </a:lnTo>
                <a:close/>
                <a:moveTo>
                  <a:pt x="119626" y="137134"/>
                </a:moveTo>
                <a:lnTo>
                  <a:pt x="121820" y="137795"/>
                </a:lnTo>
                <a:lnTo>
                  <a:pt x="118529" y="137465"/>
                </a:lnTo>
                <a:close/>
                <a:moveTo>
                  <a:pt x="7003" y="309524"/>
                </a:moveTo>
                <a:lnTo>
                  <a:pt x="8328" y="309984"/>
                </a:lnTo>
                <a:lnTo>
                  <a:pt x="6340" y="309754"/>
                </a:lnTo>
                <a:close/>
                <a:moveTo>
                  <a:pt x="45916" y="221967"/>
                </a:moveTo>
                <a:lnTo>
                  <a:pt x="47494" y="223293"/>
                </a:lnTo>
                <a:lnTo>
                  <a:pt x="45128" y="222630"/>
                </a:lnTo>
                <a:close/>
                <a:moveTo>
                  <a:pt x="8019" y="3627"/>
                </a:moveTo>
                <a:lnTo>
                  <a:pt x="8842" y="5170"/>
                </a:lnTo>
                <a:lnTo>
                  <a:pt x="7607" y="4399"/>
                </a:lnTo>
                <a:close/>
                <a:moveTo>
                  <a:pt x="76026" y="38588"/>
                </a:moveTo>
                <a:lnTo>
                  <a:pt x="77677" y="39524"/>
                </a:lnTo>
                <a:lnTo>
                  <a:pt x="75201" y="39056"/>
                </a:lnTo>
                <a:close/>
                <a:moveTo>
                  <a:pt x="143557" y="164448"/>
                </a:moveTo>
                <a:lnTo>
                  <a:pt x="144583" y="164834"/>
                </a:lnTo>
                <a:lnTo>
                  <a:pt x="143045" y="164641"/>
                </a:lnTo>
                <a:close/>
                <a:moveTo>
                  <a:pt x="108108" y="32657"/>
                </a:moveTo>
                <a:lnTo>
                  <a:pt x="108507" y="32970"/>
                </a:lnTo>
                <a:lnTo>
                  <a:pt x="107908" y="32813"/>
                </a:lnTo>
                <a:close/>
                <a:moveTo>
                  <a:pt x="133934" y="204497"/>
                </a:moveTo>
                <a:lnTo>
                  <a:pt x="135876" y="204976"/>
                </a:lnTo>
                <a:lnTo>
                  <a:pt x="132963" y="204737"/>
                </a:lnTo>
                <a:close/>
                <a:moveTo>
                  <a:pt x="98147" y="78172"/>
                </a:moveTo>
                <a:lnTo>
                  <a:pt x="99747" y="79902"/>
                </a:lnTo>
                <a:lnTo>
                  <a:pt x="97348" y="79037"/>
                </a:lnTo>
                <a:close/>
                <a:moveTo>
                  <a:pt x="133046" y="61086"/>
                </a:moveTo>
                <a:lnTo>
                  <a:pt x="133632" y="62835"/>
                </a:lnTo>
                <a:lnTo>
                  <a:pt x="132753" y="61961"/>
                </a:lnTo>
                <a:close/>
                <a:moveTo>
                  <a:pt x="63873" y="391330"/>
                </a:moveTo>
                <a:lnTo>
                  <a:pt x="65670" y="392145"/>
                </a:lnTo>
                <a:lnTo>
                  <a:pt x="62974" y="391738"/>
                </a:lnTo>
                <a:close/>
                <a:moveTo>
                  <a:pt x="131492" y="210920"/>
                </a:moveTo>
                <a:lnTo>
                  <a:pt x="131969" y="212284"/>
                </a:lnTo>
                <a:lnTo>
                  <a:pt x="131254" y="211602"/>
                </a:lnTo>
                <a:close/>
                <a:moveTo>
                  <a:pt x="15338" y="428452"/>
                </a:moveTo>
                <a:lnTo>
                  <a:pt x="17142" y="428949"/>
                </a:lnTo>
                <a:lnTo>
                  <a:pt x="14435" y="428701"/>
                </a:lnTo>
                <a:close/>
                <a:moveTo>
                  <a:pt x="73877" y="168836"/>
                </a:moveTo>
                <a:lnTo>
                  <a:pt x="75496" y="170278"/>
                </a:lnTo>
                <a:lnTo>
                  <a:pt x="73068" y="169557"/>
                </a:lnTo>
                <a:close/>
                <a:moveTo>
                  <a:pt x="114408" y="45589"/>
                </a:moveTo>
                <a:lnTo>
                  <a:pt x="115906" y="46944"/>
                </a:lnTo>
                <a:lnTo>
                  <a:pt x="113659" y="46267"/>
                </a:lnTo>
                <a:close/>
                <a:moveTo>
                  <a:pt x="16663" y="119221"/>
                </a:moveTo>
                <a:lnTo>
                  <a:pt x="18157" y="119734"/>
                </a:lnTo>
                <a:lnTo>
                  <a:pt x="15916" y="119478"/>
                </a:lnTo>
                <a:close/>
                <a:moveTo>
                  <a:pt x="103921" y="423977"/>
                </a:moveTo>
                <a:lnTo>
                  <a:pt x="105918" y="425131"/>
                </a:lnTo>
                <a:lnTo>
                  <a:pt x="102923" y="424554"/>
                </a:lnTo>
                <a:close/>
                <a:moveTo>
                  <a:pt x="110322" y="251787"/>
                </a:moveTo>
                <a:lnTo>
                  <a:pt x="111534" y="252168"/>
                </a:lnTo>
                <a:lnTo>
                  <a:pt x="109717" y="251977"/>
                </a:lnTo>
                <a:close/>
                <a:moveTo>
                  <a:pt x="87045" y="223568"/>
                </a:moveTo>
                <a:lnTo>
                  <a:pt x="89091" y="224761"/>
                </a:lnTo>
                <a:lnTo>
                  <a:pt x="86023" y="224164"/>
                </a:lnTo>
                <a:close/>
                <a:moveTo>
                  <a:pt x="92053" y="313740"/>
                </a:moveTo>
                <a:lnTo>
                  <a:pt x="93123" y="314428"/>
                </a:lnTo>
                <a:lnTo>
                  <a:pt x="91518" y="314084"/>
                </a:lnTo>
                <a:close/>
                <a:moveTo>
                  <a:pt x="64340" y="139648"/>
                </a:moveTo>
                <a:lnTo>
                  <a:pt x="65764" y="140661"/>
                </a:lnTo>
                <a:lnTo>
                  <a:pt x="63629" y="140155"/>
                </a:lnTo>
                <a:close/>
                <a:moveTo>
                  <a:pt x="70068" y="136589"/>
                </a:moveTo>
                <a:lnTo>
                  <a:pt x="72130" y="137533"/>
                </a:lnTo>
                <a:lnTo>
                  <a:pt x="69037" y="137061"/>
                </a:lnTo>
                <a:close/>
                <a:moveTo>
                  <a:pt x="56894" y="448517"/>
                </a:moveTo>
                <a:lnTo>
                  <a:pt x="57996" y="449362"/>
                </a:lnTo>
                <a:lnTo>
                  <a:pt x="56343" y="448939"/>
                </a:lnTo>
                <a:close/>
                <a:moveTo>
                  <a:pt x="61119" y="130591"/>
                </a:moveTo>
                <a:lnTo>
                  <a:pt x="62140" y="131767"/>
                </a:lnTo>
                <a:lnTo>
                  <a:pt x="60609" y="131179"/>
                </a:lnTo>
                <a:close/>
                <a:moveTo>
                  <a:pt x="70088" y="349854"/>
                </a:moveTo>
                <a:lnTo>
                  <a:pt x="71289" y="351335"/>
                </a:lnTo>
                <a:lnTo>
                  <a:pt x="69487" y="350595"/>
                </a:lnTo>
                <a:close/>
                <a:moveTo>
                  <a:pt x="92408" y="130948"/>
                </a:moveTo>
                <a:lnTo>
                  <a:pt x="93563" y="131727"/>
                </a:lnTo>
                <a:lnTo>
                  <a:pt x="91831" y="131337"/>
                </a:lnTo>
                <a:close/>
                <a:moveTo>
                  <a:pt x="139506" y="1300"/>
                </a:moveTo>
                <a:lnTo>
                  <a:pt x="141252" y="2383"/>
                </a:lnTo>
                <a:lnTo>
                  <a:pt x="138632" y="1841"/>
                </a:lnTo>
                <a:close/>
                <a:moveTo>
                  <a:pt x="16211" y="149260"/>
                </a:moveTo>
                <a:lnTo>
                  <a:pt x="17244" y="150767"/>
                </a:lnTo>
                <a:lnTo>
                  <a:pt x="15694" y="150013"/>
                </a:lnTo>
                <a:close/>
                <a:moveTo>
                  <a:pt x="111691" y="73418"/>
                </a:moveTo>
                <a:lnTo>
                  <a:pt x="113385" y="74261"/>
                </a:lnTo>
                <a:lnTo>
                  <a:pt x="110844" y="73839"/>
                </a:lnTo>
                <a:close/>
                <a:moveTo>
                  <a:pt x="17378" y="311046"/>
                </a:moveTo>
                <a:lnTo>
                  <a:pt x="18630" y="312667"/>
                </a:lnTo>
                <a:lnTo>
                  <a:pt x="16752" y="311857"/>
                </a:lnTo>
                <a:close/>
                <a:moveTo>
                  <a:pt x="63290" y="111657"/>
                </a:moveTo>
                <a:lnTo>
                  <a:pt x="64018" y="112622"/>
                </a:lnTo>
                <a:lnTo>
                  <a:pt x="62925" y="112139"/>
                </a:lnTo>
                <a:close/>
                <a:moveTo>
                  <a:pt x="110866" y="219293"/>
                </a:moveTo>
                <a:lnTo>
                  <a:pt x="111921" y="219977"/>
                </a:lnTo>
                <a:lnTo>
                  <a:pt x="110339" y="219635"/>
                </a:lnTo>
                <a:close/>
                <a:moveTo>
                  <a:pt x="102141" y="189961"/>
                </a:moveTo>
                <a:lnTo>
                  <a:pt x="103403" y="191051"/>
                </a:lnTo>
                <a:lnTo>
                  <a:pt x="101511" y="190506"/>
                </a:lnTo>
                <a:close/>
                <a:moveTo>
                  <a:pt x="121027" y="128241"/>
                </a:moveTo>
                <a:lnTo>
                  <a:pt x="122865" y="129819"/>
                </a:lnTo>
                <a:lnTo>
                  <a:pt x="120109" y="129030"/>
                </a:lnTo>
                <a:close/>
                <a:moveTo>
                  <a:pt x="19569" y="107679"/>
                </a:moveTo>
                <a:lnTo>
                  <a:pt x="20375" y="108665"/>
                </a:lnTo>
                <a:lnTo>
                  <a:pt x="19167" y="108172"/>
                </a:lnTo>
                <a:close/>
                <a:moveTo>
                  <a:pt x="85176" y="317514"/>
                </a:moveTo>
                <a:lnTo>
                  <a:pt x="86028" y="318860"/>
                </a:lnTo>
                <a:lnTo>
                  <a:pt x="84750" y="318187"/>
                </a:lnTo>
                <a:close/>
                <a:moveTo>
                  <a:pt x="6676" y="252823"/>
                </a:moveTo>
                <a:lnTo>
                  <a:pt x="7973" y="253778"/>
                </a:lnTo>
                <a:lnTo>
                  <a:pt x="6027" y="253301"/>
                </a:lnTo>
                <a:close/>
                <a:moveTo>
                  <a:pt x="35932" y="454302"/>
                </a:moveTo>
                <a:lnTo>
                  <a:pt x="37167" y="455004"/>
                </a:lnTo>
                <a:lnTo>
                  <a:pt x="35315" y="454653"/>
                </a:lnTo>
                <a:close/>
                <a:moveTo>
                  <a:pt x="60468" y="429677"/>
                </a:moveTo>
                <a:lnTo>
                  <a:pt x="61431" y="429982"/>
                </a:lnTo>
                <a:lnTo>
                  <a:pt x="59987" y="429830"/>
                </a:lnTo>
                <a:close/>
                <a:moveTo>
                  <a:pt x="89617" y="217409"/>
                </a:moveTo>
                <a:lnTo>
                  <a:pt x="91791" y="219136"/>
                </a:lnTo>
                <a:lnTo>
                  <a:pt x="88529" y="218272"/>
                </a:lnTo>
                <a:close/>
                <a:moveTo>
                  <a:pt x="33233" y="174555"/>
                </a:moveTo>
                <a:lnTo>
                  <a:pt x="34324" y="175653"/>
                </a:lnTo>
                <a:lnTo>
                  <a:pt x="32687" y="175104"/>
                </a:lnTo>
                <a:close/>
                <a:moveTo>
                  <a:pt x="84251" y="228754"/>
                </a:moveTo>
                <a:lnTo>
                  <a:pt x="84889" y="229560"/>
                </a:lnTo>
                <a:lnTo>
                  <a:pt x="83932" y="229157"/>
                </a:lnTo>
                <a:close/>
                <a:moveTo>
                  <a:pt x="15660" y="241690"/>
                </a:moveTo>
                <a:lnTo>
                  <a:pt x="17847" y="243112"/>
                </a:lnTo>
                <a:lnTo>
                  <a:pt x="14567" y="242401"/>
                </a:lnTo>
                <a:close/>
                <a:moveTo>
                  <a:pt x="142538" y="381630"/>
                </a:moveTo>
                <a:lnTo>
                  <a:pt x="143493" y="382446"/>
                </a:lnTo>
                <a:lnTo>
                  <a:pt x="142061" y="382038"/>
                </a:lnTo>
                <a:close/>
                <a:moveTo>
                  <a:pt x="70381" y="390716"/>
                </a:moveTo>
                <a:lnTo>
                  <a:pt x="70761" y="391684"/>
                </a:lnTo>
                <a:lnTo>
                  <a:pt x="70191" y="391200"/>
                </a:lnTo>
                <a:close/>
                <a:moveTo>
                  <a:pt x="124359" y="371474"/>
                </a:moveTo>
                <a:lnTo>
                  <a:pt x="125695" y="372052"/>
                </a:lnTo>
                <a:lnTo>
                  <a:pt x="123691" y="371763"/>
                </a:lnTo>
                <a:close/>
                <a:moveTo>
                  <a:pt x="52151" y="380330"/>
                </a:moveTo>
                <a:lnTo>
                  <a:pt x="54173" y="381475"/>
                </a:lnTo>
                <a:lnTo>
                  <a:pt x="51141" y="380902"/>
                </a:lnTo>
                <a:close/>
                <a:moveTo>
                  <a:pt x="85850" y="102476"/>
                </a:moveTo>
                <a:lnTo>
                  <a:pt x="87024" y="103088"/>
                </a:lnTo>
                <a:lnTo>
                  <a:pt x="85263" y="102782"/>
                </a:lnTo>
                <a:close/>
                <a:moveTo>
                  <a:pt x="22150" y="319035"/>
                </a:moveTo>
                <a:lnTo>
                  <a:pt x="24179" y="319389"/>
                </a:lnTo>
                <a:lnTo>
                  <a:pt x="21135" y="319212"/>
                </a:lnTo>
                <a:close/>
                <a:moveTo>
                  <a:pt x="64735" y="131176"/>
                </a:moveTo>
                <a:lnTo>
                  <a:pt x="66603" y="132348"/>
                </a:lnTo>
                <a:lnTo>
                  <a:pt x="63801" y="131762"/>
                </a:lnTo>
                <a:close/>
                <a:moveTo>
                  <a:pt x="47442" y="152419"/>
                </a:moveTo>
                <a:lnTo>
                  <a:pt x="48203" y="153986"/>
                </a:lnTo>
                <a:lnTo>
                  <a:pt x="47062" y="153203"/>
                </a:lnTo>
                <a:close/>
                <a:moveTo>
                  <a:pt x="95341" y="282647"/>
                </a:moveTo>
                <a:lnTo>
                  <a:pt x="95745" y="283602"/>
                </a:lnTo>
                <a:lnTo>
                  <a:pt x="95140" y="283124"/>
                </a:lnTo>
                <a:close/>
                <a:moveTo>
                  <a:pt x="66068" y="2098"/>
                </a:moveTo>
                <a:lnTo>
                  <a:pt x="66986" y="2705"/>
                </a:lnTo>
                <a:lnTo>
                  <a:pt x="65610" y="2402"/>
                </a:lnTo>
                <a:close/>
                <a:moveTo>
                  <a:pt x="134642" y="57220"/>
                </a:moveTo>
                <a:lnTo>
                  <a:pt x="135709" y="58155"/>
                </a:lnTo>
                <a:lnTo>
                  <a:pt x="134108" y="57688"/>
                </a:lnTo>
                <a:close/>
                <a:moveTo>
                  <a:pt x="125877" y="122377"/>
                </a:moveTo>
                <a:lnTo>
                  <a:pt x="126680" y="122975"/>
                </a:lnTo>
                <a:lnTo>
                  <a:pt x="125475" y="122676"/>
                </a:lnTo>
                <a:close/>
                <a:moveTo>
                  <a:pt x="98328" y="238436"/>
                </a:moveTo>
                <a:lnTo>
                  <a:pt x="100301" y="239247"/>
                </a:lnTo>
                <a:lnTo>
                  <a:pt x="97341" y="238842"/>
                </a:lnTo>
                <a:close/>
                <a:moveTo>
                  <a:pt x="57459" y="166054"/>
                </a:moveTo>
                <a:lnTo>
                  <a:pt x="59386" y="167345"/>
                </a:lnTo>
                <a:lnTo>
                  <a:pt x="56496" y="166700"/>
                </a:lnTo>
                <a:close/>
                <a:moveTo>
                  <a:pt x="16254" y="257245"/>
                </a:moveTo>
                <a:lnTo>
                  <a:pt x="18331" y="258300"/>
                </a:lnTo>
                <a:lnTo>
                  <a:pt x="15216" y="257772"/>
                </a:lnTo>
                <a:close/>
                <a:moveTo>
                  <a:pt x="22855" y="290502"/>
                </a:moveTo>
                <a:lnTo>
                  <a:pt x="24632" y="292231"/>
                </a:lnTo>
                <a:lnTo>
                  <a:pt x="21966" y="291366"/>
                </a:lnTo>
                <a:close/>
                <a:moveTo>
                  <a:pt x="26712" y="341557"/>
                </a:moveTo>
                <a:lnTo>
                  <a:pt x="27510" y="342470"/>
                </a:lnTo>
                <a:lnTo>
                  <a:pt x="26313" y="342013"/>
                </a:lnTo>
                <a:close/>
                <a:moveTo>
                  <a:pt x="53571" y="370251"/>
                </a:moveTo>
                <a:lnTo>
                  <a:pt x="54824" y="371756"/>
                </a:lnTo>
                <a:lnTo>
                  <a:pt x="52945" y="371004"/>
                </a:lnTo>
                <a:close/>
                <a:moveTo>
                  <a:pt x="7046" y="459350"/>
                </a:moveTo>
                <a:lnTo>
                  <a:pt x="8574" y="460850"/>
                </a:lnTo>
                <a:lnTo>
                  <a:pt x="6282" y="460100"/>
                </a:lnTo>
                <a:close/>
                <a:moveTo>
                  <a:pt x="22286" y="368360"/>
                </a:moveTo>
                <a:lnTo>
                  <a:pt x="23647" y="369803"/>
                </a:lnTo>
                <a:lnTo>
                  <a:pt x="21606" y="369081"/>
                </a:lnTo>
                <a:close/>
                <a:moveTo>
                  <a:pt x="64157" y="382149"/>
                </a:moveTo>
                <a:lnTo>
                  <a:pt x="65500" y="383889"/>
                </a:lnTo>
                <a:lnTo>
                  <a:pt x="63485" y="383019"/>
                </a:lnTo>
                <a:close/>
                <a:moveTo>
                  <a:pt x="99704" y="295696"/>
                </a:moveTo>
                <a:lnTo>
                  <a:pt x="101346" y="296813"/>
                </a:lnTo>
                <a:lnTo>
                  <a:pt x="98882" y="296255"/>
                </a:lnTo>
                <a:close/>
                <a:moveTo>
                  <a:pt x="46704" y="42317"/>
                </a:moveTo>
                <a:lnTo>
                  <a:pt x="47506" y="43582"/>
                </a:lnTo>
                <a:lnTo>
                  <a:pt x="46303" y="42949"/>
                </a:lnTo>
                <a:close/>
                <a:moveTo>
                  <a:pt x="122115" y="149764"/>
                </a:moveTo>
                <a:lnTo>
                  <a:pt x="123183" y="150220"/>
                </a:lnTo>
                <a:lnTo>
                  <a:pt x="121581" y="149992"/>
                </a:lnTo>
                <a:close/>
                <a:moveTo>
                  <a:pt x="125365" y="308808"/>
                </a:moveTo>
                <a:lnTo>
                  <a:pt x="127355" y="310442"/>
                </a:lnTo>
                <a:lnTo>
                  <a:pt x="124370" y="309625"/>
                </a:lnTo>
                <a:close/>
                <a:moveTo>
                  <a:pt x="60040" y="217688"/>
                </a:moveTo>
                <a:lnTo>
                  <a:pt x="62188" y="218276"/>
                </a:lnTo>
                <a:lnTo>
                  <a:pt x="58965" y="217982"/>
                </a:lnTo>
                <a:close/>
                <a:moveTo>
                  <a:pt x="37897" y="458064"/>
                </a:moveTo>
                <a:lnTo>
                  <a:pt x="38507" y="458915"/>
                </a:lnTo>
                <a:lnTo>
                  <a:pt x="37592" y="458489"/>
                </a:lnTo>
                <a:close/>
                <a:moveTo>
                  <a:pt x="50181" y="316536"/>
                </a:moveTo>
                <a:lnTo>
                  <a:pt x="51776" y="317152"/>
                </a:lnTo>
                <a:lnTo>
                  <a:pt x="49384" y="316844"/>
                </a:lnTo>
                <a:close/>
                <a:moveTo>
                  <a:pt x="135161" y="384734"/>
                </a:moveTo>
                <a:lnTo>
                  <a:pt x="137274" y="385835"/>
                </a:lnTo>
                <a:lnTo>
                  <a:pt x="134104" y="385285"/>
                </a:lnTo>
                <a:close/>
                <a:moveTo>
                  <a:pt x="26583" y="325545"/>
                </a:moveTo>
                <a:lnTo>
                  <a:pt x="28518" y="326287"/>
                </a:lnTo>
                <a:lnTo>
                  <a:pt x="25616" y="325916"/>
                </a:lnTo>
                <a:close/>
                <a:moveTo>
                  <a:pt x="58499" y="70376"/>
                </a:moveTo>
                <a:lnTo>
                  <a:pt x="59028" y="71620"/>
                </a:lnTo>
                <a:lnTo>
                  <a:pt x="58234" y="70998"/>
                </a:lnTo>
                <a:close/>
                <a:moveTo>
                  <a:pt x="106576" y="285741"/>
                </a:moveTo>
                <a:lnTo>
                  <a:pt x="108101" y="287466"/>
                </a:lnTo>
                <a:lnTo>
                  <a:pt x="105814" y="286603"/>
                </a:lnTo>
                <a:close/>
                <a:moveTo>
                  <a:pt x="68958" y="454133"/>
                </a:moveTo>
                <a:lnTo>
                  <a:pt x="69680" y="455896"/>
                </a:lnTo>
                <a:lnTo>
                  <a:pt x="68596" y="455015"/>
                </a:lnTo>
                <a:close/>
                <a:moveTo>
                  <a:pt x="139569" y="332120"/>
                </a:moveTo>
                <a:lnTo>
                  <a:pt x="139961" y="332943"/>
                </a:lnTo>
                <a:lnTo>
                  <a:pt x="139373" y="332532"/>
                </a:lnTo>
                <a:close/>
                <a:moveTo>
                  <a:pt x="88054" y="367975"/>
                </a:moveTo>
                <a:lnTo>
                  <a:pt x="89672" y="369188"/>
                </a:lnTo>
                <a:lnTo>
                  <a:pt x="87245" y="368582"/>
                </a:lnTo>
                <a:close/>
                <a:moveTo>
                  <a:pt x="41953" y="294097"/>
                </a:moveTo>
                <a:lnTo>
                  <a:pt x="42679" y="295487"/>
                </a:lnTo>
                <a:lnTo>
                  <a:pt x="41590" y="294792"/>
                </a:lnTo>
                <a:close/>
                <a:moveTo>
                  <a:pt x="8918" y="63917"/>
                </a:moveTo>
                <a:lnTo>
                  <a:pt x="9772" y="64590"/>
                </a:lnTo>
                <a:lnTo>
                  <a:pt x="8492" y="64254"/>
                </a:lnTo>
                <a:close/>
                <a:moveTo>
                  <a:pt x="48066" y="308402"/>
                </a:moveTo>
                <a:lnTo>
                  <a:pt x="50009" y="309557"/>
                </a:lnTo>
                <a:lnTo>
                  <a:pt x="47094" y="308979"/>
                </a:lnTo>
                <a:close/>
                <a:moveTo>
                  <a:pt x="108895" y="138296"/>
                </a:moveTo>
                <a:lnTo>
                  <a:pt x="110707" y="139524"/>
                </a:lnTo>
                <a:lnTo>
                  <a:pt x="107989" y="138910"/>
                </a:lnTo>
                <a:close/>
                <a:moveTo>
                  <a:pt x="38656" y="325183"/>
                </a:moveTo>
                <a:lnTo>
                  <a:pt x="40852" y="326592"/>
                </a:lnTo>
                <a:lnTo>
                  <a:pt x="37558" y="325887"/>
                </a:lnTo>
                <a:close/>
                <a:moveTo>
                  <a:pt x="19134" y="7679"/>
                </a:moveTo>
                <a:lnTo>
                  <a:pt x="19704" y="9224"/>
                </a:lnTo>
                <a:lnTo>
                  <a:pt x="18849" y="8452"/>
                </a:lnTo>
                <a:close/>
                <a:moveTo>
                  <a:pt x="136191" y="423437"/>
                </a:moveTo>
                <a:lnTo>
                  <a:pt x="137732" y="424744"/>
                </a:lnTo>
                <a:lnTo>
                  <a:pt x="135421" y="424091"/>
                </a:lnTo>
                <a:close/>
                <a:moveTo>
                  <a:pt x="23130" y="93984"/>
                </a:moveTo>
                <a:lnTo>
                  <a:pt x="25132" y="94776"/>
                </a:lnTo>
                <a:lnTo>
                  <a:pt x="22129" y="94380"/>
                </a:lnTo>
                <a:close/>
                <a:moveTo>
                  <a:pt x="47376" y="343338"/>
                </a:moveTo>
                <a:lnTo>
                  <a:pt x="48858" y="343763"/>
                </a:lnTo>
                <a:lnTo>
                  <a:pt x="46635" y="343551"/>
                </a:lnTo>
                <a:close/>
                <a:moveTo>
                  <a:pt x="84664" y="235595"/>
                </a:moveTo>
                <a:lnTo>
                  <a:pt x="86545" y="237304"/>
                </a:lnTo>
                <a:lnTo>
                  <a:pt x="83723" y="236449"/>
                </a:lnTo>
                <a:close/>
                <a:moveTo>
                  <a:pt x="11956" y="88607"/>
                </a:moveTo>
                <a:lnTo>
                  <a:pt x="12910" y="89149"/>
                </a:lnTo>
                <a:lnTo>
                  <a:pt x="11479" y="88878"/>
                </a:lnTo>
                <a:close/>
                <a:moveTo>
                  <a:pt x="7604" y="468311"/>
                </a:moveTo>
                <a:lnTo>
                  <a:pt x="8019" y="469447"/>
                </a:lnTo>
                <a:lnTo>
                  <a:pt x="7397" y="468879"/>
                </a:lnTo>
                <a:close/>
                <a:moveTo>
                  <a:pt x="38929" y="103981"/>
                </a:moveTo>
                <a:lnTo>
                  <a:pt x="39479" y="105461"/>
                </a:lnTo>
                <a:lnTo>
                  <a:pt x="38654" y="104721"/>
                </a:lnTo>
                <a:close/>
                <a:moveTo>
                  <a:pt x="77724" y="267346"/>
                </a:moveTo>
                <a:lnTo>
                  <a:pt x="79475" y="267960"/>
                </a:lnTo>
                <a:lnTo>
                  <a:pt x="76849" y="267653"/>
                </a:lnTo>
                <a:close/>
                <a:moveTo>
                  <a:pt x="102662" y="70763"/>
                </a:moveTo>
                <a:lnTo>
                  <a:pt x="104181" y="71266"/>
                </a:lnTo>
                <a:lnTo>
                  <a:pt x="101903" y="71014"/>
                </a:lnTo>
                <a:close/>
                <a:moveTo>
                  <a:pt x="22071" y="423125"/>
                </a:moveTo>
                <a:lnTo>
                  <a:pt x="23869" y="423668"/>
                </a:lnTo>
                <a:lnTo>
                  <a:pt x="21172" y="423397"/>
                </a:lnTo>
                <a:close/>
                <a:moveTo>
                  <a:pt x="28896" y="262496"/>
                </a:moveTo>
                <a:lnTo>
                  <a:pt x="29741" y="263791"/>
                </a:lnTo>
                <a:lnTo>
                  <a:pt x="28473" y="263143"/>
                </a:lnTo>
                <a:close/>
                <a:moveTo>
                  <a:pt x="31383" y="130877"/>
                </a:moveTo>
                <a:lnTo>
                  <a:pt x="32449" y="131663"/>
                </a:lnTo>
                <a:lnTo>
                  <a:pt x="30850" y="131270"/>
                </a:lnTo>
                <a:close/>
                <a:moveTo>
                  <a:pt x="65215" y="181895"/>
                </a:moveTo>
                <a:lnTo>
                  <a:pt x="65995" y="183169"/>
                </a:lnTo>
                <a:lnTo>
                  <a:pt x="64825" y="182532"/>
                </a:lnTo>
                <a:close/>
                <a:moveTo>
                  <a:pt x="6102" y="464544"/>
                </a:moveTo>
                <a:lnTo>
                  <a:pt x="7919" y="466232"/>
                </a:lnTo>
                <a:lnTo>
                  <a:pt x="5194" y="465388"/>
                </a:lnTo>
                <a:close/>
                <a:moveTo>
                  <a:pt x="141021" y="457939"/>
                </a:moveTo>
                <a:lnTo>
                  <a:pt x="142509" y="458468"/>
                </a:lnTo>
                <a:lnTo>
                  <a:pt x="140277" y="458203"/>
                </a:lnTo>
                <a:close/>
                <a:moveTo>
                  <a:pt x="83320" y="203402"/>
                </a:moveTo>
                <a:lnTo>
                  <a:pt x="85230" y="203871"/>
                </a:lnTo>
                <a:lnTo>
                  <a:pt x="82366" y="203637"/>
                </a:lnTo>
                <a:close/>
                <a:moveTo>
                  <a:pt x="75483" y="275232"/>
                </a:moveTo>
                <a:lnTo>
                  <a:pt x="75895" y="275845"/>
                </a:lnTo>
                <a:lnTo>
                  <a:pt x="75277" y="275539"/>
                </a:lnTo>
                <a:close/>
                <a:moveTo>
                  <a:pt x="49390" y="202052"/>
                </a:moveTo>
                <a:lnTo>
                  <a:pt x="50988" y="202483"/>
                </a:lnTo>
                <a:lnTo>
                  <a:pt x="48591" y="202267"/>
                </a:lnTo>
                <a:close/>
                <a:moveTo>
                  <a:pt x="103194" y="182658"/>
                </a:moveTo>
                <a:lnTo>
                  <a:pt x="103653" y="184320"/>
                </a:lnTo>
                <a:lnTo>
                  <a:pt x="102965" y="183489"/>
                </a:lnTo>
                <a:close/>
                <a:moveTo>
                  <a:pt x="83985" y="308815"/>
                </a:moveTo>
                <a:lnTo>
                  <a:pt x="85520" y="309164"/>
                </a:lnTo>
                <a:lnTo>
                  <a:pt x="83218" y="308990"/>
                </a:lnTo>
                <a:close/>
                <a:moveTo>
                  <a:pt x="117065" y="16293"/>
                </a:moveTo>
                <a:lnTo>
                  <a:pt x="118325" y="17658"/>
                </a:lnTo>
                <a:lnTo>
                  <a:pt x="116436" y="16975"/>
                </a:lnTo>
                <a:close/>
                <a:moveTo>
                  <a:pt x="90066" y="405050"/>
                </a:moveTo>
                <a:lnTo>
                  <a:pt x="91338" y="406295"/>
                </a:lnTo>
                <a:lnTo>
                  <a:pt x="89429" y="405672"/>
                </a:lnTo>
                <a:close/>
                <a:moveTo>
                  <a:pt x="113053" y="232735"/>
                </a:moveTo>
                <a:lnTo>
                  <a:pt x="113665" y="234402"/>
                </a:lnTo>
                <a:lnTo>
                  <a:pt x="112747" y="233569"/>
                </a:lnTo>
                <a:close/>
                <a:moveTo>
                  <a:pt x="120829" y="419431"/>
                </a:moveTo>
                <a:lnTo>
                  <a:pt x="121331" y="420706"/>
                </a:lnTo>
                <a:lnTo>
                  <a:pt x="120578" y="420068"/>
                </a:lnTo>
                <a:close/>
                <a:moveTo>
                  <a:pt x="56967" y="469538"/>
                </a:moveTo>
                <a:lnTo>
                  <a:pt x="58629" y="470868"/>
                </a:lnTo>
                <a:lnTo>
                  <a:pt x="56137" y="470203"/>
                </a:lnTo>
                <a:close/>
                <a:moveTo>
                  <a:pt x="119551" y="77799"/>
                </a:moveTo>
                <a:lnTo>
                  <a:pt x="119958" y="78985"/>
                </a:lnTo>
                <a:lnTo>
                  <a:pt x="119348" y="78392"/>
                </a:lnTo>
                <a:close/>
                <a:moveTo>
                  <a:pt x="21313" y="79078"/>
                </a:moveTo>
                <a:lnTo>
                  <a:pt x="22397" y="79557"/>
                </a:lnTo>
                <a:lnTo>
                  <a:pt x="20771" y="79317"/>
                </a:lnTo>
                <a:close/>
                <a:moveTo>
                  <a:pt x="126677" y="359640"/>
                </a:moveTo>
                <a:lnTo>
                  <a:pt x="128049" y="360201"/>
                </a:lnTo>
                <a:lnTo>
                  <a:pt x="125990" y="359921"/>
                </a:lnTo>
                <a:close/>
                <a:moveTo>
                  <a:pt x="17802" y="196478"/>
                </a:moveTo>
                <a:lnTo>
                  <a:pt x="19577" y="198180"/>
                </a:lnTo>
                <a:lnTo>
                  <a:pt x="16914" y="197329"/>
                </a:lnTo>
                <a:close/>
                <a:moveTo>
                  <a:pt x="2648" y="48398"/>
                </a:moveTo>
                <a:lnTo>
                  <a:pt x="3295" y="49489"/>
                </a:lnTo>
                <a:lnTo>
                  <a:pt x="2324" y="48943"/>
                </a:lnTo>
                <a:close/>
                <a:moveTo>
                  <a:pt x="87407" y="209701"/>
                </a:moveTo>
                <a:lnTo>
                  <a:pt x="88852" y="210986"/>
                </a:lnTo>
                <a:lnTo>
                  <a:pt x="86685" y="210344"/>
                </a:lnTo>
                <a:close/>
                <a:moveTo>
                  <a:pt x="71446" y="133948"/>
                </a:moveTo>
                <a:lnTo>
                  <a:pt x="72232" y="134986"/>
                </a:lnTo>
                <a:lnTo>
                  <a:pt x="71054" y="134467"/>
                </a:lnTo>
                <a:close/>
                <a:moveTo>
                  <a:pt x="34358" y="224533"/>
                </a:moveTo>
                <a:lnTo>
                  <a:pt x="35203" y="225848"/>
                </a:lnTo>
                <a:lnTo>
                  <a:pt x="33935" y="225190"/>
                </a:lnTo>
                <a:close/>
                <a:moveTo>
                  <a:pt x="137819" y="334864"/>
                </a:moveTo>
                <a:lnTo>
                  <a:pt x="138681" y="335418"/>
                </a:lnTo>
                <a:lnTo>
                  <a:pt x="137388" y="335141"/>
                </a:lnTo>
                <a:close/>
                <a:moveTo>
                  <a:pt x="73492" y="114070"/>
                </a:moveTo>
                <a:lnTo>
                  <a:pt x="74271" y="115186"/>
                </a:lnTo>
                <a:lnTo>
                  <a:pt x="73102" y="114628"/>
                </a:lnTo>
                <a:close/>
                <a:moveTo>
                  <a:pt x="68526" y="462758"/>
                </a:moveTo>
                <a:lnTo>
                  <a:pt x="69265" y="464166"/>
                </a:lnTo>
                <a:lnTo>
                  <a:pt x="68156" y="463462"/>
                </a:lnTo>
                <a:close/>
                <a:moveTo>
                  <a:pt x="114919" y="379474"/>
                </a:moveTo>
                <a:lnTo>
                  <a:pt x="115428" y="380978"/>
                </a:lnTo>
                <a:lnTo>
                  <a:pt x="114665" y="380226"/>
                </a:lnTo>
                <a:close/>
                <a:moveTo>
                  <a:pt x="10706" y="5402"/>
                </a:moveTo>
                <a:lnTo>
                  <a:pt x="11679" y="6671"/>
                </a:lnTo>
                <a:lnTo>
                  <a:pt x="10219" y="6036"/>
                </a:lnTo>
                <a:close/>
                <a:moveTo>
                  <a:pt x="82738" y="377015"/>
                </a:moveTo>
                <a:lnTo>
                  <a:pt x="84630" y="378320"/>
                </a:lnTo>
                <a:lnTo>
                  <a:pt x="81792" y="377667"/>
                </a:lnTo>
                <a:close/>
                <a:moveTo>
                  <a:pt x="84284" y="362291"/>
                </a:moveTo>
                <a:lnTo>
                  <a:pt x="85905" y="363139"/>
                </a:lnTo>
                <a:lnTo>
                  <a:pt x="83473" y="362715"/>
                </a:lnTo>
                <a:close/>
                <a:moveTo>
                  <a:pt x="122965" y="460021"/>
                </a:moveTo>
                <a:lnTo>
                  <a:pt x="124738" y="461367"/>
                </a:lnTo>
                <a:lnTo>
                  <a:pt x="122079" y="460694"/>
                </a:lnTo>
                <a:close/>
                <a:moveTo>
                  <a:pt x="20660" y="256539"/>
                </a:moveTo>
                <a:lnTo>
                  <a:pt x="21195" y="256904"/>
                </a:lnTo>
                <a:lnTo>
                  <a:pt x="20392" y="256721"/>
                </a:lnTo>
                <a:close/>
                <a:moveTo>
                  <a:pt x="37252" y="241341"/>
                </a:moveTo>
                <a:lnTo>
                  <a:pt x="38990" y="241692"/>
                </a:lnTo>
                <a:lnTo>
                  <a:pt x="36383" y="241516"/>
                </a:lnTo>
                <a:close/>
                <a:moveTo>
                  <a:pt x="31773" y="424165"/>
                </a:moveTo>
                <a:lnTo>
                  <a:pt x="33064" y="424876"/>
                </a:lnTo>
                <a:lnTo>
                  <a:pt x="31128" y="424520"/>
                </a:lnTo>
                <a:close/>
                <a:moveTo>
                  <a:pt x="98659" y="448342"/>
                </a:moveTo>
                <a:lnTo>
                  <a:pt x="99343" y="448675"/>
                </a:lnTo>
                <a:lnTo>
                  <a:pt x="98317" y="448509"/>
                </a:lnTo>
                <a:close/>
                <a:moveTo>
                  <a:pt x="103884" y="75246"/>
                </a:moveTo>
                <a:lnTo>
                  <a:pt x="105756" y="76225"/>
                </a:lnTo>
                <a:lnTo>
                  <a:pt x="102948" y="75736"/>
                </a:lnTo>
                <a:close/>
                <a:moveTo>
                  <a:pt x="98709" y="24523"/>
                </a:moveTo>
                <a:lnTo>
                  <a:pt x="100271" y="25585"/>
                </a:lnTo>
                <a:lnTo>
                  <a:pt x="97927" y="25054"/>
                </a:lnTo>
                <a:close/>
                <a:moveTo>
                  <a:pt x="16073" y="287569"/>
                </a:moveTo>
                <a:lnTo>
                  <a:pt x="17694" y="288927"/>
                </a:lnTo>
                <a:lnTo>
                  <a:pt x="15263" y="288248"/>
                </a:lnTo>
                <a:close/>
                <a:moveTo>
                  <a:pt x="73763" y="306781"/>
                </a:moveTo>
                <a:lnTo>
                  <a:pt x="75533" y="307584"/>
                </a:lnTo>
                <a:lnTo>
                  <a:pt x="72878" y="307182"/>
                </a:lnTo>
                <a:close/>
                <a:moveTo>
                  <a:pt x="126736" y="274267"/>
                </a:moveTo>
                <a:lnTo>
                  <a:pt x="127792" y="276015"/>
                </a:lnTo>
                <a:lnTo>
                  <a:pt x="126209" y="275141"/>
                </a:lnTo>
                <a:close/>
                <a:moveTo>
                  <a:pt x="6629" y="227948"/>
                </a:moveTo>
                <a:lnTo>
                  <a:pt x="7368" y="228962"/>
                </a:lnTo>
                <a:lnTo>
                  <a:pt x="6260" y="228455"/>
                </a:lnTo>
                <a:close/>
                <a:moveTo>
                  <a:pt x="131069" y="39178"/>
                </a:moveTo>
                <a:lnTo>
                  <a:pt x="132378" y="39705"/>
                </a:lnTo>
                <a:lnTo>
                  <a:pt x="130415" y="39441"/>
                </a:lnTo>
                <a:close/>
                <a:moveTo>
                  <a:pt x="26992" y="284381"/>
                </a:moveTo>
                <a:lnTo>
                  <a:pt x="29029" y="286158"/>
                </a:lnTo>
                <a:lnTo>
                  <a:pt x="25974" y="285269"/>
                </a:lnTo>
                <a:close/>
                <a:moveTo>
                  <a:pt x="51578" y="460479"/>
                </a:moveTo>
                <a:lnTo>
                  <a:pt x="53442" y="461397"/>
                </a:lnTo>
                <a:lnTo>
                  <a:pt x="50646" y="460938"/>
                </a:lnTo>
                <a:close/>
                <a:moveTo>
                  <a:pt x="59542" y="121772"/>
                </a:moveTo>
                <a:lnTo>
                  <a:pt x="60679" y="122774"/>
                </a:lnTo>
                <a:lnTo>
                  <a:pt x="58973" y="122273"/>
                </a:lnTo>
                <a:close/>
                <a:moveTo>
                  <a:pt x="99567" y="271211"/>
                </a:moveTo>
                <a:lnTo>
                  <a:pt x="100556" y="271960"/>
                </a:lnTo>
                <a:lnTo>
                  <a:pt x="99072" y="271585"/>
                </a:lnTo>
                <a:close/>
                <a:moveTo>
                  <a:pt x="86898" y="352797"/>
                </a:moveTo>
                <a:lnTo>
                  <a:pt x="88185" y="354237"/>
                </a:lnTo>
                <a:lnTo>
                  <a:pt x="86254" y="353517"/>
                </a:lnTo>
                <a:close/>
                <a:moveTo>
                  <a:pt x="115242" y="409701"/>
                </a:moveTo>
                <a:lnTo>
                  <a:pt x="117317" y="410292"/>
                </a:lnTo>
                <a:lnTo>
                  <a:pt x="114204" y="409996"/>
                </a:lnTo>
                <a:close/>
                <a:moveTo>
                  <a:pt x="39701" y="130263"/>
                </a:moveTo>
                <a:lnTo>
                  <a:pt x="40851" y="130853"/>
                </a:lnTo>
                <a:lnTo>
                  <a:pt x="39126" y="130558"/>
                </a:lnTo>
                <a:close/>
                <a:moveTo>
                  <a:pt x="56327" y="170029"/>
                </a:moveTo>
                <a:lnTo>
                  <a:pt x="56805" y="171366"/>
                </a:lnTo>
                <a:lnTo>
                  <a:pt x="56088" y="170698"/>
                </a:lnTo>
                <a:close/>
                <a:moveTo>
                  <a:pt x="83396" y="19607"/>
                </a:moveTo>
                <a:lnTo>
                  <a:pt x="84448" y="20200"/>
                </a:lnTo>
                <a:lnTo>
                  <a:pt x="82870" y="19904"/>
                </a:lnTo>
                <a:close/>
                <a:moveTo>
                  <a:pt x="5009" y="68150"/>
                </a:moveTo>
                <a:lnTo>
                  <a:pt x="5872" y="68684"/>
                </a:lnTo>
                <a:lnTo>
                  <a:pt x="4577" y="68417"/>
                </a:lnTo>
                <a:close/>
                <a:moveTo>
                  <a:pt x="4223" y="353705"/>
                </a:moveTo>
                <a:lnTo>
                  <a:pt x="5624" y="354863"/>
                </a:lnTo>
                <a:lnTo>
                  <a:pt x="3523" y="354284"/>
                </a:lnTo>
                <a:close/>
                <a:moveTo>
                  <a:pt x="127515" y="163235"/>
                </a:moveTo>
                <a:lnTo>
                  <a:pt x="129226" y="164238"/>
                </a:lnTo>
                <a:lnTo>
                  <a:pt x="126660" y="163736"/>
                </a:lnTo>
                <a:close/>
                <a:moveTo>
                  <a:pt x="72797" y="324344"/>
                </a:moveTo>
                <a:lnTo>
                  <a:pt x="74222" y="324777"/>
                </a:lnTo>
                <a:lnTo>
                  <a:pt x="72085" y="324560"/>
                </a:lnTo>
                <a:close/>
                <a:moveTo>
                  <a:pt x="139469" y="387951"/>
                </a:moveTo>
                <a:lnTo>
                  <a:pt x="140300" y="389257"/>
                </a:lnTo>
                <a:lnTo>
                  <a:pt x="139053" y="388604"/>
                </a:lnTo>
                <a:close/>
                <a:moveTo>
                  <a:pt x="51497" y="407010"/>
                </a:moveTo>
                <a:lnTo>
                  <a:pt x="52218" y="408138"/>
                </a:lnTo>
                <a:lnTo>
                  <a:pt x="51137" y="407574"/>
                </a:lnTo>
                <a:close/>
                <a:moveTo>
                  <a:pt x="70958" y="336060"/>
                </a:moveTo>
                <a:lnTo>
                  <a:pt x="72364" y="337677"/>
                </a:lnTo>
                <a:lnTo>
                  <a:pt x="70255" y="336868"/>
                </a:lnTo>
                <a:close/>
                <a:moveTo>
                  <a:pt x="65813" y="13050"/>
                </a:moveTo>
                <a:lnTo>
                  <a:pt x="66411" y="14532"/>
                </a:lnTo>
                <a:lnTo>
                  <a:pt x="65515" y="13791"/>
                </a:lnTo>
                <a:close/>
                <a:moveTo>
                  <a:pt x="38015" y="255456"/>
                </a:moveTo>
                <a:lnTo>
                  <a:pt x="39703" y="256381"/>
                </a:lnTo>
                <a:lnTo>
                  <a:pt x="37172" y="255918"/>
                </a:lnTo>
                <a:close/>
                <a:moveTo>
                  <a:pt x="57317" y="130599"/>
                </a:moveTo>
                <a:lnTo>
                  <a:pt x="58707" y="131236"/>
                </a:lnTo>
                <a:lnTo>
                  <a:pt x="56622" y="130917"/>
                </a:lnTo>
                <a:close/>
                <a:moveTo>
                  <a:pt x="4837" y="443582"/>
                </a:moveTo>
                <a:lnTo>
                  <a:pt x="6651" y="444332"/>
                </a:lnTo>
                <a:lnTo>
                  <a:pt x="3930" y="443957"/>
                </a:lnTo>
                <a:close/>
                <a:moveTo>
                  <a:pt x="62382" y="405570"/>
                </a:moveTo>
                <a:lnTo>
                  <a:pt x="63238" y="406095"/>
                </a:lnTo>
                <a:lnTo>
                  <a:pt x="61955" y="405833"/>
                </a:lnTo>
                <a:close/>
                <a:moveTo>
                  <a:pt x="30951" y="146492"/>
                </a:moveTo>
                <a:lnTo>
                  <a:pt x="32589" y="148109"/>
                </a:lnTo>
                <a:lnTo>
                  <a:pt x="30132" y="147301"/>
                </a:lnTo>
                <a:close/>
                <a:moveTo>
                  <a:pt x="6928" y="460187"/>
                </a:moveTo>
                <a:lnTo>
                  <a:pt x="8728" y="460849"/>
                </a:lnTo>
                <a:lnTo>
                  <a:pt x="6028" y="460518"/>
                </a:lnTo>
                <a:close/>
                <a:moveTo>
                  <a:pt x="24210" y="350506"/>
                </a:moveTo>
                <a:lnTo>
                  <a:pt x="25784" y="352043"/>
                </a:lnTo>
                <a:lnTo>
                  <a:pt x="23423" y="351275"/>
                </a:lnTo>
                <a:close/>
                <a:moveTo>
                  <a:pt x="131627" y="136782"/>
                </a:moveTo>
                <a:lnTo>
                  <a:pt x="132567" y="137789"/>
                </a:lnTo>
                <a:lnTo>
                  <a:pt x="131157" y="137285"/>
                </a:lnTo>
                <a:close/>
                <a:moveTo>
                  <a:pt x="85474" y="117284"/>
                </a:moveTo>
                <a:lnTo>
                  <a:pt x="87150" y="118676"/>
                </a:lnTo>
                <a:lnTo>
                  <a:pt x="84636" y="117980"/>
                </a:lnTo>
                <a:close/>
                <a:moveTo>
                  <a:pt x="70953" y="152957"/>
                </a:moveTo>
                <a:lnTo>
                  <a:pt x="71805" y="154056"/>
                </a:lnTo>
                <a:lnTo>
                  <a:pt x="70527" y="153506"/>
                </a:lnTo>
                <a:close/>
                <a:moveTo>
                  <a:pt x="79609" y="342996"/>
                </a:moveTo>
                <a:lnTo>
                  <a:pt x="80302" y="344196"/>
                </a:lnTo>
                <a:lnTo>
                  <a:pt x="79263" y="343596"/>
                </a:lnTo>
                <a:close/>
                <a:moveTo>
                  <a:pt x="27891" y="100670"/>
                </a:moveTo>
                <a:lnTo>
                  <a:pt x="30047" y="101126"/>
                </a:lnTo>
                <a:lnTo>
                  <a:pt x="26813" y="100898"/>
                </a:lnTo>
                <a:close/>
                <a:moveTo>
                  <a:pt x="112269" y="414538"/>
                </a:moveTo>
                <a:lnTo>
                  <a:pt x="113523" y="416068"/>
                </a:lnTo>
                <a:lnTo>
                  <a:pt x="111642" y="415303"/>
                </a:lnTo>
                <a:close/>
                <a:moveTo>
                  <a:pt x="51969" y="260311"/>
                </a:moveTo>
                <a:lnTo>
                  <a:pt x="53034" y="261648"/>
                </a:lnTo>
                <a:lnTo>
                  <a:pt x="51437" y="260980"/>
                </a:lnTo>
                <a:close/>
                <a:moveTo>
                  <a:pt x="126442" y="276853"/>
                </a:moveTo>
                <a:lnTo>
                  <a:pt x="127307" y="277394"/>
                </a:lnTo>
                <a:lnTo>
                  <a:pt x="126009" y="277124"/>
                </a:lnTo>
                <a:close/>
                <a:moveTo>
                  <a:pt x="101968" y="369769"/>
                </a:moveTo>
                <a:lnTo>
                  <a:pt x="102808" y="370803"/>
                </a:lnTo>
                <a:lnTo>
                  <a:pt x="101548" y="370286"/>
                </a:lnTo>
                <a:close/>
                <a:moveTo>
                  <a:pt x="12265" y="449686"/>
                </a:moveTo>
                <a:lnTo>
                  <a:pt x="13022" y="451141"/>
                </a:lnTo>
                <a:lnTo>
                  <a:pt x="11886" y="450413"/>
                </a:lnTo>
                <a:close/>
                <a:moveTo>
                  <a:pt x="125688" y="93680"/>
                </a:moveTo>
                <a:lnTo>
                  <a:pt x="127251" y="95439"/>
                </a:lnTo>
                <a:lnTo>
                  <a:pt x="124907" y="94560"/>
                </a:lnTo>
                <a:close/>
                <a:moveTo>
                  <a:pt x="38816" y="350042"/>
                </a:moveTo>
                <a:lnTo>
                  <a:pt x="39430" y="350347"/>
                </a:lnTo>
                <a:lnTo>
                  <a:pt x="38509" y="350195"/>
                </a:lnTo>
                <a:close/>
                <a:moveTo>
                  <a:pt x="123430" y="442490"/>
                </a:moveTo>
                <a:lnTo>
                  <a:pt x="125154" y="443075"/>
                </a:lnTo>
                <a:lnTo>
                  <a:pt x="122568" y="442782"/>
                </a:lnTo>
                <a:close/>
                <a:moveTo>
                  <a:pt x="119527" y="228960"/>
                </a:moveTo>
                <a:lnTo>
                  <a:pt x="121701" y="230416"/>
                </a:lnTo>
                <a:lnTo>
                  <a:pt x="118441" y="229688"/>
                </a:lnTo>
                <a:close/>
                <a:moveTo>
                  <a:pt x="102416" y="81371"/>
                </a:moveTo>
                <a:lnTo>
                  <a:pt x="103398" y="83147"/>
                </a:lnTo>
                <a:lnTo>
                  <a:pt x="101925" y="82259"/>
                </a:lnTo>
                <a:close/>
                <a:moveTo>
                  <a:pt x="6063" y="213512"/>
                </a:moveTo>
                <a:lnTo>
                  <a:pt x="8007" y="214783"/>
                </a:lnTo>
                <a:lnTo>
                  <a:pt x="5091" y="214147"/>
                </a:lnTo>
                <a:close/>
                <a:moveTo>
                  <a:pt x="56691" y="450904"/>
                </a:moveTo>
                <a:lnTo>
                  <a:pt x="57772" y="451323"/>
                </a:lnTo>
                <a:lnTo>
                  <a:pt x="56151" y="451114"/>
                </a:lnTo>
                <a:close/>
                <a:moveTo>
                  <a:pt x="12132" y="457334"/>
                </a:moveTo>
                <a:lnTo>
                  <a:pt x="13619" y="458203"/>
                </a:lnTo>
                <a:lnTo>
                  <a:pt x="11389" y="457769"/>
                </a:lnTo>
                <a:close/>
                <a:moveTo>
                  <a:pt x="69966" y="123059"/>
                </a:moveTo>
                <a:lnTo>
                  <a:pt x="71948" y="124318"/>
                </a:lnTo>
                <a:lnTo>
                  <a:pt x="68974" y="123688"/>
                </a:lnTo>
                <a:close/>
                <a:moveTo>
                  <a:pt x="110462" y="437234"/>
                </a:moveTo>
                <a:lnTo>
                  <a:pt x="111984" y="438797"/>
                </a:lnTo>
                <a:lnTo>
                  <a:pt x="109700" y="438016"/>
                </a:lnTo>
                <a:close/>
                <a:moveTo>
                  <a:pt x="80885" y="74550"/>
                </a:moveTo>
                <a:lnTo>
                  <a:pt x="81818" y="75839"/>
                </a:lnTo>
                <a:lnTo>
                  <a:pt x="80419" y="75195"/>
                </a:lnTo>
                <a:close/>
                <a:moveTo>
                  <a:pt x="18402" y="394570"/>
                </a:moveTo>
                <a:lnTo>
                  <a:pt x="20318" y="395963"/>
                </a:lnTo>
                <a:lnTo>
                  <a:pt x="17443" y="395267"/>
                </a:lnTo>
                <a:close/>
                <a:moveTo>
                  <a:pt x="115619" y="430186"/>
                </a:moveTo>
                <a:lnTo>
                  <a:pt x="116460" y="431737"/>
                </a:lnTo>
                <a:lnTo>
                  <a:pt x="115198" y="430962"/>
                </a:lnTo>
                <a:close/>
                <a:moveTo>
                  <a:pt x="34834" y="191474"/>
                </a:moveTo>
                <a:lnTo>
                  <a:pt x="36330" y="192019"/>
                </a:lnTo>
                <a:lnTo>
                  <a:pt x="34086" y="191747"/>
                </a:lnTo>
                <a:close/>
                <a:moveTo>
                  <a:pt x="42955" y="278848"/>
                </a:moveTo>
                <a:lnTo>
                  <a:pt x="43649" y="280586"/>
                </a:lnTo>
                <a:lnTo>
                  <a:pt x="42608" y="279717"/>
                </a:lnTo>
                <a:close/>
                <a:moveTo>
                  <a:pt x="120239" y="194472"/>
                </a:moveTo>
                <a:lnTo>
                  <a:pt x="121775" y="196061"/>
                </a:lnTo>
                <a:lnTo>
                  <a:pt x="119471" y="195266"/>
                </a:lnTo>
                <a:close/>
                <a:moveTo>
                  <a:pt x="37509" y="31713"/>
                </a:moveTo>
                <a:lnTo>
                  <a:pt x="39120" y="32474"/>
                </a:lnTo>
                <a:lnTo>
                  <a:pt x="36704" y="32093"/>
                </a:lnTo>
                <a:close/>
                <a:moveTo>
                  <a:pt x="4452" y="118039"/>
                </a:moveTo>
                <a:lnTo>
                  <a:pt x="5214" y="118652"/>
                </a:lnTo>
                <a:lnTo>
                  <a:pt x="4071" y="118346"/>
                </a:lnTo>
                <a:close/>
                <a:moveTo>
                  <a:pt x="114134" y="28779"/>
                </a:moveTo>
                <a:lnTo>
                  <a:pt x="114956" y="29119"/>
                </a:lnTo>
                <a:lnTo>
                  <a:pt x="113723" y="28949"/>
                </a:lnTo>
                <a:close/>
                <a:moveTo>
                  <a:pt x="61676" y="196684"/>
                </a:moveTo>
                <a:lnTo>
                  <a:pt x="63409" y="198029"/>
                </a:lnTo>
                <a:lnTo>
                  <a:pt x="60809" y="197356"/>
                </a:lnTo>
                <a:close/>
                <a:moveTo>
                  <a:pt x="44260" y="109189"/>
                </a:moveTo>
                <a:lnTo>
                  <a:pt x="45359" y="110010"/>
                </a:lnTo>
                <a:lnTo>
                  <a:pt x="43710" y="109599"/>
                </a:lnTo>
                <a:close/>
                <a:moveTo>
                  <a:pt x="49671" y="290969"/>
                </a:moveTo>
                <a:lnTo>
                  <a:pt x="51046" y="291344"/>
                </a:lnTo>
                <a:lnTo>
                  <a:pt x="48984" y="291157"/>
                </a:lnTo>
                <a:close/>
                <a:moveTo>
                  <a:pt x="113034" y="126185"/>
                </a:moveTo>
                <a:lnTo>
                  <a:pt x="114423" y="127444"/>
                </a:lnTo>
                <a:lnTo>
                  <a:pt x="112340" y="126814"/>
                </a:lnTo>
                <a:close/>
                <a:moveTo>
                  <a:pt x="94520" y="397546"/>
                </a:moveTo>
                <a:lnTo>
                  <a:pt x="96008" y="398385"/>
                </a:lnTo>
                <a:lnTo>
                  <a:pt x="93775" y="397966"/>
                </a:lnTo>
                <a:close/>
                <a:moveTo>
                  <a:pt x="49676" y="276295"/>
                </a:moveTo>
                <a:lnTo>
                  <a:pt x="50511" y="277440"/>
                </a:lnTo>
                <a:lnTo>
                  <a:pt x="49258" y="276867"/>
                </a:lnTo>
                <a:close/>
                <a:moveTo>
                  <a:pt x="57002" y="435480"/>
                </a:moveTo>
                <a:lnTo>
                  <a:pt x="57860" y="437052"/>
                </a:lnTo>
                <a:lnTo>
                  <a:pt x="56573" y="436266"/>
                </a:lnTo>
                <a:close/>
                <a:moveTo>
                  <a:pt x="96844" y="150157"/>
                </a:moveTo>
                <a:lnTo>
                  <a:pt x="98999" y="150930"/>
                </a:lnTo>
                <a:lnTo>
                  <a:pt x="95766" y="150543"/>
                </a:lnTo>
                <a:close/>
                <a:moveTo>
                  <a:pt x="64533" y="85974"/>
                </a:moveTo>
                <a:lnTo>
                  <a:pt x="65943" y="87042"/>
                </a:lnTo>
                <a:lnTo>
                  <a:pt x="63828" y="86508"/>
                </a:lnTo>
                <a:close/>
                <a:moveTo>
                  <a:pt x="36926" y="320856"/>
                </a:moveTo>
                <a:lnTo>
                  <a:pt x="37919" y="321592"/>
                </a:lnTo>
                <a:lnTo>
                  <a:pt x="36429" y="321224"/>
                </a:lnTo>
                <a:close/>
                <a:moveTo>
                  <a:pt x="74188" y="122877"/>
                </a:moveTo>
                <a:lnTo>
                  <a:pt x="75000" y="123341"/>
                </a:lnTo>
                <a:lnTo>
                  <a:pt x="73783" y="123109"/>
                </a:lnTo>
                <a:close/>
                <a:moveTo>
                  <a:pt x="90337" y="447354"/>
                </a:moveTo>
                <a:lnTo>
                  <a:pt x="91920" y="447913"/>
                </a:lnTo>
                <a:lnTo>
                  <a:pt x="89545" y="447633"/>
                </a:lnTo>
                <a:close/>
                <a:moveTo>
                  <a:pt x="22671" y="58844"/>
                </a:moveTo>
                <a:lnTo>
                  <a:pt x="23563" y="60412"/>
                </a:lnTo>
                <a:lnTo>
                  <a:pt x="22225" y="59628"/>
                </a:lnTo>
                <a:close/>
                <a:moveTo>
                  <a:pt x="111337" y="403193"/>
                </a:moveTo>
                <a:lnTo>
                  <a:pt x="112024" y="404902"/>
                </a:lnTo>
                <a:lnTo>
                  <a:pt x="110994" y="404047"/>
                </a:lnTo>
                <a:close/>
                <a:moveTo>
                  <a:pt x="73692" y="92008"/>
                </a:moveTo>
                <a:lnTo>
                  <a:pt x="74845" y="93467"/>
                </a:lnTo>
                <a:lnTo>
                  <a:pt x="73116" y="92737"/>
                </a:lnTo>
                <a:close/>
                <a:moveTo>
                  <a:pt x="130074" y="237563"/>
                </a:moveTo>
                <a:lnTo>
                  <a:pt x="130877" y="238707"/>
                </a:lnTo>
                <a:lnTo>
                  <a:pt x="129672" y="238135"/>
                </a:lnTo>
                <a:close/>
                <a:moveTo>
                  <a:pt x="104458" y="294043"/>
                </a:moveTo>
                <a:lnTo>
                  <a:pt x="105534" y="295593"/>
                </a:lnTo>
                <a:lnTo>
                  <a:pt x="103919" y="294818"/>
                </a:lnTo>
                <a:close/>
                <a:moveTo>
                  <a:pt x="112262" y="13258"/>
                </a:moveTo>
                <a:lnTo>
                  <a:pt x="113875" y="14560"/>
                </a:lnTo>
                <a:lnTo>
                  <a:pt x="111455" y="13909"/>
                </a:lnTo>
                <a:close/>
                <a:moveTo>
                  <a:pt x="108514" y="57028"/>
                </a:moveTo>
                <a:lnTo>
                  <a:pt x="110296" y="57750"/>
                </a:lnTo>
                <a:lnTo>
                  <a:pt x="107622" y="57389"/>
                </a:lnTo>
                <a:close/>
                <a:moveTo>
                  <a:pt x="133139" y="126646"/>
                </a:moveTo>
                <a:lnTo>
                  <a:pt x="133623" y="127693"/>
                </a:lnTo>
                <a:lnTo>
                  <a:pt x="132896" y="127169"/>
                </a:lnTo>
                <a:close/>
                <a:moveTo>
                  <a:pt x="14238" y="189232"/>
                </a:moveTo>
                <a:lnTo>
                  <a:pt x="15850" y="190741"/>
                </a:lnTo>
                <a:lnTo>
                  <a:pt x="13431" y="189986"/>
                </a:lnTo>
                <a:close/>
                <a:moveTo>
                  <a:pt x="93436" y="357125"/>
                </a:moveTo>
                <a:lnTo>
                  <a:pt x="95334" y="357438"/>
                </a:lnTo>
                <a:lnTo>
                  <a:pt x="92487" y="357281"/>
                </a:lnTo>
                <a:close/>
                <a:moveTo>
                  <a:pt x="58300" y="171979"/>
                </a:moveTo>
                <a:lnTo>
                  <a:pt x="59454" y="172364"/>
                </a:lnTo>
                <a:lnTo>
                  <a:pt x="57722" y="172172"/>
                </a:lnTo>
                <a:close/>
                <a:moveTo>
                  <a:pt x="113080" y="221623"/>
                </a:moveTo>
                <a:lnTo>
                  <a:pt x="114317" y="222288"/>
                </a:lnTo>
                <a:lnTo>
                  <a:pt x="112462" y="221956"/>
                </a:lnTo>
                <a:close/>
                <a:moveTo>
                  <a:pt x="54243" y="305471"/>
                </a:moveTo>
                <a:lnTo>
                  <a:pt x="56027" y="306344"/>
                </a:lnTo>
                <a:lnTo>
                  <a:pt x="53351" y="305908"/>
                </a:lnTo>
                <a:close/>
                <a:moveTo>
                  <a:pt x="140820" y="188259"/>
                </a:moveTo>
                <a:lnTo>
                  <a:pt x="141743" y="189736"/>
                </a:lnTo>
                <a:lnTo>
                  <a:pt x="140358" y="188997"/>
                </a:lnTo>
                <a:close/>
                <a:moveTo>
                  <a:pt x="72746" y="414199"/>
                </a:moveTo>
                <a:lnTo>
                  <a:pt x="73593" y="414762"/>
                </a:lnTo>
                <a:lnTo>
                  <a:pt x="72323" y="414480"/>
                </a:lnTo>
                <a:close/>
                <a:moveTo>
                  <a:pt x="56550" y="112823"/>
                </a:moveTo>
                <a:lnTo>
                  <a:pt x="58063" y="113969"/>
                </a:lnTo>
                <a:lnTo>
                  <a:pt x="55793" y="113396"/>
                </a:lnTo>
                <a:close/>
                <a:moveTo>
                  <a:pt x="61463" y="224481"/>
                </a:moveTo>
                <a:lnTo>
                  <a:pt x="62023" y="225725"/>
                </a:lnTo>
                <a:lnTo>
                  <a:pt x="61183" y="225103"/>
                </a:lnTo>
                <a:close/>
                <a:moveTo>
                  <a:pt x="56794" y="121055"/>
                </a:moveTo>
                <a:lnTo>
                  <a:pt x="57603" y="122233"/>
                </a:lnTo>
                <a:lnTo>
                  <a:pt x="56389" y="121644"/>
                </a:lnTo>
                <a:close/>
                <a:moveTo>
                  <a:pt x="102324" y="281720"/>
                </a:moveTo>
                <a:lnTo>
                  <a:pt x="104487" y="283365"/>
                </a:lnTo>
                <a:lnTo>
                  <a:pt x="101243" y="282543"/>
                </a:lnTo>
                <a:close/>
                <a:moveTo>
                  <a:pt x="102882" y="149754"/>
                </a:moveTo>
                <a:lnTo>
                  <a:pt x="103357" y="151042"/>
                </a:lnTo>
                <a:lnTo>
                  <a:pt x="102645" y="150398"/>
                </a:lnTo>
                <a:close/>
                <a:moveTo>
                  <a:pt x="72008" y="137582"/>
                </a:moveTo>
                <a:lnTo>
                  <a:pt x="73572" y="138401"/>
                </a:lnTo>
                <a:lnTo>
                  <a:pt x="71225" y="137991"/>
                </a:lnTo>
                <a:close/>
                <a:moveTo>
                  <a:pt x="105233" y="213777"/>
                </a:moveTo>
                <a:lnTo>
                  <a:pt x="106704" y="215057"/>
                </a:lnTo>
                <a:lnTo>
                  <a:pt x="104498" y="214417"/>
                </a:lnTo>
                <a:close/>
                <a:moveTo>
                  <a:pt x="130857" y="207045"/>
                </a:moveTo>
                <a:lnTo>
                  <a:pt x="132920" y="207733"/>
                </a:lnTo>
                <a:lnTo>
                  <a:pt x="129825" y="207389"/>
                </a:lnTo>
                <a:close/>
                <a:moveTo>
                  <a:pt x="21387" y="107633"/>
                </a:moveTo>
                <a:lnTo>
                  <a:pt x="21857" y="108428"/>
                </a:lnTo>
                <a:lnTo>
                  <a:pt x="21152" y="108031"/>
                </a:lnTo>
                <a:close/>
                <a:moveTo>
                  <a:pt x="109472" y="58733"/>
                </a:moveTo>
                <a:lnTo>
                  <a:pt x="111471" y="59508"/>
                </a:lnTo>
                <a:lnTo>
                  <a:pt x="108473" y="59121"/>
                </a:lnTo>
                <a:close/>
                <a:moveTo>
                  <a:pt x="118751" y="67157"/>
                </a:moveTo>
                <a:lnTo>
                  <a:pt x="120860" y="68760"/>
                </a:lnTo>
                <a:lnTo>
                  <a:pt x="117696" y="67958"/>
                </a:lnTo>
                <a:close/>
                <a:moveTo>
                  <a:pt x="71705" y="423328"/>
                </a:moveTo>
                <a:lnTo>
                  <a:pt x="72463" y="424143"/>
                </a:lnTo>
                <a:lnTo>
                  <a:pt x="71326" y="423735"/>
                </a:lnTo>
                <a:close/>
                <a:moveTo>
                  <a:pt x="54622" y="300148"/>
                </a:moveTo>
                <a:lnTo>
                  <a:pt x="55301" y="301821"/>
                </a:lnTo>
                <a:lnTo>
                  <a:pt x="54283" y="300985"/>
                </a:lnTo>
                <a:close/>
                <a:moveTo>
                  <a:pt x="107537" y="341723"/>
                </a:moveTo>
                <a:lnTo>
                  <a:pt x="108845" y="342932"/>
                </a:lnTo>
                <a:lnTo>
                  <a:pt x="106883" y="342328"/>
                </a:lnTo>
                <a:close/>
                <a:moveTo>
                  <a:pt x="43425" y="428059"/>
                </a:moveTo>
                <a:lnTo>
                  <a:pt x="43867" y="428388"/>
                </a:lnTo>
                <a:lnTo>
                  <a:pt x="43204" y="428223"/>
                </a:lnTo>
                <a:close/>
                <a:moveTo>
                  <a:pt x="74707" y="172952"/>
                </a:moveTo>
                <a:lnTo>
                  <a:pt x="76741" y="174619"/>
                </a:lnTo>
                <a:lnTo>
                  <a:pt x="73690" y="173785"/>
                </a:lnTo>
                <a:close/>
                <a:moveTo>
                  <a:pt x="134641" y="357029"/>
                </a:moveTo>
                <a:lnTo>
                  <a:pt x="136328" y="358261"/>
                </a:lnTo>
                <a:lnTo>
                  <a:pt x="133797" y="357645"/>
                </a:lnTo>
                <a:close/>
                <a:moveTo>
                  <a:pt x="83709" y="246283"/>
                </a:moveTo>
                <a:lnTo>
                  <a:pt x="85855" y="248039"/>
                </a:lnTo>
                <a:lnTo>
                  <a:pt x="82637" y="247161"/>
                </a:lnTo>
                <a:close/>
                <a:moveTo>
                  <a:pt x="102679" y="418582"/>
                </a:moveTo>
                <a:lnTo>
                  <a:pt x="104509" y="419460"/>
                </a:lnTo>
                <a:lnTo>
                  <a:pt x="101764" y="419021"/>
                </a:lnTo>
                <a:close/>
                <a:moveTo>
                  <a:pt x="30979" y="430855"/>
                </a:moveTo>
                <a:lnTo>
                  <a:pt x="33144" y="431309"/>
                </a:lnTo>
                <a:lnTo>
                  <a:pt x="29896" y="431082"/>
                </a:lnTo>
                <a:close/>
                <a:moveTo>
                  <a:pt x="84090" y="145702"/>
                </a:moveTo>
                <a:lnTo>
                  <a:pt x="85305" y="146827"/>
                </a:lnTo>
                <a:lnTo>
                  <a:pt x="83483" y="146265"/>
                </a:lnTo>
                <a:close/>
                <a:moveTo>
                  <a:pt x="46348" y="367560"/>
                </a:moveTo>
                <a:lnTo>
                  <a:pt x="47351" y="369123"/>
                </a:lnTo>
                <a:lnTo>
                  <a:pt x="45847" y="368341"/>
                </a:lnTo>
                <a:close/>
                <a:moveTo>
                  <a:pt x="61000" y="466962"/>
                </a:moveTo>
                <a:lnTo>
                  <a:pt x="62937" y="467953"/>
                </a:lnTo>
                <a:lnTo>
                  <a:pt x="60032" y="467457"/>
                </a:lnTo>
                <a:close/>
                <a:moveTo>
                  <a:pt x="118146" y="411839"/>
                </a:moveTo>
                <a:lnTo>
                  <a:pt x="119246" y="413475"/>
                </a:lnTo>
                <a:lnTo>
                  <a:pt x="117597" y="412657"/>
                </a:lnTo>
                <a:close/>
                <a:moveTo>
                  <a:pt x="122433" y="194069"/>
                </a:moveTo>
                <a:lnTo>
                  <a:pt x="123433" y="195191"/>
                </a:lnTo>
                <a:lnTo>
                  <a:pt x="121933" y="194630"/>
                </a:lnTo>
                <a:close/>
                <a:moveTo>
                  <a:pt x="10571" y="267855"/>
                </a:moveTo>
                <a:lnTo>
                  <a:pt x="11588" y="268767"/>
                </a:lnTo>
                <a:lnTo>
                  <a:pt x="10062" y="268311"/>
                </a:lnTo>
                <a:close/>
                <a:moveTo>
                  <a:pt x="80256" y="193695"/>
                </a:moveTo>
                <a:lnTo>
                  <a:pt x="80906" y="194061"/>
                </a:lnTo>
                <a:lnTo>
                  <a:pt x="79931" y="193878"/>
                </a:lnTo>
                <a:close/>
                <a:moveTo>
                  <a:pt x="81606" y="279955"/>
                </a:moveTo>
                <a:lnTo>
                  <a:pt x="82270" y="281634"/>
                </a:lnTo>
                <a:lnTo>
                  <a:pt x="81273" y="280795"/>
                </a:lnTo>
                <a:close/>
                <a:moveTo>
                  <a:pt x="115985" y="350168"/>
                </a:moveTo>
                <a:lnTo>
                  <a:pt x="116945" y="351392"/>
                </a:lnTo>
                <a:lnTo>
                  <a:pt x="115505" y="350780"/>
                </a:lnTo>
                <a:close/>
                <a:moveTo>
                  <a:pt x="8364" y="193798"/>
                </a:moveTo>
                <a:lnTo>
                  <a:pt x="8830" y="194428"/>
                </a:lnTo>
                <a:lnTo>
                  <a:pt x="8131" y="194113"/>
                </a:lnTo>
                <a:close/>
                <a:moveTo>
                  <a:pt x="104103" y="220127"/>
                </a:moveTo>
                <a:lnTo>
                  <a:pt x="105219" y="221658"/>
                </a:lnTo>
                <a:lnTo>
                  <a:pt x="103545" y="220892"/>
                </a:lnTo>
                <a:close/>
                <a:moveTo>
                  <a:pt x="21054" y="431545"/>
                </a:moveTo>
                <a:lnTo>
                  <a:pt x="22500" y="432506"/>
                </a:lnTo>
                <a:lnTo>
                  <a:pt x="20331" y="432025"/>
                </a:lnTo>
                <a:close/>
                <a:moveTo>
                  <a:pt x="87417" y="9284"/>
                </a:moveTo>
                <a:lnTo>
                  <a:pt x="87879" y="9643"/>
                </a:lnTo>
                <a:lnTo>
                  <a:pt x="87186" y="9464"/>
                </a:lnTo>
                <a:close/>
                <a:moveTo>
                  <a:pt x="9288" y="17930"/>
                </a:moveTo>
                <a:lnTo>
                  <a:pt x="10843" y="19562"/>
                </a:lnTo>
                <a:lnTo>
                  <a:pt x="8511" y="18746"/>
                </a:lnTo>
                <a:close/>
                <a:moveTo>
                  <a:pt x="108127" y="334670"/>
                </a:moveTo>
                <a:lnTo>
                  <a:pt x="110014" y="335529"/>
                </a:lnTo>
                <a:lnTo>
                  <a:pt x="107183" y="335100"/>
                </a:lnTo>
                <a:close/>
                <a:moveTo>
                  <a:pt x="64967" y="254125"/>
                </a:moveTo>
                <a:lnTo>
                  <a:pt x="65788" y="255721"/>
                </a:lnTo>
                <a:lnTo>
                  <a:pt x="64557" y="254923"/>
                </a:lnTo>
                <a:close/>
                <a:moveTo>
                  <a:pt x="44359" y="369115"/>
                </a:moveTo>
                <a:lnTo>
                  <a:pt x="46005" y="370400"/>
                </a:lnTo>
                <a:lnTo>
                  <a:pt x="43535" y="369758"/>
                </a:lnTo>
                <a:close/>
                <a:moveTo>
                  <a:pt x="92956" y="356171"/>
                </a:moveTo>
                <a:lnTo>
                  <a:pt x="94049" y="357532"/>
                </a:lnTo>
                <a:lnTo>
                  <a:pt x="92410" y="356852"/>
                </a:lnTo>
                <a:close/>
                <a:moveTo>
                  <a:pt x="47594" y="245405"/>
                </a:moveTo>
                <a:lnTo>
                  <a:pt x="48606" y="246200"/>
                </a:lnTo>
                <a:lnTo>
                  <a:pt x="47089" y="245803"/>
                </a:lnTo>
                <a:close/>
                <a:moveTo>
                  <a:pt x="20471" y="322043"/>
                </a:moveTo>
                <a:lnTo>
                  <a:pt x="21099" y="323256"/>
                </a:lnTo>
                <a:lnTo>
                  <a:pt x="20157" y="322649"/>
                </a:lnTo>
                <a:close/>
                <a:moveTo>
                  <a:pt x="5426" y="186232"/>
                </a:moveTo>
                <a:lnTo>
                  <a:pt x="6887" y="187905"/>
                </a:lnTo>
                <a:lnTo>
                  <a:pt x="4696" y="187069"/>
                </a:lnTo>
                <a:close/>
                <a:moveTo>
                  <a:pt x="80536" y="42558"/>
                </a:moveTo>
                <a:lnTo>
                  <a:pt x="80894" y="43534"/>
                </a:lnTo>
                <a:lnTo>
                  <a:pt x="80357" y="43046"/>
                </a:lnTo>
                <a:close/>
                <a:moveTo>
                  <a:pt x="113023" y="9303"/>
                </a:moveTo>
                <a:lnTo>
                  <a:pt x="113707" y="11084"/>
                </a:lnTo>
                <a:lnTo>
                  <a:pt x="112681" y="10194"/>
                </a:lnTo>
                <a:close/>
                <a:moveTo>
                  <a:pt x="42223" y="216200"/>
                </a:moveTo>
                <a:lnTo>
                  <a:pt x="43674" y="217035"/>
                </a:lnTo>
                <a:lnTo>
                  <a:pt x="41498" y="216618"/>
                </a:lnTo>
                <a:close/>
                <a:moveTo>
                  <a:pt x="59767" y="221742"/>
                </a:moveTo>
                <a:lnTo>
                  <a:pt x="60899" y="223534"/>
                </a:lnTo>
                <a:lnTo>
                  <a:pt x="59201" y="222638"/>
                </a:lnTo>
                <a:close/>
                <a:moveTo>
                  <a:pt x="111296" y="226613"/>
                </a:moveTo>
                <a:lnTo>
                  <a:pt x="113406" y="227876"/>
                </a:lnTo>
                <a:lnTo>
                  <a:pt x="110240" y="227245"/>
                </a:lnTo>
                <a:close/>
                <a:moveTo>
                  <a:pt x="113710" y="269411"/>
                </a:moveTo>
                <a:lnTo>
                  <a:pt x="114920" y="269930"/>
                </a:lnTo>
                <a:lnTo>
                  <a:pt x="113105" y="269670"/>
                </a:lnTo>
                <a:close/>
                <a:moveTo>
                  <a:pt x="134335" y="447601"/>
                </a:moveTo>
                <a:lnTo>
                  <a:pt x="136357" y="449330"/>
                </a:lnTo>
                <a:lnTo>
                  <a:pt x="133324" y="448466"/>
                </a:lnTo>
                <a:close/>
                <a:moveTo>
                  <a:pt x="45395" y="464564"/>
                </a:moveTo>
                <a:lnTo>
                  <a:pt x="46497" y="465840"/>
                </a:lnTo>
                <a:lnTo>
                  <a:pt x="44844" y="465202"/>
                </a:lnTo>
                <a:close/>
                <a:moveTo>
                  <a:pt x="56865" y="94569"/>
                </a:moveTo>
                <a:lnTo>
                  <a:pt x="57734" y="95707"/>
                </a:lnTo>
                <a:lnTo>
                  <a:pt x="56431" y="95138"/>
                </a:lnTo>
                <a:close/>
                <a:moveTo>
                  <a:pt x="118025" y="252545"/>
                </a:moveTo>
                <a:lnTo>
                  <a:pt x="119719" y="253767"/>
                </a:lnTo>
                <a:lnTo>
                  <a:pt x="117177" y="253156"/>
                </a:lnTo>
                <a:close/>
                <a:moveTo>
                  <a:pt x="62235" y="348637"/>
                </a:moveTo>
                <a:lnTo>
                  <a:pt x="63450" y="349373"/>
                </a:lnTo>
                <a:lnTo>
                  <a:pt x="61628" y="349005"/>
                </a:lnTo>
                <a:close/>
                <a:moveTo>
                  <a:pt x="58717" y="58372"/>
                </a:moveTo>
                <a:lnTo>
                  <a:pt x="59538" y="58701"/>
                </a:lnTo>
                <a:lnTo>
                  <a:pt x="58307" y="58536"/>
                </a:lnTo>
                <a:close/>
                <a:moveTo>
                  <a:pt x="89447" y="391454"/>
                </a:moveTo>
                <a:lnTo>
                  <a:pt x="90481" y="392754"/>
                </a:lnTo>
                <a:lnTo>
                  <a:pt x="88930" y="392104"/>
                </a:lnTo>
                <a:close/>
                <a:moveTo>
                  <a:pt x="52258" y="78"/>
                </a:moveTo>
                <a:lnTo>
                  <a:pt x="53016" y="655"/>
                </a:lnTo>
                <a:lnTo>
                  <a:pt x="51879" y="366"/>
                </a:lnTo>
                <a:close/>
                <a:moveTo>
                  <a:pt x="143573" y="142083"/>
                </a:moveTo>
                <a:lnTo>
                  <a:pt x="145560" y="142927"/>
                </a:lnTo>
                <a:lnTo>
                  <a:pt x="142580" y="142505"/>
                </a:lnTo>
                <a:close/>
                <a:moveTo>
                  <a:pt x="64846" y="418830"/>
                </a:moveTo>
                <a:lnTo>
                  <a:pt x="66770" y="420328"/>
                </a:lnTo>
                <a:lnTo>
                  <a:pt x="63884" y="419579"/>
                </a:lnTo>
                <a:close/>
                <a:moveTo>
                  <a:pt x="79002" y="148719"/>
                </a:moveTo>
                <a:lnTo>
                  <a:pt x="81024" y="150513"/>
                </a:lnTo>
                <a:lnTo>
                  <a:pt x="77991" y="149616"/>
                </a:lnTo>
                <a:close/>
                <a:moveTo>
                  <a:pt x="92817" y="46845"/>
                </a:moveTo>
                <a:lnTo>
                  <a:pt x="94075" y="48109"/>
                </a:lnTo>
                <a:lnTo>
                  <a:pt x="92189" y="47477"/>
                </a:lnTo>
                <a:close/>
                <a:moveTo>
                  <a:pt x="131987" y="340321"/>
                </a:moveTo>
                <a:lnTo>
                  <a:pt x="132747" y="342033"/>
                </a:lnTo>
                <a:lnTo>
                  <a:pt x="131607" y="341177"/>
                </a:lnTo>
                <a:close/>
                <a:moveTo>
                  <a:pt x="21471" y="72872"/>
                </a:moveTo>
                <a:lnTo>
                  <a:pt x="23592" y="73802"/>
                </a:lnTo>
                <a:lnTo>
                  <a:pt x="20411" y="73337"/>
                </a:lnTo>
                <a:close/>
                <a:moveTo>
                  <a:pt x="78396" y="77113"/>
                </a:moveTo>
                <a:lnTo>
                  <a:pt x="80397" y="77532"/>
                </a:lnTo>
                <a:lnTo>
                  <a:pt x="77396" y="77322"/>
                </a:lnTo>
                <a:close/>
                <a:moveTo>
                  <a:pt x="99250" y="5715"/>
                </a:moveTo>
                <a:lnTo>
                  <a:pt x="100479" y="6897"/>
                </a:lnTo>
                <a:lnTo>
                  <a:pt x="98635" y="6306"/>
                </a:lnTo>
                <a:close/>
                <a:moveTo>
                  <a:pt x="83784" y="463610"/>
                </a:moveTo>
                <a:lnTo>
                  <a:pt x="85857" y="465236"/>
                </a:lnTo>
                <a:lnTo>
                  <a:pt x="82748" y="464423"/>
                </a:lnTo>
                <a:close/>
                <a:moveTo>
                  <a:pt x="98327" y="184973"/>
                </a:moveTo>
                <a:lnTo>
                  <a:pt x="99560" y="186231"/>
                </a:lnTo>
                <a:lnTo>
                  <a:pt x="97711" y="185602"/>
                </a:lnTo>
                <a:close/>
                <a:moveTo>
                  <a:pt x="55371" y="292411"/>
                </a:moveTo>
                <a:lnTo>
                  <a:pt x="56611" y="293753"/>
                </a:lnTo>
                <a:lnTo>
                  <a:pt x="54751" y="293082"/>
                </a:lnTo>
                <a:close/>
                <a:moveTo>
                  <a:pt x="117562" y="82031"/>
                </a:moveTo>
                <a:lnTo>
                  <a:pt x="119481" y="83461"/>
                </a:lnTo>
                <a:lnTo>
                  <a:pt x="116602" y="82746"/>
                </a:lnTo>
                <a:close/>
                <a:moveTo>
                  <a:pt x="71382" y="159180"/>
                </a:moveTo>
                <a:lnTo>
                  <a:pt x="72031" y="160925"/>
                </a:lnTo>
                <a:lnTo>
                  <a:pt x="71058" y="160052"/>
                </a:lnTo>
                <a:close/>
                <a:moveTo>
                  <a:pt x="140746" y="15462"/>
                </a:moveTo>
                <a:lnTo>
                  <a:pt x="142875" y="16157"/>
                </a:lnTo>
                <a:lnTo>
                  <a:pt x="139682" y="15809"/>
                </a:lnTo>
                <a:close/>
                <a:moveTo>
                  <a:pt x="59943" y="340334"/>
                </a:moveTo>
                <a:lnTo>
                  <a:pt x="60820" y="341398"/>
                </a:lnTo>
                <a:lnTo>
                  <a:pt x="59505" y="340866"/>
                </a:lnTo>
                <a:close/>
                <a:moveTo>
                  <a:pt x="33416" y="412310"/>
                </a:moveTo>
                <a:lnTo>
                  <a:pt x="35372" y="414048"/>
                </a:lnTo>
                <a:lnTo>
                  <a:pt x="32438" y="413179"/>
                </a:lnTo>
                <a:close/>
                <a:moveTo>
                  <a:pt x="70269" y="112562"/>
                </a:moveTo>
                <a:lnTo>
                  <a:pt x="71539" y="113907"/>
                </a:lnTo>
                <a:lnTo>
                  <a:pt x="69634" y="113235"/>
                </a:lnTo>
                <a:close/>
                <a:moveTo>
                  <a:pt x="109865" y="204132"/>
                </a:moveTo>
                <a:lnTo>
                  <a:pt x="111571" y="205154"/>
                </a:lnTo>
                <a:lnTo>
                  <a:pt x="109011" y="204643"/>
                </a:lnTo>
                <a:close/>
                <a:moveTo>
                  <a:pt x="71480" y="464566"/>
                </a:moveTo>
                <a:lnTo>
                  <a:pt x="72009" y="465984"/>
                </a:lnTo>
                <a:lnTo>
                  <a:pt x="71215" y="465275"/>
                </a:lnTo>
                <a:close/>
                <a:moveTo>
                  <a:pt x="142216" y="447820"/>
                </a:moveTo>
                <a:lnTo>
                  <a:pt x="144013" y="448704"/>
                </a:lnTo>
                <a:lnTo>
                  <a:pt x="141317" y="448262"/>
                </a:lnTo>
                <a:close/>
                <a:moveTo>
                  <a:pt x="29056" y="409966"/>
                </a:moveTo>
                <a:lnTo>
                  <a:pt x="31102" y="410645"/>
                </a:lnTo>
                <a:lnTo>
                  <a:pt x="28033" y="410306"/>
                </a:lnTo>
                <a:close/>
                <a:moveTo>
                  <a:pt x="42750" y="10389"/>
                </a:moveTo>
                <a:lnTo>
                  <a:pt x="43140" y="12155"/>
                </a:lnTo>
                <a:lnTo>
                  <a:pt x="42555" y="11272"/>
                </a:lnTo>
                <a:close/>
                <a:moveTo>
                  <a:pt x="43997" y="48596"/>
                </a:moveTo>
                <a:lnTo>
                  <a:pt x="44467" y="50126"/>
                </a:lnTo>
                <a:lnTo>
                  <a:pt x="43761" y="49361"/>
                </a:lnTo>
                <a:close/>
                <a:moveTo>
                  <a:pt x="120121" y="305125"/>
                </a:moveTo>
                <a:lnTo>
                  <a:pt x="122192" y="305739"/>
                </a:lnTo>
                <a:lnTo>
                  <a:pt x="119085" y="305432"/>
                </a:lnTo>
                <a:close/>
                <a:moveTo>
                  <a:pt x="26769" y="100027"/>
                </a:moveTo>
                <a:lnTo>
                  <a:pt x="27768" y="101178"/>
                </a:lnTo>
                <a:lnTo>
                  <a:pt x="26270" y="100603"/>
                </a:lnTo>
                <a:close/>
                <a:moveTo>
                  <a:pt x="68807" y="175619"/>
                </a:moveTo>
                <a:lnTo>
                  <a:pt x="70550" y="177030"/>
                </a:lnTo>
                <a:lnTo>
                  <a:pt x="67936" y="176324"/>
                </a:lnTo>
                <a:close/>
                <a:moveTo>
                  <a:pt x="131185" y="99687"/>
                </a:moveTo>
                <a:lnTo>
                  <a:pt x="132523" y="100427"/>
                </a:lnTo>
                <a:lnTo>
                  <a:pt x="130516" y="100057"/>
                </a:lnTo>
                <a:close/>
                <a:moveTo>
                  <a:pt x="13599" y="402711"/>
                </a:moveTo>
                <a:lnTo>
                  <a:pt x="15708" y="404505"/>
                </a:lnTo>
                <a:lnTo>
                  <a:pt x="12544" y="403608"/>
                </a:lnTo>
                <a:close/>
                <a:moveTo>
                  <a:pt x="69990" y="91648"/>
                </a:moveTo>
                <a:lnTo>
                  <a:pt x="70409" y="92563"/>
                </a:lnTo>
                <a:lnTo>
                  <a:pt x="69781" y="92105"/>
                </a:lnTo>
                <a:close/>
                <a:moveTo>
                  <a:pt x="14464" y="222138"/>
                </a:moveTo>
                <a:lnTo>
                  <a:pt x="15288" y="223325"/>
                </a:lnTo>
                <a:lnTo>
                  <a:pt x="14052" y="222732"/>
                </a:lnTo>
                <a:close/>
                <a:moveTo>
                  <a:pt x="3630" y="230995"/>
                </a:moveTo>
                <a:lnTo>
                  <a:pt x="4707" y="232155"/>
                </a:lnTo>
                <a:lnTo>
                  <a:pt x="3091" y="231575"/>
                </a:lnTo>
                <a:close/>
                <a:moveTo>
                  <a:pt x="39190" y="393034"/>
                </a:moveTo>
                <a:lnTo>
                  <a:pt x="40210" y="393701"/>
                </a:lnTo>
                <a:lnTo>
                  <a:pt x="38680" y="393368"/>
                </a:lnTo>
                <a:close/>
                <a:moveTo>
                  <a:pt x="95650" y="361376"/>
                </a:moveTo>
                <a:lnTo>
                  <a:pt x="96259" y="362734"/>
                </a:lnTo>
                <a:lnTo>
                  <a:pt x="95345" y="362055"/>
                </a:lnTo>
                <a:close/>
                <a:moveTo>
                  <a:pt x="82424" y="369363"/>
                </a:moveTo>
                <a:lnTo>
                  <a:pt x="83402" y="369969"/>
                </a:lnTo>
                <a:lnTo>
                  <a:pt x="81936" y="369666"/>
                </a:lnTo>
                <a:close/>
                <a:moveTo>
                  <a:pt x="95423" y="452003"/>
                </a:moveTo>
                <a:lnTo>
                  <a:pt x="96133" y="452474"/>
                </a:lnTo>
                <a:lnTo>
                  <a:pt x="95068" y="452239"/>
                </a:lnTo>
                <a:close/>
                <a:moveTo>
                  <a:pt x="97531" y="433058"/>
                </a:moveTo>
                <a:lnTo>
                  <a:pt x="97987" y="434497"/>
                </a:lnTo>
                <a:lnTo>
                  <a:pt x="97303" y="433778"/>
                </a:lnTo>
                <a:close/>
                <a:moveTo>
                  <a:pt x="135862" y="131850"/>
                </a:moveTo>
                <a:lnTo>
                  <a:pt x="136437" y="132301"/>
                </a:lnTo>
                <a:lnTo>
                  <a:pt x="135575" y="132076"/>
                </a:lnTo>
                <a:close/>
                <a:moveTo>
                  <a:pt x="127567" y="73105"/>
                </a:moveTo>
                <a:lnTo>
                  <a:pt x="129185" y="74790"/>
                </a:lnTo>
                <a:lnTo>
                  <a:pt x="126757" y="73947"/>
                </a:lnTo>
                <a:close/>
                <a:moveTo>
                  <a:pt x="101380" y="225263"/>
                </a:moveTo>
                <a:lnTo>
                  <a:pt x="102634" y="225886"/>
                </a:lnTo>
                <a:lnTo>
                  <a:pt x="100753" y="225575"/>
                </a:lnTo>
                <a:close/>
                <a:moveTo>
                  <a:pt x="53156" y="272103"/>
                </a:moveTo>
                <a:lnTo>
                  <a:pt x="55324" y="273524"/>
                </a:lnTo>
                <a:lnTo>
                  <a:pt x="52071" y="272814"/>
                </a:lnTo>
                <a:close/>
                <a:moveTo>
                  <a:pt x="2514" y="8570"/>
                </a:moveTo>
                <a:lnTo>
                  <a:pt x="4133" y="9638"/>
                </a:lnTo>
                <a:lnTo>
                  <a:pt x="1704" y="9104"/>
                </a:lnTo>
                <a:close/>
                <a:moveTo>
                  <a:pt x="49127" y="417975"/>
                </a:moveTo>
                <a:lnTo>
                  <a:pt x="50124" y="419582"/>
                </a:lnTo>
                <a:lnTo>
                  <a:pt x="48628" y="418779"/>
                </a:lnTo>
                <a:close/>
                <a:moveTo>
                  <a:pt x="103848" y="306190"/>
                </a:moveTo>
                <a:lnTo>
                  <a:pt x="104295" y="307442"/>
                </a:lnTo>
                <a:lnTo>
                  <a:pt x="103624" y="306816"/>
                </a:lnTo>
                <a:close/>
                <a:moveTo>
                  <a:pt x="143723" y="339411"/>
                </a:moveTo>
                <a:lnTo>
                  <a:pt x="144601" y="340842"/>
                </a:lnTo>
                <a:lnTo>
                  <a:pt x="143284" y="340127"/>
                </a:lnTo>
                <a:close/>
                <a:moveTo>
                  <a:pt x="109892" y="211024"/>
                </a:moveTo>
                <a:lnTo>
                  <a:pt x="111651" y="212244"/>
                </a:lnTo>
                <a:lnTo>
                  <a:pt x="109013" y="211634"/>
                </a:lnTo>
                <a:close/>
                <a:moveTo>
                  <a:pt x="116955" y="301322"/>
                </a:moveTo>
                <a:lnTo>
                  <a:pt x="118978" y="302352"/>
                </a:lnTo>
                <a:lnTo>
                  <a:pt x="115944" y="301837"/>
                </a:lnTo>
                <a:close/>
                <a:moveTo>
                  <a:pt x="16387" y="68061"/>
                </a:moveTo>
                <a:lnTo>
                  <a:pt x="17810" y="69642"/>
                </a:lnTo>
                <a:lnTo>
                  <a:pt x="15675" y="68851"/>
                </a:lnTo>
                <a:close/>
                <a:moveTo>
                  <a:pt x="42327" y="375352"/>
                </a:moveTo>
                <a:lnTo>
                  <a:pt x="43775" y="376584"/>
                </a:lnTo>
                <a:lnTo>
                  <a:pt x="41603" y="375968"/>
                </a:lnTo>
                <a:close/>
                <a:moveTo>
                  <a:pt x="121329" y="352947"/>
                </a:moveTo>
                <a:lnTo>
                  <a:pt x="121890" y="354076"/>
                </a:lnTo>
                <a:lnTo>
                  <a:pt x="121049" y="353511"/>
                </a:lnTo>
                <a:close/>
                <a:moveTo>
                  <a:pt x="5527" y="340972"/>
                </a:moveTo>
                <a:lnTo>
                  <a:pt x="5972" y="342210"/>
                </a:lnTo>
                <a:lnTo>
                  <a:pt x="5305" y="341591"/>
                </a:lnTo>
                <a:close/>
                <a:moveTo>
                  <a:pt x="140735" y="329155"/>
                </a:moveTo>
                <a:lnTo>
                  <a:pt x="142876" y="329588"/>
                </a:lnTo>
                <a:lnTo>
                  <a:pt x="139664" y="329372"/>
                </a:lnTo>
                <a:close/>
                <a:moveTo>
                  <a:pt x="8570" y="412958"/>
                </a:moveTo>
                <a:lnTo>
                  <a:pt x="9850" y="414312"/>
                </a:lnTo>
                <a:lnTo>
                  <a:pt x="7929" y="413635"/>
                </a:lnTo>
                <a:close/>
                <a:moveTo>
                  <a:pt x="42124" y="237357"/>
                </a:moveTo>
                <a:lnTo>
                  <a:pt x="43396" y="237897"/>
                </a:lnTo>
                <a:lnTo>
                  <a:pt x="41488" y="237627"/>
                </a:lnTo>
                <a:close/>
                <a:moveTo>
                  <a:pt x="20415" y="240929"/>
                </a:moveTo>
                <a:lnTo>
                  <a:pt x="22172" y="241937"/>
                </a:lnTo>
                <a:lnTo>
                  <a:pt x="19536" y="241433"/>
                </a:lnTo>
                <a:close/>
                <a:moveTo>
                  <a:pt x="55779" y="306916"/>
                </a:moveTo>
                <a:lnTo>
                  <a:pt x="57005" y="308478"/>
                </a:lnTo>
                <a:lnTo>
                  <a:pt x="55166" y="307697"/>
                </a:lnTo>
                <a:close/>
                <a:moveTo>
                  <a:pt x="58086" y="65593"/>
                </a:moveTo>
                <a:lnTo>
                  <a:pt x="59263" y="67293"/>
                </a:lnTo>
                <a:lnTo>
                  <a:pt x="57498" y="66443"/>
                </a:lnTo>
                <a:close/>
                <a:moveTo>
                  <a:pt x="23751" y="301176"/>
                </a:moveTo>
                <a:lnTo>
                  <a:pt x="24583" y="302907"/>
                </a:lnTo>
                <a:lnTo>
                  <a:pt x="23335" y="302042"/>
                </a:lnTo>
                <a:close/>
                <a:moveTo>
                  <a:pt x="67867" y="53522"/>
                </a:moveTo>
                <a:lnTo>
                  <a:pt x="69153" y="55251"/>
                </a:lnTo>
                <a:lnTo>
                  <a:pt x="67223" y="54387"/>
                </a:lnTo>
                <a:close/>
                <a:moveTo>
                  <a:pt x="36689" y="1614"/>
                </a:moveTo>
                <a:lnTo>
                  <a:pt x="37909" y="2231"/>
                </a:lnTo>
                <a:lnTo>
                  <a:pt x="36078" y="1922"/>
                </a:lnTo>
                <a:close/>
                <a:moveTo>
                  <a:pt x="50666" y="359084"/>
                </a:moveTo>
                <a:lnTo>
                  <a:pt x="51175" y="359945"/>
                </a:lnTo>
                <a:lnTo>
                  <a:pt x="50412" y="359515"/>
                </a:lnTo>
                <a:close/>
                <a:moveTo>
                  <a:pt x="120640" y="324642"/>
                </a:moveTo>
                <a:lnTo>
                  <a:pt x="121245" y="325929"/>
                </a:lnTo>
                <a:lnTo>
                  <a:pt x="120338" y="325285"/>
                </a:lnTo>
                <a:close/>
                <a:moveTo>
                  <a:pt x="93271" y="392820"/>
                </a:moveTo>
                <a:lnTo>
                  <a:pt x="95297" y="394051"/>
                </a:lnTo>
                <a:lnTo>
                  <a:pt x="92257" y="393436"/>
                </a:lnTo>
                <a:close/>
                <a:moveTo>
                  <a:pt x="120963" y="391222"/>
                </a:moveTo>
                <a:lnTo>
                  <a:pt x="122659" y="392442"/>
                </a:lnTo>
                <a:lnTo>
                  <a:pt x="120115" y="391832"/>
                </a:lnTo>
                <a:close/>
                <a:moveTo>
                  <a:pt x="83089" y="371644"/>
                </a:moveTo>
                <a:lnTo>
                  <a:pt x="85144" y="372813"/>
                </a:lnTo>
                <a:lnTo>
                  <a:pt x="82062" y="372229"/>
                </a:lnTo>
                <a:close/>
                <a:moveTo>
                  <a:pt x="108069" y="86730"/>
                </a:moveTo>
                <a:lnTo>
                  <a:pt x="109052" y="87106"/>
                </a:lnTo>
                <a:lnTo>
                  <a:pt x="107577" y="86918"/>
                </a:lnTo>
                <a:close/>
                <a:moveTo>
                  <a:pt x="142687" y="381325"/>
                </a:moveTo>
                <a:lnTo>
                  <a:pt x="143321" y="382791"/>
                </a:lnTo>
                <a:lnTo>
                  <a:pt x="142370" y="382058"/>
                </a:lnTo>
                <a:close/>
                <a:moveTo>
                  <a:pt x="10926" y="31678"/>
                </a:moveTo>
                <a:lnTo>
                  <a:pt x="12899" y="32633"/>
                </a:lnTo>
                <a:lnTo>
                  <a:pt x="9939" y="32155"/>
                </a:lnTo>
                <a:close/>
                <a:moveTo>
                  <a:pt x="42846" y="187038"/>
                </a:moveTo>
                <a:lnTo>
                  <a:pt x="43697" y="188779"/>
                </a:lnTo>
                <a:lnTo>
                  <a:pt x="42420" y="187908"/>
                </a:lnTo>
                <a:close/>
                <a:moveTo>
                  <a:pt x="12131" y="470130"/>
                </a:moveTo>
                <a:lnTo>
                  <a:pt x="12558" y="471352"/>
                </a:lnTo>
                <a:lnTo>
                  <a:pt x="11917" y="470741"/>
                </a:lnTo>
                <a:close/>
                <a:moveTo>
                  <a:pt x="124342" y="460670"/>
                </a:moveTo>
                <a:lnTo>
                  <a:pt x="125106" y="461365"/>
                </a:lnTo>
                <a:lnTo>
                  <a:pt x="123960" y="461018"/>
                </a:lnTo>
                <a:close/>
                <a:moveTo>
                  <a:pt x="109029" y="253542"/>
                </a:moveTo>
                <a:lnTo>
                  <a:pt x="111081" y="254303"/>
                </a:lnTo>
                <a:lnTo>
                  <a:pt x="108003" y="253923"/>
                </a:lnTo>
                <a:close/>
                <a:moveTo>
                  <a:pt x="105350" y="426062"/>
                </a:moveTo>
                <a:lnTo>
                  <a:pt x="106013" y="427633"/>
                </a:lnTo>
                <a:lnTo>
                  <a:pt x="105018" y="426848"/>
                </a:lnTo>
                <a:close/>
                <a:moveTo>
                  <a:pt x="86954" y="303559"/>
                </a:moveTo>
                <a:lnTo>
                  <a:pt x="87985" y="305158"/>
                </a:lnTo>
                <a:lnTo>
                  <a:pt x="86439" y="304359"/>
                </a:lnTo>
                <a:close/>
                <a:moveTo>
                  <a:pt x="138255" y="202251"/>
                </a:moveTo>
                <a:lnTo>
                  <a:pt x="139101" y="203922"/>
                </a:lnTo>
                <a:lnTo>
                  <a:pt x="137832" y="203086"/>
                </a:lnTo>
                <a:close/>
                <a:moveTo>
                  <a:pt x="110996" y="408558"/>
                </a:moveTo>
                <a:lnTo>
                  <a:pt x="113173" y="409426"/>
                </a:lnTo>
                <a:lnTo>
                  <a:pt x="109907" y="408992"/>
                </a:lnTo>
                <a:close/>
                <a:moveTo>
                  <a:pt x="18688" y="334570"/>
                </a:moveTo>
                <a:lnTo>
                  <a:pt x="19087" y="334976"/>
                </a:lnTo>
                <a:lnTo>
                  <a:pt x="18488" y="334773"/>
                </a:lnTo>
                <a:close/>
                <a:moveTo>
                  <a:pt x="128557" y="44741"/>
                </a:moveTo>
                <a:lnTo>
                  <a:pt x="129548" y="45761"/>
                </a:lnTo>
                <a:lnTo>
                  <a:pt x="128062" y="45251"/>
                </a:lnTo>
                <a:close/>
                <a:moveTo>
                  <a:pt x="78413" y="116014"/>
                </a:moveTo>
                <a:lnTo>
                  <a:pt x="80085" y="117534"/>
                </a:lnTo>
                <a:lnTo>
                  <a:pt x="77577" y="116774"/>
                </a:lnTo>
                <a:close/>
                <a:moveTo>
                  <a:pt x="56518" y="311338"/>
                </a:moveTo>
                <a:lnTo>
                  <a:pt x="58295" y="312892"/>
                </a:lnTo>
                <a:lnTo>
                  <a:pt x="55630" y="312115"/>
                </a:lnTo>
                <a:close/>
                <a:moveTo>
                  <a:pt x="2008" y="464686"/>
                </a:moveTo>
                <a:lnTo>
                  <a:pt x="2952" y="465212"/>
                </a:lnTo>
                <a:lnTo>
                  <a:pt x="1536" y="464949"/>
                </a:lnTo>
                <a:close/>
                <a:moveTo>
                  <a:pt x="101331" y="368194"/>
                </a:moveTo>
                <a:lnTo>
                  <a:pt x="102123" y="368626"/>
                </a:lnTo>
                <a:lnTo>
                  <a:pt x="100934" y="368410"/>
                </a:lnTo>
                <a:close/>
                <a:moveTo>
                  <a:pt x="71798" y="163481"/>
                </a:moveTo>
                <a:lnTo>
                  <a:pt x="72162" y="164813"/>
                </a:lnTo>
                <a:lnTo>
                  <a:pt x="71616" y="164147"/>
                </a:lnTo>
                <a:close/>
                <a:moveTo>
                  <a:pt x="91945" y="395740"/>
                </a:moveTo>
                <a:lnTo>
                  <a:pt x="93785" y="397434"/>
                </a:lnTo>
                <a:lnTo>
                  <a:pt x="91026" y="396587"/>
                </a:lnTo>
                <a:close/>
                <a:moveTo>
                  <a:pt x="39373" y="138518"/>
                </a:moveTo>
                <a:lnTo>
                  <a:pt x="39988" y="140261"/>
                </a:lnTo>
                <a:lnTo>
                  <a:pt x="39065" y="139390"/>
                </a:lnTo>
                <a:close/>
                <a:moveTo>
                  <a:pt x="13821" y="137341"/>
                </a:moveTo>
                <a:lnTo>
                  <a:pt x="16002" y="138189"/>
                </a:lnTo>
                <a:lnTo>
                  <a:pt x="12730" y="137765"/>
                </a:lnTo>
                <a:close/>
                <a:moveTo>
                  <a:pt x="130964" y="413539"/>
                </a:moveTo>
                <a:lnTo>
                  <a:pt x="131527" y="414673"/>
                </a:lnTo>
                <a:lnTo>
                  <a:pt x="130683" y="414106"/>
                </a:lnTo>
                <a:close/>
                <a:moveTo>
                  <a:pt x="25161" y="274615"/>
                </a:moveTo>
                <a:lnTo>
                  <a:pt x="26785" y="275201"/>
                </a:lnTo>
                <a:lnTo>
                  <a:pt x="24349" y="274908"/>
                </a:lnTo>
                <a:close/>
                <a:moveTo>
                  <a:pt x="94832" y="187998"/>
                </a:moveTo>
                <a:lnTo>
                  <a:pt x="96579" y="189241"/>
                </a:lnTo>
                <a:lnTo>
                  <a:pt x="93958" y="188620"/>
                </a:lnTo>
                <a:close/>
                <a:moveTo>
                  <a:pt x="50916" y="370154"/>
                </a:moveTo>
                <a:lnTo>
                  <a:pt x="52012" y="371082"/>
                </a:lnTo>
                <a:lnTo>
                  <a:pt x="50368" y="370618"/>
                </a:lnTo>
                <a:close/>
                <a:moveTo>
                  <a:pt x="110910" y="63959"/>
                </a:moveTo>
                <a:lnTo>
                  <a:pt x="112295" y="64278"/>
                </a:lnTo>
                <a:lnTo>
                  <a:pt x="110217" y="64119"/>
                </a:lnTo>
                <a:close/>
                <a:moveTo>
                  <a:pt x="82946" y="19209"/>
                </a:moveTo>
                <a:lnTo>
                  <a:pt x="83955" y="20020"/>
                </a:lnTo>
                <a:lnTo>
                  <a:pt x="82442" y="19614"/>
                </a:lnTo>
                <a:close/>
                <a:moveTo>
                  <a:pt x="9330" y="55976"/>
                </a:moveTo>
                <a:lnTo>
                  <a:pt x="11361" y="56411"/>
                </a:lnTo>
                <a:lnTo>
                  <a:pt x="8314" y="56194"/>
                </a:lnTo>
                <a:close/>
                <a:moveTo>
                  <a:pt x="25082" y="184034"/>
                </a:moveTo>
                <a:lnTo>
                  <a:pt x="26434" y="184615"/>
                </a:lnTo>
                <a:lnTo>
                  <a:pt x="24406" y="184325"/>
                </a:lnTo>
                <a:close/>
                <a:moveTo>
                  <a:pt x="93864" y="93406"/>
                </a:moveTo>
                <a:lnTo>
                  <a:pt x="94409" y="93807"/>
                </a:lnTo>
                <a:lnTo>
                  <a:pt x="93591" y="93607"/>
                </a:lnTo>
                <a:close/>
                <a:moveTo>
                  <a:pt x="983" y="407288"/>
                </a:moveTo>
                <a:lnTo>
                  <a:pt x="2705" y="407942"/>
                </a:lnTo>
                <a:lnTo>
                  <a:pt x="122" y="407615"/>
                </a:lnTo>
                <a:close/>
                <a:moveTo>
                  <a:pt x="72907" y="138099"/>
                </a:moveTo>
                <a:lnTo>
                  <a:pt x="73500" y="139255"/>
                </a:lnTo>
                <a:lnTo>
                  <a:pt x="72610" y="138677"/>
                </a:lnTo>
                <a:close/>
                <a:moveTo>
                  <a:pt x="80156" y="11031"/>
                </a:moveTo>
                <a:lnTo>
                  <a:pt x="81661" y="12519"/>
                </a:lnTo>
                <a:lnTo>
                  <a:pt x="79403" y="11775"/>
                </a:lnTo>
                <a:close/>
                <a:moveTo>
                  <a:pt x="84251" y="111005"/>
                </a:moveTo>
                <a:lnTo>
                  <a:pt x="85752" y="111722"/>
                </a:lnTo>
                <a:lnTo>
                  <a:pt x="83500" y="111364"/>
                </a:lnTo>
                <a:close/>
                <a:moveTo>
                  <a:pt x="82880" y="441981"/>
                </a:moveTo>
                <a:lnTo>
                  <a:pt x="83554" y="442459"/>
                </a:lnTo>
                <a:lnTo>
                  <a:pt x="82544" y="442220"/>
                </a:lnTo>
                <a:close/>
                <a:moveTo>
                  <a:pt x="29255" y="80169"/>
                </a:moveTo>
                <a:lnTo>
                  <a:pt x="30859" y="81969"/>
                </a:lnTo>
                <a:lnTo>
                  <a:pt x="28454" y="81069"/>
                </a:lnTo>
                <a:close/>
                <a:moveTo>
                  <a:pt x="28209" y="344550"/>
                </a:moveTo>
                <a:lnTo>
                  <a:pt x="29272" y="346209"/>
                </a:lnTo>
                <a:lnTo>
                  <a:pt x="27678" y="345380"/>
                </a:lnTo>
                <a:close/>
                <a:moveTo>
                  <a:pt x="92062" y="40648"/>
                </a:moveTo>
                <a:lnTo>
                  <a:pt x="92753" y="40987"/>
                </a:lnTo>
                <a:lnTo>
                  <a:pt x="91716" y="40817"/>
                </a:lnTo>
                <a:close/>
                <a:moveTo>
                  <a:pt x="61680" y="197800"/>
                </a:moveTo>
                <a:lnTo>
                  <a:pt x="63342" y="198931"/>
                </a:lnTo>
                <a:lnTo>
                  <a:pt x="60848" y="198365"/>
                </a:lnTo>
                <a:close/>
                <a:moveTo>
                  <a:pt x="127399" y="162855"/>
                </a:moveTo>
                <a:lnTo>
                  <a:pt x="129205" y="163334"/>
                </a:lnTo>
                <a:lnTo>
                  <a:pt x="126496" y="163095"/>
                </a:lnTo>
                <a:close/>
                <a:moveTo>
                  <a:pt x="73163" y="446514"/>
                </a:moveTo>
                <a:lnTo>
                  <a:pt x="74239" y="447619"/>
                </a:lnTo>
                <a:lnTo>
                  <a:pt x="72626" y="447067"/>
                </a:lnTo>
                <a:close/>
                <a:moveTo>
                  <a:pt x="40866" y="97218"/>
                </a:moveTo>
                <a:lnTo>
                  <a:pt x="41782" y="97787"/>
                </a:lnTo>
                <a:lnTo>
                  <a:pt x="40408" y="97502"/>
                </a:lnTo>
                <a:close/>
                <a:moveTo>
                  <a:pt x="141252" y="416756"/>
                </a:moveTo>
                <a:lnTo>
                  <a:pt x="142033" y="418084"/>
                </a:lnTo>
                <a:lnTo>
                  <a:pt x="140861" y="417420"/>
                </a:lnTo>
                <a:close/>
                <a:moveTo>
                  <a:pt x="69143" y="270999"/>
                </a:moveTo>
                <a:lnTo>
                  <a:pt x="70722" y="271987"/>
                </a:lnTo>
                <a:lnTo>
                  <a:pt x="68353" y="271493"/>
                </a:lnTo>
                <a:close/>
                <a:moveTo>
                  <a:pt x="139628" y="267109"/>
                </a:moveTo>
                <a:lnTo>
                  <a:pt x="140260" y="267704"/>
                </a:lnTo>
                <a:lnTo>
                  <a:pt x="139312" y="267406"/>
                </a:lnTo>
                <a:close/>
                <a:moveTo>
                  <a:pt x="131002" y="334914"/>
                </a:moveTo>
                <a:lnTo>
                  <a:pt x="133198" y="335729"/>
                </a:lnTo>
                <a:lnTo>
                  <a:pt x="129904" y="335321"/>
                </a:lnTo>
                <a:close/>
                <a:moveTo>
                  <a:pt x="35847" y="21467"/>
                </a:moveTo>
                <a:lnTo>
                  <a:pt x="36639" y="22855"/>
                </a:lnTo>
                <a:lnTo>
                  <a:pt x="35450" y="22161"/>
                </a:lnTo>
                <a:close/>
                <a:moveTo>
                  <a:pt x="132239" y="420971"/>
                </a:moveTo>
                <a:lnTo>
                  <a:pt x="134213" y="421522"/>
                </a:lnTo>
                <a:lnTo>
                  <a:pt x="131252" y="421247"/>
                </a:lnTo>
                <a:close/>
                <a:moveTo>
                  <a:pt x="68323" y="248221"/>
                </a:moveTo>
                <a:lnTo>
                  <a:pt x="68689" y="249836"/>
                </a:lnTo>
                <a:lnTo>
                  <a:pt x="68141" y="249028"/>
                </a:lnTo>
                <a:close/>
                <a:moveTo>
                  <a:pt x="51318" y="440130"/>
                </a:moveTo>
                <a:lnTo>
                  <a:pt x="52478" y="441839"/>
                </a:lnTo>
                <a:lnTo>
                  <a:pt x="50737" y="440985"/>
                </a:lnTo>
                <a:close/>
                <a:moveTo>
                  <a:pt x="55765" y="276582"/>
                </a:moveTo>
                <a:lnTo>
                  <a:pt x="56610" y="277089"/>
                </a:lnTo>
                <a:lnTo>
                  <a:pt x="55342" y="276835"/>
                </a:lnTo>
                <a:close/>
                <a:moveTo>
                  <a:pt x="26189" y="252218"/>
                </a:moveTo>
                <a:lnTo>
                  <a:pt x="27212" y="253175"/>
                </a:lnTo>
                <a:lnTo>
                  <a:pt x="25677" y="252697"/>
                </a:lnTo>
                <a:close/>
                <a:moveTo>
                  <a:pt x="143041" y="308151"/>
                </a:moveTo>
                <a:lnTo>
                  <a:pt x="144655" y="309388"/>
                </a:lnTo>
                <a:lnTo>
                  <a:pt x="142235" y="308769"/>
                </a:lnTo>
                <a:close/>
                <a:moveTo>
                  <a:pt x="42204" y="68522"/>
                </a:moveTo>
                <a:lnTo>
                  <a:pt x="44277" y="69109"/>
                </a:lnTo>
                <a:lnTo>
                  <a:pt x="41168" y="68815"/>
                </a:lnTo>
                <a:close/>
                <a:moveTo>
                  <a:pt x="112635" y="81737"/>
                </a:moveTo>
                <a:lnTo>
                  <a:pt x="113290" y="82420"/>
                </a:lnTo>
                <a:lnTo>
                  <a:pt x="112307" y="82078"/>
                </a:lnTo>
                <a:close/>
                <a:moveTo>
                  <a:pt x="65114" y="338841"/>
                </a:moveTo>
                <a:lnTo>
                  <a:pt x="67129" y="339675"/>
                </a:lnTo>
                <a:lnTo>
                  <a:pt x="64107" y="339258"/>
                </a:lnTo>
                <a:close/>
                <a:moveTo>
                  <a:pt x="114738" y="355949"/>
                </a:moveTo>
                <a:lnTo>
                  <a:pt x="116763" y="357547"/>
                </a:lnTo>
                <a:lnTo>
                  <a:pt x="113726" y="356748"/>
                </a:lnTo>
                <a:close/>
                <a:moveTo>
                  <a:pt x="122645" y="395152"/>
                </a:moveTo>
                <a:lnTo>
                  <a:pt x="124533" y="396731"/>
                </a:lnTo>
                <a:lnTo>
                  <a:pt x="121701" y="395941"/>
                </a:lnTo>
                <a:close/>
                <a:moveTo>
                  <a:pt x="47246" y="443478"/>
                </a:moveTo>
                <a:lnTo>
                  <a:pt x="48366" y="443945"/>
                </a:lnTo>
                <a:lnTo>
                  <a:pt x="46686" y="443712"/>
                </a:lnTo>
                <a:close/>
                <a:moveTo>
                  <a:pt x="63443" y="306417"/>
                </a:moveTo>
                <a:lnTo>
                  <a:pt x="64821" y="308094"/>
                </a:lnTo>
                <a:lnTo>
                  <a:pt x="62754" y="307256"/>
                </a:lnTo>
                <a:close/>
                <a:moveTo>
                  <a:pt x="1962" y="69545"/>
                </a:moveTo>
                <a:lnTo>
                  <a:pt x="2407" y="70144"/>
                </a:lnTo>
                <a:lnTo>
                  <a:pt x="1740" y="69845"/>
                </a:lnTo>
                <a:close/>
                <a:moveTo>
                  <a:pt x="82264" y="83508"/>
                </a:moveTo>
                <a:lnTo>
                  <a:pt x="83191" y="84891"/>
                </a:lnTo>
                <a:lnTo>
                  <a:pt x="81801" y="84200"/>
                </a:lnTo>
                <a:close/>
                <a:moveTo>
                  <a:pt x="54541" y="435696"/>
                </a:moveTo>
                <a:lnTo>
                  <a:pt x="56376" y="436767"/>
                </a:lnTo>
                <a:lnTo>
                  <a:pt x="53624" y="436231"/>
                </a:lnTo>
                <a:close/>
                <a:moveTo>
                  <a:pt x="8767" y="196346"/>
                </a:moveTo>
                <a:lnTo>
                  <a:pt x="10116" y="198079"/>
                </a:lnTo>
                <a:lnTo>
                  <a:pt x="8093" y="197212"/>
                </a:lnTo>
                <a:close/>
                <a:moveTo>
                  <a:pt x="4051" y="136429"/>
                </a:moveTo>
                <a:lnTo>
                  <a:pt x="5161" y="137383"/>
                </a:lnTo>
                <a:lnTo>
                  <a:pt x="3496" y="136906"/>
                </a:lnTo>
                <a:close/>
                <a:moveTo>
                  <a:pt x="23276" y="411233"/>
                </a:moveTo>
                <a:lnTo>
                  <a:pt x="23929" y="412987"/>
                </a:lnTo>
                <a:lnTo>
                  <a:pt x="22949" y="412110"/>
                </a:lnTo>
                <a:close/>
                <a:moveTo>
                  <a:pt x="94863" y="22601"/>
                </a:moveTo>
                <a:lnTo>
                  <a:pt x="96661" y="23214"/>
                </a:lnTo>
                <a:lnTo>
                  <a:pt x="93964" y="22908"/>
                </a:lnTo>
                <a:close/>
                <a:moveTo>
                  <a:pt x="1653" y="107855"/>
                </a:moveTo>
                <a:lnTo>
                  <a:pt x="2040" y="108575"/>
                </a:lnTo>
                <a:lnTo>
                  <a:pt x="1460" y="108215"/>
                </a:lnTo>
                <a:close/>
                <a:moveTo>
                  <a:pt x="10831" y="23057"/>
                </a:moveTo>
                <a:lnTo>
                  <a:pt x="11754" y="23367"/>
                </a:lnTo>
                <a:lnTo>
                  <a:pt x="10370" y="23212"/>
                </a:lnTo>
                <a:close/>
                <a:moveTo>
                  <a:pt x="133784" y="27655"/>
                </a:moveTo>
                <a:lnTo>
                  <a:pt x="134208" y="28728"/>
                </a:lnTo>
                <a:lnTo>
                  <a:pt x="133572" y="28192"/>
                </a:lnTo>
                <a:close/>
                <a:moveTo>
                  <a:pt x="126381" y="445104"/>
                </a:moveTo>
                <a:lnTo>
                  <a:pt x="128166" y="445514"/>
                </a:lnTo>
                <a:lnTo>
                  <a:pt x="125489" y="445309"/>
                </a:lnTo>
                <a:close/>
                <a:moveTo>
                  <a:pt x="122710" y="91640"/>
                </a:moveTo>
                <a:lnTo>
                  <a:pt x="124591" y="93252"/>
                </a:lnTo>
                <a:lnTo>
                  <a:pt x="121769" y="92446"/>
                </a:lnTo>
                <a:close/>
                <a:moveTo>
                  <a:pt x="30111" y="347944"/>
                </a:moveTo>
                <a:lnTo>
                  <a:pt x="32004" y="348779"/>
                </a:lnTo>
                <a:lnTo>
                  <a:pt x="29165" y="348362"/>
                </a:lnTo>
                <a:close/>
                <a:moveTo>
                  <a:pt x="137292" y="253372"/>
                </a:moveTo>
                <a:lnTo>
                  <a:pt x="138271" y="254386"/>
                </a:lnTo>
                <a:lnTo>
                  <a:pt x="136802" y="253879"/>
                </a:lnTo>
                <a:close/>
                <a:moveTo>
                  <a:pt x="12810" y="412748"/>
                </a:moveTo>
                <a:lnTo>
                  <a:pt x="13713" y="414157"/>
                </a:lnTo>
                <a:lnTo>
                  <a:pt x="12359" y="413453"/>
                </a:lnTo>
                <a:close/>
                <a:moveTo>
                  <a:pt x="85170" y="305549"/>
                </a:moveTo>
                <a:lnTo>
                  <a:pt x="86647" y="306847"/>
                </a:lnTo>
                <a:lnTo>
                  <a:pt x="84431" y="306198"/>
                </a:lnTo>
                <a:close/>
                <a:moveTo>
                  <a:pt x="24977" y="244664"/>
                </a:moveTo>
                <a:lnTo>
                  <a:pt x="26761" y="245464"/>
                </a:lnTo>
                <a:lnTo>
                  <a:pt x="24084" y="245064"/>
                </a:lnTo>
                <a:close/>
                <a:moveTo>
                  <a:pt x="83793" y="324533"/>
                </a:moveTo>
                <a:lnTo>
                  <a:pt x="84782" y="325929"/>
                </a:lnTo>
                <a:lnTo>
                  <a:pt x="83298" y="325231"/>
                </a:lnTo>
                <a:close/>
                <a:moveTo>
                  <a:pt x="127321" y="169031"/>
                </a:moveTo>
                <a:lnTo>
                  <a:pt x="129276" y="169739"/>
                </a:lnTo>
                <a:lnTo>
                  <a:pt x="126344" y="169385"/>
                </a:lnTo>
                <a:close/>
                <a:moveTo>
                  <a:pt x="62535" y="14934"/>
                </a:moveTo>
                <a:lnTo>
                  <a:pt x="63339" y="15400"/>
                </a:lnTo>
                <a:lnTo>
                  <a:pt x="62133" y="15167"/>
                </a:lnTo>
                <a:close/>
                <a:moveTo>
                  <a:pt x="99100" y="74127"/>
                </a:moveTo>
                <a:lnTo>
                  <a:pt x="99917" y="75603"/>
                </a:lnTo>
                <a:lnTo>
                  <a:pt x="98691" y="74865"/>
                </a:lnTo>
                <a:close/>
                <a:moveTo>
                  <a:pt x="109321" y="364061"/>
                </a:moveTo>
                <a:lnTo>
                  <a:pt x="109891" y="364568"/>
                </a:lnTo>
                <a:lnTo>
                  <a:pt x="109036" y="364314"/>
                </a:lnTo>
                <a:close/>
                <a:moveTo>
                  <a:pt x="13936" y="304165"/>
                </a:moveTo>
                <a:lnTo>
                  <a:pt x="16067" y="304828"/>
                </a:lnTo>
                <a:lnTo>
                  <a:pt x="12870" y="304496"/>
                </a:lnTo>
                <a:close/>
                <a:moveTo>
                  <a:pt x="48138" y="16740"/>
                </a:moveTo>
                <a:lnTo>
                  <a:pt x="50044" y="17619"/>
                </a:lnTo>
                <a:lnTo>
                  <a:pt x="47184" y="17179"/>
                </a:lnTo>
                <a:close/>
                <a:moveTo>
                  <a:pt x="126955" y="249069"/>
                </a:moveTo>
                <a:lnTo>
                  <a:pt x="128692" y="250455"/>
                </a:lnTo>
                <a:lnTo>
                  <a:pt x="126086" y="249762"/>
                </a:lnTo>
                <a:close/>
                <a:moveTo>
                  <a:pt x="42820" y="106448"/>
                </a:moveTo>
                <a:lnTo>
                  <a:pt x="44331" y="107859"/>
                </a:lnTo>
                <a:lnTo>
                  <a:pt x="42064" y="107154"/>
                </a:lnTo>
                <a:close/>
                <a:moveTo>
                  <a:pt x="126583" y="95309"/>
                </a:moveTo>
                <a:lnTo>
                  <a:pt x="127294" y="96943"/>
                </a:lnTo>
                <a:lnTo>
                  <a:pt x="126227" y="96126"/>
                </a:lnTo>
                <a:close/>
                <a:moveTo>
                  <a:pt x="31360" y="173147"/>
                </a:moveTo>
                <a:lnTo>
                  <a:pt x="31938" y="173978"/>
                </a:lnTo>
                <a:lnTo>
                  <a:pt x="31071" y="173562"/>
                </a:lnTo>
                <a:close/>
                <a:moveTo>
                  <a:pt x="19566" y="421792"/>
                </a:moveTo>
                <a:lnTo>
                  <a:pt x="21463" y="422341"/>
                </a:lnTo>
                <a:lnTo>
                  <a:pt x="18617" y="422067"/>
                </a:lnTo>
                <a:close/>
                <a:moveTo>
                  <a:pt x="100586" y="383744"/>
                </a:moveTo>
                <a:lnTo>
                  <a:pt x="102642" y="385088"/>
                </a:lnTo>
                <a:lnTo>
                  <a:pt x="99558" y="384416"/>
                </a:lnTo>
                <a:close/>
                <a:moveTo>
                  <a:pt x="115043" y="188683"/>
                </a:moveTo>
                <a:lnTo>
                  <a:pt x="115995" y="189076"/>
                </a:lnTo>
                <a:lnTo>
                  <a:pt x="114566" y="188879"/>
                </a:lnTo>
                <a:close/>
                <a:moveTo>
                  <a:pt x="3188" y="85610"/>
                </a:moveTo>
                <a:lnTo>
                  <a:pt x="4805" y="86011"/>
                </a:lnTo>
                <a:lnTo>
                  <a:pt x="2380" y="85811"/>
                </a:lnTo>
                <a:close/>
                <a:moveTo>
                  <a:pt x="68055" y="289228"/>
                </a:moveTo>
                <a:lnTo>
                  <a:pt x="69777" y="290927"/>
                </a:lnTo>
                <a:lnTo>
                  <a:pt x="67193" y="290078"/>
                </a:lnTo>
                <a:close/>
                <a:moveTo>
                  <a:pt x="51882" y="371161"/>
                </a:moveTo>
                <a:lnTo>
                  <a:pt x="53192" y="372135"/>
                </a:lnTo>
                <a:lnTo>
                  <a:pt x="51227" y="371648"/>
                </a:lnTo>
                <a:close/>
                <a:moveTo>
                  <a:pt x="30860" y="383927"/>
                </a:moveTo>
                <a:lnTo>
                  <a:pt x="32170" y="384902"/>
                </a:lnTo>
                <a:lnTo>
                  <a:pt x="30206" y="384414"/>
                </a:lnTo>
                <a:close/>
                <a:moveTo>
                  <a:pt x="68993" y="404737"/>
                </a:moveTo>
                <a:lnTo>
                  <a:pt x="70558" y="406188"/>
                </a:lnTo>
                <a:lnTo>
                  <a:pt x="68211" y="405462"/>
                </a:lnTo>
                <a:close/>
                <a:moveTo>
                  <a:pt x="84525" y="201283"/>
                </a:moveTo>
                <a:lnTo>
                  <a:pt x="85052" y="201943"/>
                </a:lnTo>
                <a:lnTo>
                  <a:pt x="84261" y="201613"/>
                </a:lnTo>
                <a:close/>
                <a:moveTo>
                  <a:pt x="49239" y="288476"/>
                </a:moveTo>
                <a:lnTo>
                  <a:pt x="51147" y="289353"/>
                </a:lnTo>
                <a:lnTo>
                  <a:pt x="48285" y="288914"/>
                </a:lnTo>
                <a:close/>
                <a:moveTo>
                  <a:pt x="65849" y="128296"/>
                </a:moveTo>
                <a:lnTo>
                  <a:pt x="67999" y="129910"/>
                </a:lnTo>
                <a:lnTo>
                  <a:pt x="64773" y="129103"/>
                </a:lnTo>
                <a:close/>
                <a:moveTo>
                  <a:pt x="55584" y="282127"/>
                </a:moveTo>
                <a:lnTo>
                  <a:pt x="57121" y="282458"/>
                </a:lnTo>
                <a:lnTo>
                  <a:pt x="54815" y="282293"/>
                </a:lnTo>
                <a:close/>
                <a:moveTo>
                  <a:pt x="92571" y="422311"/>
                </a:moveTo>
                <a:lnTo>
                  <a:pt x="93517" y="423707"/>
                </a:lnTo>
                <a:lnTo>
                  <a:pt x="92098" y="423009"/>
                </a:lnTo>
                <a:close/>
                <a:moveTo>
                  <a:pt x="54276" y="49200"/>
                </a:moveTo>
                <a:lnTo>
                  <a:pt x="55913" y="49501"/>
                </a:lnTo>
                <a:lnTo>
                  <a:pt x="53458" y="49351"/>
                </a:lnTo>
                <a:close/>
                <a:moveTo>
                  <a:pt x="136743" y="46061"/>
                </a:moveTo>
                <a:lnTo>
                  <a:pt x="137255" y="46593"/>
                </a:lnTo>
                <a:lnTo>
                  <a:pt x="136487" y="46327"/>
                </a:lnTo>
                <a:close/>
                <a:moveTo>
                  <a:pt x="87894" y="436271"/>
                </a:moveTo>
                <a:lnTo>
                  <a:pt x="89273" y="437720"/>
                </a:lnTo>
                <a:lnTo>
                  <a:pt x="87205" y="436996"/>
                </a:lnTo>
                <a:close/>
                <a:moveTo>
                  <a:pt x="124265" y="370105"/>
                </a:moveTo>
                <a:lnTo>
                  <a:pt x="126256" y="370816"/>
                </a:lnTo>
                <a:lnTo>
                  <a:pt x="123270" y="370461"/>
                </a:lnTo>
                <a:close/>
                <a:moveTo>
                  <a:pt x="141162" y="114507"/>
                </a:moveTo>
                <a:lnTo>
                  <a:pt x="141919" y="115053"/>
                </a:lnTo>
                <a:lnTo>
                  <a:pt x="140784" y="114780"/>
                </a:lnTo>
                <a:close/>
                <a:moveTo>
                  <a:pt x="135871" y="257004"/>
                </a:moveTo>
                <a:lnTo>
                  <a:pt x="136757" y="258262"/>
                </a:lnTo>
                <a:lnTo>
                  <a:pt x="135427" y="257633"/>
                </a:lnTo>
                <a:close/>
                <a:moveTo>
                  <a:pt x="6126" y="224488"/>
                </a:moveTo>
                <a:lnTo>
                  <a:pt x="6482" y="225328"/>
                </a:lnTo>
                <a:lnTo>
                  <a:pt x="5948" y="224908"/>
                </a:lnTo>
                <a:close/>
                <a:moveTo>
                  <a:pt x="62366" y="161173"/>
                </a:moveTo>
                <a:lnTo>
                  <a:pt x="63655" y="162182"/>
                </a:lnTo>
                <a:lnTo>
                  <a:pt x="61721" y="161677"/>
                </a:lnTo>
                <a:close/>
                <a:moveTo>
                  <a:pt x="36829" y="270961"/>
                </a:moveTo>
                <a:lnTo>
                  <a:pt x="38331" y="272183"/>
                </a:lnTo>
                <a:lnTo>
                  <a:pt x="36077" y="271572"/>
                </a:lnTo>
                <a:close/>
                <a:moveTo>
                  <a:pt x="116255" y="422074"/>
                </a:moveTo>
                <a:lnTo>
                  <a:pt x="117102" y="423718"/>
                </a:lnTo>
                <a:lnTo>
                  <a:pt x="115831" y="422896"/>
                </a:lnTo>
                <a:close/>
                <a:moveTo>
                  <a:pt x="8837" y="397413"/>
                </a:moveTo>
                <a:lnTo>
                  <a:pt x="9638" y="398039"/>
                </a:lnTo>
                <a:lnTo>
                  <a:pt x="8437" y="397726"/>
                </a:lnTo>
                <a:close/>
                <a:moveTo>
                  <a:pt x="9641" y="191804"/>
                </a:moveTo>
                <a:lnTo>
                  <a:pt x="11479" y="193151"/>
                </a:lnTo>
                <a:lnTo>
                  <a:pt x="8722" y="192478"/>
                </a:lnTo>
                <a:close/>
                <a:moveTo>
                  <a:pt x="142537" y="460669"/>
                </a:moveTo>
                <a:lnTo>
                  <a:pt x="144184" y="461991"/>
                </a:lnTo>
                <a:lnTo>
                  <a:pt x="141714" y="461330"/>
                </a:lnTo>
                <a:close/>
                <a:moveTo>
                  <a:pt x="47150" y="222688"/>
                </a:moveTo>
                <a:lnTo>
                  <a:pt x="49299" y="224433"/>
                </a:lnTo>
                <a:lnTo>
                  <a:pt x="46075" y="223560"/>
                </a:lnTo>
                <a:close/>
                <a:moveTo>
                  <a:pt x="121942" y="363182"/>
                </a:moveTo>
                <a:lnTo>
                  <a:pt x="123744" y="363966"/>
                </a:lnTo>
                <a:lnTo>
                  <a:pt x="121041" y="363574"/>
                </a:lnTo>
                <a:close/>
                <a:moveTo>
                  <a:pt x="21485" y="57922"/>
                </a:moveTo>
                <a:lnTo>
                  <a:pt x="22816" y="59593"/>
                </a:lnTo>
                <a:lnTo>
                  <a:pt x="20820" y="58758"/>
                </a:lnTo>
                <a:close/>
                <a:moveTo>
                  <a:pt x="16820" y="439034"/>
                </a:moveTo>
                <a:lnTo>
                  <a:pt x="17313" y="439747"/>
                </a:lnTo>
                <a:lnTo>
                  <a:pt x="16573" y="439391"/>
                </a:lnTo>
                <a:close/>
                <a:moveTo>
                  <a:pt x="17451" y="219304"/>
                </a:moveTo>
                <a:lnTo>
                  <a:pt x="19450" y="220984"/>
                </a:lnTo>
                <a:lnTo>
                  <a:pt x="16451" y="220144"/>
                </a:lnTo>
                <a:close/>
                <a:moveTo>
                  <a:pt x="99886" y="244934"/>
                </a:moveTo>
                <a:lnTo>
                  <a:pt x="101898" y="245703"/>
                </a:lnTo>
                <a:lnTo>
                  <a:pt x="98879" y="245318"/>
                </a:lnTo>
                <a:close/>
                <a:moveTo>
                  <a:pt x="119790" y="160012"/>
                </a:moveTo>
                <a:lnTo>
                  <a:pt x="120194" y="160874"/>
                </a:lnTo>
                <a:lnTo>
                  <a:pt x="119589" y="160443"/>
                </a:lnTo>
                <a:close/>
                <a:moveTo>
                  <a:pt x="118497" y="432881"/>
                </a:moveTo>
                <a:lnTo>
                  <a:pt x="119381" y="434197"/>
                </a:lnTo>
                <a:lnTo>
                  <a:pt x="118055" y="433539"/>
                </a:lnTo>
                <a:close/>
                <a:moveTo>
                  <a:pt x="32065" y="190761"/>
                </a:moveTo>
                <a:lnTo>
                  <a:pt x="33966" y="192276"/>
                </a:lnTo>
                <a:lnTo>
                  <a:pt x="31115" y="191519"/>
                </a:lnTo>
                <a:close/>
                <a:moveTo>
                  <a:pt x="97762" y="32942"/>
                </a:moveTo>
                <a:lnTo>
                  <a:pt x="98301" y="33783"/>
                </a:lnTo>
                <a:lnTo>
                  <a:pt x="97492" y="33363"/>
                </a:lnTo>
                <a:close/>
                <a:moveTo>
                  <a:pt x="12789" y="146291"/>
                </a:moveTo>
                <a:lnTo>
                  <a:pt x="14571" y="147407"/>
                </a:lnTo>
                <a:lnTo>
                  <a:pt x="11899" y="146849"/>
                </a:lnTo>
                <a:close/>
                <a:moveTo>
                  <a:pt x="96230" y="231639"/>
                </a:moveTo>
                <a:lnTo>
                  <a:pt x="98275" y="232692"/>
                </a:lnTo>
                <a:lnTo>
                  <a:pt x="95207" y="232166"/>
                </a:lnTo>
                <a:close/>
                <a:moveTo>
                  <a:pt x="129262" y="232583"/>
                </a:moveTo>
                <a:lnTo>
                  <a:pt x="130078" y="233219"/>
                </a:lnTo>
                <a:lnTo>
                  <a:pt x="128853" y="232901"/>
                </a:lnTo>
                <a:close/>
                <a:moveTo>
                  <a:pt x="77882" y="394319"/>
                </a:moveTo>
                <a:lnTo>
                  <a:pt x="78448" y="395599"/>
                </a:lnTo>
                <a:lnTo>
                  <a:pt x="77598" y="394959"/>
                </a:lnTo>
                <a:close/>
                <a:moveTo>
                  <a:pt x="36808" y="124077"/>
                </a:moveTo>
                <a:lnTo>
                  <a:pt x="38596" y="125268"/>
                </a:lnTo>
                <a:lnTo>
                  <a:pt x="35913" y="124672"/>
                </a:lnTo>
                <a:close/>
                <a:moveTo>
                  <a:pt x="82223" y="268913"/>
                </a:moveTo>
                <a:lnTo>
                  <a:pt x="84126" y="269352"/>
                </a:lnTo>
                <a:lnTo>
                  <a:pt x="81271" y="269132"/>
                </a:lnTo>
                <a:close/>
                <a:moveTo>
                  <a:pt x="84754" y="32910"/>
                </a:moveTo>
                <a:lnTo>
                  <a:pt x="85685" y="33514"/>
                </a:lnTo>
                <a:lnTo>
                  <a:pt x="84288" y="33212"/>
                </a:lnTo>
                <a:close/>
                <a:moveTo>
                  <a:pt x="16768" y="259868"/>
                </a:moveTo>
                <a:lnTo>
                  <a:pt x="18108" y="261613"/>
                </a:lnTo>
                <a:lnTo>
                  <a:pt x="16098" y="260740"/>
                </a:lnTo>
                <a:close/>
                <a:moveTo>
                  <a:pt x="49353" y="314888"/>
                </a:moveTo>
                <a:lnTo>
                  <a:pt x="49911" y="316647"/>
                </a:lnTo>
                <a:lnTo>
                  <a:pt x="49073" y="315768"/>
                </a:lnTo>
                <a:close/>
                <a:moveTo>
                  <a:pt x="135692" y="434256"/>
                </a:moveTo>
                <a:lnTo>
                  <a:pt x="137375" y="434687"/>
                </a:lnTo>
                <a:lnTo>
                  <a:pt x="134851" y="434471"/>
                </a:lnTo>
                <a:close/>
                <a:moveTo>
                  <a:pt x="97478" y="53582"/>
                </a:moveTo>
                <a:lnTo>
                  <a:pt x="99408" y="55163"/>
                </a:lnTo>
                <a:lnTo>
                  <a:pt x="96513" y="54372"/>
                </a:lnTo>
                <a:close/>
                <a:moveTo>
                  <a:pt x="137243" y="214457"/>
                </a:moveTo>
                <a:lnTo>
                  <a:pt x="137886" y="215111"/>
                </a:lnTo>
                <a:lnTo>
                  <a:pt x="136922" y="214784"/>
                </a:lnTo>
                <a:close/>
                <a:moveTo>
                  <a:pt x="120576" y="222514"/>
                </a:moveTo>
                <a:lnTo>
                  <a:pt x="122332" y="223083"/>
                </a:lnTo>
                <a:lnTo>
                  <a:pt x="119697" y="222799"/>
                </a:lnTo>
                <a:close/>
                <a:moveTo>
                  <a:pt x="95641" y="208952"/>
                </a:moveTo>
                <a:lnTo>
                  <a:pt x="96703" y="210340"/>
                </a:lnTo>
                <a:lnTo>
                  <a:pt x="95110" y="209646"/>
                </a:lnTo>
                <a:close/>
                <a:moveTo>
                  <a:pt x="15099" y="374387"/>
                </a:moveTo>
                <a:lnTo>
                  <a:pt x="15579" y="375247"/>
                </a:lnTo>
                <a:lnTo>
                  <a:pt x="14858" y="374817"/>
                </a:lnTo>
                <a:close/>
                <a:moveTo>
                  <a:pt x="38239" y="219264"/>
                </a:moveTo>
                <a:lnTo>
                  <a:pt x="40432" y="219796"/>
                </a:lnTo>
                <a:lnTo>
                  <a:pt x="37143" y="219530"/>
                </a:lnTo>
                <a:close/>
                <a:moveTo>
                  <a:pt x="114391" y="320701"/>
                </a:moveTo>
                <a:lnTo>
                  <a:pt x="116015" y="322267"/>
                </a:lnTo>
                <a:lnTo>
                  <a:pt x="113579" y="321484"/>
                </a:lnTo>
                <a:close/>
                <a:moveTo>
                  <a:pt x="56811" y="398121"/>
                </a:moveTo>
                <a:lnTo>
                  <a:pt x="58271" y="399804"/>
                </a:lnTo>
                <a:lnTo>
                  <a:pt x="56081" y="398962"/>
                </a:lnTo>
                <a:close/>
                <a:moveTo>
                  <a:pt x="98127" y="184005"/>
                </a:moveTo>
                <a:lnTo>
                  <a:pt x="100099" y="185091"/>
                </a:lnTo>
                <a:lnTo>
                  <a:pt x="97141" y="184548"/>
                </a:lnTo>
                <a:close/>
                <a:moveTo>
                  <a:pt x="128464" y="180945"/>
                </a:moveTo>
                <a:lnTo>
                  <a:pt x="130333" y="181386"/>
                </a:lnTo>
                <a:lnTo>
                  <a:pt x="127530" y="181166"/>
                </a:lnTo>
                <a:close/>
                <a:moveTo>
                  <a:pt x="103279" y="348669"/>
                </a:moveTo>
                <a:lnTo>
                  <a:pt x="104836" y="349829"/>
                </a:lnTo>
                <a:lnTo>
                  <a:pt x="102500" y="349249"/>
                </a:lnTo>
                <a:close/>
                <a:moveTo>
                  <a:pt x="20327" y="270785"/>
                </a:moveTo>
                <a:lnTo>
                  <a:pt x="20715" y="271577"/>
                </a:lnTo>
                <a:lnTo>
                  <a:pt x="20133" y="271181"/>
                </a:lnTo>
                <a:close/>
                <a:moveTo>
                  <a:pt x="1344" y="240120"/>
                </a:moveTo>
                <a:lnTo>
                  <a:pt x="2089" y="241727"/>
                </a:lnTo>
                <a:lnTo>
                  <a:pt x="972" y="240924"/>
                </a:lnTo>
                <a:close/>
                <a:moveTo>
                  <a:pt x="24589" y="88915"/>
                </a:moveTo>
                <a:lnTo>
                  <a:pt x="25775" y="90710"/>
                </a:lnTo>
                <a:lnTo>
                  <a:pt x="23996" y="89812"/>
                </a:lnTo>
                <a:close/>
                <a:moveTo>
                  <a:pt x="129191" y="275252"/>
                </a:moveTo>
                <a:lnTo>
                  <a:pt x="129913" y="275915"/>
                </a:lnTo>
                <a:lnTo>
                  <a:pt x="128829" y="275584"/>
                </a:lnTo>
                <a:close/>
                <a:moveTo>
                  <a:pt x="25967" y="170926"/>
                </a:moveTo>
                <a:lnTo>
                  <a:pt x="26745" y="171763"/>
                </a:lnTo>
                <a:lnTo>
                  <a:pt x="25579" y="171345"/>
                </a:lnTo>
                <a:close/>
                <a:moveTo>
                  <a:pt x="27814" y="283340"/>
                </a:moveTo>
                <a:lnTo>
                  <a:pt x="28346" y="284302"/>
                </a:lnTo>
                <a:lnTo>
                  <a:pt x="27548" y="283821"/>
                </a:lnTo>
                <a:close/>
                <a:moveTo>
                  <a:pt x="24001" y="228794"/>
                </a:moveTo>
                <a:lnTo>
                  <a:pt x="24786" y="229640"/>
                </a:lnTo>
                <a:lnTo>
                  <a:pt x="23608" y="229217"/>
                </a:lnTo>
                <a:close/>
                <a:moveTo>
                  <a:pt x="71024" y="334596"/>
                </a:moveTo>
                <a:lnTo>
                  <a:pt x="72008" y="335749"/>
                </a:lnTo>
                <a:lnTo>
                  <a:pt x="70531" y="335172"/>
                </a:lnTo>
                <a:close/>
                <a:moveTo>
                  <a:pt x="12122" y="14879"/>
                </a:moveTo>
                <a:lnTo>
                  <a:pt x="13967" y="16078"/>
                </a:lnTo>
                <a:lnTo>
                  <a:pt x="11199" y="15479"/>
                </a:lnTo>
                <a:close/>
                <a:moveTo>
                  <a:pt x="75409" y="393813"/>
                </a:moveTo>
                <a:lnTo>
                  <a:pt x="76315" y="394679"/>
                </a:lnTo>
                <a:lnTo>
                  <a:pt x="74956" y="394246"/>
                </a:lnTo>
                <a:close/>
                <a:moveTo>
                  <a:pt x="33535" y="116670"/>
                </a:moveTo>
                <a:lnTo>
                  <a:pt x="34230" y="118353"/>
                </a:lnTo>
                <a:lnTo>
                  <a:pt x="33188" y="117511"/>
                </a:lnTo>
                <a:close/>
                <a:moveTo>
                  <a:pt x="69770" y="54838"/>
                </a:moveTo>
                <a:lnTo>
                  <a:pt x="70434" y="56415"/>
                </a:lnTo>
                <a:lnTo>
                  <a:pt x="69438" y="55626"/>
                </a:lnTo>
                <a:close/>
                <a:moveTo>
                  <a:pt x="74234" y="369639"/>
                </a:moveTo>
                <a:lnTo>
                  <a:pt x="75359" y="371026"/>
                </a:lnTo>
                <a:lnTo>
                  <a:pt x="73672" y="370332"/>
                </a:lnTo>
                <a:close/>
                <a:moveTo>
                  <a:pt x="33771" y="142962"/>
                </a:moveTo>
                <a:lnTo>
                  <a:pt x="35621" y="144229"/>
                </a:lnTo>
                <a:lnTo>
                  <a:pt x="32846" y="143596"/>
                </a:lnTo>
                <a:close/>
                <a:moveTo>
                  <a:pt x="7180" y="162592"/>
                </a:moveTo>
                <a:lnTo>
                  <a:pt x="8806" y="164229"/>
                </a:lnTo>
                <a:lnTo>
                  <a:pt x="6367" y="163411"/>
                </a:lnTo>
                <a:close/>
                <a:moveTo>
                  <a:pt x="112501" y="7260"/>
                </a:moveTo>
                <a:lnTo>
                  <a:pt x="113398" y="8352"/>
                </a:lnTo>
                <a:lnTo>
                  <a:pt x="112053" y="7806"/>
                </a:lnTo>
                <a:close/>
                <a:moveTo>
                  <a:pt x="29071" y="66509"/>
                </a:moveTo>
                <a:lnTo>
                  <a:pt x="30865" y="67080"/>
                </a:lnTo>
                <a:lnTo>
                  <a:pt x="28174" y="66795"/>
                </a:lnTo>
                <a:close/>
                <a:moveTo>
                  <a:pt x="5494" y="467884"/>
                </a:moveTo>
                <a:lnTo>
                  <a:pt x="6583" y="469599"/>
                </a:lnTo>
                <a:lnTo>
                  <a:pt x="4949" y="468741"/>
                </a:lnTo>
                <a:close/>
                <a:moveTo>
                  <a:pt x="3352" y="261327"/>
                </a:moveTo>
                <a:lnTo>
                  <a:pt x="5343" y="262940"/>
                </a:lnTo>
                <a:lnTo>
                  <a:pt x="2357" y="262134"/>
                </a:lnTo>
                <a:close/>
                <a:moveTo>
                  <a:pt x="9766" y="119926"/>
                </a:moveTo>
                <a:lnTo>
                  <a:pt x="11563" y="120397"/>
                </a:lnTo>
                <a:lnTo>
                  <a:pt x="8867" y="120162"/>
                </a:lnTo>
                <a:close/>
                <a:moveTo>
                  <a:pt x="85769" y="195536"/>
                </a:moveTo>
                <a:lnTo>
                  <a:pt x="87027" y="196727"/>
                </a:lnTo>
                <a:lnTo>
                  <a:pt x="85140" y="196131"/>
                </a:lnTo>
                <a:close/>
                <a:moveTo>
                  <a:pt x="129118" y="281904"/>
                </a:moveTo>
                <a:lnTo>
                  <a:pt x="130824" y="282967"/>
                </a:lnTo>
                <a:lnTo>
                  <a:pt x="128265" y="282435"/>
                </a:lnTo>
                <a:close/>
                <a:moveTo>
                  <a:pt x="141822" y="333510"/>
                </a:moveTo>
                <a:lnTo>
                  <a:pt x="142830" y="333908"/>
                </a:lnTo>
                <a:lnTo>
                  <a:pt x="141318" y="333709"/>
                </a:lnTo>
                <a:close/>
                <a:moveTo>
                  <a:pt x="7004" y="314145"/>
                </a:moveTo>
                <a:lnTo>
                  <a:pt x="7730" y="315633"/>
                </a:lnTo>
                <a:lnTo>
                  <a:pt x="6642" y="314889"/>
                </a:lnTo>
                <a:close/>
                <a:moveTo>
                  <a:pt x="105005" y="386278"/>
                </a:moveTo>
                <a:lnTo>
                  <a:pt x="105677" y="386715"/>
                </a:lnTo>
                <a:lnTo>
                  <a:pt x="104669" y="386497"/>
                </a:lnTo>
                <a:close/>
                <a:moveTo>
                  <a:pt x="57069" y="195064"/>
                </a:moveTo>
                <a:lnTo>
                  <a:pt x="59180" y="195428"/>
                </a:lnTo>
                <a:lnTo>
                  <a:pt x="56013" y="195246"/>
                </a:lnTo>
                <a:close/>
                <a:moveTo>
                  <a:pt x="106964" y="107654"/>
                </a:moveTo>
                <a:lnTo>
                  <a:pt x="107933" y="108702"/>
                </a:lnTo>
                <a:lnTo>
                  <a:pt x="106479" y="108178"/>
                </a:lnTo>
                <a:close/>
                <a:moveTo>
                  <a:pt x="89633" y="124589"/>
                </a:moveTo>
                <a:lnTo>
                  <a:pt x="90117" y="125661"/>
                </a:lnTo>
                <a:lnTo>
                  <a:pt x="89392" y="125125"/>
                </a:lnTo>
                <a:close/>
                <a:moveTo>
                  <a:pt x="137773" y="340983"/>
                </a:moveTo>
                <a:lnTo>
                  <a:pt x="139178" y="342205"/>
                </a:lnTo>
                <a:lnTo>
                  <a:pt x="137071" y="341594"/>
                </a:lnTo>
                <a:close/>
                <a:moveTo>
                  <a:pt x="43452" y="57152"/>
                </a:moveTo>
                <a:lnTo>
                  <a:pt x="43863" y="58796"/>
                </a:lnTo>
                <a:lnTo>
                  <a:pt x="43247" y="57974"/>
                </a:lnTo>
                <a:close/>
                <a:moveTo>
                  <a:pt x="126932" y="278471"/>
                </a:moveTo>
                <a:lnTo>
                  <a:pt x="128646" y="280162"/>
                </a:lnTo>
                <a:lnTo>
                  <a:pt x="126075" y="279316"/>
                </a:lnTo>
                <a:close/>
                <a:moveTo>
                  <a:pt x="10131" y="209333"/>
                </a:moveTo>
                <a:lnTo>
                  <a:pt x="11349" y="209720"/>
                </a:lnTo>
                <a:lnTo>
                  <a:pt x="9522" y="209527"/>
                </a:lnTo>
                <a:close/>
                <a:moveTo>
                  <a:pt x="66493" y="467164"/>
                </a:moveTo>
                <a:lnTo>
                  <a:pt x="67067" y="468054"/>
                </a:lnTo>
                <a:lnTo>
                  <a:pt x="66205" y="467609"/>
                </a:lnTo>
                <a:close/>
                <a:moveTo>
                  <a:pt x="65964" y="338331"/>
                </a:moveTo>
                <a:lnTo>
                  <a:pt x="67789" y="339404"/>
                </a:lnTo>
                <a:lnTo>
                  <a:pt x="65051" y="338868"/>
                </a:lnTo>
                <a:close/>
                <a:moveTo>
                  <a:pt x="11229" y="72369"/>
                </a:moveTo>
                <a:lnTo>
                  <a:pt x="12918" y="73980"/>
                </a:lnTo>
                <a:lnTo>
                  <a:pt x="10384" y="73174"/>
                </a:lnTo>
                <a:close/>
                <a:moveTo>
                  <a:pt x="29337" y="418374"/>
                </a:moveTo>
                <a:lnTo>
                  <a:pt x="30777" y="419197"/>
                </a:lnTo>
                <a:lnTo>
                  <a:pt x="28617" y="418786"/>
                </a:lnTo>
                <a:close/>
                <a:moveTo>
                  <a:pt x="124633" y="383889"/>
                </a:moveTo>
                <a:lnTo>
                  <a:pt x="126748" y="385346"/>
                </a:lnTo>
                <a:lnTo>
                  <a:pt x="123576" y="384617"/>
                </a:lnTo>
                <a:close/>
                <a:moveTo>
                  <a:pt x="42810" y="366480"/>
                </a:moveTo>
                <a:lnTo>
                  <a:pt x="43455" y="366864"/>
                </a:lnTo>
                <a:lnTo>
                  <a:pt x="42487" y="366672"/>
                </a:lnTo>
                <a:close/>
                <a:moveTo>
                  <a:pt x="54190" y="5025"/>
                </a:moveTo>
                <a:lnTo>
                  <a:pt x="56236" y="6803"/>
                </a:lnTo>
                <a:lnTo>
                  <a:pt x="53167" y="5914"/>
                </a:lnTo>
                <a:close/>
                <a:moveTo>
                  <a:pt x="7304" y="80824"/>
                </a:moveTo>
                <a:lnTo>
                  <a:pt x="9157" y="82097"/>
                </a:lnTo>
                <a:lnTo>
                  <a:pt x="6378" y="81460"/>
                </a:lnTo>
                <a:close/>
                <a:moveTo>
                  <a:pt x="58887" y="445298"/>
                </a:moveTo>
                <a:lnTo>
                  <a:pt x="60006" y="445943"/>
                </a:lnTo>
                <a:lnTo>
                  <a:pt x="58327" y="445620"/>
                </a:lnTo>
                <a:close/>
                <a:moveTo>
                  <a:pt x="73475" y="121295"/>
                </a:moveTo>
                <a:lnTo>
                  <a:pt x="74528" y="122098"/>
                </a:lnTo>
                <a:lnTo>
                  <a:pt x="72948" y="121697"/>
                </a:lnTo>
                <a:close/>
                <a:moveTo>
                  <a:pt x="100369" y="313661"/>
                </a:moveTo>
                <a:lnTo>
                  <a:pt x="101512" y="314445"/>
                </a:lnTo>
                <a:lnTo>
                  <a:pt x="99798" y="314053"/>
                </a:lnTo>
                <a:close/>
                <a:moveTo>
                  <a:pt x="80914" y="205344"/>
                </a:moveTo>
                <a:lnTo>
                  <a:pt x="82372" y="206149"/>
                </a:lnTo>
                <a:lnTo>
                  <a:pt x="80185" y="205747"/>
                </a:lnTo>
                <a:close/>
                <a:moveTo>
                  <a:pt x="62280" y="106017"/>
                </a:moveTo>
                <a:lnTo>
                  <a:pt x="63590" y="106859"/>
                </a:lnTo>
                <a:lnTo>
                  <a:pt x="61626" y="106438"/>
                </a:lnTo>
                <a:close/>
                <a:moveTo>
                  <a:pt x="68981" y="163469"/>
                </a:moveTo>
                <a:lnTo>
                  <a:pt x="69897" y="164003"/>
                </a:lnTo>
                <a:lnTo>
                  <a:pt x="68523" y="163736"/>
                </a:lnTo>
                <a:close/>
                <a:moveTo>
                  <a:pt x="72986" y="73142"/>
                </a:moveTo>
                <a:lnTo>
                  <a:pt x="73495" y="74790"/>
                </a:lnTo>
                <a:lnTo>
                  <a:pt x="72732" y="73966"/>
                </a:lnTo>
                <a:close/>
                <a:moveTo>
                  <a:pt x="106800" y="103634"/>
                </a:moveTo>
                <a:lnTo>
                  <a:pt x="107193" y="104893"/>
                </a:lnTo>
                <a:lnTo>
                  <a:pt x="106604" y="104263"/>
                </a:lnTo>
                <a:close/>
                <a:moveTo>
                  <a:pt x="134412" y="303401"/>
                </a:moveTo>
                <a:lnTo>
                  <a:pt x="135044" y="304773"/>
                </a:lnTo>
                <a:lnTo>
                  <a:pt x="134096" y="304087"/>
                </a:lnTo>
                <a:close/>
                <a:moveTo>
                  <a:pt x="99466" y="197447"/>
                </a:moveTo>
                <a:lnTo>
                  <a:pt x="100653" y="197938"/>
                </a:lnTo>
                <a:lnTo>
                  <a:pt x="98873" y="197693"/>
                </a:lnTo>
                <a:close/>
                <a:moveTo>
                  <a:pt x="16271" y="72057"/>
                </a:moveTo>
                <a:lnTo>
                  <a:pt x="18336" y="72414"/>
                </a:lnTo>
                <a:lnTo>
                  <a:pt x="15238" y="72235"/>
                </a:lnTo>
                <a:close/>
                <a:moveTo>
                  <a:pt x="15870" y="32916"/>
                </a:moveTo>
                <a:lnTo>
                  <a:pt x="17882" y="33814"/>
                </a:lnTo>
                <a:lnTo>
                  <a:pt x="14864" y="33365"/>
                </a:lnTo>
                <a:close/>
                <a:moveTo>
                  <a:pt x="123441" y="28358"/>
                </a:moveTo>
                <a:lnTo>
                  <a:pt x="124792" y="30114"/>
                </a:lnTo>
                <a:lnTo>
                  <a:pt x="122765" y="29236"/>
                </a:lnTo>
                <a:close/>
                <a:moveTo>
                  <a:pt x="95172" y="344432"/>
                </a:moveTo>
                <a:lnTo>
                  <a:pt x="96241" y="345940"/>
                </a:lnTo>
                <a:lnTo>
                  <a:pt x="94638" y="345186"/>
                </a:lnTo>
                <a:close/>
                <a:moveTo>
                  <a:pt x="59211" y="27496"/>
                </a:moveTo>
                <a:lnTo>
                  <a:pt x="60138" y="28911"/>
                </a:lnTo>
                <a:lnTo>
                  <a:pt x="58748" y="28203"/>
                </a:lnTo>
                <a:close/>
                <a:moveTo>
                  <a:pt x="120435" y="299209"/>
                </a:moveTo>
                <a:lnTo>
                  <a:pt x="122353" y="300245"/>
                </a:lnTo>
                <a:lnTo>
                  <a:pt x="119476" y="299727"/>
                </a:lnTo>
                <a:close/>
                <a:moveTo>
                  <a:pt x="53557" y="448614"/>
                </a:moveTo>
                <a:lnTo>
                  <a:pt x="54717" y="449971"/>
                </a:lnTo>
                <a:lnTo>
                  <a:pt x="52976" y="449292"/>
                </a:lnTo>
                <a:close/>
                <a:moveTo>
                  <a:pt x="85347" y="408042"/>
                </a:moveTo>
                <a:lnTo>
                  <a:pt x="85979" y="408646"/>
                </a:lnTo>
                <a:lnTo>
                  <a:pt x="85031" y="408344"/>
                </a:lnTo>
                <a:close/>
                <a:moveTo>
                  <a:pt x="137831" y="24067"/>
                </a:moveTo>
                <a:lnTo>
                  <a:pt x="138838" y="24859"/>
                </a:lnTo>
                <a:lnTo>
                  <a:pt x="137327" y="24463"/>
                </a:lnTo>
                <a:close/>
                <a:moveTo>
                  <a:pt x="141616" y="167356"/>
                </a:moveTo>
                <a:lnTo>
                  <a:pt x="141977" y="168631"/>
                </a:lnTo>
                <a:lnTo>
                  <a:pt x="141435" y="167994"/>
                </a:lnTo>
                <a:close/>
                <a:moveTo>
                  <a:pt x="21672" y="451919"/>
                </a:moveTo>
                <a:lnTo>
                  <a:pt x="23566" y="453044"/>
                </a:lnTo>
                <a:lnTo>
                  <a:pt x="20725" y="452481"/>
                </a:lnTo>
                <a:close/>
                <a:moveTo>
                  <a:pt x="58702" y="392692"/>
                </a:moveTo>
                <a:lnTo>
                  <a:pt x="59340" y="394249"/>
                </a:lnTo>
                <a:lnTo>
                  <a:pt x="58383" y="393470"/>
                </a:lnTo>
                <a:close/>
                <a:moveTo>
                  <a:pt x="67497" y="283139"/>
                </a:moveTo>
                <a:lnTo>
                  <a:pt x="68423" y="284209"/>
                </a:lnTo>
                <a:lnTo>
                  <a:pt x="67034" y="283674"/>
                </a:lnTo>
                <a:close/>
                <a:moveTo>
                  <a:pt x="19109" y="433317"/>
                </a:moveTo>
                <a:lnTo>
                  <a:pt x="20552" y="435072"/>
                </a:lnTo>
                <a:lnTo>
                  <a:pt x="18388" y="434195"/>
                </a:lnTo>
                <a:close/>
                <a:moveTo>
                  <a:pt x="142427" y="103689"/>
                </a:moveTo>
                <a:lnTo>
                  <a:pt x="144471" y="104268"/>
                </a:lnTo>
                <a:lnTo>
                  <a:pt x="141405" y="103979"/>
                </a:lnTo>
                <a:close/>
                <a:moveTo>
                  <a:pt x="143369" y="428944"/>
                </a:moveTo>
                <a:lnTo>
                  <a:pt x="144633" y="430590"/>
                </a:lnTo>
                <a:lnTo>
                  <a:pt x="142736" y="429767"/>
                </a:lnTo>
                <a:close/>
                <a:moveTo>
                  <a:pt x="5677" y="183285"/>
                </a:moveTo>
                <a:lnTo>
                  <a:pt x="6318" y="184851"/>
                </a:lnTo>
                <a:lnTo>
                  <a:pt x="5357" y="184068"/>
                </a:lnTo>
                <a:close/>
                <a:moveTo>
                  <a:pt x="96166" y="293388"/>
                </a:moveTo>
                <a:lnTo>
                  <a:pt x="97128" y="294171"/>
                </a:lnTo>
                <a:lnTo>
                  <a:pt x="95685" y="293780"/>
                </a:lnTo>
                <a:close/>
                <a:moveTo>
                  <a:pt x="14308" y="64821"/>
                </a:moveTo>
                <a:lnTo>
                  <a:pt x="15981" y="66185"/>
                </a:lnTo>
                <a:lnTo>
                  <a:pt x="13471" y="65503"/>
                </a:lnTo>
                <a:close/>
                <a:moveTo>
                  <a:pt x="8923" y="421179"/>
                </a:moveTo>
                <a:lnTo>
                  <a:pt x="9674" y="422946"/>
                </a:lnTo>
                <a:lnTo>
                  <a:pt x="8548" y="422062"/>
                </a:lnTo>
                <a:close/>
                <a:moveTo>
                  <a:pt x="44150" y="78759"/>
                </a:moveTo>
                <a:lnTo>
                  <a:pt x="44649" y="80306"/>
                </a:lnTo>
                <a:lnTo>
                  <a:pt x="43900" y="79533"/>
                </a:lnTo>
                <a:close/>
                <a:moveTo>
                  <a:pt x="1266" y="93884"/>
                </a:moveTo>
                <a:lnTo>
                  <a:pt x="2843" y="94398"/>
                </a:lnTo>
                <a:lnTo>
                  <a:pt x="478" y="94141"/>
                </a:lnTo>
                <a:close/>
                <a:moveTo>
                  <a:pt x="109859" y="103129"/>
                </a:moveTo>
                <a:lnTo>
                  <a:pt x="110702" y="104891"/>
                </a:lnTo>
                <a:lnTo>
                  <a:pt x="109437" y="104010"/>
                </a:lnTo>
                <a:close/>
                <a:moveTo>
                  <a:pt x="28324" y="35496"/>
                </a:moveTo>
                <a:lnTo>
                  <a:pt x="30448" y="35837"/>
                </a:lnTo>
                <a:lnTo>
                  <a:pt x="27262" y="35667"/>
                </a:lnTo>
                <a:close/>
                <a:moveTo>
                  <a:pt x="94267" y="23972"/>
                </a:moveTo>
                <a:lnTo>
                  <a:pt x="96345" y="25268"/>
                </a:lnTo>
                <a:lnTo>
                  <a:pt x="93228" y="24620"/>
                </a:lnTo>
                <a:close/>
                <a:moveTo>
                  <a:pt x="21633" y="86764"/>
                </a:moveTo>
                <a:lnTo>
                  <a:pt x="23620" y="87483"/>
                </a:lnTo>
                <a:lnTo>
                  <a:pt x="20640" y="87124"/>
                </a:lnTo>
                <a:close/>
                <a:moveTo>
                  <a:pt x="124563" y="229541"/>
                </a:moveTo>
                <a:lnTo>
                  <a:pt x="126700" y="231238"/>
                </a:lnTo>
                <a:lnTo>
                  <a:pt x="123495" y="230389"/>
                </a:lnTo>
                <a:close/>
                <a:moveTo>
                  <a:pt x="40694" y="466904"/>
                </a:moveTo>
                <a:lnTo>
                  <a:pt x="42339" y="467362"/>
                </a:lnTo>
                <a:lnTo>
                  <a:pt x="39871" y="467133"/>
                </a:lnTo>
                <a:close/>
                <a:moveTo>
                  <a:pt x="131430" y="421223"/>
                </a:moveTo>
                <a:lnTo>
                  <a:pt x="132660" y="422558"/>
                </a:lnTo>
                <a:lnTo>
                  <a:pt x="130815" y="421890"/>
                </a:lnTo>
                <a:close/>
                <a:moveTo>
                  <a:pt x="126463" y="393417"/>
                </a:moveTo>
                <a:lnTo>
                  <a:pt x="127603" y="393778"/>
                </a:lnTo>
                <a:lnTo>
                  <a:pt x="125894" y="393598"/>
                </a:lnTo>
                <a:close/>
                <a:moveTo>
                  <a:pt x="82257" y="391867"/>
                </a:moveTo>
                <a:lnTo>
                  <a:pt x="83790" y="393098"/>
                </a:lnTo>
                <a:lnTo>
                  <a:pt x="81491" y="392483"/>
                </a:lnTo>
                <a:close/>
                <a:moveTo>
                  <a:pt x="3650" y="12833"/>
                </a:moveTo>
                <a:lnTo>
                  <a:pt x="5646" y="13618"/>
                </a:lnTo>
                <a:lnTo>
                  <a:pt x="2651" y="13225"/>
                </a:lnTo>
                <a:close/>
                <a:moveTo>
                  <a:pt x="94011" y="48324"/>
                </a:moveTo>
                <a:lnTo>
                  <a:pt x="95151" y="49305"/>
                </a:lnTo>
                <a:lnTo>
                  <a:pt x="93441" y="48814"/>
                </a:lnTo>
                <a:close/>
                <a:moveTo>
                  <a:pt x="119899" y="78112"/>
                </a:moveTo>
                <a:lnTo>
                  <a:pt x="121568" y="79820"/>
                </a:lnTo>
                <a:lnTo>
                  <a:pt x="119065" y="78966"/>
                </a:lnTo>
                <a:close/>
                <a:moveTo>
                  <a:pt x="48809" y="149845"/>
                </a:moveTo>
                <a:lnTo>
                  <a:pt x="50997" y="150860"/>
                </a:lnTo>
                <a:lnTo>
                  <a:pt x="47715" y="150353"/>
                </a:lnTo>
                <a:close/>
                <a:moveTo>
                  <a:pt x="105578" y="383841"/>
                </a:moveTo>
                <a:lnTo>
                  <a:pt x="106230" y="384978"/>
                </a:lnTo>
                <a:lnTo>
                  <a:pt x="105252" y="384410"/>
                </a:lnTo>
                <a:close/>
                <a:moveTo>
                  <a:pt x="50352" y="387090"/>
                </a:moveTo>
                <a:lnTo>
                  <a:pt x="51434" y="387442"/>
                </a:lnTo>
                <a:lnTo>
                  <a:pt x="49811" y="387266"/>
                </a:lnTo>
                <a:close/>
                <a:moveTo>
                  <a:pt x="39243" y="27711"/>
                </a:moveTo>
                <a:lnTo>
                  <a:pt x="40564" y="29115"/>
                </a:lnTo>
                <a:lnTo>
                  <a:pt x="38582" y="28413"/>
                </a:lnTo>
                <a:close/>
                <a:moveTo>
                  <a:pt x="22315" y="75928"/>
                </a:moveTo>
                <a:lnTo>
                  <a:pt x="23529" y="76419"/>
                </a:lnTo>
                <a:lnTo>
                  <a:pt x="21709" y="76173"/>
                </a:lnTo>
                <a:close/>
                <a:moveTo>
                  <a:pt x="22064" y="298716"/>
                </a:moveTo>
                <a:lnTo>
                  <a:pt x="24012" y="300477"/>
                </a:lnTo>
                <a:lnTo>
                  <a:pt x="21091" y="299597"/>
                </a:lnTo>
                <a:close/>
                <a:moveTo>
                  <a:pt x="65019" y="266875"/>
                </a:moveTo>
                <a:lnTo>
                  <a:pt x="66277" y="268286"/>
                </a:lnTo>
                <a:lnTo>
                  <a:pt x="64391" y="267580"/>
                </a:lnTo>
                <a:close/>
                <a:moveTo>
                  <a:pt x="85822" y="269280"/>
                </a:moveTo>
                <a:lnTo>
                  <a:pt x="87394" y="270173"/>
                </a:lnTo>
                <a:lnTo>
                  <a:pt x="85036" y="269726"/>
                </a:lnTo>
                <a:close/>
                <a:moveTo>
                  <a:pt x="61929" y="200557"/>
                </a:moveTo>
                <a:lnTo>
                  <a:pt x="62351" y="201272"/>
                </a:lnTo>
                <a:lnTo>
                  <a:pt x="61718" y="200915"/>
                </a:lnTo>
                <a:close/>
                <a:moveTo>
                  <a:pt x="17615" y="422146"/>
                </a:moveTo>
                <a:lnTo>
                  <a:pt x="18589" y="423354"/>
                </a:lnTo>
                <a:lnTo>
                  <a:pt x="17128" y="422750"/>
                </a:lnTo>
                <a:close/>
                <a:moveTo>
                  <a:pt x="46408" y="327837"/>
                </a:moveTo>
                <a:lnTo>
                  <a:pt x="46956" y="328371"/>
                </a:lnTo>
                <a:lnTo>
                  <a:pt x="46133" y="328104"/>
                </a:lnTo>
                <a:close/>
                <a:moveTo>
                  <a:pt x="97898" y="75962"/>
                </a:moveTo>
                <a:lnTo>
                  <a:pt x="99059" y="76961"/>
                </a:lnTo>
                <a:lnTo>
                  <a:pt x="97317" y="76462"/>
                </a:lnTo>
                <a:close/>
                <a:moveTo>
                  <a:pt x="99808" y="102631"/>
                </a:moveTo>
                <a:lnTo>
                  <a:pt x="101141" y="103585"/>
                </a:lnTo>
                <a:lnTo>
                  <a:pt x="99142" y="103108"/>
                </a:lnTo>
                <a:close/>
                <a:moveTo>
                  <a:pt x="16298" y="43924"/>
                </a:moveTo>
                <a:lnTo>
                  <a:pt x="17091" y="45636"/>
                </a:lnTo>
                <a:lnTo>
                  <a:pt x="15902" y="44780"/>
                </a:lnTo>
                <a:close/>
                <a:moveTo>
                  <a:pt x="120400" y="89264"/>
                </a:moveTo>
                <a:lnTo>
                  <a:pt x="121726" y="90632"/>
                </a:lnTo>
                <a:lnTo>
                  <a:pt x="119737" y="89948"/>
                </a:lnTo>
                <a:close/>
                <a:moveTo>
                  <a:pt x="44997" y="984"/>
                </a:moveTo>
                <a:lnTo>
                  <a:pt x="46180" y="1655"/>
                </a:lnTo>
                <a:lnTo>
                  <a:pt x="44406" y="1320"/>
                </a:lnTo>
                <a:close/>
                <a:moveTo>
                  <a:pt x="135192" y="234559"/>
                </a:moveTo>
                <a:lnTo>
                  <a:pt x="135600" y="236302"/>
                </a:lnTo>
                <a:lnTo>
                  <a:pt x="134988" y="235430"/>
                </a:lnTo>
                <a:close/>
                <a:moveTo>
                  <a:pt x="142121" y="408815"/>
                </a:moveTo>
                <a:lnTo>
                  <a:pt x="143733" y="409237"/>
                </a:lnTo>
                <a:lnTo>
                  <a:pt x="141316" y="409026"/>
                </a:lnTo>
                <a:close/>
                <a:moveTo>
                  <a:pt x="100657" y="409321"/>
                </a:moveTo>
                <a:lnTo>
                  <a:pt x="101785" y="410996"/>
                </a:lnTo>
                <a:lnTo>
                  <a:pt x="100093" y="410159"/>
                </a:lnTo>
                <a:close/>
                <a:moveTo>
                  <a:pt x="18407" y="141767"/>
                </a:moveTo>
                <a:lnTo>
                  <a:pt x="20204" y="143293"/>
                </a:lnTo>
                <a:lnTo>
                  <a:pt x="17509" y="142530"/>
                </a:lnTo>
                <a:close/>
                <a:moveTo>
                  <a:pt x="111192" y="124615"/>
                </a:moveTo>
                <a:lnTo>
                  <a:pt x="111576" y="125092"/>
                </a:lnTo>
                <a:lnTo>
                  <a:pt x="111000" y="124854"/>
                </a:lnTo>
                <a:close/>
                <a:moveTo>
                  <a:pt x="42522" y="255134"/>
                </a:moveTo>
                <a:lnTo>
                  <a:pt x="44294" y="255776"/>
                </a:lnTo>
                <a:lnTo>
                  <a:pt x="41636" y="255455"/>
                </a:lnTo>
                <a:close/>
                <a:moveTo>
                  <a:pt x="124955" y="362244"/>
                </a:moveTo>
                <a:lnTo>
                  <a:pt x="126657" y="362670"/>
                </a:lnTo>
                <a:lnTo>
                  <a:pt x="124103" y="362457"/>
                </a:lnTo>
                <a:close/>
                <a:moveTo>
                  <a:pt x="107077" y="76397"/>
                </a:moveTo>
                <a:lnTo>
                  <a:pt x="107582" y="77204"/>
                </a:lnTo>
                <a:lnTo>
                  <a:pt x="106825" y="76801"/>
                </a:lnTo>
                <a:close/>
                <a:moveTo>
                  <a:pt x="60864" y="351535"/>
                </a:moveTo>
                <a:lnTo>
                  <a:pt x="62562" y="352566"/>
                </a:lnTo>
                <a:lnTo>
                  <a:pt x="60015" y="352050"/>
                </a:lnTo>
                <a:close/>
                <a:moveTo>
                  <a:pt x="48740" y="295524"/>
                </a:moveTo>
                <a:lnTo>
                  <a:pt x="50484" y="296479"/>
                </a:lnTo>
                <a:lnTo>
                  <a:pt x="47868" y="296001"/>
                </a:lnTo>
                <a:close/>
                <a:moveTo>
                  <a:pt x="112827" y="332323"/>
                </a:moveTo>
                <a:lnTo>
                  <a:pt x="113424" y="332930"/>
                </a:lnTo>
                <a:lnTo>
                  <a:pt x="112528" y="332627"/>
                </a:lnTo>
                <a:close/>
                <a:moveTo>
                  <a:pt x="81681" y="273080"/>
                </a:moveTo>
                <a:lnTo>
                  <a:pt x="82784" y="274131"/>
                </a:lnTo>
                <a:lnTo>
                  <a:pt x="81130" y="273606"/>
                </a:lnTo>
                <a:close/>
                <a:moveTo>
                  <a:pt x="115266" y="463361"/>
                </a:moveTo>
                <a:lnTo>
                  <a:pt x="116112" y="464358"/>
                </a:lnTo>
                <a:lnTo>
                  <a:pt x="114843" y="463859"/>
                </a:lnTo>
                <a:close/>
                <a:moveTo>
                  <a:pt x="27456" y="129002"/>
                </a:moveTo>
                <a:lnTo>
                  <a:pt x="28171" y="130240"/>
                </a:lnTo>
                <a:lnTo>
                  <a:pt x="27098" y="129621"/>
                </a:lnTo>
                <a:close/>
                <a:moveTo>
                  <a:pt x="95284" y="20753"/>
                </a:moveTo>
                <a:lnTo>
                  <a:pt x="96525" y="21823"/>
                </a:lnTo>
                <a:lnTo>
                  <a:pt x="94663" y="21288"/>
                </a:lnTo>
                <a:close/>
                <a:moveTo>
                  <a:pt x="50680" y="258825"/>
                </a:moveTo>
                <a:lnTo>
                  <a:pt x="51801" y="260333"/>
                </a:lnTo>
                <a:lnTo>
                  <a:pt x="50120" y="259579"/>
                </a:lnTo>
                <a:close/>
                <a:moveTo>
                  <a:pt x="58785" y="107382"/>
                </a:moveTo>
                <a:lnTo>
                  <a:pt x="59683" y="108247"/>
                </a:lnTo>
                <a:lnTo>
                  <a:pt x="58335" y="107815"/>
                </a:lnTo>
                <a:close/>
                <a:moveTo>
                  <a:pt x="52145" y="157854"/>
                </a:moveTo>
                <a:lnTo>
                  <a:pt x="54135" y="159033"/>
                </a:lnTo>
                <a:lnTo>
                  <a:pt x="51150" y="158444"/>
                </a:lnTo>
                <a:close/>
                <a:moveTo>
                  <a:pt x="90285" y="258020"/>
                </a:moveTo>
                <a:lnTo>
                  <a:pt x="90941" y="258525"/>
                </a:lnTo>
                <a:lnTo>
                  <a:pt x="89957" y="258272"/>
                </a:lnTo>
                <a:close/>
                <a:moveTo>
                  <a:pt x="61184" y="157407"/>
                </a:moveTo>
                <a:lnTo>
                  <a:pt x="62789" y="157831"/>
                </a:lnTo>
                <a:lnTo>
                  <a:pt x="60382" y="157619"/>
                </a:lnTo>
                <a:close/>
                <a:moveTo>
                  <a:pt x="40619" y="395281"/>
                </a:moveTo>
                <a:lnTo>
                  <a:pt x="41829" y="396962"/>
                </a:lnTo>
                <a:lnTo>
                  <a:pt x="40014" y="396122"/>
                </a:lnTo>
                <a:close/>
                <a:moveTo>
                  <a:pt x="45711" y="201670"/>
                </a:moveTo>
                <a:lnTo>
                  <a:pt x="46063" y="203252"/>
                </a:lnTo>
                <a:lnTo>
                  <a:pt x="45535" y="202461"/>
                </a:lnTo>
                <a:close/>
                <a:moveTo>
                  <a:pt x="137883" y="291863"/>
                </a:moveTo>
                <a:lnTo>
                  <a:pt x="138712" y="292300"/>
                </a:lnTo>
                <a:lnTo>
                  <a:pt x="137469" y="292081"/>
                </a:lnTo>
                <a:close/>
                <a:moveTo>
                  <a:pt x="35752" y="35459"/>
                </a:moveTo>
                <a:lnTo>
                  <a:pt x="37277" y="35859"/>
                </a:lnTo>
                <a:lnTo>
                  <a:pt x="34989" y="35659"/>
                </a:lnTo>
                <a:close/>
                <a:moveTo>
                  <a:pt x="54208" y="402665"/>
                </a:moveTo>
                <a:lnTo>
                  <a:pt x="55320" y="403915"/>
                </a:lnTo>
                <a:lnTo>
                  <a:pt x="53652" y="403290"/>
                </a:lnTo>
                <a:close/>
                <a:moveTo>
                  <a:pt x="85428" y="363116"/>
                </a:moveTo>
                <a:lnTo>
                  <a:pt x="86804" y="364524"/>
                </a:lnTo>
                <a:lnTo>
                  <a:pt x="84740" y="363820"/>
                </a:lnTo>
                <a:close/>
                <a:moveTo>
                  <a:pt x="128990" y="119300"/>
                </a:moveTo>
                <a:lnTo>
                  <a:pt x="130788" y="119632"/>
                </a:lnTo>
                <a:lnTo>
                  <a:pt x="128091" y="119466"/>
                </a:lnTo>
                <a:close/>
                <a:moveTo>
                  <a:pt x="85816" y="352401"/>
                </a:moveTo>
                <a:lnTo>
                  <a:pt x="87174" y="353288"/>
                </a:lnTo>
                <a:lnTo>
                  <a:pt x="85136" y="352844"/>
                </a:lnTo>
                <a:close/>
                <a:moveTo>
                  <a:pt x="47040" y="223161"/>
                </a:moveTo>
                <a:lnTo>
                  <a:pt x="48156" y="224148"/>
                </a:lnTo>
                <a:lnTo>
                  <a:pt x="46482" y="223655"/>
                </a:lnTo>
                <a:close/>
                <a:moveTo>
                  <a:pt x="100714" y="111028"/>
                </a:moveTo>
                <a:lnTo>
                  <a:pt x="102074" y="111955"/>
                </a:lnTo>
                <a:lnTo>
                  <a:pt x="100033" y="111492"/>
                </a:lnTo>
                <a:close/>
                <a:moveTo>
                  <a:pt x="10838" y="91739"/>
                </a:moveTo>
                <a:lnTo>
                  <a:pt x="12499" y="93129"/>
                </a:lnTo>
                <a:lnTo>
                  <a:pt x="10007" y="92434"/>
                </a:lnTo>
                <a:close/>
                <a:moveTo>
                  <a:pt x="103271" y="103075"/>
                </a:moveTo>
                <a:lnTo>
                  <a:pt x="104211" y="104059"/>
                </a:lnTo>
                <a:lnTo>
                  <a:pt x="102801" y="103567"/>
                </a:lnTo>
                <a:close/>
                <a:moveTo>
                  <a:pt x="124979" y="106998"/>
                </a:moveTo>
                <a:lnTo>
                  <a:pt x="126057" y="108429"/>
                </a:lnTo>
                <a:lnTo>
                  <a:pt x="124440" y="107714"/>
                </a:lnTo>
                <a:close/>
                <a:moveTo>
                  <a:pt x="128907" y="292329"/>
                </a:moveTo>
                <a:lnTo>
                  <a:pt x="130782" y="293920"/>
                </a:lnTo>
                <a:lnTo>
                  <a:pt x="127969" y="293124"/>
                </a:lnTo>
                <a:close/>
                <a:moveTo>
                  <a:pt x="11288" y="382064"/>
                </a:moveTo>
                <a:lnTo>
                  <a:pt x="12537" y="383348"/>
                </a:lnTo>
                <a:lnTo>
                  <a:pt x="10663" y="382706"/>
                </a:lnTo>
                <a:close/>
                <a:moveTo>
                  <a:pt x="97786" y="242714"/>
                </a:moveTo>
                <a:lnTo>
                  <a:pt x="98142" y="243594"/>
                </a:lnTo>
                <a:lnTo>
                  <a:pt x="97608" y="243154"/>
                </a:lnTo>
                <a:close/>
                <a:moveTo>
                  <a:pt x="71966" y="46389"/>
                </a:moveTo>
                <a:lnTo>
                  <a:pt x="73535" y="47050"/>
                </a:lnTo>
                <a:lnTo>
                  <a:pt x="71182" y="46720"/>
                </a:lnTo>
                <a:close/>
                <a:moveTo>
                  <a:pt x="139715" y="288726"/>
                </a:moveTo>
                <a:lnTo>
                  <a:pt x="140390" y="290512"/>
                </a:lnTo>
                <a:lnTo>
                  <a:pt x="139377" y="289619"/>
                </a:lnTo>
                <a:close/>
                <a:moveTo>
                  <a:pt x="101921" y="30234"/>
                </a:moveTo>
                <a:lnTo>
                  <a:pt x="103532" y="30758"/>
                </a:lnTo>
                <a:lnTo>
                  <a:pt x="101116" y="30496"/>
                </a:lnTo>
                <a:close/>
                <a:moveTo>
                  <a:pt x="9432" y="325756"/>
                </a:moveTo>
                <a:lnTo>
                  <a:pt x="10849" y="326405"/>
                </a:lnTo>
                <a:lnTo>
                  <a:pt x="8723" y="326080"/>
                </a:lnTo>
                <a:close/>
                <a:moveTo>
                  <a:pt x="57354" y="192483"/>
                </a:moveTo>
                <a:lnTo>
                  <a:pt x="57919" y="194187"/>
                </a:lnTo>
                <a:lnTo>
                  <a:pt x="57071" y="193335"/>
                </a:lnTo>
                <a:close/>
                <a:moveTo>
                  <a:pt x="124526" y="104241"/>
                </a:moveTo>
                <a:lnTo>
                  <a:pt x="125702" y="104731"/>
                </a:lnTo>
                <a:lnTo>
                  <a:pt x="123938" y="104486"/>
                </a:lnTo>
                <a:close/>
                <a:moveTo>
                  <a:pt x="73672" y="186517"/>
                </a:moveTo>
                <a:lnTo>
                  <a:pt x="75327" y="187741"/>
                </a:lnTo>
                <a:lnTo>
                  <a:pt x="72844" y="187129"/>
                </a:lnTo>
                <a:close/>
                <a:moveTo>
                  <a:pt x="47680" y="224281"/>
                </a:moveTo>
                <a:lnTo>
                  <a:pt x="48700" y="225418"/>
                </a:lnTo>
                <a:lnTo>
                  <a:pt x="47170" y="224850"/>
                </a:lnTo>
                <a:close/>
                <a:moveTo>
                  <a:pt x="4123" y="52457"/>
                </a:moveTo>
                <a:lnTo>
                  <a:pt x="5187" y="53558"/>
                </a:lnTo>
                <a:lnTo>
                  <a:pt x="3591" y="53008"/>
                </a:lnTo>
                <a:close/>
                <a:moveTo>
                  <a:pt x="33315" y="69342"/>
                </a:moveTo>
                <a:lnTo>
                  <a:pt x="34792" y="70825"/>
                </a:lnTo>
                <a:lnTo>
                  <a:pt x="32576" y="70083"/>
                </a:lnTo>
                <a:close/>
                <a:moveTo>
                  <a:pt x="16124" y="435697"/>
                </a:moveTo>
                <a:lnTo>
                  <a:pt x="18050" y="436768"/>
                </a:lnTo>
                <a:lnTo>
                  <a:pt x="15161" y="436232"/>
                </a:lnTo>
                <a:close/>
                <a:moveTo>
                  <a:pt x="109109" y="361215"/>
                </a:moveTo>
                <a:lnTo>
                  <a:pt x="110303" y="361783"/>
                </a:lnTo>
                <a:lnTo>
                  <a:pt x="108512" y="361499"/>
                </a:lnTo>
                <a:close/>
                <a:moveTo>
                  <a:pt x="118080" y="470207"/>
                </a:moveTo>
                <a:lnTo>
                  <a:pt x="120140" y="471153"/>
                </a:lnTo>
                <a:lnTo>
                  <a:pt x="117051" y="470680"/>
                </a:lnTo>
                <a:close/>
                <a:moveTo>
                  <a:pt x="56068" y="28340"/>
                </a:moveTo>
                <a:lnTo>
                  <a:pt x="57071" y="28973"/>
                </a:lnTo>
                <a:lnTo>
                  <a:pt x="55567" y="28656"/>
                </a:lnTo>
                <a:close/>
                <a:moveTo>
                  <a:pt x="54303" y="259017"/>
                </a:moveTo>
                <a:lnTo>
                  <a:pt x="55144" y="260797"/>
                </a:lnTo>
                <a:lnTo>
                  <a:pt x="53882" y="259907"/>
                </a:lnTo>
                <a:close/>
                <a:moveTo>
                  <a:pt x="63312" y="136065"/>
                </a:moveTo>
                <a:lnTo>
                  <a:pt x="64835" y="136907"/>
                </a:lnTo>
                <a:lnTo>
                  <a:pt x="62551" y="136486"/>
                </a:lnTo>
                <a:close/>
                <a:moveTo>
                  <a:pt x="56111" y="338539"/>
                </a:moveTo>
                <a:lnTo>
                  <a:pt x="57145" y="339673"/>
                </a:lnTo>
                <a:lnTo>
                  <a:pt x="55594" y="339106"/>
                </a:lnTo>
                <a:close/>
                <a:moveTo>
                  <a:pt x="24127" y="79580"/>
                </a:moveTo>
                <a:lnTo>
                  <a:pt x="25235" y="80100"/>
                </a:lnTo>
                <a:lnTo>
                  <a:pt x="23573" y="79840"/>
                </a:lnTo>
                <a:close/>
                <a:moveTo>
                  <a:pt x="27035" y="340361"/>
                </a:moveTo>
                <a:lnTo>
                  <a:pt x="27935" y="341417"/>
                </a:lnTo>
                <a:lnTo>
                  <a:pt x="26586" y="340889"/>
                </a:lnTo>
                <a:close/>
                <a:moveTo>
                  <a:pt x="127688" y="308040"/>
                </a:moveTo>
                <a:lnTo>
                  <a:pt x="128530" y="309041"/>
                </a:lnTo>
                <a:lnTo>
                  <a:pt x="127266" y="308541"/>
                </a:lnTo>
                <a:close/>
                <a:moveTo>
                  <a:pt x="116098" y="212780"/>
                </a:moveTo>
                <a:lnTo>
                  <a:pt x="116574" y="213684"/>
                </a:lnTo>
                <a:lnTo>
                  <a:pt x="115860" y="213232"/>
                </a:lnTo>
                <a:close/>
                <a:moveTo>
                  <a:pt x="48766" y="337979"/>
                </a:moveTo>
                <a:lnTo>
                  <a:pt x="50936" y="339515"/>
                </a:lnTo>
                <a:lnTo>
                  <a:pt x="47680" y="338747"/>
                </a:lnTo>
                <a:close/>
                <a:moveTo>
                  <a:pt x="18728" y="375161"/>
                </a:moveTo>
                <a:lnTo>
                  <a:pt x="19829" y="375652"/>
                </a:lnTo>
                <a:lnTo>
                  <a:pt x="18177" y="375406"/>
                </a:lnTo>
                <a:close/>
                <a:moveTo>
                  <a:pt x="130616" y="326468"/>
                </a:moveTo>
                <a:lnTo>
                  <a:pt x="131012" y="327144"/>
                </a:lnTo>
                <a:lnTo>
                  <a:pt x="130418" y="326806"/>
                </a:lnTo>
                <a:close/>
                <a:moveTo>
                  <a:pt x="79075" y="391984"/>
                </a:moveTo>
                <a:lnTo>
                  <a:pt x="80977" y="393395"/>
                </a:lnTo>
                <a:lnTo>
                  <a:pt x="78124" y="392690"/>
                </a:lnTo>
                <a:close/>
                <a:moveTo>
                  <a:pt x="39430" y="249725"/>
                </a:moveTo>
                <a:lnTo>
                  <a:pt x="40356" y="251119"/>
                </a:lnTo>
                <a:lnTo>
                  <a:pt x="38968" y="250422"/>
                </a:lnTo>
                <a:close/>
                <a:moveTo>
                  <a:pt x="108651" y="304175"/>
                </a:moveTo>
                <a:lnTo>
                  <a:pt x="110133" y="305553"/>
                </a:lnTo>
                <a:lnTo>
                  <a:pt x="107910" y="304864"/>
                </a:lnTo>
                <a:close/>
                <a:moveTo>
                  <a:pt x="106851" y="161483"/>
                </a:moveTo>
                <a:lnTo>
                  <a:pt x="108933" y="162701"/>
                </a:lnTo>
                <a:lnTo>
                  <a:pt x="105810" y="162092"/>
                </a:lnTo>
                <a:close/>
                <a:moveTo>
                  <a:pt x="122062" y="36365"/>
                </a:moveTo>
                <a:lnTo>
                  <a:pt x="122901" y="37523"/>
                </a:lnTo>
                <a:lnTo>
                  <a:pt x="121642" y="36944"/>
                </a:lnTo>
                <a:close/>
                <a:moveTo>
                  <a:pt x="33844" y="409030"/>
                </a:moveTo>
                <a:lnTo>
                  <a:pt x="35359" y="409613"/>
                </a:lnTo>
                <a:lnTo>
                  <a:pt x="33086" y="409322"/>
                </a:lnTo>
                <a:close/>
                <a:moveTo>
                  <a:pt x="122759" y="96436"/>
                </a:moveTo>
                <a:lnTo>
                  <a:pt x="123528" y="97471"/>
                </a:lnTo>
                <a:lnTo>
                  <a:pt x="122375" y="96953"/>
                </a:lnTo>
                <a:close/>
                <a:moveTo>
                  <a:pt x="16619" y="417768"/>
                </a:moveTo>
                <a:lnTo>
                  <a:pt x="17632" y="419107"/>
                </a:lnTo>
                <a:lnTo>
                  <a:pt x="16113" y="418437"/>
                </a:lnTo>
                <a:close/>
                <a:moveTo>
                  <a:pt x="29276" y="320298"/>
                </a:moveTo>
                <a:lnTo>
                  <a:pt x="29892" y="321131"/>
                </a:lnTo>
                <a:lnTo>
                  <a:pt x="28968" y="320715"/>
                </a:lnTo>
                <a:close/>
                <a:moveTo>
                  <a:pt x="84992" y="299104"/>
                </a:moveTo>
                <a:lnTo>
                  <a:pt x="86330" y="300171"/>
                </a:lnTo>
                <a:lnTo>
                  <a:pt x="84323" y="299638"/>
                </a:lnTo>
                <a:close/>
                <a:moveTo>
                  <a:pt x="64090" y="7490"/>
                </a:moveTo>
                <a:lnTo>
                  <a:pt x="65505" y="9239"/>
                </a:lnTo>
                <a:lnTo>
                  <a:pt x="63382" y="8364"/>
                </a:lnTo>
                <a:close/>
                <a:moveTo>
                  <a:pt x="104950" y="434309"/>
                </a:moveTo>
                <a:lnTo>
                  <a:pt x="106702" y="435125"/>
                </a:lnTo>
                <a:lnTo>
                  <a:pt x="104074" y="434717"/>
                </a:lnTo>
                <a:close/>
                <a:moveTo>
                  <a:pt x="123994" y="264171"/>
                </a:moveTo>
                <a:lnTo>
                  <a:pt x="124523" y="265960"/>
                </a:lnTo>
                <a:lnTo>
                  <a:pt x="123729" y="265065"/>
                </a:lnTo>
                <a:close/>
                <a:moveTo>
                  <a:pt x="132891" y="453830"/>
                </a:moveTo>
                <a:lnTo>
                  <a:pt x="135047" y="454685"/>
                </a:lnTo>
                <a:lnTo>
                  <a:pt x="131813" y="454257"/>
                </a:lnTo>
                <a:close/>
                <a:moveTo>
                  <a:pt x="111198" y="287958"/>
                </a:moveTo>
                <a:lnTo>
                  <a:pt x="111909" y="288309"/>
                </a:lnTo>
                <a:lnTo>
                  <a:pt x="110842" y="288134"/>
                </a:lnTo>
                <a:close/>
                <a:moveTo>
                  <a:pt x="1407" y="465316"/>
                </a:moveTo>
                <a:lnTo>
                  <a:pt x="2464" y="465724"/>
                </a:lnTo>
                <a:lnTo>
                  <a:pt x="878" y="465520"/>
                </a:lnTo>
                <a:close/>
                <a:moveTo>
                  <a:pt x="117992" y="163098"/>
                </a:moveTo>
                <a:lnTo>
                  <a:pt x="119082" y="163460"/>
                </a:lnTo>
                <a:lnTo>
                  <a:pt x="117447" y="163279"/>
                </a:lnTo>
                <a:close/>
                <a:moveTo>
                  <a:pt x="58492" y="71105"/>
                </a:moveTo>
                <a:lnTo>
                  <a:pt x="60462" y="72590"/>
                </a:lnTo>
                <a:lnTo>
                  <a:pt x="57507" y="71848"/>
                </a:lnTo>
                <a:close/>
                <a:moveTo>
                  <a:pt x="90679" y="7396"/>
                </a:moveTo>
                <a:lnTo>
                  <a:pt x="91054" y="7862"/>
                </a:lnTo>
                <a:lnTo>
                  <a:pt x="90492" y="7629"/>
                </a:lnTo>
                <a:close/>
                <a:moveTo>
                  <a:pt x="69382" y="297471"/>
                </a:moveTo>
                <a:lnTo>
                  <a:pt x="70646" y="299174"/>
                </a:lnTo>
                <a:lnTo>
                  <a:pt x="68750" y="298323"/>
                </a:lnTo>
                <a:close/>
                <a:moveTo>
                  <a:pt x="37229" y="134131"/>
                </a:moveTo>
                <a:lnTo>
                  <a:pt x="37996" y="134819"/>
                </a:lnTo>
                <a:lnTo>
                  <a:pt x="36846" y="134475"/>
                </a:lnTo>
                <a:close/>
                <a:moveTo>
                  <a:pt x="16552" y="42474"/>
                </a:moveTo>
                <a:lnTo>
                  <a:pt x="17056" y="44255"/>
                </a:lnTo>
                <a:lnTo>
                  <a:pt x="16300" y="43365"/>
                </a:lnTo>
                <a:close/>
                <a:moveTo>
                  <a:pt x="12860" y="65067"/>
                </a:moveTo>
                <a:lnTo>
                  <a:pt x="14992" y="66602"/>
                </a:lnTo>
                <a:lnTo>
                  <a:pt x="11793" y="65835"/>
                </a:lnTo>
                <a:close/>
                <a:moveTo>
                  <a:pt x="93283" y="320926"/>
                </a:moveTo>
                <a:lnTo>
                  <a:pt x="94249" y="321913"/>
                </a:lnTo>
                <a:lnTo>
                  <a:pt x="92800" y="321419"/>
                </a:lnTo>
                <a:close/>
                <a:moveTo>
                  <a:pt x="38706" y="329047"/>
                </a:moveTo>
                <a:lnTo>
                  <a:pt x="39813" y="330320"/>
                </a:lnTo>
                <a:lnTo>
                  <a:pt x="38152" y="329683"/>
                </a:lnTo>
                <a:close/>
                <a:moveTo>
                  <a:pt x="7216" y="126769"/>
                </a:moveTo>
                <a:lnTo>
                  <a:pt x="7859" y="127155"/>
                </a:lnTo>
                <a:lnTo>
                  <a:pt x="6895" y="126962"/>
                </a:lnTo>
                <a:close/>
                <a:moveTo>
                  <a:pt x="113248" y="459001"/>
                </a:moveTo>
                <a:lnTo>
                  <a:pt x="114513" y="459894"/>
                </a:lnTo>
                <a:lnTo>
                  <a:pt x="112615" y="459448"/>
                </a:lnTo>
                <a:close/>
                <a:moveTo>
                  <a:pt x="105559" y="348422"/>
                </a:moveTo>
                <a:lnTo>
                  <a:pt x="107475" y="349922"/>
                </a:lnTo>
                <a:lnTo>
                  <a:pt x="104601" y="349172"/>
                </a:lnTo>
                <a:close/>
                <a:moveTo>
                  <a:pt x="138054" y="386313"/>
                </a:moveTo>
                <a:lnTo>
                  <a:pt x="138625" y="387639"/>
                </a:lnTo>
                <a:lnTo>
                  <a:pt x="137769" y="386976"/>
                </a:lnTo>
                <a:close/>
                <a:moveTo>
                  <a:pt x="113737" y="190069"/>
                </a:moveTo>
                <a:lnTo>
                  <a:pt x="114360" y="190696"/>
                </a:lnTo>
                <a:lnTo>
                  <a:pt x="113425" y="190383"/>
                </a:lnTo>
                <a:close/>
                <a:moveTo>
                  <a:pt x="53686" y="53701"/>
                </a:moveTo>
                <a:lnTo>
                  <a:pt x="55589" y="54092"/>
                </a:lnTo>
                <a:lnTo>
                  <a:pt x="52734" y="53897"/>
                </a:lnTo>
                <a:close/>
                <a:moveTo>
                  <a:pt x="73744" y="441654"/>
                </a:moveTo>
                <a:lnTo>
                  <a:pt x="74205" y="442073"/>
                </a:lnTo>
                <a:lnTo>
                  <a:pt x="73513" y="441863"/>
                </a:lnTo>
                <a:close/>
                <a:moveTo>
                  <a:pt x="21595" y="301733"/>
                </a:moveTo>
                <a:lnTo>
                  <a:pt x="22353" y="302109"/>
                </a:lnTo>
                <a:lnTo>
                  <a:pt x="21215" y="301921"/>
                </a:lnTo>
                <a:close/>
                <a:moveTo>
                  <a:pt x="133085" y="410999"/>
                </a:moveTo>
                <a:lnTo>
                  <a:pt x="134289" y="411387"/>
                </a:lnTo>
                <a:lnTo>
                  <a:pt x="132482" y="411193"/>
                </a:lnTo>
                <a:close/>
                <a:moveTo>
                  <a:pt x="87863" y="402550"/>
                </a:moveTo>
                <a:lnTo>
                  <a:pt x="89494" y="403567"/>
                </a:lnTo>
                <a:lnTo>
                  <a:pt x="87047" y="403059"/>
                </a:lnTo>
                <a:close/>
                <a:moveTo>
                  <a:pt x="141259" y="470138"/>
                </a:moveTo>
                <a:lnTo>
                  <a:pt x="143202" y="470924"/>
                </a:lnTo>
                <a:lnTo>
                  <a:pt x="140287" y="470531"/>
                </a:lnTo>
                <a:close/>
                <a:moveTo>
                  <a:pt x="65633" y="215823"/>
                </a:moveTo>
                <a:lnTo>
                  <a:pt x="66519" y="216964"/>
                </a:lnTo>
                <a:lnTo>
                  <a:pt x="65190" y="216393"/>
                </a:lnTo>
                <a:close/>
                <a:moveTo>
                  <a:pt x="63162" y="440079"/>
                </a:moveTo>
                <a:lnTo>
                  <a:pt x="64343" y="441219"/>
                </a:lnTo>
                <a:lnTo>
                  <a:pt x="62571" y="440649"/>
                </a:lnTo>
                <a:close/>
                <a:moveTo>
                  <a:pt x="33491" y="370858"/>
                </a:moveTo>
                <a:lnTo>
                  <a:pt x="35348" y="371927"/>
                </a:lnTo>
                <a:lnTo>
                  <a:pt x="32562" y="371392"/>
                </a:lnTo>
                <a:close/>
                <a:moveTo>
                  <a:pt x="113139" y="17840"/>
                </a:moveTo>
                <a:lnTo>
                  <a:pt x="115064" y="19268"/>
                </a:lnTo>
                <a:lnTo>
                  <a:pt x="112177" y="18554"/>
                </a:lnTo>
                <a:close/>
                <a:moveTo>
                  <a:pt x="84519" y="455342"/>
                </a:moveTo>
                <a:lnTo>
                  <a:pt x="85506" y="456721"/>
                </a:lnTo>
                <a:lnTo>
                  <a:pt x="84026" y="456031"/>
                </a:lnTo>
                <a:close/>
                <a:moveTo>
                  <a:pt x="28903" y="448332"/>
                </a:moveTo>
                <a:lnTo>
                  <a:pt x="30460" y="449866"/>
                </a:lnTo>
                <a:lnTo>
                  <a:pt x="28124" y="449099"/>
                </a:lnTo>
                <a:close/>
                <a:moveTo>
                  <a:pt x="11118" y="418526"/>
                </a:moveTo>
                <a:lnTo>
                  <a:pt x="11738" y="419965"/>
                </a:lnTo>
                <a:lnTo>
                  <a:pt x="10809" y="419246"/>
                </a:lnTo>
                <a:close/>
                <a:moveTo>
                  <a:pt x="135656" y="178635"/>
                </a:moveTo>
                <a:lnTo>
                  <a:pt x="136968" y="179322"/>
                </a:lnTo>
                <a:lnTo>
                  <a:pt x="135001" y="178979"/>
                </a:lnTo>
                <a:close/>
                <a:moveTo>
                  <a:pt x="91683" y="96906"/>
                </a:moveTo>
                <a:lnTo>
                  <a:pt x="93551" y="98148"/>
                </a:lnTo>
                <a:lnTo>
                  <a:pt x="90750" y="97527"/>
                </a:lnTo>
                <a:close/>
                <a:moveTo>
                  <a:pt x="28529" y="148664"/>
                </a:moveTo>
                <a:lnTo>
                  <a:pt x="28915" y="149029"/>
                </a:lnTo>
                <a:lnTo>
                  <a:pt x="28336" y="148847"/>
                </a:lnTo>
                <a:close/>
                <a:moveTo>
                  <a:pt x="142357" y="422136"/>
                </a:moveTo>
                <a:lnTo>
                  <a:pt x="144290" y="423122"/>
                </a:lnTo>
                <a:lnTo>
                  <a:pt x="141390" y="422629"/>
                </a:lnTo>
                <a:close/>
                <a:moveTo>
                  <a:pt x="33939" y="245292"/>
                </a:moveTo>
                <a:lnTo>
                  <a:pt x="35809" y="246100"/>
                </a:lnTo>
                <a:lnTo>
                  <a:pt x="33005" y="245696"/>
                </a:lnTo>
                <a:close/>
                <a:moveTo>
                  <a:pt x="132918" y="348179"/>
                </a:moveTo>
                <a:lnTo>
                  <a:pt x="134348" y="349963"/>
                </a:lnTo>
                <a:lnTo>
                  <a:pt x="132203" y="349071"/>
                </a:lnTo>
                <a:close/>
                <a:moveTo>
                  <a:pt x="56231" y="56255"/>
                </a:moveTo>
                <a:lnTo>
                  <a:pt x="56787" y="57603"/>
                </a:lnTo>
                <a:lnTo>
                  <a:pt x="55953" y="56929"/>
                </a:lnTo>
                <a:close/>
                <a:moveTo>
                  <a:pt x="135585" y="236320"/>
                </a:moveTo>
                <a:lnTo>
                  <a:pt x="135958" y="237737"/>
                </a:lnTo>
                <a:lnTo>
                  <a:pt x="135398" y="237029"/>
                </a:lnTo>
                <a:close/>
                <a:moveTo>
                  <a:pt x="90973" y="135969"/>
                </a:moveTo>
                <a:lnTo>
                  <a:pt x="91364" y="137211"/>
                </a:lnTo>
                <a:lnTo>
                  <a:pt x="90777" y="136590"/>
                </a:lnTo>
                <a:close/>
                <a:moveTo>
                  <a:pt x="103055" y="313205"/>
                </a:moveTo>
                <a:lnTo>
                  <a:pt x="103835" y="314008"/>
                </a:lnTo>
                <a:lnTo>
                  <a:pt x="102666" y="313606"/>
                </a:lnTo>
                <a:close/>
                <a:moveTo>
                  <a:pt x="121303" y="426770"/>
                </a:moveTo>
                <a:lnTo>
                  <a:pt x="122354" y="427447"/>
                </a:lnTo>
                <a:lnTo>
                  <a:pt x="120778" y="427109"/>
                </a:lnTo>
                <a:close/>
                <a:moveTo>
                  <a:pt x="120711" y="110129"/>
                </a:moveTo>
                <a:lnTo>
                  <a:pt x="121136" y="110668"/>
                </a:lnTo>
                <a:lnTo>
                  <a:pt x="120498" y="110399"/>
                </a:lnTo>
                <a:close/>
                <a:moveTo>
                  <a:pt x="132254" y="466643"/>
                </a:moveTo>
                <a:lnTo>
                  <a:pt x="133773" y="467421"/>
                </a:lnTo>
                <a:lnTo>
                  <a:pt x="131494" y="467032"/>
                </a:lnTo>
                <a:close/>
                <a:moveTo>
                  <a:pt x="33857" y="410402"/>
                </a:moveTo>
                <a:lnTo>
                  <a:pt x="34826" y="410790"/>
                </a:lnTo>
                <a:lnTo>
                  <a:pt x="33373" y="410596"/>
                </a:lnTo>
                <a:close/>
                <a:moveTo>
                  <a:pt x="46593" y="5046"/>
                </a:moveTo>
                <a:lnTo>
                  <a:pt x="47561" y="6609"/>
                </a:lnTo>
                <a:lnTo>
                  <a:pt x="46109" y="5828"/>
                </a:lnTo>
                <a:close/>
                <a:moveTo>
                  <a:pt x="79341" y="226515"/>
                </a:moveTo>
                <a:lnTo>
                  <a:pt x="81351" y="228124"/>
                </a:lnTo>
                <a:lnTo>
                  <a:pt x="78335" y="227319"/>
                </a:lnTo>
                <a:close/>
                <a:moveTo>
                  <a:pt x="114020" y="248753"/>
                </a:moveTo>
                <a:lnTo>
                  <a:pt x="114494" y="249679"/>
                </a:lnTo>
                <a:lnTo>
                  <a:pt x="113783" y="249216"/>
                </a:lnTo>
                <a:close/>
                <a:moveTo>
                  <a:pt x="117645" y="337777"/>
                </a:moveTo>
                <a:lnTo>
                  <a:pt x="118816" y="339049"/>
                </a:lnTo>
                <a:lnTo>
                  <a:pt x="117060" y="338413"/>
                </a:lnTo>
                <a:close/>
                <a:moveTo>
                  <a:pt x="94537" y="212555"/>
                </a:moveTo>
                <a:lnTo>
                  <a:pt x="95710" y="213424"/>
                </a:lnTo>
                <a:lnTo>
                  <a:pt x="93950" y="212990"/>
                </a:lnTo>
                <a:close/>
                <a:moveTo>
                  <a:pt x="40272" y="157499"/>
                </a:moveTo>
                <a:lnTo>
                  <a:pt x="40997" y="158021"/>
                </a:lnTo>
                <a:lnTo>
                  <a:pt x="39910" y="157760"/>
                </a:lnTo>
                <a:close/>
                <a:moveTo>
                  <a:pt x="17389" y="33686"/>
                </a:moveTo>
                <a:lnTo>
                  <a:pt x="18324" y="34752"/>
                </a:lnTo>
                <a:lnTo>
                  <a:pt x="16921" y="34219"/>
                </a:lnTo>
                <a:close/>
                <a:moveTo>
                  <a:pt x="15330" y="323268"/>
                </a:moveTo>
                <a:lnTo>
                  <a:pt x="16867" y="324841"/>
                </a:lnTo>
                <a:lnTo>
                  <a:pt x="14562" y="324054"/>
                </a:lnTo>
                <a:close/>
                <a:moveTo>
                  <a:pt x="48665" y="103793"/>
                </a:moveTo>
                <a:lnTo>
                  <a:pt x="49657" y="105395"/>
                </a:lnTo>
                <a:lnTo>
                  <a:pt x="48169" y="104594"/>
                </a:lnTo>
                <a:close/>
                <a:moveTo>
                  <a:pt x="134759" y="120312"/>
                </a:moveTo>
                <a:lnTo>
                  <a:pt x="135496" y="121805"/>
                </a:lnTo>
                <a:lnTo>
                  <a:pt x="134391" y="121058"/>
                </a:lnTo>
                <a:close/>
                <a:moveTo>
                  <a:pt x="120396" y="50953"/>
                </a:moveTo>
                <a:lnTo>
                  <a:pt x="122439" y="52572"/>
                </a:lnTo>
                <a:lnTo>
                  <a:pt x="119375" y="51763"/>
                </a:lnTo>
                <a:close/>
                <a:moveTo>
                  <a:pt x="48843" y="152602"/>
                </a:moveTo>
                <a:lnTo>
                  <a:pt x="49797" y="153390"/>
                </a:lnTo>
                <a:lnTo>
                  <a:pt x="48366" y="152996"/>
                </a:lnTo>
                <a:close/>
                <a:moveTo>
                  <a:pt x="75586" y="334258"/>
                </a:moveTo>
                <a:lnTo>
                  <a:pt x="77263" y="334673"/>
                </a:lnTo>
                <a:lnTo>
                  <a:pt x="74748" y="334466"/>
                </a:lnTo>
                <a:close/>
                <a:moveTo>
                  <a:pt x="13414" y="183706"/>
                </a:moveTo>
                <a:lnTo>
                  <a:pt x="14933" y="184927"/>
                </a:lnTo>
                <a:lnTo>
                  <a:pt x="12655" y="184316"/>
                </a:lnTo>
                <a:close/>
                <a:moveTo>
                  <a:pt x="16460" y="139651"/>
                </a:moveTo>
                <a:lnTo>
                  <a:pt x="17305" y="140758"/>
                </a:lnTo>
                <a:lnTo>
                  <a:pt x="16038" y="140204"/>
                </a:lnTo>
                <a:close/>
                <a:moveTo>
                  <a:pt x="7961" y="401126"/>
                </a:moveTo>
                <a:lnTo>
                  <a:pt x="9688" y="402196"/>
                </a:lnTo>
                <a:lnTo>
                  <a:pt x="7098" y="401661"/>
                </a:lnTo>
                <a:close/>
                <a:moveTo>
                  <a:pt x="86926" y="292011"/>
                </a:moveTo>
                <a:lnTo>
                  <a:pt x="88321" y="292848"/>
                </a:lnTo>
                <a:lnTo>
                  <a:pt x="86229" y="292430"/>
                </a:lnTo>
                <a:close/>
                <a:moveTo>
                  <a:pt x="59230" y="284575"/>
                </a:moveTo>
                <a:lnTo>
                  <a:pt x="59688" y="285838"/>
                </a:lnTo>
                <a:lnTo>
                  <a:pt x="59002" y="285207"/>
                </a:lnTo>
                <a:close/>
                <a:moveTo>
                  <a:pt x="143398" y="254752"/>
                </a:moveTo>
                <a:lnTo>
                  <a:pt x="144802" y="255208"/>
                </a:lnTo>
                <a:lnTo>
                  <a:pt x="142696" y="254980"/>
                </a:lnTo>
                <a:close/>
                <a:moveTo>
                  <a:pt x="114063" y="253850"/>
                </a:moveTo>
                <a:lnTo>
                  <a:pt x="116080" y="255536"/>
                </a:lnTo>
                <a:lnTo>
                  <a:pt x="113055" y="254693"/>
                </a:lnTo>
                <a:close/>
                <a:moveTo>
                  <a:pt x="19189" y="364948"/>
                </a:moveTo>
                <a:lnTo>
                  <a:pt x="20287" y="365990"/>
                </a:lnTo>
                <a:lnTo>
                  <a:pt x="18640" y="365469"/>
                </a:lnTo>
                <a:close/>
                <a:moveTo>
                  <a:pt x="14818" y="154136"/>
                </a:moveTo>
                <a:lnTo>
                  <a:pt x="15804" y="155203"/>
                </a:lnTo>
                <a:lnTo>
                  <a:pt x="14325" y="154670"/>
                </a:lnTo>
                <a:close/>
                <a:moveTo>
                  <a:pt x="87835" y="99436"/>
                </a:moveTo>
                <a:lnTo>
                  <a:pt x="89468" y="100570"/>
                </a:lnTo>
                <a:lnTo>
                  <a:pt x="87019" y="100003"/>
                </a:lnTo>
                <a:close/>
                <a:moveTo>
                  <a:pt x="99039" y="408722"/>
                </a:moveTo>
                <a:lnTo>
                  <a:pt x="100210" y="409732"/>
                </a:lnTo>
                <a:lnTo>
                  <a:pt x="98453" y="409227"/>
                </a:lnTo>
                <a:close/>
                <a:moveTo>
                  <a:pt x="35973" y="219295"/>
                </a:moveTo>
                <a:lnTo>
                  <a:pt x="37013" y="220026"/>
                </a:lnTo>
                <a:lnTo>
                  <a:pt x="35453" y="219660"/>
                </a:lnTo>
                <a:close/>
                <a:moveTo>
                  <a:pt x="120461" y="371172"/>
                </a:moveTo>
                <a:lnTo>
                  <a:pt x="122296" y="372937"/>
                </a:lnTo>
                <a:lnTo>
                  <a:pt x="119544" y="372054"/>
                </a:lnTo>
                <a:close/>
                <a:moveTo>
                  <a:pt x="48813" y="412031"/>
                </a:moveTo>
                <a:lnTo>
                  <a:pt x="50983" y="412762"/>
                </a:lnTo>
                <a:lnTo>
                  <a:pt x="47728" y="412397"/>
                </a:lnTo>
                <a:close/>
                <a:moveTo>
                  <a:pt x="97944" y="366294"/>
                </a:moveTo>
                <a:lnTo>
                  <a:pt x="99762" y="367431"/>
                </a:lnTo>
                <a:lnTo>
                  <a:pt x="97034" y="366863"/>
                </a:lnTo>
                <a:close/>
                <a:moveTo>
                  <a:pt x="37514" y="321429"/>
                </a:moveTo>
                <a:lnTo>
                  <a:pt x="38783" y="322854"/>
                </a:lnTo>
                <a:lnTo>
                  <a:pt x="36880" y="322141"/>
                </a:lnTo>
                <a:close/>
                <a:moveTo>
                  <a:pt x="78402" y="99164"/>
                </a:moveTo>
                <a:lnTo>
                  <a:pt x="80081" y="100862"/>
                </a:lnTo>
                <a:lnTo>
                  <a:pt x="77562" y="100013"/>
                </a:lnTo>
                <a:close/>
                <a:moveTo>
                  <a:pt x="14702" y="42309"/>
                </a:moveTo>
                <a:lnTo>
                  <a:pt x="15772" y="43040"/>
                </a:lnTo>
                <a:lnTo>
                  <a:pt x="14167" y="42674"/>
                </a:lnTo>
                <a:close/>
                <a:moveTo>
                  <a:pt x="66958" y="157531"/>
                </a:moveTo>
                <a:lnTo>
                  <a:pt x="68307" y="159078"/>
                </a:lnTo>
                <a:lnTo>
                  <a:pt x="66284" y="158305"/>
                </a:lnTo>
                <a:close/>
                <a:moveTo>
                  <a:pt x="65276" y="294723"/>
                </a:moveTo>
                <a:lnTo>
                  <a:pt x="66326" y="296510"/>
                </a:lnTo>
                <a:lnTo>
                  <a:pt x="64751" y="295616"/>
                </a:lnTo>
                <a:close/>
                <a:moveTo>
                  <a:pt x="48904" y="87266"/>
                </a:moveTo>
                <a:lnTo>
                  <a:pt x="50390" y="88715"/>
                </a:lnTo>
                <a:lnTo>
                  <a:pt x="48161" y="87991"/>
                </a:lnTo>
                <a:close/>
                <a:moveTo>
                  <a:pt x="51870" y="362557"/>
                </a:moveTo>
                <a:lnTo>
                  <a:pt x="53319" y="362946"/>
                </a:lnTo>
                <a:lnTo>
                  <a:pt x="51146" y="362752"/>
                </a:lnTo>
                <a:close/>
                <a:moveTo>
                  <a:pt x="76555" y="427635"/>
                </a:moveTo>
                <a:lnTo>
                  <a:pt x="78030" y="428603"/>
                </a:lnTo>
                <a:lnTo>
                  <a:pt x="75817" y="428119"/>
                </a:lnTo>
                <a:close/>
                <a:moveTo>
                  <a:pt x="137371" y="183828"/>
                </a:moveTo>
                <a:lnTo>
                  <a:pt x="138209" y="185582"/>
                </a:lnTo>
                <a:lnTo>
                  <a:pt x="136953" y="184705"/>
                </a:lnTo>
                <a:close/>
                <a:moveTo>
                  <a:pt x="24392" y="47231"/>
                </a:moveTo>
                <a:lnTo>
                  <a:pt x="24911" y="48872"/>
                </a:lnTo>
                <a:lnTo>
                  <a:pt x="24132" y="48051"/>
                </a:lnTo>
                <a:close/>
                <a:moveTo>
                  <a:pt x="73629" y="404921"/>
                </a:moveTo>
                <a:lnTo>
                  <a:pt x="74506" y="405336"/>
                </a:lnTo>
                <a:lnTo>
                  <a:pt x="73191" y="405128"/>
                </a:lnTo>
                <a:close/>
                <a:moveTo>
                  <a:pt x="93674" y="308591"/>
                </a:moveTo>
                <a:lnTo>
                  <a:pt x="94286" y="309217"/>
                </a:lnTo>
                <a:lnTo>
                  <a:pt x="93368" y="308904"/>
                </a:lnTo>
                <a:close/>
                <a:moveTo>
                  <a:pt x="142681" y="465258"/>
                </a:moveTo>
                <a:lnTo>
                  <a:pt x="143573" y="465938"/>
                </a:lnTo>
                <a:lnTo>
                  <a:pt x="142235" y="465598"/>
                </a:lnTo>
                <a:close/>
                <a:moveTo>
                  <a:pt x="36955" y="276454"/>
                </a:moveTo>
                <a:lnTo>
                  <a:pt x="38341" y="278103"/>
                </a:lnTo>
                <a:lnTo>
                  <a:pt x="36262" y="277279"/>
                </a:lnTo>
                <a:close/>
                <a:moveTo>
                  <a:pt x="123966" y="170272"/>
                </a:moveTo>
                <a:lnTo>
                  <a:pt x="125757" y="171649"/>
                </a:lnTo>
                <a:lnTo>
                  <a:pt x="123070" y="170961"/>
                </a:lnTo>
                <a:close/>
                <a:moveTo>
                  <a:pt x="131653" y="344331"/>
                </a:moveTo>
                <a:lnTo>
                  <a:pt x="132039" y="344655"/>
                </a:lnTo>
                <a:lnTo>
                  <a:pt x="131459" y="344493"/>
                </a:lnTo>
                <a:close/>
                <a:moveTo>
                  <a:pt x="135705" y="57690"/>
                </a:moveTo>
                <a:lnTo>
                  <a:pt x="137095" y="58776"/>
                </a:lnTo>
                <a:lnTo>
                  <a:pt x="135010" y="58233"/>
                </a:lnTo>
                <a:close/>
                <a:moveTo>
                  <a:pt x="65087" y="32489"/>
                </a:moveTo>
                <a:lnTo>
                  <a:pt x="66297" y="34013"/>
                </a:lnTo>
                <a:lnTo>
                  <a:pt x="64482" y="33251"/>
                </a:lnTo>
                <a:close/>
                <a:moveTo>
                  <a:pt x="117755" y="65746"/>
                </a:moveTo>
                <a:lnTo>
                  <a:pt x="118944" y="66548"/>
                </a:lnTo>
                <a:lnTo>
                  <a:pt x="117160" y="66147"/>
                </a:lnTo>
                <a:close/>
                <a:moveTo>
                  <a:pt x="6558" y="34408"/>
                </a:moveTo>
                <a:lnTo>
                  <a:pt x="8596" y="35488"/>
                </a:lnTo>
                <a:lnTo>
                  <a:pt x="5540" y="34948"/>
                </a:lnTo>
                <a:close/>
                <a:moveTo>
                  <a:pt x="141697" y="289352"/>
                </a:moveTo>
                <a:lnTo>
                  <a:pt x="143170" y="289865"/>
                </a:lnTo>
                <a:lnTo>
                  <a:pt x="140961" y="289609"/>
                </a:lnTo>
                <a:close/>
                <a:moveTo>
                  <a:pt x="124796" y="50939"/>
                </a:moveTo>
                <a:lnTo>
                  <a:pt x="125230" y="52560"/>
                </a:lnTo>
                <a:lnTo>
                  <a:pt x="124578" y="51750"/>
                </a:lnTo>
                <a:close/>
                <a:moveTo>
                  <a:pt x="90323" y="429565"/>
                </a:moveTo>
                <a:lnTo>
                  <a:pt x="92515" y="430386"/>
                </a:lnTo>
                <a:lnTo>
                  <a:pt x="89227" y="429975"/>
                </a:lnTo>
                <a:close/>
                <a:moveTo>
                  <a:pt x="13352" y="185922"/>
                </a:moveTo>
                <a:lnTo>
                  <a:pt x="14221" y="186845"/>
                </a:lnTo>
                <a:lnTo>
                  <a:pt x="12917" y="186383"/>
                </a:lnTo>
                <a:close/>
                <a:moveTo>
                  <a:pt x="108889" y="93235"/>
                </a:moveTo>
                <a:lnTo>
                  <a:pt x="110545" y="94549"/>
                </a:lnTo>
                <a:lnTo>
                  <a:pt x="108061" y="93892"/>
                </a:lnTo>
                <a:close/>
                <a:moveTo>
                  <a:pt x="49384" y="283550"/>
                </a:moveTo>
                <a:lnTo>
                  <a:pt x="50713" y="284169"/>
                </a:lnTo>
                <a:lnTo>
                  <a:pt x="48720" y="283860"/>
                </a:lnTo>
                <a:close/>
                <a:moveTo>
                  <a:pt x="43991" y="7081"/>
                </a:moveTo>
                <a:lnTo>
                  <a:pt x="45335" y="8053"/>
                </a:lnTo>
                <a:lnTo>
                  <a:pt x="43319" y="7567"/>
                </a:lnTo>
                <a:close/>
                <a:moveTo>
                  <a:pt x="58883" y="285460"/>
                </a:moveTo>
                <a:lnTo>
                  <a:pt x="59686" y="286274"/>
                </a:lnTo>
                <a:lnTo>
                  <a:pt x="58481" y="285867"/>
                </a:lnTo>
                <a:close/>
                <a:moveTo>
                  <a:pt x="81138" y="372464"/>
                </a:moveTo>
                <a:lnTo>
                  <a:pt x="82505" y="373701"/>
                </a:lnTo>
                <a:lnTo>
                  <a:pt x="80455" y="373082"/>
                </a:lnTo>
                <a:close/>
                <a:moveTo>
                  <a:pt x="82877" y="183295"/>
                </a:moveTo>
                <a:lnTo>
                  <a:pt x="84595" y="183732"/>
                </a:lnTo>
                <a:lnTo>
                  <a:pt x="82018" y="183514"/>
                </a:lnTo>
                <a:close/>
                <a:moveTo>
                  <a:pt x="41515" y="47726"/>
                </a:moveTo>
                <a:lnTo>
                  <a:pt x="43177" y="48105"/>
                </a:lnTo>
                <a:lnTo>
                  <a:pt x="40684" y="47916"/>
                </a:lnTo>
                <a:close/>
                <a:moveTo>
                  <a:pt x="20101" y="82850"/>
                </a:moveTo>
                <a:lnTo>
                  <a:pt x="21277" y="84480"/>
                </a:lnTo>
                <a:lnTo>
                  <a:pt x="19513" y="83665"/>
                </a:lnTo>
                <a:close/>
                <a:moveTo>
                  <a:pt x="67804" y="330798"/>
                </a:moveTo>
                <a:lnTo>
                  <a:pt x="69236" y="332366"/>
                </a:lnTo>
                <a:lnTo>
                  <a:pt x="67089" y="331582"/>
                </a:lnTo>
                <a:close/>
                <a:moveTo>
                  <a:pt x="77420" y="440725"/>
                </a:moveTo>
                <a:lnTo>
                  <a:pt x="79599" y="441097"/>
                </a:lnTo>
                <a:lnTo>
                  <a:pt x="76330" y="440911"/>
                </a:lnTo>
                <a:close/>
                <a:moveTo>
                  <a:pt x="128725" y="50428"/>
                </a:moveTo>
                <a:lnTo>
                  <a:pt x="129716" y="50983"/>
                </a:lnTo>
                <a:lnTo>
                  <a:pt x="128230" y="50706"/>
                </a:lnTo>
                <a:close/>
                <a:moveTo>
                  <a:pt x="21950" y="257274"/>
                </a:moveTo>
                <a:lnTo>
                  <a:pt x="23852" y="258654"/>
                </a:lnTo>
                <a:lnTo>
                  <a:pt x="20999" y="257964"/>
                </a:lnTo>
                <a:close/>
                <a:moveTo>
                  <a:pt x="53819" y="201824"/>
                </a:moveTo>
                <a:lnTo>
                  <a:pt x="55745" y="202365"/>
                </a:lnTo>
                <a:lnTo>
                  <a:pt x="52856" y="202095"/>
                </a:lnTo>
                <a:close/>
                <a:moveTo>
                  <a:pt x="2636" y="1253"/>
                </a:moveTo>
                <a:lnTo>
                  <a:pt x="3342" y="1658"/>
                </a:lnTo>
                <a:lnTo>
                  <a:pt x="2283" y="1456"/>
                </a:lnTo>
                <a:close/>
                <a:moveTo>
                  <a:pt x="111769" y="141302"/>
                </a:moveTo>
                <a:lnTo>
                  <a:pt x="113167" y="142603"/>
                </a:lnTo>
                <a:lnTo>
                  <a:pt x="111070" y="141953"/>
                </a:lnTo>
                <a:close/>
                <a:moveTo>
                  <a:pt x="75662" y="399467"/>
                </a:moveTo>
                <a:lnTo>
                  <a:pt x="76847" y="399864"/>
                </a:lnTo>
                <a:lnTo>
                  <a:pt x="75070" y="399666"/>
                </a:lnTo>
                <a:close/>
                <a:moveTo>
                  <a:pt x="31096" y="274405"/>
                </a:moveTo>
                <a:lnTo>
                  <a:pt x="32951" y="274788"/>
                </a:lnTo>
                <a:lnTo>
                  <a:pt x="30168" y="274596"/>
                </a:lnTo>
                <a:close/>
                <a:moveTo>
                  <a:pt x="61951" y="10381"/>
                </a:moveTo>
                <a:lnTo>
                  <a:pt x="63926" y="11809"/>
                </a:lnTo>
                <a:lnTo>
                  <a:pt x="60963" y="11095"/>
                </a:lnTo>
                <a:close/>
                <a:moveTo>
                  <a:pt x="75785" y="441110"/>
                </a:moveTo>
                <a:lnTo>
                  <a:pt x="76181" y="442441"/>
                </a:lnTo>
                <a:lnTo>
                  <a:pt x="75586" y="441775"/>
                </a:lnTo>
                <a:close/>
                <a:moveTo>
                  <a:pt x="50195" y="110398"/>
                </a:moveTo>
                <a:lnTo>
                  <a:pt x="50730" y="111947"/>
                </a:lnTo>
                <a:lnTo>
                  <a:pt x="49928" y="111172"/>
                </a:lnTo>
                <a:close/>
                <a:moveTo>
                  <a:pt x="105391" y="363166"/>
                </a:moveTo>
                <a:lnTo>
                  <a:pt x="106308" y="364942"/>
                </a:lnTo>
                <a:lnTo>
                  <a:pt x="104933" y="364054"/>
                </a:lnTo>
                <a:close/>
                <a:moveTo>
                  <a:pt x="34273" y="104982"/>
                </a:moveTo>
                <a:lnTo>
                  <a:pt x="36089" y="106603"/>
                </a:lnTo>
                <a:lnTo>
                  <a:pt x="33366" y="105792"/>
                </a:lnTo>
                <a:close/>
                <a:moveTo>
                  <a:pt x="79328" y="61992"/>
                </a:moveTo>
                <a:lnTo>
                  <a:pt x="80568" y="63262"/>
                </a:lnTo>
                <a:lnTo>
                  <a:pt x="78708" y="62627"/>
                </a:lnTo>
                <a:close/>
                <a:moveTo>
                  <a:pt x="105691" y="353524"/>
                </a:moveTo>
                <a:lnTo>
                  <a:pt x="107817" y="354859"/>
                </a:lnTo>
                <a:lnTo>
                  <a:pt x="104628" y="354192"/>
                </a:lnTo>
                <a:close/>
                <a:moveTo>
                  <a:pt x="102577" y="135213"/>
                </a:moveTo>
                <a:lnTo>
                  <a:pt x="103004" y="136675"/>
                </a:lnTo>
                <a:lnTo>
                  <a:pt x="102363" y="135944"/>
                </a:lnTo>
                <a:close/>
                <a:moveTo>
                  <a:pt x="91167" y="302828"/>
                </a:moveTo>
                <a:lnTo>
                  <a:pt x="92782" y="303562"/>
                </a:lnTo>
                <a:lnTo>
                  <a:pt x="90359" y="303195"/>
                </a:lnTo>
                <a:close/>
                <a:moveTo>
                  <a:pt x="87523" y="399863"/>
                </a:moveTo>
                <a:lnTo>
                  <a:pt x="88298" y="401110"/>
                </a:lnTo>
                <a:lnTo>
                  <a:pt x="87136" y="400487"/>
                </a:lnTo>
                <a:close/>
                <a:moveTo>
                  <a:pt x="9739" y="309388"/>
                </a:moveTo>
                <a:lnTo>
                  <a:pt x="11626" y="309710"/>
                </a:lnTo>
                <a:lnTo>
                  <a:pt x="8795" y="309549"/>
                </a:lnTo>
                <a:close/>
                <a:moveTo>
                  <a:pt x="115059" y="383894"/>
                </a:moveTo>
                <a:lnTo>
                  <a:pt x="115541" y="384739"/>
                </a:lnTo>
                <a:lnTo>
                  <a:pt x="114817" y="384316"/>
                </a:lnTo>
                <a:close/>
                <a:moveTo>
                  <a:pt x="19864" y="315292"/>
                </a:moveTo>
                <a:lnTo>
                  <a:pt x="21641" y="315735"/>
                </a:lnTo>
                <a:lnTo>
                  <a:pt x="18975" y="315513"/>
                </a:lnTo>
                <a:close/>
                <a:moveTo>
                  <a:pt x="112409" y="269215"/>
                </a:moveTo>
                <a:lnTo>
                  <a:pt x="113235" y="269559"/>
                </a:lnTo>
                <a:lnTo>
                  <a:pt x="111995" y="269387"/>
                </a:lnTo>
                <a:close/>
                <a:moveTo>
                  <a:pt x="54134" y="111952"/>
                </a:moveTo>
                <a:lnTo>
                  <a:pt x="55576" y="113040"/>
                </a:lnTo>
                <a:lnTo>
                  <a:pt x="53414" y="112496"/>
                </a:lnTo>
                <a:close/>
                <a:moveTo>
                  <a:pt x="97333" y="368767"/>
                </a:moveTo>
                <a:lnTo>
                  <a:pt x="97979" y="370325"/>
                </a:lnTo>
                <a:lnTo>
                  <a:pt x="97010" y="369546"/>
                </a:lnTo>
                <a:close/>
                <a:moveTo>
                  <a:pt x="84338" y="380052"/>
                </a:moveTo>
                <a:lnTo>
                  <a:pt x="86261" y="381668"/>
                </a:lnTo>
                <a:lnTo>
                  <a:pt x="83376" y="380860"/>
                </a:lnTo>
                <a:close/>
                <a:moveTo>
                  <a:pt x="14200" y="216465"/>
                </a:moveTo>
                <a:lnTo>
                  <a:pt x="14981" y="218256"/>
                </a:lnTo>
                <a:lnTo>
                  <a:pt x="13809" y="217361"/>
                </a:lnTo>
                <a:close/>
                <a:moveTo>
                  <a:pt x="124637" y="449224"/>
                </a:moveTo>
                <a:lnTo>
                  <a:pt x="125391" y="450951"/>
                </a:lnTo>
                <a:lnTo>
                  <a:pt x="124260" y="450088"/>
                </a:lnTo>
                <a:close/>
                <a:moveTo>
                  <a:pt x="71016" y="1514"/>
                </a:moveTo>
                <a:lnTo>
                  <a:pt x="71747" y="3161"/>
                </a:lnTo>
                <a:lnTo>
                  <a:pt x="70651" y="2338"/>
                </a:lnTo>
                <a:close/>
                <a:moveTo>
                  <a:pt x="138937" y="127913"/>
                </a:moveTo>
                <a:lnTo>
                  <a:pt x="139840" y="128342"/>
                </a:lnTo>
                <a:lnTo>
                  <a:pt x="138486" y="128127"/>
                </a:lnTo>
                <a:close/>
                <a:moveTo>
                  <a:pt x="111716" y="81584"/>
                </a:moveTo>
                <a:lnTo>
                  <a:pt x="113436" y="83092"/>
                </a:lnTo>
                <a:lnTo>
                  <a:pt x="110856" y="82338"/>
                </a:lnTo>
                <a:close/>
                <a:moveTo>
                  <a:pt x="85312" y="441019"/>
                </a:moveTo>
                <a:lnTo>
                  <a:pt x="87200" y="442029"/>
                </a:lnTo>
                <a:lnTo>
                  <a:pt x="84368" y="441524"/>
                </a:lnTo>
                <a:close/>
                <a:moveTo>
                  <a:pt x="10277" y="126814"/>
                </a:moveTo>
                <a:lnTo>
                  <a:pt x="12140" y="127647"/>
                </a:lnTo>
                <a:lnTo>
                  <a:pt x="9346" y="127231"/>
                </a:lnTo>
                <a:close/>
                <a:moveTo>
                  <a:pt x="47546" y="288907"/>
                </a:moveTo>
                <a:lnTo>
                  <a:pt x="48489" y="289648"/>
                </a:lnTo>
                <a:lnTo>
                  <a:pt x="47075" y="289277"/>
                </a:lnTo>
                <a:close/>
                <a:moveTo>
                  <a:pt x="92660" y="266674"/>
                </a:moveTo>
                <a:lnTo>
                  <a:pt x="93231" y="267110"/>
                </a:lnTo>
                <a:lnTo>
                  <a:pt x="92374" y="266892"/>
                </a:lnTo>
                <a:close/>
                <a:moveTo>
                  <a:pt x="51617" y="195762"/>
                </a:moveTo>
                <a:lnTo>
                  <a:pt x="52696" y="196876"/>
                </a:lnTo>
                <a:lnTo>
                  <a:pt x="51078" y="196319"/>
                </a:lnTo>
                <a:close/>
                <a:moveTo>
                  <a:pt x="128218" y="151895"/>
                </a:moveTo>
                <a:lnTo>
                  <a:pt x="128826" y="152498"/>
                </a:lnTo>
                <a:lnTo>
                  <a:pt x="127914" y="152197"/>
                </a:lnTo>
                <a:close/>
                <a:moveTo>
                  <a:pt x="16492" y="367254"/>
                </a:moveTo>
                <a:lnTo>
                  <a:pt x="18432" y="367983"/>
                </a:lnTo>
                <a:lnTo>
                  <a:pt x="15523" y="367619"/>
                </a:lnTo>
                <a:close/>
                <a:moveTo>
                  <a:pt x="45646" y="14538"/>
                </a:moveTo>
                <a:lnTo>
                  <a:pt x="47215" y="15315"/>
                </a:lnTo>
                <a:lnTo>
                  <a:pt x="44862" y="14927"/>
                </a:lnTo>
                <a:close/>
                <a:moveTo>
                  <a:pt x="47963" y="95187"/>
                </a:moveTo>
                <a:lnTo>
                  <a:pt x="48438" y="96425"/>
                </a:lnTo>
                <a:lnTo>
                  <a:pt x="47726" y="95806"/>
                </a:lnTo>
                <a:close/>
                <a:moveTo>
                  <a:pt x="68884" y="2557"/>
                </a:moveTo>
                <a:lnTo>
                  <a:pt x="70535" y="4288"/>
                </a:lnTo>
                <a:lnTo>
                  <a:pt x="68059" y="3422"/>
                </a:lnTo>
                <a:close/>
                <a:moveTo>
                  <a:pt x="52602" y="406279"/>
                </a:moveTo>
                <a:lnTo>
                  <a:pt x="53207" y="407185"/>
                </a:lnTo>
                <a:lnTo>
                  <a:pt x="52299" y="406732"/>
                </a:lnTo>
                <a:close/>
                <a:moveTo>
                  <a:pt x="46019" y="359097"/>
                </a:moveTo>
                <a:lnTo>
                  <a:pt x="47553" y="359869"/>
                </a:lnTo>
                <a:lnTo>
                  <a:pt x="45253" y="359483"/>
                </a:lnTo>
                <a:close/>
                <a:moveTo>
                  <a:pt x="53283" y="289707"/>
                </a:moveTo>
                <a:lnTo>
                  <a:pt x="53767" y="290957"/>
                </a:lnTo>
                <a:lnTo>
                  <a:pt x="53041" y="290332"/>
                </a:lnTo>
                <a:close/>
                <a:moveTo>
                  <a:pt x="18833" y="398951"/>
                </a:moveTo>
                <a:lnTo>
                  <a:pt x="20517" y="400441"/>
                </a:lnTo>
                <a:lnTo>
                  <a:pt x="17992" y="399696"/>
                </a:lnTo>
                <a:close/>
                <a:moveTo>
                  <a:pt x="93083" y="208379"/>
                </a:moveTo>
                <a:lnTo>
                  <a:pt x="95060" y="209095"/>
                </a:lnTo>
                <a:lnTo>
                  <a:pt x="92095" y="208737"/>
                </a:lnTo>
                <a:close/>
                <a:moveTo>
                  <a:pt x="78440" y="431270"/>
                </a:moveTo>
                <a:lnTo>
                  <a:pt x="78842" y="432793"/>
                </a:lnTo>
                <a:lnTo>
                  <a:pt x="78239" y="432032"/>
                </a:lnTo>
                <a:close/>
                <a:moveTo>
                  <a:pt x="83362" y="41041"/>
                </a:moveTo>
                <a:lnTo>
                  <a:pt x="85033" y="42824"/>
                </a:lnTo>
                <a:lnTo>
                  <a:pt x="82527" y="41932"/>
                </a:lnTo>
                <a:close/>
                <a:moveTo>
                  <a:pt x="20096" y="291505"/>
                </a:moveTo>
                <a:lnTo>
                  <a:pt x="21351" y="292392"/>
                </a:lnTo>
                <a:lnTo>
                  <a:pt x="19468" y="291949"/>
                </a:lnTo>
                <a:close/>
                <a:moveTo>
                  <a:pt x="117798" y="70345"/>
                </a:moveTo>
                <a:lnTo>
                  <a:pt x="119465" y="71353"/>
                </a:lnTo>
                <a:lnTo>
                  <a:pt x="116965" y="70849"/>
                </a:lnTo>
                <a:close/>
                <a:moveTo>
                  <a:pt x="130883" y="302606"/>
                </a:moveTo>
                <a:lnTo>
                  <a:pt x="132311" y="304146"/>
                </a:lnTo>
                <a:lnTo>
                  <a:pt x="130170" y="303376"/>
                </a:lnTo>
                <a:close/>
                <a:moveTo>
                  <a:pt x="133751" y="143901"/>
                </a:moveTo>
                <a:lnTo>
                  <a:pt x="134548" y="144202"/>
                </a:lnTo>
                <a:lnTo>
                  <a:pt x="133352" y="144052"/>
                </a:lnTo>
                <a:close/>
                <a:moveTo>
                  <a:pt x="62336" y="262416"/>
                </a:moveTo>
                <a:lnTo>
                  <a:pt x="62903" y="264207"/>
                </a:lnTo>
                <a:lnTo>
                  <a:pt x="62052" y="263311"/>
                </a:lnTo>
                <a:close/>
                <a:moveTo>
                  <a:pt x="107033" y="429890"/>
                </a:moveTo>
                <a:lnTo>
                  <a:pt x="107904" y="431437"/>
                </a:lnTo>
                <a:lnTo>
                  <a:pt x="106598" y="430663"/>
                </a:lnTo>
                <a:close/>
                <a:moveTo>
                  <a:pt x="18803" y="8085"/>
                </a:moveTo>
                <a:lnTo>
                  <a:pt x="19397" y="8907"/>
                </a:lnTo>
                <a:lnTo>
                  <a:pt x="18506" y="8496"/>
                </a:lnTo>
                <a:close/>
                <a:moveTo>
                  <a:pt x="84663" y="467708"/>
                </a:moveTo>
                <a:lnTo>
                  <a:pt x="86417" y="468637"/>
                </a:lnTo>
                <a:lnTo>
                  <a:pt x="83786" y="468172"/>
                </a:lnTo>
                <a:close/>
                <a:moveTo>
                  <a:pt x="143544" y="264242"/>
                </a:moveTo>
                <a:lnTo>
                  <a:pt x="145533" y="265782"/>
                </a:lnTo>
                <a:lnTo>
                  <a:pt x="142549" y="265012"/>
                </a:lnTo>
                <a:close/>
                <a:moveTo>
                  <a:pt x="27060" y="201348"/>
                </a:moveTo>
                <a:lnTo>
                  <a:pt x="27794" y="201690"/>
                </a:lnTo>
                <a:lnTo>
                  <a:pt x="26694" y="201519"/>
                </a:lnTo>
                <a:close/>
                <a:moveTo>
                  <a:pt x="107661" y="419179"/>
                </a:moveTo>
                <a:lnTo>
                  <a:pt x="108766" y="420912"/>
                </a:lnTo>
                <a:lnTo>
                  <a:pt x="107109" y="420046"/>
                </a:lnTo>
                <a:close/>
                <a:moveTo>
                  <a:pt x="127471" y="470602"/>
                </a:moveTo>
                <a:lnTo>
                  <a:pt x="128767" y="471147"/>
                </a:lnTo>
                <a:lnTo>
                  <a:pt x="126822" y="470874"/>
                </a:lnTo>
                <a:close/>
                <a:moveTo>
                  <a:pt x="84009" y="119523"/>
                </a:moveTo>
                <a:lnTo>
                  <a:pt x="85540" y="120001"/>
                </a:lnTo>
                <a:lnTo>
                  <a:pt x="83244" y="119762"/>
                </a:lnTo>
                <a:close/>
                <a:moveTo>
                  <a:pt x="33529" y="145048"/>
                </a:moveTo>
                <a:lnTo>
                  <a:pt x="34202" y="146467"/>
                </a:lnTo>
                <a:lnTo>
                  <a:pt x="33193" y="145757"/>
                </a:lnTo>
                <a:close/>
                <a:moveTo>
                  <a:pt x="10122" y="351331"/>
                </a:moveTo>
                <a:lnTo>
                  <a:pt x="12040" y="352553"/>
                </a:lnTo>
                <a:lnTo>
                  <a:pt x="9163" y="351942"/>
                </a:lnTo>
                <a:close/>
                <a:moveTo>
                  <a:pt x="123241" y="340841"/>
                </a:moveTo>
                <a:lnTo>
                  <a:pt x="125279" y="341872"/>
                </a:lnTo>
                <a:lnTo>
                  <a:pt x="122222" y="341357"/>
                </a:lnTo>
                <a:close/>
                <a:moveTo>
                  <a:pt x="26084" y="262057"/>
                </a:moveTo>
                <a:lnTo>
                  <a:pt x="28108" y="263690"/>
                </a:lnTo>
                <a:lnTo>
                  <a:pt x="25071" y="262873"/>
                </a:lnTo>
                <a:close/>
                <a:moveTo>
                  <a:pt x="43804" y="150773"/>
                </a:moveTo>
                <a:lnTo>
                  <a:pt x="44351" y="151114"/>
                </a:lnTo>
                <a:lnTo>
                  <a:pt x="43530" y="150943"/>
                </a:lnTo>
                <a:close/>
                <a:moveTo>
                  <a:pt x="30716" y="29234"/>
                </a:moveTo>
                <a:lnTo>
                  <a:pt x="31512" y="30019"/>
                </a:lnTo>
                <a:lnTo>
                  <a:pt x="30318" y="29626"/>
                </a:lnTo>
                <a:close/>
                <a:moveTo>
                  <a:pt x="95527" y="35037"/>
                </a:moveTo>
                <a:lnTo>
                  <a:pt x="97061" y="35511"/>
                </a:lnTo>
                <a:lnTo>
                  <a:pt x="94761" y="35274"/>
                </a:lnTo>
                <a:close/>
                <a:moveTo>
                  <a:pt x="12721" y="44471"/>
                </a:moveTo>
                <a:lnTo>
                  <a:pt x="14858" y="45968"/>
                </a:lnTo>
                <a:lnTo>
                  <a:pt x="11652" y="45219"/>
                </a:lnTo>
                <a:close/>
                <a:moveTo>
                  <a:pt x="87063" y="318571"/>
                </a:moveTo>
                <a:lnTo>
                  <a:pt x="89173" y="319036"/>
                </a:lnTo>
                <a:lnTo>
                  <a:pt x="86008" y="318804"/>
                </a:lnTo>
                <a:close/>
                <a:moveTo>
                  <a:pt x="43000" y="391413"/>
                </a:moveTo>
                <a:lnTo>
                  <a:pt x="45009" y="392484"/>
                </a:lnTo>
                <a:lnTo>
                  <a:pt x="41995" y="391949"/>
                </a:lnTo>
                <a:close/>
                <a:moveTo>
                  <a:pt x="119078" y="50712"/>
                </a:moveTo>
                <a:lnTo>
                  <a:pt x="120813" y="52189"/>
                </a:lnTo>
                <a:lnTo>
                  <a:pt x="118210" y="51451"/>
                </a:lnTo>
                <a:close/>
                <a:moveTo>
                  <a:pt x="128421" y="93662"/>
                </a:moveTo>
                <a:lnTo>
                  <a:pt x="129620" y="94670"/>
                </a:lnTo>
                <a:lnTo>
                  <a:pt x="127821" y="94166"/>
                </a:lnTo>
                <a:close/>
                <a:moveTo>
                  <a:pt x="26662" y="374838"/>
                </a:moveTo>
                <a:lnTo>
                  <a:pt x="27065" y="375782"/>
                </a:lnTo>
                <a:lnTo>
                  <a:pt x="26460" y="375310"/>
                </a:lnTo>
                <a:close/>
                <a:moveTo>
                  <a:pt x="48488" y="12545"/>
                </a:moveTo>
                <a:lnTo>
                  <a:pt x="49928" y="13605"/>
                </a:lnTo>
                <a:lnTo>
                  <a:pt x="47768" y="13075"/>
                </a:lnTo>
                <a:close/>
                <a:moveTo>
                  <a:pt x="131766" y="110459"/>
                </a:moveTo>
                <a:lnTo>
                  <a:pt x="132846" y="111221"/>
                </a:lnTo>
                <a:lnTo>
                  <a:pt x="131226" y="110840"/>
                </a:lnTo>
                <a:close/>
                <a:moveTo>
                  <a:pt x="59546" y="455582"/>
                </a:moveTo>
                <a:lnTo>
                  <a:pt x="60112" y="456900"/>
                </a:lnTo>
                <a:lnTo>
                  <a:pt x="59263" y="456241"/>
                </a:lnTo>
                <a:close/>
                <a:moveTo>
                  <a:pt x="95011" y="272773"/>
                </a:moveTo>
                <a:lnTo>
                  <a:pt x="97144" y="273729"/>
                </a:lnTo>
                <a:lnTo>
                  <a:pt x="93945" y="273251"/>
                </a:lnTo>
                <a:close/>
                <a:moveTo>
                  <a:pt x="108672" y="234353"/>
                </a:moveTo>
                <a:lnTo>
                  <a:pt x="109424" y="235220"/>
                </a:lnTo>
                <a:lnTo>
                  <a:pt x="108296" y="234787"/>
                </a:lnTo>
                <a:close/>
                <a:moveTo>
                  <a:pt x="53248" y="67381"/>
                </a:moveTo>
                <a:lnTo>
                  <a:pt x="55014" y="68439"/>
                </a:lnTo>
                <a:lnTo>
                  <a:pt x="52366" y="67910"/>
                </a:lnTo>
                <a:close/>
                <a:moveTo>
                  <a:pt x="103865" y="244488"/>
                </a:moveTo>
                <a:lnTo>
                  <a:pt x="105787" y="244903"/>
                </a:lnTo>
                <a:lnTo>
                  <a:pt x="102904" y="244695"/>
                </a:lnTo>
                <a:close/>
                <a:moveTo>
                  <a:pt x="50327" y="313346"/>
                </a:moveTo>
                <a:lnTo>
                  <a:pt x="51757" y="313787"/>
                </a:lnTo>
                <a:lnTo>
                  <a:pt x="49612" y="313566"/>
                </a:lnTo>
                <a:close/>
                <a:moveTo>
                  <a:pt x="134435" y="52084"/>
                </a:moveTo>
                <a:lnTo>
                  <a:pt x="135606" y="53274"/>
                </a:lnTo>
                <a:lnTo>
                  <a:pt x="133850" y="52679"/>
                </a:lnTo>
                <a:close/>
                <a:moveTo>
                  <a:pt x="136159" y="155140"/>
                </a:moveTo>
                <a:lnTo>
                  <a:pt x="137459" y="156910"/>
                </a:lnTo>
                <a:lnTo>
                  <a:pt x="135510" y="156025"/>
                </a:lnTo>
                <a:close/>
                <a:moveTo>
                  <a:pt x="22282" y="192471"/>
                </a:moveTo>
                <a:lnTo>
                  <a:pt x="23632" y="192859"/>
                </a:lnTo>
                <a:lnTo>
                  <a:pt x="21608" y="192665"/>
                </a:lnTo>
                <a:close/>
                <a:moveTo>
                  <a:pt x="88813" y="456519"/>
                </a:moveTo>
                <a:lnTo>
                  <a:pt x="90903" y="457910"/>
                </a:lnTo>
                <a:lnTo>
                  <a:pt x="87767" y="457215"/>
                </a:lnTo>
                <a:close/>
                <a:moveTo>
                  <a:pt x="40734" y="345736"/>
                </a:moveTo>
                <a:lnTo>
                  <a:pt x="42457" y="346271"/>
                </a:lnTo>
                <a:lnTo>
                  <a:pt x="39873" y="346004"/>
                </a:lnTo>
                <a:close/>
                <a:moveTo>
                  <a:pt x="81391" y="161851"/>
                </a:moveTo>
                <a:lnTo>
                  <a:pt x="83330" y="162335"/>
                </a:lnTo>
                <a:lnTo>
                  <a:pt x="80421" y="162093"/>
                </a:lnTo>
                <a:close/>
                <a:moveTo>
                  <a:pt x="106616" y="362937"/>
                </a:moveTo>
                <a:lnTo>
                  <a:pt x="108549" y="363563"/>
                </a:lnTo>
                <a:lnTo>
                  <a:pt x="105650" y="363250"/>
                </a:lnTo>
                <a:close/>
                <a:moveTo>
                  <a:pt x="125663" y="307995"/>
                </a:moveTo>
                <a:lnTo>
                  <a:pt x="127585" y="308752"/>
                </a:lnTo>
                <a:lnTo>
                  <a:pt x="124702" y="308373"/>
                </a:lnTo>
                <a:close/>
                <a:moveTo>
                  <a:pt x="131274" y="203878"/>
                </a:moveTo>
                <a:lnTo>
                  <a:pt x="132688" y="204587"/>
                </a:lnTo>
                <a:lnTo>
                  <a:pt x="130567" y="204233"/>
                </a:lnTo>
                <a:close/>
                <a:moveTo>
                  <a:pt x="126951" y="130214"/>
                </a:moveTo>
                <a:lnTo>
                  <a:pt x="127353" y="131713"/>
                </a:lnTo>
                <a:lnTo>
                  <a:pt x="126750" y="130964"/>
                </a:lnTo>
                <a:close/>
                <a:moveTo>
                  <a:pt x="43549" y="444405"/>
                </a:moveTo>
                <a:lnTo>
                  <a:pt x="45526" y="444906"/>
                </a:lnTo>
                <a:lnTo>
                  <a:pt x="42561" y="444656"/>
                </a:lnTo>
                <a:close/>
                <a:moveTo>
                  <a:pt x="21788" y="243907"/>
                </a:moveTo>
                <a:lnTo>
                  <a:pt x="23008" y="244285"/>
                </a:lnTo>
                <a:lnTo>
                  <a:pt x="21178" y="244096"/>
                </a:lnTo>
                <a:close/>
                <a:moveTo>
                  <a:pt x="140547" y="125845"/>
                </a:moveTo>
                <a:lnTo>
                  <a:pt x="142048" y="126562"/>
                </a:lnTo>
                <a:lnTo>
                  <a:pt x="139797" y="126203"/>
                </a:lnTo>
                <a:close/>
                <a:moveTo>
                  <a:pt x="96902" y="52133"/>
                </a:moveTo>
                <a:lnTo>
                  <a:pt x="98409" y="53300"/>
                </a:lnTo>
                <a:lnTo>
                  <a:pt x="96148" y="52717"/>
                </a:lnTo>
                <a:close/>
                <a:moveTo>
                  <a:pt x="103118" y="118954"/>
                </a:moveTo>
                <a:lnTo>
                  <a:pt x="105141" y="119309"/>
                </a:lnTo>
                <a:lnTo>
                  <a:pt x="102107" y="119131"/>
                </a:lnTo>
                <a:close/>
                <a:moveTo>
                  <a:pt x="99706" y="209374"/>
                </a:moveTo>
                <a:lnTo>
                  <a:pt x="101701" y="210225"/>
                </a:lnTo>
                <a:lnTo>
                  <a:pt x="98709" y="209799"/>
                </a:lnTo>
                <a:close/>
                <a:moveTo>
                  <a:pt x="90454" y="328246"/>
                </a:moveTo>
                <a:lnTo>
                  <a:pt x="91792" y="328859"/>
                </a:lnTo>
                <a:lnTo>
                  <a:pt x="89786" y="328553"/>
                </a:lnTo>
                <a:close/>
                <a:moveTo>
                  <a:pt x="75734" y="354662"/>
                </a:moveTo>
                <a:lnTo>
                  <a:pt x="77092" y="355879"/>
                </a:lnTo>
                <a:lnTo>
                  <a:pt x="75054" y="355270"/>
                </a:lnTo>
                <a:close/>
                <a:moveTo>
                  <a:pt x="26632" y="143848"/>
                </a:moveTo>
                <a:lnTo>
                  <a:pt x="27416" y="144241"/>
                </a:lnTo>
                <a:lnTo>
                  <a:pt x="26240" y="144045"/>
                </a:lnTo>
                <a:close/>
                <a:moveTo>
                  <a:pt x="128652" y="139340"/>
                </a:moveTo>
                <a:lnTo>
                  <a:pt x="130652" y="140794"/>
                </a:lnTo>
                <a:lnTo>
                  <a:pt x="127652" y="140067"/>
                </a:lnTo>
                <a:close/>
                <a:moveTo>
                  <a:pt x="34075" y="30306"/>
                </a:moveTo>
                <a:lnTo>
                  <a:pt x="35962" y="31325"/>
                </a:lnTo>
                <a:lnTo>
                  <a:pt x="33131" y="30815"/>
                </a:lnTo>
                <a:close/>
                <a:moveTo>
                  <a:pt x="4421" y="125949"/>
                </a:moveTo>
                <a:lnTo>
                  <a:pt x="4826" y="126617"/>
                </a:lnTo>
                <a:lnTo>
                  <a:pt x="4219" y="126283"/>
                </a:lnTo>
                <a:close/>
                <a:moveTo>
                  <a:pt x="47596" y="462361"/>
                </a:moveTo>
                <a:lnTo>
                  <a:pt x="48771" y="464161"/>
                </a:lnTo>
                <a:lnTo>
                  <a:pt x="47009" y="463261"/>
                </a:lnTo>
                <a:close/>
                <a:moveTo>
                  <a:pt x="47349" y="187644"/>
                </a:moveTo>
                <a:lnTo>
                  <a:pt x="48691" y="188096"/>
                </a:lnTo>
                <a:lnTo>
                  <a:pt x="46677" y="187870"/>
                </a:lnTo>
                <a:close/>
                <a:moveTo>
                  <a:pt x="38588" y="258143"/>
                </a:moveTo>
                <a:lnTo>
                  <a:pt x="39487" y="258506"/>
                </a:lnTo>
                <a:lnTo>
                  <a:pt x="38139" y="258324"/>
                </a:lnTo>
                <a:close/>
                <a:moveTo>
                  <a:pt x="99700" y="281292"/>
                </a:moveTo>
                <a:lnTo>
                  <a:pt x="101892" y="281963"/>
                </a:lnTo>
                <a:lnTo>
                  <a:pt x="98604" y="281628"/>
                </a:lnTo>
                <a:close/>
                <a:moveTo>
                  <a:pt x="19623" y="309897"/>
                </a:moveTo>
                <a:lnTo>
                  <a:pt x="21477" y="311318"/>
                </a:lnTo>
                <a:lnTo>
                  <a:pt x="18696" y="310608"/>
                </a:lnTo>
                <a:close/>
                <a:moveTo>
                  <a:pt x="3647" y="411075"/>
                </a:moveTo>
                <a:lnTo>
                  <a:pt x="5400" y="412206"/>
                </a:lnTo>
                <a:lnTo>
                  <a:pt x="2771" y="411640"/>
                </a:lnTo>
                <a:close/>
                <a:moveTo>
                  <a:pt x="68943" y="390772"/>
                </a:moveTo>
                <a:lnTo>
                  <a:pt x="70965" y="391664"/>
                </a:lnTo>
                <a:lnTo>
                  <a:pt x="67932" y="391218"/>
                </a:lnTo>
                <a:close/>
                <a:moveTo>
                  <a:pt x="51525" y="263590"/>
                </a:moveTo>
                <a:lnTo>
                  <a:pt x="53064" y="264959"/>
                </a:lnTo>
                <a:lnTo>
                  <a:pt x="50756" y="264275"/>
                </a:lnTo>
                <a:close/>
                <a:moveTo>
                  <a:pt x="29566" y="44600"/>
                </a:moveTo>
                <a:lnTo>
                  <a:pt x="30128" y="45845"/>
                </a:lnTo>
                <a:lnTo>
                  <a:pt x="29285" y="45222"/>
                </a:lnTo>
                <a:close/>
                <a:moveTo>
                  <a:pt x="33291" y="95581"/>
                </a:moveTo>
                <a:lnTo>
                  <a:pt x="35220" y="96323"/>
                </a:lnTo>
                <a:lnTo>
                  <a:pt x="32327" y="95952"/>
                </a:lnTo>
                <a:close/>
                <a:moveTo>
                  <a:pt x="86652" y="363642"/>
                </a:moveTo>
                <a:lnTo>
                  <a:pt x="88388" y="364340"/>
                </a:lnTo>
                <a:lnTo>
                  <a:pt x="85784" y="363991"/>
                </a:lnTo>
                <a:close/>
                <a:moveTo>
                  <a:pt x="86688" y="363706"/>
                </a:moveTo>
                <a:lnTo>
                  <a:pt x="87519" y="364148"/>
                </a:lnTo>
                <a:lnTo>
                  <a:pt x="86273" y="363927"/>
                </a:lnTo>
                <a:close/>
                <a:moveTo>
                  <a:pt x="115176" y="224485"/>
                </a:moveTo>
                <a:lnTo>
                  <a:pt x="116214" y="224908"/>
                </a:lnTo>
                <a:lnTo>
                  <a:pt x="114657" y="224696"/>
                </a:lnTo>
                <a:close/>
                <a:moveTo>
                  <a:pt x="40068" y="111158"/>
                </a:moveTo>
                <a:lnTo>
                  <a:pt x="41841" y="111981"/>
                </a:lnTo>
                <a:lnTo>
                  <a:pt x="39181" y="111570"/>
                </a:lnTo>
                <a:close/>
                <a:moveTo>
                  <a:pt x="84346" y="380618"/>
                </a:moveTo>
                <a:lnTo>
                  <a:pt x="85300" y="382003"/>
                </a:lnTo>
                <a:lnTo>
                  <a:pt x="83869" y="381310"/>
                </a:lnTo>
                <a:close/>
                <a:moveTo>
                  <a:pt x="32243" y="133278"/>
                </a:moveTo>
                <a:lnTo>
                  <a:pt x="32745" y="134689"/>
                </a:lnTo>
                <a:lnTo>
                  <a:pt x="31992" y="133984"/>
                </a:lnTo>
                <a:close/>
                <a:moveTo>
                  <a:pt x="127162" y="262670"/>
                </a:moveTo>
                <a:lnTo>
                  <a:pt x="128535" y="264356"/>
                </a:lnTo>
                <a:lnTo>
                  <a:pt x="126476" y="263513"/>
                </a:lnTo>
                <a:close/>
                <a:moveTo>
                  <a:pt x="128473" y="348935"/>
                </a:moveTo>
                <a:lnTo>
                  <a:pt x="129670" y="349464"/>
                </a:lnTo>
                <a:lnTo>
                  <a:pt x="127875" y="349200"/>
                </a:lnTo>
                <a:close/>
                <a:moveTo>
                  <a:pt x="108386" y="454547"/>
                </a:moveTo>
                <a:lnTo>
                  <a:pt x="109405" y="455905"/>
                </a:lnTo>
                <a:lnTo>
                  <a:pt x="107876" y="455226"/>
                </a:lnTo>
                <a:close/>
                <a:moveTo>
                  <a:pt x="106992" y="20757"/>
                </a:moveTo>
                <a:lnTo>
                  <a:pt x="109138" y="22399"/>
                </a:lnTo>
                <a:lnTo>
                  <a:pt x="105919" y="21578"/>
                </a:lnTo>
                <a:close/>
                <a:moveTo>
                  <a:pt x="20021" y="109380"/>
                </a:moveTo>
                <a:lnTo>
                  <a:pt x="21131" y="109907"/>
                </a:lnTo>
                <a:lnTo>
                  <a:pt x="19466" y="109643"/>
                </a:lnTo>
                <a:close/>
                <a:moveTo>
                  <a:pt x="17798" y="149434"/>
                </a:moveTo>
                <a:lnTo>
                  <a:pt x="19078" y="151154"/>
                </a:lnTo>
                <a:lnTo>
                  <a:pt x="17159" y="150294"/>
                </a:lnTo>
                <a:close/>
                <a:moveTo>
                  <a:pt x="124101" y="241605"/>
                </a:moveTo>
                <a:lnTo>
                  <a:pt x="126227" y="243283"/>
                </a:lnTo>
                <a:lnTo>
                  <a:pt x="123037" y="242444"/>
                </a:lnTo>
                <a:close/>
                <a:moveTo>
                  <a:pt x="44502" y="397221"/>
                </a:moveTo>
                <a:lnTo>
                  <a:pt x="46446" y="398022"/>
                </a:lnTo>
                <a:lnTo>
                  <a:pt x="43530" y="397622"/>
                </a:lnTo>
                <a:close/>
                <a:moveTo>
                  <a:pt x="50856" y="110528"/>
                </a:moveTo>
                <a:lnTo>
                  <a:pt x="51775" y="111033"/>
                </a:lnTo>
                <a:lnTo>
                  <a:pt x="50396" y="110781"/>
                </a:lnTo>
                <a:close/>
                <a:moveTo>
                  <a:pt x="121472" y="311044"/>
                </a:moveTo>
                <a:lnTo>
                  <a:pt x="123367" y="311746"/>
                </a:lnTo>
                <a:lnTo>
                  <a:pt x="120524" y="311395"/>
                </a:lnTo>
                <a:close/>
                <a:moveTo>
                  <a:pt x="56731" y="89887"/>
                </a:moveTo>
                <a:lnTo>
                  <a:pt x="57834" y="90379"/>
                </a:lnTo>
                <a:lnTo>
                  <a:pt x="56180" y="90133"/>
                </a:lnTo>
                <a:close/>
                <a:moveTo>
                  <a:pt x="115527" y="190633"/>
                </a:moveTo>
                <a:lnTo>
                  <a:pt x="117315" y="191762"/>
                </a:lnTo>
                <a:lnTo>
                  <a:pt x="114633" y="191198"/>
                </a:lnTo>
                <a:close/>
                <a:moveTo>
                  <a:pt x="26322" y="36776"/>
                </a:moveTo>
                <a:lnTo>
                  <a:pt x="28194" y="37717"/>
                </a:lnTo>
                <a:lnTo>
                  <a:pt x="25387" y="37246"/>
                </a:lnTo>
                <a:close/>
                <a:moveTo>
                  <a:pt x="75449" y="74976"/>
                </a:moveTo>
                <a:lnTo>
                  <a:pt x="77011" y="76133"/>
                </a:lnTo>
                <a:lnTo>
                  <a:pt x="74668" y="75555"/>
                </a:lnTo>
                <a:close/>
                <a:moveTo>
                  <a:pt x="88744" y="187870"/>
                </a:moveTo>
                <a:lnTo>
                  <a:pt x="89679" y="189262"/>
                </a:lnTo>
                <a:lnTo>
                  <a:pt x="88277" y="188566"/>
                </a:lnTo>
                <a:close/>
                <a:moveTo>
                  <a:pt x="43084" y="155838"/>
                </a:moveTo>
                <a:lnTo>
                  <a:pt x="44183" y="157332"/>
                </a:lnTo>
                <a:lnTo>
                  <a:pt x="42534" y="156585"/>
                </a:lnTo>
                <a:close/>
                <a:moveTo>
                  <a:pt x="45649" y="40606"/>
                </a:moveTo>
                <a:lnTo>
                  <a:pt x="47036" y="41697"/>
                </a:lnTo>
                <a:lnTo>
                  <a:pt x="44955" y="41151"/>
                </a:lnTo>
                <a:close/>
                <a:moveTo>
                  <a:pt x="81199" y="68893"/>
                </a:moveTo>
                <a:lnTo>
                  <a:pt x="82358" y="69997"/>
                </a:lnTo>
                <a:lnTo>
                  <a:pt x="80620" y="69445"/>
                </a:lnTo>
                <a:close/>
                <a:moveTo>
                  <a:pt x="99656" y="342891"/>
                </a:moveTo>
                <a:lnTo>
                  <a:pt x="100056" y="344578"/>
                </a:lnTo>
                <a:lnTo>
                  <a:pt x="99456" y="343735"/>
                </a:lnTo>
                <a:close/>
                <a:moveTo>
                  <a:pt x="92172" y="271656"/>
                </a:moveTo>
                <a:lnTo>
                  <a:pt x="93946" y="272056"/>
                </a:lnTo>
                <a:lnTo>
                  <a:pt x="91286" y="271856"/>
                </a:lnTo>
                <a:close/>
                <a:moveTo>
                  <a:pt x="89473" y="373134"/>
                </a:moveTo>
                <a:lnTo>
                  <a:pt x="90240" y="373835"/>
                </a:lnTo>
                <a:lnTo>
                  <a:pt x="89089" y="373484"/>
                </a:lnTo>
                <a:close/>
                <a:moveTo>
                  <a:pt x="128423" y="93795"/>
                </a:moveTo>
                <a:lnTo>
                  <a:pt x="129118" y="95397"/>
                </a:lnTo>
                <a:lnTo>
                  <a:pt x="128075" y="94596"/>
                </a:lnTo>
                <a:close/>
                <a:moveTo>
                  <a:pt x="11133" y="28284"/>
                </a:moveTo>
                <a:lnTo>
                  <a:pt x="12237" y="28707"/>
                </a:lnTo>
                <a:lnTo>
                  <a:pt x="10580" y="28495"/>
                </a:lnTo>
                <a:close/>
                <a:moveTo>
                  <a:pt x="122439" y="435304"/>
                </a:moveTo>
                <a:lnTo>
                  <a:pt x="123904" y="435650"/>
                </a:lnTo>
                <a:lnTo>
                  <a:pt x="121707" y="435477"/>
                </a:lnTo>
                <a:close/>
                <a:moveTo>
                  <a:pt x="1403" y="214389"/>
                </a:moveTo>
                <a:lnTo>
                  <a:pt x="3001" y="216033"/>
                </a:lnTo>
                <a:lnTo>
                  <a:pt x="604" y="215211"/>
                </a:lnTo>
                <a:close/>
                <a:moveTo>
                  <a:pt x="113162" y="338094"/>
                </a:moveTo>
                <a:lnTo>
                  <a:pt x="114026" y="338621"/>
                </a:lnTo>
                <a:lnTo>
                  <a:pt x="112730" y="338357"/>
                </a:lnTo>
                <a:close/>
                <a:moveTo>
                  <a:pt x="129011" y="189650"/>
                </a:moveTo>
                <a:lnTo>
                  <a:pt x="130290" y="191355"/>
                </a:lnTo>
                <a:lnTo>
                  <a:pt x="128371" y="190503"/>
                </a:lnTo>
                <a:close/>
                <a:moveTo>
                  <a:pt x="101225" y="203821"/>
                </a:moveTo>
                <a:lnTo>
                  <a:pt x="102573" y="204190"/>
                </a:lnTo>
                <a:lnTo>
                  <a:pt x="100551" y="204005"/>
                </a:lnTo>
                <a:close/>
                <a:moveTo>
                  <a:pt x="35628" y="156366"/>
                </a:moveTo>
                <a:lnTo>
                  <a:pt x="36041" y="157200"/>
                </a:lnTo>
                <a:lnTo>
                  <a:pt x="35421" y="156783"/>
                </a:lnTo>
                <a:close/>
                <a:moveTo>
                  <a:pt x="53803" y="9106"/>
                </a:moveTo>
                <a:lnTo>
                  <a:pt x="55223" y="10647"/>
                </a:lnTo>
                <a:lnTo>
                  <a:pt x="53093" y="9877"/>
                </a:lnTo>
                <a:close/>
                <a:moveTo>
                  <a:pt x="37978" y="337916"/>
                </a:moveTo>
                <a:lnTo>
                  <a:pt x="38589" y="338972"/>
                </a:lnTo>
                <a:lnTo>
                  <a:pt x="37673" y="338444"/>
                </a:lnTo>
                <a:close/>
                <a:moveTo>
                  <a:pt x="94490" y="215051"/>
                </a:moveTo>
                <a:lnTo>
                  <a:pt x="94961" y="216834"/>
                </a:lnTo>
                <a:lnTo>
                  <a:pt x="94254" y="215943"/>
                </a:lnTo>
                <a:close/>
                <a:moveTo>
                  <a:pt x="22860" y="338867"/>
                </a:moveTo>
                <a:lnTo>
                  <a:pt x="23752" y="340435"/>
                </a:lnTo>
                <a:lnTo>
                  <a:pt x="22413" y="339651"/>
                </a:lnTo>
                <a:close/>
                <a:moveTo>
                  <a:pt x="83707" y="62578"/>
                </a:moveTo>
                <a:lnTo>
                  <a:pt x="85302" y="64317"/>
                </a:lnTo>
                <a:lnTo>
                  <a:pt x="82910" y="63448"/>
                </a:lnTo>
                <a:close/>
                <a:moveTo>
                  <a:pt x="79875" y="258971"/>
                </a:moveTo>
                <a:lnTo>
                  <a:pt x="81129" y="259846"/>
                </a:lnTo>
                <a:lnTo>
                  <a:pt x="79248" y="259408"/>
                </a:lnTo>
                <a:close/>
                <a:moveTo>
                  <a:pt x="39072" y="32786"/>
                </a:moveTo>
                <a:lnTo>
                  <a:pt x="39663" y="34106"/>
                </a:lnTo>
                <a:lnTo>
                  <a:pt x="38776" y="33446"/>
                </a:lnTo>
                <a:close/>
                <a:moveTo>
                  <a:pt x="31131" y="389752"/>
                </a:moveTo>
                <a:lnTo>
                  <a:pt x="32563" y="390122"/>
                </a:lnTo>
                <a:lnTo>
                  <a:pt x="30415" y="389937"/>
                </a:lnTo>
                <a:close/>
                <a:moveTo>
                  <a:pt x="97749" y="11431"/>
                </a:moveTo>
                <a:lnTo>
                  <a:pt x="98923" y="12850"/>
                </a:lnTo>
                <a:lnTo>
                  <a:pt x="97162" y="12140"/>
                </a:lnTo>
                <a:close/>
                <a:moveTo>
                  <a:pt x="34000" y="253835"/>
                </a:moveTo>
                <a:lnTo>
                  <a:pt x="36159" y="254750"/>
                </a:lnTo>
                <a:lnTo>
                  <a:pt x="32920" y="254293"/>
                </a:lnTo>
                <a:close/>
                <a:moveTo>
                  <a:pt x="104402" y="81705"/>
                </a:moveTo>
                <a:lnTo>
                  <a:pt x="105482" y="83201"/>
                </a:lnTo>
                <a:lnTo>
                  <a:pt x="103861" y="82453"/>
                </a:lnTo>
                <a:close/>
                <a:moveTo>
                  <a:pt x="54608" y="454692"/>
                </a:moveTo>
                <a:lnTo>
                  <a:pt x="56302" y="455493"/>
                </a:lnTo>
                <a:lnTo>
                  <a:pt x="53761" y="455092"/>
                </a:lnTo>
                <a:close/>
                <a:moveTo>
                  <a:pt x="128523" y="304605"/>
                </a:moveTo>
                <a:lnTo>
                  <a:pt x="130582" y="306009"/>
                </a:lnTo>
                <a:lnTo>
                  <a:pt x="127493" y="305307"/>
                </a:lnTo>
                <a:close/>
                <a:moveTo>
                  <a:pt x="98819" y="18509"/>
                </a:moveTo>
                <a:lnTo>
                  <a:pt x="100116" y="19259"/>
                </a:lnTo>
                <a:lnTo>
                  <a:pt x="98170" y="18884"/>
                </a:lnTo>
                <a:close/>
                <a:moveTo>
                  <a:pt x="7286" y="322254"/>
                </a:moveTo>
                <a:lnTo>
                  <a:pt x="7920" y="323663"/>
                </a:lnTo>
                <a:lnTo>
                  <a:pt x="6969" y="322958"/>
                </a:lnTo>
                <a:close/>
                <a:moveTo>
                  <a:pt x="142936" y="428136"/>
                </a:moveTo>
                <a:lnTo>
                  <a:pt x="143479" y="429070"/>
                </a:lnTo>
                <a:lnTo>
                  <a:pt x="142664" y="428603"/>
                </a:lnTo>
                <a:close/>
                <a:moveTo>
                  <a:pt x="48750" y="364070"/>
                </a:moveTo>
                <a:lnTo>
                  <a:pt x="50376" y="364720"/>
                </a:lnTo>
                <a:lnTo>
                  <a:pt x="47936" y="364395"/>
                </a:lnTo>
                <a:close/>
                <a:moveTo>
                  <a:pt x="62611" y="167563"/>
                </a:moveTo>
                <a:lnTo>
                  <a:pt x="64671" y="169233"/>
                </a:lnTo>
                <a:lnTo>
                  <a:pt x="61580" y="168398"/>
                </a:lnTo>
                <a:close/>
                <a:moveTo>
                  <a:pt x="133462" y="24446"/>
                </a:moveTo>
                <a:lnTo>
                  <a:pt x="134266" y="25872"/>
                </a:lnTo>
                <a:lnTo>
                  <a:pt x="133061" y="25159"/>
                </a:lnTo>
                <a:close/>
                <a:moveTo>
                  <a:pt x="63283" y="436217"/>
                </a:moveTo>
                <a:lnTo>
                  <a:pt x="64004" y="436977"/>
                </a:lnTo>
                <a:lnTo>
                  <a:pt x="62923" y="436597"/>
                </a:lnTo>
                <a:close/>
                <a:moveTo>
                  <a:pt x="55083" y="138416"/>
                </a:moveTo>
                <a:lnTo>
                  <a:pt x="56482" y="140051"/>
                </a:lnTo>
                <a:lnTo>
                  <a:pt x="54384" y="139233"/>
                </a:lnTo>
                <a:close/>
                <a:moveTo>
                  <a:pt x="112352" y="340614"/>
                </a:moveTo>
                <a:lnTo>
                  <a:pt x="113851" y="341076"/>
                </a:lnTo>
                <a:lnTo>
                  <a:pt x="111603" y="340845"/>
                </a:lnTo>
                <a:close/>
                <a:moveTo>
                  <a:pt x="129762" y="60254"/>
                </a:moveTo>
                <a:lnTo>
                  <a:pt x="130459" y="61088"/>
                </a:lnTo>
                <a:lnTo>
                  <a:pt x="129414" y="60671"/>
                </a:lnTo>
                <a:close/>
                <a:moveTo>
                  <a:pt x="1273" y="415648"/>
                </a:moveTo>
                <a:lnTo>
                  <a:pt x="1647" y="416804"/>
                </a:lnTo>
                <a:lnTo>
                  <a:pt x="1086" y="416226"/>
                </a:lnTo>
                <a:close/>
                <a:moveTo>
                  <a:pt x="59332" y="93697"/>
                </a:moveTo>
                <a:lnTo>
                  <a:pt x="61470" y="94772"/>
                </a:lnTo>
                <a:lnTo>
                  <a:pt x="58263" y="94235"/>
                </a:lnTo>
                <a:close/>
                <a:moveTo>
                  <a:pt x="73568" y="414366"/>
                </a:moveTo>
                <a:lnTo>
                  <a:pt x="73993" y="414708"/>
                </a:lnTo>
                <a:lnTo>
                  <a:pt x="73356" y="414537"/>
                </a:lnTo>
                <a:close/>
                <a:moveTo>
                  <a:pt x="43777" y="29515"/>
                </a:moveTo>
                <a:lnTo>
                  <a:pt x="45406" y="30269"/>
                </a:lnTo>
                <a:lnTo>
                  <a:pt x="42963" y="29892"/>
                </a:lnTo>
                <a:close/>
                <a:moveTo>
                  <a:pt x="15211" y="221441"/>
                </a:moveTo>
                <a:lnTo>
                  <a:pt x="17020" y="222228"/>
                </a:lnTo>
                <a:lnTo>
                  <a:pt x="14306" y="221835"/>
                </a:lnTo>
                <a:close/>
                <a:moveTo>
                  <a:pt x="121568" y="98379"/>
                </a:moveTo>
                <a:lnTo>
                  <a:pt x="123704" y="99245"/>
                </a:lnTo>
                <a:lnTo>
                  <a:pt x="120499" y="98812"/>
                </a:lnTo>
                <a:close/>
                <a:moveTo>
                  <a:pt x="59664" y="406902"/>
                </a:moveTo>
                <a:lnTo>
                  <a:pt x="60107" y="407591"/>
                </a:lnTo>
                <a:lnTo>
                  <a:pt x="59442" y="407246"/>
                </a:lnTo>
                <a:close/>
                <a:moveTo>
                  <a:pt x="85658" y="365217"/>
                </a:moveTo>
                <a:lnTo>
                  <a:pt x="86250" y="366108"/>
                </a:lnTo>
                <a:lnTo>
                  <a:pt x="85361" y="365662"/>
                </a:lnTo>
                <a:close/>
                <a:moveTo>
                  <a:pt x="128807" y="23116"/>
                </a:moveTo>
                <a:lnTo>
                  <a:pt x="130686" y="23808"/>
                </a:lnTo>
                <a:lnTo>
                  <a:pt x="127868" y="23462"/>
                </a:lnTo>
                <a:close/>
                <a:moveTo>
                  <a:pt x="7258" y="206818"/>
                </a:moveTo>
                <a:lnTo>
                  <a:pt x="8923" y="208290"/>
                </a:lnTo>
                <a:lnTo>
                  <a:pt x="6425" y="207554"/>
                </a:lnTo>
                <a:close/>
                <a:moveTo>
                  <a:pt x="106326" y="234434"/>
                </a:moveTo>
                <a:lnTo>
                  <a:pt x="108243" y="234936"/>
                </a:lnTo>
                <a:lnTo>
                  <a:pt x="105367" y="234685"/>
                </a:lnTo>
                <a:close/>
                <a:moveTo>
                  <a:pt x="84726" y="380267"/>
                </a:moveTo>
                <a:lnTo>
                  <a:pt x="86645" y="381232"/>
                </a:lnTo>
                <a:lnTo>
                  <a:pt x="83767" y="380749"/>
                </a:lnTo>
                <a:close/>
                <a:moveTo>
                  <a:pt x="121592" y="57968"/>
                </a:moveTo>
                <a:lnTo>
                  <a:pt x="123553" y="58931"/>
                </a:lnTo>
                <a:lnTo>
                  <a:pt x="120612" y="58449"/>
                </a:lnTo>
                <a:close/>
                <a:moveTo>
                  <a:pt x="29684" y="74657"/>
                </a:moveTo>
                <a:lnTo>
                  <a:pt x="31690" y="75823"/>
                </a:lnTo>
                <a:lnTo>
                  <a:pt x="28682" y="75240"/>
                </a:lnTo>
                <a:close/>
                <a:moveTo>
                  <a:pt x="85682" y="131957"/>
                </a:moveTo>
                <a:lnTo>
                  <a:pt x="87621" y="133163"/>
                </a:lnTo>
                <a:lnTo>
                  <a:pt x="84712" y="132560"/>
                </a:lnTo>
                <a:close/>
                <a:moveTo>
                  <a:pt x="61920" y="395578"/>
                </a:moveTo>
                <a:lnTo>
                  <a:pt x="63489" y="395927"/>
                </a:lnTo>
                <a:lnTo>
                  <a:pt x="61136" y="395752"/>
                </a:lnTo>
                <a:close/>
                <a:moveTo>
                  <a:pt x="112866" y="369604"/>
                </a:moveTo>
                <a:lnTo>
                  <a:pt x="113523" y="371194"/>
                </a:lnTo>
                <a:lnTo>
                  <a:pt x="112537" y="370399"/>
                </a:lnTo>
                <a:close/>
                <a:moveTo>
                  <a:pt x="143106" y="258269"/>
                </a:moveTo>
                <a:lnTo>
                  <a:pt x="143549" y="259334"/>
                </a:lnTo>
                <a:lnTo>
                  <a:pt x="142884" y="258801"/>
                </a:lnTo>
                <a:close/>
                <a:moveTo>
                  <a:pt x="72957" y="335319"/>
                </a:moveTo>
                <a:lnTo>
                  <a:pt x="74133" y="336096"/>
                </a:lnTo>
                <a:lnTo>
                  <a:pt x="72369" y="335707"/>
                </a:lnTo>
                <a:close/>
                <a:moveTo>
                  <a:pt x="95365" y="39722"/>
                </a:moveTo>
                <a:lnTo>
                  <a:pt x="95767" y="40816"/>
                </a:lnTo>
                <a:lnTo>
                  <a:pt x="95164" y="40269"/>
                </a:lnTo>
                <a:close/>
                <a:moveTo>
                  <a:pt x="65616" y="93976"/>
                </a:moveTo>
                <a:lnTo>
                  <a:pt x="66891" y="94409"/>
                </a:lnTo>
                <a:lnTo>
                  <a:pt x="64978" y="94193"/>
                </a:lnTo>
                <a:close/>
                <a:moveTo>
                  <a:pt x="50782" y="62602"/>
                </a:moveTo>
                <a:lnTo>
                  <a:pt x="51915" y="64379"/>
                </a:lnTo>
                <a:lnTo>
                  <a:pt x="50216" y="63491"/>
                </a:lnTo>
                <a:close/>
                <a:moveTo>
                  <a:pt x="130408" y="324576"/>
                </a:moveTo>
                <a:lnTo>
                  <a:pt x="132501" y="325744"/>
                </a:lnTo>
                <a:lnTo>
                  <a:pt x="129362" y="325160"/>
                </a:lnTo>
                <a:close/>
                <a:moveTo>
                  <a:pt x="67590" y="93783"/>
                </a:moveTo>
                <a:lnTo>
                  <a:pt x="69476" y="95268"/>
                </a:lnTo>
                <a:lnTo>
                  <a:pt x="66646" y="94526"/>
                </a:lnTo>
                <a:close/>
                <a:moveTo>
                  <a:pt x="77912" y="215305"/>
                </a:moveTo>
                <a:lnTo>
                  <a:pt x="79673" y="215681"/>
                </a:lnTo>
                <a:lnTo>
                  <a:pt x="77032" y="215493"/>
                </a:lnTo>
                <a:close/>
                <a:moveTo>
                  <a:pt x="141474" y="321692"/>
                </a:moveTo>
                <a:lnTo>
                  <a:pt x="142887" y="322848"/>
                </a:lnTo>
                <a:lnTo>
                  <a:pt x="140767" y="322270"/>
                </a:lnTo>
                <a:close/>
                <a:moveTo>
                  <a:pt x="96020" y="188010"/>
                </a:moveTo>
                <a:lnTo>
                  <a:pt x="96397" y="189033"/>
                </a:lnTo>
                <a:lnTo>
                  <a:pt x="95832" y="188521"/>
                </a:lnTo>
                <a:close/>
                <a:moveTo>
                  <a:pt x="114728" y="289287"/>
                </a:moveTo>
                <a:lnTo>
                  <a:pt x="116098" y="289823"/>
                </a:lnTo>
                <a:lnTo>
                  <a:pt x="114044" y="289555"/>
                </a:lnTo>
                <a:close/>
                <a:moveTo>
                  <a:pt x="86290" y="390883"/>
                </a:moveTo>
                <a:lnTo>
                  <a:pt x="88210" y="391795"/>
                </a:lnTo>
                <a:lnTo>
                  <a:pt x="85331" y="391339"/>
                </a:lnTo>
                <a:close/>
                <a:moveTo>
                  <a:pt x="142039" y="128797"/>
                </a:moveTo>
                <a:lnTo>
                  <a:pt x="143281" y="130067"/>
                </a:lnTo>
                <a:lnTo>
                  <a:pt x="141418" y="129432"/>
                </a:lnTo>
                <a:close/>
                <a:moveTo>
                  <a:pt x="29164" y="231496"/>
                </a:moveTo>
                <a:lnTo>
                  <a:pt x="29711" y="232746"/>
                </a:lnTo>
                <a:lnTo>
                  <a:pt x="28890" y="232121"/>
                </a:lnTo>
                <a:close/>
                <a:moveTo>
                  <a:pt x="126052" y="15929"/>
                </a:moveTo>
                <a:lnTo>
                  <a:pt x="128198" y="17634"/>
                </a:lnTo>
                <a:lnTo>
                  <a:pt x="124980" y="16782"/>
                </a:lnTo>
                <a:close/>
                <a:moveTo>
                  <a:pt x="9307" y="405469"/>
                </a:moveTo>
                <a:lnTo>
                  <a:pt x="10465" y="405780"/>
                </a:lnTo>
                <a:lnTo>
                  <a:pt x="8728" y="405624"/>
                </a:lnTo>
                <a:close/>
                <a:moveTo>
                  <a:pt x="58119" y="418276"/>
                </a:moveTo>
                <a:lnTo>
                  <a:pt x="58878" y="419114"/>
                </a:lnTo>
                <a:lnTo>
                  <a:pt x="57739" y="418695"/>
                </a:lnTo>
                <a:close/>
                <a:moveTo>
                  <a:pt x="51946" y="335285"/>
                </a:moveTo>
                <a:lnTo>
                  <a:pt x="53113" y="336126"/>
                </a:lnTo>
                <a:lnTo>
                  <a:pt x="51362" y="335705"/>
                </a:lnTo>
                <a:close/>
                <a:moveTo>
                  <a:pt x="77415" y="214676"/>
                </a:moveTo>
                <a:lnTo>
                  <a:pt x="78483" y="215698"/>
                </a:lnTo>
                <a:lnTo>
                  <a:pt x="76881" y="215187"/>
                </a:lnTo>
                <a:close/>
                <a:moveTo>
                  <a:pt x="2612" y="364842"/>
                </a:moveTo>
                <a:lnTo>
                  <a:pt x="3247" y="366085"/>
                </a:lnTo>
                <a:lnTo>
                  <a:pt x="2295" y="365463"/>
                </a:lnTo>
                <a:close/>
                <a:moveTo>
                  <a:pt x="6117" y="316454"/>
                </a:moveTo>
                <a:lnTo>
                  <a:pt x="6687" y="317453"/>
                </a:lnTo>
                <a:lnTo>
                  <a:pt x="5832" y="316953"/>
                </a:lnTo>
                <a:close/>
                <a:moveTo>
                  <a:pt x="36493" y="87739"/>
                </a:moveTo>
                <a:lnTo>
                  <a:pt x="37858" y="88966"/>
                </a:lnTo>
                <a:lnTo>
                  <a:pt x="35811" y="88353"/>
                </a:lnTo>
                <a:close/>
                <a:moveTo>
                  <a:pt x="125804" y="136672"/>
                </a:moveTo>
                <a:lnTo>
                  <a:pt x="126214" y="137303"/>
                </a:lnTo>
                <a:lnTo>
                  <a:pt x="125599" y="136987"/>
                </a:lnTo>
                <a:close/>
                <a:moveTo>
                  <a:pt x="113818" y="387397"/>
                </a:moveTo>
                <a:lnTo>
                  <a:pt x="114655" y="389182"/>
                </a:lnTo>
                <a:lnTo>
                  <a:pt x="113399" y="388290"/>
                </a:lnTo>
                <a:close/>
                <a:moveTo>
                  <a:pt x="28851" y="148259"/>
                </a:moveTo>
                <a:lnTo>
                  <a:pt x="30482" y="149085"/>
                </a:lnTo>
                <a:lnTo>
                  <a:pt x="28036" y="148672"/>
                </a:lnTo>
                <a:close/>
                <a:moveTo>
                  <a:pt x="34044" y="206855"/>
                </a:moveTo>
                <a:lnTo>
                  <a:pt x="36069" y="207241"/>
                </a:lnTo>
                <a:lnTo>
                  <a:pt x="33032" y="207048"/>
                </a:lnTo>
                <a:close/>
                <a:moveTo>
                  <a:pt x="138993" y="426901"/>
                </a:moveTo>
                <a:lnTo>
                  <a:pt x="139863" y="428147"/>
                </a:lnTo>
                <a:lnTo>
                  <a:pt x="138559" y="427524"/>
                </a:lnTo>
                <a:close/>
                <a:moveTo>
                  <a:pt x="93678" y="161952"/>
                </a:moveTo>
                <a:lnTo>
                  <a:pt x="95371" y="163653"/>
                </a:lnTo>
                <a:lnTo>
                  <a:pt x="92832" y="162802"/>
                </a:lnTo>
                <a:close/>
                <a:moveTo>
                  <a:pt x="94286" y="306996"/>
                </a:moveTo>
                <a:lnTo>
                  <a:pt x="95863" y="308611"/>
                </a:lnTo>
                <a:lnTo>
                  <a:pt x="93498" y="307804"/>
                </a:lnTo>
                <a:close/>
                <a:moveTo>
                  <a:pt x="1622" y="61"/>
                </a:moveTo>
                <a:lnTo>
                  <a:pt x="2117" y="686"/>
                </a:lnTo>
                <a:lnTo>
                  <a:pt x="1375" y="373"/>
                </a:lnTo>
                <a:close/>
                <a:moveTo>
                  <a:pt x="92737" y="341642"/>
                </a:moveTo>
                <a:lnTo>
                  <a:pt x="94175" y="342126"/>
                </a:lnTo>
                <a:lnTo>
                  <a:pt x="92018" y="341884"/>
                </a:lnTo>
                <a:close/>
                <a:moveTo>
                  <a:pt x="34440" y="84770"/>
                </a:moveTo>
                <a:lnTo>
                  <a:pt x="35399" y="85739"/>
                </a:lnTo>
                <a:lnTo>
                  <a:pt x="33961" y="85255"/>
                </a:lnTo>
                <a:close/>
                <a:moveTo>
                  <a:pt x="28074" y="351967"/>
                </a:moveTo>
                <a:lnTo>
                  <a:pt x="28603" y="352616"/>
                </a:lnTo>
                <a:lnTo>
                  <a:pt x="27810" y="352291"/>
                </a:lnTo>
                <a:close/>
                <a:moveTo>
                  <a:pt x="40876" y="179126"/>
                </a:moveTo>
                <a:lnTo>
                  <a:pt x="42629" y="179762"/>
                </a:lnTo>
                <a:lnTo>
                  <a:pt x="40000" y="179444"/>
                </a:lnTo>
                <a:close/>
                <a:moveTo>
                  <a:pt x="30474" y="131412"/>
                </a:moveTo>
                <a:lnTo>
                  <a:pt x="31092" y="131712"/>
                </a:lnTo>
                <a:lnTo>
                  <a:pt x="30165" y="131562"/>
                </a:lnTo>
                <a:close/>
                <a:moveTo>
                  <a:pt x="82372" y="240566"/>
                </a:moveTo>
                <a:lnTo>
                  <a:pt x="83142" y="241645"/>
                </a:lnTo>
                <a:lnTo>
                  <a:pt x="81987" y="241106"/>
                </a:lnTo>
                <a:close/>
                <a:moveTo>
                  <a:pt x="95674" y="80198"/>
                </a:moveTo>
                <a:lnTo>
                  <a:pt x="97265" y="81547"/>
                </a:lnTo>
                <a:lnTo>
                  <a:pt x="94878" y="80872"/>
                </a:lnTo>
                <a:close/>
                <a:moveTo>
                  <a:pt x="46859" y="164042"/>
                </a:moveTo>
                <a:lnTo>
                  <a:pt x="48803" y="165709"/>
                </a:lnTo>
                <a:lnTo>
                  <a:pt x="45887" y="164875"/>
                </a:lnTo>
                <a:close/>
                <a:moveTo>
                  <a:pt x="89049" y="318804"/>
                </a:moveTo>
                <a:lnTo>
                  <a:pt x="89845" y="319881"/>
                </a:lnTo>
                <a:lnTo>
                  <a:pt x="88652" y="319343"/>
                </a:lnTo>
                <a:close/>
                <a:moveTo>
                  <a:pt x="121648" y="38188"/>
                </a:moveTo>
                <a:lnTo>
                  <a:pt x="122988" y="39659"/>
                </a:lnTo>
                <a:lnTo>
                  <a:pt x="120978" y="38924"/>
                </a:lnTo>
                <a:close/>
                <a:moveTo>
                  <a:pt x="118244" y="355382"/>
                </a:moveTo>
                <a:lnTo>
                  <a:pt x="119572" y="356402"/>
                </a:lnTo>
                <a:lnTo>
                  <a:pt x="117579" y="355892"/>
                </a:lnTo>
                <a:close/>
                <a:moveTo>
                  <a:pt x="79783" y="37580"/>
                </a:moveTo>
                <a:lnTo>
                  <a:pt x="81640" y="38884"/>
                </a:lnTo>
                <a:lnTo>
                  <a:pt x="78855" y="38232"/>
                </a:lnTo>
                <a:close/>
                <a:moveTo>
                  <a:pt x="9125" y="166739"/>
                </a:moveTo>
                <a:lnTo>
                  <a:pt x="9505" y="168170"/>
                </a:lnTo>
                <a:lnTo>
                  <a:pt x="8935" y="167455"/>
                </a:lnTo>
                <a:close/>
                <a:moveTo>
                  <a:pt x="5818" y="414498"/>
                </a:moveTo>
                <a:lnTo>
                  <a:pt x="6413" y="415156"/>
                </a:lnTo>
                <a:lnTo>
                  <a:pt x="5520" y="414827"/>
                </a:lnTo>
                <a:close/>
                <a:moveTo>
                  <a:pt x="116103" y="296512"/>
                </a:moveTo>
                <a:lnTo>
                  <a:pt x="116946" y="298144"/>
                </a:lnTo>
                <a:lnTo>
                  <a:pt x="115681" y="297328"/>
                </a:lnTo>
                <a:close/>
                <a:moveTo>
                  <a:pt x="112353" y="402694"/>
                </a:moveTo>
                <a:lnTo>
                  <a:pt x="114540" y="403647"/>
                </a:lnTo>
                <a:lnTo>
                  <a:pt x="111260" y="403170"/>
                </a:lnTo>
                <a:close/>
                <a:moveTo>
                  <a:pt x="42520" y="99994"/>
                </a:moveTo>
                <a:lnTo>
                  <a:pt x="44119" y="100987"/>
                </a:lnTo>
                <a:lnTo>
                  <a:pt x="41721" y="100491"/>
                </a:lnTo>
                <a:close/>
                <a:moveTo>
                  <a:pt x="140187" y="144561"/>
                </a:moveTo>
                <a:lnTo>
                  <a:pt x="141972" y="145761"/>
                </a:lnTo>
                <a:lnTo>
                  <a:pt x="139294" y="145161"/>
                </a:lnTo>
                <a:close/>
                <a:moveTo>
                  <a:pt x="141475" y="184113"/>
                </a:moveTo>
                <a:lnTo>
                  <a:pt x="142646" y="185758"/>
                </a:lnTo>
                <a:lnTo>
                  <a:pt x="140889" y="184936"/>
                </a:lnTo>
                <a:close/>
                <a:moveTo>
                  <a:pt x="20044" y="50514"/>
                </a:moveTo>
                <a:lnTo>
                  <a:pt x="22092" y="51760"/>
                </a:lnTo>
                <a:lnTo>
                  <a:pt x="19021" y="51137"/>
                </a:lnTo>
                <a:close/>
                <a:moveTo>
                  <a:pt x="81368" y="95657"/>
                </a:moveTo>
                <a:lnTo>
                  <a:pt x="83374" y="96326"/>
                </a:lnTo>
                <a:lnTo>
                  <a:pt x="80365" y="95991"/>
                </a:lnTo>
                <a:close/>
                <a:moveTo>
                  <a:pt x="22768" y="346746"/>
                </a:moveTo>
                <a:lnTo>
                  <a:pt x="24301" y="347574"/>
                </a:lnTo>
                <a:lnTo>
                  <a:pt x="22001" y="347160"/>
                </a:lnTo>
                <a:close/>
                <a:moveTo>
                  <a:pt x="73122" y="182948"/>
                </a:moveTo>
                <a:lnTo>
                  <a:pt x="73872" y="183615"/>
                </a:lnTo>
                <a:lnTo>
                  <a:pt x="72746" y="183282"/>
                </a:lnTo>
                <a:close/>
                <a:moveTo>
                  <a:pt x="65546" y="117574"/>
                </a:moveTo>
                <a:lnTo>
                  <a:pt x="66097" y="118208"/>
                </a:lnTo>
                <a:lnTo>
                  <a:pt x="65271" y="117891"/>
                </a:lnTo>
                <a:close/>
                <a:moveTo>
                  <a:pt x="44508" y="324561"/>
                </a:moveTo>
                <a:lnTo>
                  <a:pt x="46101" y="325656"/>
                </a:lnTo>
                <a:lnTo>
                  <a:pt x="43711" y="325109"/>
                </a:lnTo>
                <a:close/>
                <a:moveTo>
                  <a:pt x="19923" y="447515"/>
                </a:moveTo>
                <a:lnTo>
                  <a:pt x="20784" y="448306"/>
                </a:lnTo>
                <a:lnTo>
                  <a:pt x="19492" y="447910"/>
                </a:lnTo>
                <a:close/>
                <a:moveTo>
                  <a:pt x="11480" y="386861"/>
                </a:moveTo>
                <a:lnTo>
                  <a:pt x="13599" y="387987"/>
                </a:lnTo>
                <a:lnTo>
                  <a:pt x="10421" y="387424"/>
                </a:lnTo>
                <a:close/>
                <a:moveTo>
                  <a:pt x="103757" y="464597"/>
                </a:moveTo>
                <a:lnTo>
                  <a:pt x="105676" y="465173"/>
                </a:lnTo>
                <a:lnTo>
                  <a:pt x="102797" y="464885"/>
                </a:lnTo>
                <a:close/>
                <a:moveTo>
                  <a:pt x="67200" y="233779"/>
                </a:moveTo>
                <a:lnTo>
                  <a:pt x="68189" y="234122"/>
                </a:lnTo>
                <a:lnTo>
                  <a:pt x="66705" y="233950"/>
                </a:lnTo>
                <a:close/>
                <a:moveTo>
                  <a:pt x="81706" y="306421"/>
                </a:moveTo>
                <a:lnTo>
                  <a:pt x="83742" y="307950"/>
                </a:lnTo>
                <a:lnTo>
                  <a:pt x="80688" y="307185"/>
                </a:lnTo>
                <a:close/>
                <a:moveTo>
                  <a:pt x="66237" y="436109"/>
                </a:moveTo>
                <a:lnTo>
                  <a:pt x="67846" y="437695"/>
                </a:lnTo>
                <a:lnTo>
                  <a:pt x="65433" y="436902"/>
                </a:lnTo>
                <a:close/>
                <a:moveTo>
                  <a:pt x="98661" y="193430"/>
                </a:moveTo>
                <a:lnTo>
                  <a:pt x="100838" y="194194"/>
                </a:lnTo>
                <a:lnTo>
                  <a:pt x="97572" y="193812"/>
                </a:lnTo>
                <a:close/>
                <a:moveTo>
                  <a:pt x="28935" y="454328"/>
                </a:moveTo>
                <a:lnTo>
                  <a:pt x="29704" y="455996"/>
                </a:lnTo>
                <a:lnTo>
                  <a:pt x="28550" y="455162"/>
                </a:lnTo>
                <a:close/>
                <a:moveTo>
                  <a:pt x="72006" y="293627"/>
                </a:moveTo>
                <a:lnTo>
                  <a:pt x="74094" y="294335"/>
                </a:lnTo>
                <a:lnTo>
                  <a:pt x="70961" y="293981"/>
                </a:lnTo>
                <a:close/>
                <a:moveTo>
                  <a:pt x="101225" y="295091"/>
                </a:moveTo>
                <a:lnTo>
                  <a:pt x="103340" y="295876"/>
                </a:lnTo>
                <a:lnTo>
                  <a:pt x="100167" y="295484"/>
                </a:lnTo>
                <a:close/>
                <a:moveTo>
                  <a:pt x="46779" y="223743"/>
                </a:moveTo>
                <a:lnTo>
                  <a:pt x="48896" y="225204"/>
                </a:lnTo>
                <a:lnTo>
                  <a:pt x="45720" y="224474"/>
                </a:lnTo>
                <a:close/>
                <a:moveTo>
                  <a:pt x="126383" y="416549"/>
                </a:moveTo>
                <a:lnTo>
                  <a:pt x="127407" y="418313"/>
                </a:lnTo>
                <a:lnTo>
                  <a:pt x="125871" y="417431"/>
                </a:lnTo>
                <a:close/>
                <a:moveTo>
                  <a:pt x="20984" y="40104"/>
                </a:moveTo>
                <a:lnTo>
                  <a:pt x="21742" y="41237"/>
                </a:lnTo>
                <a:lnTo>
                  <a:pt x="20605" y="40671"/>
                </a:lnTo>
                <a:close/>
                <a:moveTo>
                  <a:pt x="72219" y="242835"/>
                </a:moveTo>
                <a:lnTo>
                  <a:pt x="73426" y="243954"/>
                </a:lnTo>
                <a:lnTo>
                  <a:pt x="71616" y="243394"/>
                </a:lnTo>
                <a:close/>
                <a:moveTo>
                  <a:pt x="1429" y="363931"/>
                </a:moveTo>
                <a:lnTo>
                  <a:pt x="3294" y="364652"/>
                </a:lnTo>
                <a:lnTo>
                  <a:pt x="497" y="364292"/>
                </a:lnTo>
                <a:close/>
                <a:moveTo>
                  <a:pt x="55656" y="326481"/>
                </a:moveTo>
                <a:lnTo>
                  <a:pt x="56808" y="327047"/>
                </a:lnTo>
                <a:lnTo>
                  <a:pt x="55080" y="326764"/>
                </a:lnTo>
                <a:close/>
                <a:moveTo>
                  <a:pt x="79229" y="38387"/>
                </a:moveTo>
                <a:lnTo>
                  <a:pt x="79805" y="38697"/>
                </a:lnTo>
                <a:lnTo>
                  <a:pt x="78941" y="38542"/>
                </a:lnTo>
                <a:close/>
                <a:moveTo>
                  <a:pt x="51226" y="31875"/>
                </a:moveTo>
                <a:lnTo>
                  <a:pt x="52545" y="33217"/>
                </a:lnTo>
                <a:lnTo>
                  <a:pt x="50566" y="32546"/>
                </a:lnTo>
                <a:close/>
                <a:moveTo>
                  <a:pt x="22880" y="65458"/>
                </a:moveTo>
                <a:lnTo>
                  <a:pt x="25042" y="66674"/>
                </a:lnTo>
                <a:lnTo>
                  <a:pt x="21798" y="66066"/>
                </a:lnTo>
                <a:close/>
                <a:moveTo>
                  <a:pt x="82646" y="63550"/>
                </a:moveTo>
                <a:lnTo>
                  <a:pt x="84179" y="64945"/>
                </a:lnTo>
                <a:lnTo>
                  <a:pt x="81879" y="64248"/>
                </a:lnTo>
                <a:close/>
                <a:moveTo>
                  <a:pt x="26430" y="123430"/>
                </a:moveTo>
                <a:lnTo>
                  <a:pt x="27067" y="124472"/>
                </a:lnTo>
                <a:lnTo>
                  <a:pt x="26112" y="123951"/>
                </a:lnTo>
                <a:close/>
                <a:moveTo>
                  <a:pt x="68290" y="346429"/>
                </a:moveTo>
                <a:lnTo>
                  <a:pt x="69778" y="347365"/>
                </a:lnTo>
                <a:lnTo>
                  <a:pt x="67546" y="346897"/>
                </a:lnTo>
                <a:close/>
                <a:moveTo>
                  <a:pt x="87582" y="143728"/>
                </a:moveTo>
                <a:lnTo>
                  <a:pt x="88650" y="144964"/>
                </a:lnTo>
                <a:lnTo>
                  <a:pt x="87048" y="144346"/>
                </a:lnTo>
                <a:close/>
                <a:moveTo>
                  <a:pt x="18708" y="384065"/>
                </a:moveTo>
                <a:lnTo>
                  <a:pt x="20074" y="385490"/>
                </a:lnTo>
                <a:lnTo>
                  <a:pt x="18024" y="384777"/>
                </a:lnTo>
                <a:close/>
                <a:moveTo>
                  <a:pt x="63868" y="107292"/>
                </a:moveTo>
                <a:lnTo>
                  <a:pt x="65415" y="108137"/>
                </a:lnTo>
                <a:lnTo>
                  <a:pt x="63094" y="107715"/>
                </a:lnTo>
                <a:close/>
                <a:moveTo>
                  <a:pt x="10033" y="330746"/>
                </a:moveTo>
                <a:lnTo>
                  <a:pt x="10914" y="331559"/>
                </a:lnTo>
                <a:lnTo>
                  <a:pt x="9592" y="331153"/>
                </a:lnTo>
                <a:close/>
                <a:moveTo>
                  <a:pt x="59724" y="405346"/>
                </a:moveTo>
                <a:lnTo>
                  <a:pt x="61070" y="405709"/>
                </a:lnTo>
                <a:lnTo>
                  <a:pt x="59051" y="405527"/>
                </a:lnTo>
                <a:close/>
                <a:moveTo>
                  <a:pt x="70990" y="317989"/>
                </a:moveTo>
                <a:lnTo>
                  <a:pt x="72492" y="318459"/>
                </a:lnTo>
                <a:lnTo>
                  <a:pt x="70238" y="318224"/>
                </a:lnTo>
                <a:close/>
                <a:moveTo>
                  <a:pt x="101965" y="219884"/>
                </a:moveTo>
                <a:lnTo>
                  <a:pt x="103865" y="221478"/>
                </a:lnTo>
                <a:lnTo>
                  <a:pt x="101015" y="220681"/>
                </a:lnTo>
                <a:close/>
                <a:moveTo>
                  <a:pt x="45433" y="222758"/>
                </a:moveTo>
                <a:lnTo>
                  <a:pt x="47156" y="223969"/>
                </a:lnTo>
                <a:lnTo>
                  <a:pt x="44572" y="223363"/>
                </a:lnTo>
                <a:close/>
                <a:moveTo>
                  <a:pt x="37631" y="354188"/>
                </a:moveTo>
                <a:lnTo>
                  <a:pt x="38445" y="354676"/>
                </a:lnTo>
                <a:lnTo>
                  <a:pt x="37225" y="354432"/>
                </a:lnTo>
                <a:close/>
                <a:moveTo>
                  <a:pt x="143831" y="382761"/>
                </a:moveTo>
                <a:lnTo>
                  <a:pt x="145050" y="383455"/>
                </a:lnTo>
                <a:lnTo>
                  <a:pt x="143222" y="383108"/>
                </a:lnTo>
                <a:close/>
                <a:moveTo>
                  <a:pt x="124565" y="307999"/>
                </a:moveTo>
                <a:lnTo>
                  <a:pt x="126728" y="308934"/>
                </a:lnTo>
                <a:lnTo>
                  <a:pt x="123484" y="308467"/>
                </a:lnTo>
                <a:close/>
                <a:moveTo>
                  <a:pt x="109039" y="188232"/>
                </a:moveTo>
                <a:lnTo>
                  <a:pt x="109925" y="188746"/>
                </a:lnTo>
                <a:lnTo>
                  <a:pt x="108596" y="188489"/>
                </a:lnTo>
                <a:close/>
                <a:moveTo>
                  <a:pt x="93521" y="235035"/>
                </a:moveTo>
                <a:lnTo>
                  <a:pt x="94816" y="235735"/>
                </a:lnTo>
                <a:lnTo>
                  <a:pt x="92874" y="235385"/>
                </a:lnTo>
                <a:close/>
                <a:moveTo>
                  <a:pt x="98759" y="154925"/>
                </a:moveTo>
                <a:lnTo>
                  <a:pt x="99389" y="155297"/>
                </a:lnTo>
                <a:lnTo>
                  <a:pt x="98444" y="155111"/>
                </a:lnTo>
                <a:close/>
                <a:moveTo>
                  <a:pt x="68155" y="416593"/>
                </a:moveTo>
                <a:lnTo>
                  <a:pt x="69791" y="417413"/>
                </a:lnTo>
                <a:lnTo>
                  <a:pt x="67337" y="417003"/>
                </a:lnTo>
                <a:close/>
                <a:moveTo>
                  <a:pt x="19234" y="293088"/>
                </a:moveTo>
                <a:lnTo>
                  <a:pt x="20376" y="293549"/>
                </a:lnTo>
                <a:lnTo>
                  <a:pt x="18664" y="293318"/>
                </a:lnTo>
                <a:close/>
                <a:moveTo>
                  <a:pt x="122402" y="409255"/>
                </a:moveTo>
                <a:lnTo>
                  <a:pt x="122754" y="410017"/>
                </a:lnTo>
                <a:lnTo>
                  <a:pt x="122226" y="409636"/>
                </a:lnTo>
                <a:close/>
                <a:moveTo>
                  <a:pt x="38796" y="186296"/>
                </a:moveTo>
                <a:lnTo>
                  <a:pt x="40516" y="187052"/>
                </a:lnTo>
                <a:lnTo>
                  <a:pt x="37936" y="186674"/>
                </a:lnTo>
                <a:close/>
                <a:moveTo>
                  <a:pt x="37807" y="206441"/>
                </a:moveTo>
                <a:lnTo>
                  <a:pt x="38491" y="207900"/>
                </a:lnTo>
                <a:lnTo>
                  <a:pt x="37465" y="207170"/>
                </a:lnTo>
                <a:close/>
                <a:moveTo>
                  <a:pt x="82717" y="398337"/>
                </a:moveTo>
                <a:lnTo>
                  <a:pt x="84065" y="398779"/>
                </a:lnTo>
                <a:lnTo>
                  <a:pt x="82043" y="398558"/>
                </a:lnTo>
                <a:close/>
                <a:moveTo>
                  <a:pt x="44861" y="306579"/>
                </a:moveTo>
                <a:lnTo>
                  <a:pt x="46637" y="308375"/>
                </a:lnTo>
                <a:lnTo>
                  <a:pt x="43972" y="307477"/>
                </a:lnTo>
                <a:close/>
                <a:moveTo>
                  <a:pt x="63659" y="124603"/>
                </a:moveTo>
                <a:lnTo>
                  <a:pt x="64792" y="125513"/>
                </a:lnTo>
                <a:lnTo>
                  <a:pt x="63093" y="125058"/>
                </a:lnTo>
                <a:close/>
                <a:moveTo>
                  <a:pt x="50793" y="223126"/>
                </a:moveTo>
                <a:lnTo>
                  <a:pt x="51898" y="223743"/>
                </a:lnTo>
                <a:lnTo>
                  <a:pt x="50240" y="223434"/>
                </a:lnTo>
                <a:close/>
                <a:moveTo>
                  <a:pt x="25509" y="106639"/>
                </a:moveTo>
                <a:lnTo>
                  <a:pt x="26604" y="108251"/>
                </a:lnTo>
                <a:lnTo>
                  <a:pt x="24962" y="107445"/>
                </a:lnTo>
                <a:close/>
                <a:moveTo>
                  <a:pt x="117431" y="23835"/>
                </a:moveTo>
                <a:lnTo>
                  <a:pt x="118932" y="24312"/>
                </a:lnTo>
                <a:lnTo>
                  <a:pt x="116681" y="24073"/>
                </a:lnTo>
                <a:close/>
                <a:moveTo>
                  <a:pt x="110085" y="146049"/>
                </a:moveTo>
                <a:lnTo>
                  <a:pt x="111524" y="146809"/>
                </a:lnTo>
                <a:lnTo>
                  <a:pt x="109366" y="146429"/>
                </a:lnTo>
                <a:close/>
                <a:moveTo>
                  <a:pt x="24944" y="16215"/>
                </a:moveTo>
                <a:lnTo>
                  <a:pt x="26324" y="16687"/>
                </a:lnTo>
                <a:lnTo>
                  <a:pt x="24254" y="16451"/>
                </a:lnTo>
                <a:close/>
                <a:moveTo>
                  <a:pt x="111002" y="219310"/>
                </a:moveTo>
                <a:lnTo>
                  <a:pt x="112809" y="220279"/>
                </a:lnTo>
                <a:lnTo>
                  <a:pt x="110099" y="219795"/>
                </a:lnTo>
                <a:close/>
                <a:moveTo>
                  <a:pt x="127322" y="191396"/>
                </a:moveTo>
                <a:lnTo>
                  <a:pt x="128627" y="192358"/>
                </a:lnTo>
                <a:lnTo>
                  <a:pt x="126669" y="191877"/>
                </a:lnTo>
                <a:close/>
                <a:moveTo>
                  <a:pt x="19706" y="196761"/>
                </a:moveTo>
                <a:lnTo>
                  <a:pt x="21222" y="197073"/>
                </a:lnTo>
                <a:lnTo>
                  <a:pt x="18948" y="196917"/>
                </a:lnTo>
                <a:close/>
                <a:moveTo>
                  <a:pt x="117865" y="309827"/>
                </a:moveTo>
                <a:lnTo>
                  <a:pt x="119728" y="310528"/>
                </a:lnTo>
                <a:lnTo>
                  <a:pt x="116934" y="310178"/>
                </a:lnTo>
                <a:close/>
                <a:moveTo>
                  <a:pt x="13875" y="377176"/>
                </a:moveTo>
                <a:lnTo>
                  <a:pt x="15035" y="378913"/>
                </a:lnTo>
                <a:lnTo>
                  <a:pt x="13295" y="378045"/>
                </a:lnTo>
                <a:close/>
                <a:moveTo>
                  <a:pt x="85167" y="46811"/>
                </a:moveTo>
                <a:lnTo>
                  <a:pt x="87240" y="48338"/>
                </a:lnTo>
                <a:lnTo>
                  <a:pt x="84130" y="47575"/>
                </a:lnTo>
                <a:close/>
                <a:moveTo>
                  <a:pt x="55868" y="235799"/>
                </a:moveTo>
                <a:lnTo>
                  <a:pt x="57428" y="237531"/>
                </a:lnTo>
                <a:lnTo>
                  <a:pt x="55088" y="236665"/>
                </a:lnTo>
                <a:close/>
                <a:moveTo>
                  <a:pt x="122978" y="237741"/>
                </a:moveTo>
                <a:lnTo>
                  <a:pt x="123924" y="238759"/>
                </a:lnTo>
                <a:lnTo>
                  <a:pt x="122505" y="238250"/>
                </a:lnTo>
                <a:close/>
                <a:moveTo>
                  <a:pt x="103698" y="132503"/>
                </a:moveTo>
                <a:lnTo>
                  <a:pt x="105463" y="133370"/>
                </a:lnTo>
                <a:lnTo>
                  <a:pt x="102815" y="132937"/>
                </a:lnTo>
                <a:close/>
                <a:moveTo>
                  <a:pt x="24192" y="162274"/>
                </a:moveTo>
                <a:lnTo>
                  <a:pt x="25845" y="163790"/>
                </a:lnTo>
                <a:lnTo>
                  <a:pt x="23365" y="163032"/>
                </a:lnTo>
                <a:close/>
                <a:moveTo>
                  <a:pt x="113938" y="273513"/>
                </a:moveTo>
                <a:lnTo>
                  <a:pt x="115593" y="274469"/>
                </a:lnTo>
                <a:lnTo>
                  <a:pt x="113111" y="273991"/>
                </a:lnTo>
                <a:close/>
                <a:moveTo>
                  <a:pt x="71282" y="469590"/>
                </a:moveTo>
                <a:lnTo>
                  <a:pt x="72360" y="470741"/>
                </a:lnTo>
                <a:lnTo>
                  <a:pt x="70744" y="470166"/>
                </a:lnTo>
                <a:close/>
                <a:moveTo>
                  <a:pt x="28441" y="468412"/>
                </a:moveTo>
                <a:lnTo>
                  <a:pt x="29019" y="469343"/>
                </a:lnTo>
                <a:lnTo>
                  <a:pt x="28152" y="468878"/>
                </a:lnTo>
                <a:close/>
                <a:moveTo>
                  <a:pt x="24581" y="336724"/>
                </a:moveTo>
                <a:lnTo>
                  <a:pt x="25677" y="338451"/>
                </a:lnTo>
                <a:lnTo>
                  <a:pt x="24033" y="337588"/>
                </a:lnTo>
                <a:close/>
                <a:moveTo>
                  <a:pt x="11947" y="44120"/>
                </a:moveTo>
                <a:lnTo>
                  <a:pt x="12606" y="45328"/>
                </a:lnTo>
                <a:lnTo>
                  <a:pt x="11617" y="44724"/>
                </a:lnTo>
                <a:close/>
                <a:moveTo>
                  <a:pt x="42082" y="111452"/>
                </a:moveTo>
                <a:lnTo>
                  <a:pt x="43418" y="113041"/>
                </a:lnTo>
                <a:lnTo>
                  <a:pt x="41414" y="112247"/>
                </a:lnTo>
                <a:close/>
                <a:moveTo>
                  <a:pt x="138254" y="324136"/>
                </a:moveTo>
                <a:lnTo>
                  <a:pt x="138918" y="324936"/>
                </a:lnTo>
                <a:lnTo>
                  <a:pt x="137922" y="324536"/>
                </a:lnTo>
                <a:close/>
                <a:moveTo>
                  <a:pt x="46306" y="35743"/>
                </a:moveTo>
                <a:lnTo>
                  <a:pt x="47970" y="36431"/>
                </a:lnTo>
                <a:lnTo>
                  <a:pt x="45475" y="36087"/>
                </a:lnTo>
                <a:close/>
                <a:moveTo>
                  <a:pt x="86641" y="252919"/>
                </a:moveTo>
                <a:lnTo>
                  <a:pt x="87095" y="254484"/>
                </a:lnTo>
                <a:lnTo>
                  <a:pt x="86414" y="253701"/>
                </a:lnTo>
                <a:close/>
                <a:moveTo>
                  <a:pt x="27510" y="438946"/>
                </a:moveTo>
                <a:lnTo>
                  <a:pt x="29143" y="440725"/>
                </a:lnTo>
                <a:lnTo>
                  <a:pt x="26693" y="439836"/>
                </a:lnTo>
                <a:close/>
                <a:moveTo>
                  <a:pt x="51462" y="216796"/>
                </a:moveTo>
                <a:lnTo>
                  <a:pt x="53496" y="217323"/>
                </a:lnTo>
                <a:lnTo>
                  <a:pt x="50445" y="217060"/>
                </a:lnTo>
                <a:close/>
                <a:moveTo>
                  <a:pt x="109314" y="18807"/>
                </a:moveTo>
                <a:lnTo>
                  <a:pt x="111215" y="19224"/>
                </a:lnTo>
                <a:lnTo>
                  <a:pt x="108363" y="19016"/>
                </a:lnTo>
                <a:close/>
                <a:moveTo>
                  <a:pt x="25022" y="380773"/>
                </a:moveTo>
                <a:lnTo>
                  <a:pt x="25747" y="381503"/>
                </a:lnTo>
                <a:lnTo>
                  <a:pt x="24659" y="381138"/>
                </a:lnTo>
                <a:close/>
                <a:moveTo>
                  <a:pt x="61631" y="330923"/>
                </a:moveTo>
                <a:lnTo>
                  <a:pt x="62519" y="331713"/>
                </a:lnTo>
                <a:lnTo>
                  <a:pt x="61187" y="331318"/>
                </a:lnTo>
                <a:close/>
                <a:moveTo>
                  <a:pt x="107037" y="101443"/>
                </a:moveTo>
                <a:lnTo>
                  <a:pt x="108417" y="102363"/>
                </a:lnTo>
                <a:lnTo>
                  <a:pt x="106348" y="101903"/>
                </a:lnTo>
                <a:close/>
                <a:moveTo>
                  <a:pt x="30136" y="412335"/>
                </a:moveTo>
                <a:lnTo>
                  <a:pt x="31374" y="413856"/>
                </a:lnTo>
                <a:lnTo>
                  <a:pt x="29517" y="413096"/>
                </a:lnTo>
                <a:close/>
                <a:moveTo>
                  <a:pt x="88177" y="453758"/>
                </a:moveTo>
                <a:lnTo>
                  <a:pt x="88897" y="455212"/>
                </a:lnTo>
                <a:lnTo>
                  <a:pt x="87818" y="454485"/>
                </a:lnTo>
                <a:close/>
                <a:moveTo>
                  <a:pt x="43783" y="177902"/>
                </a:moveTo>
                <a:lnTo>
                  <a:pt x="45576" y="178521"/>
                </a:lnTo>
                <a:lnTo>
                  <a:pt x="42886" y="178211"/>
                </a:lnTo>
                <a:close/>
                <a:moveTo>
                  <a:pt x="96783" y="285427"/>
                </a:moveTo>
                <a:lnTo>
                  <a:pt x="97746" y="287219"/>
                </a:lnTo>
                <a:lnTo>
                  <a:pt x="96302" y="286323"/>
                </a:lnTo>
                <a:close/>
                <a:moveTo>
                  <a:pt x="99027" y="327086"/>
                </a:moveTo>
                <a:lnTo>
                  <a:pt x="101126" y="328750"/>
                </a:lnTo>
                <a:lnTo>
                  <a:pt x="97977" y="327918"/>
                </a:lnTo>
                <a:close/>
                <a:moveTo>
                  <a:pt x="67622" y="359840"/>
                </a:moveTo>
                <a:lnTo>
                  <a:pt x="69663" y="361202"/>
                </a:lnTo>
                <a:lnTo>
                  <a:pt x="66601" y="360521"/>
                </a:lnTo>
                <a:close/>
                <a:moveTo>
                  <a:pt x="61600" y="79514"/>
                </a:moveTo>
                <a:lnTo>
                  <a:pt x="62195" y="79886"/>
                </a:lnTo>
                <a:lnTo>
                  <a:pt x="61303" y="79700"/>
                </a:lnTo>
                <a:close/>
                <a:moveTo>
                  <a:pt x="142008" y="344754"/>
                </a:moveTo>
                <a:lnTo>
                  <a:pt x="142639" y="346475"/>
                </a:lnTo>
                <a:lnTo>
                  <a:pt x="141692" y="345615"/>
                </a:lnTo>
                <a:close/>
                <a:moveTo>
                  <a:pt x="141082" y="170132"/>
                </a:moveTo>
                <a:lnTo>
                  <a:pt x="142931" y="171036"/>
                </a:lnTo>
                <a:lnTo>
                  <a:pt x="140158" y="170584"/>
                </a:lnTo>
                <a:close/>
                <a:moveTo>
                  <a:pt x="109747" y="114273"/>
                </a:moveTo>
                <a:lnTo>
                  <a:pt x="110627" y="115607"/>
                </a:lnTo>
                <a:lnTo>
                  <a:pt x="109307" y="114940"/>
                </a:lnTo>
                <a:close/>
                <a:moveTo>
                  <a:pt x="118883" y="209458"/>
                </a:moveTo>
                <a:lnTo>
                  <a:pt x="120015" y="210295"/>
                </a:lnTo>
                <a:lnTo>
                  <a:pt x="118317" y="209876"/>
                </a:lnTo>
                <a:close/>
                <a:moveTo>
                  <a:pt x="110651" y="299966"/>
                </a:moveTo>
                <a:lnTo>
                  <a:pt x="111933" y="301648"/>
                </a:lnTo>
                <a:lnTo>
                  <a:pt x="110011" y="300807"/>
                </a:lnTo>
                <a:close/>
                <a:moveTo>
                  <a:pt x="42401" y="20268"/>
                </a:moveTo>
                <a:lnTo>
                  <a:pt x="43619" y="21138"/>
                </a:lnTo>
                <a:lnTo>
                  <a:pt x="41792" y="20703"/>
                </a:lnTo>
                <a:close/>
                <a:moveTo>
                  <a:pt x="1703" y="201544"/>
                </a:moveTo>
                <a:lnTo>
                  <a:pt x="2641" y="202144"/>
                </a:lnTo>
                <a:lnTo>
                  <a:pt x="1234" y="201844"/>
                </a:lnTo>
                <a:close/>
                <a:moveTo>
                  <a:pt x="89327" y="82302"/>
                </a:moveTo>
                <a:lnTo>
                  <a:pt x="91004" y="83350"/>
                </a:lnTo>
                <a:lnTo>
                  <a:pt x="88489" y="82826"/>
                </a:lnTo>
                <a:close/>
                <a:moveTo>
                  <a:pt x="58083" y="79491"/>
                </a:moveTo>
                <a:lnTo>
                  <a:pt x="59611" y="79946"/>
                </a:lnTo>
                <a:lnTo>
                  <a:pt x="57319" y="79718"/>
                </a:lnTo>
                <a:close/>
                <a:moveTo>
                  <a:pt x="6255" y="54394"/>
                </a:moveTo>
                <a:lnTo>
                  <a:pt x="7630" y="55192"/>
                </a:lnTo>
                <a:lnTo>
                  <a:pt x="5568" y="54793"/>
                </a:lnTo>
                <a:close/>
                <a:moveTo>
                  <a:pt x="2886" y="460206"/>
                </a:moveTo>
                <a:lnTo>
                  <a:pt x="3479" y="460955"/>
                </a:lnTo>
                <a:lnTo>
                  <a:pt x="2589" y="460580"/>
                </a:lnTo>
                <a:close/>
                <a:moveTo>
                  <a:pt x="61331" y="401758"/>
                </a:moveTo>
                <a:lnTo>
                  <a:pt x="62670" y="402592"/>
                </a:lnTo>
                <a:lnTo>
                  <a:pt x="60662" y="402175"/>
                </a:lnTo>
                <a:close/>
                <a:moveTo>
                  <a:pt x="4728" y="101836"/>
                </a:moveTo>
                <a:lnTo>
                  <a:pt x="5316" y="103386"/>
                </a:lnTo>
                <a:lnTo>
                  <a:pt x="4435" y="102611"/>
                </a:lnTo>
                <a:close/>
                <a:moveTo>
                  <a:pt x="141999" y="95020"/>
                </a:moveTo>
                <a:lnTo>
                  <a:pt x="142822" y="96476"/>
                </a:lnTo>
                <a:lnTo>
                  <a:pt x="141588" y="95748"/>
                </a:lnTo>
                <a:close/>
                <a:moveTo>
                  <a:pt x="115195" y="306635"/>
                </a:moveTo>
                <a:lnTo>
                  <a:pt x="116968" y="306959"/>
                </a:lnTo>
                <a:lnTo>
                  <a:pt x="114309" y="306797"/>
                </a:lnTo>
                <a:close/>
                <a:moveTo>
                  <a:pt x="84233" y="448292"/>
                </a:moveTo>
                <a:lnTo>
                  <a:pt x="86388" y="448778"/>
                </a:lnTo>
                <a:lnTo>
                  <a:pt x="83156" y="448535"/>
                </a:lnTo>
                <a:close/>
                <a:moveTo>
                  <a:pt x="38199" y="124408"/>
                </a:moveTo>
                <a:lnTo>
                  <a:pt x="39008" y="126030"/>
                </a:lnTo>
                <a:lnTo>
                  <a:pt x="37794" y="125219"/>
                </a:lnTo>
                <a:close/>
                <a:moveTo>
                  <a:pt x="125351" y="41112"/>
                </a:moveTo>
                <a:lnTo>
                  <a:pt x="126531" y="42568"/>
                </a:lnTo>
                <a:lnTo>
                  <a:pt x="124760" y="41840"/>
                </a:lnTo>
                <a:close/>
                <a:moveTo>
                  <a:pt x="43052" y="422027"/>
                </a:moveTo>
                <a:lnTo>
                  <a:pt x="44676" y="422916"/>
                </a:lnTo>
                <a:lnTo>
                  <a:pt x="42240" y="422472"/>
                </a:lnTo>
                <a:close/>
                <a:moveTo>
                  <a:pt x="117294" y="34198"/>
                </a:moveTo>
                <a:lnTo>
                  <a:pt x="118835" y="35486"/>
                </a:lnTo>
                <a:lnTo>
                  <a:pt x="116523" y="34842"/>
                </a:lnTo>
                <a:close/>
                <a:moveTo>
                  <a:pt x="21838" y="288849"/>
                </a:moveTo>
                <a:lnTo>
                  <a:pt x="22920" y="290632"/>
                </a:lnTo>
                <a:lnTo>
                  <a:pt x="21297" y="289740"/>
                </a:lnTo>
                <a:close/>
                <a:moveTo>
                  <a:pt x="46136" y="365773"/>
                </a:moveTo>
                <a:lnTo>
                  <a:pt x="47717" y="366805"/>
                </a:lnTo>
                <a:lnTo>
                  <a:pt x="45346" y="366289"/>
                </a:lnTo>
                <a:close/>
                <a:moveTo>
                  <a:pt x="28436" y="258039"/>
                </a:moveTo>
                <a:lnTo>
                  <a:pt x="29099" y="258866"/>
                </a:lnTo>
                <a:lnTo>
                  <a:pt x="28104" y="258453"/>
                </a:lnTo>
                <a:close/>
                <a:moveTo>
                  <a:pt x="6760" y="4801"/>
                </a:moveTo>
                <a:lnTo>
                  <a:pt x="7240" y="5649"/>
                </a:lnTo>
                <a:lnTo>
                  <a:pt x="6520" y="5225"/>
                </a:lnTo>
                <a:close/>
                <a:moveTo>
                  <a:pt x="72287" y="100425"/>
                </a:moveTo>
                <a:lnTo>
                  <a:pt x="73453" y="101536"/>
                </a:lnTo>
                <a:lnTo>
                  <a:pt x="71704" y="100980"/>
                </a:lnTo>
                <a:close/>
                <a:moveTo>
                  <a:pt x="57282" y="30867"/>
                </a:moveTo>
                <a:lnTo>
                  <a:pt x="58075" y="31225"/>
                </a:lnTo>
                <a:lnTo>
                  <a:pt x="56886" y="31046"/>
                </a:lnTo>
                <a:close/>
                <a:moveTo>
                  <a:pt x="30944" y="69751"/>
                </a:moveTo>
                <a:lnTo>
                  <a:pt x="31828" y="71283"/>
                </a:lnTo>
                <a:lnTo>
                  <a:pt x="30502" y="70517"/>
                </a:lnTo>
                <a:close/>
                <a:moveTo>
                  <a:pt x="34039" y="209653"/>
                </a:moveTo>
                <a:lnTo>
                  <a:pt x="36137" y="210469"/>
                </a:lnTo>
                <a:lnTo>
                  <a:pt x="32990" y="210061"/>
                </a:lnTo>
                <a:close/>
                <a:moveTo>
                  <a:pt x="71121" y="250960"/>
                </a:moveTo>
                <a:lnTo>
                  <a:pt x="71794" y="251801"/>
                </a:lnTo>
                <a:lnTo>
                  <a:pt x="70784" y="251380"/>
                </a:lnTo>
                <a:close/>
                <a:moveTo>
                  <a:pt x="142443" y="23644"/>
                </a:moveTo>
                <a:lnTo>
                  <a:pt x="144298" y="24592"/>
                </a:lnTo>
                <a:lnTo>
                  <a:pt x="141515" y="24118"/>
                </a:lnTo>
                <a:close/>
                <a:moveTo>
                  <a:pt x="40934" y="117285"/>
                </a:moveTo>
                <a:lnTo>
                  <a:pt x="42244" y="118696"/>
                </a:lnTo>
                <a:lnTo>
                  <a:pt x="40278" y="117990"/>
                </a:lnTo>
                <a:close/>
                <a:moveTo>
                  <a:pt x="95575" y="293434"/>
                </a:moveTo>
                <a:lnTo>
                  <a:pt x="95966" y="294993"/>
                </a:lnTo>
                <a:lnTo>
                  <a:pt x="95379" y="294214"/>
                </a:lnTo>
                <a:close/>
                <a:moveTo>
                  <a:pt x="136276" y="238930"/>
                </a:moveTo>
                <a:lnTo>
                  <a:pt x="138047" y="240687"/>
                </a:lnTo>
                <a:lnTo>
                  <a:pt x="135391" y="239808"/>
                </a:lnTo>
                <a:close/>
                <a:moveTo>
                  <a:pt x="96838" y="243405"/>
                </a:moveTo>
                <a:lnTo>
                  <a:pt x="97838" y="244362"/>
                </a:lnTo>
                <a:lnTo>
                  <a:pt x="96338" y="243884"/>
                </a:lnTo>
                <a:close/>
                <a:moveTo>
                  <a:pt x="60941" y="171237"/>
                </a:moveTo>
                <a:lnTo>
                  <a:pt x="62741" y="172745"/>
                </a:lnTo>
                <a:lnTo>
                  <a:pt x="60041" y="171991"/>
                </a:lnTo>
                <a:close/>
                <a:moveTo>
                  <a:pt x="35796" y="306762"/>
                </a:moveTo>
                <a:lnTo>
                  <a:pt x="36963" y="308498"/>
                </a:lnTo>
                <a:lnTo>
                  <a:pt x="35213" y="307630"/>
                </a:lnTo>
                <a:close/>
                <a:moveTo>
                  <a:pt x="9740" y="152865"/>
                </a:moveTo>
                <a:lnTo>
                  <a:pt x="11095" y="154080"/>
                </a:lnTo>
                <a:lnTo>
                  <a:pt x="9062" y="153472"/>
                </a:lnTo>
                <a:close/>
                <a:moveTo>
                  <a:pt x="117103" y="438400"/>
                </a:moveTo>
                <a:lnTo>
                  <a:pt x="117868" y="439699"/>
                </a:lnTo>
                <a:lnTo>
                  <a:pt x="116721" y="439050"/>
                </a:lnTo>
                <a:close/>
                <a:moveTo>
                  <a:pt x="2974" y="1509"/>
                </a:moveTo>
                <a:lnTo>
                  <a:pt x="5007" y="2677"/>
                </a:lnTo>
                <a:lnTo>
                  <a:pt x="1957" y="2093"/>
                </a:lnTo>
                <a:close/>
                <a:moveTo>
                  <a:pt x="103080" y="278987"/>
                </a:moveTo>
                <a:lnTo>
                  <a:pt x="105002" y="279319"/>
                </a:lnTo>
                <a:lnTo>
                  <a:pt x="102119" y="279153"/>
                </a:lnTo>
                <a:close/>
                <a:moveTo>
                  <a:pt x="68872" y="95782"/>
                </a:moveTo>
                <a:lnTo>
                  <a:pt x="70393" y="96828"/>
                </a:lnTo>
                <a:lnTo>
                  <a:pt x="68112" y="96305"/>
                </a:lnTo>
                <a:close/>
                <a:moveTo>
                  <a:pt x="17563" y="287186"/>
                </a:moveTo>
                <a:lnTo>
                  <a:pt x="18521" y="287793"/>
                </a:lnTo>
                <a:lnTo>
                  <a:pt x="17084" y="287490"/>
                </a:lnTo>
                <a:close/>
                <a:moveTo>
                  <a:pt x="39974" y="355661"/>
                </a:moveTo>
                <a:lnTo>
                  <a:pt x="41982" y="356840"/>
                </a:lnTo>
                <a:lnTo>
                  <a:pt x="38970" y="356251"/>
                </a:lnTo>
                <a:close/>
                <a:moveTo>
                  <a:pt x="96332" y="101225"/>
                </a:moveTo>
                <a:lnTo>
                  <a:pt x="98488" y="102177"/>
                </a:lnTo>
                <a:lnTo>
                  <a:pt x="95253" y="101701"/>
                </a:lnTo>
                <a:close/>
                <a:moveTo>
                  <a:pt x="116598" y="380683"/>
                </a:moveTo>
                <a:lnTo>
                  <a:pt x="118088" y="382163"/>
                </a:lnTo>
                <a:lnTo>
                  <a:pt x="115852" y="381423"/>
                </a:lnTo>
                <a:close/>
                <a:moveTo>
                  <a:pt x="23264" y="405917"/>
                </a:moveTo>
                <a:lnTo>
                  <a:pt x="24130" y="406272"/>
                </a:lnTo>
                <a:lnTo>
                  <a:pt x="22830" y="406094"/>
                </a:lnTo>
                <a:close/>
                <a:moveTo>
                  <a:pt x="61058" y="431704"/>
                </a:moveTo>
                <a:lnTo>
                  <a:pt x="62294" y="433264"/>
                </a:lnTo>
                <a:lnTo>
                  <a:pt x="60439" y="432484"/>
                </a:lnTo>
                <a:close/>
                <a:moveTo>
                  <a:pt x="10832" y="260304"/>
                </a:moveTo>
                <a:lnTo>
                  <a:pt x="12190" y="261408"/>
                </a:lnTo>
                <a:lnTo>
                  <a:pt x="10152" y="260856"/>
                </a:lnTo>
                <a:close/>
                <a:moveTo>
                  <a:pt x="122258" y="104103"/>
                </a:moveTo>
                <a:lnTo>
                  <a:pt x="124073" y="105038"/>
                </a:lnTo>
                <a:lnTo>
                  <a:pt x="121351" y="104570"/>
                </a:lnTo>
                <a:close/>
                <a:moveTo>
                  <a:pt x="92873" y="141338"/>
                </a:moveTo>
                <a:lnTo>
                  <a:pt x="93692" y="141903"/>
                </a:lnTo>
                <a:lnTo>
                  <a:pt x="92463" y="141620"/>
                </a:lnTo>
                <a:close/>
                <a:moveTo>
                  <a:pt x="115320" y="328005"/>
                </a:moveTo>
                <a:lnTo>
                  <a:pt x="116745" y="328990"/>
                </a:lnTo>
                <a:lnTo>
                  <a:pt x="114608" y="328498"/>
                </a:lnTo>
                <a:close/>
                <a:moveTo>
                  <a:pt x="103928" y="254519"/>
                </a:moveTo>
                <a:lnTo>
                  <a:pt x="105716" y="254836"/>
                </a:lnTo>
                <a:lnTo>
                  <a:pt x="103034" y="254677"/>
                </a:lnTo>
                <a:close/>
                <a:moveTo>
                  <a:pt x="43052" y="267025"/>
                </a:moveTo>
                <a:lnTo>
                  <a:pt x="43410" y="268027"/>
                </a:lnTo>
                <a:lnTo>
                  <a:pt x="42872" y="267526"/>
                </a:lnTo>
                <a:close/>
                <a:moveTo>
                  <a:pt x="128781" y="57090"/>
                </a:moveTo>
                <a:lnTo>
                  <a:pt x="130851" y="57782"/>
                </a:lnTo>
                <a:lnTo>
                  <a:pt x="127747" y="57436"/>
                </a:lnTo>
                <a:close/>
                <a:moveTo>
                  <a:pt x="107441" y="87401"/>
                </a:moveTo>
                <a:lnTo>
                  <a:pt x="108324" y="88311"/>
                </a:lnTo>
                <a:lnTo>
                  <a:pt x="107000" y="87856"/>
                </a:lnTo>
                <a:close/>
                <a:moveTo>
                  <a:pt x="138571" y="285941"/>
                </a:moveTo>
                <a:lnTo>
                  <a:pt x="139365" y="287180"/>
                </a:lnTo>
                <a:lnTo>
                  <a:pt x="138174" y="286561"/>
                </a:lnTo>
                <a:close/>
                <a:moveTo>
                  <a:pt x="11494" y="73575"/>
                </a:moveTo>
                <a:lnTo>
                  <a:pt x="13370" y="75202"/>
                </a:lnTo>
                <a:lnTo>
                  <a:pt x="10556" y="74388"/>
                </a:lnTo>
                <a:close/>
                <a:moveTo>
                  <a:pt x="26832" y="373804"/>
                </a:moveTo>
                <a:lnTo>
                  <a:pt x="27589" y="374287"/>
                </a:lnTo>
                <a:lnTo>
                  <a:pt x="26454" y="374045"/>
                </a:lnTo>
                <a:close/>
                <a:moveTo>
                  <a:pt x="109623" y="46953"/>
                </a:moveTo>
                <a:lnTo>
                  <a:pt x="111560" y="47515"/>
                </a:lnTo>
                <a:lnTo>
                  <a:pt x="108655" y="47234"/>
                </a:lnTo>
                <a:close/>
                <a:moveTo>
                  <a:pt x="11268" y="48952"/>
                </a:moveTo>
                <a:lnTo>
                  <a:pt x="12051" y="50325"/>
                </a:lnTo>
                <a:lnTo>
                  <a:pt x="10876" y="49639"/>
                </a:lnTo>
                <a:close/>
                <a:moveTo>
                  <a:pt x="6717" y="389074"/>
                </a:moveTo>
                <a:lnTo>
                  <a:pt x="7204" y="390860"/>
                </a:lnTo>
                <a:lnTo>
                  <a:pt x="6473" y="389967"/>
                </a:lnTo>
                <a:close/>
                <a:moveTo>
                  <a:pt x="131952" y="466237"/>
                </a:moveTo>
                <a:lnTo>
                  <a:pt x="133660" y="466684"/>
                </a:lnTo>
                <a:lnTo>
                  <a:pt x="131098" y="466460"/>
                </a:lnTo>
                <a:close/>
                <a:moveTo>
                  <a:pt x="78488" y="35442"/>
                </a:moveTo>
                <a:lnTo>
                  <a:pt x="80535" y="36931"/>
                </a:lnTo>
                <a:lnTo>
                  <a:pt x="77464" y="36187"/>
                </a:lnTo>
                <a:close/>
                <a:moveTo>
                  <a:pt x="99534" y="383920"/>
                </a:moveTo>
                <a:lnTo>
                  <a:pt x="101403" y="384272"/>
                </a:lnTo>
                <a:lnTo>
                  <a:pt x="98599" y="384096"/>
                </a:lnTo>
                <a:close/>
                <a:moveTo>
                  <a:pt x="79279" y="86802"/>
                </a:moveTo>
                <a:lnTo>
                  <a:pt x="79745" y="88511"/>
                </a:lnTo>
                <a:lnTo>
                  <a:pt x="79046" y="87656"/>
                </a:lnTo>
                <a:close/>
                <a:moveTo>
                  <a:pt x="49171" y="448493"/>
                </a:moveTo>
                <a:lnTo>
                  <a:pt x="49697" y="448989"/>
                </a:lnTo>
                <a:lnTo>
                  <a:pt x="48908" y="448741"/>
                </a:lnTo>
                <a:close/>
                <a:moveTo>
                  <a:pt x="2705" y="314664"/>
                </a:moveTo>
                <a:lnTo>
                  <a:pt x="4246" y="315213"/>
                </a:lnTo>
                <a:lnTo>
                  <a:pt x="1935" y="314938"/>
                </a:lnTo>
                <a:close/>
                <a:moveTo>
                  <a:pt x="22755" y="223656"/>
                </a:moveTo>
                <a:lnTo>
                  <a:pt x="23531" y="225002"/>
                </a:lnTo>
                <a:lnTo>
                  <a:pt x="22367" y="224329"/>
                </a:lnTo>
                <a:close/>
                <a:moveTo>
                  <a:pt x="120366" y="116087"/>
                </a:moveTo>
                <a:lnTo>
                  <a:pt x="120745" y="117770"/>
                </a:lnTo>
                <a:lnTo>
                  <a:pt x="120177" y="116928"/>
                </a:lnTo>
                <a:close/>
                <a:moveTo>
                  <a:pt x="110604" y="433396"/>
                </a:moveTo>
                <a:lnTo>
                  <a:pt x="111202" y="433913"/>
                </a:lnTo>
                <a:lnTo>
                  <a:pt x="110305" y="433654"/>
                </a:lnTo>
                <a:close/>
                <a:moveTo>
                  <a:pt x="132894" y="342971"/>
                </a:moveTo>
                <a:lnTo>
                  <a:pt x="134231" y="343432"/>
                </a:lnTo>
                <a:lnTo>
                  <a:pt x="132225" y="343202"/>
                </a:lnTo>
                <a:close/>
                <a:moveTo>
                  <a:pt x="43946" y="362776"/>
                </a:moveTo>
                <a:lnTo>
                  <a:pt x="46106" y="363189"/>
                </a:lnTo>
                <a:lnTo>
                  <a:pt x="42866" y="362982"/>
                </a:lnTo>
                <a:close/>
                <a:moveTo>
                  <a:pt x="106838" y="163134"/>
                </a:moveTo>
                <a:lnTo>
                  <a:pt x="107338" y="164626"/>
                </a:lnTo>
                <a:lnTo>
                  <a:pt x="106587" y="163880"/>
                </a:lnTo>
                <a:close/>
                <a:moveTo>
                  <a:pt x="94060" y="263570"/>
                </a:moveTo>
                <a:lnTo>
                  <a:pt x="95017" y="264491"/>
                </a:lnTo>
                <a:lnTo>
                  <a:pt x="93582" y="264030"/>
                </a:lnTo>
                <a:close/>
                <a:moveTo>
                  <a:pt x="92968" y="10640"/>
                </a:moveTo>
                <a:lnTo>
                  <a:pt x="94459" y="11331"/>
                </a:lnTo>
                <a:lnTo>
                  <a:pt x="92222" y="10985"/>
                </a:lnTo>
                <a:close/>
                <a:moveTo>
                  <a:pt x="63285" y="73815"/>
                </a:moveTo>
                <a:lnTo>
                  <a:pt x="64608" y="75344"/>
                </a:lnTo>
                <a:lnTo>
                  <a:pt x="62623" y="74579"/>
                </a:lnTo>
                <a:close/>
                <a:moveTo>
                  <a:pt x="138432" y="140865"/>
                </a:moveTo>
                <a:lnTo>
                  <a:pt x="140287" y="141898"/>
                </a:lnTo>
                <a:lnTo>
                  <a:pt x="137504" y="141382"/>
                </a:lnTo>
                <a:close/>
                <a:moveTo>
                  <a:pt x="87725" y="210190"/>
                </a:moveTo>
                <a:lnTo>
                  <a:pt x="89591" y="211725"/>
                </a:lnTo>
                <a:lnTo>
                  <a:pt x="86792" y="210958"/>
                </a:lnTo>
                <a:close/>
                <a:moveTo>
                  <a:pt x="21919" y="14928"/>
                </a:moveTo>
                <a:lnTo>
                  <a:pt x="22672" y="15377"/>
                </a:lnTo>
                <a:lnTo>
                  <a:pt x="21543" y="15153"/>
                </a:lnTo>
                <a:close/>
                <a:moveTo>
                  <a:pt x="130296" y="109927"/>
                </a:moveTo>
                <a:lnTo>
                  <a:pt x="131988" y="111249"/>
                </a:lnTo>
                <a:lnTo>
                  <a:pt x="129450" y="110588"/>
                </a:lnTo>
                <a:close/>
                <a:moveTo>
                  <a:pt x="124980" y="448574"/>
                </a:moveTo>
                <a:lnTo>
                  <a:pt x="126885" y="449761"/>
                </a:lnTo>
                <a:lnTo>
                  <a:pt x="124027" y="449168"/>
                </a:lnTo>
                <a:close/>
                <a:moveTo>
                  <a:pt x="131674" y="83472"/>
                </a:moveTo>
                <a:lnTo>
                  <a:pt x="132394" y="83798"/>
                </a:lnTo>
                <a:lnTo>
                  <a:pt x="131314" y="83635"/>
                </a:lnTo>
                <a:close/>
                <a:moveTo>
                  <a:pt x="142612" y="238204"/>
                </a:moveTo>
                <a:lnTo>
                  <a:pt x="144756" y="239546"/>
                </a:lnTo>
                <a:lnTo>
                  <a:pt x="141540" y="238875"/>
                </a:lnTo>
                <a:close/>
                <a:moveTo>
                  <a:pt x="113735" y="181064"/>
                </a:moveTo>
                <a:lnTo>
                  <a:pt x="115337" y="181563"/>
                </a:lnTo>
                <a:lnTo>
                  <a:pt x="112934" y="181313"/>
                </a:lnTo>
                <a:close/>
                <a:moveTo>
                  <a:pt x="123572" y="44602"/>
                </a:moveTo>
                <a:lnTo>
                  <a:pt x="124146" y="45186"/>
                </a:lnTo>
                <a:lnTo>
                  <a:pt x="123284" y="44894"/>
                </a:lnTo>
                <a:close/>
                <a:moveTo>
                  <a:pt x="34214" y="322785"/>
                </a:moveTo>
                <a:lnTo>
                  <a:pt x="35402" y="324103"/>
                </a:lnTo>
                <a:lnTo>
                  <a:pt x="33620" y="323444"/>
                </a:lnTo>
                <a:close/>
                <a:moveTo>
                  <a:pt x="25725" y="60907"/>
                </a:moveTo>
                <a:lnTo>
                  <a:pt x="27923" y="62590"/>
                </a:lnTo>
                <a:lnTo>
                  <a:pt x="24626" y="61749"/>
                </a:lnTo>
                <a:close/>
                <a:moveTo>
                  <a:pt x="37454" y="415316"/>
                </a:moveTo>
                <a:lnTo>
                  <a:pt x="38342" y="416579"/>
                </a:lnTo>
                <a:lnTo>
                  <a:pt x="37009" y="415948"/>
                </a:lnTo>
                <a:close/>
                <a:moveTo>
                  <a:pt x="6560" y="280668"/>
                </a:moveTo>
                <a:lnTo>
                  <a:pt x="7615" y="281614"/>
                </a:lnTo>
                <a:lnTo>
                  <a:pt x="6032" y="281141"/>
                </a:lnTo>
                <a:close/>
                <a:moveTo>
                  <a:pt x="52394" y="364222"/>
                </a:moveTo>
                <a:lnTo>
                  <a:pt x="53483" y="365867"/>
                </a:lnTo>
                <a:lnTo>
                  <a:pt x="51849" y="365044"/>
                </a:lnTo>
                <a:close/>
                <a:moveTo>
                  <a:pt x="33944" y="83484"/>
                </a:moveTo>
                <a:lnTo>
                  <a:pt x="35017" y="84680"/>
                </a:lnTo>
                <a:lnTo>
                  <a:pt x="33407" y="84082"/>
                </a:lnTo>
                <a:close/>
                <a:moveTo>
                  <a:pt x="107112" y="448282"/>
                </a:moveTo>
                <a:lnTo>
                  <a:pt x="108328" y="450021"/>
                </a:lnTo>
                <a:lnTo>
                  <a:pt x="106504" y="449151"/>
                </a:lnTo>
                <a:close/>
                <a:moveTo>
                  <a:pt x="141500" y="192966"/>
                </a:moveTo>
                <a:lnTo>
                  <a:pt x="142375" y="193653"/>
                </a:lnTo>
                <a:lnTo>
                  <a:pt x="141063" y="193309"/>
                </a:lnTo>
                <a:close/>
                <a:moveTo>
                  <a:pt x="8908" y="267119"/>
                </a:moveTo>
                <a:lnTo>
                  <a:pt x="10429" y="268627"/>
                </a:lnTo>
                <a:lnTo>
                  <a:pt x="8147" y="267873"/>
                </a:lnTo>
                <a:close/>
                <a:moveTo>
                  <a:pt x="110903" y="236489"/>
                </a:moveTo>
                <a:lnTo>
                  <a:pt x="111753" y="238241"/>
                </a:lnTo>
                <a:lnTo>
                  <a:pt x="110477" y="237365"/>
                </a:lnTo>
                <a:close/>
                <a:moveTo>
                  <a:pt x="28462" y="229526"/>
                </a:moveTo>
                <a:lnTo>
                  <a:pt x="29294" y="230758"/>
                </a:lnTo>
                <a:lnTo>
                  <a:pt x="28046" y="230142"/>
                </a:lnTo>
                <a:close/>
                <a:moveTo>
                  <a:pt x="108771" y="122589"/>
                </a:moveTo>
                <a:lnTo>
                  <a:pt x="109610" y="123138"/>
                </a:lnTo>
                <a:lnTo>
                  <a:pt x="108351" y="122863"/>
                </a:lnTo>
                <a:close/>
                <a:moveTo>
                  <a:pt x="129769" y="59958"/>
                </a:moveTo>
                <a:lnTo>
                  <a:pt x="130526" y="61423"/>
                </a:lnTo>
                <a:lnTo>
                  <a:pt x="129390" y="60690"/>
                </a:lnTo>
                <a:close/>
                <a:moveTo>
                  <a:pt x="10282" y="208763"/>
                </a:moveTo>
                <a:lnTo>
                  <a:pt x="12207" y="210109"/>
                </a:lnTo>
                <a:lnTo>
                  <a:pt x="9319" y="209436"/>
                </a:lnTo>
                <a:close/>
                <a:moveTo>
                  <a:pt x="18865" y="129137"/>
                </a:moveTo>
                <a:lnTo>
                  <a:pt x="19620" y="130311"/>
                </a:lnTo>
                <a:lnTo>
                  <a:pt x="18487" y="129724"/>
                </a:lnTo>
                <a:close/>
                <a:moveTo>
                  <a:pt x="79616" y="261064"/>
                </a:moveTo>
                <a:lnTo>
                  <a:pt x="80301" y="261480"/>
                </a:lnTo>
                <a:lnTo>
                  <a:pt x="79274" y="261272"/>
                </a:lnTo>
                <a:close/>
                <a:moveTo>
                  <a:pt x="21904" y="293955"/>
                </a:moveTo>
                <a:lnTo>
                  <a:pt x="22440" y="294663"/>
                </a:lnTo>
                <a:lnTo>
                  <a:pt x="21636" y="294309"/>
                </a:lnTo>
                <a:close/>
                <a:moveTo>
                  <a:pt x="92887" y="215301"/>
                </a:moveTo>
                <a:lnTo>
                  <a:pt x="94253" y="216222"/>
                </a:lnTo>
                <a:lnTo>
                  <a:pt x="92204" y="215761"/>
                </a:lnTo>
                <a:close/>
                <a:moveTo>
                  <a:pt x="106476" y="298583"/>
                </a:moveTo>
                <a:lnTo>
                  <a:pt x="108404" y="299104"/>
                </a:lnTo>
                <a:lnTo>
                  <a:pt x="105512" y="298844"/>
                </a:lnTo>
                <a:close/>
                <a:moveTo>
                  <a:pt x="11434" y="440237"/>
                </a:moveTo>
                <a:lnTo>
                  <a:pt x="12850" y="440996"/>
                </a:lnTo>
                <a:lnTo>
                  <a:pt x="10725" y="440617"/>
                </a:lnTo>
                <a:close/>
                <a:moveTo>
                  <a:pt x="136181" y="35231"/>
                </a:moveTo>
                <a:lnTo>
                  <a:pt x="137678" y="35567"/>
                </a:lnTo>
                <a:lnTo>
                  <a:pt x="135432" y="35399"/>
                </a:lnTo>
                <a:close/>
                <a:moveTo>
                  <a:pt x="98493" y="126905"/>
                </a:moveTo>
                <a:lnTo>
                  <a:pt x="100582" y="128539"/>
                </a:lnTo>
                <a:lnTo>
                  <a:pt x="97449" y="127722"/>
                </a:lnTo>
                <a:close/>
                <a:moveTo>
                  <a:pt x="89807" y="144317"/>
                </a:moveTo>
                <a:lnTo>
                  <a:pt x="91457" y="146060"/>
                </a:lnTo>
                <a:lnTo>
                  <a:pt x="88981" y="145189"/>
                </a:lnTo>
                <a:close/>
                <a:moveTo>
                  <a:pt x="131584" y="87895"/>
                </a:moveTo>
                <a:lnTo>
                  <a:pt x="132913" y="89382"/>
                </a:lnTo>
                <a:lnTo>
                  <a:pt x="130919" y="88638"/>
                </a:lnTo>
                <a:close/>
                <a:moveTo>
                  <a:pt x="66678" y="4001"/>
                </a:moveTo>
                <a:lnTo>
                  <a:pt x="67330" y="4355"/>
                </a:lnTo>
                <a:lnTo>
                  <a:pt x="66351" y="4178"/>
                </a:lnTo>
                <a:close/>
                <a:moveTo>
                  <a:pt x="4315" y="331133"/>
                </a:moveTo>
                <a:lnTo>
                  <a:pt x="6185" y="331680"/>
                </a:lnTo>
                <a:lnTo>
                  <a:pt x="3380" y="331407"/>
                </a:lnTo>
                <a:close/>
                <a:moveTo>
                  <a:pt x="97401" y="259924"/>
                </a:moveTo>
                <a:lnTo>
                  <a:pt x="99154" y="261538"/>
                </a:lnTo>
                <a:lnTo>
                  <a:pt x="96525" y="260731"/>
                </a:lnTo>
                <a:close/>
                <a:moveTo>
                  <a:pt x="127821" y="103378"/>
                </a:moveTo>
                <a:lnTo>
                  <a:pt x="130002" y="104641"/>
                </a:lnTo>
                <a:lnTo>
                  <a:pt x="126731" y="104010"/>
                </a:lnTo>
                <a:close/>
                <a:moveTo>
                  <a:pt x="15191" y="352578"/>
                </a:moveTo>
                <a:lnTo>
                  <a:pt x="16000" y="353171"/>
                </a:lnTo>
                <a:lnTo>
                  <a:pt x="14786" y="352875"/>
                </a:lnTo>
                <a:close/>
                <a:moveTo>
                  <a:pt x="67981" y="359820"/>
                </a:moveTo>
                <a:lnTo>
                  <a:pt x="68755" y="361470"/>
                </a:lnTo>
                <a:lnTo>
                  <a:pt x="67594" y="360645"/>
                </a:lnTo>
                <a:close/>
                <a:moveTo>
                  <a:pt x="27620" y="307873"/>
                </a:moveTo>
                <a:lnTo>
                  <a:pt x="29783" y="308881"/>
                </a:lnTo>
                <a:lnTo>
                  <a:pt x="26538" y="308377"/>
                </a:lnTo>
                <a:close/>
                <a:moveTo>
                  <a:pt x="24504" y="44361"/>
                </a:moveTo>
                <a:lnTo>
                  <a:pt x="25957" y="45584"/>
                </a:lnTo>
                <a:lnTo>
                  <a:pt x="23778" y="44973"/>
                </a:lnTo>
                <a:close/>
                <a:moveTo>
                  <a:pt x="30886" y="123055"/>
                </a:moveTo>
                <a:lnTo>
                  <a:pt x="32349" y="123501"/>
                </a:lnTo>
                <a:lnTo>
                  <a:pt x="30154" y="123278"/>
                </a:lnTo>
                <a:close/>
                <a:moveTo>
                  <a:pt x="79413" y="123286"/>
                </a:moveTo>
                <a:lnTo>
                  <a:pt x="81269" y="124122"/>
                </a:lnTo>
                <a:lnTo>
                  <a:pt x="78485" y="123704"/>
                </a:lnTo>
                <a:close/>
                <a:moveTo>
                  <a:pt x="15450" y="296993"/>
                </a:moveTo>
                <a:lnTo>
                  <a:pt x="16645" y="297395"/>
                </a:lnTo>
                <a:lnTo>
                  <a:pt x="14853" y="297194"/>
                </a:lnTo>
                <a:close/>
                <a:moveTo>
                  <a:pt x="100188" y="317517"/>
                </a:moveTo>
                <a:lnTo>
                  <a:pt x="102047" y="318798"/>
                </a:lnTo>
                <a:lnTo>
                  <a:pt x="99258" y="318157"/>
                </a:lnTo>
                <a:close/>
                <a:moveTo>
                  <a:pt x="62789" y="418081"/>
                </a:moveTo>
                <a:lnTo>
                  <a:pt x="64300" y="419180"/>
                </a:lnTo>
                <a:lnTo>
                  <a:pt x="62033" y="418631"/>
                </a:lnTo>
                <a:close/>
                <a:moveTo>
                  <a:pt x="64260" y="382601"/>
                </a:moveTo>
                <a:lnTo>
                  <a:pt x="64686" y="383756"/>
                </a:lnTo>
                <a:lnTo>
                  <a:pt x="64047" y="383179"/>
                </a:lnTo>
                <a:close/>
                <a:moveTo>
                  <a:pt x="98262" y="470853"/>
                </a:moveTo>
                <a:lnTo>
                  <a:pt x="99596" y="471344"/>
                </a:lnTo>
                <a:lnTo>
                  <a:pt x="97595" y="471098"/>
                </a:lnTo>
                <a:close/>
                <a:moveTo>
                  <a:pt x="71877" y="174948"/>
                </a:moveTo>
                <a:lnTo>
                  <a:pt x="72336" y="175918"/>
                </a:lnTo>
                <a:lnTo>
                  <a:pt x="71648" y="175433"/>
                </a:lnTo>
                <a:close/>
                <a:moveTo>
                  <a:pt x="37627" y="189122"/>
                </a:moveTo>
                <a:lnTo>
                  <a:pt x="38112" y="190176"/>
                </a:lnTo>
                <a:lnTo>
                  <a:pt x="37384" y="189649"/>
                </a:lnTo>
                <a:close/>
                <a:moveTo>
                  <a:pt x="14015" y="169334"/>
                </a:moveTo>
                <a:lnTo>
                  <a:pt x="14782" y="170159"/>
                </a:lnTo>
                <a:lnTo>
                  <a:pt x="13632" y="169746"/>
                </a:lnTo>
                <a:close/>
                <a:moveTo>
                  <a:pt x="91787" y="203173"/>
                </a:moveTo>
                <a:lnTo>
                  <a:pt x="93867" y="203492"/>
                </a:lnTo>
                <a:lnTo>
                  <a:pt x="90746" y="203332"/>
                </a:lnTo>
                <a:close/>
                <a:moveTo>
                  <a:pt x="6475" y="259368"/>
                </a:moveTo>
                <a:lnTo>
                  <a:pt x="7049" y="260887"/>
                </a:lnTo>
                <a:lnTo>
                  <a:pt x="6187" y="260128"/>
                </a:lnTo>
                <a:close/>
                <a:moveTo>
                  <a:pt x="19100" y="228843"/>
                </a:moveTo>
                <a:lnTo>
                  <a:pt x="20837" y="230551"/>
                </a:lnTo>
                <a:lnTo>
                  <a:pt x="18232" y="229697"/>
                </a:lnTo>
                <a:close/>
                <a:moveTo>
                  <a:pt x="40690" y="334564"/>
                </a:moveTo>
                <a:lnTo>
                  <a:pt x="42738" y="335497"/>
                </a:lnTo>
                <a:lnTo>
                  <a:pt x="39665" y="335030"/>
                </a:lnTo>
                <a:close/>
                <a:moveTo>
                  <a:pt x="105139" y="27062"/>
                </a:moveTo>
                <a:lnTo>
                  <a:pt x="106499" y="28686"/>
                </a:lnTo>
                <a:lnTo>
                  <a:pt x="104460" y="27874"/>
                </a:lnTo>
                <a:close/>
                <a:moveTo>
                  <a:pt x="8031" y="121561"/>
                </a:moveTo>
                <a:lnTo>
                  <a:pt x="10188" y="123177"/>
                </a:lnTo>
                <a:lnTo>
                  <a:pt x="6953" y="122369"/>
                </a:lnTo>
                <a:close/>
                <a:moveTo>
                  <a:pt x="91492" y="431273"/>
                </a:moveTo>
                <a:lnTo>
                  <a:pt x="92441" y="432004"/>
                </a:lnTo>
                <a:lnTo>
                  <a:pt x="91017" y="431638"/>
                </a:lnTo>
                <a:close/>
                <a:moveTo>
                  <a:pt x="6872" y="245784"/>
                </a:moveTo>
                <a:lnTo>
                  <a:pt x="7785" y="246789"/>
                </a:lnTo>
                <a:lnTo>
                  <a:pt x="6415" y="246287"/>
                </a:lnTo>
                <a:close/>
                <a:moveTo>
                  <a:pt x="34023" y="108335"/>
                </a:moveTo>
                <a:lnTo>
                  <a:pt x="36106" y="109200"/>
                </a:lnTo>
                <a:lnTo>
                  <a:pt x="32982" y="108767"/>
                </a:lnTo>
                <a:close/>
                <a:moveTo>
                  <a:pt x="94645" y="53037"/>
                </a:moveTo>
                <a:lnTo>
                  <a:pt x="95019" y="53544"/>
                </a:lnTo>
                <a:lnTo>
                  <a:pt x="94459" y="53290"/>
                </a:lnTo>
                <a:close/>
                <a:moveTo>
                  <a:pt x="102816" y="326587"/>
                </a:moveTo>
                <a:lnTo>
                  <a:pt x="104107" y="327173"/>
                </a:lnTo>
                <a:lnTo>
                  <a:pt x="102170" y="326880"/>
                </a:lnTo>
                <a:close/>
                <a:moveTo>
                  <a:pt x="42666" y="204087"/>
                </a:moveTo>
                <a:lnTo>
                  <a:pt x="43718" y="204596"/>
                </a:lnTo>
                <a:lnTo>
                  <a:pt x="42139" y="204341"/>
                </a:lnTo>
                <a:close/>
                <a:moveTo>
                  <a:pt x="16802" y="17138"/>
                </a:moveTo>
                <a:lnTo>
                  <a:pt x="18017" y="17946"/>
                </a:lnTo>
                <a:lnTo>
                  <a:pt x="16195" y="17542"/>
                </a:lnTo>
                <a:close/>
                <a:moveTo>
                  <a:pt x="5615" y="193412"/>
                </a:moveTo>
                <a:lnTo>
                  <a:pt x="6364" y="193938"/>
                </a:lnTo>
                <a:lnTo>
                  <a:pt x="5241" y="193675"/>
                </a:lnTo>
                <a:close/>
                <a:moveTo>
                  <a:pt x="138128" y="298402"/>
                </a:moveTo>
                <a:lnTo>
                  <a:pt x="139018" y="299407"/>
                </a:lnTo>
                <a:lnTo>
                  <a:pt x="137684" y="298905"/>
                </a:lnTo>
                <a:close/>
                <a:moveTo>
                  <a:pt x="65782" y="306838"/>
                </a:moveTo>
                <a:lnTo>
                  <a:pt x="66692" y="307706"/>
                </a:lnTo>
                <a:lnTo>
                  <a:pt x="65327" y="307272"/>
                </a:lnTo>
                <a:close/>
                <a:moveTo>
                  <a:pt x="133215" y="369433"/>
                </a:moveTo>
                <a:lnTo>
                  <a:pt x="135000" y="370808"/>
                </a:lnTo>
                <a:lnTo>
                  <a:pt x="132322" y="370120"/>
                </a:lnTo>
                <a:close/>
                <a:moveTo>
                  <a:pt x="59278" y="32153"/>
                </a:moveTo>
                <a:lnTo>
                  <a:pt x="60762" y="32475"/>
                </a:lnTo>
                <a:lnTo>
                  <a:pt x="58536" y="32314"/>
                </a:lnTo>
                <a:close/>
                <a:moveTo>
                  <a:pt x="59172" y="59796"/>
                </a:moveTo>
                <a:lnTo>
                  <a:pt x="59529" y="61575"/>
                </a:lnTo>
                <a:lnTo>
                  <a:pt x="58994" y="60685"/>
                </a:lnTo>
                <a:close/>
                <a:moveTo>
                  <a:pt x="19262" y="358104"/>
                </a:moveTo>
                <a:lnTo>
                  <a:pt x="21117" y="358405"/>
                </a:lnTo>
                <a:lnTo>
                  <a:pt x="18334" y="358255"/>
                </a:lnTo>
                <a:close/>
                <a:moveTo>
                  <a:pt x="27888" y="350644"/>
                </a:moveTo>
                <a:lnTo>
                  <a:pt x="29114" y="352338"/>
                </a:lnTo>
                <a:lnTo>
                  <a:pt x="27275" y="351491"/>
                </a:lnTo>
                <a:close/>
                <a:moveTo>
                  <a:pt x="28740" y="11043"/>
                </a:moveTo>
                <a:lnTo>
                  <a:pt x="30505" y="12100"/>
                </a:lnTo>
                <a:lnTo>
                  <a:pt x="27858" y="11571"/>
                </a:lnTo>
                <a:close/>
                <a:moveTo>
                  <a:pt x="115463" y="356357"/>
                </a:moveTo>
                <a:lnTo>
                  <a:pt x="116797" y="357883"/>
                </a:lnTo>
                <a:lnTo>
                  <a:pt x="114796" y="357120"/>
                </a:lnTo>
                <a:close/>
                <a:moveTo>
                  <a:pt x="81187" y="169316"/>
                </a:moveTo>
                <a:lnTo>
                  <a:pt x="82559" y="170144"/>
                </a:lnTo>
                <a:lnTo>
                  <a:pt x="80501" y="169730"/>
                </a:lnTo>
                <a:close/>
                <a:moveTo>
                  <a:pt x="94516" y="164979"/>
                </a:moveTo>
                <a:lnTo>
                  <a:pt x="95206" y="165630"/>
                </a:lnTo>
                <a:lnTo>
                  <a:pt x="94172" y="165304"/>
                </a:lnTo>
                <a:close/>
                <a:moveTo>
                  <a:pt x="39029" y="254414"/>
                </a:moveTo>
                <a:lnTo>
                  <a:pt x="40242" y="255601"/>
                </a:lnTo>
                <a:lnTo>
                  <a:pt x="38422" y="255007"/>
                </a:lnTo>
                <a:close/>
                <a:moveTo>
                  <a:pt x="140219" y="392183"/>
                </a:moveTo>
                <a:lnTo>
                  <a:pt x="141930" y="393028"/>
                </a:lnTo>
                <a:lnTo>
                  <a:pt x="139363" y="392606"/>
                </a:lnTo>
                <a:close/>
                <a:moveTo>
                  <a:pt x="42488" y="453404"/>
                </a:moveTo>
                <a:lnTo>
                  <a:pt x="43419" y="454310"/>
                </a:lnTo>
                <a:lnTo>
                  <a:pt x="42022" y="453857"/>
                </a:lnTo>
                <a:close/>
                <a:moveTo>
                  <a:pt x="7465" y="440083"/>
                </a:moveTo>
                <a:lnTo>
                  <a:pt x="8022" y="440663"/>
                </a:lnTo>
                <a:lnTo>
                  <a:pt x="7186" y="440373"/>
                </a:lnTo>
                <a:close/>
                <a:moveTo>
                  <a:pt x="62064" y="186906"/>
                </a:moveTo>
                <a:lnTo>
                  <a:pt x="64211" y="188219"/>
                </a:lnTo>
                <a:lnTo>
                  <a:pt x="60991" y="187563"/>
                </a:lnTo>
                <a:close/>
                <a:moveTo>
                  <a:pt x="128603" y="417598"/>
                </a:moveTo>
                <a:lnTo>
                  <a:pt x="128996" y="418145"/>
                </a:lnTo>
                <a:lnTo>
                  <a:pt x="128407" y="417872"/>
                </a:lnTo>
                <a:close/>
                <a:moveTo>
                  <a:pt x="22164" y="8174"/>
                </a:moveTo>
                <a:lnTo>
                  <a:pt x="23053" y="9885"/>
                </a:lnTo>
                <a:lnTo>
                  <a:pt x="21720" y="9030"/>
                </a:lnTo>
                <a:close/>
                <a:moveTo>
                  <a:pt x="83136" y="146296"/>
                </a:moveTo>
                <a:lnTo>
                  <a:pt x="84125" y="147441"/>
                </a:lnTo>
                <a:lnTo>
                  <a:pt x="82641" y="146869"/>
                </a:lnTo>
                <a:close/>
                <a:moveTo>
                  <a:pt x="56271" y="136144"/>
                </a:moveTo>
                <a:lnTo>
                  <a:pt x="57437" y="137104"/>
                </a:lnTo>
                <a:lnTo>
                  <a:pt x="55689" y="136624"/>
                </a:lnTo>
                <a:close/>
                <a:moveTo>
                  <a:pt x="27250" y="1431"/>
                </a:moveTo>
                <a:lnTo>
                  <a:pt x="27851" y="2387"/>
                </a:lnTo>
                <a:lnTo>
                  <a:pt x="26950" y="1909"/>
                </a:lnTo>
                <a:close/>
                <a:moveTo>
                  <a:pt x="21850" y="374510"/>
                </a:moveTo>
                <a:lnTo>
                  <a:pt x="23272" y="374964"/>
                </a:lnTo>
                <a:lnTo>
                  <a:pt x="21139" y="374737"/>
                </a:lnTo>
                <a:close/>
                <a:moveTo>
                  <a:pt x="22214" y="268341"/>
                </a:moveTo>
                <a:lnTo>
                  <a:pt x="23154" y="269312"/>
                </a:lnTo>
                <a:lnTo>
                  <a:pt x="21745" y="268827"/>
                </a:lnTo>
                <a:close/>
                <a:moveTo>
                  <a:pt x="58445" y="382276"/>
                </a:moveTo>
                <a:lnTo>
                  <a:pt x="59930" y="383871"/>
                </a:lnTo>
                <a:lnTo>
                  <a:pt x="57702" y="383073"/>
                </a:lnTo>
                <a:close/>
                <a:moveTo>
                  <a:pt x="105170" y="149394"/>
                </a:moveTo>
                <a:lnTo>
                  <a:pt x="105742" y="149846"/>
                </a:lnTo>
                <a:lnTo>
                  <a:pt x="104884" y="149620"/>
                </a:lnTo>
                <a:close/>
                <a:moveTo>
                  <a:pt x="7646" y="456416"/>
                </a:moveTo>
                <a:lnTo>
                  <a:pt x="9085" y="458076"/>
                </a:lnTo>
                <a:lnTo>
                  <a:pt x="6926" y="457246"/>
                </a:lnTo>
                <a:close/>
                <a:moveTo>
                  <a:pt x="67575" y="421655"/>
                </a:moveTo>
                <a:lnTo>
                  <a:pt x="68828" y="422740"/>
                </a:lnTo>
                <a:lnTo>
                  <a:pt x="66948" y="422197"/>
                </a:lnTo>
                <a:close/>
                <a:moveTo>
                  <a:pt x="57205" y="139701"/>
                </a:moveTo>
                <a:lnTo>
                  <a:pt x="59021" y="140342"/>
                </a:lnTo>
                <a:lnTo>
                  <a:pt x="56298" y="140022"/>
                </a:lnTo>
                <a:close/>
                <a:moveTo>
                  <a:pt x="116222" y="373877"/>
                </a:moveTo>
                <a:lnTo>
                  <a:pt x="118177" y="374712"/>
                </a:lnTo>
                <a:lnTo>
                  <a:pt x="115244" y="374294"/>
                </a:lnTo>
                <a:close/>
                <a:moveTo>
                  <a:pt x="79799" y="320128"/>
                </a:moveTo>
                <a:lnTo>
                  <a:pt x="81325" y="320644"/>
                </a:lnTo>
                <a:lnTo>
                  <a:pt x="79036" y="320386"/>
                </a:lnTo>
                <a:close/>
                <a:moveTo>
                  <a:pt x="138611" y="311115"/>
                </a:moveTo>
                <a:lnTo>
                  <a:pt x="140172" y="312817"/>
                </a:lnTo>
                <a:lnTo>
                  <a:pt x="137830" y="311966"/>
                </a:lnTo>
                <a:close/>
                <a:moveTo>
                  <a:pt x="42127" y="275769"/>
                </a:moveTo>
                <a:lnTo>
                  <a:pt x="44222" y="276270"/>
                </a:lnTo>
                <a:lnTo>
                  <a:pt x="41080" y="276020"/>
                </a:lnTo>
                <a:close/>
                <a:moveTo>
                  <a:pt x="56164" y="32971"/>
                </a:moveTo>
                <a:lnTo>
                  <a:pt x="56611" y="34039"/>
                </a:lnTo>
                <a:lnTo>
                  <a:pt x="55940" y="33505"/>
                </a:lnTo>
                <a:close/>
                <a:moveTo>
                  <a:pt x="90891" y="257353"/>
                </a:moveTo>
                <a:lnTo>
                  <a:pt x="92945" y="258129"/>
                </a:lnTo>
                <a:lnTo>
                  <a:pt x="89864" y="257741"/>
                </a:lnTo>
                <a:close/>
                <a:moveTo>
                  <a:pt x="141536" y="250763"/>
                </a:moveTo>
                <a:lnTo>
                  <a:pt x="142219" y="251230"/>
                </a:lnTo>
                <a:lnTo>
                  <a:pt x="141194" y="250996"/>
                </a:lnTo>
                <a:close/>
                <a:moveTo>
                  <a:pt x="92869" y="207935"/>
                </a:moveTo>
                <a:lnTo>
                  <a:pt x="93667" y="209257"/>
                </a:lnTo>
                <a:lnTo>
                  <a:pt x="92471" y="208596"/>
                </a:lnTo>
                <a:close/>
                <a:moveTo>
                  <a:pt x="5406" y="177866"/>
                </a:moveTo>
                <a:lnTo>
                  <a:pt x="6391" y="178294"/>
                </a:lnTo>
                <a:lnTo>
                  <a:pt x="4914" y="178080"/>
                </a:lnTo>
                <a:close/>
                <a:moveTo>
                  <a:pt x="30225" y="355838"/>
                </a:moveTo>
                <a:lnTo>
                  <a:pt x="30945" y="357528"/>
                </a:lnTo>
                <a:lnTo>
                  <a:pt x="29865" y="356683"/>
                </a:lnTo>
                <a:close/>
                <a:moveTo>
                  <a:pt x="99554" y="109435"/>
                </a:moveTo>
                <a:lnTo>
                  <a:pt x="100541" y="111103"/>
                </a:lnTo>
                <a:lnTo>
                  <a:pt x="99061" y="110269"/>
                </a:lnTo>
                <a:close/>
                <a:moveTo>
                  <a:pt x="72259" y="298079"/>
                </a:moveTo>
                <a:lnTo>
                  <a:pt x="73267" y="299376"/>
                </a:lnTo>
                <a:lnTo>
                  <a:pt x="71755" y="298727"/>
                </a:lnTo>
                <a:close/>
                <a:moveTo>
                  <a:pt x="116240" y="16749"/>
                </a:moveTo>
                <a:lnTo>
                  <a:pt x="117895" y="17359"/>
                </a:lnTo>
                <a:lnTo>
                  <a:pt x="115412" y="17054"/>
                </a:lnTo>
                <a:close/>
                <a:moveTo>
                  <a:pt x="49286" y="258361"/>
                </a:moveTo>
                <a:lnTo>
                  <a:pt x="51308" y="258847"/>
                </a:lnTo>
                <a:lnTo>
                  <a:pt x="48274" y="258604"/>
                </a:lnTo>
                <a:close/>
                <a:moveTo>
                  <a:pt x="37307" y="254697"/>
                </a:moveTo>
                <a:lnTo>
                  <a:pt x="38455" y="255530"/>
                </a:lnTo>
                <a:lnTo>
                  <a:pt x="36732" y="255113"/>
                </a:lnTo>
                <a:close/>
                <a:moveTo>
                  <a:pt x="64354" y="248450"/>
                </a:moveTo>
                <a:lnTo>
                  <a:pt x="65006" y="249420"/>
                </a:lnTo>
                <a:lnTo>
                  <a:pt x="64029" y="248935"/>
                </a:lnTo>
                <a:close/>
                <a:moveTo>
                  <a:pt x="33785" y="167462"/>
                </a:moveTo>
                <a:lnTo>
                  <a:pt x="34196" y="168335"/>
                </a:lnTo>
                <a:lnTo>
                  <a:pt x="33580" y="167899"/>
                </a:lnTo>
                <a:close/>
                <a:moveTo>
                  <a:pt x="37036" y="236872"/>
                </a:moveTo>
                <a:lnTo>
                  <a:pt x="37682" y="238382"/>
                </a:lnTo>
                <a:lnTo>
                  <a:pt x="36713" y="237627"/>
                </a:lnTo>
                <a:close/>
                <a:moveTo>
                  <a:pt x="142615" y="305280"/>
                </a:moveTo>
                <a:lnTo>
                  <a:pt x="144815" y="306880"/>
                </a:lnTo>
                <a:lnTo>
                  <a:pt x="141516" y="306080"/>
                </a:lnTo>
                <a:close/>
                <a:moveTo>
                  <a:pt x="43418" y="175189"/>
                </a:moveTo>
                <a:lnTo>
                  <a:pt x="45302" y="175853"/>
                </a:lnTo>
                <a:lnTo>
                  <a:pt x="42476" y="175521"/>
                </a:lnTo>
                <a:close/>
                <a:moveTo>
                  <a:pt x="41920" y="173559"/>
                </a:moveTo>
                <a:lnTo>
                  <a:pt x="42434" y="174593"/>
                </a:lnTo>
                <a:lnTo>
                  <a:pt x="41663" y="174076"/>
                </a:lnTo>
                <a:close/>
                <a:moveTo>
                  <a:pt x="25866" y="111919"/>
                </a:moveTo>
                <a:lnTo>
                  <a:pt x="27324" y="113218"/>
                </a:lnTo>
                <a:lnTo>
                  <a:pt x="25137" y="112569"/>
                </a:lnTo>
                <a:close/>
                <a:moveTo>
                  <a:pt x="85143" y="263299"/>
                </a:moveTo>
                <a:lnTo>
                  <a:pt x="85959" y="264284"/>
                </a:lnTo>
                <a:lnTo>
                  <a:pt x="84736" y="263791"/>
                </a:lnTo>
                <a:close/>
                <a:moveTo>
                  <a:pt x="139612" y="79252"/>
                </a:moveTo>
                <a:lnTo>
                  <a:pt x="140557" y="80363"/>
                </a:lnTo>
                <a:lnTo>
                  <a:pt x="139139" y="79807"/>
                </a:lnTo>
                <a:close/>
                <a:moveTo>
                  <a:pt x="9153" y="117085"/>
                </a:moveTo>
                <a:lnTo>
                  <a:pt x="11300" y="118327"/>
                </a:lnTo>
                <a:lnTo>
                  <a:pt x="8079" y="117706"/>
                </a:lnTo>
                <a:close/>
                <a:moveTo>
                  <a:pt x="129599" y="348614"/>
                </a:moveTo>
                <a:lnTo>
                  <a:pt x="131135" y="349447"/>
                </a:lnTo>
                <a:lnTo>
                  <a:pt x="128831" y="349030"/>
                </a:lnTo>
                <a:close/>
                <a:moveTo>
                  <a:pt x="52123" y="89677"/>
                </a:moveTo>
                <a:lnTo>
                  <a:pt x="53058" y="90064"/>
                </a:lnTo>
                <a:lnTo>
                  <a:pt x="51656" y="89871"/>
                </a:lnTo>
                <a:close/>
                <a:moveTo>
                  <a:pt x="119096" y="431817"/>
                </a:moveTo>
                <a:lnTo>
                  <a:pt x="120952" y="432693"/>
                </a:lnTo>
                <a:lnTo>
                  <a:pt x="118168" y="432255"/>
                </a:lnTo>
                <a:close/>
                <a:moveTo>
                  <a:pt x="52599" y="386423"/>
                </a:moveTo>
                <a:lnTo>
                  <a:pt x="54784" y="387826"/>
                </a:lnTo>
                <a:lnTo>
                  <a:pt x="51506" y="387124"/>
                </a:lnTo>
                <a:close/>
                <a:moveTo>
                  <a:pt x="48849" y="324675"/>
                </a:moveTo>
                <a:lnTo>
                  <a:pt x="49624" y="326168"/>
                </a:lnTo>
                <a:lnTo>
                  <a:pt x="48462" y="325422"/>
                </a:lnTo>
                <a:close/>
                <a:moveTo>
                  <a:pt x="10320" y="244325"/>
                </a:moveTo>
                <a:lnTo>
                  <a:pt x="11009" y="245348"/>
                </a:lnTo>
                <a:lnTo>
                  <a:pt x="9976" y="244837"/>
                </a:lnTo>
                <a:close/>
                <a:moveTo>
                  <a:pt x="57382" y="379913"/>
                </a:moveTo>
                <a:lnTo>
                  <a:pt x="59292" y="380216"/>
                </a:lnTo>
                <a:lnTo>
                  <a:pt x="56428" y="380065"/>
                </a:lnTo>
                <a:close/>
                <a:moveTo>
                  <a:pt x="39507" y="14322"/>
                </a:moveTo>
                <a:lnTo>
                  <a:pt x="41409" y="15386"/>
                </a:lnTo>
                <a:lnTo>
                  <a:pt x="38555" y="14854"/>
                </a:lnTo>
                <a:close/>
                <a:moveTo>
                  <a:pt x="49205" y="454049"/>
                </a:moveTo>
                <a:lnTo>
                  <a:pt x="50391" y="454676"/>
                </a:lnTo>
                <a:lnTo>
                  <a:pt x="48612" y="454363"/>
                </a:lnTo>
                <a:close/>
                <a:moveTo>
                  <a:pt x="112097" y="396202"/>
                </a:moveTo>
                <a:lnTo>
                  <a:pt x="112720" y="397245"/>
                </a:lnTo>
                <a:lnTo>
                  <a:pt x="111785" y="396723"/>
                </a:lnTo>
                <a:close/>
                <a:moveTo>
                  <a:pt x="110170" y="254760"/>
                </a:moveTo>
                <a:lnTo>
                  <a:pt x="111558" y="256250"/>
                </a:lnTo>
                <a:lnTo>
                  <a:pt x="109476" y="255505"/>
                </a:lnTo>
                <a:close/>
                <a:moveTo>
                  <a:pt x="66015" y="101865"/>
                </a:moveTo>
                <a:lnTo>
                  <a:pt x="68199" y="103444"/>
                </a:lnTo>
                <a:lnTo>
                  <a:pt x="64922" y="102654"/>
                </a:lnTo>
                <a:close/>
                <a:moveTo>
                  <a:pt x="28852" y="337241"/>
                </a:moveTo>
                <a:lnTo>
                  <a:pt x="29758" y="338645"/>
                </a:lnTo>
                <a:lnTo>
                  <a:pt x="28399" y="337943"/>
                </a:lnTo>
                <a:close/>
                <a:moveTo>
                  <a:pt x="7410" y="32860"/>
                </a:moveTo>
                <a:lnTo>
                  <a:pt x="8916" y="33836"/>
                </a:lnTo>
                <a:lnTo>
                  <a:pt x="6657" y="33348"/>
                </a:lnTo>
                <a:close/>
                <a:moveTo>
                  <a:pt x="25162" y="114348"/>
                </a:moveTo>
                <a:lnTo>
                  <a:pt x="26142" y="115032"/>
                </a:lnTo>
                <a:lnTo>
                  <a:pt x="24672" y="114690"/>
                </a:lnTo>
                <a:close/>
                <a:moveTo>
                  <a:pt x="141709" y="66863"/>
                </a:moveTo>
                <a:lnTo>
                  <a:pt x="143195" y="67316"/>
                </a:lnTo>
                <a:lnTo>
                  <a:pt x="140966" y="67090"/>
                </a:lnTo>
                <a:close/>
                <a:moveTo>
                  <a:pt x="133609" y="88789"/>
                </a:moveTo>
                <a:lnTo>
                  <a:pt x="135065" y="90226"/>
                </a:lnTo>
                <a:lnTo>
                  <a:pt x="132881" y="89507"/>
                </a:lnTo>
                <a:close/>
                <a:moveTo>
                  <a:pt x="139879" y="459780"/>
                </a:moveTo>
                <a:lnTo>
                  <a:pt x="141227" y="461576"/>
                </a:lnTo>
                <a:lnTo>
                  <a:pt x="139205" y="460678"/>
                </a:lnTo>
                <a:close/>
                <a:moveTo>
                  <a:pt x="34252" y="321064"/>
                </a:moveTo>
                <a:lnTo>
                  <a:pt x="35622" y="322856"/>
                </a:lnTo>
                <a:lnTo>
                  <a:pt x="33566" y="321960"/>
                </a:lnTo>
                <a:close/>
                <a:moveTo>
                  <a:pt x="33549" y="268648"/>
                </a:moveTo>
                <a:lnTo>
                  <a:pt x="35188" y="270284"/>
                </a:lnTo>
                <a:lnTo>
                  <a:pt x="32730" y="269466"/>
                </a:lnTo>
                <a:close/>
                <a:moveTo>
                  <a:pt x="49981" y="98009"/>
                </a:moveTo>
                <a:lnTo>
                  <a:pt x="51815" y="99324"/>
                </a:lnTo>
                <a:lnTo>
                  <a:pt x="49063" y="98667"/>
                </a:lnTo>
                <a:close/>
                <a:moveTo>
                  <a:pt x="88484" y="28094"/>
                </a:moveTo>
                <a:lnTo>
                  <a:pt x="89128" y="29150"/>
                </a:lnTo>
                <a:lnTo>
                  <a:pt x="88161" y="28622"/>
                </a:lnTo>
                <a:close/>
                <a:moveTo>
                  <a:pt x="104632" y="179217"/>
                </a:moveTo>
                <a:lnTo>
                  <a:pt x="106111" y="180048"/>
                </a:lnTo>
                <a:lnTo>
                  <a:pt x="103893" y="179632"/>
                </a:lnTo>
                <a:close/>
                <a:moveTo>
                  <a:pt x="120211" y="457790"/>
                </a:moveTo>
                <a:lnTo>
                  <a:pt x="122407" y="458877"/>
                </a:lnTo>
                <a:lnTo>
                  <a:pt x="119113" y="458334"/>
                </a:lnTo>
                <a:close/>
                <a:moveTo>
                  <a:pt x="6700" y="296452"/>
                </a:moveTo>
                <a:lnTo>
                  <a:pt x="7145" y="297710"/>
                </a:lnTo>
                <a:lnTo>
                  <a:pt x="6478" y="297081"/>
                </a:lnTo>
                <a:close/>
                <a:moveTo>
                  <a:pt x="102358" y="99843"/>
                </a:moveTo>
                <a:lnTo>
                  <a:pt x="103065" y="101007"/>
                </a:lnTo>
                <a:lnTo>
                  <a:pt x="102004" y="100425"/>
                </a:lnTo>
                <a:close/>
                <a:moveTo>
                  <a:pt x="104018" y="254437"/>
                </a:moveTo>
                <a:lnTo>
                  <a:pt x="106049" y="255582"/>
                </a:lnTo>
                <a:lnTo>
                  <a:pt x="103003" y="255009"/>
                </a:lnTo>
                <a:close/>
                <a:moveTo>
                  <a:pt x="98707" y="51145"/>
                </a:moveTo>
                <a:lnTo>
                  <a:pt x="100744" y="51990"/>
                </a:lnTo>
                <a:lnTo>
                  <a:pt x="97689" y="51567"/>
                </a:lnTo>
                <a:close/>
                <a:moveTo>
                  <a:pt x="106662" y="266323"/>
                </a:moveTo>
                <a:lnTo>
                  <a:pt x="107100" y="267436"/>
                </a:lnTo>
                <a:lnTo>
                  <a:pt x="106443" y="266880"/>
                </a:lnTo>
                <a:close/>
                <a:moveTo>
                  <a:pt x="110583" y="425967"/>
                </a:moveTo>
                <a:lnTo>
                  <a:pt x="111746" y="427023"/>
                </a:lnTo>
                <a:lnTo>
                  <a:pt x="110001" y="426495"/>
                </a:lnTo>
                <a:close/>
                <a:moveTo>
                  <a:pt x="68295" y="455347"/>
                </a:moveTo>
                <a:lnTo>
                  <a:pt x="69976" y="456348"/>
                </a:lnTo>
                <a:lnTo>
                  <a:pt x="67454" y="455848"/>
                </a:lnTo>
                <a:close/>
                <a:moveTo>
                  <a:pt x="45294" y="127395"/>
                </a:moveTo>
                <a:lnTo>
                  <a:pt x="46408" y="128778"/>
                </a:lnTo>
                <a:lnTo>
                  <a:pt x="44737" y="128087"/>
                </a:lnTo>
                <a:close/>
                <a:moveTo>
                  <a:pt x="101031" y="74373"/>
                </a:moveTo>
                <a:lnTo>
                  <a:pt x="101678" y="74751"/>
                </a:lnTo>
                <a:lnTo>
                  <a:pt x="100707" y="74562"/>
                </a:lnTo>
                <a:close/>
                <a:moveTo>
                  <a:pt x="89438" y="453854"/>
                </a:moveTo>
                <a:lnTo>
                  <a:pt x="90070" y="455423"/>
                </a:lnTo>
                <a:lnTo>
                  <a:pt x="89122" y="454638"/>
                </a:lnTo>
                <a:close/>
                <a:moveTo>
                  <a:pt x="81200" y="29365"/>
                </a:moveTo>
                <a:lnTo>
                  <a:pt x="82646" y="30165"/>
                </a:lnTo>
                <a:lnTo>
                  <a:pt x="80478" y="29765"/>
                </a:lnTo>
                <a:close/>
                <a:moveTo>
                  <a:pt x="97753" y="424707"/>
                </a:moveTo>
                <a:lnTo>
                  <a:pt x="98193" y="425655"/>
                </a:lnTo>
                <a:lnTo>
                  <a:pt x="97533" y="425181"/>
                </a:lnTo>
                <a:close/>
                <a:moveTo>
                  <a:pt x="100369" y="159282"/>
                </a:moveTo>
                <a:lnTo>
                  <a:pt x="102236" y="160188"/>
                </a:lnTo>
                <a:lnTo>
                  <a:pt x="99436" y="159735"/>
                </a:lnTo>
                <a:close/>
                <a:moveTo>
                  <a:pt x="112971" y="457381"/>
                </a:moveTo>
                <a:lnTo>
                  <a:pt x="114513" y="458757"/>
                </a:lnTo>
                <a:lnTo>
                  <a:pt x="112200" y="458069"/>
                </a:lnTo>
                <a:close/>
                <a:moveTo>
                  <a:pt x="74338" y="458757"/>
                </a:moveTo>
                <a:lnTo>
                  <a:pt x="76504" y="460519"/>
                </a:lnTo>
                <a:lnTo>
                  <a:pt x="73255" y="459638"/>
                </a:lnTo>
                <a:close/>
                <a:moveTo>
                  <a:pt x="97079" y="241523"/>
                </a:moveTo>
                <a:lnTo>
                  <a:pt x="98985" y="242061"/>
                </a:lnTo>
                <a:lnTo>
                  <a:pt x="96126" y="241792"/>
                </a:lnTo>
                <a:close/>
                <a:moveTo>
                  <a:pt x="72765" y="66146"/>
                </a:moveTo>
                <a:lnTo>
                  <a:pt x="74261" y="66734"/>
                </a:lnTo>
                <a:lnTo>
                  <a:pt x="72018" y="66440"/>
                </a:lnTo>
                <a:close/>
                <a:moveTo>
                  <a:pt x="30440" y="384891"/>
                </a:moveTo>
                <a:lnTo>
                  <a:pt x="31599" y="386353"/>
                </a:lnTo>
                <a:lnTo>
                  <a:pt x="29860" y="385622"/>
                </a:lnTo>
                <a:close/>
                <a:moveTo>
                  <a:pt x="124462" y="61877"/>
                </a:moveTo>
                <a:lnTo>
                  <a:pt x="126303" y="62858"/>
                </a:lnTo>
                <a:lnTo>
                  <a:pt x="123542" y="62368"/>
                </a:lnTo>
                <a:close/>
                <a:moveTo>
                  <a:pt x="105368" y="79776"/>
                </a:moveTo>
                <a:lnTo>
                  <a:pt x="106907" y="81363"/>
                </a:lnTo>
                <a:lnTo>
                  <a:pt x="104599" y="80569"/>
                </a:lnTo>
                <a:close/>
                <a:moveTo>
                  <a:pt x="13701" y="17025"/>
                </a:moveTo>
                <a:lnTo>
                  <a:pt x="14830" y="17592"/>
                </a:lnTo>
                <a:lnTo>
                  <a:pt x="13137" y="17308"/>
                </a:lnTo>
                <a:close/>
                <a:moveTo>
                  <a:pt x="15149" y="419392"/>
                </a:moveTo>
                <a:lnTo>
                  <a:pt x="17028" y="421088"/>
                </a:lnTo>
                <a:lnTo>
                  <a:pt x="14210" y="420240"/>
                </a:lnTo>
                <a:close/>
                <a:moveTo>
                  <a:pt x="26276" y="334371"/>
                </a:moveTo>
                <a:lnTo>
                  <a:pt x="26685" y="334712"/>
                </a:lnTo>
                <a:lnTo>
                  <a:pt x="26071" y="334542"/>
                </a:lnTo>
                <a:close/>
                <a:moveTo>
                  <a:pt x="95331" y="60359"/>
                </a:moveTo>
                <a:lnTo>
                  <a:pt x="97019" y="62077"/>
                </a:lnTo>
                <a:lnTo>
                  <a:pt x="94487" y="61218"/>
                </a:lnTo>
                <a:close/>
                <a:moveTo>
                  <a:pt x="23202" y="172721"/>
                </a:moveTo>
                <a:lnTo>
                  <a:pt x="25130" y="173288"/>
                </a:lnTo>
                <a:lnTo>
                  <a:pt x="22238" y="173005"/>
                </a:lnTo>
                <a:close/>
                <a:moveTo>
                  <a:pt x="100922" y="369278"/>
                </a:moveTo>
                <a:lnTo>
                  <a:pt x="101765" y="369955"/>
                </a:lnTo>
                <a:lnTo>
                  <a:pt x="100500" y="369616"/>
                </a:lnTo>
                <a:close/>
                <a:moveTo>
                  <a:pt x="120523" y="321558"/>
                </a:moveTo>
                <a:lnTo>
                  <a:pt x="120936" y="322477"/>
                </a:lnTo>
                <a:lnTo>
                  <a:pt x="120317" y="322018"/>
                </a:lnTo>
                <a:close/>
                <a:moveTo>
                  <a:pt x="63403" y="400343"/>
                </a:moveTo>
                <a:lnTo>
                  <a:pt x="64651" y="401876"/>
                </a:lnTo>
                <a:lnTo>
                  <a:pt x="62779" y="401110"/>
                </a:lnTo>
                <a:close/>
                <a:moveTo>
                  <a:pt x="74071" y="355350"/>
                </a:moveTo>
                <a:lnTo>
                  <a:pt x="74940" y="357106"/>
                </a:lnTo>
                <a:lnTo>
                  <a:pt x="73637" y="356228"/>
                </a:lnTo>
                <a:close/>
                <a:moveTo>
                  <a:pt x="140796" y="198667"/>
                </a:moveTo>
                <a:lnTo>
                  <a:pt x="141900" y="200256"/>
                </a:lnTo>
                <a:lnTo>
                  <a:pt x="140245" y="199461"/>
                </a:lnTo>
                <a:close/>
                <a:moveTo>
                  <a:pt x="103610" y="297531"/>
                </a:moveTo>
                <a:lnTo>
                  <a:pt x="104946" y="298919"/>
                </a:lnTo>
                <a:lnTo>
                  <a:pt x="102941" y="298225"/>
                </a:lnTo>
                <a:close/>
                <a:moveTo>
                  <a:pt x="104447" y="319864"/>
                </a:moveTo>
                <a:lnTo>
                  <a:pt x="105049" y="321325"/>
                </a:lnTo>
                <a:lnTo>
                  <a:pt x="104146" y="320594"/>
                </a:lnTo>
                <a:close/>
                <a:moveTo>
                  <a:pt x="44996" y="378435"/>
                </a:moveTo>
                <a:lnTo>
                  <a:pt x="47097" y="379006"/>
                </a:lnTo>
                <a:lnTo>
                  <a:pt x="43946" y="378720"/>
                </a:lnTo>
                <a:close/>
                <a:moveTo>
                  <a:pt x="139950" y="269804"/>
                </a:moveTo>
                <a:lnTo>
                  <a:pt x="141961" y="271094"/>
                </a:lnTo>
                <a:lnTo>
                  <a:pt x="138945" y="270449"/>
                </a:lnTo>
                <a:close/>
                <a:moveTo>
                  <a:pt x="82100" y="254188"/>
                </a:moveTo>
                <a:lnTo>
                  <a:pt x="83364" y="254993"/>
                </a:lnTo>
                <a:lnTo>
                  <a:pt x="81469" y="254591"/>
                </a:lnTo>
                <a:close/>
                <a:moveTo>
                  <a:pt x="44207" y="368304"/>
                </a:moveTo>
                <a:lnTo>
                  <a:pt x="45917" y="369715"/>
                </a:lnTo>
                <a:lnTo>
                  <a:pt x="43352" y="369009"/>
                </a:lnTo>
                <a:close/>
                <a:moveTo>
                  <a:pt x="74687" y="73621"/>
                </a:moveTo>
                <a:lnTo>
                  <a:pt x="76139" y="75276"/>
                </a:lnTo>
                <a:lnTo>
                  <a:pt x="73961" y="74448"/>
                </a:lnTo>
                <a:close/>
                <a:moveTo>
                  <a:pt x="14310" y="400484"/>
                </a:moveTo>
                <a:lnTo>
                  <a:pt x="16101" y="400794"/>
                </a:lnTo>
                <a:lnTo>
                  <a:pt x="13414" y="400639"/>
                </a:lnTo>
                <a:close/>
                <a:moveTo>
                  <a:pt x="110143" y="359264"/>
                </a:moveTo>
                <a:lnTo>
                  <a:pt x="111067" y="360465"/>
                </a:lnTo>
                <a:lnTo>
                  <a:pt x="109681" y="359865"/>
                </a:lnTo>
                <a:close/>
                <a:moveTo>
                  <a:pt x="13769" y="302049"/>
                </a:moveTo>
                <a:lnTo>
                  <a:pt x="15225" y="302716"/>
                </a:lnTo>
                <a:lnTo>
                  <a:pt x="13041" y="302382"/>
                </a:lnTo>
                <a:close/>
                <a:moveTo>
                  <a:pt x="74487" y="400317"/>
                </a:moveTo>
                <a:lnTo>
                  <a:pt x="76215" y="401902"/>
                </a:lnTo>
                <a:lnTo>
                  <a:pt x="73623" y="401109"/>
                </a:lnTo>
                <a:close/>
                <a:moveTo>
                  <a:pt x="9241" y="306120"/>
                </a:moveTo>
                <a:lnTo>
                  <a:pt x="10318" y="307390"/>
                </a:lnTo>
                <a:lnTo>
                  <a:pt x="8702" y="306755"/>
                </a:lnTo>
                <a:close/>
                <a:moveTo>
                  <a:pt x="127658" y="704"/>
                </a:moveTo>
                <a:lnTo>
                  <a:pt x="128072" y="1096"/>
                </a:lnTo>
                <a:lnTo>
                  <a:pt x="127451" y="900"/>
                </a:lnTo>
                <a:close/>
                <a:moveTo>
                  <a:pt x="133490" y="423923"/>
                </a:moveTo>
                <a:lnTo>
                  <a:pt x="133875" y="424567"/>
                </a:lnTo>
                <a:lnTo>
                  <a:pt x="133298" y="424245"/>
                </a:lnTo>
                <a:close/>
                <a:moveTo>
                  <a:pt x="41353" y="58171"/>
                </a:moveTo>
                <a:lnTo>
                  <a:pt x="43094" y="59417"/>
                </a:lnTo>
                <a:lnTo>
                  <a:pt x="40482" y="58794"/>
                </a:lnTo>
                <a:close/>
                <a:moveTo>
                  <a:pt x="135970" y="415810"/>
                </a:moveTo>
                <a:lnTo>
                  <a:pt x="137917" y="417151"/>
                </a:lnTo>
                <a:lnTo>
                  <a:pt x="134996" y="416481"/>
                </a:lnTo>
                <a:close/>
                <a:moveTo>
                  <a:pt x="79174" y="37082"/>
                </a:moveTo>
                <a:lnTo>
                  <a:pt x="80766" y="38634"/>
                </a:lnTo>
                <a:lnTo>
                  <a:pt x="78378" y="37858"/>
                </a:lnTo>
                <a:close/>
                <a:moveTo>
                  <a:pt x="60616" y="156652"/>
                </a:moveTo>
                <a:lnTo>
                  <a:pt x="61299" y="157375"/>
                </a:lnTo>
                <a:lnTo>
                  <a:pt x="60274" y="157014"/>
                </a:lnTo>
                <a:close/>
                <a:moveTo>
                  <a:pt x="115114" y="356535"/>
                </a:moveTo>
                <a:lnTo>
                  <a:pt x="117296" y="356865"/>
                </a:lnTo>
                <a:lnTo>
                  <a:pt x="114022" y="356700"/>
                </a:lnTo>
                <a:close/>
                <a:moveTo>
                  <a:pt x="4981" y="180777"/>
                </a:moveTo>
                <a:lnTo>
                  <a:pt x="7103" y="181564"/>
                </a:lnTo>
                <a:lnTo>
                  <a:pt x="3920" y="181171"/>
                </a:lnTo>
                <a:close/>
                <a:moveTo>
                  <a:pt x="30898" y="311403"/>
                </a:moveTo>
                <a:lnTo>
                  <a:pt x="32881" y="312586"/>
                </a:lnTo>
                <a:lnTo>
                  <a:pt x="29907" y="311995"/>
                </a:lnTo>
                <a:close/>
                <a:moveTo>
                  <a:pt x="73673" y="164069"/>
                </a:moveTo>
                <a:lnTo>
                  <a:pt x="74089" y="164829"/>
                </a:lnTo>
                <a:lnTo>
                  <a:pt x="73465" y="164449"/>
                </a:lnTo>
                <a:close/>
                <a:moveTo>
                  <a:pt x="99605" y="460975"/>
                </a:moveTo>
                <a:lnTo>
                  <a:pt x="101717" y="462527"/>
                </a:lnTo>
                <a:lnTo>
                  <a:pt x="98549" y="461751"/>
                </a:lnTo>
                <a:close/>
                <a:moveTo>
                  <a:pt x="42045" y="76867"/>
                </a:moveTo>
                <a:lnTo>
                  <a:pt x="44093" y="77650"/>
                </a:lnTo>
                <a:lnTo>
                  <a:pt x="41021" y="77259"/>
                </a:lnTo>
                <a:close/>
                <a:moveTo>
                  <a:pt x="89034" y="10961"/>
                </a:moveTo>
                <a:lnTo>
                  <a:pt x="90235" y="12282"/>
                </a:lnTo>
                <a:lnTo>
                  <a:pt x="88433" y="11622"/>
                </a:lnTo>
                <a:close/>
                <a:moveTo>
                  <a:pt x="21457" y="248116"/>
                </a:moveTo>
                <a:lnTo>
                  <a:pt x="22580" y="249070"/>
                </a:lnTo>
                <a:lnTo>
                  <a:pt x="20896" y="248593"/>
                </a:lnTo>
                <a:close/>
                <a:moveTo>
                  <a:pt x="5198" y="379701"/>
                </a:moveTo>
                <a:lnTo>
                  <a:pt x="6150" y="380891"/>
                </a:lnTo>
                <a:lnTo>
                  <a:pt x="4722" y="380296"/>
                </a:lnTo>
                <a:close/>
                <a:moveTo>
                  <a:pt x="35483" y="51330"/>
                </a:moveTo>
                <a:lnTo>
                  <a:pt x="35866" y="52139"/>
                </a:lnTo>
                <a:lnTo>
                  <a:pt x="35291" y="51735"/>
                </a:lnTo>
                <a:close/>
                <a:moveTo>
                  <a:pt x="143096" y="389870"/>
                </a:moveTo>
                <a:lnTo>
                  <a:pt x="144747" y="391505"/>
                </a:lnTo>
                <a:lnTo>
                  <a:pt x="142270" y="390687"/>
                </a:lnTo>
                <a:close/>
                <a:moveTo>
                  <a:pt x="95513" y="422960"/>
                </a:moveTo>
                <a:lnTo>
                  <a:pt x="97329" y="423470"/>
                </a:lnTo>
                <a:lnTo>
                  <a:pt x="94606" y="423215"/>
                </a:lnTo>
                <a:close/>
                <a:moveTo>
                  <a:pt x="47691" y="113303"/>
                </a:moveTo>
                <a:lnTo>
                  <a:pt x="48666" y="114534"/>
                </a:lnTo>
                <a:lnTo>
                  <a:pt x="47204" y="113919"/>
                </a:lnTo>
                <a:close/>
                <a:moveTo>
                  <a:pt x="56465" y="162558"/>
                </a:moveTo>
                <a:lnTo>
                  <a:pt x="58321" y="163662"/>
                </a:lnTo>
                <a:lnTo>
                  <a:pt x="55537" y="163110"/>
                </a:lnTo>
                <a:close/>
                <a:moveTo>
                  <a:pt x="49511" y="133629"/>
                </a:moveTo>
                <a:lnTo>
                  <a:pt x="50476" y="135149"/>
                </a:lnTo>
                <a:lnTo>
                  <a:pt x="49029" y="134389"/>
                </a:lnTo>
                <a:close/>
                <a:moveTo>
                  <a:pt x="71624" y="156733"/>
                </a:moveTo>
                <a:lnTo>
                  <a:pt x="73396" y="157103"/>
                </a:lnTo>
                <a:lnTo>
                  <a:pt x="70738" y="156918"/>
                </a:lnTo>
                <a:close/>
                <a:moveTo>
                  <a:pt x="59588" y="238487"/>
                </a:moveTo>
                <a:lnTo>
                  <a:pt x="60899" y="239360"/>
                </a:lnTo>
                <a:lnTo>
                  <a:pt x="58933" y="238924"/>
                </a:lnTo>
                <a:close/>
                <a:moveTo>
                  <a:pt x="111546" y="319503"/>
                </a:moveTo>
                <a:lnTo>
                  <a:pt x="112943" y="321031"/>
                </a:lnTo>
                <a:lnTo>
                  <a:pt x="110848" y="320267"/>
                </a:lnTo>
                <a:close/>
                <a:moveTo>
                  <a:pt x="5124" y="351083"/>
                </a:moveTo>
                <a:lnTo>
                  <a:pt x="6902" y="351449"/>
                </a:lnTo>
                <a:lnTo>
                  <a:pt x="4236" y="351266"/>
                </a:lnTo>
                <a:close/>
                <a:moveTo>
                  <a:pt x="80085" y="121609"/>
                </a:moveTo>
                <a:lnTo>
                  <a:pt x="81348" y="123156"/>
                </a:lnTo>
                <a:lnTo>
                  <a:pt x="79453" y="122383"/>
                </a:lnTo>
                <a:close/>
                <a:moveTo>
                  <a:pt x="122683" y="358876"/>
                </a:moveTo>
                <a:lnTo>
                  <a:pt x="123531" y="359495"/>
                </a:lnTo>
                <a:lnTo>
                  <a:pt x="122258" y="359186"/>
                </a:lnTo>
                <a:close/>
                <a:moveTo>
                  <a:pt x="49087" y="354740"/>
                </a:moveTo>
                <a:lnTo>
                  <a:pt x="50761" y="355101"/>
                </a:lnTo>
                <a:lnTo>
                  <a:pt x="48250" y="354920"/>
                </a:lnTo>
                <a:close/>
                <a:moveTo>
                  <a:pt x="44115" y="296076"/>
                </a:moveTo>
                <a:lnTo>
                  <a:pt x="46161" y="297406"/>
                </a:lnTo>
                <a:lnTo>
                  <a:pt x="43092" y="296741"/>
                </a:lnTo>
                <a:close/>
                <a:moveTo>
                  <a:pt x="48298" y="371731"/>
                </a:moveTo>
                <a:lnTo>
                  <a:pt x="50439" y="372744"/>
                </a:lnTo>
                <a:lnTo>
                  <a:pt x="47227" y="372237"/>
                </a:lnTo>
                <a:close/>
                <a:moveTo>
                  <a:pt x="114697" y="1776"/>
                </a:moveTo>
                <a:lnTo>
                  <a:pt x="115275" y="3443"/>
                </a:lnTo>
                <a:lnTo>
                  <a:pt x="114409" y="2610"/>
                </a:lnTo>
                <a:close/>
              </a:path>
            </a:pathLst>
          </a:custGeom>
          <a:solidFill>
            <a:srgbClr val="FFFFFF">
              <a:alpha val="20000"/>
            </a:srgbClr>
          </a:solidFill>
          <a:ln w="0" cap="rnd" cmpd="sng" algn="ctr">
            <a:solidFill>
              <a:srgbClr val="FFFFFF">
                <a:alpha val="0"/>
              </a:srgbClr>
            </a:solidFill>
            <a:round/>
            <a:headEnd type="none"/>
            <a:tailEnd type="none"/>
          </a:ln>
        </p:spPr>
      </p:sp>
      <p:sp>
        <p:nvSpPr>
          <p:cNvPr id="1018" name="post-activation history / 1002 stack cell boundary"/>
          <p:cNvSpPr/>
          <p:nvPr/>
        </p:nvSpPr>
        <p:spPr>
          <a:xfrm>
            <a:off x="15508224" y="7333488"/>
            <a:ext cx="1335024" cy="914"/>
          </a:xfrm>
          <a:custGeom>
            <a:avLst/>
            <a:gdLst/>
            <a:ahLst/>
            <a:cxnLst/>
            <a:rect l="0" t="0" r="r" b="b"/>
            <a:pathLst>
              <a:path w="146000" h="100" fill="none" stroke="1" extrusionOk="0">
                <a:moveTo>
                  <a:pt x="0" y="0"/>
                </a:moveTo>
                <a:lnTo>
                  <a:pt x="146000" y="0"/>
                </a:lnTo>
              </a:path>
            </a:pathLst>
          </a:custGeom>
          <a:noFill/>
          <a:ln w="33833" cap="rnd" cmpd="sng" algn="ctr">
            <a:solidFill>
              <a:srgbClr val="000000"/>
            </a:solidFill>
            <a:round/>
            <a:headEnd type="none"/>
            <a:tailEnd type="none"/>
          </a:ln>
        </p:spPr>
      </p:sp>
      <p:sp>
        <p:nvSpPr>
          <p:cNvPr id="1019" name="post-activation history / 1003 side cell boundary"/>
          <p:cNvSpPr/>
          <p:nvPr/>
        </p:nvSpPr>
        <p:spPr>
          <a:xfrm>
            <a:off x="15014448" y="7260336"/>
            <a:ext cx="493776" cy="73152"/>
          </a:xfrm>
          <a:custGeom>
            <a:avLst/>
            <a:gdLst/>
            <a:ahLst/>
            <a:cxnLst/>
            <a:rect l="0" t="0" r="r" b="b"/>
            <a:pathLst>
              <a:path w="54000" h="8000" fill="none" stroke="1" extrusionOk="0">
                <a:moveTo>
                  <a:pt x="54000" y="8000"/>
                </a:moveTo>
                <a:lnTo>
                  <a:pt x="0" y="0"/>
                </a:lnTo>
              </a:path>
            </a:pathLst>
          </a:custGeom>
          <a:noFill/>
          <a:ln w="16459" cap="rnd" cmpd="sng" algn="ctr">
            <a:solidFill>
              <a:srgbClr val="000000"/>
            </a:solidFill>
            <a:round/>
            <a:headEnd type="none"/>
            <a:tailEnd type="none"/>
          </a:ln>
        </p:spPr>
      </p:sp>
      <p:sp>
        <p:nvSpPr>
          <p:cNvPr id="1020" name="post-activation history / 1004 stack cell boundary"/>
          <p:cNvSpPr/>
          <p:nvPr/>
        </p:nvSpPr>
        <p:spPr>
          <a:xfrm>
            <a:off x="15508224" y="8019288"/>
            <a:ext cx="1335024" cy="914"/>
          </a:xfrm>
          <a:custGeom>
            <a:avLst/>
            <a:gdLst/>
            <a:ahLst/>
            <a:cxnLst/>
            <a:rect l="0" t="0" r="r" b="b"/>
            <a:pathLst>
              <a:path w="146000" h="100" fill="none" stroke="1" extrusionOk="0">
                <a:moveTo>
                  <a:pt x="0" y="0"/>
                </a:moveTo>
                <a:lnTo>
                  <a:pt x="146000" y="0"/>
                </a:lnTo>
              </a:path>
            </a:pathLst>
          </a:custGeom>
          <a:noFill/>
          <a:ln w="33833" cap="rnd" cmpd="sng" algn="ctr">
            <a:solidFill>
              <a:srgbClr val="000000"/>
            </a:solidFill>
            <a:round/>
            <a:headEnd type="none"/>
            <a:tailEnd type="none"/>
          </a:ln>
        </p:spPr>
      </p:sp>
      <p:sp>
        <p:nvSpPr>
          <p:cNvPr id="1021" name="post-activation history / 1005 side cell boundary"/>
          <p:cNvSpPr/>
          <p:nvPr/>
        </p:nvSpPr>
        <p:spPr>
          <a:xfrm>
            <a:off x="15014448" y="7946136"/>
            <a:ext cx="493776" cy="73152"/>
          </a:xfrm>
          <a:custGeom>
            <a:avLst/>
            <a:gdLst/>
            <a:ahLst/>
            <a:cxnLst/>
            <a:rect l="0" t="0" r="r" b="b"/>
            <a:pathLst>
              <a:path w="54000" h="8000" fill="none" stroke="1" extrusionOk="0">
                <a:moveTo>
                  <a:pt x="54000" y="8000"/>
                </a:moveTo>
                <a:lnTo>
                  <a:pt x="0" y="0"/>
                </a:lnTo>
              </a:path>
            </a:pathLst>
          </a:custGeom>
          <a:noFill/>
          <a:ln w="16459" cap="rnd" cmpd="sng" algn="ctr">
            <a:solidFill>
              <a:srgbClr val="000000"/>
            </a:solidFill>
            <a:round/>
            <a:headEnd type="none"/>
            <a:tailEnd type="none"/>
          </a:ln>
        </p:spPr>
      </p:sp>
      <p:sp>
        <p:nvSpPr>
          <p:cNvPr id="1022" name="post-activation history / 1006 stack cell boundary"/>
          <p:cNvSpPr/>
          <p:nvPr/>
        </p:nvSpPr>
        <p:spPr>
          <a:xfrm>
            <a:off x="15508224" y="8686800"/>
            <a:ext cx="1335024" cy="914"/>
          </a:xfrm>
          <a:custGeom>
            <a:avLst/>
            <a:gdLst/>
            <a:ahLst/>
            <a:cxnLst/>
            <a:rect l="0" t="0" r="r" b="b"/>
            <a:pathLst>
              <a:path w="146000" h="100" fill="none" stroke="1" extrusionOk="0">
                <a:moveTo>
                  <a:pt x="0" y="0"/>
                </a:moveTo>
                <a:lnTo>
                  <a:pt x="146000" y="0"/>
                </a:lnTo>
              </a:path>
            </a:pathLst>
          </a:custGeom>
          <a:noFill/>
          <a:ln w="33833" cap="rnd" cmpd="sng" algn="ctr">
            <a:solidFill>
              <a:srgbClr val="000000"/>
            </a:solidFill>
            <a:round/>
            <a:headEnd type="none"/>
            <a:tailEnd type="none"/>
          </a:ln>
        </p:spPr>
      </p:sp>
      <p:sp>
        <p:nvSpPr>
          <p:cNvPr id="1023" name="post-activation history / 1007 side cell boundary"/>
          <p:cNvSpPr/>
          <p:nvPr/>
        </p:nvSpPr>
        <p:spPr>
          <a:xfrm>
            <a:off x="15014448" y="8613648"/>
            <a:ext cx="493776" cy="73152"/>
          </a:xfrm>
          <a:custGeom>
            <a:avLst/>
            <a:gdLst/>
            <a:ahLst/>
            <a:cxnLst/>
            <a:rect l="0" t="0" r="r" b="b"/>
            <a:pathLst>
              <a:path w="54000" h="8000" fill="none" stroke="1" extrusionOk="0">
                <a:moveTo>
                  <a:pt x="54000" y="8000"/>
                </a:moveTo>
                <a:lnTo>
                  <a:pt x="0" y="0"/>
                </a:lnTo>
              </a:path>
            </a:pathLst>
          </a:custGeom>
          <a:noFill/>
          <a:ln w="16459" cap="rnd" cmpd="sng" algn="ctr">
            <a:solidFill>
              <a:srgbClr val="000000"/>
            </a:solidFill>
            <a:round/>
            <a:headEnd type="none"/>
            <a:tailEnd type="none"/>
          </a:ln>
        </p:spPr>
      </p:sp>
      <p:sp>
        <p:nvSpPr>
          <p:cNvPr id="1024" name="post-activation history / 1008 stack cell boundary"/>
          <p:cNvSpPr/>
          <p:nvPr/>
        </p:nvSpPr>
        <p:spPr>
          <a:xfrm>
            <a:off x="15508224" y="9354312"/>
            <a:ext cx="1335024" cy="914"/>
          </a:xfrm>
          <a:custGeom>
            <a:avLst/>
            <a:gdLst/>
            <a:ahLst/>
            <a:cxnLst/>
            <a:rect l="0" t="0" r="r" b="b"/>
            <a:pathLst>
              <a:path w="146000" h="100" fill="none" stroke="1" extrusionOk="0">
                <a:moveTo>
                  <a:pt x="0" y="0"/>
                </a:moveTo>
                <a:lnTo>
                  <a:pt x="146000" y="0"/>
                </a:lnTo>
              </a:path>
            </a:pathLst>
          </a:custGeom>
          <a:noFill/>
          <a:ln w="33833" cap="rnd" cmpd="sng" algn="ctr">
            <a:solidFill>
              <a:srgbClr val="000000"/>
            </a:solidFill>
            <a:round/>
            <a:headEnd type="none"/>
            <a:tailEnd type="none"/>
          </a:ln>
        </p:spPr>
      </p:sp>
      <p:sp>
        <p:nvSpPr>
          <p:cNvPr id="1025" name="post-activation history / 1009 side cell boundary"/>
          <p:cNvSpPr/>
          <p:nvPr/>
        </p:nvSpPr>
        <p:spPr>
          <a:xfrm>
            <a:off x="15014448" y="9281160"/>
            <a:ext cx="493776" cy="73152"/>
          </a:xfrm>
          <a:custGeom>
            <a:avLst/>
            <a:gdLst/>
            <a:ahLst/>
            <a:cxnLst/>
            <a:rect l="0" t="0" r="r" b="b"/>
            <a:pathLst>
              <a:path w="54000" h="8000" fill="none" stroke="1" extrusionOk="0">
                <a:moveTo>
                  <a:pt x="54000" y="8000"/>
                </a:moveTo>
                <a:lnTo>
                  <a:pt x="0" y="0"/>
                </a:lnTo>
              </a:path>
            </a:pathLst>
          </a:custGeom>
          <a:noFill/>
          <a:ln w="16459" cap="rnd" cmpd="sng" algn="ctr">
            <a:solidFill>
              <a:srgbClr val="000000"/>
            </a:solidFill>
            <a:round/>
            <a:headEnd type="none"/>
            <a:tailEnd type="none"/>
          </a:ln>
        </p:spPr>
      </p:sp>
      <p:sp>
        <p:nvSpPr>
          <p:cNvPr id="1026" name="post-activation history / 1010 stack cell boundary"/>
          <p:cNvSpPr/>
          <p:nvPr/>
        </p:nvSpPr>
        <p:spPr>
          <a:xfrm>
            <a:off x="15508224" y="10021824"/>
            <a:ext cx="1335024" cy="914"/>
          </a:xfrm>
          <a:custGeom>
            <a:avLst/>
            <a:gdLst/>
            <a:ahLst/>
            <a:cxnLst/>
            <a:rect l="0" t="0" r="r" b="b"/>
            <a:pathLst>
              <a:path w="146000" h="100" fill="none" stroke="1" extrusionOk="0">
                <a:moveTo>
                  <a:pt x="0" y="0"/>
                </a:moveTo>
                <a:lnTo>
                  <a:pt x="146000" y="0"/>
                </a:lnTo>
              </a:path>
            </a:pathLst>
          </a:custGeom>
          <a:noFill/>
          <a:ln w="33833" cap="rnd" cmpd="sng" algn="ctr">
            <a:solidFill>
              <a:srgbClr val="000000"/>
            </a:solidFill>
            <a:round/>
            <a:headEnd type="none"/>
            <a:tailEnd type="none"/>
          </a:ln>
        </p:spPr>
      </p:sp>
      <p:sp>
        <p:nvSpPr>
          <p:cNvPr id="1027" name="post-activation history / 1011 side cell boundary"/>
          <p:cNvSpPr/>
          <p:nvPr/>
        </p:nvSpPr>
        <p:spPr>
          <a:xfrm>
            <a:off x="15014448" y="9948672"/>
            <a:ext cx="493776" cy="73152"/>
          </a:xfrm>
          <a:custGeom>
            <a:avLst/>
            <a:gdLst/>
            <a:ahLst/>
            <a:cxnLst/>
            <a:rect l="0" t="0" r="r" b="b"/>
            <a:pathLst>
              <a:path w="54000" h="8000" fill="none" stroke="1" extrusionOk="0">
                <a:moveTo>
                  <a:pt x="54000" y="8000"/>
                </a:moveTo>
                <a:lnTo>
                  <a:pt x="0" y="0"/>
                </a:lnTo>
              </a:path>
            </a:pathLst>
          </a:custGeom>
          <a:noFill/>
          <a:ln w="16459" cap="rnd" cmpd="sng" algn="ctr">
            <a:solidFill>
              <a:srgbClr val="000000"/>
            </a:solidFill>
            <a:round/>
            <a:headEnd type="none"/>
            <a:tailEnd type="none"/>
          </a:ln>
        </p:spPr>
      </p:sp>
      <p:sp>
        <p:nvSpPr>
          <p:cNvPr id="1028" name="post-activation history / 1012 stack cell boundary"/>
          <p:cNvSpPr/>
          <p:nvPr/>
        </p:nvSpPr>
        <p:spPr>
          <a:xfrm>
            <a:off x="15508224" y="10680192"/>
            <a:ext cx="1335024" cy="914"/>
          </a:xfrm>
          <a:custGeom>
            <a:avLst/>
            <a:gdLst/>
            <a:ahLst/>
            <a:cxnLst/>
            <a:rect l="0" t="0" r="r" b="b"/>
            <a:pathLst>
              <a:path w="146000" h="100" fill="none" stroke="1" extrusionOk="0">
                <a:moveTo>
                  <a:pt x="0" y="0"/>
                </a:moveTo>
                <a:lnTo>
                  <a:pt x="146000" y="0"/>
                </a:lnTo>
              </a:path>
            </a:pathLst>
          </a:custGeom>
          <a:noFill/>
          <a:ln w="33833" cap="rnd" cmpd="sng" algn="ctr">
            <a:solidFill>
              <a:srgbClr val="000000"/>
            </a:solidFill>
            <a:round/>
            <a:headEnd type="none"/>
            <a:tailEnd type="none"/>
          </a:ln>
        </p:spPr>
      </p:sp>
      <p:sp>
        <p:nvSpPr>
          <p:cNvPr id="1029" name="post-activation history / 1013 side cell boundary"/>
          <p:cNvSpPr/>
          <p:nvPr/>
        </p:nvSpPr>
        <p:spPr>
          <a:xfrm>
            <a:off x="15014448" y="10607040"/>
            <a:ext cx="493776" cy="73152"/>
          </a:xfrm>
          <a:custGeom>
            <a:avLst/>
            <a:gdLst/>
            <a:ahLst/>
            <a:cxnLst/>
            <a:rect l="0" t="0" r="r" b="b"/>
            <a:pathLst>
              <a:path w="54000" h="8000" fill="none" stroke="1" extrusionOk="0">
                <a:moveTo>
                  <a:pt x="54000" y="8000"/>
                </a:moveTo>
                <a:lnTo>
                  <a:pt x="0" y="0"/>
                </a:lnTo>
              </a:path>
            </a:pathLst>
          </a:custGeom>
          <a:noFill/>
          <a:ln w="16459" cap="rnd" cmpd="sng" algn="ctr">
            <a:solidFill>
              <a:srgbClr val="000000"/>
            </a:solidFill>
            <a:round/>
            <a:headEnd type="none"/>
            <a:tailEnd type="none"/>
          </a:ln>
        </p:spPr>
      </p:sp>
      <p:sp>
        <p:nvSpPr>
          <p:cNvPr id="1030" name="post-activation history / 1014 post-activation upper history"/>
          <p:cNvSpPr/>
          <p:nvPr/>
        </p:nvSpPr>
        <p:spPr>
          <a:xfrm>
            <a:off x="11594592" y="7613904"/>
            <a:ext cx="109728" cy="48768"/>
          </a:xfrm>
          <a:custGeom>
            <a:avLst/>
            <a:gdLst/>
            <a:ahLst/>
            <a:cxnLst/>
            <a:rect l="0" t="0" r="r" b="b"/>
            <a:pathLst>
              <a:path w="12000" h="5333" fill="none" stroke="1" extrusionOk="0">
                <a:moveTo>
                  <a:pt x="0" y="5333"/>
                </a:moveTo>
                <a:cubicBezTo>
                  <a:pt x="2000" y="4500"/>
                  <a:pt x="7833" y="0"/>
                  <a:pt x="12000" y="333"/>
                </a:cubicBezTo>
              </a:path>
            </a:pathLst>
          </a:custGeom>
          <a:noFill/>
          <a:ln w="10973" cap="rnd" cmpd="sng" algn="ctr">
            <a:solidFill>
              <a:srgbClr val="000000"/>
            </a:solidFill>
            <a:round/>
            <a:headEnd type="none"/>
            <a:tailEnd type="none"/>
          </a:ln>
        </p:spPr>
      </p:sp>
      <p:sp>
        <p:nvSpPr>
          <p:cNvPr id="1031" name="post-activation history / 1015 post-activation upper history"/>
          <p:cNvSpPr/>
          <p:nvPr/>
        </p:nvSpPr>
        <p:spPr>
          <a:xfrm>
            <a:off x="11704320" y="7616952"/>
            <a:ext cx="118872" cy="67056"/>
          </a:xfrm>
          <a:custGeom>
            <a:avLst/>
            <a:gdLst/>
            <a:ahLst/>
            <a:cxnLst/>
            <a:rect l="0" t="0" r="r" b="b"/>
            <a:pathLst>
              <a:path w="13000" h="7333" fill="none" stroke="1" extrusionOk="0">
                <a:moveTo>
                  <a:pt x="0" y="0"/>
                </a:moveTo>
                <a:cubicBezTo>
                  <a:pt x="4167" y="333"/>
                  <a:pt x="7833" y="7333"/>
                  <a:pt x="13000" y="7000"/>
                </a:cubicBezTo>
              </a:path>
            </a:pathLst>
          </a:custGeom>
          <a:noFill/>
          <a:ln w="14838" cap="rnd" cmpd="sng" algn="ctr">
            <a:solidFill>
              <a:srgbClr val="000000"/>
            </a:solidFill>
            <a:round/>
            <a:headEnd type="none"/>
            <a:tailEnd type="none"/>
          </a:ln>
        </p:spPr>
      </p:sp>
      <p:sp>
        <p:nvSpPr>
          <p:cNvPr id="1032" name="post-activation history / 1016 post-activation upper history"/>
          <p:cNvSpPr/>
          <p:nvPr/>
        </p:nvSpPr>
        <p:spPr>
          <a:xfrm>
            <a:off x="11823192" y="7598664"/>
            <a:ext cx="164592" cy="82296"/>
          </a:xfrm>
          <a:custGeom>
            <a:avLst/>
            <a:gdLst/>
            <a:ahLst/>
            <a:cxnLst/>
            <a:rect l="0" t="0" r="r" b="b"/>
            <a:pathLst>
              <a:path w="18000" h="9000" fill="none" stroke="1" extrusionOk="0">
                <a:moveTo>
                  <a:pt x="0" y="9000"/>
                </a:moveTo>
                <a:cubicBezTo>
                  <a:pt x="5167" y="8667"/>
                  <a:pt x="12167" y="667"/>
                  <a:pt x="18000" y="0"/>
                </a:cubicBezTo>
              </a:path>
            </a:pathLst>
          </a:custGeom>
          <a:noFill/>
          <a:ln w="18704" cap="rnd" cmpd="sng" algn="ctr">
            <a:solidFill>
              <a:srgbClr val="000000"/>
            </a:solidFill>
            <a:round/>
            <a:headEnd type="none"/>
            <a:tailEnd type="none"/>
          </a:ln>
        </p:spPr>
      </p:sp>
      <p:sp>
        <p:nvSpPr>
          <p:cNvPr id="1033" name="post-activation history / 1017 post-activation upper history"/>
          <p:cNvSpPr/>
          <p:nvPr/>
        </p:nvSpPr>
        <p:spPr>
          <a:xfrm>
            <a:off x="11987784" y="7592568"/>
            <a:ext cx="155448" cy="65532"/>
          </a:xfrm>
          <a:custGeom>
            <a:avLst/>
            <a:gdLst/>
            <a:ahLst/>
            <a:cxnLst/>
            <a:rect l="0" t="0" r="r" b="b"/>
            <a:pathLst>
              <a:path w="17000" h="7167" fill="none" stroke="1" extrusionOk="0">
                <a:moveTo>
                  <a:pt x="0" y="667"/>
                </a:moveTo>
                <a:cubicBezTo>
                  <a:pt x="5833" y="0"/>
                  <a:pt x="11167" y="7167"/>
                  <a:pt x="17000" y="5667"/>
                </a:cubicBezTo>
              </a:path>
            </a:pathLst>
          </a:custGeom>
          <a:noFill/>
          <a:ln w="22569" cap="rnd" cmpd="sng" algn="ctr">
            <a:solidFill>
              <a:srgbClr val="000000"/>
            </a:solidFill>
            <a:round/>
            <a:headEnd type="none"/>
            <a:tailEnd type="none"/>
          </a:ln>
        </p:spPr>
      </p:sp>
      <p:sp>
        <p:nvSpPr>
          <p:cNvPr id="1034" name="post-activation history / 1018 post-activation upper history"/>
          <p:cNvSpPr/>
          <p:nvPr/>
        </p:nvSpPr>
        <p:spPr>
          <a:xfrm>
            <a:off x="12143232" y="7510272"/>
            <a:ext cx="164592" cy="134112"/>
          </a:xfrm>
          <a:custGeom>
            <a:avLst/>
            <a:gdLst/>
            <a:ahLst/>
            <a:cxnLst/>
            <a:rect l="0" t="0" r="r" b="b"/>
            <a:pathLst>
              <a:path w="18000" h="14667" fill="none" stroke="1" extrusionOk="0">
                <a:moveTo>
                  <a:pt x="0" y="14667"/>
                </a:moveTo>
                <a:cubicBezTo>
                  <a:pt x="5833" y="13167"/>
                  <a:pt x="12667" y="0"/>
                  <a:pt x="18000" y="667"/>
                </a:cubicBezTo>
              </a:path>
            </a:pathLst>
          </a:custGeom>
          <a:noFill/>
          <a:ln w="26434" cap="rnd" cmpd="sng" algn="ctr">
            <a:solidFill>
              <a:srgbClr val="000000"/>
            </a:solidFill>
            <a:round/>
            <a:headEnd type="none"/>
            <a:tailEnd type="none"/>
          </a:ln>
        </p:spPr>
      </p:sp>
      <p:sp>
        <p:nvSpPr>
          <p:cNvPr id="1035" name="post-activation history / 1019 post-activation upper history"/>
          <p:cNvSpPr/>
          <p:nvPr/>
        </p:nvSpPr>
        <p:spPr>
          <a:xfrm>
            <a:off x="12307824" y="7516368"/>
            <a:ext cx="128016" cy="175260"/>
          </a:xfrm>
          <a:custGeom>
            <a:avLst/>
            <a:gdLst/>
            <a:ahLst/>
            <a:cxnLst/>
            <a:rect l="0" t="0" r="r" b="b"/>
            <a:pathLst>
              <a:path w="14000" h="19167" fill="none" stroke="1" extrusionOk="0">
                <a:moveTo>
                  <a:pt x="0" y="0"/>
                </a:moveTo>
                <a:cubicBezTo>
                  <a:pt x="5333" y="667"/>
                  <a:pt x="7833" y="19167"/>
                  <a:pt x="14000" y="18000"/>
                </a:cubicBezTo>
              </a:path>
            </a:pathLst>
          </a:custGeom>
          <a:noFill/>
          <a:ln w="30300" cap="rnd" cmpd="sng" algn="ctr">
            <a:solidFill>
              <a:srgbClr val="000000"/>
            </a:solidFill>
            <a:round/>
            <a:headEnd type="none"/>
            <a:tailEnd type="none"/>
          </a:ln>
        </p:spPr>
      </p:sp>
      <p:sp>
        <p:nvSpPr>
          <p:cNvPr id="1036" name="post-activation history / 1020 post-activation upper history"/>
          <p:cNvSpPr/>
          <p:nvPr/>
        </p:nvSpPr>
        <p:spPr>
          <a:xfrm>
            <a:off x="12435840" y="7452360"/>
            <a:ext cx="210312" cy="228600"/>
          </a:xfrm>
          <a:custGeom>
            <a:avLst/>
            <a:gdLst/>
            <a:ahLst/>
            <a:cxnLst/>
            <a:rect l="0" t="0" r="r" b="b"/>
            <a:pathLst>
              <a:path w="23000" h="25000" fill="none" stroke="1" extrusionOk="0">
                <a:moveTo>
                  <a:pt x="0" y="25000"/>
                </a:moveTo>
                <a:cubicBezTo>
                  <a:pt x="6167" y="23833"/>
                  <a:pt x="16333" y="833"/>
                  <a:pt x="23000" y="0"/>
                </a:cubicBezTo>
              </a:path>
            </a:pathLst>
          </a:custGeom>
          <a:noFill/>
          <a:ln w="34165" cap="rnd" cmpd="sng" algn="ctr">
            <a:solidFill>
              <a:srgbClr val="000000"/>
            </a:solidFill>
            <a:round/>
            <a:headEnd type="none"/>
            <a:tailEnd type="none"/>
          </a:ln>
        </p:spPr>
      </p:sp>
      <p:sp>
        <p:nvSpPr>
          <p:cNvPr id="1037" name="post-activation history / 1021 post-activation upper history"/>
          <p:cNvSpPr/>
          <p:nvPr/>
        </p:nvSpPr>
        <p:spPr>
          <a:xfrm>
            <a:off x="12646152" y="7444740"/>
            <a:ext cx="155448" cy="190500"/>
          </a:xfrm>
          <a:custGeom>
            <a:avLst/>
            <a:gdLst/>
            <a:ahLst/>
            <a:cxnLst/>
            <a:rect l="0" t="0" r="r" b="b"/>
            <a:pathLst>
              <a:path w="17000" h="20833" fill="none" stroke="1" extrusionOk="0">
                <a:moveTo>
                  <a:pt x="0" y="833"/>
                </a:moveTo>
                <a:cubicBezTo>
                  <a:pt x="6667" y="0"/>
                  <a:pt x="11500" y="20500"/>
                  <a:pt x="17000" y="20833"/>
                </a:cubicBezTo>
              </a:path>
            </a:pathLst>
          </a:custGeom>
          <a:noFill/>
          <a:ln w="38031" cap="rnd" cmpd="sng" algn="ctr">
            <a:solidFill>
              <a:srgbClr val="000000"/>
            </a:solidFill>
            <a:round/>
            <a:headEnd type="none"/>
            <a:tailEnd type="none"/>
          </a:ln>
        </p:spPr>
      </p:sp>
      <p:sp>
        <p:nvSpPr>
          <p:cNvPr id="1038" name="post-activation history / 1022 post-activation upper history"/>
          <p:cNvSpPr/>
          <p:nvPr/>
        </p:nvSpPr>
        <p:spPr>
          <a:xfrm>
            <a:off x="12801600" y="7459980"/>
            <a:ext cx="146304" cy="178308"/>
          </a:xfrm>
          <a:custGeom>
            <a:avLst/>
            <a:gdLst/>
            <a:ahLst/>
            <a:cxnLst/>
            <a:rect l="0" t="0" r="r" b="b"/>
            <a:pathLst>
              <a:path w="16000" h="19500" fill="none" stroke="1" extrusionOk="0">
                <a:moveTo>
                  <a:pt x="0" y="19167"/>
                </a:moveTo>
                <a:cubicBezTo>
                  <a:pt x="5500" y="19500"/>
                  <a:pt x="10167" y="0"/>
                  <a:pt x="16000" y="1167"/>
                </a:cubicBezTo>
              </a:path>
            </a:pathLst>
          </a:custGeom>
          <a:noFill/>
          <a:ln w="41896" cap="rnd" cmpd="sng" algn="ctr">
            <a:solidFill>
              <a:srgbClr val="000000"/>
            </a:solidFill>
            <a:round/>
            <a:headEnd type="none"/>
            <a:tailEnd type="none"/>
          </a:ln>
        </p:spPr>
      </p:sp>
      <p:sp>
        <p:nvSpPr>
          <p:cNvPr id="1039" name="post-activation history / 1023 post-activation upper history"/>
          <p:cNvSpPr/>
          <p:nvPr/>
        </p:nvSpPr>
        <p:spPr>
          <a:xfrm>
            <a:off x="12947904" y="7470648"/>
            <a:ext cx="173736" cy="228600"/>
          </a:xfrm>
          <a:custGeom>
            <a:avLst/>
            <a:gdLst/>
            <a:ahLst/>
            <a:cxnLst/>
            <a:rect l="0" t="0" r="r" b="b"/>
            <a:pathLst>
              <a:path w="19000" h="25000" fill="none" stroke="1" extrusionOk="0">
                <a:moveTo>
                  <a:pt x="0" y="0"/>
                </a:moveTo>
                <a:cubicBezTo>
                  <a:pt x="5833" y="1167"/>
                  <a:pt x="13167" y="16833"/>
                  <a:pt x="19000" y="25000"/>
                </a:cubicBezTo>
              </a:path>
            </a:pathLst>
          </a:custGeom>
          <a:noFill/>
          <a:ln w="45762" cap="rnd" cmpd="sng" algn="ctr">
            <a:solidFill>
              <a:srgbClr val="000000"/>
            </a:solidFill>
            <a:round/>
            <a:headEnd type="none"/>
            <a:tailEnd type="none"/>
          </a:ln>
        </p:spPr>
      </p:sp>
      <p:sp>
        <p:nvSpPr>
          <p:cNvPr id="1040" name="post-activation history / 1024 post-activation upper history"/>
          <p:cNvSpPr/>
          <p:nvPr/>
        </p:nvSpPr>
        <p:spPr>
          <a:xfrm>
            <a:off x="13121640" y="7699248"/>
            <a:ext cx="146304" cy="339852"/>
          </a:xfrm>
          <a:custGeom>
            <a:avLst/>
            <a:gdLst/>
            <a:ahLst/>
            <a:cxnLst/>
            <a:rect l="0" t="0" r="r" b="b"/>
            <a:pathLst>
              <a:path w="16000" h="37167" fill="none" stroke="1" extrusionOk="0">
                <a:moveTo>
                  <a:pt x="0" y="0"/>
                </a:moveTo>
                <a:cubicBezTo>
                  <a:pt x="5833" y="8167"/>
                  <a:pt x="10000" y="37167"/>
                  <a:pt x="16000" y="24000"/>
                </a:cubicBezTo>
              </a:path>
            </a:pathLst>
          </a:custGeom>
          <a:noFill/>
          <a:ln w="49627" cap="rnd" cmpd="sng" algn="ctr">
            <a:solidFill>
              <a:srgbClr val="000000"/>
            </a:solidFill>
            <a:round/>
            <a:headEnd type="none"/>
            <a:tailEnd type="none"/>
          </a:ln>
        </p:spPr>
      </p:sp>
      <p:sp>
        <p:nvSpPr>
          <p:cNvPr id="1041" name="post-activation history / 1025 post-activation upper history"/>
          <p:cNvSpPr/>
          <p:nvPr/>
        </p:nvSpPr>
        <p:spPr>
          <a:xfrm>
            <a:off x="13267944" y="6976872"/>
            <a:ext cx="182880" cy="941832"/>
          </a:xfrm>
          <a:custGeom>
            <a:avLst/>
            <a:gdLst/>
            <a:ahLst/>
            <a:cxnLst/>
            <a:rect l="0" t="0" r="r" b="b"/>
            <a:pathLst>
              <a:path w="20000" h="103000" fill="none" stroke="1" extrusionOk="0">
                <a:moveTo>
                  <a:pt x="0" y="103000"/>
                </a:moveTo>
                <a:cubicBezTo>
                  <a:pt x="6000" y="89833"/>
                  <a:pt x="12167" y="24500"/>
                  <a:pt x="20000" y="0"/>
                </a:cubicBezTo>
              </a:path>
            </a:pathLst>
          </a:custGeom>
          <a:noFill/>
          <a:ln w="53492" cap="rnd" cmpd="sng" algn="ctr">
            <a:solidFill>
              <a:srgbClr val="000000"/>
            </a:solidFill>
            <a:round/>
            <a:headEnd type="none"/>
            <a:tailEnd type="none"/>
          </a:ln>
        </p:spPr>
      </p:sp>
      <p:sp>
        <p:nvSpPr>
          <p:cNvPr id="1042" name="post-activation history / 1026 post-activation upper history"/>
          <p:cNvSpPr/>
          <p:nvPr/>
        </p:nvSpPr>
        <p:spPr>
          <a:xfrm>
            <a:off x="13450824" y="6527292"/>
            <a:ext cx="246888" cy="449580"/>
          </a:xfrm>
          <a:custGeom>
            <a:avLst/>
            <a:gdLst/>
            <a:ahLst/>
            <a:cxnLst/>
            <a:rect l="0" t="0" r="r" b="b"/>
            <a:pathLst>
              <a:path w="27000" h="49167" fill="none" stroke="1" extrusionOk="0">
                <a:moveTo>
                  <a:pt x="0" y="49167"/>
                </a:moveTo>
                <a:cubicBezTo>
                  <a:pt x="7833" y="24667"/>
                  <a:pt x="19167" y="0"/>
                  <a:pt x="27000" y="5167"/>
                </a:cubicBezTo>
              </a:path>
            </a:pathLst>
          </a:custGeom>
          <a:noFill/>
          <a:ln w="57358" cap="rnd" cmpd="sng" algn="ctr">
            <a:solidFill>
              <a:srgbClr val="000000"/>
            </a:solidFill>
            <a:round/>
            <a:headEnd type="none"/>
            <a:tailEnd type="none"/>
          </a:ln>
        </p:spPr>
      </p:sp>
      <p:sp>
        <p:nvSpPr>
          <p:cNvPr id="1043" name="post-activation history / 1027 post-activation upper history"/>
          <p:cNvSpPr/>
          <p:nvPr/>
        </p:nvSpPr>
        <p:spPr>
          <a:xfrm>
            <a:off x="13697712" y="6574536"/>
            <a:ext cx="182880" cy="685800"/>
          </a:xfrm>
          <a:custGeom>
            <a:avLst/>
            <a:gdLst/>
            <a:ahLst/>
            <a:cxnLst/>
            <a:rect l="0" t="0" r="r" b="b"/>
            <a:pathLst>
              <a:path w="20000" h="75000" fill="none" stroke="1" extrusionOk="0">
                <a:moveTo>
                  <a:pt x="0" y="0"/>
                </a:moveTo>
                <a:cubicBezTo>
                  <a:pt x="7833" y="5167"/>
                  <a:pt x="13667" y="50833"/>
                  <a:pt x="20000" y="75000"/>
                </a:cubicBezTo>
              </a:path>
            </a:pathLst>
          </a:custGeom>
          <a:noFill/>
          <a:ln w="61223" cap="rnd" cmpd="sng" algn="ctr">
            <a:solidFill>
              <a:srgbClr val="000000"/>
            </a:solidFill>
            <a:round/>
            <a:headEnd type="none"/>
            <a:tailEnd type="none"/>
          </a:ln>
        </p:spPr>
      </p:sp>
      <p:sp>
        <p:nvSpPr>
          <p:cNvPr id="1044" name="post-activation history / 1028 post-activation upper history"/>
          <p:cNvSpPr/>
          <p:nvPr/>
        </p:nvSpPr>
        <p:spPr>
          <a:xfrm>
            <a:off x="13880592" y="7260336"/>
            <a:ext cx="164592" cy="640080"/>
          </a:xfrm>
          <a:custGeom>
            <a:avLst/>
            <a:gdLst/>
            <a:ahLst/>
            <a:cxnLst/>
            <a:rect l="0" t="0" r="r" b="b"/>
            <a:pathLst>
              <a:path w="18000" h="70000" fill="none" stroke="1" extrusionOk="0">
                <a:moveTo>
                  <a:pt x="0" y="0"/>
                </a:moveTo>
                <a:cubicBezTo>
                  <a:pt x="6333" y="24167"/>
                  <a:pt x="9333" y="68167"/>
                  <a:pt x="18000" y="70000"/>
                </a:cubicBezTo>
              </a:path>
            </a:pathLst>
          </a:custGeom>
          <a:noFill/>
          <a:ln w="65089" cap="rnd" cmpd="sng" algn="ctr">
            <a:solidFill>
              <a:srgbClr val="000000"/>
            </a:solidFill>
            <a:round/>
            <a:headEnd type="none"/>
            <a:tailEnd type="none"/>
          </a:ln>
        </p:spPr>
      </p:sp>
      <p:sp>
        <p:nvSpPr>
          <p:cNvPr id="1045" name="post-activation history / 1029 post-activation upper history"/>
          <p:cNvSpPr/>
          <p:nvPr/>
        </p:nvSpPr>
        <p:spPr>
          <a:xfrm>
            <a:off x="14045184" y="7360920"/>
            <a:ext cx="310896" cy="556260"/>
          </a:xfrm>
          <a:custGeom>
            <a:avLst/>
            <a:gdLst/>
            <a:ahLst/>
            <a:cxnLst/>
            <a:rect l="0" t="0" r="r" b="b"/>
            <a:pathLst>
              <a:path w="34000" h="60833" fill="none" stroke="1" extrusionOk="0">
                <a:moveTo>
                  <a:pt x="0" y="59000"/>
                </a:moveTo>
                <a:cubicBezTo>
                  <a:pt x="8667" y="60833"/>
                  <a:pt x="23833" y="2000"/>
                  <a:pt x="34000" y="0"/>
                </a:cubicBezTo>
              </a:path>
            </a:pathLst>
          </a:custGeom>
          <a:noFill/>
          <a:ln w="68954" cap="rnd" cmpd="sng" algn="ctr">
            <a:solidFill>
              <a:srgbClr val="000000"/>
            </a:solidFill>
            <a:round/>
            <a:headEnd type="none"/>
            <a:tailEnd type="none"/>
          </a:ln>
        </p:spPr>
      </p:sp>
      <p:sp>
        <p:nvSpPr>
          <p:cNvPr id="1046" name="post-activation history / 1030 post-activation upper history"/>
          <p:cNvSpPr/>
          <p:nvPr/>
        </p:nvSpPr>
        <p:spPr>
          <a:xfrm>
            <a:off x="14356080" y="7342632"/>
            <a:ext cx="246888" cy="448056"/>
          </a:xfrm>
          <a:custGeom>
            <a:avLst/>
            <a:gdLst/>
            <a:ahLst/>
            <a:cxnLst/>
            <a:rect l="0" t="0" r="r" b="b"/>
            <a:pathLst>
              <a:path w="27000" h="49000" fill="none" stroke="1" extrusionOk="0">
                <a:moveTo>
                  <a:pt x="0" y="2000"/>
                </a:moveTo>
                <a:cubicBezTo>
                  <a:pt x="10167" y="0"/>
                  <a:pt x="17833" y="46500"/>
                  <a:pt x="27000" y="49000"/>
                </a:cubicBezTo>
              </a:path>
            </a:pathLst>
          </a:custGeom>
          <a:noFill/>
          <a:ln w="72819" cap="rnd" cmpd="sng" algn="ctr">
            <a:solidFill>
              <a:srgbClr val="000000"/>
            </a:solidFill>
            <a:round/>
            <a:headEnd type="none"/>
            <a:tailEnd type="none"/>
          </a:ln>
        </p:spPr>
      </p:sp>
      <p:sp>
        <p:nvSpPr>
          <p:cNvPr id="1047" name="post-activation history / 1031 post-activation upper history"/>
          <p:cNvSpPr/>
          <p:nvPr/>
        </p:nvSpPr>
        <p:spPr>
          <a:xfrm>
            <a:off x="14602968" y="7498080"/>
            <a:ext cx="256032" cy="315468"/>
          </a:xfrm>
          <a:custGeom>
            <a:avLst/>
            <a:gdLst/>
            <a:ahLst/>
            <a:cxnLst/>
            <a:rect l="0" t="0" r="r" b="b"/>
            <a:pathLst>
              <a:path w="28000" h="34500" fill="none" stroke="1" extrusionOk="0">
                <a:moveTo>
                  <a:pt x="0" y="32000"/>
                </a:moveTo>
                <a:cubicBezTo>
                  <a:pt x="9167" y="34500"/>
                  <a:pt x="19333" y="1000"/>
                  <a:pt x="28000" y="0"/>
                </a:cubicBezTo>
              </a:path>
            </a:pathLst>
          </a:custGeom>
          <a:noFill/>
          <a:ln w="76685" cap="rnd" cmpd="sng" algn="ctr">
            <a:solidFill>
              <a:srgbClr val="000000"/>
            </a:solidFill>
            <a:round/>
            <a:headEnd type="none"/>
            <a:tailEnd type="none"/>
          </a:ln>
        </p:spPr>
      </p:sp>
      <p:sp>
        <p:nvSpPr>
          <p:cNvPr id="1048" name="post-activation history / 1032 post-activation upper history"/>
          <p:cNvSpPr/>
          <p:nvPr/>
        </p:nvSpPr>
        <p:spPr>
          <a:xfrm>
            <a:off x="14859000" y="7488936"/>
            <a:ext cx="219456" cy="251460"/>
          </a:xfrm>
          <a:custGeom>
            <a:avLst/>
            <a:gdLst/>
            <a:ahLst/>
            <a:cxnLst/>
            <a:rect l="0" t="0" r="r" b="b"/>
            <a:pathLst>
              <a:path w="24000" h="27500" fill="none" stroke="1" extrusionOk="0">
                <a:moveTo>
                  <a:pt x="0" y="1000"/>
                </a:moveTo>
                <a:cubicBezTo>
                  <a:pt x="8667" y="0"/>
                  <a:pt x="15167" y="27500"/>
                  <a:pt x="24000" y="27000"/>
                </a:cubicBezTo>
              </a:path>
            </a:pathLst>
          </a:custGeom>
          <a:noFill/>
          <a:ln w="80550" cap="rnd" cmpd="sng" algn="ctr">
            <a:solidFill>
              <a:srgbClr val="000000"/>
            </a:solidFill>
            <a:round/>
            <a:headEnd type="none"/>
            <a:tailEnd type="none"/>
          </a:ln>
        </p:spPr>
      </p:sp>
      <p:sp>
        <p:nvSpPr>
          <p:cNvPr id="1049" name="post-activation history / 1033 post-activation upper history"/>
          <p:cNvSpPr/>
          <p:nvPr/>
        </p:nvSpPr>
        <p:spPr>
          <a:xfrm>
            <a:off x="15078456" y="7470648"/>
            <a:ext cx="265176" cy="265176"/>
          </a:xfrm>
          <a:custGeom>
            <a:avLst/>
            <a:gdLst/>
            <a:ahLst/>
            <a:cxnLst/>
            <a:rect l="0" t="0" r="r" b="b"/>
            <a:pathLst>
              <a:path w="29000" h="29000" fill="none" stroke="1" extrusionOk="0">
                <a:moveTo>
                  <a:pt x="0" y="29000"/>
                </a:moveTo>
                <a:cubicBezTo>
                  <a:pt x="8833" y="28500"/>
                  <a:pt x="19667" y="1500"/>
                  <a:pt x="29000" y="0"/>
                </a:cubicBezTo>
              </a:path>
            </a:pathLst>
          </a:custGeom>
          <a:noFill/>
          <a:ln w="84416" cap="rnd" cmpd="sng" algn="ctr">
            <a:solidFill>
              <a:srgbClr val="000000"/>
            </a:solidFill>
            <a:round/>
            <a:headEnd type="none"/>
            <a:tailEnd type="none"/>
          </a:ln>
        </p:spPr>
      </p:sp>
      <p:sp>
        <p:nvSpPr>
          <p:cNvPr id="1050" name="post-activation history / 1034 post-activation upper history"/>
          <p:cNvSpPr/>
          <p:nvPr/>
        </p:nvSpPr>
        <p:spPr>
          <a:xfrm>
            <a:off x="15343632" y="7456932"/>
            <a:ext cx="246888" cy="196596"/>
          </a:xfrm>
          <a:custGeom>
            <a:avLst/>
            <a:gdLst/>
            <a:ahLst/>
            <a:cxnLst/>
            <a:rect l="0" t="0" r="r" b="b"/>
            <a:pathLst>
              <a:path w="27000" h="21500" fill="none" stroke="1" extrusionOk="0">
                <a:moveTo>
                  <a:pt x="0" y="1500"/>
                </a:moveTo>
                <a:cubicBezTo>
                  <a:pt x="9333" y="0"/>
                  <a:pt x="16833" y="14833"/>
                  <a:pt x="27000" y="21500"/>
                </a:cubicBezTo>
              </a:path>
            </a:pathLst>
          </a:custGeom>
          <a:noFill/>
          <a:ln w="88281" cap="rnd" cmpd="sng" algn="ctr">
            <a:solidFill>
              <a:srgbClr val="000000"/>
            </a:solidFill>
            <a:round/>
            <a:headEnd type="none"/>
            <a:tailEnd type="none"/>
          </a:ln>
        </p:spPr>
      </p:sp>
      <p:sp>
        <p:nvSpPr>
          <p:cNvPr id="1051" name="post-activation history / 1035 post-activation upper history"/>
          <p:cNvSpPr/>
          <p:nvPr/>
        </p:nvSpPr>
        <p:spPr>
          <a:xfrm>
            <a:off x="15590520" y="7653528"/>
            <a:ext cx="310896" cy="182880"/>
          </a:xfrm>
          <a:custGeom>
            <a:avLst/>
            <a:gdLst/>
            <a:ahLst/>
            <a:cxnLst/>
            <a:rect l="0" t="0" r="r" b="b"/>
            <a:pathLst>
              <a:path w="34000" h="20000" fill="none" stroke="1" extrusionOk="0">
                <a:moveTo>
                  <a:pt x="0" y="0"/>
                </a:moveTo>
                <a:cubicBezTo>
                  <a:pt x="10167" y="6667"/>
                  <a:pt x="24167" y="19833"/>
                  <a:pt x="34000" y="20000"/>
                </a:cubicBezTo>
              </a:path>
            </a:pathLst>
          </a:custGeom>
          <a:noFill/>
          <a:ln w="92147" cap="rnd" cmpd="sng" algn="ctr">
            <a:solidFill>
              <a:srgbClr val="000000"/>
            </a:solidFill>
            <a:round/>
            <a:headEnd type="none"/>
            <a:tailEnd type="none"/>
          </a:ln>
        </p:spPr>
      </p:sp>
      <p:sp>
        <p:nvSpPr>
          <p:cNvPr id="1052" name="post-activation history / 1036 post-activation upper history"/>
          <p:cNvSpPr/>
          <p:nvPr/>
        </p:nvSpPr>
        <p:spPr>
          <a:xfrm>
            <a:off x="15901416" y="7662672"/>
            <a:ext cx="228600" cy="175260"/>
          </a:xfrm>
          <a:custGeom>
            <a:avLst/>
            <a:gdLst/>
            <a:ahLst/>
            <a:cxnLst/>
            <a:rect l="0" t="0" r="r" b="b"/>
            <a:pathLst>
              <a:path w="25000" h="19167" fill="none" stroke="1" extrusionOk="0">
                <a:moveTo>
                  <a:pt x="0" y="19000"/>
                </a:moveTo>
                <a:cubicBezTo>
                  <a:pt x="9833" y="19167"/>
                  <a:pt x="20833" y="3167"/>
                  <a:pt x="25000" y="0"/>
                </a:cubicBezTo>
              </a:path>
            </a:pathLst>
          </a:custGeom>
          <a:noFill/>
          <a:ln w="96012" cap="rnd" cmpd="sng" algn="ctr">
            <a:solidFill>
              <a:srgbClr val="000000"/>
            </a:solidFill>
            <a:round/>
            <a:headEnd type="none"/>
            <a:tailEnd type="none"/>
          </a:ln>
        </p:spPr>
      </p:sp>
      <p:sp>
        <p:nvSpPr>
          <p:cNvPr id="1053" name="post-activation history / 1037 post-activation lower history"/>
          <p:cNvSpPr/>
          <p:nvPr/>
        </p:nvSpPr>
        <p:spPr>
          <a:xfrm>
            <a:off x="11274552" y="9340596"/>
            <a:ext cx="192024" cy="169164"/>
          </a:xfrm>
          <a:custGeom>
            <a:avLst/>
            <a:gdLst/>
            <a:ahLst/>
            <a:cxnLst/>
            <a:rect l="0" t="0" r="r" b="b"/>
            <a:pathLst>
              <a:path w="21000" h="18500" fill="none" stroke="1" extrusionOk="0">
                <a:moveTo>
                  <a:pt x="0" y="18500"/>
                </a:moveTo>
                <a:cubicBezTo>
                  <a:pt x="3500" y="15667"/>
                  <a:pt x="14000" y="0"/>
                  <a:pt x="21000" y="1500"/>
                </a:cubicBezTo>
              </a:path>
            </a:pathLst>
          </a:custGeom>
          <a:noFill/>
          <a:ln w="11887" cap="rnd" cmpd="sng" algn="ctr">
            <a:solidFill>
              <a:srgbClr val="000000"/>
            </a:solidFill>
            <a:round/>
            <a:headEnd type="none"/>
            <a:tailEnd type="none"/>
          </a:ln>
        </p:spPr>
      </p:sp>
      <p:sp>
        <p:nvSpPr>
          <p:cNvPr id="1054" name="post-activation history / 1038 post-activation lower history"/>
          <p:cNvSpPr/>
          <p:nvPr/>
        </p:nvSpPr>
        <p:spPr>
          <a:xfrm>
            <a:off x="11466576" y="9354312"/>
            <a:ext cx="192024" cy="237744"/>
          </a:xfrm>
          <a:custGeom>
            <a:avLst/>
            <a:gdLst/>
            <a:ahLst/>
            <a:cxnLst/>
            <a:rect l="0" t="0" r="r" b="b"/>
            <a:pathLst>
              <a:path w="21000" h="26000" fill="none" stroke="1" extrusionOk="0">
                <a:moveTo>
                  <a:pt x="0" y="0"/>
                </a:moveTo>
                <a:cubicBezTo>
                  <a:pt x="7000" y="1500"/>
                  <a:pt x="13667" y="12500"/>
                  <a:pt x="21000" y="26000"/>
                </a:cubicBezTo>
              </a:path>
            </a:pathLst>
          </a:custGeom>
          <a:noFill/>
          <a:ln w="15865" cap="rnd" cmpd="sng" algn="ctr">
            <a:solidFill>
              <a:srgbClr val="000000"/>
            </a:solidFill>
            <a:round/>
            <a:headEnd type="none"/>
            <a:tailEnd type="none"/>
          </a:ln>
        </p:spPr>
      </p:sp>
      <p:sp>
        <p:nvSpPr>
          <p:cNvPr id="1055" name="post-activation history / 1039 post-activation lower history"/>
          <p:cNvSpPr/>
          <p:nvPr/>
        </p:nvSpPr>
        <p:spPr>
          <a:xfrm>
            <a:off x="11658600" y="9592056"/>
            <a:ext cx="210312" cy="502920"/>
          </a:xfrm>
          <a:custGeom>
            <a:avLst/>
            <a:gdLst/>
            <a:ahLst/>
            <a:cxnLst/>
            <a:rect l="0" t="0" r="r" b="b"/>
            <a:pathLst>
              <a:path w="23000" h="55000" fill="none" stroke="1" extrusionOk="0">
                <a:moveTo>
                  <a:pt x="0" y="0"/>
                </a:moveTo>
                <a:cubicBezTo>
                  <a:pt x="7333" y="13500"/>
                  <a:pt x="15500" y="50500"/>
                  <a:pt x="23000" y="55000"/>
                </a:cubicBezTo>
              </a:path>
            </a:pathLst>
          </a:custGeom>
          <a:noFill/>
          <a:ln w="19842" cap="rnd" cmpd="sng" algn="ctr">
            <a:solidFill>
              <a:srgbClr val="000000"/>
            </a:solidFill>
            <a:round/>
            <a:headEnd type="none"/>
            <a:tailEnd type="none"/>
          </a:ln>
        </p:spPr>
      </p:sp>
      <p:sp>
        <p:nvSpPr>
          <p:cNvPr id="1056" name="post-activation history / 1040 post-activation lower history"/>
          <p:cNvSpPr/>
          <p:nvPr/>
        </p:nvSpPr>
        <p:spPr>
          <a:xfrm>
            <a:off x="11868912" y="9838944"/>
            <a:ext cx="201168" cy="297180"/>
          </a:xfrm>
          <a:custGeom>
            <a:avLst/>
            <a:gdLst/>
            <a:ahLst/>
            <a:cxnLst/>
            <a:rect l="0" t="0" r="r" b="b"/>
            <a:pathLst>
              <a:path w="22000" h="32500" fill="none" stroke="1" extrusionOk="0">
                <a:moveTo>
                  <a:pt x="0" y="28000"/>
                </a:moveTo>
                <a:cubicBezTo>
                  <a:pt x="7500" y="32500"/>
                  <a:pt x="14500" y="15667"/>
                  <a:pt x="22000" y="0"/>
                </a:cubicBezTo>
              </a:path>
            </a:pathLst>
          </a:custGeom>
          <a:noFill/>
          <a:ln w="23820" cap="rnd" cmpd="sng" algn="ctr">
            <a:solidFill>
              <a:srgbClr val="000000"/>
            </a:solidFill>
            <a:round/>
            <a:headEnd type="none"/>
            <a:tailEnd type="none"/>
          </a:ln>
        </p:spPr>
      </p:sp>
      <p:sp>
        <p:nvSpPr>
          <p:cNvPr id="1057" name="post-activation history / 1041 post-activation lower history"/>
          <p:cNvSpPr/>
          <p:nvPr/>
        </p:nvSpPr>
        <p:spPr>
          <a:xfrm>
            <a:off x="12070080" y="9235440"/>
            <a:ext cx="210312" cy="603504"/>
          </a:xfrm>
          <a:custGeom>
            <a:avLst/>
            <a:gdLst/>
            <a:ahLst/>
            <a:cxnLst/>
            <a:rect l="0" t="0" r="r" b="b"/>
            <a:pathLst>
              <a:path w="23000" h="66000" fill="none" stroke="1" extrusionOk="0">
                <a:moveTo>
                  <a:pt x="0" y="66000"/>
                </a:moveTo>
                <a:cubicBezTo>
                  <a:pt x="7500" y="50333"/>
                  <a:pt x="15500" y="10333"/>
                  <a:pt x="23000" y="0"/>
                </a:cubicBezTo>
              </a:path>
            </a:pathLst>
          </a:custGeom>
          <a:noFill/>
          <a:ln w="27798" cap="rnd" cmpd="sng" algn="ctr">
            <a:solidFill>
              <a:srgbClr val="000000"/>
            </a:solidFill>
            <a:round/>
            <a:headEnd type="none"/>
            <a:tailEnd type="none"/>
          </a:ln>
        </p:spPr>
      </p:sp>
      <p:sp>
        <p:nvSpPr>
          <p:cNvPr id="1058" name="post-activation history / 1042 post-activation lower history"/>
          <p:cNvSpPr/>
          <p:nvPr/>
        </p:nvSpPr>
        <p:spPr>
          <a:xfrm>
            <a:off x="12280392" y="9140952"/>
            <a:ext cx="201168" cy="131064"/>
          </a:xfrm>
          <a:custGeom>
            <a:avLst/>
            <a:gdLst/>
            <a:ahLst/>
            <a:cxnLst/>
            <a:rect l="0" t="0" r="r" b="b"/>
            <a:pathLst>
              <a:path w="22000" h="14333" fill="none" stroke="1" extrusionOk="0">
                <a:moveTo>
                  <a:pt x="0" y="10333"/>
                </a:moveTo>
                <a:cubicBezTo>
                  <a:pt x="7500" y="0"/>
                  <a:pt x="15167" y="9667"/>
                  <a:pt x="22000" y="14333"/>
                </a:cubicBezTo>
              </a:path>
            </a:pathLst>
          </a:custGeom>
          <a:noFill/>
          <a:ln w="31775" cap="rnd" cmpd="sng" algn="ctr">
            <a:solidFill>
              <a:srgbClr val="000000"/>
            </a:solidFill>
            <a:round/>
            <a:headEnd type="none"/>
            <a:tailEnd type="none"/>
          </a:ln>
        </p:spPr>
      </p:sp>
      <p:sp>
        <p:nvSpPr>
          <p:cNvPr id="1059" name="post-activation history / 1043 post-activation lower history"/>
          <p:cNvSpPr/>
          <p:nvPr/>
        </p:nvSpPr>
        <p:spPr>
          <a:xfrm>
            <a:off x="12481560" y="9272016"/>
            <a:ext cx="173736" cy="219456"/>
          </a:xfrm>
          <a:custGeom>
            <a:avLst/>
            <a:gdLst/>
            <a:ahLst/>
            <a:cxnLst/>
            <a:rect l="0" t="0" r="r" b="b"/>
            <a:pathLst>
              <a:path w="19000" h="24000" fill="none" stroke="1" extrusionOk="0">
                <a:moveTo>
                  <a:pt x="0" y="0"/>
                </a:moveTo>
                <a:cubicBezTo>
                  <a:pt x="6833" y="4667"/>
                  <a:pt x="11500" y="21500"/>
                  <a:pt x="19000" y="24000"/>
                </a:cubicBezTo>
              </a:path>
            </a:pathLst>
          </a:custGeom>
          <a:noFill/>
          <a:ln w="35753" cap="rnd" cmpd="sng" algn="ctr">
            <a:solidFill>
              <a:srgbClr val="000000"/>
            </a:solidFill>
            <a:round/>
            <a:headEnd type="none"/>
            <a:tailEnd type="none"/>
          </a:ln>
        </p:spPr>
      </p:sp>
      <p:sp>
        <p:nvSpPr>
          <p:cNvPr id="1060" name="post-activation history / 1044 post-activation lower history"/>
          <p:cNvSpPr/>
          <p:nvPr/>
        </p:nvSpPr>
        <p:spPr>
          <a:xfrm>
            <a:off x="12655296" y="9378696"/>
            <a:ext cx="237744" cy="135636"/>
          </a:xfrm>
          <a:custGeom>
            <a:avLst/>
            <a:gdLst/>
            <a:ahLst/>
            <a:cxnLst/>
            <a:rect l="0" t="0" r="r" b="b"/>
            <a:pathLst>
              <a:path w="26000" h="14833" fill="none" stroke="1" extrusionOk="0">
                <a:moveTo>
                  <a:pt x="0" y="12333"/>
                </a:moveTo>
                <a:cubicBezTo>
                  <a:pt x="7500" y="14833"/>
                  <a:pt x="17167" y="0"/>
                  <a:pt x="26000" y="3333"/>
                </a:cubicBezTo>
              </a:path>
            </a:pathLst>
          </a:custGeom>
          <a:noFill/>
          <a:ln w="39731" cap="rnd" cmpd="sng" algn="ctr">
            <a:solidFill>
              <a:srgbClr val="000000"/>
            </a:solidFill>
            <a:round/>
            <a:headEnd type="none"/>
            <a:tailEnd type="none"/>
          </a:ln>
        </p:spPr>
      </p:sp>
      <p:sp>
        <p:nvSpPr>
          <p:cNvPr id="1061" name="post-activation history / 1045 post-activation lower history"/>
          <p:cNvSpPr/>
          <p:nvPr/>
        </p:nvSpPr>
        <p:spPr>
          <a:xfrm>
            <a:off x="12893040" y="9409176"/>
            <a:ext cx="246888" cy="265176"/>
          </a:xfrm>
          <a:custGeom>
            <a:avLst/>
            <a:gdLst/>
            <a:ahLst/>
            <a:cxnLst/>
            <a:rect l="0" t="0" r="r" b="b"/>
            <a:pathLst>
              <a:path w="27000" h="29000" fill="none" stroke="1" extrusionOk="0">
                <a:moveTo>
                  <a:pt x="0" y="0"/>
                </a:moveTo>
                <a:cubicBezTo>
                  <a:pt x="8833" y="3333"/>
                  <a:pt x="18667" y="20667"/>
                  <a:pt x="27000" y="29000"/>
                </a:cubicBezTo>
              </a:path>
            </a:pathLst>
          </a:custGeom>
          <a:noFill/>
          <a:ln w="43708" cap="rnd" cmpd="sng" algn="ctr">
            <a:solidFill>
              <a:srgbClr val="000000"/>
            </a:solidFill>
            <a:round/>
            <a:headEnd type="none"/>
            <a:tailEnd type="none"/>
          </a:ln>
        </p:spPr>
      </p:sp>
      <p:sp>
        <p:nvSpPr>
          <p:cNvPr id="1062" name="post-activation history / 1046 post-activation lower history"/>
          <p:cNvSpPr/>
          <p:nvPr/>
        </p:nvSpPr>
        <p:spPr>
          <a:xfrm>
            <a:off x="13139928" y="9674352"/>
            <a:ext cx="210312" cy="245364"/>
          </a:xfrm>
          <a:custGeom>
            <a:avLst/>
            <a:gdLst/>
            <a:ahLst/>
            <a:cxnLst/>
            <a:rect l="0" t="0" r="r" b="b"/>
            <a:pathLst>
              <a:path w="23000" h="26833" fill="none" stroke="1" extrusionOk="0">
                <a:moveTo>
                  <a:pt x="0" y="0"/>
                </a:moveTo>
                <a:cubicBezTo>
                  <a:pt x="8333" y="8333"/>
                  <a:pt x="15333" y="26833"/>
                  <a:pt x="23000" y="21000"/>
                </a:cubicBezTo>
              </a:path>
            </a:pathLst>
          </a:custGeom>
          <a:noFill/>
          <a:ln w="47686" cap="rnd" cmpd="sng" algn="ctr">
            <a:solidFill>
              <a:srgbClr val="000000"/>
            </a:solidFill>
            <a:round/>
            <a:headEnd type="none"/>
            <a:tailEnd type="none"/>
          </a:ln>
        </p:spPr>
      </p:sp>
      <p:sp>
        <p:nvSpPr>
          <p:cNvPr id="1063" name="post-activation history / 1047 post-activation lower history"/>
          <p:cNvSpPr/>
          <p:nvPr/>
        </p:nvSpPr>
        <p:spPr>
          <a:xfrm>
            <a:off x="13350240" y="9354312"/>
            <a:ext cx="210312" cy="512064"/>
          </a:xfrm>
          <a:custGeom>
            <a:avLst/>
            <a:gdLst/>
            <a:ahLst/>
            <a:cxnLst/>
            <a:rect l="0" t="0" r="r" b="b"/>
            <a:pathLst>
              <a:path w="23000" h="56000" fill="none" stroke="1" extrusionOk="0">
                <a:moveTo>
                  <a:pt x="0" y="56000"/>
                </a:moveTo>
                <a:cubicBezTo>
                  <a:pt x="7667" y="50167"/>
                  <a:pt x="15500" y="13500"/>
                  <a:pt x="23000" y="0"/>
                </a:cubicBezTo>
              </a:path>
            </a:pathLst>
          </a:custGeom>
          <a:noFill/>
          <a:ln w="51664" cap="rnd" cmpd="sng" algn="ctr">
            <a:solidFill>
              <a:srgbClr val="000000"/>
            </a:solidFill>
            <a:round/>
            <a:headEnd type="none"/>
            <a:tailEnd type="none"/>
          </a:ln>
        </p:spPr>
      </p:sp>
      <p:sp>
        <p:nvSpPr>
          <p:cNvPr id="1064" name="post-activation history / 1048 post-activation lower history"/>
          <p:cNvSpPr/>
          <p:nvPr/>
        </p:nvSpPr>
        <p:spPr>
          <a:xfrm>
            <a:off x="13560552" y="9125712"/>
            <a:ext cx="201168" cy="228600"/>
          </a:xfrm>
          <a:custGeom>
            <a:avLst/>
            <a:gdLst/>
            <a:ahLst/>
            <a:cxnLst/>
            <a:rect l="0" t="0" r="r" b="b"/>
            <a:pathLst>
              <a:path w="22000" h="25000" fill="none" stroke="1" extrusionOk="0">
                <a:moveTo>
                  <a:pt x="0" y="25000"/>
                </a:moveTo>
                <a:cubicBezTo>
                  <a:pt x="7500" y="11500"/>
                  <a:pt x="14833" y="1500"/>
                  <a:pt x="22000" y="0"/>
                </a:cubicBezTo>
              </a:path>
            </a:pathLst>
          </a:custGeom>
          <a:noFill/>
          <a:ln w="55641" cap="rnd" cmpd="sng" algn="ctr">
            <a:solidFill>
              <a:srgbClr val="000000"/>
            </a:solidFill>
            <a:round/>
            <a:headEnd type="none"/>
            <a:tailEnd type="none"/>
          </a:ln>
        </p:spPr>
      </p:sp>
      <p:sp>
        <p:nvSpPr>
          <p:cNvPr id="1065" name="post-activation history / 1049 post-activation lower history"/>
          <p:cNvSpPr/>
          <p:nvPr/>
        </p:nvSpPr>
        <p:spPr>
          <a:xfrm>
            <a:off x="13761720" y="9111996"/>
            <a:ext cx="192024" cy="160020"/>
          </a:xfrm>
          <a:custGeom>
            <a:avLst/>
            <a:gdLst/>
            <a:ahLst/>
            <a:cxnLst/>
            <a:rect l="0" t="0" r="r" b="b"/>
            <a:pathLst>
              <a:path w="21000" h="17500" fill="none" stroke="1" extrusionOk="0">
                <a:moveTo>
                  <a:pt x="0" y="1500"/>
                </a:moveTo>
                <a:cubicBezTo>
                  <a:pt x="7167" y="0"/>
                  <a:pt x="13833" y="10333"/>
                  <a:pt x="21000" y="17500"/>
                </a:cubicBezTo>
              </a:path>
            </a:pathLst>
          </a:custGeom>
          <a:noFill/>
          <a:ln w="59619" cap="rnd" cmpd="sng" algn="ctr">
            <a:solidFill>
              <a:srgbClr val="000000"/>
            </a:solidFill>
            <a:round/>
            <a:headEnd type="none"/>
            <a:tailEnd type="none"/>
          </a:ln>
        </p:spPr>
      </p:sp>
      <p:sp>
        <p:nvSpPr>
          <p:cNvPr id="1066" name="post-activation history / 1050 post-activation lower history"/>
          <p:cNvSpPr/>
          <p:nvPr/>
        </p:nvSpPr>
        <p:spPr>
          <a:xfrm>
            <a:off x="13953744" y="9272016"/>
            <a:ext cx="201168" cy="246888"/>
          </a:xfrm>
          <a:custGeom>
            <a:avLst/>
            <a:gdLst/>
            <a:ahLst/>
            <a:cxnLst/>
            <a:rect l="0" t="0" r="r" b="b"/>
            <a:pathLst>
              <a:path w="22000" h="27000" fill="none" stroke="1" extrusionOk="0">
                <a:moveTo>
                  <a:pt x="0" y="0"/>
                </a:moveTo>
                <a:cubicBezTo>
                  <a:pt x="7167" y="7167"/>
                  <a:pt x="13000" y="25333"/>
                  <a:pt x="22000" y="27000"/>
                </a:cubicBezTo>
              </a:path>
            </a:pathLst>
          </a:custGeom>
          <a:noFill/>
          <a:ln w="63597" cap="rnd" cmpd="sng" algn="ctr">
            <a:solidFill>
              <a:srgbClr val="000000"/>
            </a:solidFill>
            <a:round/>
            <a:headEnd type="none"/>
            <a:tailEnd type="none"/>
          </a:ln>
        </p:spPr>
      </p:sp>
      <p:sp>
        <p:nvSpPr>
          <p:cNvPr id="1067" name="post-activation history / 1051 post-activation lower history"/>
          <p:cNvSpPr/>
          <p:nvPr/>
        </p:nvSpPr>
        <p:spPr>
          <a:xfrm>
            <a:off x="14154912" y="9363456"/>
            <a:ext cx="292608" cy="170688"/>
          </a:xfrm>
          <a:custGeom>
            <a:avLst/>
            <a:gdLst/>
            <a:ahLst/>
            <a:cxnLst/>
            <a:rect l="0" t="0" r="r" b="b"/>
            <a:pathLst>
              <a:path w="32000" h="18667" fill="none" stroke="1" extrusionOk="0">
                <a:moveTo>
                  <a:pt x="0" y="17000"/>
                </a:moveTo>
                <a:cubicBezTo>
                  <a:pt x="9000" y="18667"/>
                  <a:pt x="21833" y="500"/>
                  <a:pt x="32000" y="0"/>
                </a:cubicBezTo>
              </a:path>
            </a:pathLst>
          </a:custGeom>
          <a:noFill/>
          <a:ln w="67574" cap="rnd" cmpd="sng" algn="ctr">
            <a:solidFill>
              <a:srgbClr val="000000"/>
            </a:solidFill>
            <a:round/>
            <a:headEnd type="none"/>
            <a:tailEnd type="none"/>
          </a:ln>
        </p:spPr>
      </p:sp>
      <p:sp>
        <p:nvSpPr>
          <p:cNvPr id="1068" name="post-activation history / 1052 post-activation lower history"/>
          <p:cNvSpPr/>
          <p:nvPr/>
        </p:nvSpPr>
        <p:spPr>
          <a:xfrm>
            <a:off x="14447520" y="9358884"/>
            <a:ext cx="265176" cy="132588"/>
          </a:xfrm>
          <a:custGeom>
            <a:avLst/>
            <a:gdLst/>
            <a:ahLst/>
            <a:cxnLst/>
            <a:rect l="0" t="0" r="r" b="b"/>
            <a:pathLst>
              <a:path w="29000" h="14500" fill="none" stroke="1" extrusionOk="0">
                <a:moveTo>
                  <a:pt x="0" y="500"/>
                </a:moveTo>
                <a:cubicBezTo>
                  <a:pt x="10167" y="0"/>
                  <a:pt x="20000" y="9333"/>
                  <a:pt x="29000" y="14500"/>
                </a:cubicBezTo>
              </a:path>
            </a:pathLst>
          </a:custGeom>
          <a:noFill/>
          <a:ln w="71552" cap="rnd" cmpd="sng" algn="ctr">
            <a:solidFill>
              <a:srgbClr val="000000"/>
            </a:solidFill>
            <a:round/>
            <a:headEnd type="none"/>
            <a:tailEnd type="none"/>
          </a:ln>
        </p:spPr>
      </p:sp>
      <p:sp>
        <p:nvSpPr>
          <p:cNvPr id="1069" name="post-activation history / 1053 post-activation lower history"/>
          <p:cNvSpPr/>
          <p:nvPr/>
        </p:nvSpPr>
        <p:spPr>
          <a:xfrm>
            <a:off x="14712696" y="9491472"/>
            <a:ext cx="228600" cy="164592"/>
          </a:xfrm>
          <a:custGeom>
            <a:avLst/>
            <a:gdLst/>
            <a:ahLst/>
            <a:cxnLst/>
            <a:rect l="0" t="0" r="r" b="b"/>
            <a:pathLst>
              <a:path w="25000" h="18000" fill="none" stroke="1" extrusionOk="0">
                <a:moveTo>
                  <a:pt x="0" y="0"/>
                </a:moveTo>
                <a:cubicBezTo>
                  <a:pt x="9000" y="5167"/>
                  <a:pt x="16333" y="18000"/>
                  <a:pt x="25000" y="17000"/>
                </a:cubicBezTo>
              </a:path>
            </a:pathLst>
          </a:custGeom>
          <a:noFill/>
          <a:ln w="75529" cap="rnd" cmpd="sng" algn="ctr">
            <a:solidFill>
              <a:srgbClr val="000000"/>
            </a:solidFill>
            <a:round/>
            <a:headEnd type="none"/>
            <a:tailEnd type="none"/>
          </a:ln>
        </p:spPr>
      </p:sp>
      <p:sp>
        <p:nvSpPr>
          <p:cNvPr id="1070" name="post-activation history / 1054 post-activation lower history"/>
          <p:cNvSpPr/>
          <p:nvPr/>
        </p:nvSpPr>
        <p:spPr>
          <a:xfrm>
            <a:off x="14941296" y="9436608"/>
            <a:ext cx="246888" cy="210312"/>
          </a:xfrm>
          <a:custGeom>
            <a:avLst/>
            <a:gdLst/>
            <a:ahLst/>
            <a:cxnLst/>
            <a:rect l="0" t="0" r="r" b="b"/>
            <a:pathLst>
              <a:path w="27000" h="23000" fill="none" stroke="1" extrusionOk="0">
                <a:moveTo>
                  <a:pt x="0" y="23000"/>
                </a:moveTo>
                <a:cubicBezTo>
                  <a:pt x="8667" y="22000"/>
                  <a:pt x="18000" y="500"/>
                  <a:pt x="27000" y="0"/>
                </a:cubicBezTo>
              </a:path>
            </a:pathLst>
          </a:custGeom>
          <a:noFill/>
          <a:ln w="79507" cap="rnd" cmpd="sng" algn="ctr">
            <a:solidFill>
              <a:srgbClr val="000000"/>
            </a:solidFill>
            <a:round/>
            <a:headEnd type="none"/>
            <a:tailEnd type="none"/>
          </a:ln>
        </p:spPr>
      </p:sp>
      <p:sp>
        <p:nvSpPr>
          <p:cNvPr id="1071" name="post-activation history / 1055 post-activation lower history"/>
          <p:cNvSpPr/>
          <p:nvPr/>
        </p:nvSpPr>
        <p:spPr>
          <a:xfrm>
            <a:off x="15188184" y="9432036"/>
            <a:ext cx="246888" cy="187452"/>
          </a:xfrm>
          <a:custGeom>
            <a:avLst/>
            <a:gdLst/>
            <a:ahLst/>
            <a:cxnLst/>
            <a:rect l="0" t="0" r="r" b="b"/>
            <a:pathLst>
              <a:path w="27000" h="20500" fill="none" stroke="1" extrusionOk="0">
                <a:moveTo>
                  <a:pt x="0" y="500"/>
                </a:moveTo>
                <a:cubicBezTo>
                  <a:pt x="9000" y="0"/>
                  <a:pt x="16500" y="15667"/>
                  <a:pt x="27000" y="20500"/>
                </a:cubicBezTo>
              </a:path>
            </a:pathLst>
          </a:custGeom>
          <a:noFill/>
          <a:ln w="83485" cap="rnd" cmpd="sng" algn="ctr">
            <a:solidFill>
              <a:srgbClr val="000000"/>
            </a:solidFill>
            <a:round/>
            <a:headEnd type="none"/>
            <a:tailEnd type="none"/>
          </a:ln>
        </p:spPr>
      </p:sp>
      <p:sp>
        <p:nvSpPr>
          <p:cNvPr id="1072" name="post-activation history / 1056 post-activation lower history"/>
          <p:cNvSpPr/>
          <p:nvPr/>
        </p:nvSpPr>
        <p:spPr>
          <a:xfrm>
            <a:off x="15435072" y="9619488"/>
            <a:ext cx="329184" cy="91440"/>
          </a:xfrm>
          <a:custGeom>
            <a:avLst/>
            <a:gdLst/>
            <a:ahLst/>
            <a:cxnLst/>
            <a:rect l="0" t="0" r="r" b="b"/>
            <a:pathLst>
              <a:path w="36000" h="10000" fill="none" stroke="1" extrusionOk="0">
                <a:moveTo>
                  <a:pt x="0" y="0"/>
                </a:moveTo>
                <a:cubicBezTo>
                  <a:pt x="10500" y="4833"/>
                  <a:pt x="23667" y="10000"/>
                  <a:pt x="36000" y="9000"/>
                </a:cubicBezTo>
              </a:path>
            </a:pathLst>
          </a:custGeom>
          <a:noFill/>
          <a:ln w="87462" cap="rnd" cmpd="sng" algn="ctr">
            <a:solidFill>
              <a:srgbClr val="000000"/>
            </a:solidFill>
            <a:round/>
            <a:headEnd type="none"/>
            <a:tailEnd type="none"/>
          </a:ln>
        </p:spPr>
      </p:sp>
      <p:sp>
        <p:nvSpPr>
          <p:cNvPr id="1073" name="post-activation history / 1057 post-activation lower history"/>
          <p:cNvSpPr/>
          <p:nvPr/>
        </p:nvSpPr>
        <p:spPr>
          <a:xfrm>
            <a:off x="15764256" y="9564624"/>
            <a:ext cx="347472" cy="137160"/>
          </a:xfrm>
          <a:custGeom>
            <a:avLst/>
            <a:gdLst/>
            <a:ahLst/>
            <a:cxnLst/>
            <a:rect l="0" t="0" r="r" b="b"/>
            <a:pathLst>
              <a:path w="38000" h="15000" fill="none" stroke="1" extrusionOk="0">
                <a:moveTo>
                  <a:pt x="0" y="15000"/>
                </a:moveTo>
                <a:cubicBezTo>
                  <a:pt x="12333" y="14000"/>
                  <a:pt x="31667" y="2500"/>
                  <a:pt x="38000" y="0"/>
                </a:cubicBezTo>
              </a:path>
            </a:pathLst>
          </a:custGeom>
          <a:noFill/>
          <a:ln w="91440" cap="rnd" cmpd="sng" algn="ctr">
            <a:solidFill>
              <a:srgbClr val="000000"/>
            </a:solidFill>
            <a:round/>
            <a:headEnd type="none"/>
            <a:tailEnd type="none"/>
          </a:ln>
        </p:spPr>
      </p:sp>
      <p:sp>
        <p:nvSpPr>
          <p:cNvPr id="1074" name="post-activation history / 1058 variable Z — white text backing"/>
          <p:cNvSpPr/>
          <p:nvPr/>
        </p:nvSpPr>
        <p:spPr>
          <a:xfrm>
            <a:off x="12672495" y="8423562"/>
            <a:ext cx="530102" cy="610710"/>
          </a:xfrm>
          <a:custGeom>
            <a:avLst/>
            <a:gdLst/>
            <a:ahLst/>
            <a:cxnLst/>
            <a:rect l="0" t="0" r="r" b="b"/>
            <a:pathLst>
              <a:path w="57973" h="66788" fill="norm" stroke="1" extrusionOk="0">
                <a:moveTo>
                  <a:pt x="0" y="61110"/>
                </a:moveTo>
                <a:lnTo>
                  <a:pt x="36955" y="5279"/>
                </a:lnTo>
                <a:lnTo>
                  <a:pt x="25002" y="5279"/>
                </a:lnTo>
                <a:quadBezTo>
                  <a:pt x="13696" y="5279"/>
                  <a:pt x="9064" y="6275"/>
                </a:quadBezTo>
                <a:lnTo>
                  <a:pt x="7521" y="16784"/>
                </a:lnTo>
                <a:lnTo>
                  <a:pt x="3088" y="16784"/>
                </a:lnTo>
                <a:lnTo>
                  <a:pt x="3088" y="0"/>
                </a:lnTo>
                <a:lnTo>
                  <a:pt x="54686" y="0"/>
                </a:lnTo>
                <a:lnTo>
                  <a:pt x="54686" y="5279"/>
                </a:lnTo>
                <a:lnTo>
                  <a:pt x="17481" y="61608"/>
                </a:lnTo>
                <a:lnTo>
                  <a:pt x="31427" y="61608"/>
                </a:lnTo>
                <a:quadBezTo>
                  <a:pt x="37104" y="61608"/>
                  <a:pt x="42608" y="61061"/>
                </a:quadBezTo>
                <a:quadBezTo>
                  <a:pt x="48111" y="60513"/>
                  <a:pt x="50552" y="59965"/>
                </a:quadBezTo>
                <a:lnTo>
                  <a:pt x="53490" y="47215"/>
                </a:lnTo>
                <a:lnTo>
                  <a:pt x="57973" y="47215"/>
                </a:lnTo>
                <a:lnTo>
                  <a:pt x="56628" y="66788"/>
                </a:lnTo>
                <a:lnTo>
                  <a:pt x="0" y="66788"/>
                </a:lnTo>
                <a:close/>
              </a:path>
            </a:pathLst>
          </a:custGeom>
          <a:solidFill>
            <a:srgbClr val="FFFFFF"/>
          </a:solidFill>
          <a:ln w="36576" cap="rnd" cmpd="sng" algn="ctr">
            <a:solidFill>
              <a:srgbClr val="FFFFFF"/>
            </a:solidFill>
            <a:round/>
            <a:headEnd type="none"/>
            <a:tailEnd type="none"/>
          </a:ln>
        </p:spPr>
      </p:sp>
      <p:sp>
        <p:nvSpPr>
          <p:cNvPr id="1075" name="post-activation history / 1058 variable Z"/>
          <p:cNvSpPr txBox="1"/>
          <p:nvPr/>
        </p:nvSpPr>
        <p:spPr>
          <a:xfrm>
            <a:off x="12627864" y="8101584"/>
            <a:ext cx="759252" cy="1259129"/>
          </a:xfrm>
          <a:prstGeom prst="rect">
            <a:avLst/>
          </a:prstGeom>
          <a:noFill/>
        </p:spPr>
        <p:txBody>
          <a:bodyPr wrap="none" lIns="0" rIns="0" tIns="0" bIns="0" anchor="t">
            <a:noAutofit/>
          </a:bodyPr>
          <a:lstStyle/>
          <a:p>
            <a:pPr>
              <a:spcBef>
                <a:spcPts val="0"/>
              </a:spcBef>
              <a:spcAft>
                <a:spcPts val="0"/>
              </a:spcAft>
            </a:pPr>
            <a:r>
              <a:rPr sz="7344" b="1" i="0" dirty="0" spc="0">
                <a:solidFill>
                  <a:srgbClr val="000000"/>
                </a:solidFill>
                <a:latin typeface="Liberation Serif"/>
                <a:ea typeface="Liberation Serif"/>
                <a:cs typeface="Liberation Serif"/>
              </a:rPr>
              <a:t>Z</a:t>
            </a:r>
          </a:p>
        </p:txBody>
      </p:sp>
      <p:sp>
        <p:nvSpPr>
          <p:cNvPr id="1076" name="post-activation history / 1059 Z superscript — white text backing"/>
          <p:cNvSpPr/>
          <p:nvPr/>
        </p:nvSpPr>
        <p:spPr>
          <a:xfrm>
            <a:off x="13149550" y="8308907"/>
            <a:ext cx="104199" cy="235048"/>
          </a:xfrm>
          <a:custGeom>
            <a:avLst/>
            <a:gdLst/>
            <a:ahLst/>
            <a:cxnLst/>
            <a:rect l="0" t="0" r="r" b="b"/>
            <a:pathLst>
              <a:path w="11395" h="25705" fill="norm" stroke="1" extrusionOk="0">
                <a:moveTo>
                  <a:pt x="3813" y="21454"/>
                </a:moveTo>
                <a:quadBezTo>
                  <a:pt x="3813" y="22440"/>
                  <a:pt x="4306" y="22933"/>
                </a:quadBezTo>
                <a:quadBezTo>
                  <a:pt x="4799" y="23426"/>
                  <a:pt x="5566" y="23426"/>
                </a:quadBezTo>
                <a:quadBezTo>
                  <a:pt x="7166" y="23426"/>
                  <a:pt x="8897" y="22769"/>
                </a:quadBezTo>
                <a:lnTo>
                  <a:pt x="9357" y="23799"/>
                </a:lnTo>
                <a:quadBezTo>
                  <a:pt x="6662" y="25705"/>
                  <a:pt x="3901" y="25705"/>
                </a:quadBezTo>
                <a:quadBezTo>
                  <a:pt x="2169" y="25705"/>
                  <a:pt x="1172" y="24653"/>
                </a:quadBezTo>
                <a:quadBezTo>
                  <a:pt x="175" y="23601"/>
                  <a:pt x="175" y="21717"/>
                </a:quadBezTo>
                <a:quadBezTo>
                  <a:pt x="175" y="21081"/>
                  <a:pt x="296" y="20216"/>
                </a:quadBezTo>
                <a:quadBezTo>
                  <a:pt x="416" y="19350"/>
                  <a:pt x="2695" y="6508"/>
                </a:quadBezTo>
                <a:lnTo>
                  <a:pt x="0" y="6508"/>
                </a:lnTo>
                <a:lnTo>
                  <a:pt x="175" y="5522"/>
                </a:lnTo>
                <a:lnTo>
                  <a:pt x="3090" y="4668"/>
                </a:lnTo>
                <a:lnTo>
                  <a:pt x="6092" y="0"/>
                </a:lnTo>
                <a:lnTo>
                  <a:pt x="7495" y="0"/>
                </a:lnTo>
                <a:lnTo>
                  <a:pt x="6684" y="4668"/>
                </a:lnTo>
                <a:lnTo>
                  <a:pt x="11395" y="4668"/>
                </a:lnTo>
                <a:lnTo>
                  <a:pt x="11045" y="6508"/>
                </a:lnTo>
                <a:lnTo>
                  <a:pt x="6333" y="6508"/>
                </a:lnTo>
                <a:lnTo>
                  <a:pt x="4207" y="18539"/>
                </a:lnTo>
                <a:quadBezTo>
                  <a:pt x="3813" y="20555"/>
                  <a:pt x="3813" y="21454"/>
                </a:quadBezTo>
                <a:close/>
              </a:path>
            </a:pathLst>
          </a:custGeom>
          <a:solidFill>
            <a:srgbClr val="FFFFFF"/>
          </a:solidFill>
          <a:ln w="18288" cap="rnd" cmpd="sng" algn="ctr">
            <a:solidFill>
              <a:srgbClr val="FFFFFF"/>
            </a:solidFill>
            <a:round/>
            <a:headEnd type="none"/>
            <a:tailEnd type="none"/>
          </a:ln>
        </p:spPr>
      </p:sp>
      <p:sp>
        <p:nvSpPr>
          <p:cNvPr id="1077" name="post-activation history / 1059 Z superscript"/>
          <p:cNvSpPr txBox="1"/>
          <p:nvPr/>
        </p:nvSpPr>
        <p:spPr>
          <a:xfrm>
            <a:off x="13131516" y="8129565"/>
            <a:ext cx="251231" cy="554017"/>
          </a:xfrm>
          <a:prstGeom prst="rect">
            <a:avLst/>
          </a:prstGeom>
          <a:noFill/>
        </p:spPr>
        <p:txBody>
          <a:bodyPr wrap="none" lIns="0" rIns="0" tIns="0" bIns="0" anchor="t">
            <a:noAutofit/>
          </a:bodyPr>
          <a:lstStyle/>
          <a:p>
            <a:pPr>
              <a:spcBef>
                <a:spcPts val="0"/>
              </a:spcBef>
              <a:spcAft>
                <a:spcPts val="0"/>
              </a:spcAft>
            </a:pPr>
            <a:r>
              <a:rPr sz="3231" b="0" i="1" dirty="0" spc="0">
                <a:solidFill>
                  <a:srgbClr val="000000"/>
                </a:solidFill>
                <a:latin typeface="Liberation Serif"/>
                <a:ea typeface="Liberation Serif"/>
                <a:cs typeface="Liberation Serif"/>
              </a:rPr>
              <a:t>t</a:t>
            </a:r>
          </a:p>
        </p:txBody>
      </p:sp>
      <p:sp>
        <p:nvSpPr>
          <p:cNvPr id="1078" name="post-activation history / 1060 step 5 badge"/>
          <p:cNvSpPr/>
          <p:nvPr/>
        </p:nvSpPr>
        <p:spPr>
          <a:xfrm>
            <a:off x="14136624" y="8138160"/>
            <a:ext cx="713232" cy="713232"/>
          </a:xfrm>
          <a:custGeom>
            <a:avLst/>
            <a:gdLst/>
            <a:ahLst/>
            <a:cxnLst/>
            <a:rect l="0" t="0" r="r" b="b"/>
            <a:pathLst>
              <a:path w="78000" h="78000" fill="norm" stroke="1" extrusionOk="0">
                <a:moveTo>
                  <a:pt x="78000" y="39000"/>
                </a:moveTo>
                <a:cubicBezTo>
                  <a:pt x="78000" y="60539"/>
                  <a:pt x="60539" y="78000"/>
                  <a:pt x="39000" y="78000"/>
                </a:cubicBezTo>
                <a:cubicBezTo>
                  <a:pt x="17461" y="78000"/>
                  <a:pt x="0" y="60539"/>
                  <a:pt x="0" y="39000"/>
                </a:cubicBezTo>
                <a:cubicBezTo>
                  <a:pt x="0" y="17461"/>
                  <a:pt x="17461" y="0"/>
                  <a:pt x="39000" y="0"/>
                </a:cubicBezTo>
                <a:cubicBezTo>
                  <a:pt x="60539" y="0"/>
                  <a:pt x="78000" y="17461"/>
                  <a:pt x="78000" y="39000"/>
                </a:cubicBezTo>
                <a:close/>
              </a:path>
            </a:pathLst>
          </a:custGeom>
          <a:solidFill>
            <a:srgbClr val="FFF42B"/>
          </a:solidFill>
          <a:ln w="64008" cap="rnd" cmpd="sng" algn="ctr">
            <a:solidFill>
              <a:srgbClr val="000000"/>
            </a:solidFill>
            <a:round/>
            <a:headEnd type="none"/>
            <a:tailEnd type="none"/>
          </a:ln>
        </p:spPr>
      </p:sp>
      <p:sp>
        <p:nvSpPr>
          <p:cNvPr id="1079" name="post-activation history / 1061 step 5 number"/>
          <p:cNvSpPr txBox="1"/>
          <p:nvPr/>
        </p:nvSpPr>
        <p:spPr>
          <a:xfrm>
            <a:off x="14312703" y="8074152"/>
            <a:ext cx="498234" cy="876452"/>
          </a:xfrm>
          <a:prstGeom prst="rect">
            <a:avLst/>
          </a:prstGeom>
          <a:noFill/>
        </p:spPr>
        <p:txBody>
          <a:bodyPr wrap="none" lIns="0" rIns="0" tIns="0" bIns="0" anchor="t">
            <a:noAutofit/>
          </a:bodyPr>
          <a:lstStyle/>
          <a:p>
            <a:pPr>
              <a:spcBef>
                <a:spcPts val="0"/>
              </a:spcBef>
              <a:spcAft>
                <a:spcPts val="0"/>
              </a:spcAft>
            </a:pPr>
            <a:r>
              <a:rPr sz="5112" b="0" i="0" dirty="0" spc="0">
                <a:solidFill>
                  <a:srgbClr val="000000"/>
                </a:solidFill>
                <a:latin typeface="Liberation Sans"/>
                <a:ea typeface="Liberation Sans"/>
                <a:cs typeface="Liberation Sans"/>
              </a:rPr>
              <a:t>5</a:t>
            </a:r>
          </a:p>
        </p:txBody>
      </p:sp>
      <p:sp>
        <p:nvSpPr>
          <p:cNvPr id="1080" name="post-activation history / 1062 HISTORY"/>
          <p:cNvSpPr txBox="1"/>
          <p:nvPr/>
        </p:nvSpPr>
        <p:spPr>
          <a:xfrm>
            <a:off x="12390120" y="9939528"/>
            <a:ext cx="2402586" cy="753008"/>
          </a:xfrm>
          <a:prstGeom prst="rect">
            <a:avLst/>
          </a:prstGeom>
          <a:noFill/>
        </p:spPr>
        <p:txBody>
          <a:bodyPr wrap="none" lIns="0" rIns="0" tIns="0" bIns="0" anchor="t">
            <a:noAutofit/>
          </a:bodyPr>
          <a:lstStyle/>
          <a:p>
            <a:pPr>
              <a:spcBef>
                <a:spcPts val="0"/>
              </a:spcBef>
              <a:spcAft>
                <a:spcPts val="0"/>
              </a:spcAft>
            </a:pPr>
            <a:r>
              <a:rPr sz="4392" b="0" i="0" dirty="0" spc="0">
                <a:solidFill>
                  <a:srgbClr val="000000"/>
                </a:solidFill>
                <a:latin typeface="Lato Light"/>
                <a:ea typeface="Lato Light"/>
                <a:cs typeface="Lato Light"/>
              </a:rPr>
              <a:t>HISTORY</a:t>
            </a:r>
          </a:p>
        </p:txBody>
      </p:sp>
      <p:sp>
        <p:nvSpPr>
          <p:cNvPr id="1081" name="post-activation history / 1063 (post-activations)"/>
          <p:cNvSpPr txBox="1"/>
          <p:nvPr/>
        </p:nvSpPr>
        <p:spPr>
          <a:xfrm>
            <a:off x="12152376" y="10460736"/>
            <a:ext cx="2623528" cy="456743"/>
          </a:xfrm>
          <a:prstGeom prst="rect">
            <a:avLst/>
          </a:prstGeom>
          <a:noFill/>
        </p:spPr>
        <p:txBody>
          <a:bodyPr wrap="none" lIns="0" rIns="0" tIns="0" bIns="0" anchor="t">
            <a:noAutofit/>
          </a:bodyPr>
          <a:lstStyle/>
          <a:p>
            <a:pPr>
              <a:spcBef>
                <a:spcPts val="0"/>
              </a:spcBef>
              <a:spcAft>
                <a:spcPts val="0"/>
              </a:spcAft>
            </a:pPr>
            <a:r>
              <a:rPr sz="2664" b="0" i="0" dirty="0" spc="0">
                <a:solidFill>
                  <a:srgbClr val="000000"/>
                </a:solidFill>
                <a:latin typeface="Lato Light"/>
                <a:ea typeface="Lato Light"/>
                <a:cs typeface="Lato Light"/>
              </a:rPr>
              <a:t>(post-activations)</a:t>
            </a:r>
          </a:p>
        </p:txBody>
      </p:sp>
      <p:sp>
        <p:nvSpPr>
          <p:cNvPr id="1082" name="synchronisation / 1064 SYNCHRONISATION"/>
          <p:cNvSpPr txBox="1"/>
          <p:nvPr/>
        </p:nvSpPr>
        <p:spPr>
          <a:xfrm>
            <a:off x="5330952" y="6044184"/>
            <a:ext cx="6452349" cy="925830"/>
          </a:xfrm>
          <a:prstGeom prst="rect">
            <a:avLst/>
          </a:prstGeom>
          <a:noFill/>
        </p:spPr>
        <p:txBody>
          <a:bodyPr wrap="none" lIns="0" rIns="0" tIns="0" bIns="0" anchor="t">
            <a:noAutofit/>
          </a:bodyPr>
          <a:lstStyle/>
          <a:p>
            <a:pPr>
              <a:spcBef>
                <a:spcPts val="0"/>
              </a:spcBef>
              <a:spcAft>
                <a:spcPts val="0"/>
              </a:spcAft>
            </a:pPr>
            <a:r>
              <a:rPr sz="5400" b="0" i="0" dirty="0" spc="0">
                <a:solidFill>
                  <a:srgbClr val="000000"/>
                </a:solidFill>
                <a:latin typeface="Lato Light"/>
                <a:ea typeface="Lato Light"/>
                <a:cs typeface="Lato Light"/>
              </a:rPr>
              <a:t>SYNCHRONISATION</a:t>
            </a:r>
          </a:p>
        </p:txBody>
      </p:sp>
      <p:sp>
        <p:nvSpPr>
          <p:cNvPr id="1083" name="synchronisation / 1065 synchronisation green frame glow"/>
          <p:cNvSpPr/>
          <p:nvPr/>
        </p:nvSpPr>
        <p:spPr>
          <a:xfrm>
            <a:off x="4636008" y="7095744"/>
            <a:ext cx="7635240" cy="3246120"/>
          </a:xfrm>
          <a:custGeom>
            <a:avLst/>
            <a:gdLst/>
            <a:ahLst/>
            <a:cxnLst/>
            <a:rect l="0" t="0" r="r" b="b"/>
            <a:pathLst>
              <a:path w="835000" h="355000" fill="none" stroke="1" extrusionOk="0">
                <a:moveTo>
                  <a:pt x="0" y="0"/>
                </a:moveTo>
                <a:lnTo>
                  <a:pt x="835000" y="0"/>
                </a:lnTo>
                <a:lnTo>
                  <a:pt x="835000" y="355000"/>
                </a:lnTo>
                <a:lnTo>
                  <a:pt x="0" y="355000"/>
                </a:lnTo>
                <a:close/>
              </a:path>
            </a:pathLst>
          </a:custGeom>
          <a:noFill/>
          <a:ln w="228600" cap="rnd" cmpd="sng" algn="ctr">
            <a:solidFill>
              <a:srgbClr val="36DB00">
                <a:alpha val="2000"/>
              </a:srgbClr>
            </a:solidFill>
            <a:round/>
            <a:headEnd type="none"/>
            <a:tailEnd type="none"/>
          </a:ln>
        </p:spPr>
      </p:sp>
      <p:sp>
        <p:nvSpPr>
          <p:cNvPr id="1084" name="synchronisation / 1066 synchronisation green frame glow"/>
          <p:cNvSpPr/>
          <p:nvPr/>
        </p:nvSpPr>
        <p:spPr>
          <a:xfrm>
            <a:off x="4636008" y="7095744"/>
            <a:ext cx="7635240" cy="3246120"/>
          </a:xfrm>
          <a:custGeom>
            <a:avLst/>
            <a:gdLst/>
            <a:ahLst/>
            <a:cxnLst/>
            <a:rect l="0" t="0" r="r" b="b"/>
            <a:pathLst>
              <a:path w="835000" h="355000" fill="none" stroke="1" extrusionOk="0">
                <a:moveTo>
                  <a:pt x="0" y="0"/>
                </a:moveTo>
                <a:lnTo>
                  <a:pt x="835000" y="0"/>
                </a:lnTo>
                <a:lnTo>
                  <a:pt x="835000" y="355000"/>
                </a:lnTo>
                <a:lnTo>
                  <a:pt x="0" y="355000"/>
                </a:lnTo>
                <a:close/>
              </a:path>
            </a:pathLst>
          </a:custGeom>
          <a:noFill/>
          <a:ln w="164592" cap="rnd" cmpd="sng" algn="ctr">
            <a:solidFill>
              <a:srgbClr val="36DB00">
                <a:alpha val="5500"/>
              </a:srgbClr>
            </a:solidFill>
            <a:round/>
            <a:headEnd type="none"/>
            <a:tailEnd type="none"/>
          </a:ln>
        </p:spPr>
      </p:sp>
      <p:sp>
        <p:nvSpPr>
          <p:cNvPr id="1085" name="synchronisation / 1067 synchronisation green frame glow"/>
          <p:cNvSpPr/>
          <p:nvPr/>
        </p:nvSpPr>
        <p:spPr>
          <a:xfrm>
            <a:off x="4636008" y="7095744"/>
            <a:ext cx="7635240" cy="3246120"/>
          </a:xfrm>
          <a:custGeom>
            <a:avLst/>
            <a:gdLst/>
            <a:ahLst/>
            <a:cxnLst/>
            <a:rect l="0" t="0" r="r" b="b"/>
            <a:pathLst>
              <a:path w="835000" h="355000" fill="none" stroke="1" extrusionOk="0">
                <a:moveTo>
                  <a:pt x="0" y="0"/>
                </a:moveTo>
                <a:lnTo>
                  <a:pt x="835000" y="0"/>
                </a:lnTo>
                <a:lnTo>
                  <a:pt x="835000" y="355000"/>
                </a:lnTo>
                <a:lnTo>
                  <a:pt x="0" y="355000"/>
                </a:lnTo>
                <a:close/>
              </a:path>
            </a:pathLst>
          </a:custGeom>
          <a:noFill/>
          <a:ln w="100584" cap="rnd" cmpd="sng" algn="ctr">
            <a:solidFill>
              <a:srgbClr val="36DB00">
                <a:alpha val="11000"/>
              </a:srgbClr>
            </a:solidFill>
            <a:round/>
            <a:headEnd type="none"/>
            <a:tailEnd type="none"/>
          </a:ln>
        </p:spPr>
      </p:sp>
      <p:sp>
        <p:nvSpPr>
          <p:cNvPr id="1086" name="synchronisation / 1068 synchronisation green frame glow"/>
          <p:cNvSpPr/>
          <p:nvPr/>
        </p:nvSpPr>
        <p:spPr>
          <a:xfrm>
            <a:off x="4636008" y="7095744"/>
            <a:ext cx="7635240" cy="3246120"/>
          </a:xfrm>
          <a:custGeom>
            <a:avLst/>
            <a:gdLst/>
            <a:ahLst/>
            <a:cxnLst/>
            <a:rect l="0" t="0" r="r" b="b"/>
            <a:pathLst>
              <a:path w="835000" h="355000" fill="none" stroke="1" extrusionOk="0">
                <a:moveTo>
                  <a:pt x="0" y="0"/>
                </a:moveTo>
                <a:lnTo>
                  <a:pt x="835000" y="0"/>
                </a:lnTo>
                <a:lnTo>
                  <a:pt x="835000" y="355000"/>
                </a:lnTo>
                <a:lnTo>
                  <a:pt x="0" y="355000"/>
                </a:lnTo>
                <a:close/>
              </a:path>
            </a:pathLst>
          </a:custGeom>
          <a:noFill/>
          <a:ln w="64008" cap="rnd" cmpd="sng" algn="ctr">
            <a:solidFill>
              <a:srgbClr val="36DB00">
                <a:alpha val="12000"/>
              </a:srgbClr>
            </a:solidFill>
            <a:round/>
            <a:headEnd type="none"/>
            <a:tailEnd type="none"/>
          </a:ln>
        </p:spPr>
      </p:sp>
      <p:sp>
        <p:nvSpPr>
          <p:cNvPr id="1087" name="synchronisation / 1069 synchronisation frame"/>
          <p:cNvSpPr/>
          <p:nvPr/>
        </p:nvSpPr>
        <p:spPr>
          <a:xfrm>
            <a:off x="4636008" y="7095744"/>
            <a:ext cx="7635240" cy="3246120"/>
          </a:xfrm>
          <a:custGeom>
            <a:avLst/>
            <a:gdLst/>
            <a:ahLst/>
            <a:cxnLst/>
            <a:rect l="0" t="0" r="r" b="b"/>
            <a:pathLst>
              <a:path w="835000" h="355000" fill="none" stroke="1" extrusionOk="0">
                <a:moveTo>
                  <a:pt x="0" y="0"/>
                </a:moveTo>
                <a:lnTo>
                  <a:pt x="835000" y="0"/>
                </a:lnTo>
                <a:lnTo>
                  <a:pt x="835000" y="355000"/>
                </a:lnTo>
                <a:lnTo>
                  <a:pt x="0" y="355000"/>
                </a:lnTo>
                <a:close/>
              </a:path>
            </a:pathLst>
          </a:custGeom>
          <a:noFill/>
          <a:ln w="36576" cap="rnd" cmpd="sng" algn="ctr">
            <a:solidFill>
              <a:srgbClr val="000000"/>
            </a:solidFill>
            <a:round/>
            <a:headEnd type="none"/>
            <a:tailEnd type="none"/>
          </a:ln>
        </p:spPr>
      </p:sp>
      <p:sp>
        <p:nvSpPr>
          <p:cNvPr id="1088" name="synchronisation / 1070 synchronisation matrix"/>
          <p:cNvSpPr/>
          <p:nvPr/>
        </p:nvSpPr>
        <p:spPr>
          <a:xfrm>
            <a:off x="4828032" y="7379208"/>
            <a:ext cx="2651760" cy="2651760"/>
          </a:xfrm>
          <a:custGeom>
            <a:avLst/>
            <a:gdLst/>
            <a:ahLst/>
            <a:cxnLst/>
            <a:rect l="0" t="0" r="r" b="b"/>
            <a:pathLst>
              <a:path w="290000" h="290000" fill="norm" stroke="1" extrusionOk="0">
                <a:moveTo>
                  <a:pt x="0" y="0"/>
                </a:moveTo>
                <a:lnTo>
                  <a:pt x="290000" y="0"/>
                </a:lnTo>
                <a:lnTo>
                  <a:pt x="290000" y="290000"/>
                </a:lnTo>
                <a:lnTo>
                  <a:pt x="0" y="290000"/>
                </a:lnTo>
                <a:close/>
              </a:path>
            </a:pathLst>
          </a:custGeom>
          <a:gradFill rotWithShape="1">
            <a:gsLst>
              <a:gs pos="0">
                <a:srgbClr val="B2B2B2"/>
              </a:gs>
              <a:gs pos="100000">
                <a:srgbClr val="E4E4E4"/>
              </a:gs>
            </a:gsLst>
            <a:lin ang="5400000" scaled="1"/>
            <a:tileRect/>
          </a:gradFill>
          <a:ln w="36576" cap="rnd" cmpd="sng" algn="ctr">
            <a:solidFill>
              <a:srgbClr val="000000"/>
            </a:solidFill>
            <a:round/>
            <a:headEnd type="none"/>
            <a:tailEnd type="none"/>
          </a:ln>
        </p:spPr>
      </p:sp>
      <p:sp>
        <p:nvSpPr>
          <p:cNvPr id="1089" name="synchronisation / 1071 paper texture"/>
          <p:cNvSpPr/>
          <p:nvPr/>
        </p:nvSpPr>
        <p:spPr>
          <a:xfrm>
            <a:off x="4832017" y="7389441"/>
            <a:ext cx="2642215" cy="2635889"/>
          </a:xfrm>
          <a:custGeom>
            <a:avLst/>
            <a:gdLst/>
            <a:ahLst/>
            <a:cxnLst/>
            <a:rect l="0" t="0" r="r" b="b"/>
            <a:pathLst>
              <a:path w="288956" h="288264" fill="norm" stroke="1" extrusionOk="0">
                <a:moveTo>
                  <a:pt x="281352" y="15529"/>
                </a:moveTo>
                <a:lnTo>
                  <a:pt x="283045" y="16555"/>
                </a:lnTo>
                <a:lnTo>
                  <a:pt x="280506" y="16042"/>
                </a:lnTo>
                <a:close/>
                <a:moveTo>
                  <a:pt x="270839" y="116648"/>
                </a:moveTo>
                <a:lnTo>
                  <a:pt x="272889" y="117187"/>
                </a:lnTo>
                <a:lnTo>
                  <a:pt x="269814" y="116917"/>
                </a:lnTo>
                <a:close/>
                <a:moveTo>
                  <a:pt x="286066" y="118406"/>
                </a:moveTo>
                <a:lnTo>
                  <a:pt x="286755" y="119225"/>
                </a:lnTo>
                <a:lnTo>
                  <a:pt x="285722" y="118816"/>
                </a:lnTo>
                <a:close/>
                <a:moveTo>
                  <a:pt x="181603" y="9695"/>
                </a:moveTo>
                <a:lnTo>
                  <a:pt x="182669" y="10011"/>
                </a:lnTo>
                <a:lnTo>
                  <a:pt x="181070" y="9853"/>
                </a:lnTo>
                <a:close/>
                <a:moveTo>
                  <a:pt x="20473" y="48755"/>
                </a:moveTo>
                <a:lnTo>
                  <a:pt x="21250" y="49467"/>
                </a:lnTo>
                <a:lnTo>
                  <a:pt x="20085" y="49111"/>
                </a:lnTo>
                <a:close/>
                <a:moveTo>
                  <a:pt x="223891" y="119273"/>
                </a:moveTo>
                <a:lnTo>
                  <a:pt x="225827" y="120921"/>
                </a:lnTo>
                <a:lnTo>
                  <a:pt x="222922" y="120097"/>
                </a:lnTo>
                <a:close/>
                <a:moveTo>
                  <a:pt x="257489" y="271864"/>
                </a:moveTo>
                <a:lnTo>
                  <a:pt x="258905" y="273171"/>
                </a:lnTo>
                <a:lnTo>
                  <a:pt x="256782" y="272517"/>
                </a:lnTo>
                <a:close/>
                <a:moveTo>
                  <a:pt x="253556" y="155924"/>
                </a:moveTo>
                <a:lnTo>
                  <a:pt x="254169" y="157005"/>
                </a:lnTo>
                <a:lnTo>
                  <a:pt x="253249" y="156464"/>
                </a:lnTo>
                <a:close/>
                <a:moveTo>
                  <a:pt x="152704" y="51441"/>
                </a:moveTo>
                <a:lnTo>
                  <a:pt x="153226" y="52017"/>
                </a:lnTo>
                <a:lnTo>
                  <a:pt x="152443" y="51729"/>
                </a:lnTo>
                <a:close/>
                <a:moveTo>
                  <a:pt x="200718" y="233034"/>
                </a:moveTo>
                <a:lnTo>
                  <a:pt x="202283" y="233974"/>
                </a:lnTo>
                <a:lnTo>
                  <a:pt x="199936" y="233504"/>
                </a:lnTo>
                <a:close/>
                <a:moveTo>
                  <a:pt x="8731" y="1111"/>
                </a:moveTo>
                <a:lnTo>
                  <a:pt x="10292" y="2205"/>
                </a:lnTo>
                <a:lnTo>
                  <a:pt x="7950" y="1658"/>
                </a:lnTo>
                <a:close/>
                <a:moveTo>
                  <a:pt x="131633" y="49117"/>
                </a:moveTo>
                <a:lnTo>
                  <a:pt x="132211" y="49687"/>
                </a:lnTo>
                <a:lnTo>
                  <a:pt x="131344" y="49402"/>
                </a:lnTo>
                <a:close/>
                <a:moveTo>
                  <a:pt x="37457" y="171910"/>
                </a:moveTo>
                <a:lnTo>
                  <a:pt x="38375" y="173043"/>
                </a:lnTo>
                <a:lnTo>
                  <a:pt x="36998" y="172477"/>
                </a:lnTo>
                <a:close/>
                <a:moveTo>
                  <a:pt x="123758" y="157124"/>
                </a:moveTo>
                <a:lnTo>
                  <a:pt x="125485" y="158595"/>
                </a:lnTo>
                <a:lnTo>
                  <a:pt x="122895" y="157859"/>
                </a:lnTo>
                <a:close/>
                <a:moveTo>
                  <a:pt x="43534" y="275327"/>
                </a:moveTo>
                <a:lnTo>
                  <a:pt x="45462" y="276856"/>
                </a:lnTo>
                <a:lnTo>
                  <a:pt x="42570" y="276091"/>
                </a:lnTo>
                <a:close/>
                <a:moveTo>
                  <a:pt x="130581" y="273091"/>
                </a:moveTo>
                <a:lnTo>
                  <a:pt x="132434" y="273749"/>
                </a:lnTo>
                <a:lnTo>
                  <a:pt x="129655" y="273420"/>
                </a:lnTo>
                <a:close/>
                <a:moveTo>
                  <a:pt x="197709" y="243593"/>
                </a:moveTo>
                <a:lnTo>
                  <a:pt x="199452" y="245243"/>
                </a:lnTo>
                <a:lnTo>
                  <a:pt x="196838" y="244418"/>
                </a:lnTo>
                <a:close/>
                <a:moveTo>
                  <a:pt x="152407" y="192513"/>
                </a:moveTo>
                <a:lnTo>
                  <a:pt x="152897" y="193809"/>
                </a:lnTo>
                <a:lnTo>
                  <a:pt x="152161" y="193161"/>
                </a:lnTo>
                <a:close/>
                <a:moveTo>
                  <a:pt x="42540" y="207709"/>
                </a:moveTo>
                <a:lnTo>
                  <a:pt x="44559" y="208566"/>
                </a:lnTo>
                <a:lnTo>
                  <a:pt x="41530" y="208138"/>
                </a:lnTo>
                <a:close/>
                <a:moveTo>
                  <a:pt x="20682" y="12315"/>
                </a:moveTo>
                <a:lnTo>
                  <a:pt x="21988" y="12849"/>
                </a:lnTo>
                <a:lnTo>
                  <a:pt x="20029" y="12582"/>
                </a:lnTo>
                <a:close/>
                <a:moveTo>
                  <a:pt x="212678" y="174860"/>
                </a:moveTo>
                <a:lnTo>
                  <a:pt x="213953" y="176167"/>
                </a:lnTo>
                <a:lnTo>
                  <a:pt x="212040" y="175514"/>
                </a:lnTo>
                <a:close/>
                <a:moveTo>
                  <a:pt x="43850" y="131416"/>
                </a:moveTo>
                <a:lnTo>
                  <a:pt x="44286" y="132538"/>
                </a:lnTo>
                <a:lnTo>
                  <a:pt x="43632" y="131977"/>
                </a:lnTo>
                <a:close/>
                <a:moveTo>
                  <a:pt x="228286" y="44114"/>
                </a:moveTo>
                <a:lnTo>
                  <a:pt x="229910" y="45905"/>
                </a:lnTo>
                <a:lnTo>
                  <a:pt x="227475" y="45009"/>
                </a:lnTo>
                <a:close/>
                <a:moveTo>
                  <a:pt x="93432" y="59666"/>
                </a:moveTo>
                <a:lnTo>
                  <a:pt x="94249" y="61216"/>
                </a:lnTo>
                <a:lnTo>
                  <a:pt x="93023" y="60441"/>
                </a:lnTo>
                <a:close/>
                <a:moveTo>
                  <a:pt x="23688" y="222576"/>
                </a:moveTo>
                <a:lnTo>
                  <a:pt x="24522" y="224010"/>
                </a:lnTo>
                <a:lnTo>
                  <a:pt x="23271" y="223293"/>
                </a:lnTo>
                <a:close/>
                <a:moveTo>
                  <a:pt x="255152" y="243114"/>
                </a:moveTo>
                <a:lnTo>
                  <a:pt x="255858" y="244236"/>
                </a:lnTo>
                <a:lnTo>
                  <a:pt x="254800" y="243675"/>
                </a:lnTo>
                <a:close/>
                <a:moveTo>
                  <a:pt x="91483" y="251068"/>
                </a:moveTo>
                <a:lnTo>
                  <a:pt x="92378" y="251621"/>
                </a:lnTo>
                <a:lnTo>
                  <a:pt x="91035" y="251345"/>
                </a:lnTo>
                <a:close/>
                <a:moveTo>
                  <a:pt x="117081" y="24651"/>
                </a:moveTo>
                <a:lnTo>
                  <a:pt x="117843" y="26006"/>
                </a:lnTo>
                <a:lnTo>
                  <a:pt x="116700" y="25329"/>
                </a:lnTo>
                <a:close/>
                <a:moveTo>
                  <a:pt x="94356" y="52883"/>
                </a:moveTo>
                <a:lnTo>
                  <a:pt x="96436" y="53574"/>
                </a:lnTo>
                <a:lnTo>
                  <a:pt x="93316" y="53229"/>
                </a:lnTo>
                <a:close/>
                <a:moveTo>
                  <a:pt x="228869" y="196220"/>
                </a:moveTo>
                <a:lnTo>
                  <a:pt x="230248" y="197493"/>
                </a:lnTo>
                <a:lnTo>
                  <a:pt x="228180" y="196856"/>
                </a:lnTo>
                <a:close/>
                <a:moveTo>
                  <a:pt x="167279" y="241341"/>
                </a:moveTo>
                <a:lnTo>
                  <a:pt x="168913" y="242043"/>
                </a:lnTo>
                <a:lnTo>
                  <a:pt x="166463" y="241692"/>
                </a:lnTo>
                <a:close/>
                <a:moveTo>
                  <a:pt x="188734" y="145469"/>
                </a:moveTo>
                <a:lnTo>
                  <a:pt x="190791" y="145944"/>
                </a:lnTo>
                <a:lnTo>
                  <a:pt x="187705" y="145706"/>
                </a:lnTo>
                <a:close/>
                <a:moveTo>
                  <a:pt x="130287" y="277347"/>
                </a:moveTo>
                <a:lnTo>
                  <a:pt x="130762" y="278738"/>
                </a:lnTo>
                <a:lnTo>
                  <a:pt x="130049" y="278042"/>
                </a:lnTo>
                <a:close/>
                <a:moveTo>
                  <a:pt x="258832" y="174673"/>
                </a:moveTo>
                <a:lnTo>
                  <a:pt x="259287" y="176137"/>
                </a:lnTo>
                <a:lnTo>
                  <a:pt x="258604" y="175405"/>
                </a:lnTo>
                <a:close/>
                <a:moveTo>
                  <a:pt x="76145" y="148652"/>
                </a:moveTo>
                <a:lnTo>
                  <a:pt x="78006" y="149422"/>
                </a:lnTo>
                <a:lnTo>
                  <a:pt x="75214" y="149037"/>
                </a:lnTo>
                <a:close/>
                <a:moveTo>
                  <a:pt x="70616" y="33381"/>
                </a:moveTo>
                <a:lnTo>
                  <a:pt x="71600" y="33834"/>
                </a:lnTo>
                <a:lnTo>
                  <a:pt x="70124" y="33608"/>
                </a:lnTo>
                <a:close/>
                <a:moveTo>
                  <a:pt x="199917" y="238048"/>
                </a:moveTo>
                <a:lnTo>
                  <a:pt x="200370" y="239140"/>
                </a:lnTo>
                <a:lnTo>
                  <a:pt x="199690" y="238594"/>
                </a:lnTo>
                <a:close/>
                <a:moveTo>
                  <a:pt x="227909" y="223132"/>
                </a:moveTo>
                <a:lnTo>
                  <a:pt x="228750" y="224227"/>
                </a:lnTo>
                <a:lnTo>
                  <a:pt x="227489" y="223679"/>
                </a:lnTo>
                <a:close/>
                <a:moveTo>
                  <a:pt x="196407" y="149223"/>
                </a:moveTo>
                <a:lnTo>
                  <a:pt x="198606" y="150889"/>
                </a:lnTo>
                <a:lnTo>
                  <a:pt x="195308" y="150056"/>
                </a:lnTo>
                <a:close/>
                <a:moveTo>
                  <a:pt x="277743" y="35803"/>
                </a:moveTo>
                <a:lnTo>
                  <a:pt x="278139" y="36988"/>
                </a:lnTo>
                <a:lnTo>
                  <a:pt x="277545" y="36396"/>
                </a:lnTo>
                <a:close/>
                <a:moveTo>
                  <a:pt x="166680" y="76107"/>
                </a:moveTo>
                <a:lnTo>
                  <a:pt x="167480" y="77586"/>
                </a:lnTo>
                <a:lnTo>
                  <a:pt x="166280" y="76847"/>
                </a:lnTo>
                <a:close/>
                <a:moveTo>
                  <a:pt x="229115" y="3751"/>
                </a:moveTo>
                <a:lnTo>
                  <a:pt x="229693" y="5130"/>
                </a:lnTo>
                <a:lnTo>
                  <a:pt x="228827" y="4441"/>
                </a:lnTo>
                <a:close/>
                <a:moveTo>
                  <a:pt x="121847" y="44078"/>
                </a:moveTo>
                <a:lnTo>
                  <a:pt x="123953" y="44872"/>
                </a:lnTo>
                <a:lnTo>
                  <a:pt x="120794" y="44475"/>
                </a:lnTo>
                <a:close/>
                <a:moveTo>
                  <a:pt x="22786" y="118032"/>
                </a:moveTo>
                <a:lnTo>
                  <a:pt x="23887" y="119302"/>
                </a:lnTo>
                <a:lnTo>
                  <a:pt x="22236" y="118667"/>
                </a:lnTo>
                <a:close/>
                <a:moveTo>
                  <a:pt x="220266" y="23358"/>
                </a:moveTo>
                <a:lnTo>
                  <a:pt x="221489" y="25011"/>
                </a:lnTo>
                <a:lnTo>
                  <a:pt x="219655" y="24185"/>
                </a:lnTo>
                <a:close/>
                <a:moveTo>
                  <a:pt x="140139" y="254690"/>
                </a:moveTo>
                <a:lnTo>
                  <a:pt x="142155" y="256196"/>
                </a:lnTo>
                <a:lnTo>
                  <a:pt x="139132" y="255443"/>
                </a:lnTo>
                <a:close/>
                <a:moveTo>
                  <a:pt x="187392" y="31521"/>
                </a:moveTo>
                <a:lnTo>
                  <a:pt x="189561" y="32273"/>
                </a:lnTo>
                <a:lnTo>
                  <a:pt x="186308" y="31897"/>
                </a:lnTo>
                <a:close/>
                <a:moveTo>
                  <a:pt x="88438" y="144534"/>
                </a:moveTo>
                <a:lnTo>
                  <a:pt x="89778" y="145990"/>
                </a:lnTo>
                <a:lnTo>
                  <a:pt x="87768" y="145262"/>
                </a:lnTo>
                <a:close/>
                <a:moveTo>
                  <a:pt x="155424" y="264294"/>
                </a:moveTo>
                <a:lnTo>
                  <a:pt x="157227" y="265564"/>
                </a:lnTo>
                <a:lnTo>
                  <a:pt x="154522" y="264929"/>
                </a:lnTo>
                <a:close/>
                <a:moveTo>
                  <a:pt x="79413" y="182538"/>
                </a:moveTo>
                <a:lnTo>
                  <a:pt x="80690" y="183975"/>
                </a:lnTo>
                <a:lnTo>
                  <a:pt x="78775" y="183257"/>
                </a:lnTo>
                <a:close/>
                <a:moveTo>
                  <a:pt x="79344" y="227391"/>
                </a:moveTo>
                <a:lnTo>
                  <a:pt x="81013" y="227959"/>
                </a:lnTo>
                <a:lnTo>
                  <a:pt x="78510" y="227675"/>
                </a:lnTo>
                <a:close/>
                <a:moveTo>
                  <a:pt x="269866" y="139108"/>
                </a:moveTo>
                <a:lnTo>
                  <a:pt x="271032" y="139914"/>
                </a:lnTo>
                <a:lnTo>
                  <a:pt x="269283" y="139511"/>
                </a:lnTo>
                <a:close/>
                <a:moveTo>
                  <a:pt x="111606" y="229765"/>
                </a:moveTo>
                <a:lnTo>
                  <a:pt x="113662" y="230769"/>
                </a:lnTo>
                <a:lnTo>
                  <a:pt x="110578" y="230267"/>
                </a:lnTo>
                <a:close/>
                <a:moveTo>
                  <a:pt x="153248" y="134422"/>
                </a:moveTo>
                <a:lnTo>
                  <a:pt x="153824" y="136056"/>
                </a:lnTo>
                <a:lnTo>
                  <a:pt x="152960" y="135239"/>
                </a:lnTo>
                <a:close/>
                <a:moveTo>
                  <a:pt x="121145" y="7530"/>
                </a:moveTo>
                <a:lnTo>
                  <a:pt x="121927" y="8280"/>
                </a:lnTo>
                <a:lnTo>
                  <a:pt x="120755" y="7905"/>
                </a:lnTo>
                <a:close/>
                <a:moveTo>
                  <a:pt x="226062" y="50973"/>
                </a:moveTo>
                <a:lnTo>
                  <a:pt x="226703" y="52627"/>
                </a:lnTo>
                <a:lnTo>
                  <a:pt x="225742" y="51800"/>
                </a:lnTo>
                <a:close/>
                <a:moveTo>
                  <a:pt x="88189" y="267023"/>
                </a:moveTo>
                <a:lnTo>
                  <a:pt x="88558" y="267457"/>
                </a:lnTo>
                <a:lnTo>
                  <a:pt x="88005" y="267240"/>
                </a:lnTo>
                <a:close/>
                <a:moveTo>
                  <a:pt x="60907" y="112025"/>
                </a:moveTo>
                <a:lnTo>
                  <a:pt x="62253" y="112818"/>
                </a:lnTo>
                <a:lnTo>
                  <a:pt x="60234" y="112422"/>
                </a:lnTo>
                <a:close/>
                <a:moveTo>
                  <a:pt x="277128" y="270873"/>
                </a:moveTo>
                <a:lnTo>
                  <a:pt x="278528" y="272651"/>
                </a:lnTo>
                <a:lnTo>
                  <a:pt x="276427" y="271762"/>
                </a:lnTo>
                <a:close/>
                <a:moveTo>
                  <a:pt x="247869" y="279822"/>
                </a:moveTo>
                <a:lnTo>
                  <a:pt x="249304" y="280282"/>
                </a:lnTo>
                <a:lnTo>
                  <a:pt x="247151" y="280052"/>
                </a:lnTo>
                <a:close/>
                <a:moveTo>
                  <a:pt x="163341" y="13893"/>
                </a:moveTo>
                <a:lnTo>
                  <a:pt x="164448" y="15685"/>
                </a:lnTo>
                <a:lnTo>
                  <a:pt x="162788" y="14789"/>
                </a:lnTo>
                <a:close/>
                <a:moveTo>
                  <a:pt x="113873" y="196550"/>
                </a:moveTo>
                <a:lnTo>
                  <a:pt x="115982" y="197913"/>
                </a:lnTo>
                <a:lnTo>
                  <a:pt x="112819" y="197231"/>
                </a:lnTo>
                <a:close/>
                <a:moveTo>
                  <a:pt x="110401" y="147092"/>
                </a:moveTo>
                <a:lnTo>
                  <a:pt x="110978" y="148567"/>
                </a:lnTo>
                <a:lnTo>
                  <a:pt x="110113" y="147829"/>
                </a:lnTo>
                <a:close/>
                <a:moveTo>
                  <a:pt x="186584" y="92911"/>
                </a:moveTo>
                <a:lnTo>
                  <a:pt x="187734" y="94491"/>
                </a:lnTo>
                <a:lnTo>
                  <a:pt x="186009" y="93701"/>
                </a:lnTo>
                <a:close/>
                <a:moveTo>
                  <a:pt x="14610" y="62860"/>
                </a:moveTo>
                <a:lnTo>
                  <a:pt x="16121" y="64345"/>
                </a:lnTo>
                <a:lnTo>
                  <a:pt x="13855" y="63602"/>
                </a:lnTo>
                <a:close/>
                <a:moveTo>
                  <a:pt x="155933" y="180896"/>
                </a:moveTo>
                <a:lnTo>
                  <a:pt x="156301" y="182052"/>
                </a:lnTo>
                <a:lnTo>
                  <a:pt x="155748" y="181474"/>
                </a:lnTo>
                <a:close/>
                <a:moveTo>
                  <a:pt x="159921" y="20922"/>
                </a:moveTo>
                <a:lnTo>
                  <a:pt x="161250" y="21602"/>
                </a:lnTo>
                <a:lnTo>
                  <a:pt x="159256" y="21262"/>
                </a:lnTo>
                <a:close/>
                <a:moveTo>
                  <a:pt x="99663" y="226918"/>
                </a:moveTo>
                <a:lnTo>
                  <a:pt x="101561" y="227236"/>
                </a:lnTo>
                <a:lnTo>
                  <a:pt x="98714" y="227077"/>
                </a:lnTo>
                <a:close/>
                <a:moveTo>
                  <a:pt x="25344" y="182452"/>
                </a:moveTo>
                <a:lnTo>
                  <a:pt x="27402" y="183701"/>
                </a:lnTo>
                <a:lnTo>
                  <a:pt x="24314" y="183077"/>
                </a:lnTo>
                <a:close/>
                <a:moveTo>
                  <a:pt x="98432" y="213659"/>
                </a:moveTo>
                <a:lnTo>
                  <a:pt x="100467" y="214057"/>
                </a:lnTo>
                <a:lnTo>
                  <a:pt x="97414" y="213858"/>
                </a:lnTo>
                <a:close/>
                <a:moveTo>
                  <a:pt x="11011" y="125410"/>
                </a:moveTo>
                <a:lnTo>
                  <a:pt x="12680" y="126494"/>
                </a:lnTo>
                <a:lnTo>
                  <a:pt x="10176" y="125952"/>
                </a:lnTo>
                <a:close/>
                <a:moveTo>
                  <a:pt x="137548" y="45429"/>
                </a:moveTo>
                <a:lnTo>
                  <a:pt x="138203" y="45794"/>
                </a:lnTo>
                <a:lnTo>
                  <a:pt x="137221" y="45612"/>
                </a:lnTo>
                <a:close/>
                <a:moveTo>
                  <a:pt x="134253" y="75325"/>
                </a:moveTo>
                <a:lnTo>
                  <a:pt x="135677" y="76328"/>
                </a:lnTo>
                <a:lnTo>
                  <a:pt x="133541" y="75826"/>
                </a:lnTo>
                <a:close/>
                <a:moveTo>
                  <a:pt x="92497" y="218996"/>
                </a:moveTo>
                <a:lnTo>
                  <a:pt x="93470" y="219989"/>
                </a:lnTo>
                <a:lnTo>
                  <a:pt x="92010" y="219492"/>
                </a:lnTo>
                <a:close/>
                <a:moveTo>
                  <a:pt x="131484" y="200780"/>
                </a:moveTo>
                <a:lnTo>
                  <a:pt x="133649" y="202191"/>
                </a:lnTo>
                <a:lnTo>
                  <a:pt x="130402" y="201485"/>
                </a:lnTo>
                <a:close/>
                <a:moveTo>
                  <a:pt x="659" y="215534"/>
                </a:moveTo>
                <a:lnTo>
                  <a:pt x="1978" y="216793"/>
                </a:lnTo>
                <a:lnTo>
                  <a:pt x="0" y="216164"/>
                </a:lnTo>
                <a:close/>
                <a:moveTo>
                  <a:pt x="9865" y="4183"/>
                </a:moveTo>
                <a:lnTo>
                  <a:pt x="10243" y="4660"/>
                </a:lnTo>
                <a:lnTo>
                  <a:pt x="9675" y="4422"/>
                </a:lnTo>
                <a:close/>
                <a:moveTo>
                  <a:pt x="33280" y="203661"/>
                </a:moveTo>
                <a:lnTo>
                  <a:pt x="35045" y="204573"/>
                </a:lnTo>
                <a:lnTo>
                  <a:pt x="32398" y="204117"/>
                </a:lnTo>
                <a:close/>
                <a:moveTo>
                  <a:pt x="62509" y="125774"/>
                </a:moveTo>
                <a:lnTo>
                  <a:pt x="63073" y="126442"/>
                </a:lnTo>
                <a:lnTo>
                  <a:pt x="62227" y="126108"/>
                </a:lnTo>
                <a:close/>
                <a:moveTo>
                  <a:pt x="128322" y="256861"/>
                </a:moveTo>
                <a:lnTo>
                  <a:pt x="130018" y="257332"/>
                </a:lnTo>
                <a:lnTo>
                  <a:pt x="127475" y="257097"/>
                </a:lnTo>
                <a:close/>
                <a:moveTo>
                  <a:pt x="229602" y="280895"/>
                </a:moveTo>
                <a:lnTo>
                  <a:pt x="231595" y="281448"/>
                </a:lnTo>
                <a:lnTo>
                  <a:pt x="228606" y="281172"/>
                </a:lnTo>
                <a:close/>
                <a:moveTo>
                  <a:pt x="168880" y="271426"/>
                </a:moveTo>
                <a:lnTo>
                  <a:pt x="169699" y="272589"/>
                </a:lnTo>
                <a:lnTo>
                  <a:pt x="168471" y="272008"/>
                </a:lnTo>
                <a:close/>
                <a:moveTo>
                  <a:pt x="181514" y="275462"/>
                </a:moveTo>
                <a:lnTo>
                  <a:pt x="183392" y="276464"/>
                </a:lnTo>
                <a:lnTo>
                  <a:pt x="180575" y="275963"/>
                </a:lnTo>
                <a:close/>
                <a:moveTo>
                  <a:pt x="170494" y="58495"/>
                </a:moveTo>
                <a:lnTo>
                  <a:pt x="172363" y="59160"/>
                </a:lnTo>
                <a:lnTo>
                  <a:pt x="169559" y="58828"/>
                </a:lnTo>
                <a:close/>
                <a:moveTo>
                  <a:pt x="191119" y="40658"/>
                </a:moveTo>
                <a:lnTo>
                  <a:pt x="192811" y="42168"/>
                </a:lnTo>
                <a:lnTo>
                  <a:pt x="190273" y="41413"/>
                </a:lnTo>
                <a:close/>
                <a:moveTo>
                  <a:pt x="32008" y="116500"/>
                </a:moveTo>
                <a:lnTo>
                  <a:pt x="32653" y="117587"/>
                </a:lnTo>
                <a:lnTo>
                  <a:pt x="31685" y="117043"/>
                </a:lnTo>
                <a:close/>
                <a:moveTo>
                  <a:pt x="67995" y="267939"/>
                </a:moveTo>
                <a:lnTo>
                  <a:pt x="69886" y="268333"/>
                </a:lnTo>
                <a:lnTo>
                  <a:pt x="67050" y="268136"/>
                </a:lnTo>
                <a:close/>
                <a:moveTo>
                  <a:pt x="70785" y="76169"/>
                </a:moveTo>
                <a:lnTo>
                  <a:pt x="71391" y="77299"/>
                </a:lnTo>
                <a:lnTo>
                  <a:pt x="70482" y="76734"/>
                </a:lnTo>
                <a:close/>
                <a:moveTo>
                  <a:pt x="207494" y="140889"/>
                </a:moveTo>
                <a:lnTo>
                  <a:pt x="208786" y="141443"/>
                </a:lnTo>
                <a:lnTo>
                  <a:pt x="206848" y="141166"/>
                </a:lnTo>
                <a:close/>
                <a:moveTo>
                  <a:pt x="131695" y="242139"/>
                </a:moveTo>
                <a:lnTo>
                  <a:pt x="132191" y="242776"/>
                </a:lnTo>
                <a:lnTo>
                  <a:pt x="131447" y="242458"/>
                </a:lnTo>
                <a:close/>
                <a:moveTo>
                  <a:pt x="150440" y="143138"/>
                </a:moveTo>
                <a:lnTo>
                  <a:pt x="151150" y="144569"/>
                </a:lnTo>
                <a:lnTo>
                  <a:pt x="150085" y="143853"/>
                </a:lnTo>
                <a:close/>
                <a:moveTo>
                  <a:pt x="283008" y="139095"/>
                </a:moveTo>
                <a:lnTo>
                  <a:pt x="285187" y="140804"/>
                </a:lnTo>
                <a:lnTo>
                  <a:pt x="281918" y="139950"/>
                </a:lnTo>
                <a:close/>
                <a:moveTo>
                  <a:pt x="215850" y="85261"/>
                </a:moveTo>
                <a:lnTo>
                  <a:pt x="217234" y="86971"/>
                </a:lnTo>
                <a:lnTo>
                  <a:pt x="215158" y="86116"/>
                </a:lnTo>
                <a:close/>
                <a:moveTo>
                  <a:pt x="243829" y="135964"/>
                </a:moveTo>
                <a:lnTo>
                  <a:pt x="244634" y="136651"/>
                </a:lnTo>
                <a:lnTo>
                  <a:pt x="243427" y="136308"/>
                </a:lnTo>
                <a:close/>
                <a:moveTo>
                  <a:pt x="113375" y="227769"/>
                </a:moveTo>
                <a:lnTo>
                  <a:pt x="114487" y="228845"/>
                </a:lnTo>
                <a:lnTo>
                  <a:pt x="112819" y="228307"/>
                </a:lnTo>
                <a:close/>
                <a:moveTo>
                  <a:pt x="57069" y="125879"/>
                </a:moveTo>
                <a:lnTo>
                  <a:pt x="57711" y="126251"/>
                </a:lnTo>
                <a:lnTo>
                  <a:pt x="56749" y="126065"/>
                </a:lnTo>
                <a:close/>
                <a:moveTo>
                  <a:pt x="60349" y="155471"/>
                </a:moveTo>
                <a:lnTo>
                  <a:pt x="61907" y="156900"/>
                </a:lnTo>
                <a:lnTo>
                  <a:pt x="59570" y="156186"/>
                </a:lnTo>
                <a:close/>
                <a:moveTo>
                  <a:pt x="113878" y="193943"/>
                </a:moveTo>
                <a:lnTo>
                  <a:pt x="115941" y="194303"/>
                </a:lnTo>
                <a:lnTo>
                  <a:pt x="112846" y="194123"/>
                </a:lnTo>
                <a:close/>
                <a:moveTo>
                  <a:pt x="159152" y="65023"/>
                </a:moveTo>
                <a:lnTo>
                  <a:pt x="161276" y="65542"/>
                </a:lnTo>
                <a:lnTo>
                  <a:pt x="158090" y="65283"/>
                </a:lnTo>
                <a:close/>
                <a:moveTo>
                  <a:pt x="94200" y="103995"/>
                </a:moveTo>
                <a:lnTo>
                  <a:pt x="95948" y="105309"/>
                </a:lnTo>
                <a:lnTo>
                  <a:pt x="93327" y="104652"/>
                </a:lnTo>
                <a:close/>
                <a:moveTo>
                  <a:pt x="14575" y="136222"/>
                </a:moveTo>
                <a:lnTo>
                  <a:pt x="15570" y="136746"/>
                </a:lnTo>
                <a:lnTo>
                  <a:pt x="14078" y="136484"/>
                </a:lnTo>
                <a:close/>
                <a:moveTo>
                  <a:pt x="8543" y="135435"/>
                </a:moveTo>
                <a:lnTo>
                  <a:pt x="10397" y="137235"/>
                </a:lnTo>
                <a:lnTo>
                  <a:pt x="7617" y="136335"/>
                </a:lnTo>
                <a:close/>
                <a:moveTo>
                  <a:pt x="63985" y="82441"/>
                </a:moveTo>
                <a:lnTo>
                  <a:pt x="65507" y="83613"/>
                </a:lnTo>
                <a:lnTo>
                  <a:pt x="63224" y="83027"/>
                </a:lnTo>
                <a:close/>
                <a:moveTo>
                  <a:pt x="107336" y="44632"/>
                </a:moveTo>
                <a:lnTo>
                  <a:pt x="109225" y="45499"/>
                </a:lnTo>
                <a:lnTo>
                  <a:pt x="106392" y="45066"/>
                </a:lnTo>
                <a:close/>
                <a:moveTo>
                  <a:pt x="84117" y="147129"/>
                </a:moveTo>
                <a:lnTo>
                  <a:pt x="84635" y="148157"/>
                </a:lnTo>
                <a:lnTo>
                  <a:pt x="83857" y="147643"/>
                </a:lnTo>
                <a:close/>
                <a:moveTo>
                  <a:pt x="32858" y="94007"/>
                </a:moveTo>
                <a:lnTo>
                  <a:pt x="34383" y="95402"/>
                </a:lnTo>
                <a:lnTo>
                  <a:pt x="32096" y="94704"/>
                </a:lnTo>
                <a:close/>
                <a:moveTo>
                  <a:pt x="281041" y="196757"/>
                </a:moveTo>
                <a:lnTo>
                  <a:pt x="281563" y="197998"/>
                </a:lnTo>
                <a:lnTo>
                  <a:pt x="280779" y="197378"/>
                </a:lnTo>
                <a:close/>
                <a:moveTo>
                  <a:pt x="78997" y="65375"/>
                </a:moveTo>
                <a:lnTo>
                  <a:pt x="80567" y="66177"/>
                </a:lnTo>
                <a:lnTo>
                  <a:pt x="78212" y="65776"/>
                </a:lnTo>
                <a:close/>
                <a:moveTo>
                  <a:pt x="254989" y="149470"/>
                </a:moveTo>
                <a:lnTo>
                  <a:pt x="255642" y="149968"/>
                </a:lnTo>
                <a:lnTo>
                  <a:pt x="254663" y="149719"/>
                </a:lnTo>
                <a:close/>
                <a:moveTo>
                  <a:pt x="14298" y="266779"/>
                </a:moveTo>
                <a:lnTo>
                  <a:pt x="16360" y="267770"/>
                </a:lnTo>
                <a:lnTo>
                  <a:pt x="13268" y="267275"/>
                </a:lnTo>
                <a:close/>
                <a:moveTo>
                  <a:pt x="263255" y="209123"/>
                </a:moveTo>
                <a:lnTo>
                  <a:pt x="264946" y="210407"/>
                </a:lnTo>
                <a:lnTo>
                  <a:pt x="262410" y="209765"/>
                </a:lnTo>
                <a:close/>
                <a:moveTo>
                  <a:pt x="212371" y="22519"/>
                </a:moveTo>
                <a:lnTo>
                  <a:pt x="213910" y="23512"/>
                </a:lnTo>
                <a:lnTo>
                  <a:pt x="211601" y="23015"/>
                </a:lnTo>
                <a:close/>
                <a:moveTo>
                  <a:pt x="113223" y="56109"/>
                </a:moveTo>
                <a:lnTo>
                  <a:pt x="114758" y="57574"/>
                </a:lnTo>
                <a:lnTo>
                  <a:pt x="112455" y="56841"/>
                </a:lnTo>
                <a:close/>
                <a:moveTo>
                  <a:pt x="191831" y="16648"/>
                </a:moveTo>
                <a:lnTo>
                  <a:pt x="192274" y="17928"/>
                </a:lnTo>
                <a:lnTo>
                  <a:pt x="191610" y="17288"/>
                </a:lnTo>
                <a:close/>
                <a:moveTo>
                  <a:pt x="188029" y="24729"/>
                </a:moveTo>
                <a:lnTo>
                  <a:pt x="188463" y="26346"/>
                </a:lnTo>
                <a:lnTo>
                  <a:pt x="187812" y="25538"/>
                </a:lnTo>
                <a:close/>
                <a:moveTo>
                  <a:pt x="285123" y="251907"/>
                </a:moveTo>
                <a:lnTo>
                  <a:pt x="286609" y="252306"/>
                </a:lnTo>
                <a:lnTo>
                  <a:pt x="284380" y="252106"/>
                </a:lnTo>
                <a:close/>
                <a:moveTo>
                  <a:pt x="90540" y="83934"/>
                </a:moveTo>
                <a:lnTo>
                  <a:pt x="91699" y="85607"/>
                </a:lnTo>
                <a:lnTo>
                  <a:pt x="89961" y="84771"/>
                </a:lnTo>
                <a:close/>
                <a:moveTo>
                  <a:pt x="267947" y="48534"/>
                </a:moveTo>
                <a:lnTo>
                  <a:pt x="269299" y="50154"/>
                </a:lnTo>
                <a:lnTo>
                  <a:pt x="267270" y="49344"/>
                </a:lnTo>
                <a:close/>
                <a:moveTo>
                  <a:pt x="286185" y="153305"/>
                </a:moveTo>
                <a:lnTo>
                  <a:pt x="286899" y="154648"/>
                </a:lnTo>
                <a:lnTo>
                  <a:pt x="285827" y="153976"/>
                </a:lnTo>
                <a:close/>
                <a:moveTo>
                  <a:pt x="27462" y="216757"/>
                </a:moveTo>
                <a:lnTo>
                  <a:pt x="29396" y="218368"/>
                </a:lnTo>
                <a:lnTo>
                  <a:pt x="26495" y="217563"/>
                </a:lnTo>
                <a:close/>
                <a:moveTo>
                  <a:pt x="216532" y="55206"/>
                </a:moveTo>
                <a:lnTo>
                  <a:pt x="217845" y="55858"/>
                </a:lnTo>
                <a:lnTo>
                  <a:pt x="215875" y="55532"/>
                </a:lnTo>
                <a:close/>
                <a:moveTo>
                  <a:pt x="12245" y="233643"/>
                </a:moveTo>
                <a:lnTo>
                  <a:pt x="12717" y="234839"/>
                </a:lnTo>
                <a:lnTo>
                  <a:pt x="12009" y="234241"/>
                </a:lnTo>
                <a:close/>
                <a:moveTo>
                  <a:pt x="89736" y="174098"/>
                </a:moveTo>
                <a:lnTo>
                  <a:pt x="90721" y="175360"/>
                </a:lnTo>
                <a:lnTo>
                  <a:pt x="89243" y="174729"/>
                </a:lnTo>
                <a:close/>
                <a:moveTo>
                  <a:pt x="269507" y="35215"/>
                </a:moveTo>
                <a:lnTo>
                  <a:pt x="271133" y="36271"/>
                </a:lnTo>
                <a:lnTo>
                  <a:pt x="268694" y="35743"/>
                </a:lnTo>
                <a:close/>
                <a:moveTo>
                  <a:pt x="264239" y="89663"/>
                </a:moveTo>
                <a:lnTo>
                  <a:pt x="266341" y="90857"/>
                </a:lnTo>
                <a:lnTo>
                  <a:pt x="263188" y="90260"/>
                </a:lnTo>
                <a:close/>
                <a:moveTo>
                  <a:pt x="7849" y="45167"/>
                </a:moveTo>
                <a:lnTo>
                  <a:pt x="9166" y="46361"/>
                </a:lnTo>
                <a:lnTo>
                  <a:pt x="7190" y="45764"/>
                </a:lnTo>
                <a:close/>
                <a:moveTo>
                  <a:pt x="262191" y="143159"/>
                </a:moveTo>
                <a:lnTo>
                  <a:pt x="264132" y="144319"/>
                </a:lnTo>
                <a:lnTo>
                  <a:pt x="261220" y="143739"/>
                </a:lnTo>
                <a:close/>
                <a:moveTo>
                  <a:pt x="119770" y="254246"/>
                </a:moveTo>
                <a:lnTo>
                  <a:pt x="121268" y="254872"/>
                </a:lnTo>
                <a:lnTo>
                  <a:pt x="119020" y="254559"/>
                </a:lnTo>
                <a:close/>
                <a:moveTo>
                  <a:pt x="117637" y="35187"/>
                </a:moveTo>
                <a:lnTo>
                  <a:pt x="119539" y="36886"/>
                </a:lnTo>
                <a:lnTo>
                  <a:pt x="116686" y="36037"/>
                </a:lnTo>
                <a:close/>
                <a:moveTo>
                  <a:pt x="283081" y="147802"/>
                </a:moveTo>
                <a:lnTo>
                  <a:pt x="283899" y="149114"/>
                </a:lnTo>
                <a:lnTo>
                  <a:pt x="282672" y="148458"/>
                </a:lnTo>
                <a:close/>
                <a:moveTo>
                  <a:pt x="177060" y="280114"/>
                </a:moveTo>
                <a:lnTo>
                  <a:pt x="178103" y="281712"/>
                </a:lnTo>
                <a:lnTo>
                  <a:pt x="176539" y="280913"/>
                </a:lnTo>
                <a:close/>
                <a:moveTo>
                  <a:pt x="131327" y="160098"/>
                </a:moveTo>
                <a:lnTo>
                  <a:pt x="133032" y="161146"/>
                </a:lnTo>
                <a:lnTo>
                  <a:pt x="130474" y="160622"/>
                </a:lnTo>
                <a:close/>
                <a:moveTo>
                  <a:pt x="9741" y="52605"/>
                </a:moveTo>
                <a:lnTo>
                  <a:pt x="11340" y="53918"/>
                </a:lnTo>
                <a:lnTo>
                  <a:pt x="8941" y="53261"/>
                </a:lnTo>
                <a:close/>
                <a:moveTo>
                  <a:pt x="105528" y="106088"/>
                </a:moveTo>
                <a:lnTo>
                  <a:pt x="107369" y="106796"/>
                </a:lnTo>
                <a:lnTo>
                  <a:pt x="104608" y="106442"/>
                </a:lnTo>
                <a:close/>
                <a:moveTo>
                  <a:pt x="45192" y="54430"/>
                </a:moveTo>
                <a:lnTo>
                  <a:pt x="46613" y="55427"/>
                </a:lnTo>
                <a:lnTo>
                  <a:pt x="44482" y="54928"/>
                </a:lnTo>
                <a:close/>
                <a:moveTo>
                  <a:pt x="126668" y="284496"/>
                </a:moveTo>
                <a:lnTo>
                  <a:pt x="127076" y="285916"/>
                </a:lnTo>
                <a:lnTo>
                  <a:pt x="126463" y="285206"/>
                </a:lnTo>
                <a:close/>
                <a:moveTo>
                  <a:pt x="86797" y="101067"/>
                </a:moveTo>
                <a:lnTo>
                  <a:pt x="87584" y="101804"/>
                </a:lnTo>
                <a:lnTo>
                  <a:pt x="86404" y="101436"/>
                </a:lnTo>
                <a:close/>
                <a:moveTo>
                  <a:pt x="10779" y="28468"/>
                </a:moveTo>
                <a:lnTo>
                  <a:pt x="11934" y="30205"/>
                </a:lnTo>
                <a:lnTo>
                  <a:pt x="10202" y="29336"/>
                </a:lnTo>
                <a:close/>
                <a:moveTo>
                  <a:pt x="17725" y="187771"/>
                </a:moveTo>
                <a:lnTo>
                  <a:pt x="18580" y="188675"/>
                </a:lnTo>
                <a:lnTo>
                  <a:pt x="17297" y="188223"/>
                </a:lnTo>
                <a:close/>
                <a:moveTo>
                  <a:pt x="64847" y="172341"/>
                </a:moveTo>
                <a:lnTo>
                  <a:pt x="65748" y="173092"/>
                </a:lnTo>
                <a:lnTo>
                  <a:pt x="64396" y="172716"/>
                </a:lnTo>
                <a:close/>
                <a:moveTo>
                  <a:pt x="42012" y="134451"/>
                </a:moveTo>
                <a:lnTo>
                  <a:pt x="43772" y="135107"/>
                </a:lnTo>
                <a:lnTo>
                  <a:pt x="41131" y="134779"/>
                </a:lnTo>
                <a:close/>
                <a:moveTo>
                  <a:pt x="163179" y="69122"/>
                </a:moveTo>
                <a:lnTo>
                  <a:pt x="164360" y="69811"/>
                </a:lnTo>
                <a:lnTo>
                  <a:pt x="162588" y="69466"/>
                </a:lnTo>
                <a:close/>
                <a:moveTo>
                  <a:pt x="225893" y="31627"/>
                </a:moveTo>
                <a:lnTo>
                  <a:pt x="227684" y="31988"/>
                </a:lnTo>
                <a:lnTo>
                  <a:pt x="224997" y="31807"/>
                </a:lnTo>
                <a:close/>
                <a:moveTo>
                  <a:pt x="192755" y="80038"/>
                </a:moveTo>
                <a:lnTo>
                  <a:pt x="193840" y="80635"/>
                </a:lnTo>
                <a:lnTo>
                  <a:pt x="192212" y="80336"/>
                </a:lnTo>
                <a:close/>
                <a:moveTo>
                  <a:pt x="109041" y="180740"/>
                </a:moveTo>
                <a:lnTo>
                  <a:pt x="110560" y="182029"/>
                </a:lnTo>
                <a:lnTo>
                  <a:pt x="108282" y="181385"/>
                </a:lnTo>
                <a:close/>
                <a:moveTo>
                  <a:pt x="63037" y="147530"/>
                </a:moveTo>
                <a:lnTo>
                  <a:pt x="64976" y="148542"/>
                </a:lnTo>
                <a:lnTo>
                  <a:pt x="62067" y="148036"/>
                </a:lnTo>
                <a:close/>
                <a:moveTo>
                  <a:pt x="241444" y="228785"/>
                </a:moveTo>
                <a:lnTo>
                  <a:pt x="241967" y="229885"/>
                </a:lnTo>
                <a:lnTo>
                  <a:pt x="241182" y="229335"/>
                </a:lnTo>
                <a:close/>
                <a:moveTo>
                  <a:pt x="109294" y="205003"/>
                </a:moveTo>
                <a:lnTo>
                  <a:pt x="109725" y="206370"/>
                </a:lnTo>
                <a:lnTo>
                  <a:pt x="109079" y="205686"/>
                </a:lnTo>
                <a:close/>
                <a:moveTo>
                  <a:pt x="276203" y="247704"/>
                </a:moveTo>
                <a:lnTo>
                  <a:pt x="278360" y="248215"/>
                </a:lnTo>
                <a:lnTo>
                  <a:pt x="275125" y="247959"/>
                </a:lnTo>
                <a:close/>
                <a:moveTo>
                  <a:pt x="116091" y="93707"/>
                </a:moveTo>
                <a:lnTo>
                  <a:pt x="117742" y="94177"/>
                </a:lnTo>
                <a:lnTo>
                  <a:pt x="115265" y="93942"/>
                </a:lnTo>
                <a:close/>
                <a:moveTo>
                  <a:pt x="282902" y="117808"/>
                </a:moveTo>
                <a:lnTo>
                  <a:pt x="283781" y="119083"/>
                </a:lnTo>
                <a:lnTo>
                  <a:pt x="282463" y="118445"/>
                </a:lnTo>
                <a:close/>
                <a:moveTo>
                  <a:pt x="180236" y="231696"/>
                </a:moveTo>
                <a:lnTo>
                  <a:pt x="181149" y="232931"/>
                </a:lnTo>
                <a:lnTo>
                  <a:pt x="179780" y="232313"/>
                </a:lnTo>
                <a:close/>
                <a:moveTo>
                  <a:pt x="126160" y="115415"/>
                </a:moveTo>
                <a:lnTo>
                  <a:pt x="127642" y="117098"/>
                </a:lnTo>
                <a:lnTo>
                  <a:pt x="125420" y="116257"/>
                </a:lnTo>
                <a:close/>
                <a:moveTo>
                  <a:pt x="8733" y="273456"/>
                </a:moveTo>
                <a:lnTo>
                  <a:pt x="9586" y="274491"/>
                </a:lnTo>
                <a:lnTo>
                  <a:pt x="8307" y="273974"/>
                </a:lnTo>
                <a:close/>
                <a:moveTo>
                  <a:pt x="175350" y="170248"/>
                </a:moveTo>
                <a:lnTo>
                  <a:pt x="177270" y="170919"/>
                </a:lnTo>
                <a:lnTo>
                  <a:pt x="174390" y="170583"/>
                </a:lnTo>
                <a:close/>
                <a:moveTo>
                  <a:pt x="140298" y="186405"/>
                </a:moveTo>
                <a:lnTo>
                  <a:pt x="140930" y="187307"/>
                </a:lnTo>
                <a:lnTo>
                  <a:pt x="139982" y="186856"/>
                </a:lnTo>
                <a:close/>
                <a:moveTo>
                  <a:pt x="192659" y="10661"/>
                </a:moveTo>
                <a:lnTo>
                  <a:pt x="193176" y="11477"/>
                </a:lnTo>
                <a:lnTo>
                  <a:pt x="192400" y="11069"/>
                </a:lnTo>
                <a:close/>
                <a:moveTo>
                  <a:pt x="162542" y="126675"/>
                </a:moveTo>
                <a:lnTo>
                  <a:pt x="164098" y="127741"/>
                </a:lnTo>
                <a:lnTo>
                  <a:pt x="161763" y="127208"/>
                </a:lnTo>
                <a:close/>
                <a:moveTo>
                  <a:pt x="187793" y="260158"/>
                </a:moveTo>
                <a:lnTo>
                  <a:pt x="189568" y="260683"/>
                </a:lnTo>
                <a:lnTo>
                  <a:pt x="186905" y="260420"/>
                </a:lnTo>
                <a:close/>
                <a:moveTo>
                  <a:pt x="41481" y="129811"/>
                </a:moveTo>
                <a:lnTo>
                  <a:pt x="42141" y="130729"/>
                </a:lnTo>
                <a:lnTo>
                  <a:pt x="41151" y="130270"/>
                </a:lnTo>
                <a:close/>
                <a:moveTo>
                  <a:pt x="29774" y="130913"/>
                </a:moveTo>
                <a:lnTo>
                  <a:pt x="30596" y="131830"/>
                </a:lnTo>
                <a:lnTo>
                  <a:pt x="29363" y="131372"/>
                </a:lnTo>
                <a:close/>
                <a:moveTo>
                  <a:pt x="238578" y="266118"/>
                </a:moveTo>
                <a:lnTo>
                  <a:pt x="239108" y="267306"/>
                </a:lnTo>
                <a:lnTo>
                  <a:pt x="238313" y="266712"/>
                </a:lnTo>
                <a:close/>
                <a:moveTo>
                  <a:pt x="232063" y="72097"/>
                </a:moveTo>
                <a:lnTo>
                  <a:pt x="234080" y="72934"/>
                </a:lnTo>
                <a:lnTo>
                  <a:pt x="231054" y="72515"/>
                </a:lnTo>
                <a:close/>
                <a:moveTo>
                  <a:pt x="280237" y="105317"/>
                </a:moveTo>
                <a:lnTo>
                  <a:pt x="281681" y="106638"/>
                </a:lnTo>
                <a:lnTo>
                  <a:pt x="279516" y="105978"/>
                </a:lnTo>
                <a:close/>
                <a:moveTo>
                  <a:pt x="112554" y="244075"/>
                </a:moveTo>
                <a:lnTo>
                  <a:pt x="113146" y="245507"/>
                </a:lnTo>
                <a:lnTo>
                  <a:pt x="112259" y="244791"/>
                </a:lnTo>
                <a:close/>
                <a:moveTo>
                  <a:pt x="225590" y="264183"/>
                </a:moveTo>
                <a:lnTo>
                  <a:pt x="227035" y="265692"/>
                </a:lnTo>
                <a:lnTo>
                  <a:pt x="224867" y="264937"/>
                </a:lnTo>
                <a:close/>
                <a:moveTo>
                  <a:pt x="50669" y="224688"/>
                </a:moveTo>
                <a:lnTo>
                  <a:pt x="51211" y="226388"/>
                </a:lnTo>
                <a:lnTo>
                  <a:pt x="50398" y="225538"/>
                </a:lnTo>
                <a:close/>
                <a:moveTo>
                  <a:pt x="272752" y="9284"/>
                </a:moveTo>
                <a:lnTo>
                  <a:pt x="274808" y="10563"/>
                </a:lnTo>
                <a:lnTo>
                  <a:pt x="271724" y="9923"/>
                </a:lnTo>
                <a:close/>
                <a:moveTo>
                  <a:pt x="215311" y="283197"/>
                </a:moveTo>
                <a:lnTo>
                  <a:pt x="216582" y="284532"/>
                </a:lnTo>
                <a:lnTo>
                  <a:pt x="214675" y="283864"/>
                </a:lnTo>
                <a:close/>
                <a:moveTo>
                  <a:pt x="224237" y="154123"/>
                </a:moveTo>
                <a:lnTo>
                  <a:pt x="226025" y="155836"/>
                </a:lnTo>
                <a:lnTo>
                  <a:pt x="223342" y="154979"/>
                </a:lnTo>
                <a:close/>
                <a:moveTo>
                  <a:pt x="231942" y="255057"/>
                </a:moveTo>
                <a:lnTo>
                  <a:pt x="233431" y="255441"/>
                </a:lnTo>
                <a:lnTo>
                  <a:pt x="231198" y="255249"/>
                </a:lnTo>
                <a:close/>
                <a:moveTo>
                  <a:pt x="33523" y="231355"/>
                </a:moveTo>
                <a:lnTo>
                  <a:pt x="35219" y="232961"/>
                </a:lnTo>
                <a:lnTo>
                  <a:pt x="32675" y="232158"/>
                </a:lnTo>
                <a:close/>
                <a:moveTo>
                  <a:pt x="78687" y="175375"/>
                </a:moveTo>
                <a:lnTo>
                  <a:pt x="79342" y="177154"/>
                </a:lnTo>
                <a:lnTo>
                  <a:pt x="78359" y="176264"/>
                </a:lnTo>
                <a:close/>
                <a:moveTo>
                  <a:pt x="232493" y="232505"/>
                </a:moveTo>
                <a:lnTo>
                  <a:pt x="234550" y="234178"/>
                </a:lnTo>
                <a:lnTo>
                  <a:pt x="231465" y="233342"/>
                </a:lnTo>
                <a:close/>
                <a:moveTo>
                  <a:pt x="29653" y="190779"/>
                </a:moveTo>
                <a:lnTo>
                  <a:pt x="30750" y="191958"/>
                </a:lnTo>
                <a:lnTo>
                  <a:pt x="29105" y="191368"/>
                </a:lnTo>
                <a:close/>
                <a:moveTo>
                  <a:pt x="35731" y="125150"/>
                </a:moveTo>
                <a:lnTo>
                  <a:pt x="37882" y="126411"/>
                </a:lnTo>
                <a:lnTo>
                  <a:pt x="34655" y="125780"/>
                </a:lnTo>
                <a:close/>
                <a:moveTo>
                  <a:pt x="207176" y="224022"/>
                </a:moveTo>
                <a:lnTo>
                  <a:pt x="208868" y="224460"/>
                </a:lnTo>
                <a:lnTo>
                  <a:pt x="206330" y="224241"/>
                </a:lnTo>
                <a:close/>
                <a:moveTo>
                  <a:pt x="151232" y="190396"/>
                </a:moveTo>
                <a:lnTo>
                  <a:pt x="153057" y="191299"/>
                </a:lnTo>
                <a:lnTo>
                  <a:pt x="150320" y="190847"/>
                </a:lnTo>
                <a:close/>
                <a:moveTo>
                  <a:pt x="22542" y="89317"/>
                </a:moveTo>
                <a:lnTo>
                  <a:pt x="24306" y="90044"/>
                </a:lnTo>
                <a:lnTo>
                  <a:pt x="21659" y="89681"/>
                </a:lnTo>
                <a:close/>
                <a:moveTo>
                  <a:pt x="8463" y="264972"/>
                </a:moveTo>
                <a:lnTo>
                  <a:pt x="10313" y="265592"/>
                </a:lnTo>
                <a:lnTo>
                  <a:pt x="7539" y="265282"/>
                </a:lnTo>
                <a:close/>
                <a:moveTo>
                  <a:pt x="216893" y="163233"/>
                </a:moveTo>
                <a:lnTo>
                  <a:pt x="218706" y="163690"/>
                </a:lnTo>
                <a:lnTo>
                  <a:pt x="215986" y="163461"/>
                </a:lnTo>
                <a:close/>
                <a:moveTo>
                  <a:pt x="212624" y="254800"/>
                </a:moveTo>
                <a:lnTo>
                  <a:pt x="214324" y="256579"/>
                </a:lnTo>
                <a:lnTo>
                  <a:pt x="211775" y="255690"/>
                </a:lnTo>
                <a:close/>
                <a:moveTo>
                  <a:pt x="84902" y="185692"/>
                </a:moveTo>
                <a:lnTo>
                  <a:pt x="85458" y="186041"/>
                </a:lnTo>
                <a:lnTo>
                  <a:pt x="84624" y="185867"/>
                </a:lnTo>
                <a:close/>
                <a:moveTo>
                  <a:pt x="53584" y="226025"/>
                </a:moveTo>
                <a:lnTo>
                  <a:pt x="55707" y="227755"/>
                </a:lnTo>
                <a:lnTo>
                  <a:pt x="52522" y="226890"/>
                </a:lnTo>
                <a:close/>
                <a:moveTo>
                  <a:pt x="208018" y="14424"/>
                </a:moveTo>
                <a:lnTo>
                  <a:pt x="209813" y="15912"/>
                </a:lnTo>
                <a:lnTo>
                  <a:pt x="207121" y="15168"/>
                </a:lnTo>
                <a:close/>
                <a:moveTo>
                  <a:pt x="45752" y="49041"/>
                </a:moveTo>
                <a:lnTo>
                  <a:pt x="46448" y="50731"/>
                </a:lnTo>
                <a:lnTo>
                  <a:pt x="45404" y="49886"/>
                </a:lnTo>
                <a:close/>
                <a:moveTo>
                  <a:pt x="65178" y="176999"/>
                </a:moveTo>
                <a:lnTo>
                  <a:pt x="65610" y="177681"/>
                </a:lnTo>
                <a:lnTo>
                  <a:pt x="64963" y="177340"/>
                </a:lnTo>
                <a:close/>
                <a:moveTo>
                  <a:pt x="266940" y="188701"/>
                </a:moveTo>
                <a:lnTo>
                  <a:pt x="268021" y="190500"/>
                </a:lnTo>
                <a:lnTo>
                  <a:pt x="266399" y="189601"/>
                </a:lnTo>
                <a:close/>
                <a:moveTo>
                  <a:pt x="117265" y="254002"/>
                </a:moveTo>
                <a:lnTo>
                  <a:pt x="117752" y="254348"/>
                </a:lnTo>
                <a:lnTo>
                  <a:pt x="117021" y="254175"/>
                </a:lnTo>
                <a:close/>
                <a:moveTo>
                  <a:pt x="210820" y="100004"/>
                </a:moveTo>
                <a:lnTo>
                  <a:pt x="212033" y="101565"/>
                </a:lnTo>
                <a:lnTo>
                  <a:pt x="210213" y="100785"/>
                </a:lnTo>
                <a:close/>
                <a:moveTo>
                  <a:pt x="47885" y="263709"/>
                </a:moveTo>
                <a:lnTo>
                  <a:pt x="49620" y="264405"/>
                </a:lnTo>
                <a:lnTo>
                  <a:pt x="47018" y="264057"/>
                </a:lnTo>
                <a:close/>
                <a:moveTo>
                  <a:pt x="276809" y="134562"/>
                </a:moveTo>
                <a:lnTo>
                  <a:pt x="277242" y="134923"/>
                </a:lnTo>
                <a:lnTo>
                  <a:pt x="276593" y="134742"/>
                </a:lnTo>
                <a:close/>
                <a:moveTo>
                  <a:pt x="99304" y="286821"/>
                </a:moveTo>
                <a:lnTo>
                  <a:pt x="101362" y="287610"/>
                </a:lnTo>
                <a:lnTo>
                  <a:pt x="98275" y="287215"/>
                </a:lnTo>
                <a:close/>
                <a:moveTo>
                  <a:pt x="221269" y="267572"/>
                </a:moveTo>
                <a:lnTo>
                  <a:pt x="222971" y="267941"/>
                </a:lnTo>
                <a:lnTo>
                  <a:pt x="220418" y="267756"/>
                </a:lnTo>
                <a:close/>
                <a:moveTo>
                  <a:pt x="271475" y="140441"/>
                </a:moveTo>
                <a:lnTo>
                  <a:pt x="272137" y="140751"/>
                </a:lnTo>
                <a:lnTo>
                  <a:pt x="271144" y="140596"/>
                </a:lnTo>
                <a:close/>
                <a:moveTo>
                  <a:pt x="216553" y="44377"/>
                </a:moveTo>
                <a:lnTo>
                  <a:pt x="217392" y="44947"/>
                </a:lnTo>
                <a:lnTo>
                  <a:pt x="216134" y="44662"/>
                </a:lnTo>
                <a:close/>
                <a:moveTo>
                  <a:pt x="271888" y="48588"/>
                </a:moveTo>
                <a:lnTo>
                  <a:pt x="273376" y="48944"/>
                </a:lnTo>
                <a:lnTo>
                  <a:pt x="271144" y="48766"/>
                </a:lnTo>
                <a:close/>
                <a:moveTo>
                  <a:pt x="142684" y="136330"/>
                </a:moveTo>
                <a:lnTo>
                  <a:pt x="144781" y="137687"/>
                </a:lnTo>
                <a:lnTo>
                  <a:pt x="141636" y="137008"/>
                </a:lnTo>
                <a:close/>
                <a:moveTo>
                  <a:pt x="154980" y="67875"/>
                </a:moveTo>
                <a:lnTo>
                  <a:pt x="155621" y="68881"/>
                </a:lnTo>
                <a:lnTo>
                  <a:pt x="154660" y="68378"/>
                </a:lnTo>
                <a:close/>
                <a:moveTo>
                  <a:pt x="102910" y="76371"/>
                </a:moveTo>
                <a:lnTo>
                  <a:pt x="103683" y="77205"/>
                </a:lnTo>
                <a:lnTo>
                  <a:pt x="102524" y="76788"/>
                </a:lnTo>
                <a:close/>
                <a:moveTo>
                  <a:pt x="55175" y="1702"/>
                </a:moveTo>
                <a:lnTo>
                  <a:pt x="55871" y="3437"/>
                </a:lnTo>
                <a:lnTo>
                  <a:pt x="54827" y="2569"/>
                </a:lnTo>
                <a:close/>
                <a:moveTo>
                  <a:pt x="263859" y="106524"/>
                </a:moveTo>
                <a:lnTo>
                  <a:pt x="264360" y="107450"/>
                </a:lnTo>
                <a:lnTo>
                  <a:pt x="263608" y="106987"/>
                </a:lnTo>
                <a:close/>
                <a:moveTo>
                  <a:pt x="156577" y="14228"/>
                </a:moveTo>
                <a:lnTo>
                  <a:pt x="157630" y="15126"/>
                </a:lnTo>
                <a:lnTo>
                  <a:pt x="156050" y="14677"/>
                </a:lnTo>
                <a:close/>
                <a:moveTo>
                  <a:pt x="62750" y="126357"/>
                </a:moveTo>
                <a:lnTo>
                  <a:pt x="63474" y="126753"/>
                </a:lnTo>
                <a:lnTo>
                  <a:pt x="62388" y="126555"/>
                </a:lnTo>
                <a:close/>
                <a:moveTo>
                  <a:pt x="29942" y="29622"/>
                </a:moveTo>
                <a:lnTo>
                  <a:pt x="30511" y="30228"/>
                </a:lnTo>
                <a:lnTo>
                  <a:pt x="29657" y="29925"/>
                </a:lnTo>
                <a:close/>
                <a:moveTo>
                  <a:pt x="108664" y="215766"/>
                </a:moveTo>
                <a:lnTo>
                  <a:pt x="109690" y="216512"/>
                </a:lnTo>
                <a:lnTo>
                  <a:pt x="108151" y="216139"/>
                </a:lnTo>
                <a:close/>
                <a:moveTo>
                  <a:pt x="154160" y="135874"/>
                </a:moveTo>
                <a:lnTo>
                  <a:pt x="155060" y="136913"/>
                </a:lnTo>
                <a:lnTo>
                  <a:pt x="153710" y="136394"/>
                </a:lnTo>
                <a:close/>
                <a:moveTo>
                  <a:pt x="112499" y="158373"/>
                </a:moveTo>
                <a:lnTo>
                  <a:pt x="113894" y="158751"/>
                </a:lnTo>
                <a:lnTo>
                  <a:pt x="111802" y="158562"/>
                </a:lnTo>
                <a:close/>
                <a:moveTo>
                  <a:pt x="271709" y="62479"/>
                </a:moveTo>
                <a:lnTo>
                  <a:pt x="273718" y="63181"/>
                </a:lnTo>
                <a:lnTo>
                  <a:pt x="270704" y="62830"/>
                </a:lnTo>
                <a:close/>
                <a:moveTo>
                  <a:pt x="158084" y="155961"/>
                </a:moveTo>
                <a:lnTo>
                  <a:pt x="160240" y="157129"/>
                </a:lnTo>
                <a:lnTo>
                  <a:pt x="157006" y="156545"/>
                </a:lnTo>
                <a:close/>
                <a:moveTo>
                  <a:pt x="5051" y="211055"/>
                </a:moveTo>
                <a:lnTo>
                  <a:pt x="6148" y="211428"/>
                </a:lnTo>
                <a:lnTo>
                  <a:pt x="4503" y="211242"/>
                </a:lnTo>
                <a:close/>
                <a:moveTo>
                  <a:pt x="24549" y="255247"/>
                </a:moveTo>
                <a:lnTo>
                  <a:pt x="25834" y="255661"/>
                </a:lnTo>
                <a:lnTo>
                  <a:pt x="23907" y="255454"/>
                </a:lnTo>
                <a:close/>
                <a:moveTo>
                  <a:pt x="226789" y="154576"/>
                </a:moveTo>
                <a:lnTo>
                  <a:pt x="228174" y="155984"/>
                </a:lnTo>
                <a:lnTo>
                  <a:pt x="226097" y="155280"/>
                </a:lnTo>
                <a:close/>
                <a:moveTo>
                  <a:pt x="267298" y="230499"/>
                </a:moveTo>
                <a:lnTo>
                  <a:pt x="269455" y="231237"/>
                </a:lnTo>
                <a:lnTo>
                  <a:pt x="266220" y="230868"/>
                </a:lnTo>
                <a:close/>
                <a:moveTo>
                  <a:pt x="203928" y="44077"/>
                </a:moveTo>
                <a:lnTo>
                  <a:pt x="204807" y="45514"/>
                </a:lnTo>
                <a:lnTo>
                  <a:pt x="203489" y="44795"/>
                </a:lnTo>
                <a:close/>
                <a:moveTo>
                  <a:pt x="106046" y="10909"/>
                </a:moveTo>
                <a:lnTo>
                  <a:pt x="108152" y="12654"/>
                </a:lnTo>
                <a:lnTo>
                  <a:pt x="104993" y="11782"/>
                </a:lnTo>
                <a:close/>
                <a:moveTo>
                  <a:pt x="222188" y="136914"/>
                </a:moveTo>
                <a:lnTo>
                  <a:pt x="224154" y="138453"/>
                </a:lnTo>
                <a:lnTo>
                  <a:pt x="221205" y="137684"/>
                </a:lnTo>
                <a:close/>
                <a:moveTo>
                  <a:pt x="286071" y="30529"/>
                </a:moveTo>
                <a:lnTo>
                  <a:pt x="287199" y="31025"/>
                </a:lnTo>
                <a:lnTo>
                  <a:pt x="285507" y="30777"/>
                </a:lnTo>
                <a:close/>
                <a:moveTo>
                  <a:pt x="105340" y="93239"/>
                </a:moveTo>
                <a:lnTo>
                  <a:pt x="106303" y="93751"/>
                </a:lnTo>
                <a:lnTo>
                  <a:pt x="104859" y="93495"/>
                </a:lnTo>
                <a:close/>
                <a:moveTo>
                  <a:pt x="243366" y="7117"/>
                </a:moveTo>
                <a:lnTo>
                  <a:pt x="244089" y="7632"/>
                </a:lnTo>
                <a:lnTo>
                  <a:pt x="243004" y="7374"/>
                </a:lnTo>
                <a:close/>
                <a:moveTo>
                  <a:pt x="266263" y="65801"/>
                </a:moveTo>
                <a:lnTo>
                  <a:pt x="267318" y="66774"/>
                </a:lnTo>
                <a:lnTo>
                  <a:pt x="265735" y="66287"/>
                </a:lnTo>
                <a:close/>
                <a:moveTo>
                  <a:pt x="147259" y="273714"/>
                </a:moveTo>
                <a:lnTo>
                  <a:pt x="149090" y="274040"/>
                </a:lnTo>
                <a:lnTo>
                  <a:pt x="146343" y="273877"/>
                </a:lnTo>
                <a:close/>
                <a:moveTo>
                  <a:pt x="262369" y="116237"/>
                </a:moveTo>
                <a:lnTo>
                  <a:pt x="264536" y="117235"/>
                </a:lnTo>
                <a:lnTo>
                  <a:pt x="261285" y="116736"/>
                </a:lnTo>
                <a:close/>
                <a:moveTo>
                  <a:pt x="244995" y="275990"/>
                </a:moveTo>
                <a:lnTo>
                  <a:pt x="246067" y="276666"/>
                </a:lnTo>
                <a:lnTo>
                  <a:pt x="244460" y="276328"/>
                </a:lnTo>
                <a:close/>
                <a:moveTo>
                  <a:pt x="257912" y="65389"/>
                </a:moveTo>
                <a:lnTo>
                  <a:pt x="258878" y="66035"/>
                </a:lnTo>
                <a:lnTo>
                  <a:pt x="257430" y="65712"/>
                </a:lnTo>
                <a:close/>
                <a:moveTo>
                  <a:pt x="69139" y="85413"/>
                </a:moveTo>
                <a:lnTo>
                  <a:pt x="69745" y="86705"/>
                </a:lnTo>
                <a:lnTo>
                  <a:pt x="68837" y="86059"/>
                </a:lnTo>
                <a:close/>
                <a:moveTo>
                  <a:pt x="286618" y="263707"/>
                </a:moveTo>
                <a:lnTo>
                  <a:pt x="288336" y="264032"/>
                </a:lnTo>
                <a:lnTo>
                  <a:pt x="285759" y="263870"/>
                </a:lnTo>
                <a:close/>
                <a:moveTo>
                  <a:pt x="13449" y="246900"/>
                </a:moveTo>
                <a:lnTo>
                  <a:pt x="13872" y="247932"/>
                </a:lnTo>
                <a:lnTo>
                  <a:pt x="13238" y="247416"/>
                </a:lnTo>
                <a:close/>
                <a:moveTo>
                  <a:pt x="173868" y="269342"/>
                </a:moveTo>
                <a:lnTo>
                  <a:pt x="174769" y="270514"/>
                </a:lnTo>
                <a:lnTo>
                  <a:pt x="173418" y="269928"/>
                </a:lnTo>
                <a:close/>
                <a:moveTo>
                  <a:pt x="25506" y="263564"/>
                </a:moveTo>
                <a:lnTo>
                  <a:pt x="26835" y="265122"/>
                </a:lnTo>
                <a:lnTo>
                  <a:pt x="24841" y="264343"/>
                </a:lnTo>
                <a:close/>
                <a:moveTo>
                  <a:pt x="44831" y="274453"/>
                </a:moveTo>
                <a:lnTo>
                  <a:pt x="46107" y="275529"/>
                </a:lnTo>
                <a:lnTo>
                  <a:pt x="44193" y="274991"/>
                </a:lnTo>
                <a:close/>
                <a:moveTo>
                  <a:pt x="247098" y="35617"/>
                </a:moveTo>
                <a:lnTo>
                  <a:pt x="249016" y="36758"/>
                </a:lnTo>
                <a:lnTo>
                  <a:pt x="246140" y="36188"/>
                </a:lnTo>
                <a:close/>
                <a:moveTo>
                  <a:pt x="141939" y="129027"/>
                </a:moveTo>
                <a:lnTo>
                  <a:pt x="143249" y="129964"/>
                </a:lnTo>
                <a:lnTo>
                  <a:pt x="141283" y="129496"/>
                </a:lnTo>
                <a:close/>
                <a:moveTo>
                  <a:pt x="44132" y="38204"/>
                </a:moveTo>
                <a:lnTo>
                  <a:pt x="44514" y="39359"/>
                </a:lnTo>
                <a:lnTo>
                  <a:pt x="43940" y="38781"/>
                </a:lnTo>
                <a:close/>
                <a:moveTo>
                  <a:pt x="124994" y="188045"/>
                </a:moveTo>
                <a:lnTo>
                  <a:pt x="126551" y="189783"/>
                </a:lnTo>
                <a:lnTo>
                  <a:pt x="124216" y="188914"/>
                </a:lnTo>
                <a:close/>
                <a:moveTo>
                  <a:pt x="66099" y="174550"/>
                </a:moveTo>
                <a:lnTo>
                  <a:pt x="66642" y="175532"/>
                </a:lnTo>
                <a:lnTo>
                  <a:pt x="65828" y="175041"/>
                </a:lnTo>
                <a:close/>
                <a:moveTo>
                  <a:pt x="213879" y="123901"/>
                </a:moveTo>
                <a:lnTo>
                  <a:pt x="214886" y="125700"/>
                </a:lnTo>
                <a:lnTo>
                  <a:pt x="213376" y="124801"/>
                </a:lnTo>
                <a:close/>
                <a:moveTo>
                  <a:pt x="143489" y="253717"/>
                </a:moveTo>
                <a:lnTo>
                  <a:pt x="144099" y="255280"/>
                </a:lnTo>
                <a:lnTo>
                  <a:pt x="143183" y="254498"/>
                </a:lnTo>
                <a:close/>
                <a:moveTo>
                  <a:pt x="114436" y="68257"/>
                </a:moveTo>
                <a:lnTo>
                  <a:pt x="116313" y="68927"/>
                </a:lnTo>
                <a:lnTo>
                  <a:pt x="113498" y="68592"/>
                </a:lnTo>
                <a:close/>
                <a:moveTo>
                  <a:pt x="137177" y="46822"/>
                </a:moveTo>
                <a:lnTo>
                  <a:pt x="138946" y="47291"/>
                </a:lnTo>
                <a:lnTo>
                  <a:pt x="136293" y="47057"/>
                </a:lnTo>
                <a:close/>
                <a:moveTo>
                  <a:pt x="213502" y="98066"/>
                </a:moveTo>
                <a:lnTo>
                  <a:pt x="213887" y="98641"/>
                </a:lnTo>
                <a:lnTo>
                  <a:pt x="213309" y="98354"/>
                </a:lnTo>
                <a:close/>
                <a:moveTo>
                  <a:pt x="18862" y="232721"/>
                </a:moveTo>
                <a:lnTo>
                  <a:pt x="20570" y="233778"/>
                </a:lnTo>
                <a:lnTo>
                  <a:pt x="18008" y="233250"/>
                </a:lnTo>
                <a:close/>
                <a:moveTo>
                  <a:pt x="148945" y="160703"/>
                </a:moveTo>
                <a:lnTo>
                  <a:pt x="150751" y="162083"/>
                </a:lnTo>
                <a:lnTo>
                  <a:pt x="148042" y="161393"/>
                </a:lnTo>
                <a:close/>
                <a:moveTo>
                  <a:pt x="158471" y="4708"/>
                </a:moveTo>
                <a:lnTo>
                  <a:pt x="159438" y="5709"/>
                </a:lnTo>
                <a:lnTo>
                  <a:pt x="157988" y="5209"/>
                </a:lnTo>
                <a:close/>
                <a:moveTo>
                  <a:pt x="183928" y="138213"/>
                </a:moveTo>
                <a:lnTo>
                  <a:pt x="184815" y="138869"/>
                </a:lnTo>
                <a:lnTo>
                  <a:pt x="183484" y="138541"/>
                </a:lnTo>
                <a:close/>
                <a:moveTo>
                  <a:pt x="20244" y="212833"/>
                </a:moveTo>
                <a:lnTo>
                  <a:pt x="21234" y="214589"/>
                </a:lnTo>
                <a:lnTo>
                  <a:pt x="19748" y="213711"/>
                </a:lnTo>
                <a:close/>
                <a:moveTo>
                  <a:pt x="272498" y="126827"/>
                </a:moveTo>
                <a:lnTo>
                  <a:pt x="274205" y="127255"/>
                </a:lnTo>
                <a:lnTo>
                  <a:pt x="271644" y="127041"/>
                </a:lnTo>
                <a:close/>
                <a:moveTo>
                  <a:pt x="57845" y="259762"/>
                </a:moveTo>
                <a:lnTo>
                  <a:pt x="58981" y="261405"/>
                </a:lnTo>
                <a:lnTo>
                  <a:pt x="57276" y="260583"/>
                </a:lnTo>
                <a:close/>
                <a:moveTo>
                  <a:pt x="250631" y="249399"/>
                </a:moveTo>
                <a:lnTo>
                  <a:pt x="250995" y="250123"/>
                </a:lnTo>
                <a:lnTo>
                  <a:pt x="250448" y="249761"/>
                </a:lnTo>
                <a:close/>
                <a:moveTo>
                  <a:pt x="209858" y="103003"/>
                </a:moveTo>
                <a:lnTo>
                  <a:pt x="211209" y="104655"/>
                </a:lnTo>
                <a:lnTo>
                  <a:pt x="209183" y="103829"/>
                </a:lnTo>
                <a:close/>
                <a:moveTo>
                  <a:pt x="157939" y="8637"/>
                </a:moveTo>
                <a:lnTo>
                  <a:pt x="159343" y="10164"/>
                </a:lnTo>
                <a:lnTo>
                  <a:pt x="157237" y="9401"/>
                </a:lnTo>
                <a:close/>
                <a:moveTo>
                  <a:pt x="144119" y="221270"/>
                </a:moveTo>
                <a:lnTo>
                  <a:pt x="146319" y="221802"/>
                </a:lnTo>
                <a:lnTo>
                  <a:pt x="143019" y="221536"/>
                </a:lnTo>
                <a:close/>
                <a:moveTo>
                  <a:pt x="112934" y="269083"/>
                </a:moveTo>
                <a:lnTo>
                  <a:pt x="114448" y="269585"/>
                </a:lnTo>
                <a:lnTo>
                  <a:pt x="112177" y="269334"/>
                </a:lnTo>
                <a:close/>
                <a:moveTo>
                  <a:pt x="232269" y="80911"/>
                </a:moveTo>
                <a:lnTo>
                  <a:pt x="233248" y="81320"/>
                </a:lnTo>
                <a:lnTo>
                  <a:pt x="231779" y="81116"/>
                </a:lnTo>
                <a:close/>
                <a:moveTo>
                  <a:pt x="283082" y="139728"/>
                </a:moveTo>
                <a:lnTo>
                  <a:pt x="283487" y="140891"/>
                </a:lnTo>
                <a:lnTo>
                  <a:pt x="282880" y="140310"/>
                </a:lnTo>
                <a:close/>
                <a:moveTo>
                  <a:pt x="68156" y="157356"/>
                </a:moveTo>
                <a:lnTo>
                  <a:pt x="68746" y="158354"/>
                </a:lnTo>
                <a:lnTo>
                  <a:pt x="67862" y="157855"/>
                </a:lnTo>
                <a:close/>
                <a:moveTo>
                  <a:pt x="241228" y="215948"/>
                </a:moveTo>
                <a:lnTo>
                  <a:pt x="242128" y="216562"/>
                </a:lnTo>
                <a:lnTo>
                  <a:pt x="240778" y="216255"/>
                </a:lnTo>
                <a:close/>
                <a:moveTo>
                  <a:pt x="214121" y="112357"/>
                </a:moveTo>
                <a:lnTo>
                  <a:pt x="214570" y="113297"/>
                </a:lnTo>
                <a:lnTo>
                  <a:pt x="213896" y="112827"/>
                </a:lnTo>
                <a:close/>
                <a:moveTo>
                  <a:pt x="78687" y="240152"/>
                </a:moveTo>
                <a:lnTo>
                  <a:pt x="79251" y="241463"/>
                </a:lnTo>
                <a:lnTo>
                  <a:pt x="78406" y="240808"/>
                </a:lnTo>
                <a:close/>
                <a:moveTo>
                  <a:pt x="211035" y="39392"/>
                </a:moveTo>
                <a:lnTo>
                  <a:pt x="212374" y="40144"/>
                </a:lnTo>
                <a:lnTo>
                  <a:pt x="210366" y="39768"/>
                </a:lnTo>
                <a:close/>
                <a:moveTo>
                  <a:pt x="271828" y="11440"/>
                </a:moveTo>
                <a:lnTo>
                  <a:pt x="272344" y="12997"/>
                </a:lnTo>
                <a:lnTo>
                  <a:pt x="271571" y="12219"/>
                </a:lnTo>
                <a:close/>
                <a:moveTo>
                  <a:pt x="165082" y="164789"/>
                </a:moveTo>
                <a:lnTo>
                  <a:pt x="165981" y="165123"/>
                </a:lnTo>
                <a:lnTo>
                  <a:pt x="164632" y="164956"/>
                </a:lnTo>
                <a:close/>
                <a:moveTo>
                  <a:pt x="155401" y="188490"/>
                </a:moveTo>
                <a:lnTo>
                  <a:pt x="156831" y="189208"/>
                </a:lnTo>
                <a:lnTo>
                  <a:pt x="154686" y="188849"/>
                </a:lnTo>
                <a:close/>
                <a:moveTo>
                  <a:pt x="95461" y="122234"/>
                </a:moveTo>
                <a:lnTo>
                  <a:pt x="97567" y="123881"/>
                </a:lnTo>
                <a:lnTo>
                  <a:pt x="94408" y="123058"/>
                </a:lnTo>
                <a:close/>
                <a:moveTo>
                  <a:pt x="28427" y="57680"/>
                </a:moveTo>
                <a:lnTo>
                  <a:pt x="29999" y="58113"/>
                </a:lnTo>
                <a:lnTo>
                  <a:pt x="27642" y="57896"/>
                </a:lnTo>
                <a:close/>
                <a:moveTo>
                  <a:pt x="209073" y="93513"/>
                </a:moveTo>
                <a:lnTo>
                  <a:pt x="210848" y="94881"/>
                </a:lnTo>
                <a:lnTo>
                  <a:pt x="208185" y="94197"/>
                </a:lnTo>
                <a:close/>
                <a:moveTo>
                  <a:pt x="146160" y="198849"/>
                </a:moveTo>
                <a:lnTo>
                  <a:pt x="147666" y="200236"/>
                </a:lnTo>
                <a:lnTo>
                  <a:pt x="145406" y="199543"/>
                </a:lnTo>
                <a:close/>
                <a:moveTo>
                  <a:pt x="12154" y="80266"/>
                </a:moveTo>
                <a:lnTo>
                  <a:pt x="13996" y="80704"/>
                </a:lnTo>
                <a:lnTo>
                  <a:pt x="11232" y="80485"/>
                </a:lnTo>
                <a:close/>
                <a:moveTo>
                  <a:pt x="77775" y="139441"/>
                </a:moveTo>
                <a:lnTo>
                  <a:pt x="78755" y="140709"/>
                </a:lnTo>
                <a:lnTo>
                  <a:pt x="77286" y="140075"/>
                </a:lnTo>
                <a:close/>
                <a:moveTo>
                  <a:pt x="149721" y="260875"/>
                </a:moveTo>
                <a:lnTo>
                  <a:pt x="151674" y="261493"/>
                </a:lnTo>
                <a:lnTo>
                  <a:pt x="148745" y="261184"/>
                </a:lnTo>
                <a:close/>
                <a:moveTo>
                  <a:pt x="144942" y="271575"/>
                </a:moveTo>
                <a:lnTo>
                  <a:pt x="145692" y="273356"/>
                </a:lnTo>
                <a:lnTo>
                  <a:pt x="144568" y="272466"/>
                </a:lnTo>
                <a:close/>
                <a:moveTo>
                  <a:pt x="166030" y="168997"/>
                </a:moveTo>
                <a:lnTo>
                  <a:pt x="167637" y="170321"/>
                </a:lnTo>
                <a:lnTo>
                  <a:pt x="165226" y="169659"/>
                </a:lnTo>
                <a:close/>
                <a:moveTo>
                  <a:pt x="278870" y="239851"/>
                </a:moveTo>
                <a:lnTo>
                  <a:pt x="279418" y="241103"/>
                </a:lnTo>
                <a:lnTo>
                  <a:pt x="278597" y="240477"/>
                </a:lnTo>
                <a:close/>
                <a:moveTo>
                  <a:pt x="90530" y="8363"/>
                </a:moveTo>
                <a:lnTo>
                  <a:pt x="92680" y="9876"/>
                </a:lnTo>
                <a:lnTo>
                  <a:pt x="89456" y="9120"/>
                </a:lnTo>
                <a:close/>
                <a:moveTo>
                  <a:pt x="7590" y="26850"/>
                </a:moveTo>
                <a:lnTo>
                  <a:pt x="8846" y="28309"/>
                </a:lnTo>
                <a:lnTo>
                  <a:pt x="6962" y="27580"/>
                </a:lnTo>
                <a:close/>
                <a:moveTo>
                  <a:pt x="260776" y="62898"/>
                </a:moveTo>
                <a:lnTo>
                  <a:pt x="261407" y="63396"/>
                </a:lnTo>
                <a:lnTo>
                  <a:pt x="260461" y="63147"/>
                </a:lnTo>
                <a:close/>
                <a:moveTo>
                  <a:pt x="50422" y="48331"/>
                </a:moveTo>
                <a:lnTo>
                  <a:pt x="51702" y="50065"/>
                </a:lnTo>
                <a:lnTo>
                  <a:pt x="49782" y="49198"/>
                </a:lnTo>
                <a:close/>
                <a:moveTo>
                  <a:pt x="193596" y="22301"/>
                </a:moveTo>
                <a:lnTo>
                  <a:pt x="194329" y="23296"/>
                </a:lnTo>
                <a:lnTo>
                  <a:pt x="193229" y="22798"/>
                </a:lnTo>
                <a:close/>
                <a:moveTo>
                  <a:pt x="242219" y="199359"/>
                </a:moveTo>
                <a:lnTo>
                  <a:pt x="242893" y="200358"/>
                </a:lnTo>
                <a:lnTo>
                  <a:pt x="241882" y="199859"/>
                </a:lnTo>
                <a:close/>
                <a:moveTo>
                  <a:pt x="216127" y="60709"/>
                </a:moveTo>
                <a:lnTo>
                  <a:pt x="218028" y="61102"/>
                </a:lnTo>
                <a:lnTo>
                  <a:pt x="215177" y="60906"/>
                </a:lnTo>
                <a:close/>
                <a:moveTo>
                  <a:pt x="174436" y="88271"/>
                </a:moveTo>
                <a:lnTo>
                  <a:pt x="176128" y="89467"/>
                </a:lnTo>
                <a:lnTo>
                  <a:pt x="173590" y="88869"/>
                </a:lnTo>
                <a:close/>
                <a:moveTo>
                  <a:pt x="261312" y="226820"/>
                </a:moveTo>
                <a:lnTo>
                  <a:pt x="262523" y="227214"/>
                </a:lnTo>
                <a:lnTo>
                  <a:pt x="260707" y="227017"/>
                </a:lnTo>
                <a:close/>
                <a:moveTo>
                  <a:pt x="152812" y="220944"/>
                </a:moveTo>
                <a:lnTo>
                  <a:pt x="153750" y="222512"/>
                </a:lnTo>
                <a:lnTo>
                  <a:pt x="152343" y="221728"/>
                </a:lnTo>
                <a:close/>
                <a:moveTo>
                  <a:pt x="162240" y="22842"/>
                </a:moveTo>
                <a:lnTo>
                  <a:pt x="163394" y="24149"/>
                </a:lnTo>
                <a:lnTo>
                  <a:pt x="161663" y="23496"/>
                </a:lnTo>
                <a:close/>
                <a:moveTo>
                  <a:pt x="74301" y="256939"/>
                </a:moveTo>
                <a:lnTo>
                  <a:pt x="74660" y="257274"/>
                </a:lnTo>
                <a:lnTo>
                  <a:pt x="74122" y="257107"/>
                </a:lnTo>
                <a:close/>
                <a:moveTo>
                  <a:pt x="209534" y="204646"/>
                </a:moveTo>
                <a:lnTo>
                  <a:pt x="210837" y="206403"/>
                </a:lnTo>
                <a:lnTo>
                  <a:pt x="208882" y="205525"/>
                </a:lnTo>
                <a:close/>
                <a:moveTo>
                  <a:pt x="161890" y="122939"/>
                </a:moveTo>
                <a:lnTo>
                  <a:pt x="163440" y="124200"/>
                </a:lnTo>
                <a:lnTo>
                  <a:pt x="161115" y="123569"/>
                </a:lnTo>
                <a:close/>
                <a:moveTo>
                  <a:pt x="23278" y="40411"/>
                </a:moveTo>
                <a:lnTo>
                  <a:pt x="23960" y="41797"/>
                </a:lnTo>
                <a:lnTo>
                  <a:pt x="22937" y="41104"/>
                </a:lnTo>
                <a:close/>
                <a:moveTo>
                  <a:pt x="114409" y="221839"/>
                </a:moveTo>
                <a:lnTo>
                  <a:pt x="115259" y="223534"/>
                </a:lnTo>
                <a:lnTo>
                  <a:pt x="113984" y="222687"/>
                </a:lnTo>
                <a:close/>
                <a:moveTo>
                  <a:pt x="31399" y="236027"/>
                </a:moveTo>
                <a:lnTo>
                  <a:pt x="32963" y="236593"/>
                </a:lnTo>
                <a:lnTo>
                  <a:pt x="30617" y="236310"/>
                </a:lnTo>
                <a:close/>
                <a:moveTo>
                  <a:pt x="47145" y="109523"/>
                </a:moveTo>
                <a:lnTo>
                  <a:pt x="48754" y="111139"/>
                </a:lnTo>
                <a:lnTo>
                  <a:pt x="46340" y="110331"/>
                </a:lnTo>
                <a:close/>
                <a:moveTo>
                  <a:pt x="21623" y="69764"/>
                </a:moveTo>
                <a:lnTo>
                  <a:pt x="23815" y="70516"/>
                </a:lnTo>
                <a:lnTo>
                  <a:pt x="20527" y="70140"/>
                </a:lnTo>
                <a:close/>
                <a:moveTo>
                  <a:pt x="99842" y="47527"/>
                </a:moveTo>
                <a:lnTo>
                  <a:pt x="101840" y="48740"/>
                </a:lnTo>
                <a:lnTo>
                  <a:pt x="98844" y="48134"/>
                </a:lnTo>
                <a:close/>
                <a:moveTo>
                  <a:pt x="119673" y="151196"/>
                </a:moveTo>
                <a:lnTo>
                  <a:pt x="121554" y="151906"/>
                </a:lnTo>
                <a:lnTo>
                  <a:pt x="118733" y="151551"/>
                </a:lnTo>
                <a:close/>
                <a:moveTo>
                  <a:pt x="29895" y="286196"/>
                </a:moveTo>
                <a:lnTo>
                  <a:pt x="30563" y="287125"/>
                </a:lnTo>
                <a:lnTo>
                  <a:pt x="29561" y="286661"/>
                </a:lnTo>
                <a:close/>
                <a:moveTo>
                  <a:pt x="107442" y="242864"/>
                </a:moveTo>
                <a:lnTo>
                  <a:pt x="109231" y="243275"/>
                </a:lnTo>
                <a:lnTo>
                  <a:pt x="106547" y="243069"/>
                </a:lnTo>
                <a:close/>
                <a:moveTo>
                  <a:pt x="134808" y="11785"/>
                </a:moveTo>
                <a:lnTo>
                  <a:pt x="135824" y="12584"/>
                </a:lnTo>
                <a:lnTo>
                  <a:pt x="134300" y="12185"/>
                </a:lnTo>
                <a:close/>
                <a:moveTo>
                  <a:pt x="130220" y="187319"/>
                </a:moveTo>
                <a:lnTo>
                  <a:pt x="132360" y="189032"/>
                </a:lnTo>
                <a:lnTo>
                  <a:pt x="129150" y="188175"/>
                </a:lnTo>
                <a:close/>
                <a:moveTo>
                  <a:pt x="280228" y="97125"/>
                </a:moveTo>
                <a:lnTo>
                  <a:pt x="281731" y="97932"/>
                </a:lnTo>
                <a:lnTo>
                  <a:pt x="279477" y="97528"/>
                </a:lnTo>
                <a:close/>
                <a:moveTo>
                  <a:pt x="39831" y="61984"/>
                </a:moveTo>
                <a:lnTo>
                  <a:pt x="41385" y="62556"/>
                </a:lnTo>
                <a:lnTo>
                  <a:pt x="39054" y="62270"/>
                </a:lnTo>
                <a:close/>
                <a:moveTo>
                  <a:pt x="99080" y="145749"/>
                </a:moveTo>
                <a:lnTo>
                  <a:pt x="100431" y="146811"/>
                </a:lnTo>
                <a:lnTo>
                  <a:pt x="98405" y="146280"/>
                </a:lnTo>
                <a:close/>
                <a:moveTo>
                  <a:pt x="141691" y="54998"/>
                </a:moveTo>
                <a:lnTo>
                  <a:pt x="142704" y="56287"/>
                </a:lnTo>
                <a:lnTo>
                  <a:pt x="141185" y="55642"/>
                </a:lnTo>
                <a:close/>
                <a:moveTo>
                  <a:pt x="246448" y="97068"/>
                </a:moveTo>
                <a:lnTo>
                  <a:pt x="247387" y="98835"/>
                </a:lnTo>
                <a:lnTo>
                  <a:pt x="245979" y="97952"/>
                </a:lnTo>
                <a:close/>
                <a:moveTo>
                  <a:pt x="9618" y="206178"/>
                </a:moveTo>
                <a:lnTo>
                  <a:pt x="10223" y="207635"/>
                </a:lnTo>
                <a:lnTo>
                  <a:pt x="9316" y="206907"/>
                </a:lnTo>
                <a:close/>
                <a:moveTo>
                  <a:pt x="13948" y="6599"/>
                </a:moveTo>
                <a:lnTo>
                  <a:pt x="15945" y="7140"/>
                </a:lnTo>
                <a:lnTo>
                  <a:pt x="12949" y="6870"/>
                </a:lnTo>
                <a:close/>
                <a:moveTo>
                  <a:pt x="248982" y="5628"/>
                </a:moveTo>
                <a:lnTo>
                  <a:pt x="251043" y="7027"/>
                </a:lnTo>
                <a:lnTo>
                  <a:pt x="247951" y="6327"/>
                </a:lnTo>
                <a:close/>
                <a:moveTo>
                  <a:pt x="212774" y="140627"/>
                </a:moveTo>
                <a:lnTo>
                  <a:pt x="214308" y="141577"/>
                </a:lnTo>
                <a:lnTo>
                  <a:pt x="212007" y="141102"/>
                </a:lnTo>
                <a:close/>
                <a:moveTo>
                  <a:pt x="95577" y="252261"/>
                </a:moveTo>
                <a:lnTo>
                  <a:pt x="97354" y="253349"/>
                </a:lnTo>
                <a:lnTo>
                  <a:pt x="94689" y="252805"/>
                </a:lnTo>
                <a:close/>
                <a:moveTo>
                  <a:pt x="225712" y="6916"/>
                </a:moveTo>
                <a:lnTo>
                  <a:pt x="226840" y="8344"/>
                </a:lnTo>
                <a:lnTo>
                  <a:pt x="225149" y="7630"/>
                </a:lnTo>
                <a:close/>
                <a:moveTo>
                  <a:pt x="274023" y="36211"/>
                </a:moveTo>
                <a:lnTo>
                  <a:pt x="275105" y="37967"/>
                </a:lnTo>
                <a:lnTo>
                  <a:pt x="273482" y="37089"/>
                </a:lnTo>
                <a:close/>
                <a:moveTo>
                  <a:pt x="21375" y="53559"/>
                </a:moveTo>
                <a:lnTo>
                  <a:pt x="22766" y="54513"/>
                </a:lnTo>
                <a:lnTo>
                  <a:pt x="20679" y="54036"/>
                </a:lnTo>
                <a:close/>
                <a:moveTo>
                  <a:pt x="77029" y="2763"/>
                </a:moveTo>
                <a:lnTo>
                  <a:pt x="77476" y="3294"/>
                </a:lnTo>
                <a:lnTo>
                  <a:pt x="76805" y="3029"/>
                </a:lnTo>
                <a:close/>
                <a:moveTo>
                  <a:pt x="254513" y="47297"/>
                </a:moveTo>
                <a:lnTo>
                  <a:pt x="256519" y="47860"/>
                </a:lnTo>
                <a:lnTo>
                  <a:pt x="253510" y="47579"/>
                </a:lnTo>
                <a:close/>
                <a:moveTo>
                  <a:pt x="161555" y="199111"/>
                </a:moveTo>
                <a:lnTo>
                  <a:pt x="162666" y="199586"/>
                </a:lnTo>
                <a:lnTo>
                  <a:pt x="160999" y="199348"/>
                </a:lnTo>
                <a:close/>
                <a:moveTo>
                  <a:pt x="117667" y="259187"/>
                </a:moveTo>
                <a:lnTo>
                  <a:pt x="118479" y="260709"/>
                </a:lnTo>
                <a:lnTo>
                  <a:pt x="117260" y="259948"/>
                </a:lnTo>
                <a:close/>
                <a:moveTo>
                  <a:pt x="104344" y="59958"/>
                </a:moveTo>
                <a:lnTo>
                  <a:pt x="105055" y="60267"/>
                </a:lnTo>
                <a:lnTo>
                  <a:pt x="103989" y="60112"/>
                </a:lnTo>
                <a:close/>
                <a:moveTo>
                  <a:pt x="284284" y="200184"/>
                </a:moveTo>
                <a:lnTo>
                  <a:pt x="285943" y="201658"/>
                </a:lnTo>
                <a:lnTo>
                  <a:pt x="283455" y="200921"/>
                </a:lnTo>
                <a:close/>
                <a:moveTo>
                  <a:pt x="4401" y="188782"/>
                </a:moveTo>
                <a:lnTo>
                  <a:pt x="5463" y="189558"/>
                </a:lnTo>
                <a:lnTo>
                  <a:pt x="3870" y="189170"/>
                </a:lnTo>
                <a:close/>
                <a:moveTo>
                  <a:pt x="214694" y="119019"/>
                </a:moveTo>
                <a:lnTo>
                  <a:pt x="216013" y="119821"/>
                </a:lnTo>
                <a:lnTo>
                  <a:pt x="214034" y="119420"/>
                </a:lnTo>
                <a:close/>
                <a:moveTo>
                  <a:pt x="222689" y="113478"/>
                </a:moveTo>
                <a:lnTo>
                  <a:pt x="223672" y="115062"/>
                </a:lnTo>
                <a:lnTo>
                  <a:pt x="222197" y="114270"/>
                </a:lnTo>
                <a:close/>
                <a:moveTo>
                  <a:pt x="200490" y="470"/>
                </a:moveTo>
                <a:lnTo>
                  <a:pt x="201371" y="786"/>
                </a:lnTo>
                <a:lnTo>
                  <a:pt x="200049" y="628"/>
                </a:lnTo>
                <a:close/>
                <a:moveTo>
                  <a:pt x="155061" y="148916"/>
                </a:moveTo>
                <a:lnTo>
                  <a:pt x="157169" y="149977"/>
                </a:lnTo>
                <a:lnTo>
                  <a:pt x="154007" y="149446"/>
                </a:lnTo>
                <a:close/>
                <a:moveTo>
                  <a:pt x="28961" y="81342"/>
                </a:moveTo>
                <a:lnTo>
                  <a:pt x="30624" y="81956"/>
                </a:lnTo>
                <a:lnTo>
                  <a:pt x="28130" y="81649"/>
                </a:lnTo>
                <a:close/>
                <a:moveTo>
                  <a:pt x="100531" y="31457"/>
                </a:moveTo>
                <a:lnTo>
                  <a:pt x="102163" y="31915"/>
                </a:lnTo>
                <a:lnTo>
                  <a:pt x="99715" y="31686"/>
                </a:lnTo>
                <a:close/>
                <a:moveTo>
                  <a:pt x="117713" y="186359"/>
                </a:moveTo>
                <a:lnTo>
                  <a:pt x="118735" y="187506"/>
                </a:lnTo>
                <a:lnTo>
                  <a:pt x="117202" y="186933"/>
                </a:lnTo>
                <a:close/>
                <a:moveTo>
                  <a:pt x="214090" y="264741"/>
                </a:moveTo>
                <a:lnTo>
                  <a:pt x="215629" y="266503"/>
                </a:lnTo>
                <a:lnTo>
                  <a:pt x="213321" y="265622"/>
                </a:lnTo>
                <a:close/>
                <a:moveTo>
                  <a:pt x="231788" y="54968"/>
                </a:moveTo>
                <a:lnTo>
                  <a:pt x="232334" y="56316"/>
                </a:lnTo>
                <a:lnTo>
                  <a:pt x="231515" y="55642"/>
                </a:lnTo>
                <a:close/>
                <a:moveTo>
                  <a:pt x="207840" y="273862"/>
                </a:moveTo>
                <a:lnTo>
                  <a:pt x="208682" y="275285"/>
                </a:lnTo>
                <a:lnTo>
                  <a:pt x="207420" y="274574"/>
                </a:lnTo>
                <a:close/>
                <a:moveTo>
                  <a:pt x="178442" y="244428"/>
                </a:moveTo>
                <a:lnTo>
                  <a:pt x="179213" y="245290"/>
                </a:lnTo>
                <a:lnTo>
                  <a:pt x="178056" y="244859"/>
                </a:lnTo>
                <a:close/>
                <a:moveTo>
                  <a:pt x="7853" y="160389"/>
                </a:moveTo>
                <a:lnTo>
                  <a:pt x="9277" y="161721"/>
                </a:lnTo>
                <a:lnTo>
                  <a:pt x="7141" y="161055"/>
                </a:lnTo>
                <a:close/>
                <a:moveTo>
                  <a:pt x="194586" y="196620"/>
                </a:moveTo>
                <a:lnTo>
                  <a:pt x="195480" y="197005"/>
                </a:lnTo>
                <a:lnTo>
                  <a:pt x="194139" y="196812"/>
                </a:lnTo>
                <a:close/>
                <a:moveTo>
                  <a:pt x="146338" y="211545"/>
                </a:moveTo>
                <a:lnTo>
                  <a:pt x="146893" y="212343"/>
                </a:lnTo>
                <a:lnTo>
                  <a:pt x="146060" y="211944"/>
                </a:lnTo>
                <a:close/>
                <a:moveTo>
                  <a:pt x="95342" y="263712"/>
                </a:moveTo>
                <a:lnTo>
                  <a:pt x="95893" y="264288"/>
                </a:lnTo>
                <a:lnTo>
                  <a:pt x="95066" y="264000"/>
                </a:lnTo>
                <a:close/>
                <a:moveTo>
                  <a:pt x="157853" y="202312"/>
                </a:moveTo>
                <a:lnTo>
                  <a:pt x="158206" y="203312"/>
                </a:lnTo>
                <a:lnTo>
                  <a:pt x="157676" y="202812"/>
                </a:lnTo>
                <a:close/>
                <a:moveTo>
                  <a:pt x="77575" y="250969"/>
                </a:moveTo>
                <a:lnTo>
                  <a:pt x="79530" y="251679"/>
                </a:lnTo>
                <a:lnTo>
                  <a:pt x="76598" y="251324"/>
                </a:lnTo>
                <a:close/>
                <a:moveTo>
                  <a:pt x="22658" y="174375"/>
                </a:moveTo>
                <a:lnTo>
                  <a:pt x="24277" y="175081"/>
                </a:lnTo>
                <a:lnTo>
                  <a:pt x="21848" y="174728"/>
                </a:lnTo>
                <a:close/>
                <a:moveTo>
                  <a:pt x="208337" y="159750"/>
                </a:moveTo>
                <a:lnTo>
                  <a:pt x="210389" y="161118"/>
                </a:lnTo>
                <a:lnTo>
                  <a:pt x="207312" y="160434"/>
                </a:lnTo>
                <a:close/>
                <a:moveTo>
                  <a:pt x="175369" y="251950"/>
                </a:moveTo>
                <a:lnTo>
                  <a:pt x="176517" y="252696"/>
                </a:lnTo>
                <a:lnTo>
                  <a:pt x="174795" y="252323"/>
                </a:lnTo>
                <a:close/>
                <a:moveTo>
                  <a:pt x="12169" y="66361"/>
                </a:moveTo>
                <a:lnTo>
                  <a:pt x="13864" y="67797"/>
                </a:lnTo>
                <a:lnTo>
                  <a:pt x="11322" y="67079"/>
                </a:lnTo>
                <a:close/>
                <a:moveTo>
                  <a:pt x="280415" y="151871"/>
                </a:moveTo>
                <a:lnTo>
                  <a:pt x="281576" y="152567"/>
                </a:lnTo>
                <a:lnTo>
                  <a:pt x="279835" y="152219"/>
                </a:lnTo>
                <a:close/>
                <a:moveTo>
                  <a:pt x="269517" y="286060"/>
                </a:moveTo>
                <a:lnTo>
                  <a:pt x="271420" y="287071"/>
                </a:lnTo>
                <a:lnTo>
                  <a:pt x="268566" y="286566"/>
                </a:lnTo>
                <a:close/>
                <a:moveTo>
                  <a:pt x="89276" y="86900"/>
                </a:moveTo>
                <a:lnTo>
                  <a:pt x="90872" y="87842"/>
                </a:lnTo>
                <a:lnTo>
                  <a:pt x="88478" y="87371"/>
                </a:lnTo>
                <a:close/>
                <a:moveTo>
                  <a:pt x="149536" y="161818"/>
                </a:moveTo>
                <a:lnTo>
                  <a:pt x="150922" y="162895"/>
                </a:lnTo>
                <a:lnTo>
                  <a:pt x="148843" y="162356"/>
                </a:lnTo>
                <a:close/>
                <a:moveTo>
                  <a:pt x="114536" y="75532"/>
                </a:moveTo>
                <a:lnTo>
                  <a:pt x="115334" y="76240"/>
                </a:lnTo>
                <a:lnTo>
                  <a:pt x="114137" y="75886"/>
                </a:lnTo>
                <a:close/>
                <a:moveTo>
                  <a:pt x="120391" y="73404"/>
                </a:moveTo>
                <a:lnTo>
                  <a:pt x="122342" y="75075"/>
                </a:lnTo>
                <a:lnTo>
                  <a:pt x="119416" y="74239"/>
                </a:lnTo>
                <a:close/>
                <a:moveTo>
                  <a:pt x="220384" y="22037"/>
                </a:moveTo>
                <a:lnTo>
                  <a:pt x="220886" y="23276"/>
                </a:lnTo>
                <a:lnTo>
                  <a:pt x="220133" y="22657"/>
                </a:lnTo>
                <a:close/>
                <a:moveTo>
                  <a:pt x="67420" y="2321"/>
                </a:moveTo>
                <a:lnTo>
                  <a:pt x="68081" y="4084"/>
                </a:lnTo>
                <a:lnTo>
                  <a:pt x="67089" y="3203"/>
                </a:lnTo>
                <a:close/>
                <a:moveTo>
                  <a:pt x="52453" y="87279"/>
                </a:moveTo>
                <a:lnTo>
                  <a:pt x="53973" y="87905"/>
                </a:lnTo>
                <a:lnTo>
                  <a:pt x="51692" y="87592"/>
                </a:lnTo>
                <a:close/>
                <a:moveTo>
                  <a:pt x="199800" y="78945"/>
                </a:moveTo>
                <a:lnTo>
                  <a:pt x="201198" y="80035"/>
                </a:lnTo>
                <a:lnTo>
                  <a:pt x="199101" y="79490"/>
                </a:lnTo>
                <a:close/>
                <a:moveTo>
                  <a:pt x="70685" y="188411"/>
                </a:moveTo>
                <a:lnTo>
                  <a:pt x="72847" y="189551"/>
                </a:lnTo>
                <a:lnTo>
                  <a:pt x="69603" y="188981"/>
                </a:lnTo>
                <a:close/>
                <a:moveTo>
                  <a:pt x="21906" y="31613"/>
                </a:moveTo>
                <a:lnTo>
                  <a:pt x="23215" y="32564"/>
                </a:lnTo>
                <a:lnTo>
                  <a:pt x="21252" y="32088"/>
                </a:lnTo>
                <a:close/>
                <a:moveTo>
                  <a:pt x="126735" y="179497"/>
                </a:moveTo>
                <a:lnTo>
                  <a:pt x="128326" y="180226"/>
                </a:lnTo>
                <a:lnTo>
                  <a:pt x="125939" y="179862"/>
                </a:lnTo>
                <a:close/>
                <a:moveTo>
                  <a:pt x="189071" y="193094"/>
                </a:moveTo>
                <a:lnTo>
                  <a:pt x="189707" y="193401"/>
                </a:lnTo>
                <a:lnTo>
                  <a:pt x="188753" y="193247"/>
                </a:lnTo>
                <a:close/>
                <a:moveTo>
                  <a:pt x="174624" y="202954"/>
                </a:moveTo>
                <a:lnTo>
                  <a:pt x="176004" y="204246"/>
                </a:lnTo>
                <a:lnTo>
                  <a:pt x="173935" y="203600"/>
                </a:lnTo>
                <a:close/>
                <a:moveTo>
                  <a:pt x="260285" y="191666"/>
                </a:moveTo>
                <a:lnTo>
                  <a:pt x="261598" y="192051"/>
                </a:lnTo>
                <a:lnTo>
                  <a:pt x="259629" y="191858"/>
                </a:lnTo>
                <a:close/>
                <a:moveTo>
                  <a:pt x="20456" y="115620"/>
                </a:moveTo>
                <a:lnTo>
                  <a:pt x="21427" y="116677"/>
                </a:lnTo>
                <a:lnTo>
                  <a:pt x="19970" y="116149"/>
                </a:lnTo>
                <a:close/>
                <a:moveTo>
                  <a:pt x="148270" y="161486"/>
                </a:moveTo>
                <a:lnTo>
                  <a:pt x="149092" y="163005"/>
                </a:lnTo>
                <a:lnTo>
                  <a:pt x="147859" y="162246"/>
                </a:lnTo>
                <a:close/>
                <a:moveTo>
                  <a:pt x="85789" y="277677"/>
                </a:moveTo>
                <a:lnTo>
                  <a:pt x="86702" y="278911"/>
                </a:lnTo>
                <a:lnTo>
                  <a:pt x="85333" y="278294"/>
                </a:lnTo>
                <a:close/>
                <a:moveTo>
                  <a:pt x="104066" y="126360"/>
                </a:moveTo>
                <a:lnTo>
                  <a:pt x="105193" y="126924"/>
                </a:lnTo>
                <a:lnTo>
                  <a:pt x="103503" y="126642"/>
                </a:lnTo>
                <a:close/>
                <a:moveTo>
                  <a:pt x="103502" y="97045"/>
                </a:moveTo>
                <a:lnTo>
                  <a:pt x="104773" y="98265"/>
                </a:lnTo>
                <a:lnTo>
                  <a:pt x="102867" y="97655"/>
                </a:lnTo>
                <a:close/>
                <a:moveTo>
                  <a:pt x="7955" y="198061"/>
                </a:moveTo>
                <a:lnTo>
                  <a:pt x="8641" y="199458"/>
                </a:lnTo>
                <a:lnTo>
                  <a:pt x="7612" y="198759"/>
                </a:lnTo>
                <a:close/>
                <a:moveTo>
                  <a:pt x="21539" y="115608"/>
                </a:moveTo>
                <a:lnTo>
                  <a:pt x="22134" y="116578"/>
                </a:lnTo>
                <a:lnTo>
                  <a:pt x="21242" y="116093"/>
                </a:lnTo>
                <a:close/>
                <a:moveTo>
                  <a:pt x="230681" y="189566"/>
                </a:moveTo>
                <a:lnTo>
                  <a:pt x="231390" y="190286"/>
                </a:lnTo>
                <a:lnTo>
                  <a:pt x="230327" y="189926"/>
                </a:lnTo>
                <a:close/>
                <a:moveTo>
                  <a:pt x="233974" y="13908"/>
                </a:moveTo>
                <a:lnTo>
                  <a:pt x="234535" y="15633"/>
                </a:lnTo>
                <a:lnTo>
                  <a:pt x="233694" y="14771"/>
                </a:lnTo>
                <a:close/>
                <a:moveTo>
                  <a:pt x="269939" y="260205"/>
                </a:moveTo>
                <a:lnTo>
                  <a:pt x="270891" y="261342"/>
                </a:lnTo>
                <a:lnTo>
                  <a:pt x="269463" y="260774"/>
                </a:lnTo>
                <a:close/>
                <a:moveTo>
                  <a:pt x="242489" y="158393"/>
                </a:moveTo>
                <a:lnTo>
                  <a:pt x="244623" y="158718"/>
                </a:lnTo>
                <a:lnTo>
                  <a:pt x="241422" y="158555"/>
                </a:lnTo>
                <a:close/>
                <a:moveTo>
                  <a:pt x="93304" y="254736"/>
                </a:moveTo>
                <a:lnTo>
                  <a:pt x="93802" y="255708"/>
                </a:lnTo>
                <a:lnTo>
                  <a:pt x="93054" y="255222"/>
                </a:lnTo>
                <a:close/>
                <a:moveTo>
                  <a:pt x="178107" y="172369"/>
                </a:moveTo>
                <a:lnTo>
                  <a:pt x="180116" y="173094"/>
                </a:lnTo>
                <a:lnTo>
                  <a:pt x="177102" y="172732"/>
                </a:lnTo>
                <a:close/>
                <a:moveTo>
                  <a:pt x="145679" y="50928"/>
                </a:moveTo>
                <a:lnTo>
                  <a:pt x="147075" y="51760"/>
                </a:lnTo>
                <a:lnTo>
                  <a:pt x="144980" y="51344"/>
                </a:lnTo>
                <a:close/>
                <a:moveTo>
                  <a:pt x="242115" y="280278"/>
                </a:moveTo>
                <a:lnTo>
                  <a:pt x="242908" y="281742"/>
                </a:lnTo>
                <a:lnTo>
                  <a:pt x="241718" y="281010"/>
                </a:lnTo>
                <a:close/>
                <a:moveTo>
                  <a:pt x="272043" y="259806"/>
                </a:moveTo>
                <a:lnTo>
                  <a:pt x="274226" y="260343"/>
                </a:lnTo>
                <a:lnTo>
                  <a:pt x="270952" y="260075"/>
                </a:lnTo>
                <a:close/>
                <a:moveTo>
                  <a:pt x="147772" y="149347"/>
                </a:moveTo>
                <a:lnTo>
                  <a:pt x="149765" y="150831"/>
                </a:lnTo>
                <a:lnTo>
                  <a:pt x="146775" y="150089"/>
                </a:lnTo>
                <a:close/>
                <a:moveTo>
                  <a:pt x="231046" y="277524"/>
                </a:moveTo>
                <a:lnTo>
                  <a:pt x="232503" y="278246"/>
                </a:lnTo>
                <a:lnTo>
                  <a:pt x="230318" y="277885"/>
                </a:lnTo>
                <a:close/>
                <a:moveTo>
                  <a:pt x="281904" y="172973"/>
                </a:moveTo>
                <a:lnTo>
                  <a:pt x="282534" y="173845"/>
                </a:lnTo>
                <a:lnTo>
                  <a:pt x="281589" y="173409"/>
                </a:lnTo>
                <a:close/>
                <a:moveTo>
                  <a:pt x="12020" y="133618"/>
                </a:moveTo>
                <a:lnTo>
                  <a:pt x="12953" y="134355"/>
                </a:lnTo>
                <a:lnTo>
                  <a:pt x="11553" y="133986"/>
                </a:lnTo>
                <a:close/>
                <a:moveTo>
                  <a:pt x="243290" y="221025"/>
                </a:moveTo>
                <a:lnTo>
                  <a:pt x="244211" y="221590"/>
                </a:lnTo>
                <a:lnTo>
                  <a:pt x="242829" y="221307"/>
                </a:lnTo>
                <a:close/>
                <a:moveTo>
                  <a:pt x="28942" y="173279"/>
                </a:moveTo>
                <a:lnTo>
                  <a:pt x="30793" y="173616"/>
                </a:lnTo>
                <a:lnTo>
                  <a:pt x="28017" y="173448"/>
                </a:lnTo>
                <a:close/>
                <a:moveTo>
                  <a:pt x="56054" y="248877"/>
                </a:moveTo>
                <a:lnTo>
                  <a:pt x="57391" y="249324"/>
                </a:lnTo>
                <a:lnTo>
                  <a:pt x="55385" y="249101"/>
                </a:lnTo>
                <a:close/>
                <a:moveTo>
                  <a:pt x="132823" y="111919"/>
                </a:moveTo>
                <a:lnTo>
                  <a:pt x="133855" y="113399"/>
                </a:lnTo>
                <a:lnTo>
                  <a:pt x="132307" y="112659"/>
                </a:lnTo>
                <a:close/>
                <a:moveTo>
                  <a:pt x="206729" y="43892"/>
                </a:moveTo>
                <a:lnTo>
                  <a:pt x="207315" y="44350"/>
                </a:lnTo>
                <a:lnTo>
                  <a:pt x="206436" y="44121"/>
                </a:lnTo>
                <a:close/>
                <a:moveTo>
                  <a:pt x="191794" y="229976"/>
                </a:moveTo>
                <a:lnTo>
                  <a:pt x="192623" y="231506"/>
                </a:lnTo>
                <a:lnTo>
                  <a:pt x="191380" y="230741"/>
                </a:lnTo>
                <a:close/>
                <a:moveTo>
                  <a:pt x="213584" y="0"/>
                </a:moveTo>
                <a:lnTo>
                  <a:pt x="213972" y="1259"/>
                </a:lnTo>
                <a:lnTo>
                  <a:pt x="213389" y="630"/>
                </a:lnTo>
                <a:close/>
                <a:moveTo>
                  <a:pt x="190537" y="149594"/>
                </a:moveTo>
                <a:lnTo>
                  <a:pt x="190986" y="150384"/>
                </a:lnTo>
                <a:lnTo>
                  <a:pt x="190312" y="149989"/>
                </a:lnTo>
                <a:close/>
                <a:moveTo>
                  <a:pt x="57614" y="9498"/>
                </a:moveTo>
                <a:lnTo>
                  <a:pt x="58972" y="10660"/>
                </a:lnTo>
                <a:lnTo>
                  <a:pt x="56936" y="10079"/>
                </a:lnTo>
                <a:close/>
                <a:moveTo>
                  <a:pt x="198253" y="90109"/>
                </a:moveTo>
                <a:lnTo>
                  <a:pt x="199346" y="91825"/>
                </a:lnTo>
                <a:lnTo>
                  <a:pt x="197707" y="90967"/>
                </a:lnTo>
                <a:close/>
                <a:moveTo>
                  <a:pt x="234178" y="71746"/>
                </a:moveTo>
                <a:lnTo>
                  <a:pt x="236177" y="72183"/>
                </a:lnTo>
                <a:lnTo>
                  <a:pt x="233178" y="71964"/>
                </a:lnTo>
                <a:close/>
                <a:moveTo>
                  <a:pt x="244505" y="264575"/>
                </a:moveTo>
                <a:lnTo>
                  <a:pt x="245624" y="265768"/>
                </a:lnTo>
                <a:lnTo>
                  <a:pt x="243945" y="265171"/>
                </a:lnTo>
                <a:close/>
                <a:moveTo>
                  <a:pt x="195150" y="77955"/>
                </a:moveTo>
                <a:lnTo>
                  <a:pt x="195936" y="78867"/>
                </a:lnTo>
                <a:lnTo>
                  <a:pt x="194756" y="78411"/>
                </a:lnTo>
                <a:close/>
                <a:moveTo>
                  <a:pt x="167085" y="182878"/>
                </a:moveTo>
                <a:lnTo>
                  <a:pt x="168314" y="183946"/>
                </a:lnTo>
                <a:lnTo>
                  <a:pt x="166470" y="183412"/>
                </a:lnTo>
                <a:close/>
                <a:moveTo>
                  <a:pt x="116136" y="214272"/>
                </a:moveTo>
                <a:lnTo>
                  <a:pt x="117318" y="215392"/>
                </a:lnTo>
                <a:lnTo>
                  <a:pt x="115545" y="214832"/>
                </a:lnTo>
                <a:close/>
                <a:moveTo>
                  <a:pt x="199485" y="194325"/>
                </a:moveTo>
                <a:lnTo>
                  <a:pt x="200811" y="195898"/>
                </a:lnTo>
                <a:lnTo>
                  <a:pt x="198822" y="195111"/>
                </a:lnTo>
                <a:close/>
                <a:moveTo>
                  <a:pt x="219609" y="157445"/>
                </a:moveTo>
                <a:lnTo>
                  <a:pt x="220083" y="157961"/>
                </a:lnTo>
                <a:lnTo>
                  <a:pt x="219373" y="157703"/>
                </a:lnTo>
                <a:close/>
                <a:moveTo>
                  <a:pt x="131517" y="199422"/>
                </a:moveTo>
                <a:lnTo>
                  <a:pt x="133052" y="201004"/>
                </a:lnTo>
                <a:lnTo>
                  <a:pt x="130749" y="200213"/>
                </a:lnTo>
                <a:close/>
                <a:moveTo>
                  <a:pt x="15206" y="205441"/>
                </a:moveTo>
                <a:lnTo>
                  <a:pt x="16034" y="206655"/>
                </a:lnTo>
                <a:lnTo>
                  <a:pt x="14792" y="206048"/>
                </a:lnTo>
                <a:close/>
                <a:moveTo>
                  <a:pt x="143622" y="132563"/>
                </a:moveTo>
                <a:lnTo>
                  <a:pt x="144901" y="133791"/>
                </a:lnTo>
                <a:lnTo>
                  <a:pt x="142982" y="133177"/>
                </a:lnTo>
                <a:close/>
                <a:moveTo>
                  <a:pt x="132747" y="261933"/>
                </a:moveTo>
                <a:lnTo>
                  <a:pt x="133474" y="262429"/>
                </a:lnTo>
                <a:lnTo>
                  <a:pt x="132384" y="262181"/>
                </a:lnTo>
                <a:close/>
                <a:moveTo>
                  <a:pt x="20694" y="280770"/>
                </a:moveTo>
                <a:lnTo>
                  <a:pt x="21624" y="281932"/>
                </a:lnTo>
                <a:lnTo>
                  <a:pt x="20229" y="281351"/>
                </a:lnTo>
                <a:close/>
                <a:moveTo>
                  <a:pt x="161607" y="141500"/>
                </a:moveTo>
                <a:lnTo>
                  <a:pt x="162308" y="142136"/>
                </a:lnTo>
                <a:lnTo>
                  <a:pt x="161257" y="141818"/>
                </a:lnTo>
                <a:close/>
                <a:moveTo>
                  <a:pt x="145896" y="274014"/>
                </a:moveTo>
                <a:lnTo>
                  <a:pt x="147343" y="274688"/>
                </a:lnTo>
                <a:lnTo>
                  <a:pt x="145173" y="274351"/>
                </a:lnTo>
                <a:close/>
                <a:moveTo>
                  <a:pt x="159931" y="114191"/>
                </a:moveTo>
                <a:lnTo>
                  <a:pt x="160294" y="115109"/>
                </a:lnTo>
                <a:lnTo>
                  <a:pt x="159749" y="114650"/>
                </a:lnTo>
                <a:close/>
                <a:moveTo>
                  <a:pt x="224995" y="189276"/>
                </a:moveTo>
                <a:lnTo>
                  <a:pt x="226230" y="189868"/>
                </a:lnTo>
                <a:lnTo>
                  <a:pt x="224378" y="189572"/>
                </a:lnTo>
                <a:close/>
                <a:moveTo>
                  <a:pt x="168482" y="189218"/>
                </a:moveTo>
                <a:lnTo>
                  <a:pt x="169670" y="190353"/>
                </a:lnTo>
                <a:lnTo>
                  <a:pt x="167889" y="189785"/>
                </a:lnTo>
                <a:close/>
                <a:moveTo>
                  <a:pt x="201454" y="134414"/>
                </a:moveTo>
                <a:lnTo>
                  <a:pt x="202210" y="135007"/>
                </a:lnTo>
                <a:lnTo>
                  <a:pt x="201076" y="134710"/>
                </a:lnTo>
                <a:close/>
                <a:moveTo>
                  <a:pt x="172280" y="219974"/>
                </a:moveTo>
                <a:lnTo>
                  <a:pt x="173268" y="221685"/>
                </a:lnTo>
                <a:lnTo>
                  <a:pt x="171786" y="220829"/>
                </a:lnTo>
                <a:close/>
                <a:moveTo>
                  <a:pt x="14105" y="45898"/>
                </a:moveTo>
                <a:lnTo>
                  <a:pt x="14810" y="47113"/>
                </a:lnTo>
                <a:lnTo>
                  <a:pt x="13752" y="46505"/>
                </a:lnTo>
                <a:close/>
                <a:moveTo>
                  <a:pt x="219087" y="142763"/>
                </a:moveTo>
                <a:lnTo>
                  <a:pt x="219886" y="143490"/>
                </a:lnTo>
                <a:lnTo>
                  <a:pt x="218688" y="143126"/>
                </a:lnTo>
                <a:close/>
                <a:moveTo>
                  <a:pt x="119120" y="104189"/>
                </a:moveTo>
                <a:lnTo>
                  <a:pt x="120983" y="105978"/>
                </a:lnTo>
                <a:lnTo>
                  <a:pt x="118189" y="105084"/>
                </a:lnTo>
                <a:close/>
                <a:moveTo>
                  <a:pt x="82409" y="162015"/>
                </a:moveTo>
                <a:lnTo>
                  <a:pt x="82918" y="163319"/>
                </a:lnTo>
                <a:lnTo>
                  <a:pt x="82155" y="162667"/>
                </a:lnTo>
                <a:close/>
                <a:moveTo>
                  <a:pt x="265364" y="123474"/>
                </a:moveTo>
                <a:lnTo>
                  <a:pt x="266659" y="124486"/>
                </a:lnTo>
                <a:lnTo>
                  <a:pt x="264716" y="123980"/>
                </a:lnTo>
                <a:close/>
                <a:moveTo>
                  <a:pt x="282752" y="43283"/>
                </a:moveTo>
                <a:lnTo>
                  <a:pt x="283471" y="44239"/>
                </a:lnTo>
                <a:lnTo>
                  <a:pt x="282393" y="43761"/>
                </a:lnTo>
                <a:close/>
                <a:moveTo>
                  <a:pt x="166161" y="163056"/>
                </a:moveTo>
                <a:lnTo>
                  <a:pt x="168032" y="163566"/>
                </a:lnTo>
                <a:lnTo>
                  <a:pt x="165225" y="163311"/>
                </a:lnTo>
                <a:close/>
                <a:moveTo>
                  <a:pt x="79054" y="114730"/>
                </a:moveTo>
                <a:lnTo>
                  <a:pt x="81229" y="115251"/>
                </a:lnTo>
                <a:lnTo>
                  <a:pt x="77966" y="114991"/>
                </a:lnTo>
                <a:close/>
                <a:moveTo>
                  <a:pt x="75054" y="258296"/>
                </a:moveTo>
                <a:lnTo>
                  <a:pt x="75637" y="259542"/>
                </a:lnTo>
                <a:lnTo>
                  <a:pt x="74763" y="258919"/>
                </a:lnTo>
                <a:close/>
                <a:moveTo>
                  <a:pt x="211633" y="277651"/>
                </a:moveTo>
                <a:lnTo>
                  <a:pt x="212893" y="278199"/>
                </a:lnTo>
                <a:lnTo>
                  <a:pt x="211003" y="277925"/>
                </a:lnTo>
                <a:close/>
                <a:moveTo>
                  <a:pt x="169752" y="154279"/>
                </a:moveTo>
                <a:lnTo>
                  <a:pt x="170716" y="154600"/>
                </a:lnTo>
                <a:lnTo>
                  <a:pt x="169269" y="154439"/>
                </a:lnTo>
                <a:close/>
                <a:moveTo>
                  <a:pt x="204495" y="170714"/>
                </a:moveTo>
                <a:lnTo>
                  <a:pt x="205392" y="172158"/>
                </a:lnTo>
                <a:lnTo>
                  <a:pt x="204047" y="171436"/>
                </a:lnTo>
                <a:close/>
                <a:moveTo>
                  <a:pt x="91266" y="81782"/>
                </a:moveTo>
                <a:lnTo>
                  <a:pt x="93052" y="83233"/>
                </a:lnTo>
                <a:lnTo>
                  <a:pt x="90373" y="82507"/>
                </a:lnTo>
                <a:close/>
                <a:moveTo>
                  <a:pt x="244067" y="222937"/>
                </a:moveTo>
                <a:lnTo>
                  <a:pt x="245893" y="224015"/>
                </a:lnTo>
                <a:lnTo>
                  <a:pt x="243155" y="223476"/>
                </a:lnTo>
                <a:close/>
                <a:moveTo>
                  <a:pt x="87819" y="18680"/>
                </a:moveTo>
                <a:lnTo>
                  <a:pt x="89767" y="19927"/>
                </a:lnTo>
                <a:lnTo>
                  <a:pt x="86845" y="19304"/>
                </a:lnTo>
                <a:close/>
                <a:moveTo>
                  <a:pt x="239908" y="180657"/>
                </a:moveTo>
                <a:lnTo>
                  <a:pt x="240805" y="182394"/>
                </a:lnTo>
                <a:lnTo>
                  <a:pt x="239460" y="181526"/>
                </a:lnTo>
                <a:close/>
                <a:moveTo>
                  <a:pt x="172928" y="229598"/>
                </a:moveTo>
                <a:lnTo>
                  <a:pt x="174449" y="230664"/>
                </a:lnTo>
                <a:lnTo>
                  <a:pt x="172167" y="230131"/>
                </a:lnTo>
                <a:close/>
                <a:moveTo>
                  <a:pt x="181214" y="285113"/>
                </a:moveTo>
                <a:lnTo>
                  <a:pt x="182451" y="286619"/>
                </a:lnTo>
                <a:lnTo>
                  <a:pt x="180596" y="285866"/>
                </a:lnTo>
                <a:close/>
                <a:moveTo>
                  <a:pt x="140084" y="10695"/>
                </a:moveTo>
                <a:lnTo>
                  <a:pt x="142052" y="11556"/>
                </a:lnTo>
                <a:lnTo>
                  <a:pt x="139101" y="11125"/>
                </a:lnTo>
                <a:close/>
                <a:moveTo>
                  <a:pt x="259757" y="118611"/>
                </a:moveTo>
                <a:lnTo>
                  <a:pt x="261589" y="118987"/>
                </a:lnTo>
                <a:lnTo>
                  <a:pt x="258840" y="118799"/>
                </a:lnTo>
                <a:close/>
                <a:moveTo>
                  <a:pt x="121655" y="169314"/>
                </a:moveTo>
                <a:lnTo>
                  <a:pt x="123016" y="170064"/>
                </a:lnTo>
                <a:lnTo>
                  <a:pt x="120974" y="169689"/>
                </a:lnTo>
                <a:close/>
                <a:moveTo>
                  <a:pt x="193934" y="88656"/>
                </a:moveTo>
                <a:lnTo>
                  <a:pt x="195341" y="89809"/>
                </a:lnTo>
                <a:lnTo>
                  <a:pt x="193230" y="89232"/>
                </a:lnTo>
                <a:close/>
                <a:moveTo>
                  <a:pt x="147950" y="159957"/>
                </a:moveTo>
                <a:lnTo>
                  <a:pt x="148788" y="161653"/>
                </a:lnTo>
                <a:lnTo>
                  <a:pt x="147531" y="160805"/>
                </a:lnTo>
                <a:close/>
                <a:moveTo>
                  <a:pt x="199838" y="180867"/>
                </a:moveTo>
                <a:lnTo>
                  <a:pt x="200207" y="182096"/>
                </a:lnTo>
                <a:lnTo>
                  <a:pt x="199654" y="181482"/>
                </a:lnTo>
                <a:close/>
                <a:moveTo>
                  <a:pt x="66315" y="54006"/>
                </a:moveTo>
                <a:lnTo>
                  <a:pt x="67308" y="54540"/>
                </a:lnTo>
                <a:lnTo>
                  <a:pt x="65818" y="54273"/>
                </a:lnTo>
                <a:close/>
                <a:moveTo>
                  <a:pt x="274022" y="110690"/>
                </a:moveTo>
                <a:lnTo>
                  <a:pt x="274410" y="111492"/>
                </a:lnTo>
                <a:lnTo>
                  <a:pt x="273827" y="111091"/>
                </a:lnTo>
                <a:close/>
                <a:moveTo>
                  <a:pt x="31727" y="167861"/>
                </a:moveTo>
                <a:lnTo>
                  <a:pt x="32941" y="169643"/>
                </a:lnTo>
                <a:lnTo>
                  <a:pt x="31119" y="168752"/>
                </a:lnTo>
                <a:close/>
                <a:moveTo>
                  <a:pt x="138181" y="39634"/>
                </a:moveTo>
                <a:lnTo>
                  <a:pt x="138554" y="40605"/>
                </a:lnTo>
                <a:lnTo>
                  <a:pt x="137995" y="40120"/>
                </a:lnTo>
                <a:close/>
                <a:moveTo>
                  <a:pt x="62583" y="35897"/>
                </a:moveTo>
                <a:lnTo>
                  <a:pt x="64092" y="37180"/>
                </a:lnTo>
                <a:lnTo>
                  <a:pt x="61828" y="36538"/>
                </a:lnTo>
                <a:close/>
                <a:moveTo>
                  <a:pt x="210672" y="246979"/>
                </a:moveTo>
                <a:lnTo>
                  <a:pt x="211603" y="248608"/>
                </a:lnTo>
                <a:lnTo>
                  <a:pt x="210206" y="247793"/>
                </a:lnTo>
                <a:close/>
                <a:moveTo>
                  <a:pt x="266850" y="122277"/>
                </a:moveTo>
                <a:lnTo>
                  <a:pt x="268626" y="122846"/>
                </a:lnTo>
                <a:lnTo>
                  <a:pt x="265962" y="122562"/>
                </a:lnTo>
                <a:close/>
                <a:moveTo>
                  <a:pt x="162393" y="121208"/>
                </a:moveTo>
                <a:lnTo>
                  <a:pt x="163939" y="121866"/>
                </a:lnTo>
                <a:lnTo>
                  <a:pt x="161621" y="121537"/>
                </a:lnTo>
                <a:close/>
                <a:moveTo>
                  <a:pt x="231453" y="101966"/>
                </a:moveTo>
                <a:lnTo>
                  <a:pt x="231894" y="103169"/>
                </a:lnTo>
                <a:lnTo>
                  <a:pt x="231232" y="102567"/>
                </a:lnTo>
                <a:close/>
                <a:moveTo>
                  <a:pt x="67625" y="3091"/>
                </a:moveTo>
                <a:lnTo>
                  <a:pt x="68109" y="3892"/>
                </a:lnTo>
                <a:lnTo>
                  <a:pt x="67383" y="3491"/>
                </a:lnTo>
                <a:close/>
                <a:moveTo>
                  <a:pt x="190455" y="42354"/>
                </a:moveTo>
                <a:lnTo>
                  <a:pt x="191452" y="43560"/>
                </a:lnTo>
                <a:lnTo>
                  <a:pt x="189957" y="42957"/>
                </a:lnTo>
                <a:close/>
                <a:moveTo>
                  <a:pt x="72464" y="48101"/>
                </a:moveTo>
                <a:lnTo>
                  <a:pt x="74124" y="49774"/>
                </a:lnTo>
                <a:lnTo>
                  <a:pt x="71634" y="48937"/>
                </a:lnTo>
                <a:close/>
                <a:moveTo>
                  <a:pt x="184557" y="242620"/>
                </a:moveTo>
                <a:lnTo>
                  <a:pt x="186578" y="243986"/>
                </a:lnTo>
                <a:lnTo>
                  <a:pt x="183546" y="243303"/>
                </a:lnTo>
                <a:close/>
                <a:moveTo>
                  <a:pt x="137886" y="187327"/>
                </a:moveTo>
                <a:lnTo>
                  <a:pt x="139296" y="188279"/>
                </a:lnTo>
                <a:lnTo>
                  <a:pt x="137181" y="187803"/>
                </a:lnTo>
                <a:close/>
                <a:moveTo>
                  <a:pt x="206335" y="219892"/>
                </a:moveTo>
                <a:lnTo>
                  <a:pt x="206949" y="220798"/>
                </a:lnTo>
                <a:lnTo>
                  <a:pt x="206029" y="220345"/>
                </a:lnTo>
                <a:close/>
                <a:moveTo>
                  <a:pt x="65233" y="253413"/>
                </a:moveTo>
                <a:lnTo>
                  <a:pt x="65647" y="254641"/>
                </a:lnTo>
                <a:lnTo>
                  <a:pt x="65027" y="254027"/>
                </a:lnTo>
                <a:close/>
                <a:moveTo>
                  <a:pt x="209223" y="285843"/>
                </a:moveTo>
                <a:lnTo>
                  <a:pt x="210163" y="286557"/>
                </a:lnTo>
                <a:lnTo>
                  <a:pt x="208754" y="286200"/>
                </a:lnTo>
                <a:close/>
                <a:moveTo>
                  <a:pt x="274184" y="58716"/>
                </a:moveTo>
                <a:lnTo>
                  <a:pt x="275920" y="59766"/>
                </a:lnTo>
                <a:lnTo>
                  <a:pt x="273315" y="59241"/>
                </a:lnTo>
                <a:close/>
                <a:moveTo>
                  <a:pt x="59552" y="162412"/>
                </a:moveTo>
                <a:lnTo>
                  <a:pt x="60766" y="164075"/>
                </a:lnTo>
                <a:lnTo>
                  <a:pt x="58944" y="163243"/>
                </a:lnTo>
                <a:close/>
                <a:moveTo>
                  <a:pt x="22512" y="153918"/>
                </a:moveTo>
                <a:lnTo>
                  <a:pt x="24356" y="154464"/>
                </a:lnTo>
                <a:lnTo>
                  <a:pt x="21590" y="154191"/>
                </a:lnTo>
                <a:close/>
                <a:moveTo>
                  <a:pt x="81063" y="114550"/>
                </a:moveTo>
                <a:lnTo>
                  <a:pt x="81623" y="115366"/>
                </a:lnTo>
                <a:lnTo>
                  <a:pt x="80784" y="114958"/>
                </a:lnTo>
                <a:close/>
                <a:moveTo>
                  <a:pt x="131985" y="202174"/>
                </a:moveTo>
                <a:lnTo>
                  <a:pt x="132574" y="203563"/>
                </a:lnTo>
                <a:lnTo>
                  <a:pt x="131690" y="202868"/>
                </a:lnTo>
                <a:close/>
                <a:moveTo>
                  <a:pt x="237603" y="94774"/>
                </a:moveTo>
                <a:lnTo>
                  <a:pt x="237980" y="96324"/>
                </a:lnTo>
                <a:lnTo>
                  <a:pt x="237414" y="95549"/>
                </a:lnTo>
                <a:close/>
                <a:moveTo>
                  <a:pt x="125042" y="198577"/>
                </a:moveTo>
                <a:lnTo>
                  <a:pt x="126041" y="199798"/>
                </a:lnTo>
                <a:lnTo>
                  <a:pt x="124543" y="199187"/>
                </a:lnTo>
                <a:close/>
                <a:moveTo>
                  <a:pt x="14658" y="235996"/>
                </a:moveTo>
                <a:lnTo>
                  <a:pt x="15514" y="236963"/>
                </a:lnTo>
                <a:lnTo>
                  <a:pt x="14230" y="236479"/>
                </a:lnTo>
                <a:close/>
                <a:moveTo>
                  <a:pt x="82774" y="222484"/>
                </a:moveTo>
                <a:lnTo>
                  <a:pt x="84490" y="224123"/>
                </a:lnTo>
                <a:lnTo>
                  <a:pt x="81916" y="223304"/>
                </a:lnTo>
                <a:close/>
                <a:moveTo>
                  <a:pt x="68657" y="274353"/>
                </a:moveTo>
                <a:lnTo>
                  <a:pt x="70139" y="276038"/>
                </a:lnTo>
                <a:lnTo>
                  <a:pt x="67917" y="275196"/>
                </a:lnTo>
                <a:close/>
                <a:moveTo>
                  <a:pt x="78890" y="158935"/>
                </a:moveTo>
                <a:lnTo>
                  <a:pt x="80305" y="159306"/>
                </a:lnTo>
                <a:lnTo>
                  <a:pt x="78183" y="159120"/>
                </a:lnTo>
                <a:close/>
                <a:moveTo>
                  <a:pt x="225349" y="151485"/>
                </a:moveTo>
                <a:lnTo>
                  <a:pt x="226406" y="152708"/>
                </a:lnTo>
                <a:lnTo>
                  <a:pt x="224820" y="152097"/>
                </a:lnTo>
                <a:close/>
                <a:moveTo>
                  <a:pt x="53515" y="216557"/>
                </a:moveTo>
                <a:lnTo>
                  <a:pt x="54190" y="217216"/>
                </a:lnTo>
                <a:lnTo>
                  <a:pt x="53177" y="216887"/>
                </a:lnTo>
                <a:close/>
                <a:moveTo>
                  <a:pt x="173226" y="237697"/>
                </a:moveTo>
                <a:lnTo>
                  <a:pt x="175356" y="238246"/>
                </a:lnTo>
                <a:lnTo>
                  <a:pt x="172162" y="237971"/>
                </a:lnTo>
                <a:close/>
                <a:moveTo>
                  <a:pt x="241519" y="268686"/>
                </a:moveTo>
                <a:lnTo>
                  <a:pt x="242275" y="269549"/>
                </a:lnTo>
                <a:lnTo>
                  <a:pt x="241140" y="269117"/>
                </a:lnTo>
                <a:close/>
                <a:moveTo>
                  <a:pt x="104848" y="157068"/>
                </a:moveTo>
                <a:lnTo>
                  <a:pt x="105675" y="157733"/>
                </a:lnTo>
                <a:lnTo>
                  <a:pt x="104434" y="157400"/>
                </a:lnTo>
                <a:close/>
                <a:moveTo>
                  <a:pt x="134489" y="186198"/>
                </a:moveTo>
                <a:lnTo>
                  <a:pt x="136063" y="186885"/>
                </a:lnTo>
                <a:lnTo>
                  <a:pt x="133702" y="186541"/>
                </a:lnTo>
                <a:close/>
                <a:moveTo>
                  <a:pt x="108597" y="224573"/>
                </a:moveTo>
                <a:lnTo>
                  <a:pt x="110269" y="226198"/>
                </a:lnTo>
                <a:lnTo>
                  <a:pt x="107761" y="225386"/>
                </a:lnTo>
                <a:close/>
                <a:moveTo>
                  <a:pt x="244215" y="255766"/>
                </a:moveTo>
                <a:lnTo>
                  <a:pt x="245957" y="256616"/>
                </a:lnTo>
                <a:lnTo>
                  <a:pt x="243344" y="256191"/>
                </a:lnTo>
                <a:close/>
                <a:moveTo>
                  <a:pt x="212759" y="125054"/>
                </a:moveTo>
                <a:lnTo>
                  <a:pt x="214600" y="126459"/>
                </a:lnTo>
                <a:lnTo>
                  <a:pt x="211838" y="125756"/>
                </a:lnTo>
                <a:close/>
                <a:moveTo>
                  <a:pt x="54459" y="147117"/>
                </a:moveTo>
                <a:lnTo>
                  <a:pt x="56539" y="147656"/>
                </a:lnTo>
                <a:lnTo>
                  <a:pt x="53419" y="147386"/>
                </a:lnTo>
                <a:close/>
                <a:moveTo>
                  <a:pt x="143169" y="217519"/>
                </a:moveTo>
                <a:lnTo>
                  <a:pt x="143524" y="218148"/>
                </a:lnTo>
                <a:lnTo>
                  <a:pt x="142991" y="217834"/>
                </a:lnTo>
                <a:close/>
                <a:moveTo>
                  <a:pt x="184886" y="229533"/>
                </a:moveTo>
                <a:lnTo>
                  <a:pt x="186940" y="230352"/>
                </a:lnTo>
                <a:lnTo>
                  <a:pt x="183859" y="229942"/>
                </a:lnTo>
                <a:close/>
                <a:moveTo>
                  <a:pt x="143913" y="17053"/>
                </a:moveTo>
                <a:lnTo>
                  <a:pt x="144971" y="17884"/>
                </a:lnTo>
                <a:lnTo>
                  <a:pt x="143384" y="17468"/>
                </a:lnTo>
                <a:close/>
                <a:moveTo>
                  <a:pt x="258938" y="93329"/>
                </a:moveTo>
                <a:lnTo>
                  <a:pt x="260442" y="93996"/>
                </a:lnTo>
                <a:lnTo>
                  <a:pt x="258185" y="93662"/>
                </a:lnTo>
                <a:close/>
                <a:moveTo>
                  <a:pt x="238515" y="227570"/>
                </a:moveTo>
                <a:lnTo>
                  <a:pt x="240083" y="229223"/>
                </a:lnTo>
                <a:lnTo>
                  <a:pt x="237731" y="228397"/>
                </a:lnTo>
                <a:close/>
                <a:moveTo>
                  <a:pt x="25321" y="276221"/>
                </a:moveTo>
                <a:lnTo>
                  <a:pt x="26903" y="277418"/>
                </a:lnTo>
                <a:lnTo>
                  <a:pt x="24530" y="276819"/>
                </a:lnTo>
                <a:close/>
                <a:moveTo>
                  <a:pt x="17088" y="265555"/>
                </a:moveTo>
                <a:lnTo>
                  <a:pt x="18962" y="266689"/>
                </a:lnTo>
                <a:lnTo>
                  <a:pt x="16151" y="266122"/>
                </a:lnTo>
                <a:close/>
                <a:moveTo>
                  <a:pt x="125510" y="139215"/>
                </a:moveTo>
                <a:lnTo>
                  <a:pt x="127190" y="140595"/>
                </a:lnTo>
                <a:lnTo>
                  <a:pt x="124670" y="139905"/>
                </a:lnTo>
                <a:close/>
                <a:moveTo>
                  <a:pt x="268351" y="252402"/>
                </a:moveTo>
                <a:lnTo>
                  <a:pt x="269396" y="253190"/>
                </a:lnTo>
                <a:lnTo>
                  <a:pt x="267829" y="252796"/>
                </a:lnTo>
                <a:close/>
                <a:moveTo>
                  <a:pt x="284098" y="267956"/>
                </a:moveTo>
                <a:lnTo>
                  <a:pt x="285898" y="269488"/>
                </a:lnTo>
                <a:lnTo>
                  <a:pt x="283199" y="268722"/>
                </a:lnTo>
                <a:close/>
                <a:moveTo>
                  <a:pt x="248407" y="52765"/>
                </a:moveTo>
                <a:lnTo>
                  <a:pt x="250400" y="54332"/>
                </a:lnTo>
                <a:lnTo>
                  <a:pt x="247411" y="53548"/>
                </a:lnTo>
                <a:close/>
                <a:moveTo>
                  <a:pt x="79408" y="257217"/>
                </a:moveTo>
                <a:lnTo>
                  <a:pt x="79779" y="257552"/>
                </a:lnTo>
                <a:lnTo>
                  <a:pt x="79222" y="257385"/>
                </a:lnTo>
                <a:close/>
                <a:moveTo>
                  <a:pt x="63161" y="276550"/>
                </a:moveTo>
                <a:lnTo>
                  <a:pt x="64217" y="277169"/>
                </a:lnTo>
                <a:lnTo>
                  <a:pt x="62633" y="276860"/>
                </a:lnTo>
                <a:close/>
                <a:moveTo>
                  <a:pt x="269399" y="144660"/>
                </a:moveTo>
                <a:lnTo>
                  <a:pt x="270950" y="144988"/>
                </a:lnTo>
                <a:lnTo>
                  <a:pt x="268623" y="144824"/>
                </a:lnTo>
                <a:close/>
                <a:moveTo>
                  <a:pt x="278215" y="60129"/>
                </a:moveTo>
                <a:lnTo>
                  <a:pt x="280087" y="61413"/>
                </a:lnTo>
                <a:lnTo>
                  <a:pt x="277280" y="60771"/>
                </a:lnTo>
                <a:close/>
                <a:moveTo>
                  <a:pt x="26617" y="106138"/>
                </a:moveTo>
                <a:lnTo>
                  <a:pt x="27137" y="106700"/>
                </a:lnTo>
                <a:lnTo>
                  <a:pt x="26357" y="106419"/>
                </a:lnTo>
                <a:close/>
                <a:moveTo>
                  <a:pt x="201816" y="119913"/>
                </a:moveTo>
                <a:lnTo>
                  <a:pt x="203566" y="120468"/>
                </a:lnTo>
                <a:lnTo>
                  <a:pt x="200940" y="120190"/>
                </a:lnTo>
                <a:close/>
                <a:moveTo>
                  <a:pt x="236575" y="183921"/>
                </a:moveTo>
                <a:lnTo>
                  <a:pt x="237078" y="185380"/>
                </a:lnTo>
                <a:lnTo>
                  <a:pt x="236323" y="184650"/>
                </a:lnTo>
                <a:close/>
                <a:moveTo>
                  <a:pt x="42935" y="232222"/>
                </a:moveTo>
                <a:lnTo>
                  <a:pt x="44788" y="232732"/>
                </a:lnTo>
                <a:lnTo>
                  <a:pt x="42009" y="232477"/>
                </a:lnTo>
                <a:close/>
                <a:moveTo>
                  <a:pt x="232847" y="209294"/>
                </a:moveTo>
                <a:lnTo>
                  <a:pt x="234473" y="210630"/>
                </a:lnTo>
                <a:lnTo>
                  <a:pt x="232034" y="209962"/>
                </a:lnTo>
                <a:close/>
                <a:moveTo>
                  <a:pt x="181800" y="126508"/>
                </a:moveTo>
                <a:lnTo>
                  <a:pt x="183625" y="126890"/>
                </a:lnTo>
                <a:lnTo>
                  <a:pt x="180887" y="126699"/>
                </a:lnTo>
                <a:close/>
                <a:moveTo>
                  <a:pt x="275673" y="123851"/>
                </a:moveTo>
                <a:lnTo>
                  <a:pt x="276932" y="124237"/>
                </a:lnTo>
                <a:lnTo>
                  <a:pt x="275044" y="124044"/>
                </a:lnTo>
                <a:close/>
                <a:moveTo>
                  <a:pt x="92274" y="25273"/>
                </a:moveTo>
                <a:lnTo>
                  <a:pt x="93190" y="25690"/>
                </a:lnTo>
                <a:lnTo>
                  <a:pt x="91817" y="25481"/>
                </a:lnTo>
                <a:close/>
                <a:moveTo>
                  <a:pt x="116704" y="193110"/>
                </a:moveTo>
                <a:lnTo>
                  <a:pt x="117669" y="193758"/>
                </a:lnTo>
                <a:lnTo>
                  <a:pt x="116221" y="193434"/>
                </a:lnTo>
                <a:close/>
                <a:moveTo>
                  <a:pt x="179139" y="215282"/>
                </a:moveTo>
                <a:lnTo>
                  <a:pt x="179703" y="216221"/>
                </a:lnTo>
                <a:lnTo>
                  <a:pt x="178857" y="215751"/>
                </a:lnTo>
                <a:close/>
                <a:moveTo>
                  <a:pt x="175371" y="262707"/>
                </a:moveTo>
                <a:lnTo>
                  <a:pt x="177176" y="264335"/>
                </a:lnTo>
                <a:lnTo>
                  <a:pt x="174469" y="263521"/>
                </a:lnTo>
                <a:close/>
                <a:moveTo>
                  <a:pt x="59013" y="105316"/>
                </a:moveTo>
                <a:lnTo>
                  <a:pt x="60236" y="106123"/>
                </a:lnTo>
                <a:lnTo>
                  <a:pt x="58401" y="105719"/>
                </a:lnTo>
                <a:close/>
                <a:moveTo>
                  <a:pt x="194488" y="237804"/>
                </a:moveTo>
                <a:lnTo>
                  <a:pt x="196167" y="238635"/>
                </a:lnTo>
                <a:lnTo>
                  <a:pt x="193648" y="238219"/>
                </a:lnTo>
                <a:close/>
                <a:moveTo>
                  <a:pt x="54674" y="219791"/>
                </a:moveTo>
                <a:lnTo>
                  <a:pt x="55306" y="220297"/>
                </a:lnTo>
                <a:lnTo>
                  <a:pt x="54358" y="220044"/>
                </a:lnTo>
                <a:close/>
                <a:moveTo>
                  <a:pt x="222139" y="243959"/>
                </a:moveTo>
                <a:lnTo>
                  <a:pt x="223390" y="244434"/>
                </a:lnTo>
                <a:lnTo>
                  <a:pt x="221513" y="244196"/>
                </a:lnTo>
                <a:close/>
                <a:moveTo>
                  <a:pt x="257210" y="202211"/>
                </a:moveTo>
                <a:lnTo>
                  <a:pt x="258324" y="203095"/>
                </a:lnTo>
                <a:lnTo>
                  <a:pt x="256653" y="202653"/>
                </a:lnTo>
                <a:close/>
                <a:moveTo>
                  <a:pt x="191068" y="90145"/>
                </a:moveTo>
                <a:lnTo>
                  <a:pt x="192511" y="91403"/>
                </a:lnTo>
                <a:lnTo>
                  <a:pt x="190346" y="90774"/>
                </a:lnTo>
                <a:close/>
                <a:moveTo>
                  <a:pt x="257692" y="252857"/>
                </a:moveTo>
                <a:lnTo>
                  <a:pt x="259465" y="254581"/>
                </a:lnTo>
                <a:lnTo>
                  <a:pt x="256806" y="253719"/>
                </a:lnTo>
                <a:close/>
                <a:moveTo>
                  <a:pt x="76376" y="177364"/>
                </a:moveTo>
                <a:lnTo>
                  <a:pt x="78226" y="177885"/>
                </a:lnTo>
                <a:lnTo>
                  <a:pt x="75451" y="177624"/>
                </a:lnTo>
                <a:close/>
                <a:moveTo>
                  <a:pt x="41516" y="205429"/>
                </a:moveTo>
                <a:lnTo>
                  <a:pt x="42595" y="207084"/>
                </a:lnTo>
                <a:lnTo>
                  <a:pt x="40977" y="206257"/>
                </a:lnTo>
                <a:close/>
                <a:moveTo>
                  <a:pt x="106640" y="263755"/>
                </a:moveTo>
                <a:lnTo>
                  <a:pt x="108282" y="265387"/>
                </a:lnTo>
                <a:lnTo>
                  <a:pt x="105820" y="264571"/>
                </a:lnTo>
                <a:close/>
                <a:moveTo>
                  <a:pt x="36806" y="145724"/>
                </a:moveTo>
                <a:lnTo>
                  <a:pt x="38646" y="147254"/>
                </a:lnTo>
                <a:lnTo>
                  <a:pt x="35885" y="146489"/>
                </a:lnTo>
                <a:close/>
                <a:moveTo>
                  <a:pt x="111094" y="212017"/>
                </a:moveTo>
                <a:lnTo>
                  <a:pt x="111948" y="212776"/>
                </a:lnTo>
                <a:lnTo>
                  <a:pt x="110667" y="212397"/>
                </a:lnTo>
                <a:close/>
                <a:moveTo>
                  <a:pt x="134093" y="180100"/>
                </a:moveTo>
                <a:lnTo>
                  <a:pt x="134906" y="181590"/>
                </a:lnTo>
                <a:lnTo>
                  <a:pt x="133687" y="180845"/>
                </a:lnTo>
                <a:close/>
                <a:moveTo>
                  <a:pt x="34259" y="271830"/>
                </a:moveTo>
                <a:lnTo>
                  <a:pt x="35521" y="272948"/>
                </a:lnTo>
                <a:lnTo>
                  <a:pt x="33628" y="272389"/>
                </a:lnTo>
                <a:close/>
                <a:moveTo>
                  <a:pt x="68391" y="277954"/>
                </a:moveTo>
                <a:lnTo>
                  <a:pt x="68999" y="278376"/>
                </a:lnTo>
                <a:lnTo>
                  <a:pt x="68087" y="278165"/>
                </a:lnTo>
                <a:close/>
                <a:moveTo>
                  <a:pt x="69005" y="11930"/>
                </a:moveTo>
                <a:lnTo>
                  <a:pt x="70606" y="13058"/>
                </a:lnTo>
                <a:lnTo>
                  <a:pt x="68205" y="12494"/>
                </a:lnTo>
                <a:close/>
                <a:moveTo>
                  <a:pt x="235781" y="120390"/>
                </a:moveTo>
                <a:lnTo>
                  <a:pt x="236598" y="121976"/>
                </a:lnTo>
                <a:lnTo>
                  <a:pt x="235372" y="121183"/>
                </a:lnTo>
                <a:close/>
                <a:moveTo>
                  <a:pt x="285989" y="69729"/>
                </a:moveTo>
                <a:lnTo>
                  <a:pt x="288181" y="70779"/>
                </a:lnTo>
                <a:lnTo>
                  <a:pt x="284893" y="70254"/>
                </a:lnTo>
                <a:close/>
                <a:moveTo>
                  <a:pt x="129890" y="101600"/>
                </a:moveTo>
                <a:lnTo>
                  <a:pt x="131815" y="102190"/>
                </a:lnTo>
                <a:lnTo>
                  <a:pt x="128928" y="101895"/>
                </a:lnTo>
                <a:close/>
                <a:moveTo>
                  <a:pt x="209027" y="206763"/>
                </a:moveTo>
                <a:lnTo>
                  <a:pt x="210918" y="208004"/>
                </a:lnTo>
                <a:lnTo>
                  <a:pt x="208081" y="207383"/>
                </a:lnTo>
                <a:close/>
                <a:moveTo>
                  <a:pt x="99761" y="113604"/>
                </a:moveTo>
                <a:lnTo>
                  <a:pt x="100540" y="115354"/>
                </a:lnTo>
                <a:lnTo>
                  <a:pt x="99372" y="114479"/>
                </a:lnTo>
                <a:close/>
                <a:moveTo>
                  <a:pt x="256050" y="76672"/>
                </a:moveTo>
                <a:lnTo>
                  <a:pt x="258239" y="77711"/>
                </a:lnTo>
                <a:lnTo>
                  <a:pt x="254956" y="77192"/>
                </a:lnTo>
                <a:close/>
                <a:moveTo>
                  <a:pt x="112056" y="249930"/>
                </a:moveTo>
                <a:lnTo>
                  <a:pt x="112475" y="250835"/>
                </a:lnTo>
                <a:lnTo>
                  <a:pt x="111847" y="250382"/>
                </a:lnTo>
                <a:close/>
                <a:moveTo>
                  <a:pt x="273318" y="225921"/>
                </a:moveTo>
                <a:lnTo>
                  <a:pt x="275366" y="227249"/>
                </a:lnTo>
                <a:lnTo>
                  <a:pt x="272294" y="226585"/>
                </a:lnTo>
                <a:close/>
                <a:moveTo>
                  <a:pt x="103271" y="241726"/>
                </a:moveTo>
                <a:lnTo>
                  <a:pt x="105407" y="242652"/>
                </a:lnTo>
                <a:lnTo>
                  <a:pt x="102202" y="242189"/>
                </a:lnTo>
                <a:close/>
                <a:moveTo>
                  <a:pt x="190788" y="7100"/>
                </a:moveTo>
                <a:lnTo>
                  <a:pt x="191702" y="7739"/>
                </a:lnTo>
                <a:lnTo>
                  <a:pt x="190331" y="7420"/>
                </a:lnTo>
                <a:close/>
                <a:moveTo>
                  <a:pt x="77827" y="30676"/>
                </a:moveTo>
                <a:lnTo>
                  <a:pt x="79285" y="31961"/>
                </a:lnTo>
                <a:lnTo>
                  <a:pt x="77098" y="31319"/>
                </a:lnTo>
                <a:close/>
                <a:moveTo>
                  <a:pt x="149091" y="54320"/>
                </a:moveTo>
                <a:lnTo>
                  <a:pt x="149550" y="54873"/>
                </a:lnTo>
                <a:lnTo>
                  <a:pt x="148862" y="54597"/>
                </a:lnTo>
                <a:close/>
                <a:moveTo>
                  <a:pt x="237153" y="82976"/>
                </a:moveTo>
                <a:lnTo>
                  <a:pt x="238693" y="83895"/>
                </a:lnTo>
                <a:lnTo>
                  <a:pt x="236383" y="83435"/>
                </a:lnTo>
                <a:close/>
                <a:moveTo>
                  <a:pt x="15029" y="73062"/>
                </a:moveTo>
                <a:lnTo>
                  <a:pt x="16040" y="74182"/>
                </a:lnTo>
                <a:lnTo>
                  <a:pt x="14523" y="73622"/>
                </a:lnTo>
                <a:close/>
                <a:moveTo>
                  <a:pt x="248268" y="114991"/>
                </a:moveTo>
                <a:lnTo>
                  <a:pt x="249794" y="115737"/>
                </a:lnTo>
                <a:lnTo>
                  <a:pt x="247506" y="115364"/>
                </a:lnTo>
                <a:close/>
                <a:moveTo>
                  <a:pt x="46349" y="26408"/>
                </a:moveTo>
                <a:lnTo>
                  <a:pt x="48047" y="27679"/>
                </a:lnTo>
                <a:lnTo>
                  <a:pt x="45500" y="27044"/>
                </a:lnTo>
                <a:close/>
                <a:moveTo>
                  <a:pt x="278556" y="39420"/>
                </a:moveTo>
                <a:lnTo>
                  <a:pt x="280195" y="40641"/>
                </a:lnTo>
                <a:lnTo>
                  <a:pt x="277737" y="40030"/>
                </a:lnTo>
                <a:close/>
                <a:moveTo>
                  <a:pt x="192584" y="63932"/>
                </a:moveTo>
                <a:lnTo>
                  <a:pt x="194091" y="65105"/>
                </a:lnTo>
                <a:lnTo>
                  <a:pt x="191831" y="64518"/>
                </a:lnTo>
                <a:close/>
                <a:moveTo>
                  <a:pt x="221167" y="5532"/>
                </a:moveTo>
                <a:lnTo>
                  <a:pt x="222038" y="6088"/>
                </a:lnTo>
                <a:lnTo>
                  <a:pt x="220731" y="5810"/>
                </a:lnTo>
                <a:close/>
                <a:moveTo>
                  <a:pt x="31226" y="39606"/>
                </a:moveTo>
                <a:lnTo>
                  <a:pt x="32161" y="40421"/>
                </a:lnTo>
                <a:lnTo>
                  <a:pt x="30758" y="40013"/>
                </a:lnTo>
                <a:close/>
                <a:moveTo>
                  <a:pt x="271894" y="58704"/>
                </a:moveTo>
                <a:lnTo>
                  <a:pt x="272914" y="60401"/>
                </a:lnTo>
                <a:lnTo>
                  <a:pt x="271385" y="59553"/>
                </a:lnTo>
                <a:close/>
                <a:moveTo>
                  <a:pt x="48044" y="147591"/>
                </a:moveTo>
                <a:lnTo>
                  <a:pt x="49619" y="148833"/>
                </a:lnTo>
                <a:lnTo>
                  <a:pt x="47257" y="148212"/>
                </a:lnTo>
                <a:close/>
                <a:moveTo>
                  <a:pt x="263549" y="44437"/>
                </a:moveTo>
                <a:lnTo>
                  <a:pt x="264872" y="45135"/>
                </a:lnTo>
                <a:lnTo>
                  <a:pt x="262887" y="44786"/>
                </a:lnTo>
                <a:close/>
                <a:moveTo>
                  <a:pt x="107807" y="225969"/>
                </a:moveTo>
                <a:lnTo>
                  <a:pt x="109112" y="226998"/>
                </a:lnTo>
                <a:lnTo>
                  <a:pt x="107155" y="226483"/>
                </a:lnTo>
                <a:close/>
                <a:moveTo>
                  <a:pt x="229824" y="254872"/>
                </a:moveTo>
                <a:lnTo>
                  <a:pt x="231812" y="256239"/>
                </a:lnTo>
                <a:lnTo>
                  <a:pt x="228830" y="255555"/>
                </a:lnTo>
                <a:close/>
                <a:moveTo>
                  <a:pt x="101933" y="84269"/>
                </a:moveTo>
                <a:lnTo>
                  <a:pt x="103459" y="84659"/>
                </a:lnTo>
                <a:lnTo>
                  <a:pt x="101170" y="84464"/>
                </a:lnTo>
                <a:close/>
                <a:moveTo>
                  <a:pt x="48656" y="20869"/>
                </a:moveTo>
                <a:lnTo>
                  <a:pt x="50671" y="21352"/>
                </a:lnTo>
                <a:lnTo>
                  <a:pt x="47649" y="21110"/>
                </a:lnTo>
                <a:close/>
                <a:moveTo>
                  <a:pt x="138743" y="52555"/>
                </a:moveTo>
                <a:lnTo>
                  <a:pt x="140844" y="53279"/>
                </a:lnTo>
                <a:lnTo>
                  <a:pt x="137692" y="52917"/>
                </a:lnTo>
                <a:close/>
                <a:moveTo>
                  <a:pt x="47775" y="263380"/>
                </a:moveTo>
                <a:lnTo>
                  <a:pt x="49601" y="264843"/>
                </a:lnTo>
                <a:lnTo>
                  <a:pt x="46862" y="264111"/>
                </a:lnTo>
                <a:close/>
                <a:moveTo>
                  <a:pt x="213865" y="230668"/>
                </a:moveTo>
                <a:lnTo>
                  <a:pt x="214989" y="232316"/>
                </a:lnTo>
                <a:lnTo>
                  <a:pt x="213303" y="231492"/>
                </a:lnTo>
                <a:close/>
                <a:moveTo>
                  <a:pt x="137915" y="100754"/>
                </a:moveTo>
                <a:lnTo>
                  <a:pt x="139221" y="101915"/>
                </a:lnTo>
                <a:lnTo>
                  <a:pt x="137262" y="101334"/>
                </a:lnTo>
                <a:close/>
                <a:moveTo>
                  <a:pt x="6652" y="176415"/>
                </a:moveTo>
                <a:lnTo>
                  <a:pt x="8346" y="177863"/>
                </a:lnTo>
                <a:lnTo>
                  <a:pt x="5805" y="177139"/>
                </a:lnTo>
                <a:close/>
                <a:moveTo>
                  <a:pt x="237566" y="55271"/>
                </a:moveTo>
                <a:lnTo>
                  <a:pt x="238351" y="56677"/>
                </a:lnTo>
                <a:lnTo>
                  <a:pt x="237173" y="55974"/>
                </a:lnTo>
                <a:close/>
                <a:moveTo>
                  <a:pt x="93624" y="20625"/>
                </a:moveTo>
                <a:lnTo>
                  <a:pt x="95730" y="21520"/>
                </a:lnTo>
                <a:lnTo>
                  <a:pt x="92571" y="21073"/>
                </a:lnTo>
                <a:close/>
                <a:moveTo>
                  <a:pt x="228286" y="269785"/>
                </a:moveTo>
                <a:lnTo>
                  <a:pt x="229141" y="270972"/>
                </a:lnTo>
                <a:lnTo>
                  <a:pt x="227859" y="270378"/>
                </a:lnTo>
                <a:close/>
                <a:moveTo>
                  <a:pt x="89835" y="58726"/>
                </a:moveTo>
                <a:lnTo>
                  <a:pt x="91218" y="60352"/>
                </a:lnTo>
                <a:lnTo>
                  <a:pt x="89144" y="59539"/>
                </a:lnTo>
                <a:close/>
                <a:moveTo>
                  <a:pt x="120561" y="44654"/>
                </a:moveTo>
                <a:lnTo>
                  <a:pt x="122726" y="45165"/>
                </a:lnTo>
                <a:lnTo>
                  <a:pt x="119479" y="44910"/>
                </a:lnTo>
                <a:close/>
                <a:moveTo>
                  <a:pt x="38615" y="208623"/>
                </a:moveTo>
                <a:lnTo>
                  <a:pt x="40769" y="210218"/>
                </a:lnTo>
                <a:lnTo>
                  <a:pt x="37538" y="209421"/>
                </a:lnTo>
                <a:close/>
                <a:moveTo>
                  <a:pt x="133823" y="239403"/>
                </a:moveTo>
                <a:lnTo>
                  <a:pt x="135371" y="240701"/>
                </a:lnTo>
                <a:lnTo>
                  <a:pt x="133049" y="240052"/>
                </a:lnTo>
                <a:close/>
                <a:moveTo>
                  <a:pt x="35265" y="118067"/>
                </a:moveTo>
                <a:lnTo>
                  <a:pt x="35713" y="119135"/>
                </a:lnTo>
                <a:lnTo>
                  <a:pt x="35042" y="118601"/>
                </a:lnTo>
                <a:close/>
                <a:moveTo>
                  <a:pt x="207968" y="173075"/>
                </a:moveTo>
                <a:lnTo>
                  <a:pt x="208860" y="174612"/>
                </a:lnTo>
                <a:lnTo>
                  <a:pt x="207521" y="173843"/>
                </a:lnTo>
                <a:close/>
                <a:moveTo>
                  <a:pt x="111978" y="191056"/>
                </a:moveTo>
                <a:lnTo>
                  <a:pt x="113613" y="192791"/>
                </a:lnTo>
                <a:lnTo>
                  <a:pt x="111160" y="191923"/>
                </a:lnTo>
                <a:close/>
                <a:moveTo>
                  <a:pt x="156608" y="55051"/>
                </a:moveTo>
                <a:lnTo>
                  <a:pt x="157383" y="55579"/>
                </a:lnTo>
                <a:lnTo>
                  <a:pt x="156221" y="55315"/>
                </a:lnTo>
                <a:close/>
                <a:moveTo>
                  <a:pt x="158244" y="165438"/>
                </a:moveTo>
                <a:lnTo>
                  <a:pt x="160262" y="166274"/>
                </a:lnTo>
                <a:lnTo>
                  <a:pt x="157235" y="165856"/>
                </a:lnTo>
                <a:close/>
                <a:moveTo>
                  <a:pt x="280583" y="68645"/>
                </a:moveTo>
                <a:lnTo>
                  <a:pt x="281122" y="69994"/>
                </a:lnTo>
                <a:lnTo>
                  <a:pt x="280314" y="69320"/>
                </a:lnTo>
                <a:close/>
                <a:moveTo>
                  <a:pt x="123041" y="265575"/>
                </a:moveTo>
                <a:lnTo>
                  <a:pt x="123697" y="266664"/>
                </a:lnTo>
                <a:lnTo>
                  <a:pt x="122712" y="266120"/>
                </a:lnTo>
                <a:close/>
                <a:moveTo>
                  <a:pt x="271712" y="121255"/>
                </a:moveTo>
                <a:lnTo>
                  <a:pt x="272485" y="122069"/>
                </a:lnTo>
                <a:lnTo>
                  <a:pt x="271326" y="121662"/>
                </a:lnTo>
                <a:close/>
                <a:moveTo>
                  <a:pt x="241442" y="275815"/>
                </a:moveTo>
                <a:lnTo>
                  <a:pt x="241919" y="277447"/>
                </a:lnTo>
                <a:lnTo>
                  <a:pt x="241203" y="276631"/>
                </a:lnTo>
                <a:close/>
                <a:moveTo>
                  <a:pt x="38329" y="187940"/>
                </a:moveTo>
                <a:lnTo>
                  <a:pt x="40452" y="189350"/>
                </a:lnTo>
                <a:lnTo>
                  <a:pt x="37267" y="188645"/>
                </a:lnTo>
                <a:close/>
                <a:moveTo>
                  <a:pt x="203536" y="260575"/>
                </a:moveTo>
                <a:lnTo>
                  <a:pt x="205506" y="261934"/>
                </a:lnTo>
                <a:lnTo>
                  <a:pt x="202551" y="261254"/>
                </a:lnTo>
                <a:close/>
                <a:moveTo>
                  <a:pt x="248112" y="147499"/>
                </a:moveTo>
                <a:lnTo>
                  <a:pt x="249935" y="149160"/>
                </a:lnTo>
                <a:lnTo>
                  <a:pt x="247201" y="148330"/>
                </a:lnTo>
                <a:close/>
                <a:moveTo>
                  <a:pt x="135518" y="22975"/>
                </a:moveTo>
                <a:lnTo>
                  <a:pt x="137447" y="23640"/>
                </a:lnTo>
                <a:lnTo>
                  <a:pt x="134554" y="23307"/>
                </a:lnTo>
                <a:close/>
                <a:moveTo>
                  <a:pt x="233830" y="28691"/>
                </a:moveTo>
                <a:lnTo>
                  <a:pt x="235827" y="29985"/>
                </a:lnTo>
                <a:lnTo>
                  <a:pt x="232831" y="29338"/>
                </a:lnTo>
                <a:close/>
                <a:moveTo>
                  <a:pt x="4469" y="131187"/>
                </a:moveTo>
                <a:lnTo>
                  <a:pt x="5249" y="132635"/>
                </a:lnTo>
                <a:lnTo>
                  <a:pt x="4079" y="131911"/>
                </a:lnTo>
                <a:close/>
                <a:moveTo>
                  <a:pt x="70514" y="18881"/>
                </a:moveTo>
                <a:lnTo>
                  <a:pt x="72465" y="20399"/>
                </a:lnTo>
                <a:lnTo>
                  <a:pt x="69539" y="19640"/>
                </a:lnTo>
                <a:close/>
                <a:moveTo>
                  <a:pt x="166998" y="90875"/>
                </a:moveTo>
                <a:lnTo>
                  <a:pt x="168798" y="91454"/>
                </a:lnTo>
                <a:lnTo>
                  <a:pt x="166098" y="91164"/>
                </a:lnTo>
                <a:close/>
                <a:moveTo>
                  <a:pt x="235651" y="263458"/>
                </a:moveTo>
                <a:lnTo>
                  <a:pt x="236115" y="264683"/>
                </a:lnTo>
                <a:lnTo>
                  <a:pt x="235419" y="264070"/>
                </a:lnTo>
                <a:close/>
                <a:moveTo>
                  <a:pt x="63936" y="180379"/>
                </a:moveTo>
                <a:lnTo>
                  <a:pt x="65470" y="181616"/>
                </a:lnTo>
                <a:lnTo>
                  <a:pt x="63169" y="180997"/>
                </a:lnTo>
                <a:close/>
                <a:moveTo>
                  <a:pt x="236777" y="124330"/>
                </a:moveTo>
                <a:lnTo>
                  <a:pt x="237955" y="125321"/>
                </a:lnTo>
                <a:lnTo>
                  <a:pt x="236187" y="124826"/>
                </a:lnTo>
                <a:close/>
                <a:moveTo>
                  <a:pt x="208169" y="169244"/>
                </a:moveTo>
                <a:lnTo>
                  <a:pt x="209857" y="170261"/>
                </a:lnTo>
                <a:lnTo>
                  <a:pt x="207325" y="169753"/>
                </a:lnTo>
                <a:close/>
                <a:moveTo>
                  <a:pt x="178336" y="172209"/>
                </a:moveTo>
                <a:lnTo>
                  <a:pt x="179159" y="172896"/>
                </a:lnTo>
                <a:lnTo>
                  <a:pt x="177924" y="172553"/>
                </a:lnTo>
                <a:close/>
                <a:moveTo>
                  <a:pt x="161685" y="272078"/>
                </a:moveTo>
                <a:lnTo>
                  <a:pt x="162521" y="273748"/>
                </a:lnTo>
                <a:lnTo>
                  <a:pt x="161268" y="272913"/>
                </a:lnTo>
                <a:close/>
                <a:moveTo>
                  <a:pt x="14619" y="50075"/>
                </a:moveTo>
                <a:lnTo>
                  <a:pt x="15342" y="50874"/>
                </a:lnTo>
                <a:lnTo>
                  <a:pt x="14257" y="50474"/>
                </a:lnTo>
                <a:close/>
                <a:moveTo>
                  <a:pt x="278417" y="192301"/>
                </a:moveTo>
                <a:lnTo>
                  <a:pt x="280047" y="193041"/>
                </a:lnTo>
                <a:lnTo>
                  <a:pt x="277602" y="192671"/>
                </a:lnTo>
                <a:close/>
                <a:moveTo>
                  <a:pt x="20933" y="274630"/>
                </a:moveTo>
                <a:lnTo>
                  <a:pt x="21920" y="275435"/>
                </a:lnTo>
                <a:lnTo>
                  <a:pt x="20440" y="275033"/>
                </a:lnTo>
                <a:close/>
                <a:moveTo>
                  <a:pt x="53183" y="138841"/>
                </a:moveTo>
                <a:lnTo>
                  <a:pt x="53688" y="139744"/>
                </a:lnTo>
                <a:lnTo>
                  <a:pt x="52930" y="139292"/>
                </a:lnTo>
                <a:close/>
                <a:moveTo>
                  <a:pt x="258359" y="231150"/>
                </a:moveTo>
                <a:lnTo>
                  <a:pt x="259048" y="231899"/>
                </a:lnTo>
                <a:lnTo>
                  <a:pt x="258015" y="231524"/>
                </a:lnTo>
                <a:close/>
                <a:moveTo>
                  <a:pt x="250498" y="68001"/>
                </a:moveTo>
                <a:lnTo>
                  <a:pt x="251331" y="69671"/>
                </a:lnTo>
                <a:lnTo>
                  <a:pt x="250082" y="68836"/>
                </a:lnTo>
                <a:close/>
                <a:moveTo>
                  <a:pt x="205495" y="218880"/>
                </a:moveTo>
                <a:lnTo>
                  <a:pt x="206931" y="219290"/>
                </a:lnTo>
                <a:lnTo>
                  <a:pt x="204777" y="219085"/>
                </a:lnTo>
                <a:close/>
                <a:moveTo>
                  <a:pt x="148904" y="247734"/>
                </a:moveTo>
                <a:lnTo>
                  <a:pt x="149706" y="249230"/>
                </a:lnTo>
                <a:lnTo>
                  <a:pt x="148503" y="248482"/>
                </a:lnTo>
                <a:close/>
                <a:moveTo>
                  <a:pt x="217650" y="9195"/>
                </a:moveTo>
                <a:lnTo>
                  <a:pt x="219767" y="10899"/>
                </a:lnTo>
                <a:lnTo>
                  <a:pt x="216592" y="10047"/>
                </a:lnTo>
                <a:close/>
                <a:moveTo>
                  <a:pt x="20420" y="263771"/>
                </a:moveTo>
                <a:lnTo>
                  <a:pt x="21529" y="264558"/>
                </a:lnTo>
                <a:lnTo>
                  <a:pt x="19865" y="264164"/>
                </a:lnTo>
                <a:close/>
                <a:moveTo>
                  <a:pt x="24809" y="179338"/>
                </a:moveTo>
                <a:lnTo>
                  <a:pt x="26568" y="179646"/>
                </a:lnTo>
                <a:lnTo>
                  <a:pt x="23930" y="179492"/>
                </a:lnTo>
                <a:close/>
                <a:moveTo>
                  <a:pt x="154841" y="53771"/>
                </a:moveTo>
                <a:lnTo>
                  <a:pt x="156111" y="55104"/>
                </a:lnTo>
                <a:lnTo>
                  <a:pt x="154207" y="54437"/>
                </a:lnTo>
                <a:close/>
                <a:moveTo>
                  <a:pt x="39890" y="254734"/>
                </a:moveTo>
                <a:lnTo>
                  <a:pt x="41696" y="255538"/>
                </a:lnTo>
                <a:lnTo>
                  <a:pt x="38987" y="255136"/>
                </a:lnTo>
                <a:close/>
                <a:moveTo>
                  <a:pt x="5409" y="238646"/>
                </a:moveTo>
                <a:lnTo>
                  <a:pt x="6372" y="239281"/>
                </a:lnTo>
                <a:lnTo>
                  <a:pt x="4928" y="238963"/>
                </a:lnTo>
                <a:close/>
                <a:moveTo>
                  <a:pt x="275081" y="214547"/>
                </a:moveTo>
                <a:lnTo>
                  <a:pt x="276630" y="215233"/>
                </a:lnTo>
                <a:lnTo>
                  <a:pt x="274307" y="214890"/>
                </a:lnTo>
                <a:close/>
                <a:moveTo>
                  <a:pt x="189835" y="22441"/>
                </a:moveTo>
                <a:lnTo>
                  <a:pt x="191336" y="23001"/>
                </a:lnTo>
                <a:lnTo>
                  <a:pt x="189084" y="22721"/>
                </a:lnTo>
                <a:close/>
                <a:moveTo>
                  <a:pt x="107868" y="232340"/>
                </a:moveTo>
                <a:lnTo>
                  <a:pt x="110064" y="233090"/>
                </a:lnTo>
                <a:lnTo>
                  <a:pt x="106770" y="232715"/>
                </a:lnTo>
                <a:close/>
                <a:moveTo>
                  <a:pt x="237866" y="178898"/>
                </a:moveTo>
                <a:lnTo>
                  <a:pt x="238659" y="180231"/>
                </a:lnTo>
                <a:lnTo>
                  <a:pt x="237469" y="179564"/>
                </a:lnTo>
                <a:close/>
                <a:moveTo>
                  <a:pt x="134150" y="216156"/>
                </a:moveTo>
                <a:lnTo>
                  <a:pt x="135961" y="217564"/>
                </a:lnTo>
                <a:lnTo>
                  <a:pt x="133245" y="216860"/>
                </a:lnTo>
                <a:close/>
                <a:moveTo>
                  <a:pt x="147819" y="214272"/>
                </a:moveTo>
                <a:lnTo>
                  <a:pt x="149636" y="214708"/>
                </a:lnTo>
                <a:lnTo>
                  <a:pt x="146911" y="214490"/>
                </a:lnTo>
                <a:close/>
                <a:moveTo>
                  <a:pt x="168655" y="185760"/>
                </a:moveTo>
                <a:lnTo>
                  <a:pt x="169446" y="187555"/>
                </a:lnTo>
                <a:lnTo>
                  <a:pt x="168260" y="186658"/>
                </a:lnTo>
                <a:close/>
                <a:moveTo>
                  <a:pt x="199425" y="70709"/>
                </a:moveTo>
                <a:lnTo>
                  <a:pt x="201014" y="71417"/>
                </a:lnTo>
                <a:lnTo>
                  <a:pt x="198630" y="71063"/>
                </a:lnTo>
                <a:close/>
                <a:moveTo>
                  <a:pt x="89064" y="2968"/>
                </a:moveTo>
                <a:lnTo>
                  <a:pt x="90993" y="3750"/>
                </a:lnTo>
                <a:lnTo>
                  <a:pt x="88100" y="3359"/>
                </a:lnTo>
                <a:close/>
                <a:moveTo>
                  <a:pt x="90040" y="29256"/>
                </a:moveTo>
                <a:lnTo>
                  <a:pt x="91604" y="29947"/>
                </a:lnTo>
                <a:lnTo>
                  <a:pt x="89258" y="29601"/>
                </a:lnTo>
                <a:close/>
                <a:moveTo>
                  <a:pt x="231810" y="266315"/>
                </a:moveTo>
                <a:lnTo>
                  <a:pt x="233694" y="268082"/>
                </a:lnTo>
                <a:lnTo>
                  <a:pt x="230869" y="267199"/>
                </a:lnTo>
                <a:close/>
                <a:moveTo>
                  <a:pt x="181321" y="202730"/>
                </a:moveTo>
                <a:lnTo>
                  <a:pt x="181933" y="204409"/>
                </a:lnTo>
                <a:lnTo>
                  <a:pt x="181015" y="203570"/>
                </a:lnTo>
                <a:close/>
                <a:moveTo>
                  <a:pt x="166944" y="153345"/>
                </a:moveTo>
                <a:lnTo>
                  <a:pt x="167653" y="155079"/>
                </a:lnTo>
                <a:lnTo>
                  <a:pt x="166590" y="154212"/>
                </a:lnTo>
                <a:close/>
                <a:moveTo>
                  <a:pt x="32007" y="275682"/>
                </a:moveTo>
                <a:lnTo>
                  <a:pt x="33278" y="276431"/>
                </a:lnTo>
                <a:lnTo>
                  <a:pt x="31372" y="276056"/>
                </a:lnTo>
                <a:close/>
                <a:moveTo>
                  <a:pt x="135895" y="271931"/>
                </a:moveTo>
                <a:lnTo>
                  <a:pt x="137878" y="272313"/>
                </a:lnTo>
                <a:lnTo>
                  <a:pt x="134904" y="272122"/>
                </a:lnTo>
                <a:close/>
                <a:moveTo>
                  <a:pt x="120580" y="254184"/>
                </a:moveTo>
                <a:lnTo>
                  <a:pt x="122668" y="254877"/>
                </a:lnTo>
                <a:lnTo>
                  <a:pt x="119536" y="254530"/>
                </a:lnTo>
                <a:close/>
                <a:moveTo>
                  <a:pt x="91276" y="117973"/>
                </a:moveTo>
                <a:lnTo>
                  <a:pt x="92655" y="118824"/>
                </a:lnTo>
                <a:lnTo>
                  <a:pt x="90587" y="118399"/>
                </a:lnTo>
                <a:close/>
                <a:moveTo>
                  <a:pt x="202733" y="212561"/>
                </a:moveTo>
                <a:lnTo>
                  <a:pt x="204355" y="213942"/>
                </a:lnTo>
                <a:lnTo>
                  <a:pt x="201922" y="213252"/>
                </a:lnTo>
                <a:close/>
                <a:moveTo>
                  <a:pt x="111734" y="45833"/>
                </a:moveTo>
                <a:lnTo>
                  <a:pt x="112762" y="46259"/>
                </a:lnTo>
                <a:lnTo>
                  <a:pt x="111221" y="46046"/>
                </a:lnTo>
                <a:close/>
                <a:moveTo>
                  <a:pt x="159046" y="35381"/>
                </a:moveTo>
                <a:lnTo>
                  <a:pt x="160749" y="36037"/>
                </a:lnTo>
                <a:lnTo>
                  <a:pt x="158194" y="35709"/>
                </a:lnTo>
                <a:close/>
                <a:moveTo>
                  <a:pt x="90818" y="184608"/>
                </a:moveTo>
                <a:lnTo>
                  <a:pt x="92026" y="185664"/>
                </a:lnTo>
                <a:lnTo>
                  <a:pt x="90214" y="185136"/>
                </a:lnTo>
                <a:close/>
                <a:moveTo>
                  <a:pt x="184922" y="61621"/>
                </a:moveTo>
                <a:lnTo>
                  <a:pt x="186273" y="63050"/>
                </a:lnTo>
                <a:lnTo>
                  <a:pt x="184247" y="62335"/>
                </a:lnTo>
                <a:close/>
                <a:moveTo>
                  <a:pt x="278259" y="30421"/>
                </a:moveTo>
                <a:lnTo>
                  <a:pt x="279494" y="31511"/>
                </a:lnTo>
                <a:lnTo>
                  <a:pt x="277642" y="30966"/>
                </a:lnTo>
                <a:close/>
                <a:moveTo>
                  <a:pt x="27367" y="82786"/>
                </a:moveTo>
                <a:lnTo>
                  <a:pt x="27993" y="83817"/>
                </a:lnTo>
                <a:lnTo>
                  <a:pt x="27055" y="83301"/>
                </a:lnTo>
                <a:close/>
                <a:moveTo>
                  <a:pt x="269947" y="221016"/>
                </a:moveTo>
                <a:lnTo>
                  <a:pt x="271623" y="222798"/>
                </a:lnTo>
                <a:lnTo>
                  <a:pt x="269108" y="221907"/>
                </a:lnTo>
                <a:close/>
                <a:moveTo>
                  <a:pt x="271222" y="226864"/>
                </a:moveTo>
                <a:lnTo>
                  <a:pt x="271671" y="227932"/>
                </a:lnTo>
                <a:lnTo>
                  <a:pt x="270998" y="227398"/>
                </a:lnTo>
                <a:close/>
                <a:moveTo>
                  <a:pt x="275499" y="39560"/>
                </a:moveTo>
                <a:lnTo>
                  <a:pt x="276582" y="40410"/>
                </a:lnTo>
                <a:lnTo>
                  <a:pt x="274957" y="39985"/>
                </a:lnTo>
                <a:close/>
                <a:moveTo>
                  <a:pt x="131976" y="203289"/>
                </a:moveTo>
                <a:lnTo>
                  <a:pt x="133988" y="203800"/>
                </a:lnTo>
                <a:lnTo>
                  <a:pt x="130969" y="203545"/>
                </a:lnTo>
                <a:close/>
                <a:moveTo>
                  <a:pt x="244646" y="71111"/>
                </a:moveTo>
                <a:lnTo>
                  <a:pt x="246104" y="72803"/>
                </a:lnTo>
                <a:lnTo>
                  <a:pt x="243917" y="71957"/>
                </a:lnTo>
                <a:close/>
                <a:moveTo>
                  <a:pt x="129615" y="224939"/>
                </a:moveTo>
                <a:lnTo>
                  <a:pt x="131358" y="226137"/>
                </a:lnTo>
                <a:lnTo>
                  <a:pt x="128743" y="225538"/>
                </a:lnTo>
                <a:close/>
                <a:moveTo>
                  <a:pt x="54504" y="41755"/>
                </a:moveTo>
                <a:lnTo>
                  <a:pt x="55751" y="42828"/>
                </a:lnTo>
                <a:lnTo>
                  <a:pt x="53881" y="42291"/>
                </a:lnTo>
                <a:close/>
                <a:moveTo>
                  <a:pt x="124347" y="272743"/>
                </a:moveTo>
                <a:lnTo>
                  <a:pt x="125287" y="274153"/>
                </a:lnTo>
                <a:lnTo>
                  <a:pt x="123877" y="273448"/>
                </a:lnTo>
                <a:close/>
                <a:moveTo>
                  <a:pt x="219174" y="172821"/>
                </a:moveTo>
                <a:lnTo>
                  <a:pt x="220947" y="173610"/>
                </a:lnTo>
                <a:lnTo>
                  <a:pt x="218288" y="173216"/>
                </a:lnTo>
                <a:close/>
                <a:moveTo>
                  <a:pt x="220278" y="222217"/>
                </a:moveTo>
                <a:lnTo>
                  <a:pt x="222281" y="223620"/>
                </a:lnTo>
                <a:lnTo>
                  <a:pt x="219276" y="222918"/>
                </a:lnTo>
                <a:close/>
                <a:moveTo>
                  <a:pt x="121546" y="257472"/>
                </a:moveTo>
                <a:lnTo>
                  <a:pt x="122804" y="258952"/>
                </a:lnTo>
                <a:lnTo>
                  <a:pt x="120918" y="258212"/>
                </a:lnTo>
                <a:close/>
                <a:moveTo>
                  <a:pt x="125112" y="106368"/>
                </a:moveTo>
                <a:lnTo>
                  <a:pt x="125543" y="107586"/>
                </a:lnTo>
                <a:lnTo>
                  <a:pt x="124896" y="106977"/>
                </a:lnTo>
                <a:close/>
                <a:moveTo>
                  <a:pt x="194391" y="252027"/>
                </a:moveTo>
                <a:lnTo>
                  <a:pt x="195422" y="253813"/>
                </a:lnTo>
                <a:lnTo>
                  <a:pt x="193875" y="252920"/>
                </a:lnTo>
                <a:close/>
                <a:moveTo>
                  <a:pt x="199841" y="235071"/>
                </a:moveTo>
                <a:lnTo>
                  <a:pt x="200317" y="235570"/>
                </a:lnTo>
                <a:lnTo>
                  <a:pt x="199602" y="235321"/>
                </a:lnTo>
                <a:close/>
                <a:moveTo>
                  <a:pt x="75551" y="23404"/>
                </a:moveTo>
                <a:lnTo>
                  <a:pt x="76074" y="24330"/>
                </a:lnTo>
                <a:lnTo>
                  <a:pt x="75289" y="23867"/>
                </a:lnTo>
                <a:close/>
                <a:moveTo>
                  <a:pt x="35741" y="206477"/>
                </a:moveTo>
                <a:lnTo>
                  <a:pt x="36751" y="207394"/>
                </a:lnTo>
                <a:lnTo>
                  <a:pt x="35236" y="206935"/>
                </a:lnTo>
                <a:close/>
                <a:moveTo>
                  <a:pt x="178549" y="45565"/>
                </a:moveTo>
                <a:lnTo>
                  <a:pt x="180533" y="46148"/>
                </a:lnTo>
                <a:lnTo>
                  <a:pt x="177557" y="45857"/>
                </a:lnTo>
                <a:close/>
                <a:moveTo>
                  <a:pt x="13977" y="56947"/>
                </a:moveTo>
                <a:lnTo>
                  <a:pt x="14527" y="58262"/>
                </a:lnTo>
                <a:lnTo>
                  <a:pt x="13702" y="57605"/>
                </a:lnTo>
                <a:close/>
                <a:moveTo>
                  <a:pt x="251390" y="244149"/>
                </a:moveTo>
                <a:lnTo>
                  <a:pt x="252909" y="245310"/>
                </a:lnTo>
                <a:lnTo>
                  <a:pt x="250630" y="244729"/>
                </a:lnTo>
                <a:close/>
                <a:moveTo>
                  <a:pt x="114961" y="19614"/>
                </a:moveTo>
                <a:lnTo>
                  <a:pt x="115397" y="21332"/>
                </a:lnTo>
                <a:lnTo>
                  <a:pt x="114743" y="20473"/>
                </a:lnTo>
                <a:close/>
                <a:moveTo>
                  <a:pt x="89376" y="101790"/>
                </a:moveTo>
                <a:lnTo>
                  <a:pt x="89950" y="103083"/>
                </a:lnTo>
                <a:lnTo>
                  <a:pt x="89088" y="102437"/>
                </a:lnTo>
                <a:close/>
                <a:moveTo>
                  <a:pt x="215506" y="220386"/>
                </a:moveTo>
                <a:lnTo>
                  <a:pt x="217047" y="222059"/>
                </a:lnTo>
                <a:lnTo>
                  <a:pt x="214735" y="221223"/>
                </a:lnTo>
                <a:close/>
                <a:moveTo>
                  <a:pt x="280019" y="51539"/>
                </a:moveTo>
                <a:lnTo>
                  <a:pt x="281448" y="53333"/>
                </a:lnTo>
                <a:lnTo>
                  <a:pt x="279304" y="52436"/>
                </a:lnTo>
                <a:close/>
                <a:moveTo>
                  <a:pt x="52787" y="159335"/>
                </a:moveTo>
                <a:lnTo>
                  <a:pt x="53715" y="161134"/>
                </a:lnTo>
                <a:lnTo>
                  <a:pt x="52323" y="160235"/>
                </a:lnTo>
                <a:close/>
                <a:moveTo>
                  <a:pt x="226260" y="159693"/>
                </a:moveTo>
                <a:lnTo>
                  <a:pt x="227025" y="160900"/>
                </a:lnTo>
                <a:lnTo>
                  <a:pt x="225878" y="160296"/>
                </a:lnTo>
                <a:close/>
                <a:moveTo>
                  <a:pt x="269343" y="188711"/>
                </a:moveTo>
                <a:lnTo>
                  <a:pt x="271283" y="189202"/>
                </a:lnTo>
                <a:lnTo>
                  <a:pt x="268373" y="188957"/>
                </a:lnTo>
                <a:close/>
                <a:moveTo>
                  <a:pt x="279640" y="98038"/>
                </a:moveTo>
                <a:lnTo>
                  <a:pt x="281664" y="98802"/>
                </a:lnTo>
                <a:lnTo>
                  <a:pt x="278628" y="98420"/>
                </a:lnTo>
                <a:close/>
                <a:moveTo>
                  <a:pt x="248527" y="184179"/>
                </a:moveTo>
                <a:lnTo>
                  <a:pt x="249332" y="185955"/>
                </a:lnTo>
                <a:lnTo>
                  <a:pt x="248124" y="185067"/>
                </a:lnTo>
                <a:close/>
                <a:moveTo>
                  <a:pt x="11066" y="173464"/>
                </a:moveTo>
                <a:lnTo>
                  <a:pt x="12463" y="174635"/>
                </a:lnTo>
                <a:lnTo>
                  <a:pt x="10368" y="174050"/>
                </a:lnTo>
                <a:close/>
                <a:moveTo>
                  <a:pt x="283795" y="170047"/>
                </a:moveTo>
                <a:lnTo>
                  <a:pt x="285127" y="171174"/>
                </a:lnTo>
                <a:lnTo>
                  <a:pt x="283129" y="170610"/>
                </a:lnTo>
                <a:close/>
                <a:moveTo>
                  <a:pt x="240377" y="268629"/>
                </a:moveTo>
                <a:lnTo>
                  <a:pt x="241036" y="269213"/>
                </a:lnTo>
                <a:lnTo>
                  <a:pt x="240047" y="268921"/>
                </a:lnTo>
                <a:close/>
                <a:moveTo>
                  <a:pt x="62421" y="54095"/>
                </a:moveTo>
                <a:lnTo>
                  <a:pt x="63495" y="54576"/>
                </a:lnTo>
                <a:lnTo>
                  <a:pt x="61885" y="54336"/>
                </a:lnTo>
                <a:close/>
                <a:moveTo>
                  <a:pt x="4585" y="243314"/>
                </a:moveTo>
                <a:lnTo>
                  <a:pt x="6766" y="244097"/>
                </a:lnTo>
                <a:lnTo>
                  <a:pt x="3494" y="243705"/>
                </a:lnTo>
                <a:close/>
                <a:moveTo>
                  <a:pt x="70137" y="283998"/>
                </a:moveTo>
                <a:lnTo>
                  <a:pt x="71173" y="285102"/>
                </a:lnTo>
                <a:lnTo>
                  <a:pt x="69619" y="284550"/>
                </a:lnTo>
                <a:close/>
                <a:moveTo>
                  <a:pt x="29113" y="254640"/>
                </a:moveTo>
                <a:lnTo>
                  <a:pt x="31264" y="255885"/>
                </a:lnTo>
                <a:lnTo>
                  <a:pt x="28038" y="255262"/>
                </a:lnTo>
                <a:close/>
                <a:moveTo>
                  <a:pt x="237521" y="109938"/>
                </a:moveTo>
                <a:lnTo>
                  <a:pt x="238854" y="110251"/>
                </a:lnTo>
                <a:lnTo>
                  <a:pt x="236855" y="110094"/>
                </a:lnTo>
                <a:close/>
                <a:moveTo>
                  <a:pt x="59001" y="182296"/>
                </a:moveTo>
                <a:lnTo>
                  <a:pt x="59445" y="183794"/>
                </a:lnTo>
                <a:lnTo>
                  <a:pt x="58778" y="183045"/>
                </a:lnTo>
                <a:close/>
                <a:moveTo>
                  <a:pt x="150582" y="155552"/>
                </a:moveTo>
                <a:lnTo>
                  <a:pt x="151567" y="157210"/>
                </a:lnTo>
                <a:lnTo>
                  <a:pt x="150089" y="156381"/>
                </a:lnTo>
                <a:close/>
                <a:moveTo>
                  <a:pt x="219247" y="73754"/>
                </a:moveTo>
                <a:lnTo>
                  <a:pt x="220206" y="74354"/>
                </a:lnTo>
                <a:lnTo>
                  <a:pt x="218768" y="74054"/>
                </a:lnTo>
                <a:close/>
                <a:moveTo>
                  <a:pt x="127330" y="167864"/>
                </a:moveTo>
                <a:lnTo>
                  <a:pt x="128648" y="169344"/>
                </a:lnTo>
                <a:lnTo>
                  <a:pt x="126671" y="168604"/>
                </a:lnTo>
                <a:close/>
                <a:moveTo>
                  <a:pt x="123470" y="4845"/>
                </a:moveTo>
                <a:lnTo>
                  <a:pt x="124059" y="5780"/>
                </a:lnTo>
                <a:lnTo>
                  <a:pt x="123175" y="5313"/>
                </a:lnTo>
                <a:close/>
                <a:moveTo>
                  <a:pt x="137429" y="126406"/>
                </a:moveTo>
                <a:lnTo>
                  <a:pt x="139437" y="126983"/>
                </a:lnTo>
                <a:lnTo>
                  <a:pt x="136426" y="126695"/>
                </a:lnTo>
                <a:close/>
                <a:moveTo>
                  <a:pt x="207476" y="187679"/>
                </a:moveTo>
                <a:lnTo>
                  <a:pt x="209654" y="188303"/>
                </a:lnTo>
                <a:lnTo>
                  <a:pt x="206387" y="187991"/>
                </a:lnTo>
                <a:close/>
                <a:moveTo>
                  <a:pt x="33842" y="27219"/>
                </a:moveTo>
                <a:lnTo>
                  <a:pt x="34575" y="27806"/>
                </a:lnTo>
                <a:lnTo>
                  <a:pt x="33476" y="27513"/>
                </a:lnTo>
                <a:close/>
                <a:moveTo>
                  <a:pt x="52212" y="1671"/>
                </a:moveTo>
                <a:lnTo>
                  <a:pt x="53462" y="3086"/>
                </a:lnTo>
                <a:lnTo>
                  <a:pt x="51588" y="2378"/>
                </a:lnTo>
                <a:close/>
                <a:moveTo>
                  <a:pt x="226608" y="281530"/>
                </a:moveTo>
                <a:lnTo>
                  <a:pt x="228156" y="281922"/>
                </a:lnTo>
                <a:lnTo>
                  <a:pt x="225834" y="281726"/>
                </a:lnTo>
                <a:close/>
                <a:moveTo>
                  <a:pt x="35360" y="83017"/>
                </a:moveTo>
                <a:lnTo>
                  <a:pt x="36353" y="84546"/>
                </a:lnTo>
                <a:lnTo>
                  <a:pt x="34863" y="83781"/>
                </a:lnTo>
                <a:close/>
                <a:moveTo>
                  <a:pt x="164435" y="229290"/>
                </a:moveTo>
                <a:lnTo>
                  <a:pt x="164912" y="230306"/>
                </a:lnTo>
                <a:lnTo>
                  <a:pt x="164197" y="229798"/>
                </a:lnTo>
                <a:close/>
                <a:moveTo>
                  <a:pt x="126453" y="266384"/>
                </a:moveTo>
                <a:lnTo>
                  <a:pt x="126865" y="268155"/>
                </a:lnTo>
                <a:lnTo>
                  <a:pt x="126247" y="267270"/>
                </a:lnTo>
                <a:close/>
                <a:moveTo>
                  <a:pt x="276705" y="59980"/>
                </a:moveTo>
                <a:lnTo>
                  <a:pt x="277316" y="61553"/>
                </a:lnTo>
                <a:lnTo>
                  <a:pt x="276399" y="60767"/>
                </a:lnTo>
                <a:close/>
                <a:moveTo>
                  <a:pt x="229353" y="121644"/>
                </a:moveTo>
                <a:lnTo>
                  <a:pt x="230093" y="122296"/>
                </a:lnTo>
                <a:lnTo>
                  <a:pt x="228982" y="121970"/>
                </a:lnTo>
                <a:close/>
                <a:moveTo>
                  <a:pt x="211063" y="168987"/>
                </a:moveTo>
                <a:lnTo>
                  <a:pt x="212851" y="170487"/>
                </a:lnTo>
                <a:lnTo>
                  <a:pt x="210169" y="169737"/>
                </a:lnTo>
                <a:close/>
                <a:moveTo>
                  <a:pt x="193083" y="104878"/>
                </a:moveTo>
                <a:lnTo>
                  <a:pt x="194668" y="106491"/>
                </a:lnTo>
                <a:lnTo>
                  <a:pt x="192290" y="105685"/>
                </a:lnTo>
                <a:close/>
                <a:moveTo>
                  <a:pt x="166698" y="48694"/>
                </a:moveTo>
                <a:lnTo>
                  <a:pt x="167567" y="49155"/>
                </a:lnTo>
                <a:lnTo>
                  <a:pt x="166264" y="48924"/>
                </a:lnTo>
                <a:close/>
                <a:moveTo>
                  <a:pt x="97856" y="57759"/>
                </a:moveTo>
                <a:lnTo>
                  <a:pt x="99258" y="58714"/>
                </a:lnTo>
                <a:lnTo>
                  <a:pt x="97155" y="58236"/>
                </a:lnTo>
                <a:close/>
                <a:moveTo>
                  <a:pt x="136070" y="83893"/>
                </a:moveTo>
                <a:lnTo>
                  <a:pt x="136528" y="85194"/>
                </a:lnTo>
                <a:lnTo>
                  <a:pt x="135842" y="84544"/>
                </a:lnTo>
                <a:close/>
                <a:moveTo>
                  <a:pt x="282848" y="51903"/>
                </a:moveTo>
                <a:lnTo>
                  <a:pt x="284920" y="53368"/>
                </a:lnTo>
                <a:lnTo>
                  <a:pt x="281812" y="52636"/>
                </a:lnTo>
                <a:close/>
                <a:moveTo>
                  <a:pt x="85844" y="3162"/>
                </a:moveTo>
                <a:lnTo>
                  <a:pt x="87138" y="4615"/>
                </a:lnTo>
                <a:lnTo>
                  <a:pt x="85197" y="3888"/>
                </a:lnTo>
                <a:close/>
                <a:moveTo>
                  <a:pt x="77425" y="91186"/>
                </a:moveTo>
                <a:lnTo>
                  <a:pt x="78070" y="92626"/>
                </a:lnTo>
                <a:lnTo>
                  <a:pt x="77102" y="91906"/>
                </a:lnTo>
                <a:close/>
                <a:moveTo>
                  <a:pt x="228011" y="30839"/>
                </a:moveTo>
                <a:lnTo>
                  <a:pt x="228644" y="31359"/>
                </a:lnTo>
                <a:lnTo>
                  <a:pt x="227694" y="31099"/>
                </a:lnTo>
                <a:close/>
                <a:moveTo>
                  <a:pt x="36255" y="17532"/>
                </a:moveTo>
                <a:lnTo>
                  <a:pt x="37384" y="18195"/>
                </a:lnTo>
                <a:lnTo>
                  <a:pt x="35691" y="17863"/>
                </a:lnTo>
                <a:close/>
                <a:moveTo>
                  <a:pt x="128778" y="102571"/>
                </a:moveTo>
                <a:lnTo>
                  <a:pt x="129551" y="103695"/>
                </a:lnTo>
                <a:lnTo>
                  <a:pt x="128392" y="103133"/>
                </a:lnTo>
                <a:close/>
                <a:moveTo>
                  <a:pt x="54188" y="171984"/>
                </a:moveTo>
                <a:lnTo>
                  <a:pt x="55808" y="172453"/>
                </a:lnTo>
                <a:lnTo>
                  <a:pt x="53377" y="172218"/>
                </a:lnTo>
                <a:close/>
                <a:moveTo>
                  <a:pt x="118844" y="125368"/>
                </a:moveTo>
                <a:lnTo>
                  <a:pt x="119430" y="126534"/>
                </a:lnTo>
                <a:lnTo>
                  <a:pt x="118551" y="125951"/>
                </a:lnTo>
                <a:close/>
                <a:moveTo>
                  <a:pt x="162349" y="226096"/>
                </a:moveTo>
                <a:lnTo>
                  <a:pt x="163339" y="227315"/>
                </a:lnTo>
                <a:lnTo>
                  <a:pt x="161854" y="226705"/>
                </a:lnTo>
                <a:close/>
                <a:moveTo>
                  <a:pt x="57681" y="153590"/>
                </a:moveTo>
                <a:lnTo>
                  <a:pt x="58377" y="155095"/>
                </a:lnTo>
                <a:lnTo>
                  <a:pt x="57333" y="154342"/>
                </a:lnTo>
                <a:close/>
                <a:moveTo>
                  <a:pt x="278629" y="47533"/>
                </a:moveTo>
                <a:lnTo>
                  <a:pt x="280116" y="48592"/>
                </a:lnTo>
                <a:lnTo>
                  <a:pt x="277885" y="48063"/>
                </a:lnTo>
                <a:close/>
                <a:moveTo>
                  <a:pt x="205840" y="164641"/>
                </a:moveTo>
                <a:lnTo>
                  <a:pt x="206706" y="165460"/>
                </a:lnTo>
                <a:lnTo>
                  <a:pt x="205407" y="165051"/>
                </a:lnTo>
                <a:close/>
                <a:moveTo>
                  <a:pt x="162725" y="264959"/>
                </a:moveTo>
                <a:lnTo>
                  <a:pt x="164203" y="266286"/>
                </a:lnTo>
                <a:lnTo>
                  <a:pt x="161986" y="265622"/>
                </a:lnTo>
                <a:close/>
                <a:moveTo>
                  <a:pt x="119617" y="148119"/>
                </a:moveTo>
                <a:lnTo>
                  <a:pt x="120176" y="149378"/>
                </a:lnTo>
                <a:lnTo>
                  <a:pt x="119338" y="148748"/>
                </a:lnTo>
                <a:close/>
                <a:moveTo>
                  <a:pt x="53565" y="270137"/>
                </a:moveTo>
                <a:lnTo>
                  <a:pt x="54122" y="270759"/>
                </a:lnTo>
                <a:lnTo>
                  <a:pt x="53287" y="270448"/>
                </a:lnTo>
                <a:close/>
                <a:moveTo>
                  <a:pt x="12770" y="172914"/>
                </a:moveTo>
                <a:lnTo>
                  <a:pt x="13314" y="173518"/>
                </a:lnTo>
                <a:lnTo>
                  <a:pt x="12498" y="173216"/>
                </a:lnTo>
                <a:close/>
                <a:moveTo>
                  <a:pt x="164549" y="30987"/>
                </a:moveTo>
                <a:lnTo>
                  <a:pt x="165492" y="32509"/>
                </a:lnTo>
                <a:lnTo>
                  <a:pt x="164077" y="31748"/>
                </a:lnTo>
                <a:close/>
                <a:moveTo>
                  <a:pt x="78981" y="235022"/>
                </a:moveTo>
                <a:lnTo>
                  <a:pt x="79927" y="236297"/>
                </a:lnTo>
                <a:lnTo>
                  <a:pt x="78508" y="235660"/>
                </a:lnTo>
                <a:close/>
                <a:moveTo>
                  <a:pt x="36753" y="6070"/>
                </a:moveTo>
                <a:lnTo>
                  <a:pt x="38252" y="7670"/>
                </a:lnTo>
                <a:lnTo>
                  <a:pt x="36004" y="6870"/>
                </a:lnTo>
                <a:close/>
                <a:moveTo>
                  <a:pt x="34169" y="232837"/>
                </a:moveTo>
                <a:lnTo>
                  <a:pt x="36140" y="233193"/>
                </a:lnTo>
                <a:lnTo>
                  <a:pt x="33183" y="233015"/>
                </a:lnTo>
                <a:close/>
                <a:moveTo>
                  <a:pt x="7874" y="44596"/>
                </a:moveTo>
                <a:lnTo>
                  <a:pt x="9314" y="45140"/>
                </a:lnTo>
                <a:lnTo>
                  <a:pt x="7154" y="44868"/>
                </a:lnTo>
                <a:close/>
                <a:moveTo>
                  <a:pt x="236381" y="111698"/>
                </a:moveTo>
                <a:lnTo>
                  <a:pt x="237834" y="112485"/>
                </a:lnTo>
                <a:lnTo>
                  <a:pt x="235655" y="112091"/>
                </a:lnTo>
                <a:close/>
                <a:moveTo>
                  <a:pt x="122309" y="56862"/>
                </a:moveTo>
                <a:lnTo>
                  <a:pt x="123983" y="57978"/>
                </a:lnTo>
                <a:lnTo>
                  <a:pt x="121471" y="57420"/>
                </a:lnTo>
                <a:close/>
                <a:moveTo>
                  <a:pt x="153998" y="162516"/>
                </a:moveTo>
                <a:lnTo>
                  <a:pt x="155459" y="164187"/>
                </a:lnTo>
                <a:lnTo>
                  <a:pt x="153267" y="163352"/>
                </a:lnTo>
                <a:close/>
                <a:moveTo>
                  <a:pt x="237053" y="269728"/>
                </a:moveTo>
                <a:lnTo>
                  <a:pt x="238150" y="271355"/>
                </a:lnTo>
                <a:lnTo>
                  <a:pt x="236504" y="270541"/>
                </a:lnTo>
                <a:close/>
                <a:moveTo>
                  <a:pt x="249613" y="166971"/>
                </a:moveTo>
                <a:lnTo>
                  <a:pt x="251530" y="168430"/>
                </a:lnTo>
                <a:lnTo>
                  <a:pt x="248655" y="167701"/>
                </a:lnTo>
                <a:close/>
                <a:moveTo>
                  <a:pt x="273938" y="34864"/>
                </a:moveTo>
                <a:lnTo>
                  <a:pt x="274906" y="35870"/>
                </a:lnTo>
                <a:lnTo>
                  <a:pt x="273454" y="35367"/>
                </a:lnTo>
                <a:close/>
                <a:moveTo>
                  <a:pt x="231252" y="143204"/>
                </a:moveTo>
                <a:lnTo>
                  <a:pt x="231929" y="144998"/>
                </a:lnTo>
                <a:lnTo>
                  <a:pt x="230913" y="144101"/>
                </a:lnTo>
                <a:close/>
                <a:moveTo>
                  <a:pt x="234865" y="256015"/>
                </a:moveTo>
                <a:lnTo>
                  <a:pt x="236960" y="256476"/>
                </a:lnTo>
                <a:lnTo>
                  <a:pt x="233817" y="256245"/>
                </a:lnTo>
                <a:close/>
                <a:moveTo>
                  <a:pt x="22884" y="37976"/>
                </a:moveTo>
                <a:lnTo>
                  <a:pt x="24762" y="39648"/>
                </a:lnTo>
                <a:lnTo>
                  <a:pt x="21945" y="38812"/>
                </a:lnTo>
                <a:close/>
                <a:moveTo>
                  <a:pt x="159721" y="7854"/>
                </a:moveTo>
                <a:lnTo>
                  <a:pt x="161231" y="9374"/>
                </a:lnTo>
                <a:lnTo>
                  <a:pt x="158967" y="8614"/>
                </a:lnTo>
                <a:close/>
                <a:moveTo>
                  <a:pt x="123292" y="267275"/>
                </a:moveTo>
                <a:lnTo>
                  <a:pt x="125009" y="267849"/>
                </a:lnTo>
                <a:lnTo>
                  <a:pt x="122433" y="267562"/>
                </a:lnTo>
                <a:close/>
                <a:moveTo>
                  <a:pt x="113273" y="73337"/>
                </a:moveTo>
                <a:lnTo>
                  <a:pt x="114156" y="75071"/>
                </a:lnTo>
                <a:lnTo>
                  <a:pt x="112831" y="74204"/>
                </a:lnTo>
                <a:close/>
                <a:moveTo>
                  <a:pt x="9818" y="106829"/>
                </a:moveTo>
                <a:lnTo>
                  <a:pt x="10490" y="108474"/>
                </a:lnTo>
                <a:lnTo>
                  <a:pt x="9482" y="107652"/>
                </a:lnTo>
                <a:close/>
                <a:moveTo>
                  <a:pt x="175974" y="178082"/>
                </a:moveTo>
                <a:lnTo>
                  <a:pt x="177308" y="178877"/>
                </a:lnTo>
                <a:lnTo>
                  <a:pt x="175308" y="178480"/>
                </a:lnTo>
                <a:close/>
                <a:moveTo>
                  <a:pt x="88259" y="223015"/>
                </a:moveTo>
                <a:lnTo>
                  <a:pt x="89515" y="223434"/>
                </a:lnTo>
                <a:lnTo>
                  <a:pt x="87631" y="223224"/>
                </a:lnTo>
                <a:close/>
                <a:moveTo>
                  <a:pt x="17389" y="146638"/>
                </a:moveTo>
                <a:lnTo>
                  <a:pt x="17995" y="147204"/>
                </a:lnTo>
                <a:lnTo>
                  <a:pt x="17086" y="146921"/>
                </a:lnTo>
                <a:close/>
                <a:moveTo>
                  <a:pt x="30966" y="205286"/>
                </a:moveTo>
                <a:lnTo>
                  <a:pt x="31747" y="206265"/>
                </a:lnTo>
                <a:lnTo>
                  <a:pt x="30576" y="205776"/>
                </a:lnTo>
                <a:close/>
                <a:moveTo>
                  <a:pt x="48436" y="221978"/>
                </a:moveTo>
                <a:lnTo>
                  <a:pt x="49244" y="223208"/>
                </a:lnTo>
                <a:lnTo>
                  <a:pt x="48031" y="222593"/>
                </a:lnTo>
                <a:close/>
                <a:moveTo>
                  <a:pt x="108961" y="145891"/>
                </a:moveTo>
                <a:lnTo>
                  <a:pt x="109967" y="146669"/>
                </a:lnTo>
                <a:lnTo>
                  <a:pt x="108457" y="146280"/>
                </a:lnTo>
                <a:close/>
                <a:moveTo>
                  <a:pt x="230690" y="207258"/>
                </a:moveTo>
                <a:lnTo>
                  <a:pt x="232598" y="209041"/>
                </a:lnTo>
                <a:lnTo>
                  <a:pt x="229736" y="208150"/>
                </a:lnTo>
                <a:close/>
                <a:moveTo>
                  <a:pt x="149063" y="1489"/>
                </a:moveTo>
                <a:lnTo>
                  <a:pt x="150783" y="1897"/>
                </a:lnTo>
                <a:lnTo>
                  <a:pt x="148203" y="1693"/>
                </a:lnTo>
                <a:close/>
                <a:moveTo>
                  <a:pt x="285399" y="21946"/>
                </a:moveTo>
                <a:lnTo>
                  <a:pt x="286811" y="22982"/>
                </a:lnTo>
                <a:lnTo>
                  <a:pt x="284693" y="22464"/>
                </a:lnTo>
                <a:close/>
                <a:moveTo>
                  <a:pt x="104243" y="226478"/>
                </a:moveTo>
                <a:lnTo>
                  <a:pt x="104981" y="227895"/>
                </a:lnTo>
                <a:lnTo>
                  <a:pt x="103874" y="227187"/>
                </a:lnTo>
                <a:close/>
                <a:moveTo>
                  <a:pt x="27707" y="148816"/>
                </a:moveTo>
                <a:lnTo>
                  <a:pt x="29813" y="149715"/>
                </a:lnTo>
                <a:lnTo>
                  <a:pt x="26653" y="149266"/>
                </a:lnTo>
                <a:close/>
                <a:moveTo>
                  <a:pt x="213242" y="229881"/>
                </a:moveTo>
                <a:lnTo>
                  <a:pt x="214014" y="230942"/>
                </a:lnTo>
                <a:lnTo>
                  <a:pt x="212856" y="230411"/>
                </a:lnTo>
                <a:close/>
                <a:moveTo>
                  <a:pt x="44792" y="53960"/>
                </a:moveTo>
                <a:lnTo>
                  <a:pt x="45385" y="54455"/>
                </a:lnTo>
                <a:lnTo>
                  <a:pt x="44495" y="54207"/>
                </a:lnTo>
                <a:close/>
                <a:moveTo>
                  <a:pt x="260874" y="245892"/>
                </a:moveTo>
                <a:lnTo>
                  <a:pt x="261907" y="246891"/>
                </a:lnTo>
                <a:lnTo>
                  <a:pt x="260357" y="246392"/>
                </a:lnTo>
                <a:close/>
                <a:moveTo>
                  <a:pt x="43796" y="278956"/>
                </a:moveTo>
                <a:lnTo>
                  <a:pt x="44177" y="280089"/>
                </a:lnTo>
                <a:lnTo>
                  <a:pt x="43605" y="279523"/>
                </a:lnTo>
                <a:close/>
                <a:moveTo>
                  <a:pt x="193985" y="189598"/>
                </a:moveTo>
                <a:lnTo>
                  <a:pt x="196180" y="191010"/>
                </a:lnTo>
                <a:lnTo>
                  <a:pt x="192887" y="190304"/>
                </a:lnTo>
                <a:close/>
                <a:moveTo>
                  <a:pt x="249878" y="280216"/>
                </a:moveTo>
                <a:lnTo>
                  <a:pt x="250270" y="280939"/>
                </a:lnTo>
                <a:lnTo>
                  <a:pt x="249682" y="280578"/>
                </a:lnTo>
                <a:close/>
                <a:moveTo>
                  <a:pt x="112836" y="194053"/>
                </a:moveTo>
                <a:lnTo>
                  <a:pt x="113433" y="195052"/>
                </a:lnTo>
                <a:lnTo>
                  <a:pt x="112537" y="194552"/>
                </a:lnTo>
                <a:close/>
                <a:moveTo>
                  <a:pt x="246790" y="205339"/>
                </a:moveTo>
                <a:lnTo>
                  <a:pt x="248003" y="205796"/>
                </a:lnTo>
                <a:lnTo>
                  <a:pt x="246184" y="205568"/>
                </a:lnTo>
                <a:close/>
                <a:moveTo>
                  <a:pt x="175137" y="65534"/>
                </a:moveTo>
                <a:lnTo>
                  <a:pt x="175663" y="65860"/>
                </a:lnTo>
                <a:lnTo>
                  <a:pt x="174874" y="65697"/>
                </a:lnTo>
                <a:close/>
                <a:moveTo>
                  <a:pt x="272959" y="6494"/>
                </a:moveTo>
                <a:lnTo>
                  <a:pt x="273464" y="7304"/>
                </a:lnTo>
                <a:lnTo>
                  <a:pt x="272707" y="6899"/>
                </a:lnTo>
                <a:close/>
                <a:moveTo>
                  <a:pt x="104494" y="162498"/>
                </a:moveTo>
                <a:lnTo>
                  <a:pt x="105883" y="163946"/>
                </a:lnTo>
                <a:lnTo>
                  <a:pt x="103800" y="163222"/>
                </a:lnTo>
                <a:close/>
                <a:moveTo>
                  <a:pt x="170665" y="156464"/>
                </a:moveTo>
                <a:lnTo>
                  <a:pt x="172509" y="157199"/>
                </a:lnTo>
                <a:lnTo>
                  <a:pt x="169743" y="156831"/>
                </a:lnTo>
                <a:close/>
                <a:moveTo>
                  <a:pt x="85846" y="115697"/>
                </a:moveTo>
                <a:lnTo>
                  <a:pt x="87538" y="116758"/>
                </a:lnTo>
                <a:lnTo>
                  <a:pt x="85000" y="116227"/>
                </a:lnTo>
                <a:close/>
                <a:moveTo>
                  <a:pt x="218038" y="121420"/>
                </a:moveTo>
                <a:lnTo>
                  <a:pt x="219384" y="123102"/>
                </a:lnTo>
                <a:lnTo>
                  <a:pt x="217365" y="122261"/>
                </a:lnTo>
                <a:close/>
                <a:moveTo>
                  <a:pt x="139183" y="76779"/>
                </a:moveTo>
                <a:lnTo>
                  <a:pt x="140751" y="78428"/>
                </a:lnTo>
                <a:lnTo>
                  <a:pt x="138400" y="77604"/>
                </a:lnTo>
                <a:close/>
                <a:moveTo>
                  <a:pt x="5208" y="71150"/>
                </a:moveTo>
                <a:lnTo>
                  <a:pt x="5594" y="72037"/>
                </a:lnTo>
                <a:lnTo>
                  <a:pt x="5014" y="71593"/>
                </a:lnTo>
                <a:close/>
                <a:moveTo>
                  <a:pt x="123188" y="38583"/>
                </a:moveTo>
                <a:lnTo>
                  <a:pt x="124133" y="39044"/>
                </a:lnTo>
                <a:lnTo>
                  <a:pt x="122715" y="38813"/>
                </a:lnTo>
                <a:close/>
                <a:moveTo>
                  <a:pt x="205103" y="8702"/>
                </a:moveTo>
                <a:lnTo>
                  <a:pt x="205849" y="9662"/>
                </a:lnTo>
                <a:lnTo>
                  <a:pt x="204730" y="9182"/>
                </a:lnTo>
                <a:close/>
                <a:moveTo>
                  <a:pt x="99771" y="172661"/>
                </a:moveTo>
                <a:lnTo>
                  <a:pt x="101427" y="174024"/>
                </a:lnTo>
                <a:lnTo>
                  <a:pt x="98942" y="173342"/>
                </a:lnTo>
                <a:close/>
                <a:moveTo>
                  <a:pt x="70910" y="52287"/>
                </a:moveTo>
                <a:lnTo>
                  <a:pt x="71640" y="53070"/>
                </a:lnTo>
                <a:lnTo>
                  <a:pt x="70545" y="52678"/>
                </a:lnTo>
                <a:close/>
                <a:moveTo>
                  <a:pt x="135769" y="140956"/>
                </a:moveTo>
                <a:lnTo>
                  <a:pt x="136952" y="141919"/>
                </a:lnTo>
                <a:lnTo>
                  <a:pt x="135177" y="141437"/>
                </a:lnTo>
                <a:close/>
                <a:moveTo>
                  <a:pt x="164981" y="56116"/>
                </a:moveTo>
                <a:lnTo>
                  <a:pt x="165928" y="56423"/>
                </a:lnTo>
                <a:lnTo>
                  <a:pt x="164508" y="56269"/>
                </a:lnTo>
                <a:close/>
                <a:moveTo>
                  <a:pt x="258758" y="176778"/>
                </a:moveTo>
                <a:lnTo>
                  <a:pt x="260333" y="177167"/>
                </a:lnTo>
                <a:lnTo>
                  <a:pt x="257970" y="176973"/>
                </a:lnTo>
                <a:close/>
                <a:moveTo>
                  <a:pt x="14594" y="116613"/>
                </a:moveTo>
                <a:lnTo>
                  <a:pt x="16652" y="116987"/>
                </a:lnTo>
                <a:lnTo>
                  <a:pt x="13565" y="116800"/>
                </a:lnTo>
                <a:close/>
                <a:moveTo>
                  <a:pt x="286251" y="103394"/>
                </a:moveTo>
                <a:lnTo>
                  <a:pt x="288342" y="104784"/>
                </a:lnTo>
                <a:lnTo>
                  <a:pt x="285205" y="104089"/>
                </a:lnTo>
                <a:close/>
                <a:moveTo>
                  <a:pt x="51477" y="158721"/>
                </a:moveTo>
                <a:lnTo>
                  <a:pt x="53247" y="159491"/>
                </a:lnTo>
                <a:lnTo>
                  <a:pt x="50592" y="159106"/>
                </a:lnTo>
                <a:close/>
                <a:moveTo>
                  <a:pt x="62422" y="154096"/>
                </a:moveTo>
                <a:lnTo>
                  <a:pt x="63791" y="155030"/>
                </a:lnTo>
                <a:lnTo>
                  <a:pt x="61737" y="154563"/>
                </a:lnTo>
                <a:close/>
                <a:moveTo>
                  <a:pt x="131000" y="144902"/>
                </a:moveTo>
                <a:lnTo>
                  <a:pt x="131822" y="145330"/>
                </a:lnTo>
                <a:lnTo>
                  <a:pt x="130590" y="145116"/>
                </a:lnTo>
                <a:close/>
                <a:moveTo>
                  <a:pt x="180192" y="151061"/>
                </a:moveTo>
                <a:lnTo>
                  <a:pt x="182139" y="152306"/>
                </a:lnTo>
                <a:lnTo>
                  <a:pt x="179218" y="151684"/>
                </a:lnTo>
                <a:close/>
                <a:moveTo>
                  <a:pt x="212120" y="259957"/>
                </a:moveTo>
                <a:lnTo>
                  <a:pt x="214167" y="260468"/>
                </a:lnTo>
                <a:lnTo>
                  <a:pt x="211096" y="260212"/>
                </a:lnTo>
                <a:close/>
                <a:moveTo>
                  <a:pt x="71882" y="191065"/>
                </a:moveTo>
                <a:lnTo>
                  <a:pt x="73888" y="191785"/>
                </a:lnTo>
                <a:lnTo>
                  <a:pt x="70880" y="191425"/>
                </a:lnTo>
                <a:close/>
                <a:moveTo>
                  <a:pt x="143922" y="185462"/>
                </a:moveTo>
                <a:lnTo>
                  <a:pt x="144805" y="185985"/>
                </a:lnTo>
                <a:lnTo>
                  <a:pt x="143481" y="185724"/>
                </a:lnTo>
                <a:close/>
                <a:moveTo>
                  <a:pt x="66243" y="162755"/>
                </a:moveTo>
                <a:lnTo>
                  <a:pt x="66622" y="163718"/>
                </a:lnTo>
                <a:lnTo>
                  <a:pt x="66054" y="163237"/>
                </a:lnTo>
                <a:close/>
                <a:moveTo>
                  <a:pt x="93034" y="11722"/>
                </a:moveTo>
                <a:lnTo>
                  <a:pt x="93464" y="13224"/>
                </a:lnTo>
                <a:lnTo>
                  <a:pt x="92818" y="12473"/>
                </a:lnTo>
                <a:close/>
                <a:moveTo>
                  <a:pt x="109536" y="38774"/>
                </a:moveTo>
                <a:lnTo>
                  <a:pt x="110570" y="40544"/>
                </a:lnTo>
                <a:lnTo>
                  <a:pt x="109019" y="39659"/>
                </a:lnTo>
                <a:close/>
                <a:moveTo>
                  <a:pt x="191490" y="103205"/>
                </a:moveTo>
                <a:lnTo>
                  <a:pt x="192974" y="104673"/>
                </a:lnTo>
                <a:lnTo>
                  <a:pt x="190748" y="103939"/>
                </a:lnTo>
                <a:close/>
                <a:moveTo>
                  <a:pt x="21234" y="41001"/>
                </a:moveTo>
                <a:lnTo>
                  <a:pt x="21935" y="42150"/>
                </a:lnTo>
                <a:lnTo>
                  <a:pt x="20883" y="41575"/>
                </a:lnTo>
                <a:close/>
                <a:moveTo>
                  <a:pt x="100544" y="35506"/>
                </a:moveTo>
                <a:lnTo>
                  <a:pt x="101698" y="36188"/>
                </a:lnTo>
                <a:lnTo>
                  <a:pt x="99967" y="35847"/>
                </a:lnTo>
                <a:close/>
                <a:moveTo>
                  <a:pt x="44793" y="30176"/>
                </a:moveTo>
                <a:lnTo>
                  <a:pt x="45545" y="30741"/>
                </a:lnTo>
                <a:lnTo>
                  <a:pt x="44417" y="30459"/>
                </a:lnTo>
                <a:close/>
                <a:moveTo>
                  <a:pt x="222731" y="199422"/>
                </a:moveTo>
                <a:lnTo>
                  <a:pt x="224712" y="200891"/>
                </a:lnTo>
                <a:lnTo>
                  <a:pt x="221740" y="200156"/>
                </a:lnTo>
                <a:close/>
                <a:moveTo>
                  <a:pt x="125869" y="64082"/>
                </a:moveTo>
                <a:lnTo>
                  <a:pt x="127069" y="64927"/>
                </a:lnTo>
                <a:lnTo>
                  <a:pt x="125268" y="64504"/>
                </a:lnTo>
                <a:close/>
                <a:moveTo>
                  <a:pt x="107033" y="164239"/>
                </a:moveTo>
                <a:lnTo>
                  <a:pt x="107578" y="164950"/>
                </a:lnTo>
                <a:lnTo>
                  <a:pt x="106760" y="164594"/>
                </a:lnTo>
                <a:close/>
                <a:moveTo>
                  <a:pt x="113533" y="182632"/>
                </a:moveTo>
                <a:lnTo>
                  <a:pt x="115286" y="182974"/>
                </a:lnTo>
                <a:lnTo>
                  <a:pt x="112656" y="182803"/>
                </a:lnTo>
                <a:close/>
                <a:moveTo>
                  <a:pt x="197609" y="49573"/>
                </a:moveTo>
                <a:lnTo>
                  <a:pt x="198854" y="50194"/>
                </a:lnTo>
                <a:lnTo>
                  <a:pt x="196987" y="49883"/>
                </a:lnTo>
                <a:close/>
                <a:moveTo>
                  <a:pt x="209120" y="91853"/>
                </a:moveTo>
                <a:lnTo>
                  <a:pt x="209899" y="92882"/>
                </a:lnTo>
                <a:lnTo>
                  <a:pt x="208730" y="92367"/>
                </a:lnTo>
                <a:close/>
                <a:moveTo>
                  <a:pt x="16508" y="55061"/>
                </a:moveTo>
                <a:lnTo>
                  <a:pt x="17063" y="55534"/>
                </a:lnTo>
                <a:lnTo>
                  <a:pt x="16230" y="55297"/>
                </a:lnTo>
                <a:close/>
                <a:moveTo>
                  <a:pt x="188347" y="113814"/>
                </a:moveTo>
                <a:lnTo>
                  <a:pt x="190003" y="114367"/>
                </a:lnTo>
                <a:lnTo>
                  <a:pt x="187519" y="114090"/>
                </a:lnTo>
                <a:close/>
                <a:moveTo>
                  <a:pt x="38514" y="6085"/>
                </a:moveTo>
                <a:lnTo>
                  <a:pt x="39870" y="7359"/>
                </a:lnTo>
                <a:lnTo>
                  <a:pt x="37836" y="6722"/>
                </a:lnTo>
                <a:close/>
                <a:moveTo>
                  <a:pt x="255456" y="8977"/>
                </a:moveTo>
                <a:lnTo>
                  <a:pt x="257428" y="9635"/>
                </a:lnTo>
                <a:lnTo>
                  <a:pt x="254471" y="9306"/>
                </a:lnTo>
                <a:close/>
                <a:moveTo>
                  <a:pt x="178528" y="64643"/>
                </a:moveTo>
                <a:lnTo>
                  <a:pt x="179999" y="65993"/>
                </a:lnTo>
                <a:lnTo>
                  <a:pt x="177792" y="65318"/>
                </a:lnTo>
                <a:close/>
                <a:moveTo>
                  <a:pt x="250166" y="276647"/>
                </a:moveTo>
                <a:lnTo>
                  <a:pt x="252145" y="278109"/>
                </a:lnTo>
                <a:lnTo>
                  <a:pt x="249177" y="277378"/>
                </a:lnTo>
                <a:close/>
                <a:moveTo>
                  <a:pt x="130798" y="100677"/>
                </a:moveTo>
                <a:lnTo>
                  <a:pt x="132424" y="101505"/>
                </a:lnTo>
                <a:lnTo>
                  <a:pt x="129984" y="101091"/>
                </a:lnTo>
                <a:close/>
                <a:moveTo>
                  <a:pt x="219822" y="186359"/>
                </a:moveTo>
                <a:lnTo>
                  <a:pt x="220970" y="187812"/>
                </a:lnTo>
                <a:lnTo>
                  <a:pt x="219247" y="187086"/>
                </a:lnTo>
                <a:close/>
                <a:moveTo>
                  <a:pt x="156517" y="113488"/>
                </a:moveTo>
                <a:lnTo>
                  <a:pt x="158192" y="114351"/>
                </a:lnTo>
                <a:lnTo>
                  <a:pt x="155680" y="113920"/>
                </a:lnTo>
                <a:close/>
                <a:moveTo>
                  <a:pt x="259127" y="71194"/>
                </a:moveTo>
                <a:lnTo>
                  <a:pt x="259952" y="71586"/>
                </a:lnTo>
                <a:lnTo>
                  <a:pt x="258715" y="71390"/>
                </a:lnTo>
                <a:close/>
                <a:moveTo>
                  <a:pt x="220905" y="26553"/>
                </a:moveTo>
                <a:lnTo>
                  <a:pt x="221883" y="27415"/>
                </a:lnTo>
                <a:lnTo>
                  <a:pt x="220416" y="26984"/>
                </a:lnTo>
                <a:close/>
                <a:moveTo>
                  <a:pt x="73974" y="142413"/>
                </a:moveTo>
                <a:lnTo>
                  <a:pt x="75330" y="143464"/>
                </a:lnTo>
                <a:lnTo>
                  <a:pt x="73296" y="142939"/>
                </a:lnTo>
                <a:close/>
                <a:moveTo>
                  <a:pt x="93377" y="189615"/>
                </a:moveTo>
                <a:lnTo>
                  <a:pt x="94960" y="190799"/>
                </a:lnTo>
                <a:lnTo>
                  <a:pt x="92586" y="190207"/>
                </a:lnTo>
                <a:close/>
                <a:moveTo>
                  <a:pt x="68051" y="65207"/>
                </a:moveTo>
                <a:lnTo>
                  <a:pt x="68796" y="66742"/>
                </a:lnTo>
                <a:lnTo>
                  <a:pt x="67679" y="65974"/>
                </a:lnTo>
                <a:close/>
                <a:moveTo>
                  <a:pt x="10394" y="202492"/>
                </a:moveTo>
                <a:lnTo>
                  <a:pt x="12465" y="204153"/>
                </a:lnTo>
                <a:lnTo>
                  <a:pt x="9359" y="203323"/>
                </a:lnTo>
                <a:close/>
                <a:moveTo>
                  <a:pt x="229166" y="30057"/>
                </a:moveTo>
                <a:lnTo>
                  <a:pt x="231175" y="31370"/>
                </a:lnTo>
                <a:lnTo>
                  <a:pt x="228161" y="30714"/>
                </a:lnTo>
                <a:close/>
                <a:moveTo>
                  <a:pt x="231406" y="107521"/>
                </a:moveTo>
                <a:lnTo>
                  <a:pt x="232306" y="108921"/>
                </a:lnTo>
                <a:lnTo>
                  <a:pt x="230955" y="108221"/>
                </a:lnTo>
                <a:close/>
                <a:moveTo>
                  <a:pt x="172201" y="191230"/>
                </a:moveTo>
                <a:lnTo>
                  <a:pt x="173629" y="192734"/>
                </a:lnTo>
                <a:lnTo>
                  <a:pt x="171487" y="191982"/>
                </a:lnTo>
                <a:close/>
                <a:moveTo>
                  <a:pt x="100328" y="242391"/>
                </a:moveTo>
                <a:lnTo>
                  <a:pt x="102409" y="243033"/>
                </a:lnTo>
                <a:lnTo>
                  <a:pt x="99287" y="242712"/>
                </a:lnTo>
                <a:close/>
                <a:moveTo>
                  <a:pt x="123178" y="54775"/>
                </a:moveTo>
                <a:lnTo>
                  <a:pt x="125219" y="56237"/>
                </a:lnTo>
                <a:lnTo>
                  <a:pt x="122158" y="55506"/>
                </a:lnTo>
                <a:close/>
                <a:moveTo>
                  <a:pt x="268311" y="36528"/>
                </a:moveTo>
                <a:lnTo>
                  <a:pt x="269831" y="38203"/>
                </a:lnTo>
                <a:lnTo>
                  <a:pt x="267551" y="37365"/>
                </a:lnTo>
                <a:close/>
                <a:moveTo>
                  <a:pt x="186421" y="201458"/>
                </a:moveTo>
                <a:lnTo>
                  <a:pt x="187565" y="202083"/>
                </a:lnTo>
                <a:lnTo>
                  <a:pt x="185849" y="201771"/>
                </a:lnTo>
                <a:close/>
                <a:moveTo>
                  <a:pt x="200100" y="28194"/>
                </a:moveTo>
                <a:lnTo>
                  <a:pt x="201167" y="29800"/>
                </a:lnTo>
                <a:lnTo>
                  <a:pt x="199567" y="28997"/>
                </a:lnTo>
                <a:close/>
                <a:moveTo>
                  <a:pt x="271385" y="208391"/>
                </a:moveTo>
                <a:lnTo>
                  <a:pt x="272246" y="209510"/>
                </a:lnTo>
                <a:lnTo>
                  <a:pt x="270955" y="208951"/>
                </a:lnTo>
                <a:close/>
                <a:moveTo>
                  <a:pt x="29004" y="196753"/>
                </a:moveTo>
                <a:lnTo>
                  <a:pt x="30509" y="198491"/>
                </a:lnTo>
                <a:lnTo>
                  <a:pt x="28251" y="197622"/>
                </a:lnTo>
                <a:close/>
                <a:moveTo>
                  <a:pt x="82767" y="208797"/>
                </a:moveTo>
                <a:lnTo>
                  <a:pt x="84160" y="209715"/>
                </a:lnTo>
                <a:lnTo>
                  <a:pt x="82071" y="209256"/>
                </a:lnTo>
                <a:close/>
                <a:moveTo>
                  <a:pt x="284888" y="191445"/>
                </a:moveTo>
                <a:lnTo>
                  <a:pt x="286970" y="192153"/>
                </a:lnTo>
                <a:lnTo>
                  <a:pt x="283847" y="191799"/>
                </a:lnTo>
                <a:close/>
                <a:moveTo>
                  <a:pt x="127526" y="258677"/>
                </a:moveTo>
                <a:lnTo>
                  <a:pt x="129291" y="259120"/>
                </a:lnTo>
                <a:lnTo>
                  <a:pt x="126644" y="258899"/>
                </a:lnTo>
                <a:close/>
                <a:moveTo>
                  <a:pt x="113278" y="131037"/>
                </a:moveTo>
                <a:lnTo>
                  <a:pt x="114034" y="132235"/>
                </a:lnTo>
                <a:lnTo>
                  <a:pt x="112900" y="131636"/>
                </a:lnTo>
                <a:close/>
                <a:moveTo>
                  <a:pt x="258938" y="234671"/>
                </a:moveTo>
                <a:lnTo>
                  <a:pt x="260479" y="235244"/>
                </a:lnTo>
                <a:lnTo>
                  <a:pt x="258168" y="234958"/>
                </a:lnTo>
                <a:close/>
                <a:moveTo>
                  <a:pt x="5623" y="152594"/>
                </a:moveTo>
                <a:lnTo>
                  <a:pt x="6641" y="152967"/>
                </a:lnTo>
                <a:lnTo>
                  <a:pt x="5113" y="152780"/>
                </a:lnTo>
                <a:close/>
                <a:moveTo>
                  <a:pt x="261732" y="148708"/>
                </a:moveTo>
                <a:lnTo>
                  <a:pt x="263636" y="149269"/>
                </a:lnTo>
                <a:lnTo>
                  <a:pt x="260780" y="148988"/>
                </a:lnTo>
                <a:close/>
                <a:moveTo>
                  <a:pt x="210654" y="182146"/>
                </a:moveTo>
                <a:lnTo>
                  <a:pt x="212529" y="182563"/>
                </a:lnTo>
                <a:lnTo>
                  <a:pt x="209717" y="182354"/>
                </a:lnTo>
                <a:close/>
                <a:moveTo>
                  <a:pt x="257298" y="1250"/>
                </a:moveTo>
                <a:lnTo>
                  <a:pt x="258728" y="2061"/>
                </a:lnTo>
                <a:lnTo>
                  <a:pt x="256583" y="1655"/>
                </a:lnTo>
                <a:close/>
                <a:moveTo>
                  <a:pt x="48130" y="151631"/>
                </a:moveTo>
                <a:lnTo>
                  <a:pt x="48785" y="152374"/>
                </a:lnTo>
                <a:lnTo>
                  <a:pt x="47802" y="152002"/>
                </a:lnTo>
                <a:close/>
                <a:moveTo>
                  <a:pt x="178005" y="250575"/>
                </a:moveTo>
                <a:lnTo>
                  <a:pt x="179765" y="251558"/>
                </a:lnTo>
                <a:lnTo>
                  <a:pt x="177125" y="251067"/>
                </a:lnTo>
                <a:close/>
                <a:moveTo>
                  <a:pt x="9129" y="39269"/>
                </a:moveTo>
                <a:lnTo>
                  <a:pt x="10176" y="39957"/>
                </a:lnTo>
                <a:lnTo>
                  <a:pt x="8606" y="39613"/>
                </a:lnTo>
                <a:close/>
                <a:moveTo>
                  <a:pt x="229244" y="7371"/>
                </a:moveTo>
                <a:lnTo>
                  <a:pt x="229995" y="8653"/>
                </a:lnTo>
                <a:lnTo>
                  <a:pt x="228869" y="8012"/>
                </a:lnTo>
                <a:close/>
                <a:moveTo>
                  <a:pt x="111676" y="232117"/>
                </a:moveTo>
                <a:lnTo>
                  <a:pt x="113252" y="233271"/>
                </a:lnTo>
                <a:lnTo>
                  <a:pt x="110888" y="232694"/>
                </a:lnTo>
                <a:close/>
                <a:moveTo>
                  <a:pt x="90803" y="68375"/>
                </a:moveTo>
                <a:lnTo>
                  <a:pt x="91180" y="69439"/>
                </a:lnTo>
                <a:lnTo>
                  <a:pt x="90614" y="68907"/>
                </a:lnTo>
                <a:close/>
                <a:moveTo>
                  <a:pt x="152395" y="221319"/>
                </a:moveTo>
                <a:lnTo>
                  <a:pt x="153893" y="221997"/>
                </a:lnTo>
                <a:lnTo>
                  <a:pt x="151646" y="221658"/>
                </a:lnTo>
                <a:close/>
                <a:moveTo>
                  <a:pt x="13133" y="231955"/>
                </a:moveTo>
                <a:lnTo>
                  <a:pt x="13526" y="232925"/>
                </a:lnTo>
                <a:lnTo>
                  <a:pt x="12937" y="232440"/>
                </a:lnTo>
                <a:close/>
                <a:moveTo>
                  <a:pt x="114889" y="243529"/>
                </a:moveTo>
                <a:lnTo>
                  <a:pt x="116172" y="244814"/>
                </a:lnTo>
                <a:lnTo>
                  <a:pt x="114248" y="244171"/>
                </a:lnTo>
                <a:close/>
                <a:moveTo>
                  <a:pt x="71815" y="219010"/>
                </a:moveTo>
                <a:lnTo>
                  <a:pt x="72246" y="220620"/>
                </a:lnTo>
                <a:lnTo>
                  <a:pt x="71599" y="219815"/>
                </a:lnTo>
                <a:close/>
                <a:moveTo>
                  <a:pt x="41283" y="106947"/>
                </a:moveTo>
                <a:lnTo>
                  <a:pt x="43338" y="108648"/>
                </a:lnTo>
                <a:lnTo>
                  <a:pt x="40256" y="107797"/>
                </a:lnTo>
                <a:close/>
                <a:moveTo>
                  <a:pt x="107751" y="142562"/>
                </a:moveTo>
                <a:lnTo>
                  <a:pt x="108544" y="143311"/>
                </a:lnTo>
                <a:lnTo>
                  <a:pt x="107355" y="142936"/>
                </a:lnTo>
                <a:close/>
                <a:moveTo>
                  <a:pt x="249116" y="78393"/>
                </a:moveTo>
                <a:lnTo>
                  <a:pt x="250024" y="80006"/>
                </a:lnTo>
                <a:lnTo>
                  <a:pt x="248662" y="79199"/>
                </a:lnTo>
                <a:close/>
                <a:moveTo>
                  <a:pt x="155032" y="19596"/>
                </a:moveTo>
                <a:lnTo>
                  <a:pt x="156782" y="20237"/>
                </a:lnTo>
                <a:lnTo>
                  <a:pt x="154157" y="19917"/>
                </a:lnTo>
                <a:close/>
                <a:moveTo>
                  <a:pt x="254230" y="7771"/>
                </a:moveTo>
                <a:lnTo>
                  <a:pt x="255460" y="8475"/>
                </a:lnTo>
                <a:lnTo>
                  <a:pt x="253615" y="8123"/>
                </a:lnTo>
                <a:close/>
                <a:moveTo>
                  <a:pt x="268533" y="258764"/>
                </a:moveTo>
                <a:lnTo>
                  <a:pt x="269812" y="260029"/>
                </a:lnTo>
                <a:lnTo>
                  <a:pt x="267894" y="259396"/>
                </a:lnTo>
                <a:close/>
                <a:moveTo>
                  <a:pt x="178128" y="176239"/>
                </a:moveTo>
                <a:lnTo>
                  <a:pt x="178530" y="177520"/>
                </a:lnTo>
                <a:lnTo>
                  <a:pt x="177927" y="176879"/>
                </a:lnTo>
                <a:close/>
                <a:moveTo>
                  <a:pt x="122174" y="230843"/>
                </a:moveTo>
                <a:lnTo>
                  <a:pt x="123024" y="232150"/>
                </a:lnTo>
                <a:lnTo>
                  <a:pt x="121748" y="231496"/>
                </a:lnTo>
                <a:close/>
                <a:moveTo>
                  <a:pt x="244340" y="137343"/>
                </a:moveTo>
                <a:lnTo>
                  <a:pt x="246426" y="138641"/>
                </a:lnTo>
                <a:lnTo>
                  <a:pt x="243297" y="137992"/>
                </a:lnTo>
                <a:close/>
                <a:moveTo>
                  <a:pt x="85820" y="226739"/>
                </a:moveTo>
                <a:lnTo>
                  <a:pt x="87004" y="228129"/>
                </a:lnTo>
                <a:lnTo>
                  <a:pt x="85228" y="227434"/>
                </a:lnTo>
                <a:close/>
                <a:moveTo>
                  <a:pt x="73438" y="183207"/>
                </a:moveTo>
                <a:lnTo>
                  <a:pt x="73986" y="183964"/>
                </a:lnTo>
                <a:lnTo>
                  <a:pt x="73164" y="183586"/>
                </a:lnTo>
                <a:close/>
                <a:moveTo>
                  <a:pt x="73111" y="91688"/>
                </a:moveTo>
                <a:lnTo>
                  <a:pt x="74337" y="92911"/>
                </a:lnTo>
                <a:lnTo>
                  <a:pt x="72498" y="92300"/>
                </a:lnTo>
                <a:close/>
                <a:moveTo>
                  <a:pt x="171656" y="84815"/>
                </a:moveTo>
                <a:lnTo>
                  <a:pt x="172350" y="85680"/>
                </a:lnTo>
                <a:lnTo>
                  <a:pt x="171309" y="85247"/>
                </a:lnTo>
                <a:close/>
                <a:moveTo>
                  <a:pt x="187195" y="13787"/>
                </a:moveTo>
                <a:lnTo>
                  <a:pt x="188697" y="15348"/>
                </a:lnTo>
                <a:lnTo>
                  <a:pt x="186444" y="14567"/>
                </a:lnTo>
                <a:close/>
                <a:moveTo>
                  <a:pt x="84539" y="251331"/>
                </a:moveTo>
                <a:lnTo>
                  <a:pt x="85982" y="252026"/>
                </a:lnTo>
                <a:lnTo>
                  <a:pt x="83818" y="251678"/>
                </a:lnTo>
                <a:close/>
                <a:moveTo>
                  <a:pt x="117743" y="226510"/>
                </a:moveTo>
                <a:lnTo>
                  <a:pt x="118636" y="228148"/>
                </a:lnTo>
                <a:lnTo>
                  <a:pt x="117297" y="227329"/>
                </a:lnTo>
                <a:close/>
                <a:moveTo>
                  <a:pt x="71778" y="247499"/>
                </a:moveTo>
                <a:lnTo>
                  <a:pt x="73119" y="247993"/>
                </a:lnTo>
                <a:lnTo>
                  <a:pt x="71108" y="247746"/>
                </a:lnTo>
                <a:close/>
                <a:moveTo>
                  <a:pt x="252509" y="191112"/>
                </a:moveTo>
                <a:lnTo>
                  <a:pt x="254639" y="192607"/>
                </a:lnTo>
                <a:lnTo>
                  <a:pt x="251444" y="191859"/>
                </a:lnTo>
                <a:close/>
                <a:moveTo>
                  <a:pt x="266043" y="92375"/>
                </a:moveTo>
                <a:lnTo>
                  <a:pt x="267151" y="93951"/>
                </a:lnTo>
                <a:lnTo>
                  <a:pt x="265490" y="93163"/>
                </a:lnTo>
                <a:close/>
                <a:moveTo>
                  <a:pt x="3828" y="82962"/>
                </a:moveTo>
                <a:lnTo>
                  <a:pt x="4212" y="84308"/>
                </a:lnTo>
                <a:lnTo>
                  <a:pt x="3636" y="83635"/>
                </a:lnTo>
                <a:close/>
                <a:moveTo>
                  <a:pt x="201859" y="161381"/>
                </a:moveTo>
                <a:lnTo>
                  <a:pt x="204017" y="162386"/>
                </a:lnTo>
                <a:lnTo>
                  <a:pt x="200780" y="161884"/>
                </a:lnTo>
                <a:close/>
                <a:moveTo>
                  <a:pt x="213071" y="237842"/>
                </a:moveTo>
                <a:lnTo>
                  <a:pt x="214097" y="238958"/>
                </a:lnTo>
                <a:lnTo>
                  <a:pt x="212558" y="238400"/>
                </a:lnTo>
                <a:close/>
                <a:moveTo>
                  <a:pt x="276048" y="167102"/>
                </a:moveTo>
                <a:lnTo>
                  <a:pt x="277692" y="168109"/>
                </a:lnTo>
                <a:lnTo>
                  <a:pt x="275226" y="167605"/>
                </a:lnTo>
                <a:close/>
                <a:moveTo>
                  <a:pt x="61292" y="102095"/>
                </a:moveTo>
                <a:lnTo>
                  <a:pt x="62538" y="103556"/>
                </a:lnTo>
                <a:lnTo>
                  <a:pt x="60669" y="102825"/>
                </a:lnTo>
                <a:close/>
                <a:moveTo>
                  <a:pt x="126538" y="246598"/>
                </a:moveTo>
                <a:lnTo>
                  <a:pt x="127915" y="247501"/>
                </a:lnTo>
                <a:lnTo>
                  <a:pt x="125850" y="247050"/>
                </a:lnTo>
                <a:close/>
                <a:moveTo>
                  <a:pt x="238530" y="10290"/>
                </a:moveTo>
                <a:lnTo>
                  <a:pt x="239639" y="11655"/>
                </a:lnTo>
                <a:lnTo>
                  <a:pt x="237976" y="10972"/>
                </a:lnTo>
                <a:close/>
                <a:moveTo>
                  <a:pt x="210837" y="86796"/>
                </a:moveTo>
                <a:lnTo>
                  <a:pt x="212240" y="88477"/>
                </a:lnTo>
                <a:lnTo>
                  <a:pt x="210136" y="87636"/>
                </a:lnTo>
                <a:close/>
                <a:moveTo>
                  <a:pt x="43988" y="120161"/>
                </a:moveTo>
                <a:lnTo>
                  <a:pt x="44976" y="121702"/>
                </a:lnTo>
                <a:lnTo>
                  <a:pt x="43494" y="120931"/>
                </a:lnTo>
                <a:close/>
                <a:moveTo>
                  <a:pt x="203435" y="235633"/>
                </a:moveTo>
                <a:lnTo>
                  <a:pt x="204350" y="237313"/>
                </a:lnTo>
                <a:lnTo>
                  <a:pt x="202978" y="236473"/>
                </a:lnTo>
                <a:close/>
                <a:moveTo>
                  <a:pt x="54467" y="64747"/>
                </a:moveTo>
                <a:lnTo>
                  <a:pt x="55264" y="65112"/>
                </a:lnTo>
                <a:lnTo>
                  <a:pt x="54069" y="64930"/>
                </a:lnTo>
                <a:close/>
                <a:moveTo>
                  <a:pt x="93604" y="123016"/>
                </a:moveTo>
                <a:lnTo>
                  <a:pt x="95259" y="124228"/>
                </a:lnTo>
                <a:lnTo>
                  <a:pt x="92777" y="123622"/>
                </a:lnTo>
                <a:close/>
                <a:moveTo>
                  <a:pt x="36870" y="101974"/>
                </a:moveTo>
                <a:lnTo>
                  <a:pt x="38280" y="103397"/>
                </a:lnTo>
                <a:lnTo>
                  <a:pt x="36165" y="102685"/>
                </a:lnTo>
                <a:close/>
                <a:moveTo>
                  <a:pt x="149253" y="101092"/>
                </a:moveTo>
                <a:lnTo>
                  <a:pt x="150092" y="102715"/>
                </a:lnTo>
                <a:lnTo>
                  <a:pt x="148833" y="101904"/>
                </a:lnTo>
                <a:close/>
                <a:moveTo>
                  <a:pt x="120423" y="160990"/>
                </a:moveTo>
                <a:lnTo>
                  <a:pt x="121091" y="162727"/>
                </a:lnTo>
                <a:lnTo>
                  <a:pt x="120089" y="161858"/>
                </a:lnTo>
                <a:close/>
                <a:moveTo>
                  <a:pt x="171868" y="152628"/>
                </a:moveTo>
                <a:lnTo>
                  <a:pt x="174043" y="153379"/>
                </a:lnTo>
                <a:lnTo>
                  <a:pt x="170781" y="153003"/>
                </a:lnTo>
                <a:close/>
                <a:moveTo>
                  <a:pt x="244875" y="133812"/>
                </a:moveTo>
                <a:lnTo>
                  <a:pt x="245677" y="134730"/>
                </a:lnTo>
                <a:lnTo>
                  <a:pt x="244473" y="134271"/>
                </a:lnTo>
                <a:close/>
                <a:moveTo>
                  <a:pt x="47249" y="249501"/>
                </a:moveTo>
                <a:lnTo>
                  <a:pt x="48586" y="250193"/>
                </a:lnTo>
                <a:lnTo>
                  <a:pt x="46581" y="249847"/>
                </a:lnTo>
                <a:close/>
                <a:moveTo>
                  <a:pt x="127687" y="285203"/>
                </a:moveTo>
                <a:lnTo>
                  <a:pt x="128480" y="285572"/>
                </a:lnTo>
                <a:lnTo>
                  <a:pt x="127290" y="285387"/>
                </a:lnTo>
                <a:close/>
                <a:moveTo>
                  <a:pt x="140360" y="146917"/>
                </a:moveTo>
                <a:lnTo>
                  <a:pt x="140773" y="147576"/>
                </a:lnTo>
                <a:lnTo>
                  <a:pt x="140153" y="147247"/>
                </a:lnTo>
                <a:close/>
                <a:moveTo>
                  <a:pt x="142931" y="169092"/>
                </a:moveTo>
                <a:lnTo>
                  <a:pt x="144438" y="169865"/>
                </a:lnTo>
                <a:lnTo>
                  <a:pt x="142177" y="169479"/>
                </a:lnTo>
                <a:close/>
                <a:moveTo>
                  <a:pt x="217189" y="156298"/>
                </a:moveTo>
                <a:lnTo>
                  <a:pt x="217991" y="157669"/>
                </a:lnTo>
                <a:lnTo>
                  <a:pt x="216788" y="156983"/>
                </a:lnTo>
                <a:close/>
                <a:moveTo>
                  <a:pt x="49960" y="157061"/>
                </a:moveTo>
                <a:lnTo>
                  <a:pt x="50717" y="158235"/>
                </a:lnTo>
                <a:lnTo>
                  <a:pt x="49582" y="157648"/>
                </a:lnTo>
                <a:close/>
                <a:moveTo>
                  <a:pt x="134100" y="147084"/>
                </a:moveTo>
                <a:lnTo>
                  <a:pt x="135355" y="147606"/>
                </a:lnTo>
                <a:lnTo>
                  <a:pt x="133473" y="147345"/>
                </a:lnTo>
                <a:close/>
                <a:moveTo>
                  <a:pt x="48701" y="72357"/>
                </a:moveTo>
                <a:lnTo>
                  <a:pt x="49290" y="73361"/>
                </a:lnTo>
                <a:lnTo>
                  <a:pt x="48407" y="72859"/>
                </a:lnTo>
                <a:close/>
                <a:moveTo>
                  <a:pt x="148647" y="170338"/>
                </a:moveTo>
                <a:lnTo>
                  <a:pt x="150286" y="171896"/>
                </a:lnTo>
                <a:lnTo>
                  <a:pt x="147828" y="171117"/>
                </a:lnTo>
                <a:close/>
                <a:moveTo>
                  <a:pt x="205819" y="229206"/>
                </a:moveTo>
                <a:lnTo>
                  <a:pt x="206947" y="230130"/>
                </a:lnTo>
                <a:lnTo>
                  <a:pt x="205255" y="229668"/>
                </a:lnTo>
                <a:close/>
                <a:moveTo>
                  <a:pt x="182184" y="255024"/>
                </a:moveTo>
                <a:lnTo>
                  <a:pt x="183024" y="256005"/>
                </a:lnTo>
                <a:lnTo>
                  <a:pt x="181764" y="255514"/>
                </a:lnTo>
                <a:close/>
                <a:moveTo>
                  <a:pt x="86051" y="7656"/>
                </a:moveTo>
                <a:lnTo>
                  <a:pt x="87193" y="9267"/>
                </a:lnTo>
                <a:lnTo>
                  <a:pt x="85480" y="8462"/>
                </a:lnTo>
                <a:close/>
                <a:moveTo>
                  <a:pt x="141954" y="177864"/>
                </a:moveTo>
                <a:lnTo>
                  <a:pt x="143538" y="179394"/>
                </a:lnTo>
                <a:lnTo>
                  <a:pt x="141163" y="178629"/>
                </a:lnTo>
                <a:close/>
                <a:moveTo>
                  <a:pt x="206098" y="140056"/>
                </a:moveTo>
                <a:lnTo>
                  <a:pt x="207026" y="141790"/>
                </a:lnTo>
                <a:lnTo>
                  <a:pt x="205633" y="140923"/>
                </a:lnTo>
                <a:close/>
                <a:moveTo>
                  <a:pt x="103465" y="121393"/>
                </a:moveTo>
                <a:lnTo>
                  <a:pt x="105651" y="122989"/>
                </a:lnTo>
                <a:lnTo>
                  <a:pt x="102373" y="122191"/>
                </a:lnTo>
                <a:close/>
                <a:moveTo>
                  <a:pt x="220634" y="218035"/>
                </a:moveTo>
                <a:lnTo>
                  <a:pt x="222735" y="219620"/>
                </a:lnTo>
                <a:lnTo>
                  <a:pt x="219584" y="218827"/>
                </a:lnTo>
                <a:close/>
                <a:moveTo>
                  <a:pt x="123420" y="88515"/>
                </a:moveTo>
                <a:lnTo>
                  <a:pt x="124189" y="89762"/>
                </a:lnTo>
                <a:lnTo>
                  <a:pt x="123036" y="89139"/>
                </a:lnTo>
                <a:close/>
                <a:moveTo>
                  <a:pt x="75515" y="106181"/>
                </a:moveTo>
                <a:lnTo>
                  <a:pt x="77647" y="106818"/>
                </a:lnTo>
                <a:lnTo>
                  <a:pt x="74448" y="106499"/>
                </a:lnTo>
                <a:close/>
                <a:moveTo>
                  <a:pt x="64774" y="268990"/>
                </a:moveTo>
                <a:lnTo>
                  <a:pt x="65512" y="269981"/>
                </a:lnTo>
                <a:lnTo>
                  <a:pt x="64405" y="269485"/>
                </a:lnTo>
                <a:close/>
                <a:moveTo>
                  <a:pt x="127959" y="168074"/>
                </a:moveTo>
                <a:lnTo>
                  <a:pt x="129152" y="169663"/>
                </a:lnTo>
                <a:lnTo>
                  <a:pt x="127363" y="168869"/>
                </a:lnTo>
                <a:close/>
                <a:moveTo>
                  <a:pt x="79698" y="193198"/>
                </a:moveTo>
                <a:lnTo>
                  <a:pt x="81131" y="193811"/>
                </a:lnTo>
                <a:lnTo>
                  <a:pt x="78982" y="193504"/>
                </a:lnTo>
                <a:close/>
                <a:moveTo>
                  <a:pt x="107834" y="16475"/>
                </a:moveTo>
                <a:lnTo>
                  <a:pt x="108341" y="18068"/>
                </a:lnTo>
                <a:lnTo>
                  <a:pt x="107581" y="17271"/>
                </a:lnTo>
                <a:close/>
                <a:moveTo>
                  <a:pt x="178466" y="168729"/>
                </a:moveTo>
                <a:lnTo>
                  <a:pt x="178862" y="169669"/>
                </a:lnTo>
                <a:lnTo>
                  <a:pt x="178267" y="169199"/>
                </a:lnTo>
                <a:close/>
                <a:moveTo>
                  <a:pt x="253180" y="146086"/>
                </a:moveTo>
                <a:lnTo>
                  <a:pt x="255325" y="147601"/>
                </a:lnTo>
                <a:lnTo>
                  <a:pt x="252107" y="146843"/>
                </a:lnTo>
                <a:close/>
                <a:moveTo>
                  <a:pt x="9372" y="224836"/>
                </a:moveTo>
                <a:lnTo>
                  <a:pt x="10847" y="225871"/>
                </a:lnTo>
                <a:lnTo>
                  <a:pt x="8634" y="225353"/>
                </a:lnTo>
                <a:close/>
                <a:moveTo>
                  <a:pt x="171932" y="120934"/>
                </a:moveTo>
                <a:lnTo>
                  <a:pt x="173126" y="121948"/>
                </a:lnTo>
                <a:lnTo>
                  <a:pt x="171335" y="121441"/>
                </a:lnTo>
                <a:close/>
                <a:moveTo>
                  <a:pt x="226493" y="243571"/>
                </a:moveTo>
                <a:lnTo>
                  <a:pt x="228416" y="244802"/>
                </a:lnTo>
                <a:lnTo>
                  <a:pt x="225531" y="244186"/>
                </a:lnTo>
                <a:close/>
                <a:moveTo>
                  <a:pt x="196074" y="121562"/>
                </a:moveTo>
                <a:lnTo>
                  <a:pt x="197325" y="123175"/>
                </a:lnTo>
                <a:lnTo>
                  <a:pt x="195449" y="122368"/>
                </a:lnTo>
                <a:close/>
                <a:moveTo>
                  <a:pt x="132432" y="236621"/>
                </a:moveTo>
                <a:lnTo>
                  <a:pt x="133088" y="237388"/>
                </a:lnTo>
                <a:lnTo>
                  <a:pt x="132105" y="237005"/>
                </a:lnTo>
                <a:close/>
                <a:moveTo>
                  <a:pt x="176842" y="9935"/>
                </a:moveTo>
                <a:lnTo>
                  <a:pt x="177584" y="11341"/>
                </a:lnTo>
                <a:lnTo>
                  <a:pt x="176471" y="10638"/>
                </a:lnTo>
                <a:close/>
                <a:moveTo>
                  <a:pt x="118133" y="60127"/>
                </a:moveTo>
                <a:lnTo>
                  <a:pt x="119660" y="60561"/>
                </a:lnTo>
                <a:lnTo>
                  <a:pt x="117370" y="60344"/>
                </a:lnTo>
                <a:close/>
                <a:moveTo>
                  <a:pt x="255207" y="44585"/>
                </a:moveTo>
                <a:lnTo>
                  <a:pt x="256550" y="44985"/>
                </a:lnTo>
                <a:lnTo>
                  <a:pt x="254535" y="44785"/>
                </a:lnTo>
                <a:close/>
                <a:moveTo>
                  <a:pt x="167117" y="20724"/>
                </a:moveTo>
                <a:lnTo>
                  <a:pt x="168304" y="21257"/>
                </a:lnTo>
                <a:lnTo>
                  <a:pt x="166524" y="20991"/>
                </a:lnTo>
                <a:close/>
                <a:moveTo>
                  <a:pt x="138085" y="239396"/>
                </a:moveTo>
                <a:lnTo>
                  <a:pt x="139372" y="240685"/>
                </a:lnTo>
                <a:lnTo>
                  <a:pt x="137441" y="240040"/>
                </a:lnTo>
                <a:close/>
                <a:moveTo>
                  <a:pt x="11009" y="6622"/>
                </a:moveTo>
                <a:lnTo>
                  <a:pt x="12847" y="7603"/>
                </a:lnTo>
                <a:lnTo>
                  <a:pt x="10089" y="7112"/>
                </a:lnTo>
                <a:close/>
                <a:moveTo>
                  <a:pt x="147526" y="158232"/>
                </a:moveTo>
                <a:lnTo>
                  <a:pt x="148514" y="158813"/>
                </a:lnTo>
                <a:lnTo>
                  <a:pt x="147032" y="158523"/>
                </a:lnTo>
                <a:close/>
                <a:moveTo>
                  <a:pt x="222738" y="173786"/>
                </a:moveTo>
                <a:lnTo>
                  <a:pt x="223234" y="175060"/>
                </a:lnTo>
                <a:lnTo>
                  <a:pt x="222490" y="174423"/>
                </a:lnTo>
                <a:close/>
                <a:moveTo>
                  <a:pt x="160883" y="191934"/>
                </a:moveTo>
                <a:lnTo>
                  <a:pt x="162265" y="192332"/>
                </a:lnTo>
                <a:lnTo>
                  <a:pt x="160192" y="192133"/>
                </a:lnTo>
                <a:close/>
                <a:moveTo>
                  <a:pt x="179686" y="138541"/>
                </a:moveTo>
                <a:lnTo>
                  <a:pt x="180772" y="139359"/>
                </a:lnTo>
                <a:lnTo>
                  <a:pt x="179142" y="138950"/>
                </a:lnTo>
                <a:close/>
                <a:moveTo>
                  <a:pt x="248112" y="130691"/>
                </a:moveTo>
                <a:lnTo>
                  <a:pt x="248935" y="132087"/>
                </a:lnTo>
                <a:lnTo>
                  <a:pt x="247701" y="131389"/>
                </a:lnTo>
                <a:close/>
                <a:moveTo>
                  <a:pt x="205887" y="166416"/>
                </a:moveTo>
                <a:lnTo>
                  <a:pt x="207104" y="167711"/>
                </a:lnTo>
                <a:lnTo>
                  <a:pt x="205279" y="167063"/>
                </a:lnTo>
                <a:close/>
                <a:moveTo>
                  <a:pt x="77659" y="145"/>
                </a:moveTo>
                <a:lnTo>
                  <a:pt x="79339" y="823"/>
                </a:lnTo>
                <a:lnTo>
                  <a:pt x="76818" y="484"/>
                </a:lnTo>
                <a:close/>
                <a:moveTo>
                  <a:pt x="167650" y="159557"/>
                </a:moveTo>
                <a:lnTo>
                  <a:pt x="169774" y="160025"/>
                </a:lnTo>
                <a:lnTo>
                  <a:pt x="166588" y="159791"/>
                </a:lnTo>
                <a:close/>
                <a:moveTo>
                  <a:pt x="124041" y="45392"/>
                </a:moveTo>
                <a:lnTo>
                  <a:pt x="125076" y="46032"/>
                </a:lnTo>
                <a:lnTo>
                  <a:pt x="123524" y="45712"/>
                </a:lnTo>
                <a:close/>
                <a:moveTo>
                  <a:pt x="5808" y="182993"/>
                </a:moveTo>
                <a:lnTo>
                  <a:pt x="6691" y="183648"/>
                </a:lnTo>
                <a:lnTo>
                  <a:pt x="5367" y="183321"/>
                </a:lnTo>
                <a:close/>
                <a:moveTo>
                  <a:pt x="243418" y="81134"/>
                </a:moveTo>
                <a:lnTo>
                  <a:pt x="245479" y="81959"/>
                </a:lnTo>
                <a:lnTo>
                  <a:pt x="242387" y="81547"/>
                </a:lnTo>
                <a:close/>
                <a:moveTo>
                  <a:pt x="157032" y="113884"/>
                </a:moveTo>
                <a:lnTo>
                  <a:pt x="158130" y="115528"/>
                </a:lnTo>
                <a:lnTo>
                  <a:pt x="156483" y="114706"/>
                </a:lnTo>
                <a:close/>
                <a:moveTo>
                  <a:pt x="90066" y="30617"/>
                </a:moveTo>
                <a:lnTo>
                  <a:pt x="91886" y="32067"/>
                </a:lnTo>
                <a:lnTo>
                  <a:pt x="89156" y="31342"/>
                </a:lnTo>
                <a:close/>
                <a:moveTo>
                  <a:pt x="245448" y="250133"/>
                </a:moveTo>
                <a:lnTo>
                  <a:pt x="246478" y="250979"/>
                </a:lnTo>
                <a:lnTo>
                  <a:pt x="244932" y="250556"/>
                </a:lnTo>
                <a:close/>
                <a:moveTo>
                  <a:pt x="59339" y="105440"/>
                </a:moveTo>
                <a:lnTo>
                  <a:pt x="60977" y="106892"/>
                </a:lnTo>
                <a:lnTo>
                  <a:pt x="58520" y="106166"/>
                </a:lnTo>
                <a:close/>
                <a:moveTo>
                  <a:pt x="219314" y="178313"/>
                </a:moveTo>
                <a:lnTo>
                  <a:pt x="220418" y="179899"/>
                </a:lnTo>
                <a:lnTo>
                  <a:pt x="218762" y="179106"/>
                </a:lnTo>
                <a:close/>
                <a:moveTo>
                  <a:pt x="227627" y="70392"/>
                </a:moveTo>
                <a:lnTo>
                  <a:pt x="228112" y="71863"/>
                </a:lnTo>
                <a:lnTo>
                  <a:pt x="227384" y="71127"/>
                </a:lnTo>
                <a:close/>
                <a:moveTo>
                  <a:pt x="201475" y="260115"/>
                </a:moveTo>
                <a:lnTo>
                  <a:pt x="202373" y="261125"/>
                </a:lnTo>
                <a:lnTo>
                  <a:pt x="201027" y="260620"/>
                </a:lnTo>
                <a:close/>
                <a:moveTo>
                  <a:pt x="52025" y="259275"/>
                </a:moveTo>
                <a:lnTo>
                  <a:pt x="52712" y="259858"/>
                </a:lnTo>
                <a:lnTo>
                  <a:pt x="51682" y="259567"/>
                </a:lnTo>
                <a:close/>
                <a:moveTo>
                  <a:pt x="275882" y="149214"/>
                </a:moveTo>
                <a:lnTo>
                  <a:pt x="277631" y="150216"/>
                </a:lnTo>
                <a:lnTo>
                  <a:pt x="275007" y="149715"/>
                </a:lnTo>
                <a:close/>
                <a:moveTo>
                  <a:pt x="267745" y="97907"/>
                </a:moveTo>
                <a:lnTo>
                  <a:pt x="268595" y="98403"/>
                </a:lnTo>
                <a:lnTo>
                  <a:pt x="267320" y="98155"/>
                </a:lnTo>
                <a:close/>
                <a:moveTo>
                  <a:pt x="136498" y="194575"/>
                </a:moveTo>
                <a:lnTo>
                  <a:pt x="137164" y="195376"/>
                </a:lnTo>
                <a:lnTo>
                  <a:pt x="136165" y="194976"/>
                </a:lnTo>
                <a:close/>
                <a:moveTo>
                  <a:pt x="205158" y="66465"/>
                </a:moveTo>
                <a:lnTo>
                  <a:pt x="206979" y="66809"/>
                </a:lnTo>
                <a:lnTo>
                  <a:pt x="204248" y="66637"/>
                </a:lnTo>
                <a:close/>
                <a:moveTo>
                  <a:pt x="7978" y="285156"/>
                </a:moveTo>
                <a:lnTo>
                  <a:pt x="9427" y="285763"/>
                </a:lnTo>
                <a:lnTo>
                  <a:pt x="7254" y="285460"/>
                </a:lnTo>
                <a:close/>
                <a:moveTo>
                  <a:pt x="189879" y="145468"/>
                </a:moveTo>
                <a:lnTo>
                  <a:pt x="190547" y="146743"/>
                </a:lnTo>
                <a:lnTo>
                  <a:pt x="189546" y="146106"/>
                </a:lnTo>
                <a:close/>
                <a:moveTo>
                  <a:pt x="181855" y="2852"/>
                </a:moveTo>
                <a:lnTo>
                  <a:pt x="182817" y="4097"/>
                </a:lnTo>
                <a:lnTo>
                  <a:pt x="181373" y="3474"/>
                </a:lnTo>
                <a:close/>
                <a:moveTo>
                  <a:pt x="82349" y="79253"/>
                </a:moveTo>
                <a:lnTo>
                  <a:pt x="84327" y="80676"/>
                </a:lnTo>
                <a:lnTo>
                  <a:pt x="81359" y="79964"/>
                </a:lnTo>
                <a:close/>
                <a:moveTo>
                  <a:pt x="158520" y="226758"/>
                </a:moveTo>
                <a:lnTo>
                  <a:pt x="159789" y="228143"/>
                </a:lnTo>
                <a:lnTo>
                  <a:pt x="157885" y="227451"/>
                </a:lnTo>
                <a:close/>
                <a:moveTo>
                  <a:pt x="170032" y="225406"/>
                </a:moveTo>
                <a:lnTo>
                  <a:pt x="171412" y="225917"/>
                </a:lnTo>
                <a:lnTo>
                  <a:pt x="169342" y="225662"/>
                </a:lnTo>
                <a:close/>
                <a:moveTo>
                  <a:pt x="161240" y="276181"/>
                </a:moveTo>
                <a:lnTo>
                  <a:pt x="162640" y="277599"/>
                </a:lnTo>
                <a:lnTo>
                  <a:pt x="160540" y="276890"/>
                </a:lnTo>
                <a:close/>
                <a:moveTo>
                  <a:pt x="225003" y="255284"/>
                </a:moveTo>
                <a:lnTo>
                  <a:pt x="225535" y="257017"/>
                </a:lnTo>
                <a:lnTo>
                  <a:pt x="224736" y="256151"/>
                </a:lnTo>
                <a:close/>
                <a:moveTo>
                  <a:pt x="195689" y="271667"/>
                </a:moveTo>
                <a:lnTo>
                  <a:pt x="196467" y="272396"/>
                </a:lnTo>
                <a:lnTo>
                  <a:pt x="195300" y="272032"/>
                </a:lnTo>
                <a:close/>
                <a:moveTo>
                  <a:pt x="56625" y="261344"/>
                </a:moveTo>
                <a:lnTo>
                  <a:pt x="57132" y="263015"/>
                </a:lnTo>
                <a:lnTo>
                  <a:pt x="56372" y="262179"/>
                </a:lnTo>
                <a:close/>
                <a:moveTo>
                  <a:pt x="221175" y="50221"/>
                </a:moveTo>
                <a:lnTo>
                  <a:pt x="222880" y="51389"/>
                </a:lnTo>
                <a:lnTo>
                  <a:pt x="220322" y="50805"/>
                </a:lnTo>
                <a:close/>
                <a:moveTo>
                  <a:pt x="59637" y="90236"/>
                </a:moveTo>
                <a:lnTo>
                  <a:pt x="60977" y="91174"/>
                </a:lnTo>
                <a:lnTo>
                  <a:pt x="58967" y="90705"/>
                </a:lnTo>
                <a:close/>
                <a:moveTo>
                  <a:pt x="52223" y="99383"/>
                </a:moveTo>
                <a:lnTo>
                  <a:pt x="53701" y="99916"/>
                </a:lnTo>
                <a:lnTo>
                  <a:pt x="51484" y="99650"/>
                </a:lnTo>
                <a:close/>
                <a:moveTo>
                  <a:pt x="221470" y="57283"/>
                </a:moveTo>
                <a:lnTo>
                  <a:pt x="222652" y="58996"/>
                </a:lnTo>
                <a:lnTo>
                  <a:pt x="220879" y="58139"/>
                </a:lnTo>
                <a:close/>
                <a:moveTo>
                  <a:pt x="101360" y="249213"/>
                </a:moveTo>
                <a:lnTo>
                  <a:pt x="101749" y="250004"/>
                </a:lnTo>
                <a:lnTo>
                  <a:pt x="101165" y="249609"/>
                </a:lnTo>
                <a:close/>
                <a:moveTo>
                  <a:pt x="131217" y="47156"/>
                </a:moveTo>
                <a:lnTo>
                  <a:pt x="133051" y="47783"/>
                </a:lnTo>
                <a:lnTo>
                  <a:pt x="130299" y="47469"/>
                </a:lnTo>
                <a:close/>
                <a:moveTo>
                  <a:pt x="201797" y="180745"/>
                </a:moveTo>
                <a:lnTo>
                  <a:pt x="202318" y="181742"/>
                </a:lnTo>
                <a:lnTo>
                  <a:pt x="201536" y="181244"/>
                </a:lnTo>
                <a:close/>
                <a:moveTo>
                  <a:pt x="98819" y="255971"/>
                </a:moveTo>
                <a:lnTo>
                  <a:pt x="99947" y="257702"/>
                </a:lnTo>
                <a:lnTo>
                  <a:pt x="98256" y="256836"/>
                </a:lnTo>
                <a:close/>
                <a:moveTo>
                  <a:pt x="75661" y="165000"/>
                </a:moveTo>
                <a:lnTo>
                  <a:pt x="77408" y="166268"/>
                </a:lnTo>
                <a:lnTo>
                  <a:pt x="74787" y="165634"/>
                </a:lnTo>
                <a:close/>
                <a:moveTo>
                  <a:pt x="268030" y="41208"/>
                </a:moveTo>
                <a:lnTo>
                  <a:pt x="269018" y="41606"/>
                </a:lnTo>
                <a:lnTo>
                  <a:pt x="267536" y="41407"/>
                </a:lnTo>
                <a:close/>
                <a:moveTo>
                  <a:pt x="196398" y="254038"/>
                </a:moveTo>
                <a:lnTo>
                  <a:pt x="198184" y="255530"/>
                </a:lnTo>
                <a:lnTo>
                  <a:pt x="195506" y="254784"/>
                </a:lnTo>
                <a:close/>
                <a:moveTo>
                  <a:pt x="211210" y="18308"/>
                </a:moveTo>
                <a:lnTo>
                  <a:pt x="213409" y="19211"/>
                </a:lnTo>
                <a:lnTo>
                  <a:pt x="210110" y="18759"/>
                </a:lnTo>
                <a:close/>
                <a:moveTo>
                  <a:pt x="235417" y="193631"/>
                </a:moveTo>
                <a:lnTo>
                  <a:pt x="237010" y="194689"/>
                </a:lnTo>
                <a:lnTo>
                  <a:pt x="234621" y="194160"/>
                </a:lnTo>
                <a:close/>
                <a:moveTo>
                  <a:pt x="54425" y="225123"/>
                </a:moveTo>
                <a:lnTo>
                  <a:pt x="55141" y="226118"/>
                </a:lnTo>
                <a:lnTo>
                  <a:pt x="54066" y="225620"/>
                </a:lnTo>
                <a:close/>
                <a:moveTo>
                  <a:pt x="12006" y="239506"/>
                </a:moveTo>
                <a:lnTo>
                  <a:pt x="12999" y="241218"/>
                </a:lnTo>
                <a:lnTo>
                  <a:pt x="11509" y="240362"/>
                </a:lnTo>
                <a:close/>
                <a:moveTo>
                  <a:pt x="192158" y="233799"/>
                </a:moveTo>
                <a:lnTo>
                  <a:pt x="193914" y="235031"/>
                </a:lnTo>
                <a:lnTo>
                  <a:pt x="191280" y="234415"/>
                </a:lnTo>
                <a:close/>
                <a:moveTo>
                  <a:pt x="245182" y="152739"/>
                </a:moveTo>
                <a:lnTo>
                  <a:pt x="246524" y="153830"/>
                </a:lnTo>
                <a:lnTo>
                  <a:pt x="244512" y="153284"/>
                </a:lnTo>
                <a:close/>
                <a:moveTo>
                  <a:pt x="144714" y="183259"/>
                </a:moveTo>
                <a:lnTo>
                  <a:pt x="146238" y="184201"/>
                </a:lnTo>
                <a:lnTo>
                  <a:pt x="143951" y="183730"/>
                </a:lnTo>
                <a:close/>
                <a:moveTo>
                  <a:pt x="30798" y="139233"/>
                </a:moveTo>
                <a:lnTo>
                  <a:pt x="32341" y="140537"/>
                </a:lnTo>
                <a:lnTo>
                  <a:pt x="30026" y="139885"/>
                </a:lnTo>
                <a:close/>
                <a:moveTo>
                  <a:pt x="221617" y="273776"/>
                </a:moveTo>
                <a:lnTo>
                  <a:pt x="222613" y="275392"/>
                </a:lnTo>
                <a:lnTo>
                  <a:pt x="221119" y="274584"/>
                </a:lnTo>
                <a:close/>
                <a:moveTo>
                  <a:pt x="131536" y="237009"/>
                </a:moveTo>
                <a:lnTo>
                  <a:pt x="132109" y="238272"/>
                </a:lnTo>
                <a:lnTo>
                  <a:pt x="131250" y="237640"/>
                </a:lnTo>
                <a:close/>
                <a:moveTo>
                  <a:pt x="246627" y="100282"/>
                </a:moveTo>
                <a:lnTo>
                  <a:pt x="248742" y="101707"/>
                </a:lnTo>
                <a:lnTo>
                  <a:pt x="245569" y="100995"/>
                </a:lnTo>
                <a:close/>
                <a:moveTo>
                  <a:pt x="124642" y="107344"/>
                </a:moveTo>
                <a:lnTo>
                  <a:pt x="125344" y="107755"/>
                </a:lnTo>
                <a:lnTo>
                  <a:pt x="124290" y="107549"/>
                </a:lnTo>
                <a:close/>
                <a:moveTo>
                  <a:pt x="4406" y="166725"/>
                </a:moveTo>
                <a:lnTo>
                  <a:pt x="5196" y="167943"/>
                </a:lnTo>
                <a:lnTo>
                  <a:pt x="4012" y="167334"/>
                </a:lnTo>
                <a:close/>
                <a:moveTo>
                  <a:pt x="245725" y="80746"/>
                </a:moveTo>
                <a:lnTo>
                  <a:pt x="246397" y="81209"/>
                </a:lnTo>
                <a:lnTo>
                  <a:pt x="245389" y="80977"/>
                </a:lnTo>
                <a:close/>
                <a:moveTo>
                  <a:pt x="67558" y="139497"/>
                </a:moveTo>
                <a:lnTo>
                  <a:pt x="69356" y="141115"/>
                </a:lnTo>
                <a:lnTo>
                  <a:pt x="66659" y="140306"/>
                </a:lnTo>
                <a:close/>
                <a:moveTo>
                  <a:pt x="58721" y="228620"/>
                </a:moveTo>
                <a:lnTo>
                  <a:pt x="60465" y="229501"/>
                </a:lnTo>
                <a:lnTo>
                  <a:pt x="57849" y="229060"/>
                </a:lnTo>
                <a:close/>
                <a:moveTo>
                  <a:pt x="18944" y="120272"/>
                </a:moveTo>
                <a:lnTo>
                  <a:pt x="19980" y="120629"/>
                </a:lnTo>
                <a:lnTo>
                  <a:pt x="18426" y="120451"/>
                </a:lnTo>
                <a:close/>
                <a:moveTo>
                  <a:pt x="22942" y="213651"/>
                </a:moveTo>
                <a:lnTo>
                  <a:pt x="24846" y="214466"/>
                </a:lnTo>
                <a:lnTo>
                  <a:pt x="21990" y="214058"/>
                </a:lnTo>
                <a:close/>
                <a:moveTo>
                  <a:pt x="76932" y="102255"/>
                </a:moveTo>
                <a:lnTo>
                  <a:pt x="78527" y="102758"/>
                </a:lnTo>
                <a:lnTo>
                  <a:pt x="76134" y="102507"/>
                </a:lnTo>
                <a:close/>
                <a:moveTo>
                  <a:pt x="34932" y="50021"/>
                </a:moveTo>
                <a:lnTo>
                  <a:pt x="36907" y="50788"/>
                </a:lnTo>
                <a:lnTo>
                  <a:pt x="33944" y="50404"/>
                </a:lnTo>
                <a:close/>
                <a:moveTo>
                  <a:pt x="104354" y="257840"/>
                </a:moveTo>
                <a:lnTo>
                  <a:pt x="106058" y="259173"/>
                </a:lnTo>
                <a:lnTo>
                  <a:pt x="103502" y="258507"/>
                </a:lnTo>
                <a:close/>
                <a:moveTo>
                  <a:pt x="218714" y="163572"/>
                </a:moveTo>
                <a:lnTo>
                  <a:pt x="219091" y="165297"/>
                </a:lnTo>
                <a:lnTo>
                  <a:pt x="218526" y="164435"/>
                </a:lnTo>
                <a:close/>
                <a:moveTo>
                  <a:pt x="252285" y="191538"/>
                </a:moveTo>
                <a:lnTo>
                  <a:pt x="252770" y="191841"/>
                </a:lnTo>
                <a:lnTo>
                  <a:pt x="252043" y="191690"/>
                </a:lnTo>
                <a:close/>
                <a:moveTo>
                  <a:pt x="221387" y="14961"/>
                </a:moveTo>
                <a:lnTo>
                  <a:pt x="222565" y="16108"/>
                </a:lnTo>
                <a:lnTo>
                  <a:pt x="220798" y="15535"/>
                </a:lnTo>
                <a:close/>
                <a:moveTo>
                  <a:pt x="169324" y="285497"/>
                </a:moveTo>
                <a:lnTo>
                  <a:pt x="169735" y="286876"/>
                </a:lnTo>
                <a:lnTo>
                  <a:pt x="169119" y="286187"/>
                </a:lnTo>
                <a:close/>
                <a:moveTo>
                  <a:pt x="208083" y="119898"/>
                </a:moveTo>
                <a:lnTo>
                  <a:pt x="209473" y="120616"/>
                </a:lnTo>
                <a:lnTo>
                  <a:pt x="207387" y="120257"/>
                </a:lnTo>
                <a:close/>
                <a:moveTo>
                  <a:pt x="104231" y="202987"/>
                </a:moveTo>
                <a:lnTo>
                  <a:pt x="105224" y="204763"/>
                </a:lnTo>
                <a:lnTo>
                  <a:pt x="103734" y="203875"/>
                </a:lnTo>
                <a:close/>
                <a:moveTo>
                  <a:pt x="184528" y="215791"/>
                </a:moveTo>
                <a:lnTo>
                  <a:pt x="185110" y="216754"/>
                </a:lnTo>
                <a:lnTo>
                  <a:pt x="184237" y="216272"/>
                </a:lnTo>
                <a:close/>
                <a:moveTo>
                  <a:pt x="63929" y="37875"/>
                </a:moveTo>
                <a:lnTo>
                  <a:pt x="64870" y="39298"/>
                </a:lnTo>
                <a:lnTo>
                  <a:pt x="63458" y="38586"/>
                </a:lnTo>
                <a:close/>
                <a:moveTo>
                  <a:pt x="21309" y="127325"/>
                </a:moveTo>
                <a:lnTo>
                  <a:pt x="21870" y="128111"/>
                </a:lnTo>
                <a:lnTo>
                  <a:pt x="21029" y="127718"/>
                </a:lnTo>
                <a:close/>
                <a:moveTo>
                  <a:pt x="56894" y="205881"/>
                </a:moveTo>
                <a:lnTo>
                  <a:pt x="58499" y="206251"/>
                </a:lnTo>
                <a:lnTo>
                  <a:pt x="56092" y="206066"/>
                </a:lnTo>
                <a:close/>
                <a:moveTo>
                  <a:pt x="217515" y="88021"/>
                </a:moveTo>
                <a:lnTo>
                  <a:pt x="218546" y="89578"/>
                </a:lnTo>
                <a:lnTo>
                  <a:pt x="217000" y="88800"/>
                </a:lnTo>
                <a:close/>
                <a:moveTo>
                  <a:pt x="208155" y="268907"/>
                </a:moveTo>
                <a:lnTo>
                  <a:pt x="210239" y="269937"/>
                </a:lnTo>
                <a:lnTo>
                  <a:pt x="207113" y="269422"/>
                </a:lnTo>
                <a:close/>
                <a:moveTo>
                  <a:pt x="178334" y="162759"/>
                </a:moveTo>
                <a:lnTo>
                  <a:pt x="180497" y="163403"/>
                </a:lnTo>
                <a:lnTo>
                  <a:pt x="177253" y="163081"/>
                </a:lnTo>
                <a:close/>
                <a:moveTo>
                  <a:pt x="207001" y="44103"/>
                </a:moveTo>
                <a:lnTo>
                  <a:pt x="208147" y="45430"/>
                </a:lnTo>
                <a:lnTo>
                  <a:pt x="206427" y="44766"/>
                </a:lnTo>
                <a:close/>
                <a:moveTo>
                  <a:pt x="82744" y="192809"/>
                </a:moveTo>
                <a:lnTo>
                  <a:pt x="84420" y="193109"/>
                </a:lnTo>
                <a:lnTo>
                  <a:pt x="81906" y="192959"/>
                </a:lnTo>
                <a:close/>
                <a:moveTo>
                  <a:pt x="248195" y="89257"/>
                </a:moveTo>
                <a:lnTo>
                  <a:pt x="249623" y="90005"/>
                </a:lnTo>
                <a:lnTo>
                  <a:pt x="247480" y="89631"/>
                </a:lnTo>
                <a:close/>
                <a:moveTo>
                  <a:pt x="10402" y="175345"/>
                </a:moveTo>
                <a:lnTo>
                  <a:pt x="11963" y="176024"/>
                </a:lnTo>
                <a:lnTo>
                  <a:pt x="9622" y="175685"/>
                </a:lnTo>
                <a:close/>
                <a:moveTo>
                  <a:pt x="1162" y="181630"/>
                </a:moveTo>
                <a:lnTo>
                  <a:pt x="1581" y="182926"/>
                </a:lnTo>
                <a:lnTo>
                  <a:pt x="953" y="182278"/>
                </a:lnTo>
                <a:close/>
                <a:moveTo>
                  <a:pt x="10924" y="226577"/>
                </a:moveTo>
                <a:lnTo>
                  <a:pt x="11466" y="228133"/>
                </a:lnTo>
                <a:lnTo>
                  <a:pt x="10653" y="227355"/>
                </a:lnTo>
                <a:close/>
                <a:moveTo>
                  <a:pt x="178102" y="165122"/>
                </a:moveTo>
                <a:lnTo>
                  <a:pt x="179754" y="165509"/>
                </a:lnTo>
                <a:lnTo>
                  <a:pt x="177276" y="165316"/>
                </a:lnTo>
                <a:close/>
                <a:moveTo>
                  <a:pt x="60388" y="253400"/>
                </a:moveTo>
                <a:lnTo>
                  <a:pt x="60911" y="254393"/>
                </a:lnTo>
                <a:lnTo>
                  <a:pt x="60126" y="253896"/>
                </a:lnTo>
                <a:close/>
                <a:moveTo>
                  <a:pt x="24981" y="278718"/>
                </a:moveTo>
                <a:lnTo>
                  <a:pt x="25812" y="280253"/>
                </a:lnTo>
                <a:lnTo>
                  <a:pt x="24565" y="279486"/>
                </a:lnTo>
                <a:close/>
                <a:moveTo>
                  <a:pt x="127639" y="212310"/>
                </a:moveTo>
                <a:lnTo>
                  <a:pt x="128148" y="213003"/>
                </a:lnTo>
                <a:lnTo>
                  <a:pt x="127384" y="212657"/>
                </a:lnTo>
                <a:close/>
                <a:moveTo>
                  <a:pt x="196472" y="158791"/>
                </a:moveTo>
                <a:lnTo>
                  <a:pt x="197416" y="160546"/>
                </a:lnTo>
                <a:lnTo>
                  <a:pt x="196001" y="159669"/>
                </a:lnTo>
                <a:close/>
                <a:moveTo>
                  <a:pt x="269328" y="37363"/>
                </a:moveTo>
                <a:lnTo>
                  <a:pt x="270349" y="37670"/>
                </a:lnTo>
                <a:lnTo>
                  <a:pt x="268818" y="37517"/>
                </a:lnTo>
                <a:close/>
                <a:moveTo>
                  <a:pt x="220355" y="29139"/>
                </a:moveTo>
                <a:lnTo>
                  <a:pt x="220797" y="30109"/>
                </a:lnTo>
                <a:lnTo>
                  <a:pt x="220134" y="29624"/>
                </a:lnTo>
                <a:close/>
                <a:moveTo>
                  <a:pt x="104324" y="224852"/>
                </a:moveTo>
                <a:lnTo>
                  <a:pt x="105857" y="225762"/>
                </a:lnTo>
                <a:lnTo>
                  <a:pt x="103558" y="225307"/>
                </a:lnTo>
                <a:close/>
                <a:moveTo>
                  <a:pt x="137397" y="113427"/>
                </a:moveTo>
                <a:lnTo>
                  <a:pt x="138586" y="114157"/>
                </a:lnTo>
                <a:lnTo>
                  <a:pt x="136803" y="113792"/>
                </a:lnTo>
                <a:close/>
                <a:moveTo>
                  <a:pt x="109885" y="281830"/>
                </a:moveTo>
                <a:lnTo>
                  <a:pt x="111352" y="283473"/>
                </a:lnTo>
                <a:lnTo>
                  <a:pt x="109152" y="282652"/>
                </a:lnTo>
                <a:close/>
                <a:moveTo>
                  <a:pt x="13472" y="202965"/>
                </a:moveTo>
                <a:lnTo>
                  <a:pt x="15514" y="204424"/>
                </a:lnTo>
                <a:lnTo>
                  <a:pt x="12451" y="203695"/>
                </a:lnTo>
                <a:close/>
                <a:moveTo>
                  <a:pt x="79349" y="196393"/>
                </a:moveTo>
                <a:lnTo>
                  <a:pt x="80732" y="197187"/>
                </a:lnTo>
                <a:lnTo>
                  <a:pt x="78657" y="196790"/>
                </a:lnTo>
                <a:close/>
                <a:moveTo>
                  <a:pt x="129770" y="243177"/>
                </a:moveTo>
                <a:lnTo>
                  <a:pt x="131291" y="244326"/>
                </a:lnTo>
                <a:lnTo>
                  <a:pt x="129010" y="243751"/>
                </a:lnTo>
                <a:close/>
                <a:moveTo>
                  <a:pt x="99634" y="173384"/>
                </a:moveTo>
                <a:lnTo>
                  <a:pt x="101559" y="174143"/>
                </a:lnTo>
                <a:lnTo>
                  <a:pt x="98672" y="173764"/>
                </a:lnTo>
                <a:close/>
                <a:moveTo>
                  <a:pt x="105059" y="150465"/>
                </a:moveTo>
                <a:lnTo>
                  <a:pt x="107028" y="151641"/>
                </a:lnTo>
                <a:lnTo>
                  <a:pt x="104074" y="151053"/>
                </a:lnTo>
                <a:close/>
                <a:moveTo>
                  <a:pt x="49048" y="17088"/>
                </a:moveTo>
                <a:lnTo>
                  <a:pt x="50666" y="17757"/>
                </a:lnTo>
                <a:lnTo>
                  <a:pt x="48239" y="17423"/>
                </a:lnTo>
                <a:close/>
                <a:moveTo>
                  <a:pt x="200095" y="48829"/>
                </a:moveTo>
                <a:lnTo>
                  <a:pt x="201430" y="49500"/>
                </a:lnTo>
                <a:lnTo>
                  <a:pt x="199428" y="49165"/>
                </a:lnTo>
                <a:close/>
                <a:moveTo>
                  <a:pt x="220365" y="62618"/>
                </a:moveTo>
                <a:lnTo>
                  <a:pt x="222329" y="63575"/>
                </a:lnTo>
                <a:lnTo>
                  <a:pt x="219384" y="63097"/>
                </a:lnTo>
                <a:close/>
                <a:moveTo>
                  <a:pt x="145863" y="208077"/>
                </a:moveTo>
                <a:lnTo>
                  <a:pt x="147636" y="209831"/>
                </a:lnTo>
                <a:lnTo>
                  <a:pt x="144976" y="208954"/>
                </a:lnTo>
                <a:close/>
                <a:moveTo>
                  <a:pt x="119172" y="9520"/>
                </a:moveTo>
                <a:lnTo>
                  <a:pt x="119704" y="10377"/>
                </a:lnTo>
                <a:lnTo>
                  <a:pt x="118906" y="9949"/>
                </a:lnTo>
                <a:close/>
                <a:moveTo>
                  <a:pt x="80819" y="226903"/>
                </a:moveTo>
                <a:lnTo>
                  <a:pt x="82470" y="227701"/>
                </a:lnTo>
                <a:lnTo>
                  <a:pt x="79994" y="227302"/>
                </a:lnTo>
                <a:close/>
                <a:moveTo>
                  <a:pt x="8015" y="206237"/>
                </a:moveTo>
                <a:lnTo>
                  <a:pt x="9565" y="207812"/>
                </a:lnTo>
                <a:lnTo>
                  <a:pt x="7240" y="207025"/>
                </a:lnTo>
                <a:close/>
                <a:moveTo>
                  <a:pt x="85438" y="150049"/>
                </a:moveTo>
                <a:lnTo>
                  <a:pt x="85801" y="151251"/>
                </a:lnTo>
                <a:lnTo>
                  <a:pt x="85257" y="150650"/>
                </a:lnTo>
                <a:close/>
                <a:moveTo>
                  <a:pt x="220239" y="190390"/>
                </a:moveTo>
                <a:lnTo>
                  <a:pt x="222295" y="191737"/>
                </a:lnTo>
                <a:lnTo>
                  <a:pt x="219212" y="191064"/>
                </a:lnTo>
                <a:close/>
                <a:moveTo>
                  <a:pt x="261672" y="103971"/>
                </a:moveTo>
                <a:lnTo>
                  <a:pt x="263366" y="104494"/>
                </a:lnTo>
                <a:lnTo>
                  <a:pt x="260825" y="104233"/>
                </a:lnTo>
                <a:close/>
                <a:moveTo>
                  <a:pt x="78391" y="82845"/>
                </a:moveTo>
                <a:lnTo>
                  <a:pt x="78787" y="83787"/>
                </a:lnTo>
                <a:lnTo>
                  <a:pt x="78193" y="83316"/>
                </a:lnTo>
                <a:close/>
                <a:moveTo>
                  <a:pt x="195048" y="7570"/>
                </a:moveTo>
                <a:lnTo>
                  <a:pt x="196161" y="8624"/>
                </a:lnTo>
                <a:lnTo>
                  <a:pt x="194491" y="8097"/>
                </a:lnTo>
                <a:close/>
                <a:moveTo>
                  <a:pt x="81573" y="214611"/>
                </a:moveTo>
                <a:lnTo>
                  <a:pt x="82653" y="216219"/>
                </a:lnTo>
                <a:lnTo>
                  <a:pt x="81033" y="215415"/>
                </a:lnTo>
                <a:close/>
                <a:moveTo>
                  <a:pt x="162098" y="133272"/>
                </a:moveTo>
                <a:lnTo>
                  <a:pt x="163622" y="134410"/>
                </a:lnTo>
                <a:lnTo>
                  <a:pt x="161337" y="133841"/>
                </a:lnTo>
                <a:close/>
                <a:moveTo>
                  <a:pt x="257505" y="32981"/>
                </a:moveTo>
                <a:lnTo>
                  <a:pt x="259680" y="33955"/>
                </a:lnTo>
                <a:lnTo>
                  <a:pt x="256418" y="33468"/>
                </a:lnTo>
                <a:close/>
                <a:moveTo>
                  <a:pt x="12043" y="173799"/>
                </a:moveTo>
                <a:lnTo>
                  <a:pt x="13157" y="174766"/>
                </a:lnTo>
                <a:lnTo>
                  <a:pt x="11487" y="174282"/>
                </a:lnTo>
                <a:close/>
                <a:moveTo>
                  <a:pt x="240767" y="59985"/>
                </a:moveTo>
                <a:lnTo>
                  <a:pt x="241480" y="61157"/>
                </a:lnTo>
                <a:lnTo>
                  <a:pt x="240410" y="60571"/>
                </a:lnTo>
                <a:close/>
                <a:moveTo>
                  <a:pt x="160804" y="241228"/>
                </a:moveTo>
                <a:lnTo>
                  <a:pt x="161953" y="241803"/>
                </a:lnTo>
                <a:lnTo>
                  <a:pt x="160230" y="241515"/>
                </a:lnTo>
                <a:close/>
                <a:moveTo>
                  <a:pt x="147794" y="228604"/>
                </a:moveTo>
                <a:lnTo>
                  <a:pt x="149653" y="230176"/>
                </a:lnTo>
                <a:lnTo>
                  <a:pt x="146864" y="229390"/>
                </a:lnTo>
                <a:close/>
                <a:moveTo>
                  <a:pt x="139633" y="121995"/>
                </a:moveTo>
                <a:lnTo>
                  <a:pt x="141250" y="123058"/>
                </a:lnTo>
                <a:lnTo>
                  <a:pt x="138824" y="122527"/>
                </a:lnTo>
                <a:close/>
                <a:moveTo>
                  <a:pt x="137143" y="21526"/>
                </a:moveTo>
                <a:lnTo>
                  <a:pt x="138323" y="21846"/>
                </a:lnTo>
                <a:lnTo>
                  <a:pt x="136553" y="21686"/>
                </a:lnTo>
                <a:close/>
                <a:moveTo>
                  <a:pt x="254322" y="118254"/>
                </a:moveTo>
                <a:lnTo>
                  <a:pt x="256272" y="119787"/>
                </a:lnTo>
                <a:lnTo>
                  <a:pt x="253347" y="119020"/>
                </a:lnTo>
                <a:close/>
                <a:moveTo>
                  <a:pt x="152310" y="169124"/>
                </a:moveTo>
                <a:lnTo>
                  <a:pt x="152764" y="169843"/>
                </a:lnTo>
                <a:lnTo>
                  <a:pt x="152084" y="169483"/>
                </a:lnTo>
                <a:close/>
                <a:moveTo>
                  <a:pt x="29772" y="10244"/>
                </a:moveTo>
                <a:lnTo>
                  <a:pt x="30385" y="11845"/>
                </a:lnTo>
                <a:lnTo>
                  <a:pt x="29465" y="11044"/>
                </a:lnTo>
                <a:close/>
                <a:moveTo>
                  <a:pt x="100836" y="62198"/>
                </a:moveTo>
                <a:lnTo>
                  <a:pt x="102650" y="63013"/>
                </a:lnTo>
                <a:lnTo>
                  <a:pt x="99928" y="62606"/>
                </a:lnTo>
                <a:close/>
                <a:moveTo>
                  <a:pt x="51645" y="82292"/>
                </a:moveTo>
                <a:lnTo>
                  <a:pt x="53492" y="83286"/>
                </a:lnTo>
                <a:lnTo>
                  <a:pt x="50722" y="82789"/>
                </a:lnTo>
                <a:close/>
                <a:moveTo>
                  <a:pt x="197319" y="74795"/>
                </a:moveTo>
                <a:lnTo>
                  <a:pt x="198475" y="75918"/>
                </a:lnTo>
                <a:lnTo>
                  <a:pt x="196741" y="75356"/>
                </a:lnTo>
                <a:close/>
                <a:moveTo>
                  <a:pt x="74656" y="205814"/>
                </a:moveTo>
                <a:lnTo>
                  <a:pt x="75280" y="206925"/>
                </a:lnTo>
                <a:lnTo>
                  <a:pt x="74344" y="206370"/>
                </a:lnTo>
                <a:close/>
                <a:moveTo>
                  <a:pt x="286101" y="72457"/>
                </a:moveTo>
                <a:lnTo>
                  <a:pt x="286622" y="73856"/>
                </a:lnTo>
                <a:lnTo>
                  <a:pt x="285841" y="73156"/>
                </a:lnTo>
                <a:close/>
                <a:moveTo>
                  <a:pt x="266544" y="118781"/>
                </a:moveTo>
                <a:lnTo>
                  <a:pt x="268492" y="119174"/>
                </a:lnTo>
                <a:lnTo>
                  <a:pt x="265571" y="118978"/>
                </a:lnTo>
                <a:close/>
                <a:moveTo>
                  <a:pt x="151078" y="189476"/>
                </a:moveTo>
                <a:lnTo>
                  <a:pt x="152550" y="190991"/>
                </a:lnTo>
                <a:lnTo>
                  <a:pt x="150342" y="190234"/>
                </a:lnTo>
                <a:close/>
                <a:moveTo>
                  <a:pt x="56098" y="145586"/>
                </a:moveTo>
                <a:lnTo>
                  <a:pt x="58211" y="145905"/>
                </a:lnTo>
                <a:lnTo>
                  <a:pt x="55041" y="145745"/>
                </a:lnTo>
                <a:close/>
                <a:moveTo>
                  <a:pt x="281386" y="155486"/>
                </a:moveTo>
                <a:lnTo>
                  <a:pt x="282740" y="156003"/>
                </a:lnTo>
                <a:lnTo>
                  <a:pt x="280708" y="155744"/>
                </a:lnTo>
                <a:close/>
                <a:moveTo>
                  <a:pt x="220340" y="26435"/>
                </a:moveTo>
                <a:lnTo>
                  <a:pt x="221361" y="27676"/>
                </a:lnTo>
                <a:lnTo>
                  <a:pt x="219830" y="27055"/>
                </a:lnTo>
                <a:close/>
                <a:moveTo>
                  <a:pt x="15937" y="17785"/>
                </a:moveTo>
                <a:lnTo>
                  <a:pt x="17880" y="19282"/>
                </a:lnTo>
                <a:lnTo>
                  <a:pt x="14965" y="18534"/>
                </a:lnTo>
                <a:close/>
                <a:moveTo>
                  <a:pt x="229550" y="217393"/>
                </a:moveTo>
                <a:lnTo>
                  <a:pt x="231037" y="218667"/>
                </a:lnTo>
                <a:lnTo>
                  <a:pt x="228806" y="218030"/>
                </a:lnTo>
                <a:close/>
                <a:moveTo>
                  <a:pt x="242490" y="91280"/>
                </a:moveTo>
                <a:lnTo>
                  <a:pt x="244669" y="92331"/>
                </a:lnTo>
                <a:lnTo>
                  <a:pt x="241400" y="91806"/>
                </a:lnTo>
                <a:close/>
                <a:moveTo>
                  <a:pt x="194472" y="59489"/>
                </a:moveTo>
                <a:lnTo>
                  <a:pt x="195130" y="60749"/>
                </a:lnTo>
                <a:lnTo>
                  <a:pt x="194143" y="60119"/>
                </a:lnTo>
                <a:close/>
                <a:moveTo>
                  <a:pt x="149533" y="122079"/>
                </a:moveTo>
                <a:lnTo>
                  <a:pt x="151277" y="123272"/>
                </a:lnTo>
                <a:lnTo>
                  <a:pt x="148661" y="122676"/>
                </a:lnTo>
                <a:close/>
                <a:moveTo>
                  <a:pt x="75329" y="52123"/>
                </a:moveTo>
                <a:lnTo>
                  <a:pt x="77522" y="52466"/>
                </a:lnTo>
                <a:lnTo>
                  <a:pt x="74232" y="52295"/>
                </a:lnTo>
                <a:close/>
                <a:moveTo>
                  <a:pt x="283588" y="225043"/>
                </a:moveTo>
                <a:lnTo>
                  <a:pt x="285445" y="225404"/>
                </a:lnTo>
                <a:lnTo>
                  <a:pt x="282660" y="225223"/>
                </a:lnTo>
                <a:close/>
                <a:moveTo>
                  <a:pt x="285986" y="140986"/>
                </a:moveTo>
                <a:lnTo>
                  <a:pt x="287482" y="141415"/>
                </a:lnTo>
                <a:lnTo>
                  <a:pt x="285238" y="141201"/>
                </a:lnTo>
                <a:close/>
                <a:moveTo>
                  <a:pt x="119295" y="276383"/>
                </a:moveTo>
                <a:lnTo>
                  <a:pt x="120105" y="278174"/>
                </a:lnTo>
                <a:lnTo>
                  <a:pt x="118890" y="277279"/>
                </a:lnTo>
                <a:close/>
                <a:moveTo>
                  <a:pt x="249554" y="31674"/>
                </a:moveTo>
                <a:lnTo>
                  <a:pt x="249939" y="32349"/>
                </a:lnTo>
                <a:lnTo>
                  <a:pt x="249362" y="32011"/>
                </a:lnTo>
                <a:close/>
                <a:moveTo>
                  <a:pt x="8150" y="122298"/>
                </a:moveTo>
                <a:lnTo>
                  <a:pt x="9099" y="123119"/>
                </a:lnTo>
                <a:lnTo>
                  <a:pt x="7676" y="122709"/>
                </a:lnTo>
                <a:close/>
                <a:moveTo>
                  <a:pt x="224096" y="201434"/>
                </a:moveTo>
                <a:lnTo>
                  <a:pt x="225748" y="202005"/>
                </a:lnTo>
                <a:lnTo>
                  <a:pt x="223270" y="201719"/>
                </a:lnTo>
                <a:close/>
                <a:moveTo>
                  <a:pt x="68747" y="38408"/>
                </a:moveTo>
                <a:lnTo>
                  <a:pt x="69159" y="39785"/>
                </a:lnTo>
                <a:lnTo>
                  <a:pt x="68541" y="39097"/>
                </a:lnTo>
                <a:close/>
                <a:moveTo>
                  <a:pt x="252775" y="259738"/>
                </a:moveTo>
                <a:lnTo>
                  <a:pt x="253393" y="260936"/>
                </a:lnTo>
                <a:lnTo>
                  <a:pt x="252466" y="260337"/>
                </a:lnTo>
                <a:close/>
                <a:moveTo>
                  <a:pt x="271210" y="324"/>
                </a:moveTo>
                <a:lnTo>
                  <a:pt x="272583" y="1679"/>
                </a:lnTo>
                <a:lnTo>
                  <a:pt x="270524" y="1001"/>
                </a:lnTo>
                <a:close/>
                <a:moveTo>
                  <a:pt x="34992" y="75779"/>
                </a:moveTo>
                <a:lnTo>
                  <a:pt x="35439" y="76718"/>
                </a:lnTo>
                <a:lnTo>
                  <a:pt x="34769" y="76249"/>
                </a:lnTo>
                <a:close/>
                <a:moveTo>
                  <a:pt x="273973" y="142651"/>
                </a:moveTo>
                <a:lnTo>
                  <a:pt x="274650" y="144417"/>
                </a:lnTo>
                <a:lnTo>
                  <a:pt x="273634" y="143534"/>
                </a:lnTo>
                <a:close/>
                <a:moveTo>
                  <a:pt x="263015" y="61179"/>
                </a:moveTo>
                <a:lnTo>
                  <a:pt x="263933" y="62267"/>
                </a:lnTo>
                <a:lnTo>
                  <a:pt x="262556" y="61723"/>
                </a:lnTo>
                <a:close/>
                <a:moveTo>
                  <a:pt x="159404" y="130738"/>
                </a:moveTo>
                <a:lnTo>
                  <a:pt x="160703" y="131072"/>
                </a:lnTo>
                <a:lnTo>
                  <a:pt x="158754" y="130905"/>
                </a:lnTo>
                <a:close/>
                <a:moveTo>
                  <a:pt x="134827" y="27594"/>
                </a:moveTo>
                <a:lnTo>
                  <a:pt x="135572" y="28109"/>
                </a:lnTo>
                <a:lnTo>
                  <a:pt x="134455" y="27851"/>
                </a:lnTo>
                <a:close/>
                <a:moveTo>
                  <a:pt x="7283" y="135134"/>
                </a:moveTo>
                <a:lnTo>
                  <a:pt x="8467" y="136782"/>
                </a:lnTo>
                <a:lnTo>
                  <a:pt x="6691" y="135958"/>
                </a:lnTo>
                <a:close/>
                <a:moveTo>
                  <a:pt x="98202" y="125221"/>
                </a:moveTo>
                <a:lnTo>
                  <a:pt x="99905" y="125776"/>
                </a:lnTo>
                <a:lnTo>
                  <a:pt x="97350" y="125499"/>
                </a:lnTo>
                <a:close/>
                <a:moveTo>
                  <a:pt x="173526" y="97152"/>
                </a:moveTo>
                <a:lnTo>
                  <a:pt x="174074" y="97558"/>
                </a:lnTo>
                <a:lnTo>
                  <a:pt x="173252" y="97355"/>
                </a:lnTo>
                <a:close/>
                <a:moveTo>
                  <a:pt x="93911" y="27432"/>
                </a:moveTo>
                <a:lnTo>
                  <a:pt x="95486" y="28388"/>
                </a:lnTo>
                <a:lnTo>
                  <a:pt x="93123" y="27910"/>
                </a:lnTo>
                <a:close/>
                <a:moveTo>
                  <a:pt x="281684" y="220690"/>
                </a:moveTo>
                <a:lnTo>
                  <a:pt x="282097" y="221713"/>
                </a:lnTo>
                <a:lnTo>
                  <a:pt x="281478" y="221202"/>
                </a:lnTo>
                <a:close/>
                <a:moveTo>
                  <a:pt x="61711" y="194526"/>
                </a:moveTo>
                <a:lnTo>
                  <a:pt x="62716" y="195299"/>
                </a:lnTo>
                <a:lnTo>
                  <a:pt x="61208" y="194913"/>
                </a:lnTo>
                <a:close/>
                <a:moveTo>
                  <a:pt x="152551" y="259701"/>
                </a:moveTo>
                <a:lnTo>
                  <a:pt x="154206" y="261461"/>
                </a:lnTo>
                <a:lnTo>
                  <a:pt x="151723" y="260581"/>
                </a:lnTo>
                <a:close/>
                <a:moveTo>
                  <a:pt x="119145" y="215675"/>
                </a:moveTo>
                <a:lnTo>
                  <a:pt x="120726" y="216761"/>
                </a:lnTo>
                <a:lnTo>
                  <a:pt x="118354" y="216218"/>
                </a:lnTo>
                <a:close/>
                <a:moveTo>
                  <a:pt x="244846" y="114890"/>
                </a:moveTo>
                <a:lnTo>
                  <a:pt x="245639" y="115475"/>
                </a:lnTo>
                <a:lnTo>
                  <a:pt x="244450" y="115183"/>
                </a:lnTo>
                <a:close/>
                <a:moveTo>
                  <a:pt x="39697" y="238092"/>
                </a:moveTo>
                <a:lnTo>
                  <a:pt x="40888" y="239032"/>
                </a:lnTo>
                <a:lnTo>
                  <a:pt x="39102" y="238562"/>
                </a:lnTo>
                <a:close/>
                <a:moveTo>
                  <a:pt x="143685" y="27275"/>
                </a:moveTo>
                <a:lnTo>
                  <a:pt x="145023" y="28901"/>
                </a:lnTo>
                <a:lnTo>
                  <a:pt x="143016" y="28088"/>
                </a:lnTo>
                <a:close/>
                <a:moveTo>
                  <a:pt x="152673" y="238378"/>
                </a:moveTo>
                <a:lnTo>
                  <a:pt x="153984" y="239317"/>
                </a:lnTo>
                <a:lnTo>
                  <a:pt x="152018" y="238847"/>
                </a:lnTo>
                <a:close/>
                <a:moveTo>
                  <a:pt x="197340" y="64449"/>
                </a:moveTo>
                <a:lnTo>
                  <a:pt x="199285" y="65458"/>
                </a:lnTo>
                <a:lnTo>
                  <a:pt x="196368" y="64953"/>
                </a:lnTo>
                <a:close/>
                <a:moveTo>
                  <a:pt x="72093" y="105928"/>
                </a:moveTo>
                <a:lnTo>
                  <a:pt x="72627" y="107359"/>
                </a:lnTo>
                <a:lnTo>
                  <a:pt x="71826" y="106644"/>
                </a:lnTo>
                <a:close/>
                <a:moveTo>
                  <a:pt x="173728" y="88866"/>
                </a:moveTo>
                <a:lnTo>
                  <a:pt x="174264" y="89406"/>
                </a:lnTo>
                <a:lnTo>
                  <a:pt x="173460" y="89136"/>
                </a:lnTo>
                <a:close/>
                <a:moveTo>
                  <a:pt x="37364" y="234524"/>
                </a:moveTo>
                <a:lnTo>
                  <a:pt x="37888" y="235031"/>
                </a:lnTo>
                <a:lnTo>
                  <a:pt x="37102" y="234778"/>
                </a:lnTo>
                <a:close/>
                <a:moveTo>
                  <a:pt x="275170" y="7930"/>
                </a:moveTo>
                <a:lnTo>
                  <a:pt x="275603" y="8958"/>
                </a:lnTo>
                <a:lnTo>
                  <a:pt x="274954" y="8444"/>
                </a:lnTo>
                <a:close/>
                <a:moveTo>
                  <a:pt x="246421" y="192903"/>
                </a:moveTo>
                <a:lnTo>
                  <a:pt x="247675" y="194690"/>
                </a:lnTo>
                <a:lnTo>
                  <a:pt x="245793" y="193797"/>
                </a:lnTo>
                <a:close/>
                <a:moveTo>
                  <a:pt x="167148" y="112220"/>
                </a:moveTo>
                <a:lnTo>
                  <a:pt x="168788" y="112606"/>
                </a:lnTo>
                <a:lnTo>
                  <a:pt x="166328" y="112413"/>
                </a:lnTo>
                <a:close/>
                <a:moveTo>
                  <a:pt x="138399" y="162232"/>
                </a:moveTo>
                <a:lnTo>
                  <a:pt x="139170" y="162737"/>
                </a:lnTo>
                <a:lnTo>
                  <a:pt x="138013" y="162485"/>
                </a:lnTo>
                <a:close/>
                <a:moveTo>
                  <a:pt x="103038" y="220293"/>
                </a:moveTo>
                <a:lnTo>
                  <a:pt x="103448" y="221856"/>
                </a:lnTo>
                <a:lnTo>
                  <a:pt x="102833" y="221075"/>
                </a:lnTo>
                <a:close/>
                <a:moveTo>
                  <a:pt x="6459" y="109792"/>
                </a:moveTo>
                <a:lnTo>
                  <a:pt x="6958" y="111071"/>
                </a:lnTo>
                <a:lnTo>
                  <a:pt x="6209" y="110432"/>
                </a:lnTo>
                <a:close/>
                <a:moveTo>
                  <a:pt x="53541" y="218129"/>
                </a:moveTo>
                <a:lnTo>
                  <a:pt x="55033" y="219214"/>
                </a:lnTo>
                <a:lnTo>
                  <a:pt x="52795" y="218671"/>
                </a:lnTo>
                <a:close/>
                <a:moveTo>
                  <a:pt x="99889" y="98558"/>
                </a:moveTo>
                <a:lnTo>
                  <a:pt x="101225" y="100121"/>
                </a:lnTo>
                <a:lnTo>
                  <a:pt x="99220" y="99339"/>
                </a:lnTo>
                <a:close/>
                <a:moveTo>
                  <a:pt x="29315" y="202325"/>
                </a:moveTo>
                <a:lnTo>
                  <a:pt x="30271" y="203690"/>
                </a:lnTo>
                <a:lnTo>
                  <a:pt x="28838" y="203007"/>
                </a:lnTo>
                <a:close/>
                <a:moveTo>
                  <a:pt x="146186" y="187231"/>
                </a:moveTo>
                <a:lnTo>
                  <a:pt x="147141" y="188629"/>
                </a:lnTo>
                <a:lnTo>
                  <a:pt x="145709" y="187930"/>
                </a:lnTo>
                <a:close/>
                <a:moveTo>
                  <a:pt x="32670" y="59775"/>
                </a:moveTo>
                <a:lnTo>
                  <a:pt x="34092" y="61394"/>
                </a:lnTo>
                <a:lnTo>
                  <a:pt x="31959" y="60585"/>
                </a:lnTo>
                <a:close/>
                <a:moveTo>
                  <a:pt x="138079" y="208578"/>
                </a:moveTo>
                <a:lnTo>
                  <a:pt x="139544" y="210323"/>
                </a:lnTo>
                <a:lnTo>
                  <a:pt x="137347" y="209451"/>
                </a:lnTo>
                <a:close/>
                <a:moveTo>
                  <a:pt x="164932" y="51498"/>
                </a:moveTo>
                <a:lnTo>
                  <a:pt x="166229" y="51983"/>
                </a:lnTo>
                <a:lnTo>
                  <a:pt x="164284" y="51741"/>
                </a:lnTo>
                <a:close/>
                <a:moveTo>
                  <a:pt x="216050" y="215001"/>
                </a:moveTo>
                <a:lnTo>
                  <a:pt x="217554" y="216520"/>
                </a:lnTo>
                <a:lnTo>
                  <a:pt x="215299" y="215760"/>
                </a:lnTo>
                <a:close/>
                <a:moveTo>
                  <a:pt x="56323" y="113052"/>
                </a:moveTo>
                <a:lnTo>
                  <a:pt x="57381" y="113524"/>
                </a:lnTo>
                <a:lnTo>
                  <a:pt x="55794" y="113288"/>
                </a:lnTo>
                <a:close/>
                <a:moveTo>
                  <a:pt x="80678" y="202607"/>
                </a:moveTo>
                <a:lnTo>
                  <a:pt x="82152" y="203953"/>
                </a:lnTo>
                <a:lnTo>
                  <a:pt x="79941" y="203280"/>
                </a:lnTo>
                <a:close/>
                <a:moveTo>
                  <a:pt x="165510" y="233184"/>
                </a:moveTo>
                <a:lnTo>
                  <a:pt x="165895" y="233841"/>
                </a:lnTo>
                <a:lnTo>
                  <a:pt x="165318" y="233512"/>
                </a:lnTo>
                <a:close/>
                <a:moveTo>
                  <a:pt x="103351" y="174427"/>
                </a:moveTo>
                <a:lnTo>
                  <a:pt x="104219" y="175771"/>
                </a:lnTo>
                <a:lnTo>
                  <a:pt x="102917" y="175099"/>
                </a:lnTo>
                <a:close/>
                <a:moveTo>
                  <a:pt x="200157" y="218219"/>
                </a:moveTo>
                <a:lnTo>
                  <a:pt x="201171" y="219002"/>
                </a:lnTo>
                <a:lnTo>
                  <a:pt x="199650" y="218611"/>
                </a:lnTo>
                <a:close/>
                <a:moveTo>
                  <a:pt x="162001" y="185967"/>
                </a:moveTo>
                <a:lnTo>
                  <a:pt x="162556" y="186550"/>
                </a:lnTo>
                <a:lnTo>
                  <a:pt x="161724" y="186258"/>
                </a:lnTo>
                <a:close/>
                <a:moveTo>
                  <a:pt x="225386" y="239139"/>
                </a:moveTo>
                <a:lnTo>
                  <a:pt x="227367" y="240615"/>
                </a:lnTo>
                <a:lnTo>
                  <a:pt x="224395" y="239877"/>
                </a:lnTo>
                <a:close/>
                <a:moveTo>
                  <a:pt x="181063" y="162869"/>
                </a:moveTo>
                <a:lnTo>
                  <a:pt x="182347" y="163789"/>
                </a:lnTo>
                <a:lnTo>
                  <a:pt x="180421" y="163329"/>
                </a:lnTo>
                <a:close/>
                <a:moveTo>
                  <a:pt x="174999" y="214710"/>
                </a:moveTo>
                <a:lnTo>
                  <a:pt x="175389" y="215739"/>
                </a:lnTo>
                <a:lnTo>
                  <a:pt x="174804" y="215225"/>
                </a:lnTo>
                <a:close/>
                <a:moveTo>
                  <a:pt x="189243" y="143252"/>
                </a:moveTo>
                <a:lnTo>
                  <a:pt x="190458" y="144139"/>
                </a:lnTo>
                <a:lnTo>
                  <a:pt x="188635" y="143696"/>
                </a:lnTo>
                <a:close/>
                <a:moveTo>
                  <a:pt x="272852" y="248525"/>
                </a:moveTo>
                <a:lnTo>
                  <a:pt x="274716" y="249437"/>
                </a:lnTo>
                <a:lnTo>
                  <a:pt x="271921" y="248981"/>
                </a:lnTo>
                <a:close/>
                <a:moveTo>
                  <a:pt x="120579" y="4740"/>
                </a:moveTo>
                <a:lnTo>
                  <a:pt x="121245" y="5782"/>
                </a:lnTo>
                <a:lnTo>
                  <a:pt x="120247" y="5261"/>
                </a:lnTo>
                <a:close/>
                <a:moveTo>
                  <a:pt x="58956" y="108230"/>
                </a:moveTo>
                <a:lnTo>
                  <a:pt x="61152" y="109410"/>
                </a:lnTo>
                <a:lnTo>
                  <a:pt x="57859" y="108820"/>
                </a:lnTo>
                <a:close/>
                <a:moveTo>
                  <a:pt x="30198" y="162267"/>
                </a:moveTo>
                <a:lnTo>
                  <a:pt x="31945" y="163058"/>
                </a:lnTo>
                <a:lnTo>
                  <a:pt x="29324" y="162662"/>
                </a:lnTo>
                <a:close/>
                <a:moveTo>
                  <a:pt x="194508" y="72809"/>
                </a:moveTo>
                <a:lnTo>
                  <a:pt x="195917" y="73445"/>
                </a:lnTo>
                <a:lnTo>
                  <a:pt x="193803" y="73127"/>
                </a:lnTo>
                <a:close/>
                <a:moveTo>
                  <a:pt x="266994" y="95469"/>
                </a:moveTo>
                <a:lnTo>
                  <a:pt x="267718" y="96321"/>
                </a:lnTo>
                <a:lnTo>
                  <a:pt x="266632" y="95895"/>
                </a:lnTo>
                <a:close/>
                <a:moveTo>
                  <a:pt x="90176" y="260055"/>
                </a:moveTo>
                <a:lnTo>
                  <a:pt x="91878" y="261616"/>
                </a:lnTo>
                <a:lnTo>
                  <a:pt x="89325" y="260835"/>
                </a:lnTo>
                <a:close/>
                <a:moveTo>
                  <a:pt x="170838" y="277839"/>
                </a:moveTo>
                <a:lnTo>
                  <a:pt x="172811" y="279550"/>
                </a:lnTo>
                <a:lnTo>
                  <a:pt x="169852" y="278694"/>
                </a:lnTo>
                <a:close/>
                <a:moveTo>
                  <a:pt x="286190" y="267936"/>
                </a:moveTo>
                <a:lnTo>
                  <a:pt x="287631" y="269441"/>
                </a:lnTo>
                <a:lnTo>
                  <a:pt x="285469" y="268688"/>
                </a:lnTo>
                <a:close/>
                <a:moveTo>
                  <a:pt x="65224" y="26928"/>
                </a:moveTo>
                <a:lnTo>
                  <a:pt x="65826" y="27884"/>
                </a:lnTo>
                <a:lnTo>
                  <a:pt x="64923" y="27406"/>
                </a:lnTo>
                <a:close/>
                <a:moveTo>
                  <a:pt x="259851" y="183217"/>
                </a:moveTo>
                <a:lnTo>
                  <a:pt x="260539" y="184028"/>
                </a:lnTo>
                <a:lnTo>
                  <a:pt x="259508" y="183622"/>
                </a:lnTo>
                <a:close/>
                <a:moveTo>
                  <a:pt x="277238" y="198307"/>
                </a:moveTo>
                <a:lnTo>
                  <a:pt x="277979" y="199206"/>
                </a:lnTo>
                <a:lnTo>
                  <a:pt x="276867" y="198757"/>
                </a:lnTo>
                <a:close/>
                <a:moveTo>
                  <a:pt x="56585" y="277654"/>
                </a:moveTo>
                <a:lnTo>
                  <a:pt x="58204" y="278345"/>
                </a:lnTo>
                <a:lnTo>
                  <a:pt x="55775" y="278000"/>
                </a:lnTo>
                <a:close/>
                <a:moveTo>
                  <a:pt x="193112" y="235579"/>
                </a:moveTo>
                <a:lnTo>
                  <a:pt x="194167" y="236356"/>
                </a:lnTo>
                <a:lnTo>
                  <a:pt x="192585" y="235968"/>
                </a:lnTo>
                <a:close/>
                <a:moveTo>
                  <a:pt x="59681" y="19464"/>
                </a:moveTo>
                <a:lnTo>
                  <a:pt x="60426" y="20743"/>
                </a:lnTo>
                <a:lnTo>
                  <a:pt x="59308" y="20104"/>
                </a:lnTo>
                <a:close/>
                <a:moveTo>
                  <a:pt x="259145" y="13177"/>
                </a:moveTo>
                <a:lnTo>
                  <a:pt x="260449" y="13888"/>
                </a:lnTo>
                <a:lnTo>
                  <a:pt x="258493" y="13532"/>
                </a:lnTo>
                <a:close/>
                <a:moveTo>
                  <a:pt x="270370" y="196515"/>
                </a:moveTo>
                <a:lnTo>
                  <a:pt x="270771" y="198204"/>
                </a:lnTo>
                <a:lnTo>
                  <a:pt x="270170" y="197360"/>
                </a:lnTo>
                <a:close/>
                <a:moveTo>
                  <a:pt x="47384" y="260932"/>
                </a:moveTo>
                <a:lnTo>
                  <a:pt x="49281" y="261286"/>
                </a:lnTo>
                <a:lnTo>
                  <a:pt x="46435" y="261109"/>
                </a:lnTo>
                <a:close/>
                <a:moveTo>
                  <a:pt x="236117" y="110483"/>
                </a:moveTo>
                <a:lnTo>
                  <a:pt x="237237" y="111160"/>
                </a:lnTo>
                <a:lnTo>
                  <a:pt x="235556" y="110821"/>
                </a:lnTo>
                <a:close/>
                <a:moveTo>
                  <a:pt x="260246" y="22742"/>
                </a:moveTo>
                <a:lnTo>
                  <a:pt x="262287" y="24292"/>
                </a:lnTo>
                <a:lnTo>
                  <a:pt x="259226" y="23517"/>
                </a:lnTo>
                <a:close/>
                <a:moveTo>
                  <a:pt x="243212" y="112436"/>
                </a:moveTo>
                <a:lnTo>
                  <a:pt x="244617" y="113960"/>
                </a:lnTo>
                <a:lnTo>
                  <a:pt x="242510" y="113198"/>
                </a:lnTo>
                <a:close/>
                <a:moveTo>
                  <a:pt x="92690" y="255471"/>
                </a:moveTo>
                <a:lnTo>
                  <a:pt x="93737" y="257216"/>
                </a:lnTo>
                <a:lnTo>
                  <a:pt x="92166" y="256343"/>
                </a:lnTo>
                <a:close/>
                <a:moveTo>
                  <a:pt x="274400" y="156107"/>
                </a:moveTo>
                <a:lnTo>
                  <a:pt x="274892" y="157473"/>
                </a:lnTo>
                <a:lnTo>
                  <a:pt x="274154" y="156790"/>
                </a:lnTo>
                <a:close/>
                <a:moveTo>
                  <a:pt x="166706" y="187625"/>
                </a:moveTo>
                <a:lnTo>
                  <a:pt x="168087" y="188818"/>
                </a:lnTo>
                <a:lnTo>
                  <a:pt x="166015" y="188222"/>
                </a:lnTo>
                <a:close/>
                <a:moveTo>
                  <a:pt x="53082" y="62641"/>
                </a:moveTo>
                <a:lnTo>
                  <a:pt x="54739" y="63953"/>
                </a:lnTo>
                <a:lnTo>
                  <a:pt x="52253" y="63297"/>
                </a:lnTo>
                <a:close/>
                <a:moveTo>
                  <a:pt x="209421" y="208123"/>
                </a:moveTo>
                <a:lnTo>
                  <a:pt x="210181" y="209192"/>
                </a:lnTo>
                <a:lnTo>
                  <a:pt x="209041" y="208657"/>
                </a:lnTo>
                <a:close/>
                <a:moveTo>
                  <a:pt x="124678" y="68375"/>
                </a:moveTo>
                <a:lnTo>
                  <a:pt x="126754" y="69932"/>
                </a:lnTo>
                <a:lnTo>
                  <a:pt x="123640" y="69154"/>
                </a:lnTo>
                <a:close/>
                <a:moveTo>
                  <a:pt x="136878" y="143287"/>
                </a:moveTo>
                <a:lnTo>
                  <a:pt x="138092" y="144588"/>
                </a:lnTo>
                <a:lnTo>
                  <a:pt x="136272" y="143938"/>
                </a:lnTo>
                <a:close/>
                <a:moveTo>
                  <a:pt x="197524" y="39425"/>
                </a:moveTo>
                <a:lnTo>
                  <a:pt x="198272" y="41083"/>
                </a:lnTo>
                <a:lnTo>
                  <a:pt x="197150" y="40254"/>
                </a:lnTo>
                <a:close/>
                <a:moveTo>
                  <a:pt x="247412" y="40669"/>
                </a:moveTo>
                <a:lnTo>
                  <a:pt x="247914" y="42217"/>
                </a:lnTo>
                <a:lnTo>
                  <a:pt x="247161" y="41443"/>
                </a:lnTo>
                <a:close/>
                <a:moveTo>
                  <a:pt x="260447" y="200749"/>
                </a:moveTo>
                <a:lnTo>
                  <a:pt x="261804" y="201544"/>
                </a:lnTo>
                <a:lnTo>
                  <a:pt x="259769" y="201147"/>
                </a:lnTo>
                <a:close/>
                <a:moveTo>
                  <a:pt x="173103" y="280390"/>
                </a:moveTo>
                <a:lnTo>
                  <a:pt x="174042" y="280905"/>
                </a:lnTo>
                <a:lnTo>
                  <a:pt x="172633" y="280648"/>
                </a:lnTo>
                <a:close/>
                <a:moveTo>
                  <a:pt x="71347" y="108524"/>
                </a:moveTo>
                <a:lnTo>
                  <a:pt x="72045" y="109957"/>
                </a:lnTo>
                <a:lnTo>
                  <a:pt x="70999" y="109240"/>
                </a:lnTo>
                <a:close/>
                <a:moveTo>
                  <a:pt x="168564" y="81202"/>
                </a:moveTo>
                <a:lnTo>
                  <a:pt x="170643" y="81747"/>
                </a:lnTo>
                <a:lnTo>
                  <a:pt x="167524" y="81475"/>
                </a:lnTo>
                <a:close/>
                <a:moveTo>
                  <a:pt x="130028" y="257433"/>
                </a:moveTo>
                <a:lnTo>
                  <a:pt x="131684" y="257847"/>
                </a:lnTo>
                <a:lnTo>
                  <a:pt x="129200" y="257640"/>
                </a:lnTo>
                <a:close/>
                <a:moveTo>
                  <a:pt x="108209" y="215808"/>
                </a:moveTo>
                <a:lnTo>
                  <a:pt x="109204" y="216349"/>
                </a:lnTo>
                <a:lnTo>
                  <a:pt x="107712" y="216078"/>
                </a:lnTo>
                <a:close/>
                <a:moveTo>
                  <a:pt x="4812" y="182230"/>
                </a:moveTo>
                <a:lnTo>
                  <a:pt x="5410" y="182579"/>
                </a:lnTo>
                <a:lnTo>
                  <a:pt x="4513" y="182404"/>
                </a:lnTo>
                <a:close/>
                <a:moveTo>
                  <a:pt x="280382" y="246788"/>
                </a:moveTo>
                <a:lnTo>
                  <a:pt x="281126" y="247801"/>
                </a:lnTo>
                <a:lnTo>
                  <a:pt x="280010" y="247294"/>
                </a:lnTo>
                <a:close/>
                <a:moveTo>
                  <a:pt x="157040" y="236819"/>
                </a:moveTo>
                <a:lnTo>
                  <a:pt x="159225" y="238375"/>
                </a:lnTo>
                <a:lnTo>
                  <a:pt x="155947" y="237597"/>
                </a:lnTo>
                <a:close/>
                <a:moveTo>
                  <a:pt x="164486" y="203166"/>
                </a:moveTo>
                <a:lnTo>
                  <a:pt x="165940" y="203912"/>
                </a:lnTo>
                <a:lnTo>
                  <a:pt x="163760" y="203539"/>
                </a:lnTo>
                <a:close/>
                <a:moveTo>
                  <a:pt x="208995" y="180476"/>
                </a:moveTo>
                <a:lnTo>
                  <a:pt x="210427" y="181115"/>
                </a:lnTo>
                <a:lnTo>
                  <a:pt x="208278" y="180796"/>
                </a:lnTo>
                <a:close/>
                <a:moveTo>
                  <a:pt x="40269" y="153299"/>
                </a:moveTo>
                <a:lnTo>
                  <a:pt x="40934" y="154177"/>
                </a:lnTo>
                <a:lnTo>
                  <a:pt x="39937" y="153738"/>
                </a:lnTo>
                <a:close/>
                <a:moveTo>
                  <a:pt x="236904" y="91931"/>
                </a:moveTo>
                <a:lnTo>
                  <a:pt x="238163" y="93220"/>
                </a:lnTo>
                <a:lnTo>
                  <a:pt x="236275" y="92576"/>
                </a:lnTo>
                <a:close/>
                <a:moveTo>
                  <a:pt x="206017" y="281399"/>
                </a:moveTo>
                <a:lnTo>
                  <a:pt x="208111" y="282144"/>
                </a:lnTo>
                <a:lnTo>
                  <a:pt x="204970" y="281771"/>
                </a:lnTo>
                <a:close/>
                <a:moveTo>
                  <a:pt x="149340" y="140840"/>
                </a:moveTo>
                <a:lnTo>
                  <a:pt x="150183" y="142013"/>
                </a:lnTo>
                <a:lnTo>
                  <a:pt x="148918" y="141426"/>
                </a:lnTo>
                <a:close/>
                <a:moveTo>
                  <a:pt x="90815" y="155909"/>
                </a:moveTo>
                <a:lnTo>
                  <a:pt x="92848" y="157156"/>
                </a:lnTo>
                <a:lnTo>
                  <a:pt x="89799" y="156533"/>
                </a:lnTo>
                <a:close/>
                <a:moveTo>
                  <a:pt x="157944" y="212012"/>
                </a:moveTo>
                <a:lnTo>
                  <a:pt x="158671" y="212834"/>
                </a:lnTo>
                <a:lnTo>
                  <a:pt x="157581" y="212423"/>
                </a:lnTo>
                <a:close/>
                <a:moveTo>
                  <a:pt x="265439" y="250201"/>
                </a:moveTo>
                <a:lnTo>
                  <a:pt x="266634" y="250779"/>
                </a:lnTo>
                <a:lnTo>
                  <a:pt x="264841" y="250490"/>
                </a:lnTo>
                <a:close/>
                <a:moveTo>
                  <a:pt x="184065" y="241180"/>
                </a:moveTo>
                <a:lnTo>
                  <a:pt x="184628" y="241856"/>
                </a:lnTo>
                <a:lnTo>
                  <a:pt x="183784" y="241518"/>
                </a:lnTo>
                <a:close/>
                <a:moveTo>
                  <a:pt x="284439" y="235513"/>
                </a:moveTo>
                <a:lnTo>
                  <a:pt x="285775" y="237026"/>
                </a:lnTo>
                <a:lnTo>
                  <a:pt x="283771" y="236269"/>
                </a:lnTo>
                <a:close/>
                <a:moveTo>
                  <a:pt x="168534" y="146253"/>
                </a:moveTo>
                <a:lnTo>
                  <a:pt x="169441" y="146669"/>
                </a:lnTo>
                <a:lnTo>
                  <a:pt x="168081" y="146461"/>
                </a:lnTo>
                <a:close/>
                <a:moveTo>
                  <a:pt x="117253" y="169735"/>
                </a:moveTo>
                <a:lnTo>
                  <a:pt x="118577" y="171150"/>
                </a:lnTo>
                <a:lnTo>
                  <a:pt x="116591" y="170443"/>
                </a:lnTo>
                <a:close/>
                <a:moveTo>
                  <a:pt x="269614" y="213623"/>
                </a:moveTo>
                <a:lnTo>
                  <a:pt x="270906" y="214663"/>
                </a:lnTo>
                <a:lnTo>
                  <a:pt x="268968" y="214143"/>
                </a:lnTo>
                <a:close/>
                <a:moveTo>
                  <a:pt x="269030" y="28718"/>
                </a:moveTo>
                <a:lnTo>
                  <a:pt x="270366" y="30454"/>
                </a:lnTo>
                <a:lnTo>
                  <a:pt x="268362" y="29586"/>
                </a:lnTo>
                <a:close/>
                <a:moveTo>
                  <a:pt x="67954" y="132575"/>
                </a:moveTo>
                <a:lnTo>
                  <a:pt x="68484" y="134057"/>
                </a:lnTo>
                <a:lnTo>
                  <a:pt x="67689" y="133316"/>
                </a:lnTo>
                <a:close/>
                <a:moveTo>
                  <a:pt x="109523" y="171606"/>
                </a:moveTo>
                <a:lnTo>
                  <a:pt x="110052" y="172645"/>
                </a:lnTo>
                <a:lnTo>
                  <a:pt x="109259" y="172126"/>
                </a:lnTo>
                <a:close/>
                <a:moveTo>
                  <a:pt x="37049" y="238295"/>
                </a:moveTo>
                <a:lnTo>
                  <a:pt x="37492" y="239658"/>
                </a:lnTo>
                <a:lnTo>
                  <a:pt x="36828" y="238976"/>
                </a:lnTo>
                <a:close/>
                <a:moveTo>
                  <a:pt x="16360" y="241315"/>
                </a:moveTo>
                <a:lnTo>
                  <a:pt x="17361" y="242043"/>
                </a:lnTo>
                <a:lnTo>
                  <a:pt x="15860" y="241679"/>
                </a:lnTo>
                <a:close/>
                <a:moveTo>
                  <a:pt x="111173" y="275443"/>
                </a:moveTo>
                <a:lnTo>
                  <a:pt x="113244" y="275919"/>
                </a:lnTo>
                <a:lnTo>
                  <a:pt x="110138" y="275681"/>
                </a:lnTo>
                <a:close/>
                <a:moveTo>
                  <a:pt x="268861" y="252505"/>
                </a:moveTo>
                <a:lnTo>
                  <a:pt x="270978" y="253929"/>
                </a:lnTo>
                <a:lnTo>
                  <a:pt x="267803" y="253217"/>
                </a:lnTo>
                <a:close/>
                <a:moveTo>
                  <a:pt x="127101" y="160830"/>
                </a:moveTo>
                <a:lnTo>
                  <a:pt x="128368" y="161445"/>
                </a:lnTo>
                <a:lnTo>
                  <a:pt x="126467" y="161138"/>
                </a:lnTo>
                <a:close/>
                <a:moveTo>
                  <a:pt x="200269" y="17076"/>
                </a:moveTo>
                <a:lnTo>
                  <a:pt x="201823" y="18499"/>
                </a:lnTo>
                <a:lnTo>
                  <a:pt x="199493" y="17787"/>
                </a:lnTo>
                <a:close/>
                <a:moveTo>
                  <a:pt x="73339" y="137604"/>
                </a:moveTo>
                <a:lnTo>
                  <a:pt x="74628" y="139350"/>
                </a:lnTo>
                <a:lnTo>
                  <a:pt x="72694" y="138477"/>
                </a:lnTo>
                <a:close/>
                <a:moveTo>
                  <a:pt x="46122" y="151271"/>
                </a:moveTo>
                <a:lnTo>
                  <a:pt x="47055" y="152627"/>
                </a:lnTo>
                <a:lnTo>
                  <a:pt x="45656" y="151949"/>
                </a:lnTo>
                <a:close/>
                <a:moveTo>
                  <a:pt x="114214" y="244715"/>
                </a:moveTo>
                <a:lnTo>
                  <a:pt x="116150" y="245297"/>
                </a:lnTo>
                <a:lnTo>
                  <a:pt x="113247" y="245006"/>
                </a:lnTo>
                <a:close/>
                <a:moveTo>
                  <a:pt x="285921" y="173877"/>
                </a:moveTo>
                <a:lnTo>
                  <a:pt x="287198" y="174351"/>
                </a:lnTo>
                <a:lnTo>
                  <a:pt x="285283" y="174114"/>
                </a:lnTo>
                <a:close/>
                <a:moveTo>
                  <a:pt x="129321" y="140219"/>
                </a:moveTo>
                <a:lnTo>
                  <a:pt x="130144" y="141698"/>
                </a:lnTo>
                <a:lnTo>
                  <a:pt x="128909" y="140958"/>
                </a:lnTo>
                <a:close/>
                <a:moveTo>
                  <a:pt x="207370" y="180863"/>
                </a:moveTo>
                <a:lnTo>
                  <a:pt x="208987" y="182000"/>
                </a:lnTo>
                <a:lnTo>
                  <a:pt x="206561" y="181432"/>
                </a:lnTo>
                <a:close/>
                <a:moveTo>
                  <a:pt x="72505" y="165331"/>
                </a:moveTo>
                <a:lnTo>
                  <a:pt x="73718" y="165891"/>
                </a:lnTo>
                <a:lnTo>
                  <a:pt x="71899" y="165611"/>
                </a:lnTo>
                <a:close/>
                <a:moveTo>
                  <a:pt x="231319" y="82496"/>
                </a:moveTo>
                <a:lnTo>
                  <a:pt x="231738" y="83037"/>
                </a:lnTo>
                <a:lnTo>
                  <a:pt x="231110" y="82766"/>
                </a:lnTo>
                <a:close/>
                <a:moveTo>
                  <a:pt x="79943" y="46404"/>
                </a:moveTo>
                <a:lnTo>
                  <a:pt x="80503" y="47271"/>
                </a:lnTo>
                <a:lnTo>
                  <a:pt x="79663" y="46838"/>
                </a:lnTo>
                <a:close/>
                <a:moveTo>
                  <a:pt x="221971" y="10044"/>
                </a:moveTo>
                <a:lnTo>
                  <a:pt x="222418" y="11588"/>
                </a:lnTo>
                <a:lnTo>
                  <a:pt x="221747" y="10816"/>
                </a:lnTo>
                <a:close/>
                <a:moveTo>
                  <a:pt x="16936" y="111342"/>
                </a:moveTo>
                <a:lnTo>
                  <a:pt x="18889" y="112340"/>
                </a:lnTo>
                <a:lnTo>
                  <a:pt x="15959" y="111841"/>
                </a:lnTo>
                <a:close/>
                <a:moveTo>
                  <a:pt x="4343" y="172821"/>
                </a:moveTo>
                <a:lnTo>
                  <a:pt x="6248" y="173972"/>
                </a:lnTo>
                <a:lnTo>
                  <a:pt x="3390" y="173396"/>
                </a:lnTo>
                <a:close/>
                <a:moveTo>
                  <a:pt x="698" y="208421"/>
                </a:moveTo>
                <a:lnTo>
                  <a:pt x="1614" y="210111"/>
                </a:lnTo>
                <a:lnTo>
                  <a:pt x="239" y="209266"/>
                </a:lnTo>
                <a:close/>
                <a:moveTo>
                  <a:pt x="80241" y="64945"/>
                </a:moveTo>
                <a:lnTo>
                  <a:pt x="81164" y="66354"/>
                </a:lnTo>
                <a:lnTo>
                  <a:pt x="79780" y="65649"/>
                </a:lnTo>
                <a:close/>
                <a:moveTo>
                  <a:pt x="103529" y="20282"/>
                </a:moveTo>
                <a:lnTo>
                  <a:pt x="104956" y="20760"/>
                </a:lnTo>
                <a:lnTo>
                  <a:pt x="102816" y="20521"/>
                </a:lnTo>
                <a:close/>
                <a:moveTo>
                  <a:pt x="101432" y="162884"/>
                </a:moveTo>
                <a:lnTo>
                  <a:pt x="103108" y="163559"/>
                </a:lnTo>
                <a:lnTo>
                  <a:pt x="100593" y="163222"/>
                </a:lnTo>
                <a:close/>
                <a:moveTo>
                  <a:pt x="136026" y="126623"/>
                </a:moveTo>
                <a:lnTo>
                  <a:pt x="136606" y="127724"/>
                </a:lnTo>
                <a:lnTo>
                  <a:pt x="135735" y="127173"/>
                </a:lnTo>
                <a:close/>
                <a:moveTo>
                  <a:pt x="17498" y="241715"/>
                </a:moveTo>
                <a:lnTo>
                  <a:pt x="18860" y="242124"/>
                </a:lnTo>
                <a:lnTo>
                  <a:pt x="16817" y="241919"/>
                </a:lnTo>
                <a:close/>
                <a:moveTo>
                  <a:pt x="82729" y="252102"/>
                </a:moveTo>
                <a:lnTo>
                  <a:pt x="83405" y="253838"/>
                </a:lnTo>
                <a:lnTo>
                  <a:pt x="82392" y="252970"/>
                </a:lnTo>
                <a:close/>
                <a:moveTo>
                  <a:pt x="276550" y="65227"/>
                </a:moveTo>
                <a:lnTo>
                  <a:pt x="278485" y="66077"/>
                </a:lnTo>
                <a:lnTo>
                  <a:pt x="275583" y="65652"/>
                </a:lnTo>
                <a:close/>
                <a:moveTo>
                  <a:pt x="44029" y="84501"/>
                </a:moveTo>
                <a:lnTo>
                  <a:pt x="44745" y="85634"/>
                </a:lnTo>
                <a:lnTo>
                  <a:pt x="43671" y="85067"/>
                </a:lnTo>
                <a:close/>
                <a:moveTo>
                  <a:pt x="31442" y="240120"/>
                </a:moveTo>
                <a:lnTo>
                  <a:pt x="32573" y="240429"/>
                </a:lnTo>
                <a:lnTo>
                  <a:pt x="30876" y="240274"/>
                </a:lnTo>
                <a:close/>
                <a:moveTo>
                  <a:pt x="46308" y="195718"/>
                </a:moveTo>
                <a:lnTo>
                  <a:pt x="48356" y="196408"/>
                </a:lnTo>
                <a:lnTo>
                  <a:pt x="45285" y="196063"/>
                </a:lnTo>
                <a:close/>
                <a:moveTo>
                  <a:pt x="66422" y="68601"/>
                </a:moveTo>
                <a:lnTo>
                  <a:pt x="67426" y="70290"/>
                </a:lnTo>
                <a:lnTo>
                  <a:pt x="65920" y="69445"/>
                </a:lnTo>
                <a:close/>
                <a:moveTo>
                  <a:pt x="48801" y="155818"/>
                </a:moveTo>
                <a:lnTo>
                  <a:pt x="50995" y="157312"/>
                </a:lnTo>
                <a:lnTo>
                  <a:pt x="47704" y="156565"/>
                </a:lnTo>
                <a:close/>
                <a:moveTo>
                  <a:pt x="233787" y="22371"/>
                </a:moveTo>
                <a:lnTo>
                  <a:pt x="235175" y="22871"/>
                </a:lnTo>
                <a:lnTo>
                  <a:pt x="233093" y="22621"/>
                </a:lnTo>
                <a:close/>
                <a:moveTo>
                  <a:pt x="120767" y="206591"/>
                </a:moveTo>
                <a:lnTo>
                  <a:pt x="122880" y="207330"/>
                </a:lnTo>
                <a:lnTo>
                  <a:pt x="119711" y="206960"/>
                </a:lnTo>
                <a:close/>
                <a:moveTo>
                  <a:pt x="45115" y="92252"/>
                </a:moveTo>
                <a:lnTo>
                  <a:pt x="46963" y="92926"/>
                </a:lnTo>
                <a:lnTo>
                  <a:pt x="44190" y="92589"/>
                </a:lnTo>
                <a:close/>
                <a:moveTo>
                  <a:pt x="210086" y="70964"/>
                </a:moveTo>
                <a:lnTo>
                  <a:pt x="211104" y="72454"/>
                </a:lnTo>
                <a:lnTo>
                  <a:pt x="209577" y="71709"/>
                </a:lnTo>
                <a:close/>
                <a:moveTo>
                  <a:pt x="105801" y="27957"/>
                </a:moveTo>
                <a:lnTo>
                  <a:pt x="106296" y="29094"/>
                </a:lnTo>
                <a:lnTo>
                  <a:pt x="105554" y="28526"/>
                </a:lnTo>
                <a:close/>
                <a:moveTo>
                  <a:pt x="152620" y="262373"/>
                </a:moveTo>
                <a:lnTo>
                  <a:pt x="153404" y="263710"/>
                </a:lnTo>
                <a:lnTo>
                  <a:pt x="152228" y="263041"/>
                </a:lnTo>
                <a:close/>
                <a:moveTo>
                  <a:pt x="266517" y="266714"/>
                </a:moveTo>
                <a:lnTo>
                  <a:pt x="267702" y="267539"/>
                </a:lnTo>
                <a:lnTo>
                  <a:pt x="265925" y="267126"/>
                </a:lnTo>
                <a:close/>
                <a:moveTo>
                  <a:pt x="87996" y="256918"/>
                </a:moveTo>
                <a:lnTo>
                  <a:pt x="88556" y="258167"/>
                </a:lnTo>
                <a:lnTo>
                  <a:pt x="87716" y="257543"/>
                </a:lnTo>
                <a:close/>
                <a:moveTo>
                  <a:pt x="118023" y="4658"/>
                </a:moveTo>
                <a:lnTo>
                  <a:pt x="118954" y="6239"/>
                </a:lnTo>
                <a:lnTo>
                  <a:pt x="117557" y="5449"/>
                </a:lnTo>
                <a:close/>
                <a:moveTo>
                  <a:pt x="30180" y="100458"/>
                </a:moveTo>
                <a:lnTo>
                  <a:pt x="31500" y="101922"/>
                </a:lnTo>
                <a:lnTo>
                  <a:pt x="29519" y="101190"/>
                </a:lnTo>
                <a:close/>
                <a:moveTo>
                  <a:pt x="151316" y="166222"/>
                </a:moveTo>
                <a:lnTo>
                  <a:pt x="153262" y="166732"/>
                </a:lnTo>
                <a:lnTo>
                  <a:pt x="150343" y="166477"/>
                </a:lnTo>
                <a:close/>
                <a:moveTo>
                  <a:pt x="156612" y="27585"/>
                </a:moveTo>
                <a:lnTo>
                  <a:pt x="157031" y="28370"/>
                </a:lnTo>
                <a:lnTo>
                  <a:pt x="156403" y="27977"/>
                </a:lnTo>
                <a:close/>
                <a:moveTo>
                  <a:pt x="18806" y="124988"/>
                </a:moveTo>
                <a:lnTo>
                  <a:pt x="19249" y="126737"/>
                </a:lnTo>
                <a:lnTo>
                  <a:pt x="18584" y="125862"/>
                </a:lnTo>
                <a:close/>
                <a:moveTo>
                  <a:pt x="14021" y="8289"/>
                </a:moveTo>
                <a:lnTo>
                  <a:pt x="14933" y="9465"/>
                </a:lnTo>
                <a:lnTo>
                  <a:pt x="13565" y="8877"/>
                </a:lnTo>
                <a:close/>
                <a:moveTo>
                  <a:pt x="256556" y="221020"/>
                </a:moveTo>
                <a:lnTo>
                  <a:pt x="257795" y="222106"/>
                </a:lnTo>
                <a:lnTo>
                  <a:pt x="255937" y="221563"/>
                </a:lnTo>
                <a:close/>
                <a:moveTo>
                  <a:pt x="120295" y="169516"/>
                </a:moveTo>
                <a:lnTo>
                  <a:pt x="121642" y="169850"/>
                </a:lnTo>
                <a:lnTo>
                  <a:pt x="119621" y="169683"/>
                </a:lnTo>
                <a:close/>
                <a:moveTo>
                  <a:pt x="172697" y="77789"/>
                </a:moveTo>
                <a:lnTo>
                  <a:pt x="174632" y="79004"/>
                </a:lnTo>
                <a:lnTo>
                  <a:pt x="171729" y="78397"/>
                </a:lnTo>
                <a:close/>
                <a:moveTo>
                  <a:pt x="141337" y="170484"/>
                </a:moveTo>
                <a:lnTo>
                  <a:pt x="142652" y="171500"/>
                </a:lnTo>
                <a:lnTo>
                  <a:pt x="140679" y="170992"/>
                </a:lnTo>
                <a:close/>
                <a:moveTo>
                  <a:pt x="279872" y="142527"/>
                </a:moveTo>
                <a:lnTo>
                  <a:pt x="280615" y="143215"/>
                </a:lnTo>
                <a:lnTo>
                  <a:pt x="279501" y="142871"/>
                </a:lnTo>
                <a:close/>
                <a:moveTo>
                  <a:pt x="189517" y="113031"/>
                </a:moveTo>
                <a:lnTo>
                  <a:pt x="190405" y="113699"/>
                </a:lnTo>
                <a:lnTo>
                  <a:pt x="189073" y="113365"/>
                </a:lnTo>
                <a:close/>
                <a:moveTo>
                  <a:pt x="54296" y="95939"/>
                </a:moveTo>
                <a:lnTo>
                  <a:pt x="55645" y="96458"/>
                </a:lnTo>
                <a:lnTo>
                  <a:pt x="53622" y="96198"/>
                </a:lnTo>
                <a:close/>
                <a:moveTo>
                  <a:pt x="194296" y="165159"/>
                </a:moveTo>
                <a:lnTo>
                  <a:pt x="195869" y="165576"/>
                </a:lnTo>
                <a:lnTo>
                  <a:pt x="193509" y="165368"/>
                </a:lnTo>
                <a:close/>
                <a:moveTo>
                  <a:pt x="177528" y="224094"/>
                </a:moveTo>
                <a:lnTo>
                  <a:pt x="177915" y="225791"/>
                </a:lnTo>
                <a:lnTo>
                  <a:pt x="177334" y="224943"/>
                </a:lnTo>
                <a:close/>
                <a:moveTo>
                  <a:pt x="100609" y="159321"/>
                </a:moveTo>
                <a:lnTo>
                  <a:pt x="102806" y="160675"/>
                </a:lnTo>
                <a:lnTo>
                  <a:pt x="99510" y="159998"/>
                </a:lnTo>
                <a:close/>
                <a:moveTo>
                  <a:pt x="29357" y="11244"/>
                </a:moveTo>
                <a:lnTo>
                  <a:pt x="29977" y="12656"/>
                </a:lnTo>
                <a:lnTo>
                  <a:pt x="29047" y="11950"/>
                </a:lnTo>
                <a:close/>
                <a:moveTo>
                  <a:pt x="221850" y="82147"/>
                </a:moveTo>
                <a:lnTo>
                  <a:pt x="222246" y="83186"/>
                </a:lnTo>
                <a:lnTo>
                  <a:pt x="221652" y="82667"/>
                </a:lnTo>
                <a:close/>
                <a:moveTo>
                  <a:pt x="105727" y="218020"/>
                </a:moveTo>
                <a:lnTo>
                  <a:pt x="106238" y="219398"/>
                </a:lnTo>
                <a:lnTo>
                  <a:pt x="105471" y="218709"/>
                </a:lnTo>
                <a:close/>
                <a:moveTo>
                  <a:pt x="83081" y="248387"/>
                </a:moveTo>
                <a:lnTo>
                  <a:pt x="84886" y="250149"/>
                </a:lnTo>
                <a:lnTo>
                  <a:pt x="82179" y="249268"/>
                </a:lnTo>
                <a:close/>
                <a:moveTo>
                  <a:pt x="172085" y="26199"/>
                </a:moveTo>
                <a:lnTo>
                  <a:pt x="172944" y="26548"/>
                </a:lnTo>
                <a:lnTo>
                  <a:pt x="171655" y="26373"/>
                </a:lnTo>
                <a:close/>
                <a:moveTo>
                  <a:pt x="122556" y="191072"/>
                </a:moveTo>
                <a:lnTo>
                  <a:pt x="123145" y="191718"/>
                </a:lnTo>
                <a:lnTo>
                  <a:pt x="122261" y="191395"/>
                </a:lnTo>
                <a:close/>
                <a:moveTo>
                  <a:pt x="257691" y="60387"/>
                </a:moveTo>
                <a:lnTo>
                  <a:pt x="258922" y="61360"/>
                </a:lnTo>
                <a:lnTo>
                  <a:pt x="257076" y="60873"/>
                </a:lnTo>
                <a:close/>
                <a:moveTo>
                  <a:pt x="24014" y="55439"/>
                </a:moveTo>
                <a:lnTo>
                  <a:pt x="25475" y="56325"/>
                </a:lnTo>
                <a:lnTo>
                  <a:pt x="23283" y="55882"/>
                </a:lnTo>
                <a:close/>
                <a:moveTo>
                  <a:pt x="54323" y="30337"/>
                </a:moveTo>
                <a:lnTo>
                  <a:pt x="55695" y="31650"/>
                </a:lnTo>
                <a:lnTo>
                  <a:pt x="53637" y="30993"/>
                </a:lnTo>
                <a:close/>
                <a:moveTo>
                  <a:pt x="250419" y="286017"/>
                </a:moveTo>
                <a:lnTo>
                  <a:pt x="250944" y="286541"/>
                </a:lnTo>
                <a:lnTo>
                  <a:pt x="250156" y="286279"/>
                </a:lnTo>
                <a:close/>
                <a:moveTo>
                  <a:pt x="270368" y="170715"/>
                </a:moveTo>
                <a:lnTo>
                  <a:pt x="271287" y="171461"/>
                </a:lnTo>
                <a:lnTo>
                  <a:pt x="269908" y="171088"/>
                </a:lnTo>
                <a:close/>
                <a:moveTo>
                  <a:pt x="110006" y="146994"/>
                </a:moveTo>
                <a:lnTo>
                  <a:pt x="111202" y="148386"/>
                </a:lnTo>
                <a:lnTo>
                  <a:pt x="109409" y="147690"/>
                </a:lnTo>
                <a:close/>
                <a:moveTo>
                  <a:pt x="84990" y="35608"/>
                </a:moveTo>
                <a:lnTo>
                  <a:pt x="86626" y="36984"/>
                </a:lnTo>
                <a:lnTo>
                  <a:pt x="84171" y="36296"/>
                </a:lnTo>
                <a:close/>
                <a:moveTo>
                  <a:pt x="56186" y="59067"/>
                </a:moveTo>
                <a:lnTo>
                  <a:pt x="57789" y="60702"/>
                </a:lnTo>
                <a:lnTo>
                  <a:pt x="55385" y="59884"/>
                </a:lnTo>
                <a:close/>
                <a:moveTo>
                  <a:pt x="50740" y="204440"/>
                </a:moveTo>
                <a:lnTo>
                  <a:pt x="51262" y="205966"/>
                </a:lnTo>
                <a:lnTo>
                  <a:pt x="50479" y="205203"/>
                </a:lnTo>
                <a:close/>
                <a:moveTo>
                  <a:pt x="203523" y="275449"/>
                </a:moveTo>
                <a:lnTo>
                  <a:pt x="204623" y="276446"/>
                </a:lnTo>
                <a:lnTo>
                  <a:pt x="202973" y="275947"/>
                </a:lnTo>
                <a:close/>
                <a:moveTo>
                  <a:pt x="24274" y="25223"/>
                </a:moveTo>
                <a:lnTo>
                  <a:pt x="26016" y="26295"/>
                </a:lnTo>
                <a:lnTo>
                  <a:pt x="23402" y="25759"/>
                </a:lnTo>
                <a:close/>
                <a:moveTo>
                  <a:pt x="255427" y="79405"/>
                </a:moveTo>
                <a:lnTo>
                  <a:pt x="256392" y="81128"/>
                </a:lnTo>
                <a:lnTo>
                  <a:pt x="254944" y="80266"/>
                </a:lnTo>
                <a:close/>
                <a:moveTo>
                  <a:pt x="140834" y="47057"/>
                </a:moveTo>
                <a:lnTo>
                  <a:pt x="142852" y="48256"/>
                </a:lnTo>
                <a:lnTo>
                  <a:pt x="139825" y="47656"/>
                </a:lnTo>
                <a:close/>
                <a:moveTo>
                  <a:pt x="251320" y="145026"/>
                </a:moveTo>
                <a:lnTo>
                  <a:pt x="253352" y="145970"/>
                </a:lnTo>
                <a:lnTo>
                  <a:pt x="250304" y="145498"/>
                </a:lnTo>
                <a:close/>
                <a:moveTo>
                  <a:pt x="51891" y="91846"/>
                </a:moveTo>
                <a:lnTo>
                  <a:pt x="53700" y="93265"/>
                </a:lnTo>
                <a:lnTo>
                  <a:pt x="50986" y="92556"/>
                </a:lnTo>
                <a:close/>
                <a:moveTo>
                  <a:pt x="65788" y="176798"/>
                </a:moveTo>
                <a:lnTo>
                  <a:pt x="67853" y="177260"/>
                </a:lnTo>
                <a:lnTo>
                  <a:pt x="64756" y="177029"/>
                </a:lnTo>
                <a:close/>
                <a:moveTo>
                  <a:pt x="45917" y="77277"/>
                </a:moveTo>
                <a:lnTo>
                  <a:pt x="47699" y="78736"/>
                </a:lnTo>
                <a:lnTo>
                  <a:pt x="45026" y="78007"/>
                </a:lnTo>
                <a:close/>
                <a:moveTo>
                  <a:pt x="87614" y="93798"/>
                </a:moveTo>
                <a:lnTo>
                  <a:pt x="88095" y="94470"/>
                </a:lnTo>
                <a:lnTo>
                  <a:pt x="87374" y="94134"/>
                </a:lnTo>
                <a:close/>
                <a:moveTo>
                  <a:pt x="88269" y="221190"/>
                </a:moveTo>
                <a:lnTo>
                  <a:pt x="89997" y="221785"/>
                </a:lnTo>
                <a:lnTo>
                  <a:pt x="87405" y="221487"/>
                </a:lnTo>
                <a:close/>
                <a:moveTo>
                  <a:pt x="10391" y="285049"/>
                </a:moveTo>
                <a:lnTo>
                  <a:pt x="11076" y="285788"/>
                </a:lnTo>
                <a:lnTo>
                  <a:pt x="10048" y="285418"/>
                </a:lnTo>
                <a:close/>
                <a:moveTo>
                  <a:pt x="260741" y="224263"/>
                </a:moveTo>
                <a:lnTo>
                  <a:pt x="262511" y="225887"/>
                </a:lnTo>
                <a:lnTo>
                  <a:pt x="259856" y="225075"/>
                </a:lnTo>
                <a:close/>
                <a:moveTo>
                  <a:pt x="63139" y="216486"/>
                </a:moveTo>
                <a:lnTo>
                  <a:pt x="63668" y="217606"/>
                </a:lnTo>
                <a:lnTo>
                  <a:pt x="62875" y="217046"/>
                </a:lnTo>
                <a:close/>
                <a:moveTo>
                  <a:pt x="197869" y="170848"/>
                </a:moveTo>
                <a:lnTo>
                  <a:pt x="198436" y="171993"/>
                </a:lnTo>
                <a:lnTo>
                  <a:pt x="197586" y="171420"/>
                </a:lnTo>
                <a:close/>
                <a:moveTo>
                  <a:pt x="83732" y="98868"/>
                </a:moveTo>
                <a:lnTo>
                  <a:pt x="84580" y="100408"/>
                </a:lnTo>
                <a:lnTo>
                  <a:pt x="83308" y="99638"/>
                </a:lnTo>
                <a:close/>
                <a:moveTo>
                  <a:pt x="18659" y="163614"/>
                </a:moveTo>
                <a:lnTo>
                  <a:pt x="20677" y="165149"/>
                </a:lnTo>
                <a:lnTo>
                  <a:pt x="17650" y="164382"/>
                </a:lnTo>
                <a:close/>
                <a:moveTo>
                  <a:pt x="54182" y="191976"/>
                </a:moveTo>
                <a:lnTo>
                  <a:pt x="55304" y="192910"/>
                </a:lnTo>
                <a:lnTo>
                  <a:pt x="53621" y="192443"/>
                </a:lnTo>
                <a:close/>
                <a:moveTo>
                  <a:pt x="91314" y="40758"/>
                </a:moveTo>
                <a:lnTo>
                  <a:pt x="93302" y="41915"/>
                </a:lnTo>
                <a:lnTo>
                  <a:pt x="90320" y="41337"/>
                </a:lnTo>
                <a:close/>
                <a:moveTo>
                  <a:pt x="94721" y="26060"/>
                </a:moveTo>
                <a:lnTo>
                  <a:pt x="96099" y="26424"/>
                </a:lnTo>
                <a:lnTo>
                  <a:pt x="94032" y="26242"/>
                </a:lnTo>
                <a:close/>
                <a:moveTo>
                  <a:pt x="237849" y="9516"/>
                </a:moveTo>
                <a:lnTo>
                  <a:pt x="238543" y="10575"/>
                </a:lnTo>
                <a:lnTo>
                  <a:pt x="237503" y="10045"/>
                </a:lnTo>
                <a:close/>
                <a:moveTo>
                  <a:pt x="135115" y="25678"/>
                </a:moveTo>
                <a:lnTo>
                  <a:pt x="136361" y="26694"/>
                </a:lnTo>
                <a:lnTo>
                  <a:pt x="134492" y="26186"/>
                </a:lnTo>
                <a:close/>
                <a:moveTo>
                  <a:pt x="155498" y="89485"/>
                </a:moveTo>
                <a:lnTo>
                  <a:pt x="156173" y="90702"/>
                </a:lnTo>
                <a:lnTo>
                  <a:pt x="155161" y="90094"/>
                </a:lnTo>
                <a:close/>
                <a:moveTo>
                  <a:pt x="125907" y="11304"/>
                </a:moveTo>
                <a:lnTo>
                  <a:pt x="127605" y="12555"/>
                </a:lnTo>
                <a:lnTo>
                  <a:pt x="125057" y="11929"/>
                </a:lnTo>
                <a:close/>
                <a:moveTo>
                  <a:pt x="26282" y="267820"/>
                </a:moveTo>
                <a:lnTo>
                  <a:pt x="28380" y="268567"/>
                </a:lnTo>
                <a:lnTo>
                  <a:pt x="25234" y="268194"/>
                </a:lnTo>
                <a:close/>
                <a:moveTo>
                  <a:pt x="54246" y="175870"/>
                </a:moveTo>
                <a:lnTo>
                  <a:pt x="54930" y="177117"/>
                </a:lnTo>
                <a:lnTo>
                  <a:pt x="53904" y="176493"/>
                </a:lnTo>
                <a:close/>
                <a:moveTo>
                  <a:pt x="30054" y="39368"/>
                </a:moveTo>
                <a:lnTo>
                  <a:pt x="30491" y="40229"/>
                </a:lnTo>
                <a:lnTo>
                  <a:pt x="29836" y="39799"/>
                </a:lnTo>
                <a:close/>
                <a:moveTo>
                  <a:pt x="217405" y="215892"/>
                </a:moveTo>
                <a:lnTo>
                  <a:pt x="219219" y="216439"/>
                </a:lnTo>
                <a:lnTo>
                  <a:pt x="216499" y="216166"/>
                </a:lnTo>
                <a:close/>
                <a:moveTo>
                  <a:pt x="182528" y="285455"/>
                </a:moveTo>
                <a:lnTo>
                  <a:pt x="184511" y="286761"/>
                </a:lnTo>
                <a:lnTo>
                  <a:pt x="181537" y="286108"/>
                </a:lnTo>
                <a:close/>
                <a:moveTo>
                  <a:pt x="35707" y="61657"/>
                </a:moveTo>
                <a:lnTo>
                  <a:pt x="36359" y="61975"/>
                </a:lnTo>
                <a:lnTo>
                  <a:pt x="35381" y="61816"/>
                </a:lnTo>
                <a:close/>
                <a:moveTo>
                  <a:pt x="150345" y="187647"/>
                </a:moveTo>
                <a:lnTo>
                  <a:pt x="152403" y="188370"/>
                </a:lnTo>
                <a:lnTo>
                  <a:pt x="149316" y="188008"/>
                </a:lnTo>
                <a:close/>
                <a:moveTo>
                  <a:pt x="111899" y="3528"/>
                </a:moveTo>
                <a:lnTo>
                  <a:pt x="113943" y="4347"/>
                </a:lnTo>
                <a:lnTo>
                  <a:pt x="110877" y="3938"/>
                </a:lnTo>
                <a:close/>
                <a:moveTo>
                  <a:pt x="217606" y="265713"/>
                </a:moveTo>
                <a:lnTo>
                  <a:pt x="219391" y="267201"/>
                </a:lnTo>
                <a:lnTo>
                  <a:pt x="216713" y="266457"/>
                </a:lnTo>
                <a:close/>
                <a:moveTo>
                  <a:pt x="103323" y="98425"/>
                </a:moveTo>
                <a:lnTo>
                  <a:pt x="104658" y="99816"/>
                </a:lnTo>
                <a:lnTo>
                  <a:pt x="102655" y="99121"/>
                </a:lnTo>
                <a:close/>
                <a:moveTo>
                  <a:pt x="53637" y="75817"/>
                </a:moveTo>
                <a:lnTo>
                  <a:pt x="54737" y="77216"/>
                </a:lnTo>
                <a:lnTo>
                  <a:pt x="53087" y="76516"/>
                </a:lnTo>
                <a:close/>
                <a:moveTo>
                  <a:pt x="36677" y="61491"/>
                </a:moveTo>
                <a:lnTo>
                  <a:pt x="38792" y="62259"/>
                </a:lnTo>
                <a:lnTo>
                  <a:pt x="35620" y="61875"/>
                </a:lnTo>
                <a:close/>
                <a:moveTo>
                  <a:pt x="11135" y="257613"/>
                </a:moveTo>
                <a:lnTo>
                  <a:pt x="12700" y="258251"/>
                </a:lnTo>
                <a:lnTo>
                  <a:pt x="10352" y="257932"/>
                </a:lnTo>
                <a:close/>
                <a:moveTo>
                  <a:pt x="81303" y="17187"/>
                </a:moveTo>
                <a:lnTo>
                  <a:pt x="82381" y="18181"/>
                </a:lnTo>
                <a:lnTo>
                  <a:pt x="80763" y="17684"/>
                </a:lnTo>
                <a:close/>
                <a:moveTo>
                  <a:pt x="70642" y="19437"/>
                </a:moveTo>
                <a:lnTo>
                  <a:pt x="72433" y="20677"/>
                </a:lnTo>
                <a:lnTo>
                  <a:pt x="69746" y="20057"/>
                </a:lnTo>
                <a:close/>
                <a:moveTo>
                  <a:pt x="30995" y="28443"/>
                </a:moveTo>
                <a:lnTo>
                  <a:pt x="32328" y="28955"/>
                </a:lnTo>
                <a:lnTo>
                  <a:pt x="30329" y="28699"/>
                </a:lnTo>
                <a:close/>
                <a:moveTo>
                  <a:pt x="30487" y="212234"/>
                </a:moveTo>
                <a:lnTo>
                  <a:pt x="31574" y="213864"/>
                </a:lnTo>
                <a:lnTo>
                  <a:pt x="29944" y="213049"/>
                </a:lnTo>
                <a:close/>
                <a:moveTo>
                  <a:pt x="200263" y="43057"/>
                </a:moveTo>
                <a:lnTo>
                  <a:pt x="202325" y="43504"/>
                </a:lnTo>
                <a:lnTo>
                  <a:pt x="199232" y="43281"/>
                </a:lnTo>
                <a:close/>
                <a:moveTo>
                  <a:pt x="8249" y="19663"/>
                </a:moveTo>
                <a:lnTo>
                  <a:pt x="10423" y="20330"/>
                </a:lnTo>
                <a:lnTo>
                  <a:pt x="7161" y="19996"/>
                </a:lnTo>
                <a:close/>
                <a:moveTo>
                  <a:pt x="134686" y="23961"/>
                </a:moveTo>
                <a:lnTo>
                  <a:pt x="136110" y="24739"/>
                </a:lnTo>
                <a:lnTo>
                  <a:pt x="133974" y="24350"/>
                </a:lnTo>
                <a:close/>
                <a:moveTo>
                  <a:pt x="94274" y="107467"/>
                </a:moveTo>
                <a:lnTo>
                  <a:pt x="95903" y="107988"/>
                </a:lnTo>
                <a:lnTo>
                  <a:pt x="93460" y="107727"/>
                </a:lnTo>
                <a:close/>
                <a:moveTo>
                  <a:pt x="242674" y="176096"/>
                </a:moveTo>
                <a:lnTo>
                  <a:pt x="243042" y="177749"/>
                </a:lnTo>
                <a:lnTo>
                  <a:pt x="242490" y="176923"/>
                </a:lnTo>
                <a:close/>
                <a:moveTo>
                  <a:pt x="234968" y="48559"/>
                </a:moveTo>
                <a:lnTo>
                  <a:pt x="235495" y="49983"/>
                </a:lnTo>
                <a:lnTo>
                  <a:pt x="234705" y="49271"/>
                </a:lnTo>
                <a:close/>
                <a:moveTo>
                  <a:pt x="68387" y="231545"/>
                </a:moveTo>
                <a:lnTo>
                  <a:pt x="70166" y="232873"/>
                </a:lnTo>
                <a:lnTo>
                  <a:pt x="67498" y="232209"/>
                </a:lnTo>
                <a:close/>
                <a:moveTo>
                  <a:pt x="91989" y="78123"/>
                </a:moveTo>
                <a:lnTo>
                  <a:pt x="93152" y="78618"/>
                </a:lnTo>
                <a:lnTo>
                  <a:pt x="91408" y="78370"/>
                </a:lnTo>
                <a:close/>
                <a:moveTo>
                  <a:pt x="239696" y="88143"/>
                </a:moveTo>
                <a:lnTo>
                  <a:pt x="241291" y="88733"/>
                </a:lnTo>
                <a:lnTo>
                  <a:pt x="238899" y="88438"/>
                </a:lnTo>
                <a:close/>
                <a:moveTo>
                  <a:pt x="193497" y="215791"/>
                </a:moveTo>
                <a:lnTo>
                  <a:pt x="195634" y="217007"/>
                </a:lnTo>
                <a:lnTo>
                  <a:pt x="192429" y="216399"/>
                </a:lnTo>
                <a:close/>
                <a:moveTo>
                  <a:pt x="181258" y="18496"/>
                </a:moveTo>
                <a:lnTo>
                  <a:pt x="182545" y="18946"/>
                </a:lnTo>
                <a:lnTo>
                  <a:pt x="180614" y="18721"/>
                </a:lnTo>
                <a:close/>
                <a:moveTo>
                  <a:pt x="201497" y="251348"/>
                </a:moveTo>
                <a:lnTo>
                  <a:pt x="203119" y="251885"/>
                </a:lnTo>
                <a:lnTo>
                  <a:pt x="200685" y="251617"/>
                </a:lnTo>
                <a:close/>
                <a:moveTo>
                  <a:pt x="256430" y="14650"/>
                </a:moveTo>
                <a:lnTo>
                  <a:pt x="257804" y="16079"/>
                </a:lnTo>
                <a:lnTo>
                  <a:pt x="255743" y="15365"/>
                </a:lnTo>
                <a:close/>
                <a:moveTo>
                  <a:pt x="60048" y="232088"/>
                </a:moveTo>
                <a:lnTo>
                  <a:pt x="61471" y="232745"/>
                </a:lnTo>
                <a:lnTo>
                  <a:pt x="59336" y="232416"/>
                </a:lnTo>
                <a:close/>
                <a:moveTo>
                  <a:pt x="9692" y="165367"/>
                </a:moveTo>
                <a:lnTo>
                  <a:pt x="10541" y="165989"/>
                </a:lnTo>
                <a:lnTo>
                  <a:pt x="9268" y="165678"/>
                </a:lnTo>
                <a:close/>
                <a:moveTo>
                  <a:pt x="191358" y="22635"/>
                </a:moveTo>
                <a:lnTo>
                  <a:pt x="192537" y="23444"/>
                </a:lnTo>
                <a:lnTo>
                  <a:pt x="190769" y="23040"/>
                </a:lnTo>
                <a:close/>
                <a:moveTo>
                  <a:pt x="256885" y="57477"/>
                </a:moveTo>
                <a:lnTo>
                  <a:pt x="258376" y="59261"/>
                </a:lnTo>
                <a:lnTo>
                  <a:pt x="256139" y="58369"/>
                </a:lnTo>
                <a:close/>
                <a:moveTo>
                  <a:pt x="94393" y="173955"/>
                </a:moveTo>
                <a:lnTo>
                  <a:pt x="95163" y="175429"/>
                </a:lnTo>
                <a:lnTo>
                  <a:pt x="94007" y="174692"/>
                </a:lnTo>
                <a:close/>
                <a:moveTo>
                  <a:pt x="91690" y="30830"/>
                </a:moveTo>
                <a:lnTo>
                  <a:pt x="93394" y="32561"/>
                </a:lnTo>
                <a:lnTo>
                  <a:pt x="90837" y="31695"/>
                </a:lnTo>
                <a:close/>
                <a:moveTo>
                  <a:pt x="220375" y="117877"/>
                </a:moveTo>
                <a:lnTo>
                  <a:pt x="221169" y="119328"/>
                </a:lnTo>
                <a:lnTo>
                  <a:pt x="219978" y="118603"/>
                </a:lnTo>
                <a:close/>
                <a:moveTo>
                  <a:pt x="281849" y="135596"/>
                </a:moveTo>
                <a:lnTo>
                  <a:pt x="283942" y="136635"/>
                </a:lnTo>
                <a:lnTo>
                  <a:pt x="280802" y="136115"/>
                </a:lnTo>
                <a:close/>
                <a:moveTo>
                  <a:pt x="14432" y="16928"/>
                </a:moveTo>
                <a:lnTo>
                  <a:pt x="14910" y="18020"/>
                </a:lnTo>
                <a:lnTo>
                  <a:pt x="14194" y="17474"/>
                </a:lnTo>
                <a:close/>
                <a:moveTo>
                  <a:pt x="232637" y="195124"/>
                </a:moveTo>
                <a:lnTo>
                  <a:pt x="233663" y="196770"/>
                </a:lnTo>
                <a:lnTo>
                  <a:pt x="232124" y="195947"/>
                </a:lnTo>
                <a:close/>
                <a:moveTo>
                  <a:pt x="227474" y="104443"/>
                </a:moveTo>
                <a:lnTo>
                  <a:pt x="229649" y="106178"/>
                </a:lnTo>
                <a:lnTo>
                  <a:pt x="226387" y="105311"/>
                </a:lnTo>
                <a:close/>
                <a:moveTo>
                  <a:pt x="249353" y="152984"/>
                </a:moveTo>
                <a:lnTo>
                  <a:pt x="250344" y="153547"/>
                </a:lnTo>
                <a:lnTo>
                  <a:pt x="248858" y="153265"/>
                </a:lnTo>
                <a:close/>
                <a:moveTo>
                  <a:pt x="58167" y="86334"/>
                </a:moveTo>
                <a:lnTo>
                  <a:pt x="59546" y="88085"/>
                </a:lnTo>
                <a:lnTo>
                  <a:pt x="57477" y="87209"/>
                </a:lnTo>
                <a:close/>
                <a:moveTo>
                  <a:pt x="212883" y="95085"/>
                </a:moveTo>
                <a:lnTo>
                  <a:pt x="214546" y="96591"/>
                </a:lnTo>
                <a:lnTo>
                  <a:pt x="212051" y="95838"/>
                </a:lnTo>
                <a:close/>
                <a:moveTo>
                  <a:pt x="5497" y="177813"/>
                </a:moveTo>
                <a:lnTo>
                  <a:pt x="7508" y="179455"/>
                </a:lnTo>
                <a:lnTo>
                  <a:pt x="4492" y="178634"/>
                </a:lnTo>
                <a:close/>
                <a:moveTo>
                  <a:pt x="70788" y="207856"/>
                </a:moveTo>
                <a:lnTo>
                  <a:pt x="71866" y="209322"/>
                </a:lnTo>
                <a:lnTo>
                  <a:pt x="70249" y="208589"/>
                </a:lnTo>
                <a:close/>
                <a:moveTo>
                  <a:pt x="254117" y="168230"/>
                </a:moveTo>
                <a:lnTo>
                  <a:pt x="255468" y="168617"/>
                </a:lnTo>
                <a:lnTo>
                  <a:pt x="253442" y="168424"/>
                </a:lnTo>
                <a:close/>
                <a:moveTo>
                  <a:pt x="197960" y="196510"/>
                </a:moveTo>
                <a:lnTo>
                  <a:pt x="199038" y="198012"/>
                </a:lnTo>
                <a:lnTo>
                  <a:pt x="197422" y="197261"/>
                </a:lnTo>
                <a:close/>
                <a:moveTo>
                  <a:pt x="247779" y="8779"/>
                </a:moveTo>
                <a:lnTo>
                  <a:pt x="249492" y="9609"/>
                </a:lnTo>
                <a:lnTo>
                  <a:pt x="246923" y="9194"/>
                </a:lnTo>
                <a:close/>
                <a:moveTo>
                  <a:pt x="1562" y="138924"/>
                </a:moveTo>
                <a:lnTo>
                  <a:pt x="3089" y="140681"/>
                </a:lnTo>
                <a:lnTo>
                  <a:pt x="798" y="139803"/>
                </a:lnTo>
                <a:close/>
                <a:moveTo>
                  <a:pt x="72591" y="242224"/>
                </a:moveTo>
                <a:lnTo>
                  <a:pt x="74504" y="243175"/>
                </a:lnTo>
                <a:lnTo>
                  <a:pt x="71634" y="242699"/>
                </a:lnTo>
                <a:close/>
                <a:moveTo>
                  <a:pt x="92105" y="145100"/>
                </a:moveTo>
                <a:lnTo>
                  <a:pt x="93967" y="146860"/>
                </a:lnTo>
                <a:lnTo>
                  <a:pt x="91174" y="145980"/>
                </a:lnTo>
                <a:close/>
                <a:moveTo>
                  <a:pt x="257245" y="94046"/>
                </a:moveTo>
                <a:lnTo>
                  <a:pt x="259395" y="94762"/>
                </a:lnTo>
                <a:lnTo>
                  <a:pt x="256169" y="94404"/>
                </a:lnTo>
                <a:close/>
                <a:moveTo>
                  <a:pt x="80995" y="179829"/>
                </a:moveTo>
                <a:lnTo>
                  <a:pt x="83084" y="181489"/>
                </a:lnTo>
                <a:lnTo>
                  <a:pt x="79950" y="180659"/>
                </a:lnTo>
                <a:close/>
                <a:moveTo>
                  <a:pt x="102298" y="256136"/>
                </a:moveTo>
                <a:lnTo>
                  <a:pt x="104086" y="257100"/>
                </a:lnTo>
                <a:lnTo>
                  <a:pt x="101404" y="256618"/>
                </a:lnTo>
                <a:close/>
                <a:moveTo>
                  <a:pt x="55298" y="193294"/>
                </a:moveTo>
                <a:lnTo>
                  <a:pt x="55954" y="194215"/>
                </a:lnTo>
                <a:lnTo>
                  <a:pt x="54970" y="193754"/>
                </a:lnTo>
                <a:close/>
                <a:moveTo>
                  <a:pt x="33166" y="221546"/>
                </a:moveTo>
                <a:lnTo>
                  <a:pt x="33969" y="221929"/>
                </a:lnTo>
                <a:lnTo>
                  <a:pt x="32765" y="221738"/>
                </a:lnTo>
                <a:close/>
                <a:moveTo>
                  <a:pt x="111715" y="259572"/>
                </a:moveTo>
                <a:lnTo>
                  <a:pt x="112644" y="260309"/>
                </a:lnTo>
                <a:lnTo>
                  <a:pt x="111250" y="259941"/>
                </a:lnTo>
                <a:close/>
                <a:moveTo>
                  <a:pt x="5492" y="170249"/>
                </a:moveTo>
                <a:lnTo>
                  <a:pt x="7397" y="170797"/>
                </a:lnTo>
                <a:lnTo>
                  <a:pt x="4540" y="170523"/>
                </a:lnTo>
                <a:close/>
                <a:moveTo>
                  <a:pt x="41097" y="45318"/>
                </a:moveTo>
                <a:lnTo>
                  <a:pt x="42445" y="46227"/>
                </a:lnTo>
                <a:lnTo>
                  <a:pt x="40422" y="45772"/>
                </a:lnTo>
                <a:close/>
                <a:moveTo>
                  <a:pt x="16245" y="97667"/>
                </a:moveTo>
                <a:lnTo>
                  <a:pt x="16996" y="98594"/>
                </a:lnTo>
                <a:lnTo>
                  <a:pt x="15870" y="98130"/>
                </a:lnTo>
                <a:close/>
                <a:moveTo>
                  <a:pt x="233998" y="251605"/>
                </a:moveTo>
                <a:lnTo>
                  <a:pt x="235493" y="252373"/>
                </a:lnTo>
                <a:lnTo>
                  <a:pt x="233250" y="251989"/>
                </a:lnTo>
                <a:close/>
                <a:moveTo>
                  <a:pt x="114200" y="218346"/>
                </a:moveTo>
                <a:lnTo>
                  <a:pt x="116084" y="220140"/>
                </a:lnTo>
                <a:lnTo>
                  <a:pt x="113258" y="219243"/>
                </a:lnTo>
                <a:close/>
                <a:moveTo>
                  <a:pt x="147222" y="135609"/>
                </a:moveTo>
                <a:lnTo>
                  <a:pt x="149269" y="136089"/>
                </a:lnTo>
                <a:lnTo>
                  <a:pt x="146198" y="135849"/>
                </a:lnTo>
                <a:close/>
                <a:moveTo>
                  <a:pt x="13020" y="11151"/>
                </a:moveTo>
                <a:lnTo>
                  <a:pt x="13442" y="12219"/>
                </a:lnTo>
                <a:lnTo>
                  <a:pt x="12809" y="11685"/>
                </a:lnTo>
                <a:close/>
                <a:moveTo>
                  <a:pt x="72700" y="139624"/>
                </a:moveTo>
                <a:lnTo>
                  <a:pt x="73097" y="140589"/>
                </a:lnTo>
                <a:lnTo>
                  <a:pt x="72501" y="140106"/>
                </a:lnTo>
                <a:close/>
                <a:moveTo>
                  <a:pt x="157277" y="73200"/>
                </a:moveTo>
                <a:lnTo>
                  <a:pt x="158924" y="74257"/>
                </a:lnTo>
                <a:lnTo>
                  <a:pt x="156453" y="73728"/>
                </a:lnTo>
                <a:close/>
                <a:moveTo>
                  <a:pt x="67692" y="26593"/>
                </a:moveTo>
                <a:lnTo>
                  <a:pt x="68115" y="28153"/>
                </a:lnTo>
                <a:lnTo>
                  <a:pt x="67481" y="27373"/>
                </a:lnTo>
                <a:close/>
                <a:moveTo>
                  <a:pt x="168124" y="60193"/>
                </a:moveTo>
                <a:lnTo>
                  <a:pt x="168745" y="61600"/>
                </a:lnTo>
                <a:lnTo>
                  <a:pt x="167813" y="60896"/>
                </a:lnTo>
                <a:close/>
                <a:moveTo>
                  <a:pt x="13764" y="225578"/>
                </a:moveTo>
                <a:lnTo>
                  <a:pt x="15269" y="227042"/>
                </a:lnTo>
                <a:lnTo>
                  <a:pt x="13011" y="226310"/>
                </a:lnTo>
                <a:close/>
                <a:moveTo>
                  <a:pt x="223884" y="54704"/>
                </a:moveTo>
                <a:lnTo>
                  <a:pt x="224544" y="55282"/>
                </a:lnTo>
                <a:lnTo>
                  <a:pt x="223553" y="54993"/>
                </a:lnTo>
                <a:close/>
                <a:moveTo>
                  <a:pt x="46272" y="46201"/>
                </a:moveTo>
                <a:lnTo>
                  <a:pt x="48321" y="47168"/>
                </a:lnTo>
                <a:lnTo>
                  <a:pt x="45247" y="46685"/>
                </a:lnTo>
                <a:close/>
                <a:moveTo>
                  <a:pt x="189689" y="200534"/>
                </a:moveTo>
                <a:lnTo>
                  <a:pt x="191751" y="201848"/>
                </a:lnTo>
                <a:lnTo>
                  <a:pt x="188658" y="201191"/>
                </a:lnTo>
                <a:close/>
                <a:moveTo>
                  <a:pt x="150285" y="107930"/>
                </a:moveTo>
                <a:lnTo>
                  <a:pt x="150711" y="108733"/>
                </a:lnTo>
                <a:lnTo>
                  <a:pt x="150072" y="108331"/>
                </a:lnTo>
                <a:close/>
                <a:moveTo>
                  <a:pt x="146109" y="228821"/>
                </a:moveTo>
                <a:lnTo>
                  <a:pt x="146766" y="229974"/>
                </a:lnTo>
                <a:lnTo>
                  <a:pt x="145780" y="229397"/>
                </a:lnTo>
                <a:close/>
                <a:moveTo>
                  <a:pt x="17763" y="54293"/>
                </a:moveTo>
                <a:lnTo>
                  <a:pt x="18745" y="55543"/>
                </a:lnTo>
                <a:lnTo>
                  <a:pt x="17273" y="54918"/>
                </a:lnTo>
                <a:close/>
                <a:moveTo>
                  <a:pt x="268100" y="19145"/>
                </a:moveTo>
                <a:lnTo>
                  <a:pt x="269682" y="20124"/>
                </a:lnTo>
                <a:lnTo>
                  <a:pt x="267310" y="19635"/>
                </a:lnTo>
                <a:close/>
                <a:moveTo>
                  <a:pt x="158282" y="239469"/>
                </a:moveTo>
                <a:lnTo>
                  <a:pt x="158762" y="240539"/>
                </a:lnTo>
                <a:lnTo>
                  <a:pt x="158043" y="240004"/>
                </a:lnTo>
                <a:close/>
                <a:moveTo>
                  <a:pt x="60513" y="89157"/>
                </a:moveTo>
                <a:lnTo>
                  <a:pt x="62354" y="90344"/>
                </a:lnTo>
                <a:lnTo>
                  <a:pt x="59593" y="89750"/>
                </a:lnTo>
                <a:close/>
                <a:moveTo>
                  <a:pt x="109651" y="119011"/>
                </a:moveTo>
                <a:lnTo>
                  <a:pt x="110260" y="119525"/>
                </a:lnTo>
                <a:lnTo>
                  <a:pt x="109346" y="119268"/>
                </a:lnTo>
                <a:close/>
                <a:moveTo>
                  <a:pt x="85781" y="233200"/>
                </a:moveTo>
                <a:lnTo>
                  <a:pt x="87500" y="234240"/>
                </a:lnTo>
                <a:lnTo>
                  <a:pt x="84922" y="233720"/>
                </a:lnTo>
                <a:close/>
                <a:moveTo>
                  <a:pt x="159540" y="122386"/>
                </a:moveTo>
                <a:lnTo>
                  <a:pt x="161428" y="123608"/>
                </a:lnTo>
                <a:lnTo>
                  <a:pt x="158595" y="122997"/>
                </a:lnTo>
                <a:close/>
                <a:moveTo>
                  <a:pt x="226339" y="168747"/>
                </a:moveTo>
                <a:lnTo>
                  <a:pt x="228301" y="169883"/>
                </a:lnTo>
                <a:lnTo>
                  <a:pt x="225359" y="169315"/>
                </a:lnTo>
                <a:close/>
                <a:moveTo>
                  <a:pt x="30047" y="258030"/>
                </a:moveTo>
                <a:lnTo>
                  <a:pt x="30586" y="259045"/>
                </a:lnTo>
                <a:lnTo>
                  <a:pt x="29777" y="258537"/>
                </a:lnTo>
                <a:close/>
                <a:moveTo>
                  <a:pt x="74669" y="119749"/>
                </a:moveTo>
                <a:lnTo>
                  <a:pt x="75213" y="120593"/>
                </a:lnTo>
                <a:lnTo>
                  <a:pt x="74398" y="120171"/>
                </a:lnTo>
                <a:close/>
                <a:moveTo>
                  <a:pt x="104884" y="179352"/>
                </a:moveTo>
                <a:lnTo>
                  <a:pt x="106335" y="179906"/>
                </a:lnTo>
                <a:lnTo>
                  <a:pt x="104158" y="179629"/>
                </a:lnTo>
                <a:close/>
                <a:moveTo>
                  <a:pt x="218129" y="86589"/>
                </a:moveTo>
                <a:lnTo>
                  <a:pt x="218746" y="87224"/>
                </a:lnTo>
                <a:lnTo>
                  <a:pt x="217820" y="86906"/>
                </a:lnTo>
                <a:close/>
                <a:moveTo>
                  <a:pt x="138549" y="24678"/>
                </a:moveTo>
                <a:lnTo>
                  <a:pt x="139540" y="25539"/>
                </a:lnTo>
                <a:lnTo>
                  <a:pt x="138054" y="25109"/>
                </a:lnTo>
                <a:close/>
                <a:moveTo>
                  <a:pt x="248175" y="60099"/>
                </a:moveTo>
                <a:lnTo>
                  <a:pt x="249244" y="61127"/>
                </a:lnTo>
                <a:lnTo>
                  <a:pt x="247640" y="60613"/>
                </a:lnTo>
                <a:close/>
                <a:moveTo>
                  <a:pt x="21746" y="254822"/>
                </a:moveTo>
                <a:lnTo>
                  <a:pt x="22328" y="255909"/>
                </a:lnTo>
                <a:lnTo>
                  <a:pt x="21455" y="255366"/>
                </a:lnTo>
                <a:close/>
                <a:moveTo>
                  <a:pt x="52619" y="60718"/>
                </a:moveTo>
                <a:lnTo>
                  <a:pt x="53774" y="61377"/>
                </a:lnTo>
                <a:lnTo>
                  <a:pt x="52042" y="61048"/>
                </a:lnTo>
                <a:close/>
                <a:moveTo>
                  <a:pt x="76859" y="164724"/>
                </a:moveTo>
                <a:lnTo>
                  <a:pt x="77374" y="165489"/>
                </a:lnTo>
                <a:lnTo>
                  <a:pt x="76601" y="165107"/>
                </a:lnTo>
                <a:close/>
                <a:moveTo>
                  <a:pt x="7122" y="120318"/>
                </a:moveTo>
                <a:lnTo>
                  <a:pt x="7792" y="121948"/>
                </a:lnTo>
                <a:lnTo>
                  <a:pt x="6787" y="121133"/>
                </a:lnTo>
                <a:close/>
                <a:moveTo>
                  <a:pt x="53576" y="195177"/>
                </a:moveTo>
                <a:lnTo>
                  <a:pt x="55005" y="196125"/>
                </a:lnTo>
                <a:lnTo>
                  <a:pt x="52862" y="195651"/>
                </a:lnTo>
                <a:close/>
                <a:moveTo>
                  <a:pt x="10001" y="84453"/>
                </a:moveTo>
                <a:lnTo>
                  <a:pt x="10928" y="85522"/>
                </a:lnTo>
                <a:lnTo>
                  <a:pt x="9537" y="84988"/>
                </a:lnTo>
                <a:close/>
                <a:moveTo>
                  <a:pt x="183378" y="105113"/>
                </a:moveTo>
                <a:lnTo>
                  <a:pt x="184267" y="105853"/>
                </a:lnTo>
                <a:lnTo>
                  <a:pt x="182933" y="105483"/>
                </a:lnTo>
                <a:close/>
                <a:moveTo>
                  <a:pt x="156825" y="133016"/>
                </a:moveTo>
                <a:lnTo>
                  <a:pt x="158956" y="134073"/>
                </a:lnTo>
                <a:lnTo>
                  <a:pt x="155759" y="133545"/>
                </a:lnTo>
                <a:close/>
                <a:moveTo>
                  <a:pt x="105046" y="76488"/>
                </a:moveTo>
                <a:lnTo>
                  <a:pt x="105900" y="77999"/>
                </a:lnTo>
                <a:lnTo>
                  <a:pt x="104619" y="77243"/>
                </a:lnTo>
                <a:close/>
                <a:moveTo>
                  <a:pt x="278725" y="31496"/>
                </a:moveTo>
                <a:lnTo>
                  <a:pt x="279973" y="32696"/>
                </a:lnTo>
                <a:lnTo>
                  <a:pt x="278100" y="32096"/>
                </a:lnTo>
                <a:close/>
                <a:moveTo>
                  <a:pt x="111095" y="124342"/>
                </a:moveTo>
                <a:lnTo>
                  <a:pt x="112548" y="125325"/>
                </a:lnTo>
                <a:lnTo>
                  <a:pt x="110368" y="124833"/>
                </a:lnTo>
                <a:close/>
                <a:moveTo>
                  <a:pt x="152967" y="156428"/>
                </a:moveTo>
                <a:lnTo>
                  <a:pt x="153579" y="156877"/>
                </a:lnTo>
                <a:lnTo>
                  <a:pt x="152661" y="156652"/>
                </a:lnTo>
                <a:close/>
                <a:moveTo>
                  <a:pt x="40493" y="34620"/>
                </a:moveTo>
                <a:lnTo>
                  <a:pt x="42360" y="35609"/>
                </a:lnTo>
                <a:lnTo>
                  <a:pt x="39560" y="35115"/>
                </a:lnTo>
                <a:close/>
                <a:moveTo>
                  <a:pt x="29057" y="258519"/>
                </a:moveTo>
                <a:lnTo>
                  <a:pt x="30578" y="259280"/>
                </a:lnTo>
                <a:lnTo>
                  <a:pt x="28296" y="258900"/>
                </a:lnTo>
                <a:close/>
                <a:moveTo>
                  <a:pt x="281643" y="1487"/>
                </a:moveTo>
                <a:lnTo>
                  <a:pt x="282740" y="2225"/>
                </a:lnTo>
                <a:lnTo>
                  <a:pt x="281095" y="1856"/>
                </a:lnTo>
                <a:close/>
                <a:moveTo>
                  <a:pt x="77011" y="120056"/>
                </a:moveTo>
                <a:lnTo>
                  <a:pt x="77406" y="120964"/>
                </a:lnTo>
                <a:lnTo>
                  <a:pt x="76814" y="120510"/>
                </a:lnTo>
                <a:close/>
                <a:moveTo>
                  <a:pt x="220205" y="17755"/>
                </a:moveTo>
                <a:lnTo>
                  <a:pt x="221122" y="19126"/>
                </a:lnTo>
                <a:lnTo>
                  <a:pt x="219746" y="18440"/>
                </a:lnTo>
                <a:close/>
                <a:moveTo>
                  <a:pt x="66425" y="153342"/>
                </a:moveTo>
                <a:lnTo>
                  <a:pt x="68094" y="154952"/>
                </a:lnTo>
                <a:lnTo>
                  <a:pt x="65590" y="154147"/>
                </a:lnTo>
                <a:close/>
                <a:moveTo>
                  <a:pt x="267162" y="262428"/>
                </a:moveTo>
                <a:lnTo>
                  <a:pt x="268951" y="263175"/>
                </a:lnTo>
                <a:lnTo>
                  <a:pt x="266267" y="262802"/>
                </a:lnTo>
                <a:close/>
                <a:moveTo>
                  <a:pt x="176567" y="231456"/>
                </a:moveTo>
                <a:lnTo>
                  <a:pt x="177501" y="231894"/>
                </a:lnTo>
                <a:lnTo>
                  <a:pt x="176101" y="231675"/>
                </a:lnTo>
                <a:close/>
                <a:moveTo>
                  <a:pt x="92626" y="119700"/>
                </a:moveTo>
                <a:lnTo>
                  <a:pt x="93875" y="120428"/>
                </a:lnTo>
                <a:lnTo>
                  <a:pt x="92002" y="120064"/>
                </a:lnTo>
                <a:close/>
                <a:moveTo>
                  <a:pt x="177488" y="147327"/>
                </a:moveTo>
                <a:lnTo>
                  <a:pt x="178400" y="148393"/>
                </a:lnTo>
                <a:lnTo>
                  <a:pt x="177031" y="147860"/>
                </a:lnTo>
                <a:close/>
                <a:moveTo>
                  <a:pt x="37936" y="5348"/>
                </a:moveTo>
                <a:lnTo>
                  <a:pt x="38759" y="6796"/>
                </a:lnTo>
                <a:lnTo>
                  <a:pt x="37525" y="6072"/>
                </a:lnTo>
                <a:close/>
                <a:moveTo>
                  <a:pt x="172890" y="179045"/>
                </a:moveTo>
                <a:lnTo>
                  <a:pt x="173260" y="180151"/>
                </a:lnTo>
                <a:lnTo>
                  <a:pt x="172704" y="179598"/>
                </a:lnTo>
                <a:close/>
                <a:moveTo>
                  <a:pt x="40531" y="62297"/>
                </a:moveTo>
                <a:lnTo>
                  <a:pt x="41142" y="63478"/>
                </a:lnTo>
                <a:lnTo>
                  <a:pt x="40225" y="62887"/>
                </a:lnTo>
                <a:close/>
                <a:moveTo>
                  <a:pt x="233749" y="100985"/>
                </a:moveTo>
                <a:lnTo>
                  <a:pt x="234515" y="101686"/>
                </a:lnTo>
                <a:lnTo>
                  <a:pt x="233366" y="101336"/>
                </a:lnTo>
                <a:close/>
                <a:moveTo>
                  <a:pt x="28756" y="4995"/>
                </a:moveTo>
                <a:lnTo>
                  <a:pt x="29763" y="5871"/>
                </a:lnTo>
                <a:lnTo>
                  <a:pt x="28253" y="5433"/>
                </a:lnTo>
                <a:close/>
                <a:moveTo>
                  <a:pt x="196899" y="186856"/>
                </a:moveTo>
                <a:lnTo>
                  <a:pt x="198472" y="187864"/>
                </a:lnTo>
                <a:lnTo>
                  <a:pt x="196113" y="187360"/>
                </a:lnTo>
                <a:close/>
                <a:moveTo>
                  <a:pt x="49623" y="155669"/>
                </a:moveTo>
                <a:lnTo>
                  <a:pt x="51714" y="156758"/>
                </a:lnTo>
                <a:lnTo>
                  <a:pt x="48578" y="156213"/>
                </a:lnTo>
                <a:close/>
                <a:moveTo>
                  <a:pt x="202851" y="127849"/>
                </a:moveTo>
                <a:lnTo>
                  <a:pt x="203745" y="128933"/>
                </a:lnTo>
                <a:lnTo>
                  <a:pt x="202404" y="128391"/>
                </a:lnTo>
                <a:close/>
                <a:moveTo>
                  <a:pt x="237385" y="80353"/>
                </a:moveTo>
                <a:lnTo>
                  <a:pt x="238713" y="81889"/>
                </a:lnTo>
                <a:lnTo>
                  <a:pt x="236721" y="81121"/>
                </a:lnTo>
                <a:close/>
                <a:moveTo>
                  <a:pt x="195998" y="179258"/>
                </a:moveTo>
                <a:lnTo>
                  <a:pt x="197434" y="180279"/>
                </a:lnTo>
                <a:lnTo>
                  <a:pt x="195280" y="179769"/>
                </a:lnTo>
                <a:close/>
                <a:moveTo>
                  <a:pt x="29595" y="186459"/>
                </a:moveTo>
                <a:lnTo>
                  <a:pt x="31771" y="188203"/>
                </a:lnTo>
                <a:lnTo>
                  <a:pt x="28507" y="187331"/>
                </a:lnTo>
                <a:close/>
                <a:moveTo>
                  <a:pt x="151491" y="130091"/>
                </a:moveTo>
                <a:lnTo>
                  <a:pt x="153289" y="130487"/>
                </a:lnTo>
                <a:lnTo>
                  <a:pt x="150593" y="130289"/>
                </a:lnTo>
                <a:close/>
                <a:moveTo>
                  <a:pt x="43264" y="24821"/>
                </a:moveTo>
                <a:lnTo>
                  <a:pt x="45321" y="26512"/>
                </a:lnTo>
                <a:lnTo>
                  <a:pt x="42236" y="25666"/>
                </a:lnTo>
                <a:close/>
                <a:moveTo>
                  <a:pt x="230806" y="3404"/>
                </a:moveTo>
                <a:lnTo>
                  <a:pt x="231577" y="4345"/>
                </a:lnTo>
                <a:lnTo>
                  <a:pt x="230421" y="3874"/>
                </a:lnTo>
                <a:close/>
                <a:moveTo>
                  <a:pt x="33499" y="82524"/>
                </a:moveTo>
                <a:lnTo>
                  <a:pt x="34274" y="83329"/>
                </a:lnTo>
                <a:lnTo>
                  <a:pt x="33112" y="82926"/>
                </a:lnTo>
                <a:close/>
                <a:moveTo>
                  <a:pt x="257295" y="232641"/>
                </a:moveTo>
                <a:lnTo>
                  <a:pt x="258555" y="233585"/>
                </a:lnTo>
                <a:lnTo>
                  <a:pt x="256665" y="233113"/>
                </a:lnTo>
                <a:close/>
                <a:moveTo>
                  <a:pt x="207859" y="15657"/>
                </a:moveTo>
                <a:lnTo>
                  <a:pt x="209728" y="16468"/>
                </a:lnTo>
                <a:lnTo>
                  <a:pt x="206924" y="16063"/>
                </a:lnTo>
                <a:close/>
                <a:moveTo>
                  <a:pt x="116341" y="75786"/>
                </a:moveTo>
                <a:lnTo>
                  <a:pt x="118503" y="76112"/>
                </a:lnTo>
                <a:lnTo>
                  <a:pt x="115259" y="75949"/>
                </a:lnTo>
                <a:close/>
                <a:moveTo>
                  <a:pt x="28622" y="53925"/>
                </a:moveTo>
                <a:lnTo>
                  <a:pt x="29896" y="54230"/>
                </a:lnTo>
                <a:lnTo>
                  <a:pt x="27985" y="54077"/>
                </a:lnTo>
                <a:close/>
                <a:moveTo>
                  <a:pt x="263593" y="99064"/>
                </a:moveTo>
                <a:lnTo>
                  <a:pt x="265458" y="99650"/>
                </a:lnTo>
                <a:lnTo>
                  <a:pt x="262660" y="99357"/>
                </a:lnTo>
                <a:close/>
                <a:moveTo>
                  <a:pt x="70541" y="144111"/>
                </a:moveTo>
                <a:lnTo>
                  <a:pt x="72550" y="145673"/>
                </a:lnTo>
                <a:lnTo>
                  <a:pt x="69536" y="144892"/>
                </a:lnTo>
                <a:close/>
                <a:moveTo>
                  <a:pt x="73289" y="254502"/>
                </a:moveTo>
                <a:lnTo>
                  <a:pt x="74808" y="255489"/>
                </a:lnTo>
                <a:lnTo>
                  <a:pt x="72529" y="254995"/>
                </a:lnTo>
                <a:close/>
                <a:moveTo>
                  <a:pt x="71936" y="265634"/>
                </a:moveTo>
                <a:lnTo>
                  <a:pt x="72613" y="266701"/>
                </a:lnTo>
                <a:lnTo>
                  <a:pt x="71598" y="266168"/>
                </a:lnTo>
                <a:close/>
                <a:moveTo>
                  <a:pt x="260941" y="212779"/>
                </a:moveTo>
                <a:lnTo>
                  <a:pt x="262681" y="214207"/>
                </a:lnTo>
                <a:lnTo>
                  <a:pt x="260071" y="213493"/>
                </a:lnTo>
                <a:close/>
                <a:moveTo>
                  <a:pt x="39097" y="158138"/>
                </a:moveTo>
                <a:lnTo>
                  <a:pt x="40355" y="159877"/>
                </a:lnTo>
                <a:lnTo>
                  <a:pt x="38468" y="159007"/>
                </a:lnTo>
                <a:close/>
                <a:moveTo>
                  <a:pt x="63839" y="80456"/>
                </a:moveTo>
                <a:lnTo>
                  <a:pt x="64582" y="81182"/>
                </a:lnTo>
                <a:lnTo>
                  <a:pt x="63468" y="80819"/>
                </a:lnTo>
                <a:close/>
                <a:moveTo>
                  <a:pt x="19426" y="129670"/>
                </a:moveTo>
                <a:lnTo>
                  <a:pt x="20836" y="131036"/>
                </a:lnTo>
                <a:lnTo>
                  <a:pt x="18721" y="130353"/>
                </a:lnTo>
                <a:close/>
                <a:moveTo>
                  <a:pt x="220435" y="146367"/>
                </a:moveTo>
                <a:lnTo>
                  <a:pt x="221194" y="147813"/>
                </a:lnTo>
                <a:lnTo>
                  <a:pt x="220055" y="147090"/>
                </a:lnTo>
                <a:close/>
                <a:moveTo>
                  <a:pt x="173008" y="236827"/>
                </a:moveTo>
                <a:lnTo>
                  <a:pt x="174666" y="237629"/>
                </a:lnTo>
                <a:lnTo>
                  <a:pt x="172180" y="237228"/>
                </a:lnTo>
                <a:close/>
                <a:moveTo>
                  <a:pt x="154373" y="101462"/>
                </a:moveTo>
                <a:lnTo>
                  <a:pt x="156203" y="102578"/>
                </a:lnTo>
                <a:lnTo>
                  <a:pt x="153458" y="102020"/>
                </a:lnTo>
                <a:close/>
                <a:moveTo>
                  <a:pt x="123473" y="154194"/>
                </a:moveTo>
                <a:lnTo>
                  <a:pt x="124156" y="155313"/>
                </a:lnTo>
                <a:lnTo>
                  <a:pt x="123132" y="154753"/>
                </a:lnTo>
                <a:close/>
                <a:moveTo>
                  <a:pt x="186073" y="84775"/>
                </a:moveTo>
                <a:lnTo>
                  <a:pt x="186990" y="85702"/>
                </a:lnTo>
                <a:lnTo>
                  <a:pt x="185614" y="85238"/>
                </a:lnTo>
                <a:close/>
                <a:moveTo>
                  <a:pt x="75665" y="250827"/>
                </a:moveTo>
                <a:lnTo>
                  <a:pt x="77328" y="252564"/>
                </a:lnTo>
                <a:lnTo>
                  <a:pt x="74833" y="251695"/>
                </a:lnTo>
                <a:close/>
                <a:moveTo>
                  <a:pt x="4994" y="243027"/>
                </a:moveTo>
                <a:lnTo>
                  <a:pt x="5804" y="244339"/>
                </a:lnTo>
                <a:lnTo>
                  <a:pt x="4588" y="243683"/>
                </a:lnTo>
                <a:close/>
                <a:moveTo>
                  <a:pt x="278616" y="164290"/>
                </a:moveTo>
                <a:lnTo>
                  <a:pt x="279001" y="165461"/>
                </a:lnTo>
                <a:lnTo>
                  <a:pt x="278423" y="164876"/>
                </a:lnTo>
                <a:close/>
                <a:moveTo>
                  <a:pt x="94179" y="69363"/>
                </a:moveTo>
                <a:lnTo>
                  <a:pt x="94723" y="70869"/>
                </a:lnTo>
                <a:lnTo>
                  <a:pt x="93907" y="70116"/>
                </a:lnTo>
                <a:close/>
                <a:moveTo>
                  <a:pt x="280360" y="5448"/>
                </a:moveTo>
                <a:lnTo>
                  <a:pt x="282161" y="6083"/>
                </a:lnTo>
                <a:lnTo>
                  <a:pt x="279459" y="5765"/>
                </a:lnTo>
                <a:close/>
                <a:moveTo>
                  <a:pt x="42381" y="137022"/>
                </a:moveTo>
                <a:lnTo>
                  <a:pt x="42862" y="138098"/>
                </a:lnTo>
                <a:lnTo>
                  <a:pt x="42141" y="137560"/>
                </a:lnTo>
                <a:close/>
                <a:moveTo>
                  <a:pt x="55382" y="116639"/>
                </a:moveTo>
                <a:lnTo>
                  <a:pt x="56506" y="117697"/>
                </a:lnTo>
                <a:lnTo>
                  <a:pt x="54820" y="117168"/>
                </a:lnTo>
                <a:close/>
                <a:moveTo>
                  <a:pt x="115274" y="30518"/>
                </a:moveTo>
                <a:lnTo>
                  <a:pt x="116082" y="31110"/>
                </a:lnTo>
                <a:lnTo>
                  <a:pt x="114871" y="30814"/>
                </a:lnTo>
                <a:close/>
                <a:moveTo>
                  <a:pt x="161878" y="286843"/>
                </a:moveTo>
                <a:lnTo>
                  <a:pt x="162679" y="287877"/>
                </a:lnTo>
                <a:lnTo>
                  <a:pt x="161478" y="287360"/>
                </a:lnTo>
                <a:close/>
                <a:moveTo>
                  <a:pt x="157483" y="112384"/>
                </a:moveTo>
                <a:lnTo>
                  <a:pt x="159261" y="112792"/>
                </a:lnTo>
                <a:lnTo>
                  <a:pt x="156595" y="112588"/>
                </a:lnTo>
                <a:close/>
                <a:moveTo>
                  <a:pt x="247313" y="277429"/>
                </a:moveTo>
                <a:lnTo>
                  <a:pt x="249069" y="277933"/>
                </a:lnTo>
                <a:lnTo>
                  <a:pt x="246435" y="277681"/>
                </a:lnTo>
                <a:close/>
                <a:moveTo>
                  <a:pt x="255886" y="194185"/>
                </a:moveTo>
                <a:lnTo>
                  <a:pt x="256350" y="195851"/>
                </a:lnTo>
                <a:lnTo>
                  <a:pt x="255654" y="195018"/>
                </a:lnTo>
                <a:close/>
                <a:moveTo>
                  <a:pt x="149974" y="14509"/>
                </a:moveTo>
                <a:lnTo>
                  <a:pt x="151937" y="15246"/>
                </a:lnTo>
                <a:lnTo>
                  <a:pt x="148993" y="14878"/>
                </a:lnTo>
                <a:close/>
                <a:moveTo>
                  <a:pt x="185177" y="157654"/>
                </a:moveTo>
                <a:lnTo>
                  <a:pt x="187163" y="159051"/>
                </a:lnTo>
                <a:lnTo>
                  <a:pt x="184184" y="158353"/>
                </a:lnTo>
                <a:close/>
                <a:moveTo>
                  <a:pt x="51475" y="130317"/>
                </a:moveTo>
                <a:lnTo>
                  <a:pt x="52693" y="131681"/>
                </a:lnTo>
                <a:lnTo>
                  <a:pt x="50866" y="130999"/>
                </a:lnTo>
                <a:close/>
                <a:moveTo>
                  <a:pt x="14356" y="285654"/>
                </a:moveTo>
                <a:lnTo>
                  <a:pt x="16012" y="287213"/>
                </a:lnTo>
                <a:lnTo>
                  <a:pt x="13528" y="286434"/>
                </a:lnTo>
                <a:close/>
                <a:moveTo>
                  <a:pt x="226941" y="221931"/>
                </a:moveTo>
                <a:lnTo>
                  <a:pt x="227733" y="222684"/>
                </a:lnTo>
                <a:lnTo>
                  <a:pt x="226545" y="222307"/>
                </a:lnTo>
                <a:close/>
                <a:moveTo>
                  <a:pt x="157422" y="31800"/>
                </a:moveTo>
                <a:lnTo>
                  <a:pt x="158526" y="33296"/>
                </a:lnTo>
                <a:lnTo>
                  <a:pt x="156869" y="32548"/>
                </a:lnTo>
                <a:close/>
                <a:moveTo>
                  <a:pt x="173821" y="269821"/>
                </a:moveTo>
                <a:lnTo>
                  <a:pt x="174905" y="270323"/>
                </a:lnTo>
                <a:lnTo>
                  <a:pt x="173279" y="270072"/>
                </a:lnTo>
                <a:close/>
                <a:moveTo>
                  <a:pt x="215715" y="1959"/>
                </a:moveTo>
                <a:lnTo>
                  <a:pt x="217181" y="3150"/>
                </a:lnTo>
                <a:lnTo>
                  <a:pt x="214982" y="2555"/>
                </a:lnTo>
                <a:close/>
                <a:moveTo>
                  <a:pt x="273228" y="132827"/>
                </a:moveTo>
                <a:lnTo>
                  <a:pt x="275064" y="133204"/>
                </a:lnTo>
                <a:lnTo>
                  <a:pt x="272311" y="133016"/>
                </a:lnTo>
                <a:close/>
                <a:moveTo>
                  <a:pt x="254988" y="185379"/>
                </a:moveTo>
                <a:lnTo>
                  <a:pt x="257080" y="186933"/>
                </a:lnTo>
                <a:lnTo>
                  <a:pt x="253943" y="186156"/>
                </a:lnTo>
                <a:close/>
                <a:moveTo>
                  <a:pt x="263505" y="208035"/>
                </a:moveTo>
                <a:lnTo>
                  <a:pt x="265157" y="208645"/>
                </a:lnTo>
                <a:lnTo>
                  <a:pt x="262678" y="208340"/>
                </a:lnTo>
                <a:close/>
                <a:moveTo>
                  <a:pt x="216504" y="108709"/>
                </a:moveTo>
                <a:lnTo>
                  <a:pt x="217918" y="109752"/>
                </a:lnTo>
                <a:lnTo>
                  <a:pt x="215797" y="109230"/>
                </a:lnTo>
                <a:close/>
                <a:moveTo>
                  <a:pt x="60675" y="238884"/>
                </a:moveTo>
                <a:lnTo>
                  <a:pt x="61035" y="239990"/>
                </a:lnTo>
                <a:lnTo>
                  <a:pt x="60495" y="239437"/>
                </a:lnTo>
                <a:close/>
                <a:moveTo>
                  <a:pt x="233634" y="102641"/>
                </a:moveTo>
                <a:lnTo>
                  <a:pt x="234273" y="104021"/>
                </a:lnTo>
                <a:lnTo>
                  <a:pt x="233315" y="103331"/>
                </a:lnTo>
                <a:close/>
                <a:moveTo>
                  <a:pt x="177293" y="95681"/>
                </a:moveTo>
                <a:lnTo>
                  <a:pt x="178797" y="96466"/>
                </a:lnTo>
                <a:lnTo>
                  <a:pt x="176541" y="96074"/>
                </a:lnTo>
                <a:close/>
                <a:moveTo>
                  <a:pt x="150681" y="277114"/>
                </a:moveTo>
                <a:lnTo>
                  <a:pt x="152748" y="278906"/>
                </a:lnTo>
                <a:lnTo>
                  <a:pt x="149647" y="278010"/>
                </a:lnTo>
                <a:close/>
                <a:moveTo>
                  <a:pt x="148396" y="78299"/>
                </a:moveTo>
                <a:lnTo>
                  <a:pt x="149433" y="78814"/>
                </a:lnTo>
                <a:lnTo>
                  <a:pt x="147878" y="78557"/>
                </a:lnTo>
                <a:close/>
                <a:moveTo>
                  <a:pt x="214578" y="170762"/>
                </a:moveTo>
                <a:lnTo>
                  <a:pt x="215717" y="171679"/>
                </a:lnTo>
                <a:lnTo>
                  <a:pt x="214009" y="171220"/>
                </a:lnTo>
                <a:close/>
                <a:moveTo>
                  <a:pt x="5701" y="100940"/>
                </a:moveTo>
                <a:lnTo>
                  <a:pt x="6218" y="101938"/>
                </a:lnTo>
                <a:lnTo>
                  <a:pt x="5442" y="101439"/>
                </a:lnTo>
                <a:close/>
                <a:moveTo>
                  <a:pt x="233268" y="44737"/>
                </a:moveTo>
                <a:lnTo>
                  <a:pt x="234651" y="45057"/>
                </a:lnTo>
                <a:lnTo>
                  <a:pt x="232577" y="44897"/>
                </a:lnTo>
                <a:close/>
                <a:moveTo>
                  <a:pt x="90567" y="50306"/>
                </a:moveTo>
                <a:lnTo>
                  <a:pt x="92418" y="51651"/>
                </a:lnTo>
                <a:lnTo>
                  <a:pt x="89642" y="50979"/>
                </a:lnTo>
                <a:close/>
                <a:moveTo>
                  <a:pt x="182639" y="267757"/>
                </a:moveTo>
                <a:lnTo>
                  <a:pt x="183421" y="268420"/>
                </a:lnTo>
                <a:lnTo>
                  <a:pt x="182248" y="268089"/>
                </a:lnTo>
                <a:close/>
                <a:moveTo>
                  <a:pt x="68888" y="53786"/>
                </a:moveTo>
                <a:lnTo>
                  <a:pt x="70082" y="54377"/>
                </a:lnTo>
                <a:lnTo>
                  <a:pt x="68290" y="54082"/>
                </a:lnTo>
                <a:close/>
                <a:moveTo>
                  <a:pt x="100088" y="110255"/>
                </a:moveTo>
                <a:lnTo>
                  <a:pt x="100610" y="111920"/>
                </a:lnTo>
                <a:lnTo>
                  <a:pt x="99827" y="111087"/>
                </a:lnTo>
                <a:close/>
                <a:moveTo>
                  <a:pt x="162871" y="201015"/>
                </a:moveTo>
                <a:lnTo>
                  <a:pt x="164315" y="201511"/>
                </a:lnTo>
                <a:lnTo>
                  <a:pt x="162149" y="201263"/>
                </a:lnTo>
                <a:close/>
                <a:moveTo>
                  <a:pt x="265316" y="116940"/>
                </a:moveTo>
                <a:lnTo>
                  <a:pt x="267324" y="117652"/>
                </a:lnTo>
                <a:lnTo>
                  <a:pt x="264312" y="117296"/>
                </a:lnTo>
                <a:close/>
                <a:moveTo>
                  <a:pt x="181218" y="184038"/>
                </a:moveTo>
                <a:lnTo>
                  <a:pt x="182569" y="184383"/>
                </a:lnTo>
                <a:lnTo>
                  <a:pt x="180542" y="184211"/>
                </a:lnTo>
                <a:close/>
                <a:moveTo>
                  <a:pt x="213008" y="980"/>
                </a:moveTo>
                <a:lnTo>
                  <a:pt x="213777" y="2669"/>
                </a:lnTo>
                <a:lnTo>
                  <a:pt x="212624" y="1825"/>
                </a:lnTo>
                <a:close/>
                <a:moveTo>
                  <a:pt x="154940" y="55592"/>
                </a:moveTo>
                <a:lnTo>
                  <a:pt x="155694" y="57160"/>
                </a:lnTo>
                <a:lnTo>
                  <a:pt x="154562" y="56376"/>
                </a:lnTo>
                <a:close/>
                <a:moveTo>
                  <a:pt x="61630" y="258891"/>
                </a:moveTo>
                <a:lnTo>
                  <a:pt x="63076" y="260510"/>
                </a:lnTo>
                <a:lnTo>
                  <a:pt x="60908" y="259700"/>
                </a:lnTo>
                <a:close/>
                <a:moveTo>
                  <a:pt x="189905" y="36342"/>
                </a:moveTo>
                <a:lnTo>
                  <a:pt x="192100" y="37883"/>
                </a:lnTo>
                <a:lnTo>
                  <a:pt x="188808" y="37112"/>
                </a:lnTo>
                <a:close/>
                <a:moveTo>
                  <a:pt x="125629" y="251900"/>
                </a:moveTo>
                <a:lnTo>
                  <a:pt x="127423" y="253004"/>
                </a:lnTo>
                <a:lnTo>
                  <a:pt x="124732" y="252452"/>
                </a:lnTo>
                <a:close/>
                <a:moveTo>
                  <a:pt x="74841" y="156655"/>
                </a:moveTo>
                <a:lnTo>
                  <a:pt x="75391" y="157800"/>
                </a:lnTo>
                <a:lnTo>
                  <a:pt x="74566" y="157228"/>
                </a:lnTo>
                <a:close/>
                <a:moveTo>
                  <a:pt x="594" y="93440"/>
                </a:moveTo>
                <a:lnTo>
                  <a:pt x="1019" y="93975"/>
                </a:lnTo>
                <a:lnTo>
                  <a:pt x="382" y="93708"/>
                </a:lnTo>
                <a:close/>
                <a:moveTo>
                  <a:pt x="229932" y="17237"/>
                </a:moveTo>
                <a:lnTo>
                  <a:pt x="232107" y="18815"/>
                </a:lnTo>
                <a:lnTo>
                  <a:pt x="228845" y="18026"/>
                </a:lnTo>
                <a:close/>
                <a:moveTo>
                  <a:pt x="56137" y="219161"/>
                </a:moveTo>
                <a:lnTo>
                  <a:pt x="56644" y="219763"/>
                </a:lnTo>
                <a:lnTo>
                  <a:pt x="55884" y="219462"/>
                </a:lnTo>
                <a:close/>
                <a:moveTo>
                  <a:pt x="65871" y="125747"/>
                </a:moveTo>
                <a:lnTo>
                  <a:pt x="67172" y="127370"/>
                </a:lnTo>
                <a:lnTo>
                  <a:pt x="65221" y="126558"/>
                </a:lnTo>
                <a:close/>
                <a:moveTo>
                  <a:pt x="141675" y="116317"/>
                </a:moveTo>
                <a:lnTo>
                  <a:pt x="143279" y="116757"/>
                </a:lnTo>
                <a:lnTo>
                  <a:pt x="140873" y="116537"/>
                </a:lnTo>
                <a:close/>
                <a:moveTo>
                  <a:pt x="202103" y="104604"/>
                </a:moveTo>
                <a:lnTo>
                  <a:pt x="203286" y="106042"/>
                </a:lnTo>
                <a:lnTo>
                  <a:pt x="201511" y="105323"/>
                </a:lnTo>
                <a:close/>
                <a:moveTo>
                  <a:pt x="170186" y="28220"/>
                </a:moveTo>
                <a:lnTo>
                  <a:pt x="171332" y="29035"/>
                </a:lnTo>
                <a:lnTo>
                  <a:pt x="169613" y="28627"/>
                </a:lnTo>
                <a:close/>
                <a:moveTo>
                  <a:pt x="224315" y="269504"/>
                </a:moveTo>
                <a:lnTo>
                  <a:pt x="224754" y="271212"/>
                </a:lnTo>
                <a:lnTo>
                  <a:pt x="224095" y="270358"/>
                </a:lnTo>
                <a:close/>
                <a:moveTo>
                  <a:pt x="260095" y="36724"/>
                </a:moveTo>
                <a:lnTo>
                  <a:pt x="260801" y="37382"/>
                </a:lnTo>
                <a:lnTo>
                  <a:pt x="259741" y="37053"/>
                </a:lnTo>
                <a:close/>
                <a:moveTo>
                  <a:pt x="279147" y="146760"/>
                </a:moveTo>
                <a:lnTo>
                  <a:pt x="280155" y="148300"/>
                </a:lnTo>
                <a:lnTo>
                  <a:pt x="278643" y="147530"/>
                </a:lnTo>
                <a:close/>
                <a:moveTo>
                  <a:pt x="224716" y="131451"/>
                </a:moveTo>
                <a:lnTo>
                  <a:pt x="225449" y="132969"/>
                </a:lnTo>
                <a:lnTo>
                  <a:pt x="224349" y="132210"/>
                </a:lnTo>
                <a:close/>
                <a:moveTo>
                  <a:pt x="109371" y="122987"/>
                </a:moveTo>
                <a:lnTo>
                  <a:pt x="111132" y="124248"/>
                </a:lnTo>
                <a:lnTo>
                  <a:pt x="108490" y="123618"/>
                </a:lnTo>
                <a:close/>
                <a:moveTo>
                  <a:pt x="26097" y="53794"/>
                </a:moveTo>
                <a:lnTo>
                  <a:pt x="28166" y="54980"/>
                </a:lnTo>
                <a:lnTo>
                  <a:pt x="25063" y="54387"/>
                </a:lnTo>
                <a:close/>
                <a:moveTo>
                  <a:pt x="256622" y="67229"/>
                </a:moveTo>
                <a:lnTo>
                  <a:pt x="258641" y="68462"/>
                </a:lnTo>
                <a:lnTo>
                  <a:pt x="255613" y="67845"/>
                </a:lnTo>
                <a:close/>
                <a:moveTo>
                  <a:pt x="156509" y="256956"/>
                </a:moveTo>
                <a:lnTo>
                  <a:pt x="158191" y="257276"/>
                </a:lnTo>
                <a:lnTo>
                  <a:pt x="155668" y="257116"/>
                </a:lnTo>
                <a:close/>
                <a:moveTo>
                  <a:pt x="41199" y="147680"/>
                </a:moveTo>
                <a:lnTo>
                  <a:pt x="42585" y="149153"/>
                </a:lnTo>
                <a:lnTo>
                  <a:pt x="40506" y="148416"/>
                </a:lnTo>
                <a:close/>
                <a:moveTo>
                  <a:pt x="211762" y="191796"/>
                </a:moveTo>
                <a:lnTo>
                  <a:pt x="212547" y="193021"/>
                </a:lnTo>
                <a:lnTo>
                  <a:pt x="211369" y="192408"/>
                </a:lnTo>
                <a:close/>
                <a:moveTo>
                  <a:pt x="40155" y="256245"/>
                </a:moveTo>
                <a:lnTo>
                  <a:pt x="41095" y="257584"/>
                </a:lnTo>
                <a:lnTo>
                  <a:pt x="39685" y="256914"/>
                </a:lnTo>
                <a:close/>
                <a:moveTo>
                  <a:pt x="131705" y="269781"/>
                </a:moveTo>
                <a:lnTo>
                  <a:pt x="132176" y="270860"/>
                </a:lnTo>
                <a:lnTo>
                  <a:pt x="131469" y="270320"/>
                </a:lnTo>
                <a:close/>
                <a:moveTo>
                  <a:pt x="232757" y="283288"/>
                </a:moveTo>
                <a:lnTo>
                  <a:pt x="233411" y="283961"/>
                </a:lnTo>
                <a:lnTo>
                  <a:pt x="232430" y="283624"/>
                </a:lnTo>
                <a:close/>
                <a:moveTo>
                  <a:pt x="52414" y="257176"/>
                </a:moveTo>
                <a:lnTo>
                  <a:pt x="54584" y="258664"/>
                </a:lnTo>
                <a:lnTo>
                  <a:pt x="51329" y="257920"/>
                </a:lnTo>
                <a:close/>
                <a:moveTo>
                  <a:pt x="14838" y="202878"/>
                </a:moveTo>
                <a:lnTo>
                  <a:pt x="16733" y="203293"/>
                </a:lnTo>
                <a:lnTo>
                  <a:pt x="13890" y="203086"/>
                </a:lnTo>
                <a:close/>
                <a:moveTo>
                  <a:pt x="100573" y="191912"/>
                </a:moveTo>
                <a:lnTo>
                  <a:pt x="102183" y="193026"/>
                </a:lnTo>
                <a:lnTo>
                  <a:pt x="99768" y="192469"/>
                </a:lnTo>
                <a:close/>
                <a:moveTo>
                  <a:pt x="227743" y="202396"/>
                </a:moveTo>
                <a:lnTo>
                  <a:pt x="228140" y="203510"/>
                </a:lnTo>
                <a:lnTo>
                  <a:pt x="227544" y="202953"/>
                </a:lnTo>
                <a:close/>
                <a:moveTo>
                  <a:pt x="109570" y="210214"/>
                </a:moveTo>
                <a:lnTo>
                  <a:pt x="111759" y="210736"/>
                </a:lnTo>
                <a:lnTo>
                  <a:pt x="108476" y="210475"/>
                </a:lnTo>
                <a:close/>
                <a:moveTo>
                  <a:pt x="65317" y="258354"/>
                </a:moveTo>
                <a:lnTo>
                  <a:pt x="66151" y="259782"/>
                </a:lnTo>
                <a:lnTo>
                  <a:pt x="64900" y="259068"/>
                </a:lnTo>
                <a:close/>
                <a:moveTo>
                  <a:pt x="125570" y="8870"/>
                </a:moveTo>
                <a:lnTo>
                  <a:pt x="127263" y="9887"/>
                </a:lnTo>
                <a:lnTo>
                  <a:pt x="124723" y="9378"/>
                </a:lnTo>
                <a:close/>
                <a:moveTo>
                  <a:pt x="188633" y="55288"/>
                </a:moveTo>
                <a:lnTo>
                  <a:pt x="189006" y="56018"/>
                </a:lnTo>
                <a:lnTo>
                  <a:pt x="188447" y="55653"/>
                </a:lnTo>
                <a:close/>
                <a:moveTo>
                  <a:pt x="116979" y="205488"/>
                </a:moveTo>
                <a:lnTo>
                  <a:pt x="118802" y="206869"/>
                </a:lnTo>
                <a:lnTo>
                  <a:pt x="116067" y="206179"/>
                </a:lnTo>
                <a:close/>
                <a:moveTo>
                  <a:pt x="72044" y="254809"/>
                </a:moveTo>
                <a:lnTo>
                  <a:pt x="73911" y="255143"/>
                </a:lnTo>
                <a:lnTo>
                  <a:pt x="71111" y="254976"/>
                </a:lnTo>
                <a:close/>
                <a:moveTo>
                  <a:pt x="166130" y="150744"/>
                </a:moveTo>
                <a:lnTo>
                  <a:pt x="167064" y="151539"/>
                </a:lnTo>
                <a:lnTo>
                  <a:pt x="165663" y="151141"/>
                </a:lnTo>
                <a:close/>
                <a:moveTo>
                  <a:pt x="211826" y="186402"/>
                </a:moveTo>
                <a:lnTo>
                  <a:pt x="212865" y="187078"/>
                </a:lnTo>
                <a:lnTo>
                  <a:pt x="211306" y="186740"/>
                </a:lnTo>
                <a:close/>
                <a:moveTo>
                  <a:pt x="192194" y="144913"/>
                </a:moveTo>
                <a:lnTo>
                  <a:pt x="194286" y="146611"/>
                </a:lnTo>
                <a:lnTo>
                  <a:pt x="191148" y="145762"/>
                </a:lnTo>
                <a:close/>
                <a:moveTo>
                  <a:pt x="132913" y="146264"/>
                </a:moveTo>
                <a:lnTo>
                  <a:pt x="133817" y="147112"/>
                </a:lnTo>
                <a:lnTo>
                  <a:pt x="132461" y="146688"/>
                </a:lnTo>
                <a:close/>
                <a:moveTo>
                  <a:pt x="227629" y="31937"/>
                </a:moveTo>
                <a:lnTo>
                  <a:pt x="228387" y="33688"/>
                </a:lnTo>
                <a:lnTo>
                  <a:pt x="227250" y="32813"/>
                </a:lnTo>
                <a:close/>
                <a:moveTo>
                  <a:pt x="258391" y="221772"/>
                </a:moveTo>
                <a:lnTo>
                  <a:pt x="259123" y="223281"/>
                </a:lnTo>
                <a:lnTo>
                  <a:pt x="258025" y="222527"/>
                </a:lnTo>
                <a:close/>
                <a:moveTo>
                  <a:pt x="244364" y="191388"/>
                </a:moveTo>
                <a:lnTo>
                  <a:pt x="245322" y="191987"/>
                </a:lnTo>
                <a:lnTo>
                  <a:pt x="243886" y="191688"/>
                </a:lnTo>
                <a:close/>
                <a:moveTo>
                  <a:pt x="240047" y="1095"/>
                </a:moveTo>
                <a:lnTo>
                  <a:pt x="241813" y="1974"/>
                </a:lnTo>
                <a:lnTo>
                  <a:pt x="239164" y="1535"/>
                </a:lnTo>
                <a:close/>
                <a:moveTo>
                  <a:pt x="190409" y="36964"/>
                </a:moveTo>
                <a:lnTo>
                  <a:pt x="191089" y="37348"/>
                </a:lnTo>
                <a:lnTo>
                  <a:pt x="190070" y="37156"/>
                </a:lnTo>
                <a:close/>
                <a:moveTo>
                  <a:pt x="189209" y="232424"/>
                </a:moveTo>
                <a:lnTo>
                  <a:pt x="190247" y="233492"/>
                </a:lnTo>
                <a:lnTo>
                  <a:pt x="188690" y="232958"/>
                </a:lnTo>
                <a:close/>
                <a:moveTo>
                  <a:pt x="95492" y="170723"/>
                </a:moveTo>
                <a:lnTo>
                  <a:pt x="95957" y="172439"/>
                </a:lnTo>
                <a:lnTo>
                  <a:pt x="95259" y="171581"/>
                </a:lnTo>
                <a:close/>
                <a:moveTo>
                  <a:pt x="157626" y="97413"/>
                </a:moveTo>
                <a:lnTo>
                  <a:pt x="158600" y="98720"/>
                </a:lnTo>
                <a:lnTo>
                  <a:pt x="157139" y="98067"/>
                </a:lnTo>
                <a:close/>
                <a:moveTo>
                  <a:pt x="265156" y="202771"/>
                </a:moveTo>
                <a:lnTo>
                  <a:pt x="266457" y="203813"/>
                </a:lnTo>
                <a:lnTo>
                  <a:pt x="264506" y="203292"/>
                </a:lnTo>
                <a:close/>
                <a:moveTo>
                  <a:pt x="141379" y="86200"/>
                </a:moveTo>
                <a:lnTo>
                  <a:pt x="142611" y="87835"/>
                </a:lnTo>
                <a:lnTo>
                  <a:pt x="140763" y="87018"/>
                </a:lnTo>
                <a:close/>
                <a:moveTo>
                  <a:pt x="225721" y="181658"/>
                </a:moveTo>
                <a:lnTo>
                  <a:pt x="226114" y="182495"/>
                </a:lnTo>
                <a:lnTo>
                  <a:pt x="225525" y="182076"/>
                </a:lnTo>
                <a:close/>
                <a:moveTo>
                  <a:pt x="40934" y="19696"/>
                </a:moveTo>
                <a:lnTo>
                  <a:pt x="41499" y="20863"/>
                </a:lnTo>
                <a:lnTo>
                  <a:pt x="40651" y="20279"/>
                </a:lnTo>
                <a:close/>
                <a:moveTo>
                  <a:pt x="225922" y="185395"/>
                </a:moveTo>
                <a:lnTo>
                  <a:pt x="227698" y="186601"/>
                </a:lnTo>
                <a:lnTo>
                  <a:pt x="225034" y="185998"/>
                </a:lnTo>
                <a:close/>
                <a:moveTo>
                  <a:pt x="76567" y="3034"/>
                </a:moveTo>
                <a:lnTo>
                  <a:pt x="77758" y="4129"/>
                </a:lnTo>
                <a:lnTo>
                  <a:pt x="75972" y="3582"/>
                </a:lnTo>
                <a:close/>
                <a:moveTo>
                  <a:pt x="15666" y="139580"/>
                </a:moveTo>
                <a:lnTo>
                  <a:pt x="17721" y="140212"/>
                </a:lnTo>
                <a:lnTo>
                  <a:pt x="14639" y="139896"/>
                </a:lnTo>
                <a:close/>
                <a:moveTo>
                  <a:pt x="156943" y="30152"/>
                </a:moveTo>
                <a:lnTo>
                  <a:pt x="157592" y="31578"/>
                </a:lnTo>
                <a:lnTo>
                  <a:pt x="156618" y="30865"/>
                </a:lnTo>
                <a:close/>
                <a:moveTo>
                  <a:pt x="104534" y="12604"/>
                </a:moveTo>
                <a:lnTo>
                  <a:pt x="106349" y="13721"/>
                </a:lnTo>
                <a:lnTo>
                  <a:pt x="103627" y="13163"/>
                </a:lnTo>
                <a:close/>
                <a:moveTo>
                  <a:pt x="112738" y="205523"/>
                </a:moveTo>
                <a:lnTo>
                  <a:pt x="114165" y="206105"/>
                </a:lnTo>
                <a:lnTo>
                  <a:pt x="112024" y="205814"/>
                </a:lnTo>
                <a:close/>
                <a:moveTo>
                  <a:pt x="80065" y="60541"/>
                </a:moveTo>
                <a:lnTo>
                  <a:pt x="80776" y="61687"/>
                </a:lnTo>
                <a:lnTo>
                  <a:pt x="79709" y="61114"/>
                </a:lnTo>
                <a:close/>
                <a:moveTo>
                  <a:pt x="70929" y="136007"/>
                </a:moveTo>
                <a:lnTo>
                  <a:pt x="71554" y="137154"/>
                </a:lnTo>
                <a:lnTo>
                  <a:pt x="70616" y="136581"/>
                </a:lnTo>
                <a:close/>
                <a:moveTo>
                  <a:pt x="102532" y="226603"/>
                </a:moveTo>
                <a:lnTo>
                  <a:pt x="103981" y="228206"/>
                </a:lnTo>
                <a:lnTo>
                  <a:pt x="101808" y="227405"/>
                </a:lnTo>
                <a:close/>
                <a:moveTo>
                  <a:pt x="53620" y="67149"/>
                </a:moveTo>
                <a:lnTo>
                  <a:pt x="54611" y="68001"/>
                </a:lnTo>
                <a:lnTo>
                  <a:pt x="53125" y="67575"/>
                </a:lnTo>
                <a:close/>
                <a:moveTo>
                  <a:pt x="32247" y="108388"/>
                </a:moveTo>
                <a:lnTo>
                  <a:pt x="33391" y="109778"/>
                </a:lnTo>
                <a:lnTo>
                  <a:pt x="31674" y="109083"/>
                </a:lnTo>
                <a:close/>
                <a:moveTo>
                  <a:pt x="56946" y="211906"/>
                </a:moveTo>
                <a:lnTo>
                  <a:pt x="58649" y="213447"/>
                </a:lnTo>
                <a:lnTo>
                  <a:pt x="56094" y="212676"/>
                </a:lnTo>
                <a:close/>
                <a:moveTo>
                  <a:pt x="203307" y="146381"/>
                </a:moveTo>
                <a:lnTo>
                  <a:pt x="204049" y="147080"/>
                </a:lnTo>
                <a:lnTo>
                  <a:pt x="202935" y="146730"/>
                </a:lnTo>
                <a:close/>
                <a:moveTo>
                  <a:pt x="37772" y="168294"/>
                </a:moveTo>
                <a:lnTo>
                  <a:pt x="38217" y="169440"/>
                </a:lnTo>
                <a:lnTo>
                  <a:pt x="37549" y="168867"/>
                </a:lnTo>
                <a:close/>
                <a:moveTo>
                  <a:pt x="2367" y="60989"/>
                </a:moveTo>
                <a:lnTo>
                  <a:pt x="3940" y="61584"/>
                </a:lnTo>
                <a:lnTo>
                  <a:pt x="1581" y="61286"/>
                </a:lnTo>
                <a:close/>
                <a:moveTo>
                  <a:pt x="158329" y="38494"/>
                </a:moveTo>
                <a:lnTo>
                  <a:pt x="159871" y="39080"/>
                </a:lnTo>
                <a:lnTo>
                  <a:pt x="157558" y="38787"/>
                </a:lnTo>
                <a:close/>
                <a:moveTo>
                  <a:pt x="213168" y="58946"/>
                </a:moveTo>
                <a:lnTo>
                  <a:pt x="213873" y="60424"/>
                </a:lnTo>
                <a:lnTo>
                  <a:pt x="212815" y="59685"/>
                </a:lnTo>
                <a:close/>
                <a:moveTo>
                  <a:pt x="250487" y="164871"/>
                </a:moveTo>
                <a:lnTo>
                  <a:pt x="252047" y="166143"/>
                </a:lnTo>
                <a:lnTo>
                  <a:pt x="249707" y="165507"/>
                </a:lnTo>
                <a:close/>
                <a:moveTo>
                  <a:pt x="181819" y="59887"/>
                </a:moveTo>
                <a:lnTo>
                  <a:pt x="183692" y="60201"/>
                </a:lnTo>
                <a:lnTo>
                  <a:pt x="180882" y="60044"/>
                </a:lnTo>
                <a:close/>
                <a:moveTo>
                  <a:pt x="46832" y="70807"/>
                </a:moveTo>
                <a:lnTo>
                  <a:pt x="48474" y="71488"/>
                </a:lnTo>
                <a:lnTo>
                  <a:pt x="46011" y="71147"/>
                </a:lnTo>
                <a:close/>
                <a:moveTo>
                  <a:pt x="139554" y="167572"/>
                </a:moveTo>
                <a:lnTo>
                  <a:pt x="139941" y="168885"/>
                </a:lnTo>
                <a:lnTo>
                  <a:pt x="139360" y="168229"/>
                </a:lnTo>
                <a:close/>
                <a:moveTo>
                  <a:pt x="226443" y="159854"/>
                </a:moveTo>
                <a:lnTo>
                  <a:pt x="228472" y="161602"/>
                </a:lnTo>
                <a:lnTo>
                  <a:pt x="225428" y="160728"/>
                </a:lnTo>
                <a:close/>
                <a:moveTo>
                  <a:pt x="91869" y="168483"/>
                </a:moveTo>
                <a:lnTo>
                  <a:pt x="93078" y="170151"/>
                </a:lnTo>
                <a:lnTo>
                  <a:pt x="91265" y="169317"/>
                </a:lnTo>
                <a:close/>
                <a:moveTo>
                  <a:pt x="60474" y="45115"/>
                </a:moveTo>
                <a:lnTo>
                  <a:pt x="61323" y="45487"/>
                </a:lnTo>
                <a:lnTo>
                  <a:pt x="60049" y="45301"/>
                </a:lnTo>
                <a:close/>
                <a:moveTo>
                  <a:pt x="10000" y="16959"/>
                </a:moveTo>
                <a:lnTo>
                  <a:pt x="11000" y="17628"/>
                </a:lnTo>
                <a:lnTo>
                  <a:pt x="9500" y="17294"/>
                </a:lnTo>
                <a:close/>
                <a:moveTo>
                  <a:pt x="33885" y="16662"/>
                </a:moveTo>
                <a:lnTo>
                  <a:pt x="34928" y="17967"/>
                </a:lnTo>
                <a:lnTo>
                  <a:pt x="33363" y="17315"/>
                </a:lnTo>
                <a:close/>
                <a:moveTo>
                  <a:pt x="282601" y="231716"/>
                </a:moveTo>
                <a:lnTo>
                  <a:pt x="284381" y="232144"/>
                </a:lnTo>
                <a:lnTo>
                  <a:pt x="281710" y="231930"/>
                </a:lnTo>
                <a:close/>
                <a:moveTo>
                  <a:pt x="27484" y="140513"/>
                </a:moveTo>
                <a:lnTo>
                  <a:pt x="28860" y="141067"/>
                </a:lnTo>
                <a:lnTo>
                  <a:pt x="26796" y="140790"/>
                </a:lnTo>
                <a:close/>
                <a:moveTo>
                  <a:pt x="239104" y="127268"/>
                </a:moveTo>
                <a:lnTo>
                  <a:pt x="241102" y="127593"/>
                </a:lnTo>
                <a:lnTo>
                  <a:pt x="238105" y="127431"/>
                </a:lnTo>
                <a:close/>
                <a:moveTo>
                  <a:pt x="145795" y="65883"/>
                </a:moveTo>
                <a:lnTo>
                  <a:pt x="146471" y="66184"/>
                </a:lnTo>
                <a:lnTo>
                  <a:pt x="145457" y="66034"/>
                </a:lnTo>
                <a:close/>
                <a:moveTo>
                  <a:pt x="43532" y="253535"/>
                </a:moveTo>
                <a:lnTo>
                  <a:pt x="43967" y="254217"/>
                </a:lnTo>
                <a:lnTo>
                  <a:pt x="43315" y="253876"/>
                </a:lnTo>
                <a:close/>
                <a:moveTo>
                  <a:pt x="43715" y="143174"/>
                </a:moveTo>
                <a:lnTo>
                  <a:pt x="44432" y="144617"/>
                </a:lnTo>
                <a:lnTo>
                  <a:pt x="43357" y="143896"/>
                </a:lnTo>
                <a:close/>
                <a:moveTo>
                  <a:pt x="141272" y="205426"/>
                </a:moveTo>
                <a:lnTo>
                  <a:pt x="143454" y="206115"/>
                </a:lnTo>
                <a:lnTo>
                  <a:pt x="140182" y="205771"/>
                </a:lnTo>
                <a:close/>
                <a:moveTo>
                  <a:pt x="215693" y="104854"/>
                </a:moveTo>
                <a:lnTo>
                  <a:pt x="217320" y="106622"/>
                </a:lnTo>
                <a:lnTo>
                  <a:pt x="214880" y="105738"/>
                </a:lnTo>
                <a:close/>
                <a:moveTo>
                  <a:pt x="15533" y="52569"/>
                </a:moveTo>
                <a:lnTo>
                  <a:pt x="15924" y="53190"/>
                </a:lnTo>
                <a:lnTo>
                  <a:pt x="15338" y="52879"/>
                </a:lnTo>
                <a:close/>
                <a:moveTo>
                  <a:pt x="202916" y="284208"/>
                </a:moveTo>
                <a:lnTo>
                  <a:pt x="203559" y="284994"/>
                </a:lnTo>
                <a:lnTo>
                  <a:pt x="202595" y="284601"/>
                </a:lnTo>
                <a:close/>
                <a:moveTo>
                  <a:pt x="74752" y="207885"/>
                </a:moveTo>
                <a:lnTo>
                  <a:pt x="75724" y="209630"/>
                </a:lnTo>
                <a:lnTo>
                  <a:pt x="74266" y="208758"/>
                </a:lnTo>
                <a:close/>
                <a:moveTo>
                  <a:pt x="271953" y="82373"/>
                </a:moveTo>
                <a:lnTo>
                  <a:pt x="273940" y="83103"/>
                </a:lnTo>
                <a:lnTo>
                  <a:pt x="270960" y="82738"/>
                </a:lnTo>
                <a:close/>
                <a:moveTo>
                  <a:pt x="171562" y="47691"/>
                </a:moveTo>
                <a:lnTo>
                  <a:pt x="173383" y="48776"/>
                </a:lnTo>
                <a:lnTo>
                  <a:pt x="170651" y="48233"/>
                </a:lnTo>
                <a:close/>
                <a:moveTo>
                  <a:pt x="15097" y="201762"/>
                </a:moveTo>
                <a:lnTo>
                  <a:pt x="16813" y="202497"/>
                </a:lnTo>
                <a:lnTo>
                  <a:pt x="14239" y="202129"/>
                </a:lnTo>
                <a:close/>
                <a:moveTo>
                  <a:pt x="199078" y="284946"/>
                </a:moveTo>
                <a:lnTo>
                  <a:pt x="199849" y="286140"/>
                </a:lnTo>
                <a:lnTo>
                  <a:pt x="198693" y="285543"/>
                </a:lnTo>
                <a:close/>
                <a:moveTo>
                  <a:pt x="222248" y="92886"/>
                </a:moveTo>
                <a:lnTo>
                  <a:pt x="223019" y="94537"/>
                </a:lnTo>
                <a:lnTo>
                  <a:pt x="221862" y="93711"/>
                </a:lnTo>
                <a:close/>
                <a:moveTo>
                  <a:pt x="39952" y="62618"/>
                </a:moveTo>
                <a:lnTo>
                  <a:pt x="40678" y="63571"/>
                </a:lnTo>
                <a:lnTo>
                  <a:pt x="39590" y="63094"/>
                </a:lnTo>
                <a:close/>
                <a:moveTo>
                  <a:pt x="46334" y="104130"/>
                </a:moveTo>
                <a:lnTo>
                  <a:pt x="47021" y="104549"/>
                </a:lnTo>
                <a:lnTo>
                  <a:pt x="45991" y="104339"/>
                </a:lnTo>
                <a:close/>
                <a:moveTo>
                  <a:pt x="180830" y="209554"/>
                </a:moveTo>
                <a:lnTo>
                  <a:pt x="182518" y="209970"/>
                </a:lnTo>
                <a:lnTo>
                  <a:pt x="179986" y="209762"/>
                </a:lnTo>
                <a:close/>
                <a:moveTo>
                  <a:pt x="174269" y="130157"/>
                </a:moveTo>
                <a:lnTo>
                  <a:pt x="176022" y="131036"/>
                </a:lnTo>
                <a:lnTo>
                  <a:pt x="173392" y="130597"/>
                </a:lnTo>
                <a:close/>
                <a:moveTo>
                  <a:pt x="51710" y="176246"/>
                </a:moveTo>
                <a:lnTo>
                  <a:pt x="53318" y="177025"/>
                </a:lnTo>
                <a:lnTo>
                  <a:pt x="50906" y="176635"/>
                </a:lnTo>
                <a:close/>
                <a:moveTo>
                  <a:pt x="125089" y="76651"/>
                </a:moveTo>
                <a:lnTo>
                  <a:pt x="126769" y="78144"/>
                </a:lnTo>
                <a:lnTo>
                  <a:pt x="124249" y="77398"/>
                </a:lnTo>
                <a:close/>
                <a:moveTo>
                  <a:pt x="212342" y="3803"/>
                </a:moveTo>
                <a:lnTo>
                  <a:pt x="214269" y="4128"/>
                </a:lnTo>
                <a:lnTo>
                  <a:pt x="211379" y="3965"/>
                </a:lnTo>
                <a:close/>
                <a:moveTo>
                  <a:pt x="220412" y="197339"/>
                </a:moveTo>
                <a:lnTo>
                  <a:pt x="221600" y="197661"/>
                </a:lnTo>
                <a:lnTo>
                  <a:pt x="219818" y="197500"/>
                </a:lnTo>
                <a:close/>
                <a:moveTo>
                  <a:pt x="44515" y="201864"/>
                </a:moveTo>
                <a:lnTo>
                  <a:pt x="46339" y="202608"/>
                </a:lnTo>
                <a:lnTo>
                  <a:pt x="43603" y="202236"/>
                </a:lnTo>
                <a:close/>
                <a:moveTo>
                  <a:pt x="112677" y="267270"/>
                </a:moveTo>
                <a:lnTo>
                  <a:pt x="113313" y="268054"/>
                </a:lnTo>
                <a:lnTo>
                  <a:pt x="112359" y="267662"/>
                </a:lnTo>
                <a:close/>
                <a:moveTo>
                  <a:pt x="33251" y="169788"/>
                </a:moveTo>
                <a:lnTo>
                  <a:pt x="34008" y="171189"/>
                </a:lnTo>
                <a:lnTo>
                  <a:pt x="32873" y="170489"/>
                </a:lnTo>
                <a:close/>
                <a:moveTo>
                  <a:pt x="92171" y="179203"/>
                </a:moveTo>
                <a:lnTo>
                  <a:pt x="94096" y="180164"/>
                </a:lnTo>
                <a:lnTo>
                  <a:pt x="91209" y="179683"/>
                </a:lnTo>
                <a:close/>
                <a:moveTo>
                  <a:pt x="92472" y="180505"/>
                </a:moveTo>
                <a:lnTo>
                  <a:pt x="93192" y="181813"/>
                </a:lnTo>
                <a:lnTo>
                  <a:pt x="92112" y="181159"/>
                </a:lnTo>
                <a:close/>
                <a:moveTo>
                  <a:pt x="174116" y="115990"/>
                </a:moveTo>
                <a:lnTo>
                  <a:pt x="175868" y="116829"/>
                </a:lnTo>
                <a:lnTo>
                  <a:pt x="173240" y="116409"/>
                </a:lnTo>
                <a:close/>
                <a:moveTo>
                  <a:pt x="32293" y="184459"/>
                </a:moveTo>
                <a:lnTo>
                  <a:pt x="33531" y="185667"/>
                </a:lnTo>
                <a:lnTo>
                  <a:pt x="31675" y="185063"/>
                </a:lnTo>
                <a:close/>
                <a:moveTo>
                  <a:pt x="190073" y="7206"/>
                </a:moveTo>
                <a:lnTo>
                  <a:pt x="190518" y="8745"/>
                </a:lnTo>
                <a:lnTo>
                  <a:pt x="189851" y="7975"/>
                </a:lnTo>
                <a:close/>
                <a:moveTo>
                  <a:pt x="66583" y="263741"/>
                </a:moveTo>
                <a:lnTo>
                  <a:pt x="68317" y="264705"/>
                </a:lnTo>
                <a:lnTo>
                  <a:pt x="65716" y="264223"/>
                </a:lnTo>
                <a:close/>
                <a:moveTo>
                  <a:pt x="281844" y="106201"/>
                </a:moveTo>
                <a:lnTo>
                  <a:pt x="283397" y="106669"/>
                </a:lnTo>
                <a:lnTo>
                  <a:pt x="281068" y="106435"/>
                </a:lnTo>
                <a:close/>
                <a:moveTo>
                  <a:pt x="141123" y="166906"/>
                </a:moveTo>
                <a:lnTo>
                  <a:pt x="141752" y="168171"/>
                </a:lnTo>
                <a:lnTo>
                  <a:pt x="140808" y="167538"/>
                </a:lnTo>
                <a:close/>
                <a:moveTo>
                  <a:pt x="111034" y="20610"/>
                </a:moveTo>
                <a:lnTo>
                  <a:pt x="112171" y="21082"/>
                </a:lnTo>
                <a:lnTo>
                  <a:pt x="110466" y="20846"/>
                </a:lnTo>
                <a:close/>
                <a:moveTo>
                  <a:pt x="30361" y="279699"/>
                </a:moveTo>
                <a:lnTo>
                  <a:pt x="30874" y="280233"/>
                </a:lnTo>
                <a:lnTo>
                  <a:pt x="30105" y="279966"/>
                </a:lnTo>
                <a:close/>
                <a:moveTo>
                  <a:pt x="193310" y="81192"/>
                </a:moveTo>
                <a:lnTo>
                  <a:pt x="194980" y="82954"/>
                </a:lnTo>
                <a:lnTo>
                  <a:pt x="192475" y="82073"/>
                </a:lnTo>
                <a:close/>
                <a:moveTo>
                  <a:pt x="213447" y="239277"/>
                </a:moveTo>
                <a:lnTo>
                  <a:pt x="214238" y="239614"/>
                </a:lnTo>
                <a:lnTo>
                  <a:pt x="213052" y="239446"/>
                </a:lnTo>
                <a:close/>
                <a:moveTo>
                  <a:pt x="37722" y="257476"/>
                </a:moveTo>
                <a:lnTo>
                  <a:pt x="39632" y="258160"/>
                </a:lnTo>
                <a:lnTo>
                  <a:pt x="36767" y="257818"/>
                </a:lnTo>
                <a:close/>
                <a:moveTo>
                  <a:pt x="70111" y="35518"/>
                </a:moveTo>
                <a:lnTo>
                  <a:pt x="70657" y="35892"/>
                </a:lnTo>
                <a:lnTo>
                  <a:pt x="69838" y="35705"/>
                </a:lnTo>
                <a:close/>
                <a:moveTo>
                  <a:pt x="77553" y="182473"/>
                </a:moveTo>
                <a:lnTo>
                  <a:pt x="78978" y="184050"/>
                </a:lnTo>
                <a:lnTo>
                  <a:pt x="76840" y="183261"/>
                </a:lnTo>
                <a:close/>
                <a:moveTo>
                  <a:pt x="89017" y="245058"/>
                </a:moveTo>
                <a:lnTo>
                  <a:pt x="89856" y="246729"/>
                </a:lnTo>
                <a:lnTo>
                  <a:pt x="88598" y="245893"/>
                </a:lnTo>
                <a:close/>
                <a:moveTo>
                  <a:pt x="56528" y="87707"/>
                </a:moveTo>
                <a:lnTo>
                  <a:pt x="58581" y="88547"/>
                </a:lnTo>
                <a:lnTo>
                  <a:pt x="55502" y="88127"/>
                </a:lnTo>
                <a:close/>
                <a:moveTo>
                  <a:pt x="216581" y="217778"/>
                </a:moveTo>
                <a:lnTo>
                  <a:pt x="218456" y="219562"/>
                </a:lnTo>
                <a:lnTo>
                  <a:pt x="215644" y="218670"/>
                </a:lnTo>
                <a:close/>
                <a:moveTo>
                  <a:pt x="235657" y="169292"/>
                </a:moveTo>
                <a:lnTo>
                  <a:pt x="237840" y="170398"/>
                </a:lnTo>
                <a:lnTo>
                  <a:pt x="234565" y="169845"/>
                </a:lnTo>
                <a:close/>
                <a:moveTo>
                  <a:pt x="186738" y="109567"/>
                </a:moveTo>
                <a:lnTo>
                  <a:pt x="188413" y="111095"/>
                </a:lnTo>
                <a:lnTo>
                  <a:pt x="185900" y="110331"/>
                </a:lnTo>
                <a:close/>
                <a:moveTo>
                  <a:pt x="278546" y="47329"/>
                </a:moveTo>
                <a:lnTo>
                  <a:pt x="279956" y="48824"/>
                </a:lnTo>
                <a:lnTo>
                  <a:pt x="277841" y="48077"/>
                </a:lnTo>
                <a:close/>
                <a:moveTo>
                  <a:pt x="37919" y="129163"/>
                </a:moveTo>
                <a:lnTo>
                  <a:pt x="39809" y="129999"/>
                </a:lnTo>
                <a:lnTo>
                  <a:pt x="36974" y="129581"/>
                </a:lnTo>
                <a:close/>
                <a:moveTo>
                  <a:pt x="22388" y="38981"/>
                </a:moveTo>
                <a:lnTo>
                  <a:pt x="24251" y="40202"/>
                </a:lnTo>
                <a:lnTo>
                  <a:pt x="21456" y="39592"/>
                </a:lnTo>
                <a:close/>
                <a:moveTo>
                  <a:pt x="27730" y="31968"/>
                </a:moveTo>
                <a:lnTo>
                  <a:pt x="28251" y="33252"/>
                </a:lnTo>
                <a:lnTo>
                  <a:pt x="27470" y="32610"/>
                </a:lnTo>
                <a:close/>
                <a:moveTo>
                  <a:pt x="76470" y="257517"/>
                </a:moveTo>
                <a:lnTo>
                  <a:pt x="77984" y="258350"/>
                </a:lnTo>
                <a:lnTo>
                  <a:pt x="75712" y="257934"/>
                </a:lnTo>
                <a:close/>
                <a:moveTo>
                  <a:pt x="132482" y="23314"/>
                </a:moveTo>
                <a:lnTo>
                  <a:pt x="134130" y="24508"/>
                </a:lnTo>
                <a:lnTo>
                  <a:pt x="131658" y="23911"/>
                </a:lnTo>
                <a:close/>
                <a:moveTo>
                  <a:pt x="174237" y="3113"/>
                </a:moveTo>
                <a:lnTo>
                  <a:pt x="175245" y="4018"/>
                </a:lnTo>
                <a:lnTo>
                  <a:pt x="173733" y="3566"/>
                </a:lnTo>
                <a:close/>
                <a:moveTo>
                  <a:pt x="13640" y="162072"/>
                </a:moveTo>
                <a:lnTo>
                  <a:pt x="15431" y="163607"/>
                </a:lnTo>
                <a:lnTo>
                  <a:pt x="12744" y="162839"/>
                </a:lnTo>
                <a:close/>
                <a:moveTo>
                  <a:pt x="269769" y="208422"/>
                </a:moveTo>
                <a:lnTo>
                  <a:pt x="271709" y="209586"/>
                </a:lnTo>
                <a:lnTo>
                  <a:pt x="268799" y="209004"/>
                </a:lnTo>
                <a:close/>
                <a:moveTo>
                  <a:pt x="241653" y="116836"/>
                </a:moveTo>
                <a:lnTo>
                  <a:pt x="242601" y="117687"/>
                </a:lnTo>
                <a:lnTo>
                  <a:pt x="241178" y="117261"/>
                </a:lnTo>
                <a:close/>
                <a:moveTo>
                  <a:pt x="71128" y="239986"/>
                </a:moveTo>
                <a:lnTo>
                  <a:pt x="72280" y="240814"/>
                </a:lnTo>
                <a:lnTo>
                  <a:pt x="70553" y="240400"/>
                </a:lnTo>
                <a:close/>
                <a:moveTo>
                  <a:pt x="226417" y="221711"/>
                </a:moveTo>
                <a:lnTo>
                  <a:pt x="227526" y="222512"/>
                </a:lnTo>
                <a:lnTo>
                  <a:pt x="225862" y="222112"/>
                </a:lnTo>
                <a:close/>
                <a:moveTo>
                  <a:pt x="13205" y="106644"/>
                </a:moveTo>
                <a:lnTo>
                  <a:pt x="13565" y="107650"/>
                </a:lnTo>
                <a:lnTo>
                  <a:pt x="13025" y="107147"/>
                </a:lnTo>
                <a:close/>
                <a:moveTo>
                  <a:pt x="263373" y="148859"/>
                </a:moveTo>
                <a:lnTo>
                  <a:pt x="265151" y="150134"/>
                </a:lnTo>
                <a:lnTo>
                  <a:pt x="262484" y="149497"/>
                </a:lnTo>
                <a:close/>
                <a:moveTo>
                  <a:pt x="119031" y="69823"/>
                </a:moveTo>
                <a:lnTo>
                  <a:pt x="120879" y="70205"/>
                </a:lnTo>
                <a:lnTo>
                  <a:pt x="118107" y="70014"/>
                </a:lnTo>
                <a:close/>
                <a:moveTo>
                  <a:pt x="269506" y="150988"/>
                </a:moveTo>
                <a:lnTo>
                  <a:pt x="270989" y="152317"/>
                </a:lnTo>
                <a:lnTo>
                  <a:pt x="268765" y="151653"/>
                </a:lnTo>
                <a:close/>
                <a:moveTo>
                  <a:pt x="111251" y="102728"/>
                </a:moveTo>
                <a:lnTo>
                  <a:pt x="112073" y="103124"/>
                </a:lnTo>
                <a:lnTo>
                  <a:pt x="110839" y="102926"/>
                </a:lnTo>
                <a:close/>
                <a:moveTo>
                  <a:pt x="167848" y="183255"/>
                </a:moveTo>
                <a:lnTo>
                  <a:pt x="169992" y="184467"/>
                </a:lnTo>
                <a:lnTo>
                  <a:pt x="166776" y="183861"/>
                </a:lnTo>
                <a:close/>
                <a:moveTo>
                  <a:pt x="160697" y="62289"/>
                </a:moveTo>
                <a:lnTo>
                  <a:pt x="161270" y="63368"/>
                </a:lnTo>
                <a:lnTo>
                  <a:pt x="160411" y="62828"/>
                </a:lnTo>
                <a:close/>
                <a:moveTo>
                  <a:pt x="104749" y="196182"/>
                </a:moveTo>
                <a:lnTo>
                  <a:pt x="106409" y="196623"/>
                </a:lnTo>
                <a:lnTo>
                  <a:pt x="103919" y="196403"/>
                </a:lnTo>
                <a:close/>
                <a:moveTo>
                  <a:pt x="138799" y="275939"/>
                </a:moveTo>
                <a:lnTo>
                  <a:pt x="139416" y="277428"/>
                </a:lnTo>
                <a:lnTo>
                  <a:pt x="138490" y="276683"/>
                </a:lnTo>
                <a:close/>
                <a:moveTo>
                  <a:pt x="137183" y="181804"/>
                </a:moveTo>
                <a:lnTo>
                  <a:pt x="138877" y="182918"/>
                </a:lnTo>
                <a:lnTo>
                  <a:pt x="136335" y="182361"/>
                </a:lnTo>
                <a:close/>
                <a:moveTo>
                  <a:pt x="283557" y="21392"/>
                </a:moveTo>
                <a:lnTo>
                  <a:pt x="285289" y="21976"/>
                </a:lnTo>
                <a:lnTo>
                  <a:pt x="282691" y="21684"/>
                </a:lnTo>
                <a:close/>
                <a:moveTo>
                  <a:pt x="15248" y="267979"/>
                </a:moveTo>
                <a:lnTo>
                  <a:pt x="17240" y="268842"/>
                </a:lnTo>
                <a:lnTo>
                  <a:pt x="14251" y="268411"/>
                </a:lnTo>
                <a:close/>
                <a:moveTo>
                  <a:pt x="104086" y="51696"/>
                </a:moveTo>
                <a:lnTo>
                  <a:pt x="104936" y="52100"/>
                </a:lnTo>
                <a:lnTo>
                  <a:pt x="103660" y="51898"/>
                </a:lnTo>
                <a:close/>
                <a:moveTo>
                  <a:pt x="74580" y="123304"/>
                </a:moveTo>
                <a:lnTo>
                  <a:pt x="75874" y="123828"/>
                </a:lnTo>
                <a:lnTo>
                  <a:pt x="73933" y="123566"/>
                </a:lnTo>
                <a:close/>
                <a:moveTo>
                  <a:pt x="157785" y="13098"/>
                </a:moveTo>
                <a:lnTo>
                  <a:pt x="158417" y="13883"/>
                </a:lnTo>
                <a:lnTo>
                  <a:pt x="157470" y="13490"/>
                </a:lnTo>
                <a:close/>
                <a:moveTo>
                  <a:pt x="184939" y="168367"/>
                </a:moveTo>
                <a:lnTo>
                  <a:pt x="187059" y="169558"/>
                </a:lnTo>
                <a:lnTo>
                  <a:pt x="183879" y="168963"/>
                </a:lnTo>
                <a:close/>
                <a:moveTo>
                  <a:pt x="85566" y="217074"/>
                </a:moveTo>
                <a:lnTo>
                  <a:pt x="87218" y="218526"/>
                </a:lnTo>
                <a:lnTo>
                  <a:pt x="84740" y="217800"/>
                </a:lnTo>
                <a:close/>
                <a:moveTo>
                  <a:pt x="45166" y="126454"/>
                </a:moveTo>
                <a:lnTo>
                  <a:pt x="46250" y="127937"/>
                </a:lnTo>
                <a:lnTo>
                  <a:pt x="44624" y="127196"/>
                </a:lnTo>
                <a:close/>
                <a:moveTo>
                  <a:pt x="100271" y="82841"/>
                </a:moveTo>
                <a:lnTo>
                  <a:pt x="101282" y="84007"/>
                </a:lnTo>
                <a:lnTo>
                  <a:pt x="99765" y="83424"/>
                </a:lnTo>
                <a:close/>
                <a:moveTo>
                  <a:pt x="273270" y="35036"/>
                </a:moveTo>
                <a:lnTo>
                  <a:pt x="274756" y="36627"/>
                </a:lnTo>
                <a:lnTo>
                  <a:pt x="272526" y="35832"/>
                </a:lnTo>
                <a:close/>
                <a:moveTo>
                  <a:pt x="120910" y="193018"/>
                </a:moveTo>
                <a:lnTo>
                  <a:pt x="121770" y="193530"/>
                </a:lnTo>
                <a:lnTo>
                  <a:pt x="120480" y="193274"/>
                </a:lnTo>
                <a:close/>
                <a:moveTo>
                  <a:pt x="96496" y="143466"/>
                </a:moveTo>
                <a:lnTo>
                  <a:pt x="97909" y="144610"/>
                </a:lnTo>
                <a:lnTo>
                  <a:pt x="95789" y="144038"/>
                </a:lnTo>
                <a:close/>
                <a:moveTo>
                  <a:pt x="215285" y="165785"/>
                </a:moveTo>
                <a:lnTo>
                  <a:pt x="217053" y="167269"/>
                </a:lnTo>
                <a:lnTo>
                  <a:pt x="214401" y="166527"/>
                </a:lnTo>
                <a:close/>
                <a:moveTo>
                  <a:pt x="84878" y="157548"/>
                </a:moveTo>
                <a:lnTo>
                  <a:pt x="85959" y="157873"/>
                </a:lnTo>
                <a:lnTo>
                  <a:pt x="84338" y="157711"/>
                </a:lnTo>
                <a:close/>
                <a:moveTo>
                  <a:pt x="268771" y="260922"/>
                </a:moveTo>
                <a:lnTo>
                  <a:pt x="269696" y="261591"/>
                </a:lnTo>
                <a:lnTo>
                  <a:pt x="268308" y="261257"/>
                </a:lnTo>
                <a:close/>
                <a:moveTo>
                  <a:pt x="17213" y="141957"/>
                </a:moveTo>
                <a:lnTo>
                  <a:pt x="19279" y="142486"/>
                </a:lnTo>
                <a:lnTo>
                  <a:pt x="16180" y="142222"/>
                </a:lnTo>
                <a:close/>
                <a:moveTo>
                  <a:pt x="74685" y="55334"/>
                </a:moveTo>
                <a:lnTo>
                  <a:pt x="76049" y="56085"/>
                </a:lnTo>
                <a:lnTo>
                  <a:pt x="74003" y="55710"/>
                </a:lnTo>
                <a:close/>
                <a:moveTo>
                  <a:pt x="115462" y="200179"/>
                </a:moveTo>
                <a:lnTo>
                  <a:pt x="116257" y="201573"/>
                </a:lnTo>
                <a:lnTo>
                  <a:pt x="115064" y="200876"/>
                </a:lnTo>
                <a:close/>
                <a:moveTo>
                  <a:pt x="4736" y="223513"/>
                </a:moveTo>
                <a:lnTo>
                  <a:pt x="6023" y="225000"/>
                </a:lnTo>
                <a:lnTo>
                  <a:pt x="4092" y="224257"/>
                </a:lnTo>
                <a:close/>
                <a:moveTo>
                  <a:pt x="97644" y="33041"/>
                </a:moveTo>
                <a:lnTo>
                  <a:pt x="98064" y="34024"/>
                </a:lnTo>
                <a:lnTo>
                  <a:pt x="97434" y="33533"/>
                </a:lnTo>
                <a:close/>
                <a:moveTo>
                  <a:pt x="216941" y="50241"/>
                </a:moveTo>
                <a:lnTo>
                  <a:pt x="218788" y="51976"/>
                </a:lnTo>
                <a:lnTo>
                  <a:pt x="216017" y="51108"/>
                </a:lnTo>
                <a:close/>
                <a:moveTo>
                  <a:pt x="207683" y="60496"/>
                </a:moveTo>
                <a:lnTo>
                  <a:pt x="209517" y="61845"/>
                </a:lnTo>
                <a:lnTo>
                  <a:pt x="206765" y="61171"/>
                </a:lnTo>
                <a:close/>
                <a:moveTo>
                  <a:pt x="195153" y="54450"/>
                </a:moveTo>
                <a:lnTo>
                  <a:pt x="196067" y="56158"/>
                </a:lnTo>
                <a:lnTo>
                  <a:pt x="194696" y="55304"/>
                </a:lnTo>
                <a:close/>
                <a:moveTo>
                  <a:pt x="175150" y="77088"/>
                </a:moveTo>
                <a:lnTo>
                  <a:pt x="177273" y="78561"/>
                </a:lnTo>
                <a:lnTo>
                  <a:pt x="174089" y="77824"/>
                </a:lnTo>
                <a:close/>
                <a:moveTo>
                  <a:pt x="169180" y="225467"/>
                </a:moveTo>
                <a:lnTo>
                  <a:pt x="171217" y="225957"/>
                </a:lnTo>
                <a:lnTo>
                  <a:pt x="168161" y="225712"/>
                </a:lnTo>
                <a:close/>
                <a:moveTo>
                  <a:pt x="277514" y="209467"/>
                </a:moveTo>
                <a:lnTo>
                  <a:pt x="278026" y="210837"/>
                </a:lnTo>
                <a:lnTo>
                  <a:pt x="277257" y="210152"/>
                </a:lnTo>
                <a:close/>
                <a:moveTo>
                  <a:pt x="214874" y="125396"/>
                </a:moveTo>
                <a:lnTo>
                  <a:pt x="215693" y="126384"/>
                </a:lnTo>
                <a:lnTo>
                  <a:pt x="214464" y="125890"/>
                </a:lnTo>
                <a:close/>
                <a:moveTo>
                  <a:pt x="124896" y="43506"/>
                </a:moveTo>
                <a:lnTo>
                  <a:pt x="126559" y="43877"/>
                </a:lnTo>
                <a:lnTo>
                  <a:pt x="124064" y="43691"/>
                </a:lnTo>
                <a:close/>
                <a:moveTo>
                  <a:pt x="40152" y="21230"/>
                </a:moveTo>
                <a:lnTo>
                  <a:pt x="42021" y="22370"/>
                </a:lnTo>
                <a:lnTo>
                  <a:pt x="39218" y="21800"/>
                </a:lnTo>
                <a:close/>
                <a:moveTo>
                  <a:pt x="251352" y="7440"/>
                </a:moveTo>
                <a:lnTo>
                  <a:pt x="251929" y="9188"/>
                </a:lnTo>
                <a:lnTo>
                  <a:pt x="251063" y="8314"/>
                </a:lnTo>
                <a:close/>
                <a:moveTo>
                  <a:pt x="88095" y="242612"/>
                </a:moveTo>
                <a:lnTo>
                  <a:pt x="88692" y="244377"/>
                </a:lnTo>
                <a:lnTo>
                  <a:pt x="87797" y="243495"/>
                </a:lnTo>
                <a:close/>
                <a:moveTo>
                  <a:pt x="236944" y="142440"/>
                </a:moveTo>
                <a:lnTo>
                  <a:pt x="237720" y="144114"/>
                </a:lnTo>
                <a:lnTo>
                  <a:pt x="236555" y="143277"/>
                </a:lnTo>
                <a:close/>
                <a:moveTo>
                  <a:pt x="15954" y="273681"/>
                </a:moveTo>
                <a:lnTo>
                  <a:pt x="17280" y="274303"/>
                </a:lnTo>
                <a:lnTo>
                  <a:pt x="15291" y="273992"/>
                </a:lnTo>
                <a:close/>
                <a:moveTo>
                  <a:pt x="226287" y="72997"/>
                </a:moveTo>
                <a:lnTo>
                  <a:pt x="227595" y="73574"/>
                </a:lnTo>
                <a:lnTo>
                  <a:pt x="225632" y="73285"/>
                </a:lnTo>
                <a:close/>
                <a:moveTo>
                  <a:pt x="243673" y="27138"/>
                </a:moveTo>
                <a:lnTo>
                  <a:pt x="244532" y="27953"/>
                </a:lnTo>
                <a:lnTo>
                  <a:pt x="243243" y="27545"/>
                </a:lnTo>
                <a:close/>
                <a:moveTo>
                  <a:pt x="189098" y="86687"/>
                </a:moveTo>
                <a:lnTo>
                  <a:pt x="190648" y="87355"/>
                </a:lnTo>
                <a:lnTo>
                  <a:pt x="188324" y="87021"/>
                </a:lnTo>
                <a:close/>
                <a:moveTo>
                  <a:pt x="220028" y="241592"/>
                </a:moveTo>
                <a:lnTo>
                  <a:pt x="220598" y="242033"/>
                </a:lnTo>
                <a:lnTo>
                  <a:pt x="219743" y="241813"/>
                </a:lnTo>
                <a:close/>
                <a:moveTo>
                  <a:pt x="7548" y="63250"/>
                </a:moveTo>
                <a:lnTo>
                  <a:pt x="8876" y="63643"/>
                </a:lnTo>
                <a:lnTo>
                  <a:pt x="6884" y="63446"/>
                </a:lnTo>
                <a:close/>
                <a:moveTo>
                  <a:pt x="131433" y="89081"/>
                </a:moveTo>
                <a:lnTo>
                  <a:pt x="132636" y="89902"/>
                </a:lnTo>
                <a:lnTo>
                  <a:pt x="130832" y="89491"/>
                </a:lnTo>
                <a:close/>
                <a:moveTo>
                  <a:pt x="241264" y="134744"/>
                </a:moveTo>
                <a:lnTo>
                  <a:pt x="241624" y="136331"/>
                </a:lnTo>
                <a:lnTo>
                  <a:pt x="241084" y="135538"/>
                </a:lnTo>
                <a:close/>
                <a:moveTo>
                  <a:pt x="189200" y="72468"/>
                </a:moveTo>
                <a:lnTo>
                  <a:pt x="190132" y="73698"/>
                </a:lnTo>
                <a:lnTo>
                  <a:pt x="188734" y="73083"/>
                </a:lnTo>
                <a:close/>
                <a:moveTo>
                  <a:pt x="253518" y="154479"/>
                </a:moveTo>
                <a:lnTo>
                  <a:pt x="254073" y="156272"/>
                </a:lnTo>
                <a:lnTo>
                  <a:pt x="253240" y="155376"/>
                </a:lnTo>
                <a:close/>
                <a:moveTo>
                  <a:pt x="258241" y="91953"/>
                </a:moveTo>
                <a:lnTo>
                  <a:pt x="258596" y="92729"/>
                </a:lnTo>
                <a:lnTo>
                  <a:pt x="258063" y="92341"/>
                </a:lnTo>
                <a:close/>
                <a:moveTo>
                  <a:pt x="32224" y="205591"/>
                </a:moveTo>
                <a:lnTo>
                  <a:pt x="33884" y="207019"/>
                </a:lnTo>
                <a:lnTo>
                  <a:pt x="31394" y="206305"/>
                </a:lnTo>
                <a:close/>
                <a:moveTo>
                  <a:pt x="60941" y="26328"/>
                </a:moveTo>
                <a:lnTo>
                  <a:pt x="61963" y="26649"/>
                </a:lnTo>
                <a:lnTo>
                  <a:pt x="60431" y="26488"/>
                </a:lnTo>
                <a:close/>
                <a:moveTo>
                  <a:pt x="61284" y="77020"/>
                </a:moveTo>
                <a:lnTo>
                  <a:pt x="63278" y="77807"/>
                </a:lnTo>
                <a:lnTo>
                  <a:pt x="60287" y="77413"/>
                </a:lnTo>
                <a:close/>
                <a:moveTo>
                  <a:pt x="1150" y="155138"/>
                </a:moveTo>
                <a:lnTo>
                  <a:pt x="1644" y="156075"/>
                </a:lnTo>
                <a:lnTo>
                  <a:pt x="904" y="155606"/>
                </a:lnTo>
                <a:close/>
                <a:moveTo>
                  <a:pt x="248553" y="260452"/>
                </a:moveTo>
                <a:lnTo>
                  <a:pt x="250341" y="261847"/>
                </a:lnTo>
                <a:lnTo>
                  <a:pt x="247659" y="261149"/>
                </a:lnTo>
                <a:close/>
                <a:moveTo>
                  <a:pt x="67516" y="59079"/>
                </a:moveTo>
                <a:lnTo>
                  <a:pt x="68438" y="59915"/>
                </a:lnTo>
                <a:lnTo>
                  <a:pt x="67054" y="59497"/>
                </a:lnTo>
                <a:close/>
                <a:moveTo>
                  <a:pt x="126630" y="76268"/>
                </a:moveTo>
                <a:lnTo>
                  <a:pt x="127973" y="76994"/>
                </a:lnTo>
                <a:lnTo>
                  <a:pt x="125959" y="76631"/>
                </a:lnTo>
                <a:close/>
                <a:moveTo>
                  <a:pt x="18021" y="219676"/>
                </a:moveTo>
                <a:lnTo>
                  <a:pt x="19240" y="220547"/>
                </a:lnTo>
                <a:lnTo>
                  <a:pt x="17412" y="220112"/>
                </a:lnTo>
                <a:close/>
                <a:moveTo>
                  <a:pt x="89412" y="24250"/>
                </a:moveTo>
                <a:lnTo>
                  <a:pt x="90721" y="25876"/>
                </a:lnTo>
                <a:lnTo>
                  <a:pt x="88757" y="25063"/>
                </a:lnTo>
                <a:close/>
                <a:moveTo>
                  <a:pt x="9815" y="250977"/>
                </a:moveTo>
                <a:lnTo>
                  <a:pt x="11904" y="251579"/>
                </a:lnTo>
                <a:lnTo>
                  <a:pt x="8771" y="251278"/>
                </a:lnTo>
                <a:close/>
                <a:moveTo>
                  <a:pt x="171428" y="176636"/>
                </a:moveTo>
                <a:lnTo>
                  <a:pt x="172883" y="178106"/>
                </a:lnTo>
                <a:lnTo>
                  <a:pt x="170701" y="177371"/>
                </a:lnTo>
                <a:close/>
                <a:moveTo>
                  <a:pt x="236277" y="43220"/>
                </a:moveTo>
                <a:lnTo>
                  <a:pt x="237801" y="43606"/>
                </a:lnTo>
                <a:lnTo>
                  <a:pt x="235515" y="43413"/>
                </a:lnTo>
                <a:close/>
                <a:moveTo>
                  <a:pt x="266413" y="8738"/>
                </a:moveTo>
                <a:lnTo>
                  <a:pt x="267474" y="9983"/>
                </a:lnTo>
                <a:lnTo>
                  <a:pt x="265883" y="9361"/>
                </a:lnTo>
                <a:close/>
                <a:moveTo>
                  <a:pt x="212432" y="8581"/>
                </a:moveTo>
                <a:lnTo>
                  <a:pt x="213876" y="9122"/>
                </a:lnTo>
                <a:lnTo>
                  <a:pt x="211710" y="8852"/>
                </a:lnTo>
                <a:close/>
                <a:moveTo>
                  <a:pt x="106118" y="237676"/>
                </a:moveTo>
                <a:lnTo>
                  <a:pt x="106831" y="238820"/>
                </a:lnTo>
                <a:lnTo>
                  <a:pt x="105762" y="238248"/>
                </a:lnTo>
                <a:close/>
                <a:moveTo>
                  <a:pt x="96961" y="262815"/>
                </a:moveTo>
                <a:lnTo>
                  <a:pt x="97400" y="263309"/>
                </a:lnTo>
                <a:lnTo>
                  <a:pt x="96741" y="263062"/>
                </a:lnTo>
                <a:close/>
                <a:moveTo>
                  <a:pt x="24505" y="233430"/>
                </a:moveTo>
                <a:lnTo>
                  <a:pt x="26327" y="234397"/>
                </a:lnTo>
                <a:lnTo>
                  <a:pt x="23594" y="233914"/>
                </a:lnTo>
                <a:close/>
                <a:moveTo>
                  <a:pt x="56524" y="284710"/>
                </a:moveTo>
                <a:lnTo>
                  <a:pt x="57390" y="286300"/>
                </a:lnTo>
                <a:lnTo>
                  <a:pt x="56090" y="285505"/>
                </a:lnTo>
                <a:close/>
                <a:moveTo>
                  <a:pt x="113292" y="36917"/>
                </a:moveTo>
                <a:lnTo>
                  <a:pt x="113946" y="38029"/>
                </a:lnTo>
                <a:lnTo>
                  <a:pt x="112965" y="37473"/>
                </a:lnTo>
                <a:close/>
                <a:moveTo>
                  <a:pt x="99715" y="110319"/>
                </a:moveTo>
                <a:lnTo>
                  <a:pt x="100268" y="111455"/>
                </a:lnTo>
                <a:lnTo>
                  <a:pt x="99438" y="110887"/>
                </a:lnTo>
                <a:close/>
                <a:moveTo>
                  <a:pt x="106749" y="101754"/>
                </a:moveTo>
                <a:lnTo>
                  <a:pt x="107926" y="102984"/>
                </a:lnTo>
                <a:lnTo>
                  <a:pt x="106160" y="102369"/>
                </a:lnTo>
                <a:close/>
                <a:moveTo>
                  <a:pt x="223691" y="264863"/>
                </a:moveTo>
                <a:lnTo>
                  <a:pt x="224745" y="266163"/>
                </a:lnTo>
                <a:lnTo>
                  <a:pt x="223165" y="265513"/>
                </a:lnTo>
                <a:close/>
                <a:moveTo>
                  <a:pt x="19392" y="268336"/>
                </a:moveTo>
                <a:lnTo>
                  <a:pt x="20666" y="270010"/>
                </a:lnTo>
                <a:lnTo>
                  <a:pt x="18755" y="269173"/>
                </a:lnTo>
                <a:close/>
                <a:moveTo>
                  <a:pt x="182422" y="62994"/>
                </a:moveTo>
                <a:lnTo>
                  <a:pt x="184301" y="64455"/>
                </a:lnTo>
                <a:lnTo>
                  <a:pt x="181482" y="63725"/>
                </a:lnTo>
                <a:close/>
                <a:moveTo>
                  <a:pt x="116770" y="194047"/>
                </a:moveTo>
                <a:lnTo>
                  <a:pt x="117714" y="195240"/>
                </a:lnTo>
                <a:lnTo>
                  <a:pt x="116297" y="194644"/>
                </a:lnTo>
                <a:close/>
                <a:moveTo>
                  <a:pt x="44448" y="180116"/>
                </a:moveTo>
                <a:lnTo>
                  <a:pt x="45365" y="180880"/>
                </a:lnTo>
                <a:lnTo>
                  <a:pt x="43990" y="180498"/>
                </a:lnTo>
                <a:close/>
                <a:moveTo>
                  <a:pt x="121003" y="274745"/>
                </a:moveTo>
                <a:lnTo>
                  <a:pt x="121770" y="275560"/>
                </a:lnTo>
                <a:lnTo>
                  <a:pt x="120619" y="275153"/>
                </a:lnTo>
                <a:close/>
                <a:moveTo>
                  <a:pt x="217983" y="29093"/>
                </a:moveTo>
                <a:lnTo>
                  <a:pt x="219700" y="30703"/>
                </a:lnTo>
                <a:lnTo>
                  <a:pt x="217124" y="29898"/>
                </a:lnTo>
                <a:close/>
                <a:moveTo>
                  <a:pt x="34057" y="131435"/>
                </a:moveTo>
                <a:lnTo>
                  <a:pt x="34705" y="133179"/>
                </a:lnTo>
                <a:lnTo>
                  <a:pt x="33734" y="132307"/>
                </a:lnTo>
                <a:close/>
                <a:moveTo>
                  <a:pt x="197352" y="170075"/>
                </a:moveTo>
                <a:lnTo>
                  <a:pt x="199214" y="170387"/>
                </a:lnTo>
                <a:lnTo>
                  <a:pt x="196422" y="170231"/>
                </a:lnTo>
                <a:close/>
                <a:moveTo>
                  <a:pt x="172011" y="71005"/>
                </a:moveTo>
                <a:lnTo>
                  <a:pt x="173642" y="72483"/>
                </a:lnTo>
                <a:lnTo>
                  <a:pt x="171196" y="71744"/>
                </a:lnTo>
                <a:close/>
                <a:moveTo>
                  <a:pt x="48145" y="46095"/>
                </a:moveTo>
                <a:lnTo>
                  <a:pt x="49384" y="46667"/>
                </a:lnTo>
                <a:lnTo>
                  <a:pt x="47525" y="46381"/>
                </a:lnTo>
                <a:close/>
                <a:moveTo>
                  <a:pt x="97439" y="136175"/>
                </a:moveTo>
                <a:lnTo>
                  <a:pt x="98675" y="136792"/>
                </a:lnTo>
                <a:lnTo>
                  <a:pt x="96820" y="136483"/>
                </a:lnTo>
                <a:close/>
                <a:moveTo>
                  <a:pt x="56149" y="56678"/>
                </a:moveTo>
                <a:lnTo>
                  <a:pt x="57061" y="57102"/>
                </a:lnTo>
                <a:lnTo>
                  <a:pt x="55693" y="56890"/>
                </a:lnTo>
                <a:close/>
                <a:moveTo>
                  <a:pt x="90814" y="29593"/>
                </a:moveTo>
                <a:lnTo>
                  <a:pt x="92327" y="30542"/>
                </a:lnTo>
                <a:lnTo>
                  <a:pt x="90057" y="30067"/>
                </a:lnTo>
                <a:close/>
                <a:moveTo>
                  <a:pt x="55860" y="269363"/>
                </a:moveTo>
                <a:lnTo>
                  <a:pt x="56867" y="270240"/>
                </a:lnTo>
                <a:lnTo>
                  <a:pt x="55357" y="269802"/>
                </a:lnTo>
                <a:close/>
                <a:moveTo>
                  <a:pt x="217290" y="220253"/>
                </a:moveTo>
                <a:lnTo>
                  <a:pt x="219334" y="221644"/>
                </a:lnTo>
                <a:lnTo>
                  <a:pt x="216268" y="220948"/>
                </a:lnTo>
                <a:close/>
                <a:moveTo>
                  <a:pt x="251505" y="107469"/>
                </a:moveTo>
                <a:lnTo>
                  <a:pt x="252027" y="108449"/>
                </a:lnTo>
                <a:lnTo>
                  <a:pt x="251244" y="107959"/>
                </a:lnTo>
                <a:close/>
                <a:moveTo>
                  <a:pt x="216821" y="264608"/>
                </a:moveTo>
                <a:lnTo>
                  <a:pt x="218418" y="265775"/>
                </a:lnTo>
                <a:lnTo>
                  <a:pt x="216023" y="265191"/>
                </a:lnTo>
                <a:close/>
                <a:moveTo>
                  <a:pt x="220175" y="277305"/>
                </a:moveTo>
                <a:lnTo>
                  <a:pt x="220839" y="277948"/>
                </a:lnTo>
                <a:lnTo>
                  <a:pt x="219842" y="277627"/>
                </a:lnTo>
                <a:close/>
                <a:moveTo>
                  <a:pt x="187266" y="52567"/>
                </a:moveTo>
                <a:lnTo>
                  <a:pt x="188111" y="54304"/>
                </a:lnTo>
                <a:lnTo>
                  <a:pt x="186843" y="53436"/>
                </a:lnTo>
                <a:close/>
                <a:moveTo>
                  <a:pt x="21282" y="38051"/>
                </a:moveTo>
                <a:lnTo>
                  <a:pt x="23293" y="38385"/>
                </a:lnTo>
                <a:lnTo>
                  <a:pt x="20276" y="38218"/>
                </a:lnTo>
                <a:close/>
                <a:moveTo>
                  <a:pt x="168182" y="138742"/>
                </a:moveTo>
                <a:lnTo>
                  <a:pt x="170338" y="139708"/>
                </a:lnTo>
                <a:lnTo>
                  <a:pt x="167105" y="139225"/>
                </a:lnTo>
                <a:close/>
                <a:moveTo>
                  <a:pt x="69801" y="24831"/>
                </a:moveTo>
                <a:lnTo>
                  <a:pt x="70363" y="25704"/>
                </a:lnTo>
                <a:lnTo>
                  <a:pt x="69519" y="25267"/>
                </a:lnTo>
                <a:close/>
                <a:moveTo>
                  <a:pt x="84005" y="135199"/>
                </a:moveTo>
                <a:lnTo>
                  <a:pt x="85366" y="136356"/>
                </a:lnTo>
                <a:lnTo>
                  <a:pt x="83325" y="135777"/>
                </a:lnTo>
                <a:close/>
                <a:moveTo>
                  <a:pt x="174990" y="103856"/>
                </a:moveTo>
                <a:lnTo>
                  <a:pt x="176857" y="105520"/>
                </a:lnTo>
                <a:lnTo>
                  <a:pt x="174056" y="104688"/>
                </a:lnTo>
                <a:close/>
                <a:moveTo>
                  <a:pt x="90871" y="268748"/>
                </a:moveTo>
                <a:lnTo>
                  <a:pt x="91906" y="270252"/>
                </a:lnTo>
                <a:lnTo>
                  <a:pt x="90354" y="269500"/>
                </a:lnTo>
                <a:close/>
                <a:moveTo>
                  <a:pt x="139382" y="132460"/>
                </a:moveTo>
                <a:lnTo>
                  <a:pt x="140189" y="133664"/>
                </a:lnTo>
                <a:lnTo>
                  <a:pt x="138978" y="133062"/>
                </a:lnTo>
                <a:close/>
                <a:moveTo>
                  <a:pt x="15581" y="105921"/>
                </a:moveTo>
                <a:lnTo>
                  <a:pt x="17738" y="107497"/>
                </a:lnTo>
                <a:lnTo>
                  <a:pt x="14503" y="106709"/>
                </a:lnTo>
                <a:close/>
                <a:moveTo>
                  <a:pt x="12268" y="221163"/>
                </a:moveTo>
                <a:lnTo>
                  <a:pt x="12630" y="222510"/>
                </a:lnTo>
                <a:lnTo>
                  <a:pt x="12087" y="221836"/>
                </a:lnTo>
                <a:close/>
                <a:moveTo>
                  <a:pt x="175978" y="283298"/>
                </a:moveTo>
                <a:lnTo>
                  <a:pt x="176839" y="284373"/>
                </a:lnTo>
                <a:lnTo>
                  <a:pt x="175547" y="283836"/>
                </a:lnTo>
                <a:close/>
                <a:moveTo>
                  <a:pt x="88066" y="216527"/>
                </a:moveTo>
                <a:lnTo>
                  <a:pt x="88901" y="216870"/>
                </a:lnTo>
                <a:lnTo>
                  <a:pt x="87648" y="216699"/>
                </a:lnTo>
                <a:close/>
                <a:moveTo>
                  <a:pt x="271520" y="93495"/>
                </a:moveTo>
                <a:lnTo>
                  <a:pt x="273294" y="94143"/>
                </a:lnTo>
                <a:lnTo>
                  <a:pt x="270633" y="93819"/>
                </a:lnTo>
                <a:close/>
                <a:moveTo>
                  <a:pt x="58186" y="130471"/>
                </a:moveTo>
                <a:lnTo>
                  <a:pt x="59226" y="130861"/>
                </a:lnTo>
                <a:lnTo>
                  <a:pt x="57666" y="130666"/>
                </a:lnTo>
                <a:close/>
                <a:moveTo>
                  <a:pt x="223827" y="199616"/>
                </a:moveTo>
                <a:lnTo>
                  <a:pt x="224854" y="201107"/>
                </a:lnTo>
                <a:lnTo>
                  <a:pt x="223314" y="200362"/>
                </a:lnTo>
                <a:close/>
                <a:moveTo>
                  <a:pt x="159129" y="41066"/>
                </a:moveTo>
                <a:lnTo>
                  <a:pt x="160056" y="42724"/>
                </a:lnTo>
                <a:lnTo>
                  <a:pt x="158665" y="41895"/>
                </a:lnTo>
                <a:close/>
                <a:moveTo>
                  <a:pt x="237515" y="110123"/>
                </a:moveTo>
                <a:lnTo>
                  <a:pt x="238716" y="110841"/>
                </a:lnTo>
                <a:lnTo>
                  <a:pt x="236915" y="110482"/>
                </a:lnTo>
                <a:close/>
                <a:moveTo>
                  <a:pt x="165794" y="7731"/>
                </a:moveTo>
                <a:lnTo>
                  <a:pt x="166542" y="8320"/>
                </a:lnTo>
                <a:lnTo>
                  <a:pt x="165420" y="8025"/>
                </a:lnTo>
                <a:close/>
                <a:moveTo>
                  <a:pt x="179883" y="279470"/>
                </a:moveTo>
                <a:lnTo>
                  <a:pt x="181388" y="281090"/>
                </a:lnTo>
                <a:lnTo>
                  <a:pt x="179131" y="280280"/>
                </a:lnTo>
                <a:close/>
                <a:moveTo>
                  <a:pt x="150122" y="85689"/>
                </a:moveTo>
                <a:lnTo>
                  <a:pt x="152320" y="86920"/>
                </a:lnTo>
                <a:lnTo>
                  <a:pt x="149023" y="86304"/>
                </a:lnTo>
                <a:close/>
                <a:moveTo>
                  <a:pt x="7401" y="62736"/>
                </a:moveTo>
                <a:lnTo>
                  <a:pt x="8312" y="64052"/>
                </a:lnTo>
                <a:lnTo>
                  <a:pt x="6945" y="63394"/>
                </a:lnTo>
                <a:close/>
                <a:moveTo>
                  <a:pt x="232240" y="25615"/>
                </a:moveTo>
                <a:lnTo>
                  <a:pt x="234246" y="26598"/>
                </a:lnTo>
                <a:lnTo>
                  <a:pt x="231236" y="26106"/>
                </a:lnTo>
                <a:close/>
                <a:moveTo>
                  <a:pt x="171673" y="16050"/>
                </a:moveTo>
                <a:lnTo>
                  <a:pt x="172980" y="17072"/>
                </a:lnTo>
                <a:lnTo>
                  <a:pt x="171019" y="16561"/>
                </a:lnTo>
                <a:close/>
                <a:moveTo>
                  <a:pt x="159776" y="79807"/>
                </a:moveTo>
                <a:lnTo>
                  <a:pt x="160946" y="80293"/>
                </a:lnTo>
                <a:lnTo>
                  <a:pt x="159191" y="80050"/>
                </a:lnTo>
                <a:close/>
                <a:moveTo>
                  <a:pt x="133140" y="92183"/>
                </a:moveTo>
                <a:lnTo>
                  <a:pt x="134552" y="93679"/>
                </a:lnTo>
                <a:lnTo>
                  <a:pt x="132433" y="92931"/>
                </a:lnTo>
                <a:close/>
                <a:moveTo>
                  <a:pt x="118602" y="109694"/>
                </a:moveTo>
                <a:lnTo>
                  <a:pt x="119555" y="111101"/>
                </a:lnTo>
                <a:lnTo>
                  <a:pt x="118125" y="110398"/>
                </a:lnTo>
                <a:close/>
                <a:moveTo>
                  <a:pt x="38310" y="117486"/>
                </a:moveTo>
                <a:lnTo>
                  <a:pt x="40301" y="118766"/>
                </a:lnTo>
                <a:lnTo>
                  <a:pt x="37314" y="118126"/>
                </a:lnTo>
                <a:close/>
                <a:moveTo>
                  <a:pt x="60147" y="8733"/>
                </a:moveTo>
                <a:lnTo>
                  <a:pt x="61224" y="10505"/>
                </a:lnTo>
                <a:lnTo>
                  <a:pt x="59608" y="9619"/>
                </a:lnTo>
                <a:close/>
                <a:moveTo>
                  <a:pt x="196790" y="182367"/>
                </a:moveTo>
                <a:lnTo>
                  <a:pt x="198093" y="182985"/>
                </a:lnTo>
                <a:lnTo>
                  <a:pt x="196138" y="182676"/>
                </a:lnTo>
                <a:close/>
                <a:moveTo>
                  <a:pt x="5048" y="81141"/>
                </a:moveTo>
                <a:lnTo>
                  <a:pt x="7028" y="81578"/>
                </a:lnTo>
                <a:lnTo>
                  <a:pt x="4058" y="81359"/>
                </a:lnTo>
                <a:close/>
                <a:moveTo>
                  <a:pt x="22338" y="162828"/>
                </a:moveTo>
                <a:lnTo>
                  <a:pt x="23820" y="163231"/>
                </a:lnTo>
                <a:lnTo>
                  <a:pt x="21597" y="163029"/>
                </a:lnTo>
                <a:close/>
                <a:moveTo>
                  <a:pt x="108455" y="188226"/>
                </a:moveTo>
                <a:lnTo>
                  <a:pt x="110374" y="188682"/>
                </a:lnTo>
                <a:lnTo>
                  <a:pt x="107496" y="188454"/>
                </a:lnTo>
                <a:close/>
                <a:moveTo>
                  <a:pt x="214211" y="215261"/>
                </a:moveTo>
                <a:lnTo>
                  <a:pt x="214566" y="216857"/>
                </a:lnTo>
                <a:lnTo>
                  <a:pt x="214033" y="216059"/>
                </a:lnTo>
                <a:close/>
                <a:moveTo>
                  <a:pt x="19229" y="37462"/>
                </a:moveTo>
                <a:lnTo>
                  <a:pt x="20968" y="38123"/>
                </a:lnTo>
                <a:lnTo>
                  <a:pt x="18359" y="37793"/>
                </a:lnTo>
                <a:close/>
                <a:moveTo>
                  <a:pt x="134248" y="188614"/>
                </a:moveTo>
                <a:lnTo>
                  <a:pt x="135926" y="189101"/>
                </a:lnTo>
                <a:lnTo>
                  <a:pt x="133409" y="188858"/>
                </a:lnTo>
                <a:close/>
                <a:moveTo>
                  <a:pt x="30664" y="129005"/>
                </a:moveTo>
                <a:lnTo>
                  <a:pt x="32833" y="129437"/>
                </a:lnTo>
                <a:lnTo>
                  <a:pt x="29579" y="129221"/>
                </a:lnTo>
                <a:close/>
                <a:moveTo>
                  <a:pt x="112626" y="39243"/>
                </a:moveTo>
                <a:lnTo>
                  <a:pt x="113659" y="39691"/>
                </a:lnTo>
                <a:lnTo>
                  <a:pt x="112109" y="39467"/>
                </a:lnTo>
                <a:close/>
                <a:moveTo>
                  <a:pt x="41647" y="60371"/>
                </a:moveTo>
                <a:lnTo>
                  <a:pt x="43580" y="61246"/>
                </a:lnTo>
                <a:lnTo>
                  <a:pt x="40681" y="60808"/>
                </a:lnTo>
                <a:close/>
                <a:moveTo>
                  <a:pt x="22909" y="49190"/>
                </a:moveTo>
                <a:lnTo>
                  <a:pt x="24114" y="50793"/>
                </a:lnTo>
                <a:lnTo>
                  <a:pt x="22307" y="49992"/>
                </a:lnTo>
                <a:close/>
                <a:moveTo>
                  <a:pt x="67685" y="4799"/>
                </a:moveTo>
                <a:lnTo>
                  <a:pt x="69874" y="5728"/>
                </a:lnTo>
                <a:lnTo>
                  <a:pt x="66590" y="5264"/>
                </a:lnTo>
                <a:close/>
                <a:moveTo>
                  <a:pt x="155220" y="189709"/>
                </a:moveTo>
                <a:lnTo>
                  <a:pt x="157298" y="190939"/>
                </a:lnTo>
                <a:lnTo>
                  <a:pt x="154181" y="190324"/>
                </a:lnTo>
                <a:close/>
                <a:moveTo>
                  <a:pt x="113806" y="237963"/>
                </a:moveTo>
                <a:lnTo>
                  <a:pt x="114932" y="238834"/>
                </a:lnTo>
                <a:lnTo>
                  <a:pt x="113242" y="238399"/>
                </a:lnTo>
                <a:close/>
                <a:moveTo>
                  <a:pt x="9748" y="6312"/>
                </a:moveTo>
                <a:lnTo>
                  <a:pt x="11067" y="8001"/>
                </a:lnTo>
                <a:lnTo>
                  <a:pt x="9089" y="7157"/>
                </a:lnTo>
                <a:close/>
                <a:moveTo>
                  <a:pt x="67295" y="49356"/>
                </a:moveTo>
                <a:lnTo>
                  <a:pt x="68808" y="50761"/>
                </a:lnTo>
                <a:lnTo>
                  <a:pt x="66539" y="50058"/>
                </a:lnTo>
                <a:close/>
                <a:moveTo>
                  <a:pt x="46300" y="227351"/>
                </a:moveTo>
                <a:lnTo>
                  <a:pt x="48329" y="229136"/>
                </a:lnTo>
                <a:lnTo>
                  <a:pt x="45286" y="228243"/>
                </a:lnTo>
                <a:close/>
                <a:moveTo>
                  <a:pt x="202846" y="73069"/>
                </a:moveTo>
                <a:lnTo>
                  <a:pt x="204473" y="74533"/>
                </a:lnTo>
                <a:lnTo>
                  <a:pt x="202032" y="73801"/>
                </a:lnTo>
                <a:close/>
                <a:moveTo>
                  <a:pt x="261588" y="183833"/>
                </a:moveTo>
                <a:lnTo>
                  <a:pt x="263313" y="185106"/>
                </a:lnTo>
                <a:lnTo>
                  <a:pt x="260725" y="184469"/>
                </a:lnTo>
                <a:close/>
                <a:moveTo>
                  <a:pt x="146609" y="138515"/>
                </a:moveTo>
                <a:lnTo>
                  <a:pt x="147581" y="138916"/>
                </a:lnTo>
                <a:lnTo>
                  <a:pt x="146123" y="138716"/>
                </a:lnTo>
                <a:close/>
                <a:moveTo>
                  <a:pt x="158058" y="153147"/>
                </a:moveTo>
                <a:lnTo>
                  <a:pt x="160038" y="153458"/>
                </a:lnTo>
                <a:lnTo>
                  <a:pt x="157069" y="153303"/>
                </a:lnTo>
                <a:close/>
                <a:moveTo>
                  <a:pt x="97721" y="256677"/>
                </a:moveTo>
                <a:lnTo>
                  <a:pt x="99649" y="257334"/>
                </a:lnTo>
                <a:lnTo>
                  <a:pt x="96757" y="257006"/>
                </a:lnTo>
                <a:close/>
                <a:moveTo>
                  <a:pt x="21992" y="145083"/>
                </a:moveTo>
                <a:lnTo>
                  <a:pt x="22693" y="145519"/>
                </a:lnTo>
                <a:lnTo>
                  <a:pt x="21641" y="145301"/>
                </a:lnTo>
                <a:close/>
                <a:moveTo>
                  <a:pt x="229677" y="85546"/>
                </a:moveTo>
                <a:lnTo>
                  <a:pt x="231644" y="87024"/>
                </a:lnTo>
                <a:lnTo>
                  <a:pt x="228694" y="86285"/>
                </a:lnTo>
                <a:close/>
                <a:moveTo>
                  <a:pt x="151699" y="190710"/>
                </a:moveTo>
                <a:lnTo>
                  <a:pt x="152720" y="191077"/>
                </a:lnTo>
                <a:lnTo>
                  <a:pt x="151189" y="190893"/>
                </a:lnTo>
                <a:close/>
                <a:moveTo>
                  <a:pt x="101552" y="224091"/>
                </a:moveTo>
                <a:lnTo>
                  <a:pt x="103221" y="224883"/>
                </a:lnTo>
                <a:lnTo>
                  <a:pt x="100717" y="224487"/>
                </a:lnTo>
                <a:close/>
                <a:moveTo>
                  <a:pt x="25252" y="65513"/>
                </a:moveTo>
                <a:lnTo>
                  <a:pt x="26639" y="66077"/>
                </a:lnTo>
                <a:lnTo>
                  <a:pt x="24559" y="65795"/>
                </a:lnTo>
                <a:close/>
                <a:moveTo>
                  <a:pt x="208607" y="47403"/>
                </a:moveTo>
                <a:lnTo>
                  <a:pt x="210371" y="48113"/>
                </a:lnTo>
                <a:lnTo>
                  <a:pt x="207726" y="47758"/>
                </a:lnTo>
                <a:close/>
                <a:moveTo>
                  <a:pt x="110832" y="165716"/>
                </a:moveTo>
                <a:lnTo>
                  <a:pt x="112344" y="166692"/>
                </a:lnTo>
                <a:lnTo>
                  <a:pt x="110076" y="166204"/>
                </a:lnTo>
                <a:close/>
                <a:moveTo>
                  <a:pt x="257334" y="24923"/>
                </a:moveTo>
                <a:lnTo>
                  <a:pt x="259136" y="26280"/>
                </a:lnTo>
                <a:lnTo>
                  <a:pt x="256433" y="25602"/>
                </a:lnTo>
                <a:close/>
                <a:moveTo>
                  <a:pt x="138835" y="209750"/>
                </a:moveTo>
                <a:lnTo>
                  <a:pt x="139441" y="210503"/>
                </a:lnTo>
                <a:lnTo>
                  <a:pt x="138532" y="210127"/>
                </a:lnTo>
                <a:close/>
                <a:moveTo>
                  <a:pt x="221654" y="86408"/>
                </a:moveTo>
                <a:lnTo>
                  <a:pt x="223390" y="87072"/>
                </a:lnTo>
                <a:lnTo>
                  <a:pt x="220786" y="86740"/>
                </a:lnTo>
                <a:close/>
                <a:moveTo>
                  <a:pt x="262229" y="24095"/>
                </a:moveTo>
                <a:lnTo>
                  <a:pt x="263165" y="25249"/>
                </a:lnTo>
                <a:lnTo>
                  <a:pt x="261761" y="24672"/>
                </a:lnTo>
                <a:close/>
                <a:moveTo>
                  <a:pt x="216444" y="210884"/>
                </a:moveTo>
                <a:lnTo>
                  <a:pt x="216825" y="212180"/>
                </a:lnTo>
                <a:lnTo>
                  <a:pt x="216253" y="211532"/>
                </a:lnTo>
                <a:close/>
                <a:moveTo>
                  <a:pt x="24577" y="274965"/>
                </a:moveTo>
                <a:lnTo>
                  <a:pt x="25465" y="275821"/>
                </a:lnTo>
                <a:lnTo>
                  <a:pt x="24133" y="275393"/>
                </a:lnTo>
                <a:close/>
                <a:moveTo>
                  <a:pt x="6460" y="140995"/>
                </a:moveTo>
                <a:lnTo>
                  <a:pt x="7313" y="142465"/>
                </a:lnTo>
                <a:lnTo>
                  <a:pt x="6033" y="141730"/>
                </a:lnTo>
                <a:close/>
                <a:moveTo>
                  <a:pt x="228122" y="173991"/>
                </a:moveTo>
                <a:lnTo>
                  <a:pt x="229582" y="175408"/>
                </a:lnTo>
                <a:lnTo>
                  <a:pt x="227391" y="174699"/>
                </a:lnTo>
                <a:close/>
                <a:moveTo>
                  <a:pt x="183256" y="113153"/>
                </a:moveTo>
                <a:lnTo>
                  <a:pt x="184335" y="114264"/>
                </a:lnTo>
                <a:lnTo>
                  <a:pt x="182717" y="113708"/>
                </a:lnTo>
                <a:close/>
                <a:moveTo>
                  <a:pt x="241923" y="191932"/>
                </a:moveTo>
                <a:lnTo>
                  <a:pt x="243771" y="193228"/>
                </a:lnTo>
                <a:lnTo>
                  <a:pt x="240998" y="192580"/>
                </a:lnTo>
                <a:close/>
                <a:moveTo>
                  <a:pt x="61040" y="257577"/>
                </a:moveTo>
                <a:lnTo>
                  <a:pt x="62546" y="258767"/>
                </a:lnTo>
                <a:lnTo>
                  <a:pt x="60287" y="258172"/>
                </a:lnTo>
                <a:close/>
                <a:moveTo>
                  <a:pt x="60143" y="31822"/>
                </a:moveTo>
                <a:lnTo>
                  <a:pt x="60929" y="32160"/>
                </a:lnTo>
                <a:lnTo>
                  <a:pt x="59749" y="31991"/>
                </a:lnTo>
                <a:close/>
                <a:moveTo>
                  <a:pt x="63058" y="71894"/>
                </a:moveTo>
                <a:lnTo>
                  <a:pt x="63979" y="73457"/>
                </a:lnTo>
                <a:lnTo>
                  <a:pt x="62597" y="72676"/>
                </a:lnTo>
                <a:close/>
                <a:moveTo>
                  <a:pt x="36005" y="128446"/>
                </a:moveTo>
                <a:lnTo>
                  <a:pt x="36911" y="128962"/>
                </a:lnTo>
                <a:lnTo>
                  <a:pt x="35551" y="128704"/>
                </a:lnTo>
                <a:close/>
                <a:moveTo>
                  <a:pt x="152991" y="23606"/>
                </a:moveTo>
                <a:lnTo>
                  <a:pt x="154318" y="25133"/>
                </a:lnTo>
                <a:lnTo>
                  <a:pt x="152327" y="24369"/>
                </a:lnTo>
                <a:close/>
                <a:moveTo>
                  <a:pt x="226556" y="216473"/>
                </a:moveTo>
                <a:lnTo>
                  <a:pt x="228409" y="218167"/>
                </a:lnTo>
                <a:lnTo>
                  <a:pt x="225630" y="217320"/>
                </a:lnTo>
                <a:close/>
                <a:moveTo>
                  <a:pt x="142694" y="57822"/>
                </a:moveTo>
                <a:lnTo>
                  <a:pt x="143500" y="59223"/>
                </a:lnTo>
                <a:lnTo>
                  <a:pt x="142292" y="58522"/>
                </a:lnTo>
                <a:close/>
                <a:moveTo>
                  <a:pt x="285343" y="19655"/>
                </a:moveTo>
                <a:lnTo>
                  <a:pt x="285835" y="20902"/>
                </a:lnTo>
                <a:lnTo>
                  <a:pt x="285097" y="20278"/>
                </a:lnTo>
                <a:close/>
                <a:moveTo>
                  <a:pt x="205873" y="181656"/>
                </a:moveTo>
                <a:lnTo>
                  <a:pt x="207357" y="182950"/>
                </a:lnTo>
                <a:lnTo>
                  <a:pt x="205131" y="182303"/>
                </a:lnTo>
                <a:close/>
                <a:moveTo>
                  <a:pt x="103811" y="147910"/>
                </a:moveTo>
                <a:lnTo>
                  <a:pt x="105456" y="148935"/>
                </a:lnTo>
                <a:lnTo>
                  <a:pt x="102989" y="148422"/>
                </a:lnTo>
                <a:close/>
                <a:moveTo>
                  <a:pt x="122898" y="7088"/>
                </a:moveTo>
                <a:lnTo>
                  <a:pt x="124991" y="8114"/>
                </a:lnTo>
                <a:lnTo>
                  <a:pt x="121851" y="7601"/>
                </a:lnTo>
                <a:close/>
                <a:moveTo>
                  <a:pt x="262234" y="274549"/>
                </a:moveTo>
                <a:lnTo>
                  <a:pt x="264243" y="275855"/>
                </a:lnTo>
                <a:lnTo>
                  <a:pt x="261230" y="275202"/>
                </a:lnTo>
                <a:close/>
                <a:moveTo>
                  <a:pt x="109586" y="201837"/>
                </a:moveTo>
                <a:lnTo>
                  <a:pt x="110402" y="202446"/>
                </a:lnTo>
                <a:lnTo>
                  <a:pt x="109179" y="202142"/>
                </a:lnTo>
                <a:close/>
                <a:moveTo>
                  <a:pt x="277747" y="245671"/>
                </a:moveTo>
                <a:lnTo>
                  <a:pt x="278811" y="246493"/>
                </a:lnTo>
                <a:lnTo>
                  <a:pt x="277215" y="246082"/>
                </a:lnTo>
                <a:close/>
                <a:moveTo>
                  <a:pt x="27914" y="78031"/>
                </a:moveTo>
                <a:lnTo>
                  <a:pt x="29456" y="78402"/>
                </a:lnTo>
                <a:lnTo>
                  <a:pt x="27143" y="78216"/>
                </a:lnTo>
                <a:close/>
                <a:moveTo>
                  <a:pt x="136251" y="198142"/>
                </a:moveTo>
                <a:lnTo>
                  <a:pt x="137144" y="199873"/>
                </a:lnTo>
                <a:lnTo>
                  <a:pt x="135805" y="199008"/>
                </a:lnTo>
                <a:close/>
                <a:moveTo>
                  <a:pt x="244642" y="127670"/>
                </a:moveTo>
                <a:lnTo>
                  <a:pt x="245344" y="128405"/>
                </a:lnTo>
                <a:lnTo>
                  <a:pt x="244291" y="128038"/>
                </a:lnTo>
                <a:close/>
                <a:moveTo>
                  <a:pt x="18361" y="96469"/>
                </a:moveTo>
                <a:lnTo>
                  <a:pt x="19281" y="97272"/>
                </a:lnTo>
                <a:lnTo>
                  <a:pt x="17901" y="96871"/>
                </a:lnTo>
                <a:close/>
                <a:moveTo>
                  <a:pt x="17476" y="251932"/>
                </a:moveTo>
                <a:lnTo>
                  <a:pt x="17961" y="252810"/>
                </a:lnTo>
                <a:lnTo>
                  <a:pt x="17234" y="252371"/>
                </a:lnTo>
                <a:close/>
                <a:moveTo>
                  <a:pt x="108906" y="85939"/>
                </a:moveTo>
                <a:lnTo>
                  <a:pt x="110589" y="86968"/>
                </a:lnTo>
                <a:lnTo>
                  <a:pt x="108065" y="86454"/>
                </a:lnTo>
                <a:close/>
                <a:moveTo>
                  <a:pt x="46206" y="286800"/>
                </a:moveTo>
                <a:lnTo>
                  <a:pt x="46659" y="288264"/>
                </a:lnTo>
                <a:lnTo>
                  <a:pt x="45980" y="287532"/>
                </a:lnTo>
                <a:close/>
                <a:moveTo>
                  <a:pt x="252034" y="27515"/>
                </a:moveTo>
                <a:lnTo>
                  <a:pt x="253988" y="29168"/>
                </a:lnTo>
                <a:lnTo>
                  <a:pt x="251057" y="28342"/>
                </a:lnTo>
                <a:close/>
                <a:moveTo>
                  <a:pt x="237968" y="73591"/>
                </a:moveTo>
                <a:lnTo>
                  <a:pt x="239234" y="74460"/>
                </a:lnTo>
                <a:lnTo>
                  <a:pt x="237335" y="74025"/>
                </a:lnTo>
                <a:close/>
                <a:moveTo>
                  <a:pt x="2041" y="202703"/>
                </a:moveTo>
                <a:lnTo>
                  <a:pt x="2959" y="203251"/>
                </a:lnTo>
                <a:lnTo>
                  <a:pt x="1581" y="202977"/>
                </a:lnTo>
                <a:close/>
                <a:moveTo>
                  <a:pt x="247986" y="255220"/>
                </a:moveTo>
                <a:lnTo>
                  <a:pt x="248542" y="257013"/>
                </a:lnTo>
                <a:lnTo>
                  <a:pt x="247708" y="256116"/>
                </a:lnTo>
                <a:close/>
                <a:moveTo>
                  <a:pt x="39550" y="85695"/>
                </a:moveTo>
                <a:lnTo>
                  <a:pt x="40875" y="87309"/>
                </a:lnTo>
                <a:lnTo>
                  <a:pt x="38888" y="86502"/>
                </a:lnTo>
                <a:close/>
                <a:moveTo>
                  <a:pt x="89214" y="270310"/>
                </a:moveTo>
                <a:lnTo>
                  <a:pt x="90492" y="270678"/>
                </a:lnTo>
                <a:lnTo>
                  <a:pt x="88575" y="270494"/>
                </a:lnTo>
                <a:close/>
                <a:moveTo>
                  <a:pt x="185304" y="159430"/>
                </a:moveTo>
                <a:lnTo>
                  <a:pt x="185772" y="160823"/>
                </a:lnTo>
                <a:lnTo>
                  <a:pt x="185070" y="160126"/>
                </a:lnTo>
                <a:close/>
                <a:moveTo>
                  <a:pt x="65642" y="35799"/>
                </a:moveTo>
                <a:lnTo>
                  <a:pt x="66388" y="37122"/>
                </a:lnTo>
                <a:lnTo>
                  <a:pt x="65268" y="36461"/>
                </a:lnTo>
                <a:close/>
                <a:moveTo>
                  <a:pt x="145114" y="2899"/>
                </a:moveTo>
                <a:lnTo>
                  <a:pt x="145711" y="3273"/>
                </a:lnTo>
                <a:lnTo>
                  <a:pt x="144815" y="3086"/>
                </a:lnTo>
                <a:close/>
                <a:moveTo>
                  <a:pt x="271788" y="55099"/>
                </a:moveTo>
                <a:lnTo>
                  <a:pt x="273862" y="56576"/>
                </a:lnTo>
                <a:lnTo>
                  <a:pt x="270750" y="55838"/>
                </a:lnTo>
                <a:close/>
                <a:moveTo>
                  <a:pt x="193472" y="242488"/>
                </a:moveTo>
                <a:lnTo>
                  <a:pt x="195122" y="243839"/>
                </a:lnTo>
                <a:lnTo>
                  <a:pt x="192648" y="243164"/>
                </a:lnTo>
                <a:close/>
                <a:moveTo>
                  <a:pt x="140925" y="56308"/>
                </a:moveTo>
                <a:lnTo>
                  <a:pt x="142844" y="56871"/>
                </a:lnTo>
                <a:lnTo>
                  <a:pt x="139965" y="56589"/>
                </a:lnTo>
                <a:close/>
                <a:moveTo>
                  <a:pt x="50151" y="106243"/>
                </a:moveTo>
                <a:lnTo>
                  <a:pt x="50749" y="106914"/>
                </a:lnTo>
                <a:lnTo>
                  <a:pt x="49852" y="106578"/>
                </a:lnTo>
                <a:close/>
                <a:moveTo>
                  <a:pt x="92433" y="58373"/>
                </a:moveTo>
                <a:lnTo>
                  <a:pt x="92799" y="59273"/>
                </a:lnTo>
                <a:lnTo>
                  <a:pt x="92250" y="58823"/>
                </a:lnTo>
                <a:close/>
                <a:moveTo>
                  <a:pt x="68650" y="203151"/>
                </a:moveTo>
                <a:lnTo>
                  <a:pt x="69305" y="203753"/>
                </a:lnTo>
                <a:lnTo>
                  <a:pt x="68322" y="203452"/>
                </a:lnTo>
                <a:close/>
                <a:moveTo>
                  <a:pt x="73834" y="168612"/>
                </a:moveTo>
                <a:lnTo>
                  <a:pt x="74189" y="169520"/>
                </a:lnTo>
                <a:lnTo>
                  <a:pt x="73656" y="169066"/>
                </a:lnTo>
                <a:close/>
                <a:moveTo>
                  <a:pt x="230660" y="173423"/>
                </a:moveTo>
                <a:lnTo>
                  <a:pt x="232470" y="173893"/>
                </a:lnTo>
                <a:lnTo>
                  <a:pt x="229755" y="173658"/>
                </a:lnTo>
                <a:close/>
                <a:moveTo>
                  <a:pt x="159229" y="142053"/>
                </a:moveTo>
                <a:lnTo>
                  <a:pt x="160600" y="142535"/>
                </a:lnTo>
                <a:lnTo>
                  <a:pt x="158543" y="142294"/>
                </a:lnTo>
                <a:close/>
                <a:moveTo>
                  <a:pt x="149966" y="168274"/>
                </a:moveTo>
                <a:lnTo>
                  <a:pt x="150861" y="170058"/>
                </a:lnTo>
                <a:lnTo>
                  <a:pt x="149519" y="169166"/>
                </a:lnTo>
                <a:close/>
                <a:moveTo>
                  <a:pt x="144526" y="227355"/>
                </a:moveTo>
                <a:lnTo>
                  <a:pt x="145050" y="228120"/>
                </a:lnTo>
                <a:lnTo>
                  <a:pt x="144263" y="227737"/>
                </a:lnTo>
                <a:close/>
                <a:moveTo>
                  <a:pt x="118168" y="144773"/>
                </a:moveTo>
                <a:lnTo>
                  <a:pt x="118783" y="145384"/>
                </a:lnTo>
                <a:lnTo>
                  <a:pt x="117860" y="145078"/>
                </a:lnTo>
                <a:close/>
                <a:moveTo>
                  <a:pt x="260394" y="188712"/>
                </a:moveTo>
                <a:lnTo>
                  <a:pt x="262237" y="189513"/>
                </a:lnTo>
                <a:lnTo>
                  <a:pt x="259472" y="189112"/>
                </a:lnTo>
                <a:close/>
                <a:moveTo>
                  <a:pt x="228965" y="265915"/>
                </a:moveTo>
                <a:lnTo>
                  <a:pt x="229647" y="267084"/>
                </a:lnTo>
                <a:lnTo>
                  <a:pt x="228625" y="266500"/>
                </a:lnTo>
                <a:close/>
                <a:moveTo>
                  <a:pt x="119852" y="189827"/>
                </a:moveTo>
                <a:lnTo>
                  <a:pt x="120913" y="190660"/>
                </a:lnTo>
                <a:lnTo>
                  <a:pt x="119322" y="190244"/>
                </a:lnTo>
                <a:close/>
                <a:moveTo>
                  <a:pt x="180241" y="94759"/>
                </a:moveTo>
                <a:lnTo>
                  <a:pt x="180830" y="95702"/>
                </a:lnTo>
                <a:lnTo>
                  <a:pt x="179946" y="95231"/>
                </a:lnTo>
                <a:close/>
                <a:moveTo>
                  <a:pt x="111750" y="68472"/>
                </a:moveTo>
                <a:lnTo>
                  <a:pt x="112764" y="70004"/>
                </a:lnTo>
                <a:lnTo>
                  <a:pt x="111243" y="69238"/>
                </a:lnTo>
                <a:close/>
                <a:moveTo>
                  <a:pt x="284206" y="19574"/>
                </a:moveTo>
                <a:lnTo>
                  <a:pt x="285772" y="19968"/>
                </a:lnTo>
                <a:lnTo>
                  <a:pt x="283422" y="19771"/>
                </a:lnTo>
                <a:close/>
                <a:moveTo>
                  <a:pt x="112864" y="115218"/>
                </a:moveTo>
                <a:lnTo>
                  <a:pt x="113949" y="116268"/>
                </a:lnTo>
                <a:lnTo>
                  <a:pt x="112322" y="115743"/>
                </a:lnTo>
                <a:close/>
                <a:moveTo>
                  <a:pt x="15244" y="123949"/>
                </a:moveTo>
                <a:lnTo>
                  <a:pt x="16485" y="125418"/>
                </a:lnTo>
                <a:lnTo>
                  <a:pt x="14623" y="124684"/>
                </a:lnTo>
                <a:close/>
                <a:moveTo>
                  <a:pt x="235110" y="113049"/>
                </a:moveTo>
                <a:lnTo>
                  <a:pt x="236613" y="113912"/>
                </a:lnTo>
                <a:lnTo>
                  <a:pt x="234358" y="113481"/>
                </a:lnTo>
                <a:close/>
                <a:moveTo>
                  <a:pt x="146205" y="94343"/>
                </a:moveTo>
                <a:lnTo>
                  <a:pt x="146588" y="94702"/>
                </a:lnTo>
                <a:lnTo>
                  <a:pt x="146013" y="94523"/>
                </a:lnTo>
                <a:close/>
                <a:moveTo>
                  <a:pt x="157004" y="129289"/>
                </a:moveTo>
                <a:lnTo>
                  <a:pt x="158748" y="130097"/>
                </a:lnTo>
                <a:lnTo>
                  <a:pt x="156132" y="129693"/>
                </a:lnTo>
                <a:close/>
                <a:moveTo>
                  <a:pt x="158845" y="259376"/>
                </a:moveTo>
                <a:lnTo>
                  <a:pt x="160834" y="261151"/>
                </a:lnTo>
                <a:lnTo>
                  <a:pt x="157851" y="260263"/>
                </a:lnTo>
                <a:close/>
                <a:moveTo>
                  <a:pt x="234768" y="134180"/>
                </a:moveTo>
                <a:lnTo>
                  <a:pt x="236824" y="134950"/>
                </a:lnTo>
                <a:lnTo>
                  <a:pt x="233740" y="134565"/>
                </a:lnTo>
                <a:close/>
                <a:moveTo>
                  <a:pt x="287262" y="251349"/>
                </a:moveTo>
                <a:lnTo>
                  <a:pt x="288956" y="252424"/>
                </a:lnTo>
                <a:lnTo>
                  <a:pt x="286415" y="251886"/>
                </a:lnTo>
                <a:close/>
                <a:moveTo>
                  <a:pt x="153456" y="4016"/>
                </a:moveTo>
                <a:lnTo>
                  <a:pt x="155129" y="4596"/>
                </a:lnTo>
                <a:lnTo>
                  <a:pt x="152619" y="4306"/>
                </a:lnTo>
                <a:close/>
                <a:moveTo>
                  <a:pt x="16170" y="72790"/>
                </a:moveTo>
                <a:lnTo>
                  <a:pt x="17583" y="74275"/>
                </a:lnTo>
                <a:lnTo>
                  <a:pt x="15464" y="73532"/>
                </a:lnTo>
                <a:close/>
                <a:moveTo>
                  <a:pt x="212131" y="259179"/>
                </a:moveTo>
                <a:lnTo>
                  <a:pt x="214174" y="260828"/>
                </a:lnTo>
                <a:lnTo>
                  <a:pt x="211109" y="260003"/>
                </a:lnTo>
                <a:close/>
                <a:moveTo>
                  <a:pt x="2771" y="208813"/>
                </a:moveTo>
                <a:lnTo>
                  <a:pt x="4057" y="209151"/>
                </a:lnTo>
                <a:lnTo>
                  <a:pt x="2128" y="208982"/>
                </a:lnTo>
                <a:close/>
                <a:moveTo>
                  <a:pt x="85373" y="188358"/>
                </a:moveTo>
                <a:lnTo>
                  <a:pt x="87245" y="189848"/>
                </a:lnTo>
                <a:lnTo>
                  <a:pt x="84437" y="189103"/>
                </a:lnTo>
                <a:close/>
                <a:moveTo>
                  <a:pt x="174177" y="167097"/>
                </a:moveTo>
                <a:lnTo>
                  <a:pt x="174932" y="167962"/>
                </a:lnTo>
                <a:lnTo>
                  <a:pt x="173800" y="167529"/>
                </a:lnTo>
                <a:close/>
                <a:moveTo>
                  <a:pt x="28043" y="47827"/>
                </a:moveTo>
                <a:lnTo>
                  <a:pt x="30031" y="48554"/>
                </a:lnTo>
                <a:lnTo>
                  <a:pt x="27049" y="48190"/>
                </a:lnTo>
                <a:close/>
                <a:moveTo>
                  <a:pt x="166775" y="77583"/>
                </a:moveTo>
                <a:lnTo>
                  <a:pt x="168296" y="78897"/>
                </a:lnTo>
                <a:lnTo>
                  <a:pt x="166015" y="78240"/>
                </a:lnTo>
                <a:close/>
                <a:moveTo>
                  <a:pt x="227318" y="94984"/>
                </a:moveTo>
                <a:lnTo>
                  <a:pt x="227737" y="96538"/>
                </a:lnTo>
                <a:lnTo>
                  <a:pt x="227108" y="95761"/>
                </a:lnTo>
                <a:close/>
                <a:moveTo>
                  <a:pt x="138001" y="226004"/>
                </a:moveTo>
                <a:lnTo>
                  <a:pt x="140100" y="227319"/>
                </a:lnTo>
                <a:lnTo>
                  <a:pt x="136952" y="226661"/>
                </a:lnTo>
                <a:close/>
                <a:moveTo>
                  <a:pt x="131565" y="167640"/>
                </a:moveTo>
                <a:lnTo>
                  <a:pt x="133732" y="168154"/>
                </a:lnTo>
                <a:lnTo>
                  <a:pt x="130482" y="167897"/>
                </a:lnTo>
                <a:close/>
                <a:moveTo>
                  <a:pt x="192558" y="89873"/>
                </a:moveTo>
                <a:lnTo>
                  <a:pt x="193574" y="91419"/>
                </a:lnTo>
                <a:lnTo>
                  <a:pt x="192050" y="90646"/>
                </a:lnTo>
                <a:close/>
                <a:moveTo>
                  <a:pt x="156252" y="156565"/>
                </a:moveTo>
                <a:lnTo>
                  <a:pt x="156799" y="157326"/>
                </a:lnTo>
                <a:lnTo>
                  <a:pt x="155979" y="156946"/>
                </a:lnTo>
                <a:close/>
                <a:moveTo>
                  <a:pt x="94179" y="92538"/>
                </a:moveTo>
                <a:lnTo>
                  <a:pt x="96007" y="93878"/>
                </a:lnTo>
                <a:lnTo>
                  <a:pt x="93264" y="93208"/>
                </a:lnTo>
                <a:close/>
                <a:moveTo>
                  <a:pt x="17389" y="104138"/>
                </a:moveTo>
                <a:lnTo>
                  <a:pt x="19101" y="105200"/>
                </a:lnTo>
                <a:lnTo>
                  <a:pt x="16533" y="104669"/>
                </a:lnTo>
                <a:close/>
                <a:moveTo>
                  <a:pt x="282338" y="221383"/>
                </a:moveTo>
                <a:lnTo>
                  <a:pt x="284260" y="222734"/>
                </a:lnTo>
                <a:lnTo>
                  <a:pt x="281377" y="222059"/>
                </a:lnTo>
                <a:close/>
                <a:moveTo>
                  <a:pt x="146461" y="149304"/>
                </a:moveTo>
                <a:lnTo>
                  <a:pt x="147952" y="151056"/>
                </a:lnTo>
                <a:lnTo>
                  <a:pt x="145715" y="150180"/>
                </a:lnTo>
                <a:close/>
                <a:moveTo>
                  <a:pt x="171086" y="171382"/>
                </a:moveTo>
                <a:lnTo>
                  <a:pt x="172914" y="172180"/>
                </a:lnTo>
                <a:lnTo>
                  <a:pt x="170173" y="171781"/>
                </a:lnTo>
                <a:close/>
                <a:moveTo>
                  <a:pt x="55166" y="39211"/>
                </a:moveTo>
                <a:lnTo>
                  <a:pt x="55646" y="40229"/>
                </a:lnTo>
                <a:lnTo>
                  <a:pt x="54926" y="39720"/>
                </a:lnTo>
                <a:close/>
                <a:moveTo>
                  <a:pt x="59318" y="171443"/>
                </a:moveTo>
                <a:lnTo>
                  <a:pt x="61211" y="171821"/>
                </a:lnTo>
                <a:lnTo>
                  <a:pt x="58371" y="171632"/>
                </a:lnTo>
                <a:close/>
                <a:moveTo>
                  <a:pt x="12931" y="76067"/>
                </a:moveTo>
                <a:lnTo>
                  <a:pt x="14033" y="76548"/>
                </a:lnTo>
                <a:lnTo>
                  <a:pt x="12379" y="76307"/>
                </a:lnTo>
                <a:close/>
                <a:moveTo>
                  <a:pt x="145906" y="93583"/>
                </a:moveTo>
                <a:lnTo>
                  <a:pt x="147122" y="95043"/>
                </a:lnTo>
                <a:lnTo>
                  <a:pt x="145298" y="94313"/>
                </a:lnTo>
                <a:close/>
                <a:moveTo>
                  <a:pt x="280742" y="196586"/>
                </a:moveTo>
                <a:lnTo>
                  <a:pt x="282731" y="197029"/>
                </a:lnTo>
                <a:lnTo>
                  <a:pt x="279748" y="196808"/>
                </a:lnTo>
                <a:close/>
                <a:moveTo>
                  <a:pt x="266614" y="116981"/>
                </a:moveTo>
                <a:lnTo>
                  <a:pt x="268622" y="118117"/>
                </a:lnTo>
                <a:lnTo>
                  <a:pt x="265611" y="117549"/>
                </a:lnTo>
                <a:close/>
                <a:moveTo>
                  <a:pt x="190734" y="3982"/>
                </a:moveTo>
                <a:lnTo>
                  <a:pt x="192724" y="5105"/>
                </a:lnTo>
                <a:lnTo>
                  <a:pt x="189739" y="4544"/>
                </a:lnTo>
                <a:close/>
                <a:moveTo>
                  <a:pt x="132671" y="228696"/>
                </a:moveTo>
                <a:lnTo>
                  <a:pt x="133107" y="229643"/>
                </a:lnTo>
                <a:lnTo>
                  <a:pt x="132452" y="229170"/>
                </a:lnTo>
                <a:close/>
                <a:moveTo>
                  <a:pt x="141656" y="106796"/>
                </a:moveTo>
                <a:lnTo>
                  <a:pt x="143199" y="108442"/>
                </a:lnTo>
                <a:lnTo>
                  <a:pt x="140885" y="107619"/>
                </a:lnTo>
                <a:close/>
                <a:moveTo>
                  <a:pt x="279634" y="11530"/>
                </a:moveTo>
                <a:lnTo>
                  <a:pt x="281156" y="12037"/>
                </a:lnTo>
                <a:lnTo>
                  <a:pt x="278873" y="11784"/>
                </a:lnTo>
                <a:close/>
                <a:moveTo>
                  <a:pt x="271998" y="216413"/>
                </a:moveTo>
                <a:lnTo>
                  <a:pt x="272714" y="217719"/>
                </a:lnTo>
                <a:lnTo>
                  <a:pt x="271641" y="217066"/>
                </a:lnTo>
                <a:close/>
                <a:moveTo>
                  <a:pt x="156508" y="197588"/>
                </a:moveTo>
                <a:lnTo>
                  <a:pt x="157066" y="198093"/>
                </a:lnTo>
                <a:lnTo>
                  <a:pt x="156229" y="197840"/>
                </a:lnTo>
                <a:close/>
                <a:moveTo>
                  <a:pt x="83445" y="32453"/>
                </a:moveTo>
                <a:lnTo>
                  <a:pt x="85632" y="34070"/>
                </a:lnTo>
                <a:lnTo>
                  <a:pt x="82351" y="33261"/>
                </a:lnTo>
                <a:close/>
                <a:moveTo>
                  <a:pt x="100904" y="198860"/>
                </a:moveTo>
                <a:lnTo>
                  <a:pt x="102050" y="199840"/>
                </a:lnTo>
                <a:lnTo>
                  <a:pt x="100332" y="199350"/>
                </a:lnTo>
                <a:close/>
                <a:moveTo>
                  <a:pt x="60281" y="32256"/>
                </a:moveTo>
                <a:lnTo>
                  <a:pt x="62313" y="32574"/>
                </a:lnTo>
                <a:lnTo>
                  <a:pt x="59265" y="32415"/>
                </a:lnTo>
                <a:close/>
                <a:moveTo>
                  <a:pt x="178890" y="119482"/>
                </a:moveTo>
                <a:lnTo>
                  <a:pt x="179889" y="120474"/>
                </a:lnTo>
                <a:lnTo>
                  <a:pt x="178391" y="119978"/>
                </a:lnTo>
                <a:close/>
                <a:moveTo>
                  <a:pt x="218833" y="163866"/>
                </a:moveTo>
                <a:lnTo>
                  <a:pt x="219239" y="165277"/>
                </a:lnTo>
                <a:lnTo>
                  <a:pt x="218630" y="164572"/>
                </a:lnTo>
                <a:close/>
                <a:moveTo>
                  <a:pt x="228316" y="277089"/>
                </a:moveTo>
                <a:lnTo>
                  <a:pt x="228806" y="278540"/>
                </a:lnTo>
                <a:lnTo>
                  <a:pt x="228072" y="277815"/>
                </a:lnTo>
                <a:close/>
                <a:moveTo>
                  <a:pt x="178819" y="120470"/>
                </a:moveTo>
                <a:lnTo>
                  <a:pt x="180517" y="121070"/>
                </a:lnTo>
                <a:lnTo>
                  <a:pt x="177970" y="120770"/>
                </a:lnTo>
                <a:close/>
                <a:moveTo>
                  <a:pt x="55010" y="209570"/>
                </a:moveTo>
                <a:lnTo>
                  <a:pt x="56219" y="210821"/>
                </a:lnTo>
                <a:lnTo>
                  <a:pt x="54406" y="210195"/>
                </a:lnTo>
                <a:close/>
                <a:moveTo>
                  <a:pt x="26144" y="166448"/>
                </a:moveTo>
                <a:lnTo>
                  <a:pt x="27071" y="167264"/>
                </a:lnTo>
                <a:lnTo>
                  <a:pt x="25681" y="166856"/>
                </a:lnTo>
                <a:close/>
                <a:moveTo>
                  <a:pt x="125901" y="253508"/>
                </a:moveTo>
                <a:lnTo>
                  <a:pt x="126801" y="254506"/>
                </a:lnTo>
                <a:lnTo>
                  <a:pt x="125451" y="254007"/>
                </a:lnTo>
                <a:close/>
                <a:moveTo>
                  <a:pt x="269961" y="267067"/>
                </a:moveTo>
                <a:lnTo>
                  <a:pt x="271139" y="268331"/>
                </a:lnTo>
                <a:lnTo>
                  <a:pt x="269372" y="267699"/>
                </a:lnTo>
                <a:close/>
                <a:moveTo>
                  <a:pt x="263079" y="47793"/>
                </a:moveTo>
                <a:lnTo>
                  <a:pt x="264572" y="48885"/>
                </a:lnTo>
                <a:lnTo>
                  <a:pt x="262332" y="48339"/>
                </a:lnTo>
                <a:close/>
                <a:moveTo>
                  <a:pt x="61656" y="195010"/>
                </a:moveTo>
                <a:lnTo>
                  <a:pt x="63667" y="195843"/>
                </a:lnTo>
                <a:lnTo>
                  <a:pt x="60651" y="195427"/>
                </a:lnTo>
                <a:close/>
                <a:moveTo>
                  <a:pt x="61446" y="139220"/>
                </a:moveTo>
                <a:lnTo>
                  <a:pt x="63277" y="140233"/>
                </a:lnTo>
                <a:lnTo>
                  <a:pt x="60530" y="139726"/>
                </a:lnTo>
                <a:close/>
                <a:moveTo>
                  <a:pt x="1912" y="140702"/>
                </a:moveTo>
                <a:lnTo>
                  <a:pt x="2744" y="141188"/>
                </a:lnTo>
                <a:lnTo>
                  <a:pt x="1496" y="140945"/>
                </a:lnTo>
                <a:close/>
                <a:moveTo>
                  <a:pt x="166167" y="14431"/>
                </a:moveTo>
                <a:lnTo>
                  <a:pt x="168006" y="15679"/>
                </a:lnTo>
                <a:lnTo>
                  <a:pt x="165248" y="15055"/>
                </a:lnTo>
                <a:close/>
                <a:moveTo>
                  <a:pt x="219428" y="52747"/>
                </a:moveTo>
                <a:lnTo>
                  <a:pt x="220206" y="53383"/>
                </a:lnTo>
                <a:lnTo>
                  <a:pt x="219039" y="53065"/>
                </a:lnTo>
                <a:close/>
                <a:moveTo>
                  <a:pt x="64432" y="109105"/>
                </a:moveTo>
                <a:lnTo>
                  <a:pt x="64986" y="110442"/>
                </a:lnTo>
                <a:lnTo>
                  <a:pt x="64155" y="109774"/>
                </a:lnTo>
                <a:close/>
                <a:moveTo>
                  <a:pt x="66257" y="258476"/>
                </a:moveTo>
                <a:lnTo>
                  <a:pt x="66876" y="259694"/>
                </a:lnTo>
                <a:lnTo>
                  <a:pt x="65948" y="259085"/>
                </a:lnTo>
                <a:close/>
                <a:moveTo>
                  <a:pt x="14174" y="266776"/>
                </a:moveTo>
                <a:lnTo>
                  <a:pt x="15459" y="267796"/>
                </a:lnTo>
                <a:lnTo>
                  <a:pt x="13531" y="267286"/>
                </a:lnTo>
                <a:close/>
                <a:moveTo>
                  <a:pt x="203135" y="225598"/>
                </a:moveTo>
                <a:lnTo>
                  <a:pt x="204186" y="226166"/>
                </a:lnTo>
                <a:lnTo>
                  <a:pt x="202610" y="225882"/>
                </a:lnTo>
                <a:close/>
                <a:moveTo>
                  <a:pt x="199996" y="880"/>
                </a:moveTo>
                <a:lnTo>
                  <a:pt x="200407" y="2312"/>
                </a:lnTo>
                <a:lnTo>
                  <a:pt x="199790" y="1596"/>
                </a:lnTo>
                <a:close/>
                <a:moveTo>
                  <a:pt x="273976" y="229900"/>
                </a:moveTo>
                <a:lnTo>
                  <a:pt x="275322" y="231601"/>
                </a:lnTo>
                <a:lnTo>
                  <a:pt x="273303" y="230751"/>
                </a:lnTo>
                <a:close/>
                <a:moveTo>
                  <a:pt x="104885" y="223504"/>
                </a:moveTo>
                <a:lnTo>
                  <a:pt x="106057" y="224890"/>
                </a:lnTo>
                <a:lnTo>
                  <a:pt x="104299" y="224197"/>
                </a:lnTo>
                <a:close/>
                <a:moveTo>
                  <a:pt x="278616" y="83309"/>
                </a:moveTo>
                <a:lnTo>
                  <a:pt x="280454" y="83759"/>
                </a:lnTo>
                <a:lnTo>
                  <a:pt x="277696" y="83534"/>
                </a:lnTo>
                <a:close/>
                <a:moveTo>
                  <a:pt x="153103" y="41812"/>
                </a:moveTo>
                <a:lnTo>
                  <a:pt x="154485" y="43416"/>
                </a:lnTo>
                <a:lnTo>
                  <a:pt x="152412" y="42614"/>
                </a:lnTo>
                <a:close/>
                <a:moveTo>
                  <a:pt x="227425" y="266499"/>
                </a:moveTo>
                <a:lnTo>
                  <a:pt x="229192" y="267280"/>
                </a:lnTo>
                <a:lnTo>
                  <a:pt x="226541" y="266889"/>
                </a:lnTo>
                <a:close/>
                <a:moveTo>
                  <a:pt x="201502" y="23860"/>
                </a:moveTo>
                <a:lnTo>
                  <a:pt x="203534" y="25110"/>
                </a:lnTo>
                <a:lnTo>
                  <a:pt x="200486" y="24485"/>
                </a:lnTo>
                <a:close/>
                <a:moveTo>
                  <a:pt x="15190" y="195722"/>
                </a:moveTo>
                <a:lnTo>
                  <a:pt x="16843" y="196952"/>
                </a:lnTo>
                <a:lnTo>
                  <a:pt x="14363" y="196337"/>
                </a:lnTo>
                <a:close/>
                <a:moveTo>
                  <a:pt x="229047" y="113900"/>
                </a:moveTo>
                <a:lnTo>
                  <a:pt x="230992" y="115624"/>
                </a:lnTo>
                <a:lnTo>
                  <a:pt x="228075" y="114762"/>
                </a:lnTo>
                <a:close/>
                <a:moveTo>
                  <a:pt x="194444" y="127933"/>
                </a:moveTo>
                <a:lnTo>
                  <a:pt x="194795" y="129610"/>
                </a:lnTo>
                <a:lnTo>
                  <a:pt x="194268" y="128772"/>
                </a:lnTo>
                <a:close/>
                <a:moveTo>
                  <a:pt x="124333" y="100374"/>
                </a:moveTo>
                <a:lnTo>
                  <a:pt x="125737" y="102003"/>
                </a:lnTo>
                <a:lnTo>
                  <a:pt x="123631" y="101189"/>
                </a:lnTo>
                <a:close/>
                <a:moveTo>
                  <a:pt x="153868" y="238304"/>
                </a:moveTo>
                <a:lnTo>
                  <a:pt x="155966" y="239246"/>
                </a:lnTo>
                <a:lnTo>
                  <a:pt x="152819" y="238775"/>
                </a:lnTo>
                <a:close/>
                <a:moveTo>
                  <a:pt x="186320" y="131603"/>
                </a:moveTo>
                <a:lnTo>
                  <a:pt x="187002" y="132006"/>
                </a:lnTo>
                <a:lnTo>
                  <a:pt x="185980" y="131805"/>
                </a:lnTo>
                <a:close/>
                <a:moveTo>
                  <a:pt x="109669" y="219231"/>
                </a:moveTo>
                <a:lnTo>
                  <a:pt x="110839" y="220304"/>
                </a:lnTo>
                <a:lnTo>
                  <a:pt x="109084" y="219767"/>
                </a:lnTo>
                <a:close/>
                <a:moveTo>
                  <a:pt x="163953" y="199558"/>
                </a:moveTo>
                <a:lnTo>
                  <a:pt x="165989" y="200154"/>
                </a:lnTo>
                <a:lnTo>
                  <a:pt x="162936" y="199856"/>
                </a:lnTo>
                <a:close/>
                <a:moveTo>
                  <a:pt x="159968" y="98515"/>
                </a:moveTo>
                <a:lnTo>
                  <a:pt x="160371" y="100070"/>
                </a:lnTo>
                <a:lnTo>
                  <a:pt x="159767" y="99293"/>
                </a:lnTo>
                <a:close/>
                <a:moveTo>
                  <a:pt x="248747" y="86729"/>
                </a:moveTo>
                <a:lnTo>
                  <a:pt x="250333" y="87815"/>
                </a:lnTo>
                <a:lnTo>
                  <a:pt x="247954" y="87272"/>
                </a:lnTo>
                <a:close/>
                <a:moveTo>
                  <a:pt x="77884" y="173821"/>
                </a:moveTo>
                <a:lnTo>
                  <a:pt x="79532" y="174137"/>
                </a:lnTo>
                <a:lnTo>
                  <a:pt x="77059" y="173979"/>
                </a:lnTo>
                <a:close/>
                <a:moveTo>
                  <a:pt x="98263" y="108707"/>
                </a:moveTo>
                <a:lnTo>
                  <a:pt x="98908" y="110495"/>
                </a:lnTo>
                <a:lnTo>
                  <a:pt x="97940" y="109601"/>
                </a:lnTo>
                <a:close/>
                <a:moveTo>
                  <a:pt x="177423" y="283031"/>
                </a:moveTo>
                <a:lnTo>
                  <a:pt x="178811" y="284262"/>
                </a:lnTo>
                <a:lnTo>
                  <a:pt x="176729" y="283646"/>
                </a:lnTo>
                <a:close/>
                <a:moveTo>
                  <a:pt x="241409" y="163486"/>
                </a:moveTo>
                <a:lnTo>
                  <a:pt x="242524" y="165191"/>
                </a:lnTo>
                <a:lnTo>
                  <a:pt x="240852" y="164339"/>
                </a:lnTo>
                <a:close/>
                <a:moveTo>
                  <a:pt x="135382" y="261789"/>
                </a:moveTo>
                <a:lnTo>
                  <a:pt x="136626" y="263168"/>
                </a:lnTo>
                <a:lnTo>
                  <a:pt x="134759" y="262478"/>
                </a:lnTo>
                <a:close/>
                <a:moveTo>
                  <a:pt x="37925" y="30097"/>
                </a:moveTo>
                <a:lnTo>
                  <a:pt x="39674" y="31021"/>
                </a:lnTo>
                <a:lnTo>
                  <a:pt x="37050" y="30559"/>
                </a:lnTo>
                <a:close/>
                <a:moveTo>
                  <a:pt x="1738" y="268110"/>
                </a:moveTo>
                <a:lnTo>
                  <a:pt x="3814" y="269458"/>
                </a:lnTo>
                <a:lnTo>
                  <a:pt x="700" y="268784"/>
                </a:lnTo>
                <a:close/>
                <a:moveTo>
                  <a:pt x="258959" y="3842"/>
                </a:moveTo>
                <a:lnTo>
                  <a:pt x="259660" y="4528"/>
                </a:lnTo>
                <a:lnTo>
                  <a:pt x="258609" y="4185"/>
                </a:lnTo>
                <a:close/>
                <a:moveTo>
                  <a:pt x="160826" y="220215"/>
                </a:moveTo>
                <a:lnTo>
                  <a:pt x="161497" y="220856"/>
                </a:lnTo>
                <a:lnTo>
                  <a:pt x="160490" y="220536"/>
                </a:lnTo>
                <a:close/>
                <a:moveTo>
                  <a:pt x="80997" y="228716"/>
                </a:moveTo>
                <a:lnTo>
                  <a:pt x="82016" y="230181"/>
                </a:lnTo>
                <a:lnTo>
                  <a:pt x="80487" y="229448"/>
                </a:lnTo>
                <a:close/>
                <a:moveTo>
                  <a:pt x="283674" y="267724"/>
                </a:moveTo>
                <a:lnTo>
                  <a:pt x="285423" y="268845"/>
                </a:lnTo>
                <a:lnTo>
                  <a:pt x="282799" y="268285"/>
                </a:lnTo>
                <a:close/>
                <a:moveTo>
                  <a:pt x="1233" y="7963"/>
                </a:moveTo>
                <a:lnTo>
                  <a:pt x="3252" y="9073"/>
                </a:lnTo>
                <a:lnTo>
                  <a:pt x="223" y="8518"/>
                </a:lnTo>
                <a:close/>
                <a:moveTo>
                  <a:pt x="167867" y="226672"/>
                </a:moveTo>
                <a:lnTo>
                  <a:pt x="169738" y="227491"/>
                </a:lnTo>
                <a:lnTo>
                  <a:pt x="166932" y="227081"/>
                </a:lnTo>
                <a:close/>
                <a:moveTo>
                  <a:pt x="18560" y="8094"/>
                </a:moveTo>
                <a:lnTo>
                  <a:pt x="19221" y="8669"/>
                </a:lnTo>
                <a:lnTo>
                  <a:pt x="18230" y="8381"/>
                </a:lnTo>
                <a:close/>
                <a:moveTo>
                  <a:pt x="279619" y="113056"/>
                </a:moveTo>
                <a:lnTo>
                  <a:pt x="280647" y="113689"/>
                </a:lnTo>
                <a:lnTo>
                  <a:pt x="279106" y="113373"/>
                </a:lnTo>
                <a:close/>
                <a:moveTo>
                  <a:pt x="263035" y="133168"/>
                </a:moveTo>
                <a:lnTo>
                  <a:pt x="263790" y="133900"/>
                </a:lnTo>
                <a:lnTo>
                  <a:pt x="262657" y="133534"/>
                </a:lnTo>
                <a:close/>
                <a:moveTo>
                  <a:pt x="20731" y="113459"/>
                </a:moveTo>
                <a:lnTo>
                  <a:pt x="22542" y="114635"/>
                </a:lnTo>
                <a:lnTo>
                  <a:pt x="19825" y="114047"/>
                </a:lnTo>
                <a:close/>
                <a:moveTo>
                  <a:pt x="75191" y="121649"/>
                </a:moveTo>
                <a:lnTo>
                  <a:pt x="75865" y="123279"/>
                </a:lnTo>
                <a:lnTo>
                  <a:pt x="74855" y="122464"/>
                </a:lnTo>
                <a:close/>
                <a:moveTo>
                  <a:pt x="148819" y="91131"/>
                </a:moveTo>
                <a:lnTo>
                  <a:pt x="150489" y="91790"/>
                </a:lnTo>
                <a:lnTo>
                  <a:pt x="147984" y="91460"/>
                </a:lnTo>
                <a:close/>
                <a:moveTo>
                  <a:pt x="285974" y="145707"/>
                </a:moveTo>
                <a:lnTo>
                  <a:pt x="286917" y="146646"/>
                </a:lnTo>
                <a:lnTo>
                  <a:pt x="285502" y="146177"/>
                </a:lnTo>
                <a:close/>
                <a:moveTo>
                  <a:pt x="229767" y="5596"/>
                </a:moveTo>
                <a:lnTo>
                  <a:pt x="230287" y="6490"/>
                </a:lnTo>
                <a:lnTo>
                  <a:pt x="229507" y="6043"/>
                </a:lnTo>
                <a:close/>
                <a:moveTo>
                  <a:pt x="25869" y="56901"/>
                </a:moveTo>
                <a:lnTo>
                  <a:pt x="27112" y="57998"/>
                </a:lnTo>
                <a:lnTo>
                  <a:pt x="25247" y="57449"/>
                </a:lnTo>
                <a:close/>
                <a:moveTo>
                  <a:pt x="268417" y="149082"/>
                </a:moveTo>
                <a:lnTo>
                  <a:pt x="270237" y="150168"/>
                </a:lnTo>
                <a:lnTo>
                  <a:pt x="267507" y="149625"/>
                </a:lnTo>
                <a:close/>
                <a:moveTo>
                  <a:pt x="173112" y="89349"/>
                </a:moveTo>
                <a:lnTo>
                  <a:pt x="173694" y="90457"/>
                </a:lnTo>
                <a:lnTo>
                  <a:pt x="172821" y="89903"/>
                </a:lnTo>
                <a:close/>
                <a:moveTo>
                  <a:pt x="231325" y="20410"/>
                </a:moveTo>
                <a:lnTo>
                  <a:pt x="232862" y="22119"/>
                </a:lnTo>
                <a:lnTo>
                  <a:pt x="230556" y="21265"/>
                </a:lnTo>
                <a:close/>
                <a:moveTo>
                  <a:pt x="206321" y="9149"/>
                </a:moveTo>
                <a:lnTo>
                  <a:pt x="208387" y="10426"/>
                </a:lnTo>
                <a:lnTo>
                  <a:pt x="205288" y="9787"/>
                </a:lnTo>
                <a:close/>
                <a:moveTo>
                  <a:pt x="88006" y="267221"/>
                </a:moveTo>
                <a:lnTo>
                  <a:pt x="88606" y="267595"/>
                </a:lnTo>
                <a:lnTo>
                  <a:pt x="87706" y="267408"/>
                </a:lnTo>
                <a:close/>
                <a:moveTo>
                  <a:pt x="197438" y="116505"/>
                </a:moveTo>
                <a:lnTo>
                  <a:pt x="198552" y="117061"/>
                </a:lnTo>
                <a:lnTo>
                  <a:pt x="196881" y="116783"/>
                </a:lnTo>
                <a:close/>
                <a:moveTo>
                  <a:pt x="206176" y="108098"/>
                </a:moveTo>
                <a:lnTo>
                  <a:pt x="207958" y="108789"/>
                </a:lnTo>
                <a:lnTo>
                  <a:pt x="205285" y="108444"/>
                </a:lnTo>
                <a:close/>
                <a:moveTo>
                  <a:pt x="44864" y="53311"/>
                </a:moveTo>
                <a:lnTo>
                  <a:pt x="45866" y="53994"/>
                </a:lnTo>
                <a:lnTo>
                  <a:pt x="44362" y="53652"/>
                </a:lnTo>
                <a:close/>
                <a:moveTo>
                  <a:pt x="222808" y="254555"/>
                </a:moveTo>
                <a:lnTo>
                  <a:pt x="223600" y="256137"/>
                </a:lnTo>
                <a:lnTo>
                  <a:pt x="222413" y="255346"/>
                </a:lnTo>
                <a:close/>
                <a:moveTo>
                  <a:pt x="175860" y="231255"/>
                </a:moveTo>
                <a:lnTo>
                  <a:pt x="177408" y="233020"/>
                </a:lnTo>
                <a:lnTo>
                  <a:pt x="175086" y="232137"/>
                </a:lnTo>
                <a:close/>
                <a:moveTo>
                  <a:pt x="138024" y="257064"/>
                </a:moveTo>
                <a:lnTo>
                  <a:pt x="138474" y="257630"/>
                </a:lnTo>
                <a:lnTo>
                  <a:pt x="137799" y="257347"/>
                </a:lnTo>
                <a:close/>
                <a:moveTo>
                  <a:pt x="130476" y="85866"/>
                </a:moveTo>
                <a:lnTo>
                  <a:pt x="132059" y="86566"/>
                </a:lnTo>
                <a:lnTo>
                  <a:pt x="129684" y="86216"/>
                </a:lnTo>
                <a:close/>
                <a:moveTo>
                  <a:pt x="211143" y="51480"/>
                </a:moveTo>
                <a:lnTo>
                  <a:pt x="213261" y="52634"/>
                </a:lnTo>
                <a:lnTo>
                  <a:pt x="210084" y="52057"/>
                </a:lnTo>
                <a:close/>
                <a:moveTo>
                  <a:pt x="51565" y="280688"/>
                </a:moveTo>
                <a:lnTo>
                  <a:pt x="53583" y="282473"/>
                </a:lnTo>
                <a:lnTo>
                  <a:pt x="50556" y="281580"/>
                </a:lnTo>
                <a:close/>
                <a:moveTo>
                  <a:pt x="172475" y="73816"/>
                </a:moveTo>
                <a:lnTo>
                  <a:pt x="173833" y="75453"/>
                </a:lnTo>
                <a:lnTo>
                  <a:pt x="171796" y="74634"/>
                </a:lnTo>
                <a:close/>
                <a:moveTo>
                  <a:pt x="2587" y="269983"/>
                </a:moveTo>
                <a:lnTo>
                  <a:pt x="4021" y="270943"/>
                </a:lnTo>
                <a:lnTo>
                  <a:pt x="1870" y="270463"/>
                </a:lnTo>
                <a:close/>
                <a:moveTo>
                  <a:pt x="53865" y="100877"/>
                </a:moveTo>
                <a:lnTo>
                  <a:pt x="54414" y="101727"/>
                </a:lnTo>
                <a:lnTo>
                  <a:pt x="53591" y="101302"/>
                </a:lnTo>
                <a:close/>
                <a:moveTo>
                  <a:pt x="196552" y="4034"/>
                </a:moveTo>
                <a:lnTo>
                  <a:pt x="198693" y="4653"/>
                </a:lnTo>
                <a:lnTo>
                  <a:pt x="195481" y="4344"/>
                </a:lnTo>
                <a:close/>
                <a:moveTo>
                  <a:pt x="271805" y="182376"/>
                </a:moveTo>
                <a:lnTo>
                  <a:pt x="272805" y="183675"/>
                </a:lnTo>
                <a:lnTo>
                  <a:pt x="271304" y="183025"/>
                </a:lnTo>
                <a:close/>
                <a:moveTo>
                  <a:pt x="271812" y="267038"/>
                </a:moveTo>
                <a:lnTo>
                  <a:pt x="272571" y="267480"/>
                </a:lnTo>
                <a:lnTo>
                  <a:pt x="271432" y="267259"/>
                </a:lnTo>
                <a:close/>
                <a:moveTo>
                  <a:pt x="65482" y="127153"/>
                </a:moveTo>
                <a:lnTo>
                  <a:pt x="67322" y="128747"/>
                </a:lnTo>
                <a:lnTo>
                  <a:pt x="64562" y="127950"/>
                </a:lnTo>
                <a:close/>
                <a:moveTo>
                  <a:pt x="40245" y="23413"/>
                </a:moveTo>
                <a:lnTo>
                  <a:pt x="41250" y="24628"/>
                </a:lnTo>
                <a:lnTo>
                  <a:pt x="39743" y="24020"/>
                </a:lnTo>
                <a:close/>
                <a:moveTo>
                  <a:pt x="169798" y="227775"/>
                </a:moveTo>
                <a:lnTo>
                  <a:pt x="171469" y="229208"/>
                </a:lnTo>
                <a:lnTo>
                  <a:pt x="168962" y="228491"/>
                </a:lnTo>
                <a:close/>
                <a:moveTo>
                  <a:pt x="166111" y="282168"/>
                </a:moveTo>
                <a:lnTo>
                  <a:pt x="168004" y="283839"/>
                </a:lnTo>
                <a:lnTo>
                  <a:pt x="165165" y="283004"/>
                </a:lnTo>
                <a:close/>
                <a:moveTo>
                  <a:pt x="115642" y="41931"/>
                </a:moveTo>
                <a:lnTo>
                  <a:pt x="116853" y="43478"/>
                </a:lnTo>
                <a:lnTo>
                  <a:pt x="115036" y="42705"/>
                </a:lnTo>
                <a:close/>
                <a:moveTo>
                  <a:pt x="278562" y="195670"/>
                </a:moveTo>
                <a:lnTo>
                  <a:pt x="279414" y="196503"/>
                </a:lnTo>
                <a:lnTo>
                  <a:pt x="278135" y="196086"/>
                </a:lnTo>
                <a:close/>
                <a:moveTo>
                  <a:pt x="273142" y="189633"/>
                </a:moveTo>
                <a:lnTo>
                  <a:pt x="275325" y="190738"/>
                </a:lnTo>
                <a:lnTo>
                  <a:pt x="272051" y="190185"/>
                </a:lnTo>
                <a:close/>
                <a:moveTo>
                  <a:pt x="115466" y="233429"/>
                </a:moveTo>
                <a:lnTo>
                  <a:pt x="116623" y="234356"/>
                </a:lnTo>
                <a:lnTo>
                  <a:pt x="114887" y="233892"/>
                </a:lnTo>
                <a:close/>
                <a:moveTo>
                  <a:pt x="52499" y="23658"/>
                </a:moveTo>
                <a:lnTo>
                  <a:pt x="53151" y="24340"/>
                </a:lnTo>
                <a:lnTo>
                  <a:pt x="52172" y="23999"/>
                </a:lnTo>
                <a:close/>
                <a:moveTo>
                  <a:pt x="184180" y="180536"/>
                </a:moveTo>
                <a:lnTo>
                  <a:pt x="184919" y="181999"/>
                </a:lnTo>
                <a:lnTo>
                  <a:pt x="183810" y="181268"/>
                </a:lnTo>
                <a:close/>
                <a:moveTo>
                  <a:pt x="130372" y="143790"/>
                </a:moveTo>
                <a:lnTo>
                  <a:pt x="131439" y="144724"/>
                </a:lnTo>
                <a:lnTo>
                  <a:pt x="129839" y="144257"/>
                </a:lnTo>
                <a:close/>
                <a:moveTo>
                  <a:pt x="122617" y="267141"/>
                </a:moveTo>
                <a:lnTo>
                  <a:pt x="123881" y="268665"/>
                </a:lnTo>
                <a:lnTo>
                  <a:pt x="121985" y="267903"/>
                </a:lnTo>
                <a:close/>
                <a:moveTo>
                  <a:pt x="222820" y="91920"/>
                </a:moveTo>
                <a:lnTo>
                  <a:pt x="223931" y="93130"/>
                </a:lnTo>
                <a:lnTo>
                  <a:pt x="222264" y="92525"/>
                </a:lnTo>
                <a:close/>
                <a:moveTo>
                  <a:pt x="278998" y="188759"/>
                </a:moveTo>
                <a:lnTo>
                  <a:pt x="281089" y="189184"/>
                </a:lnTo>
                <a:lnTo>
                  <a:pt x="277953" y="188972"/>
                </a:lnTo>
                <a:close/>
                <a:moveTo>
                  <a:pt x="127235" y="78164"/>
                </a:moveTo>
                <a:lnTo>
                  <a:pt x="128269" y="78495"/>
                </a:lnTo>
                <a:lnTo>
                  <a:pt x="126718" y="78329"/>
                </a:lnTo>
                <a:close/>
                <a:moveTo>
                  <a:pt x="62184" y="182840"/>
                </a:moveTo>
                <a:lnTo>
                  <a:pt x="63949" y="184303"/>
                </a:lnTo>
                <a:lnTo>
                  <a:pt x="61301" y="183572"/>
                </a:lnTo>
                <a:close/>
                <a:moveTo>
                  <a:pt x="159057" y="50919"/>
                </a:moveTo>
                <a:lnTo>
                  <a:pt x="159830" y="52030"/>
                </a:lnTo>
                <a:lnTo>
                  <a:pt x="158671" y="51474"/>
                </a:lnTo>
                <a:close/>
                <a:moveTo>
                  <a:pt x="223282" y="20374"/>
                </a:moveTo>
                <a:lnTo>
                  <a:pt x="224368" y="21223"/>
                </a:lnTo>
                <a:lnTo>
                  <a:pt x="222739" y="20798"/>
                </a:lnTo>
                <a:close/>
                <a:moveTo>
                  <a:pt x="96934" y="35788"/>
                </a:moveTo>
                <a:lnTo>
                  <a:pt x="98723" y="37296"/>
                </a:lnTo>
                <a:lnTo>
                  <a:pt x="96039" y="36542"/>
                </a:lnTo>
                <a:close/>
                <a:moveTo>
                  <a:pt x="203486" y="140939"/>
                </a:moveTo>
                <a:lnTo>
                  <a:pt x="205239" y="141404"/>
                </a:lnTo>
                <a:lnTo>
                  <a:pt x="202609" y="141171"/>
                </a:lnTo>
                <a:close/>
                <a:moveTo>
                  <a:pt x="167548" y="70325"/>
                </a:moveTo>
                <a:lnTo>
                  <a:pt x="168729" y="70871"/>
                </a:lnTo>
                <a:lnTo>
                  <a:pt x="166958" y="70598"/>
                </a:lnTo>
                <a:close/>
                <a:moveTo>
                  <a:pt x="82974" y="132299"/>
                </a:moveTo>
                <a:lnTo>
                  <a:pt x="83838" y="133986"/>
                </a:lnTo>
                <a:lnTo>
                  <a:pt x="82543" y="133142"/>
                </a:lnTo>
                <a:close/>
                <a:moveTo>
                  <a:pt x="70777" y="253408"/>
                </a:moveTo>
                <a:lnTo>
                  <a:pt x="71471" y="254634"/>
                </a:lnTo>
                <a:lnTo>
                  <a:pt x="70430" y="254021"/>
                </a:lnTo>
                <a:close/>
                <a:moveTo>
                  <a:pt x="105737" y="273895"/>
                </a:moveTo>
                <a:lnTo>
                  <a:pt x="106135" y="274467"/>
                </a:lnTo>
                <a:lnTo>
                  <a:pt x="105539" y="274181"/>
                </a:lnTo>
                <a:close/>
                <a:moveTo>
                  <a:pt x="257271" y="70554"/>
                </a:moveTo>
                <a:lnTo>
                  <a:pt x="259204" y="71483"/>
                </a:lnTo>
                <a:lnTo>
                  <a:pt x="256305" y="71018"/>
                </a:lnTo>
                <a:close/>
                <a:moveTo>
                  <a:pt x="60863" y="201419"/>
                </a:moveTo>
                <a:lnTo>
                  <a:pt x="62680" y="202851"/>
                </a:lnTo>
                <a:lnTo>
                  <a:pt x="59954" y="202135"/>
                </a:lnTo>
                <a:close/>
                <a:moveTo>
                  <a:pt x="153073" y="208031"/>
                </a:moveTo>
                <a:lnTo>
                  <a:pt x="154900" y="209653"/>
                </a:lnTo>
                <a:lnTo>
                  <a:pt x="152160" y="208842"/>
                </a:lnTo>
                <a:close/>
                <a:moveTo>
                  <a:pt x="135556" y="267220"/>
                </a:moveTo>
                <a:lnTo>
                  <a:pt x="137194" y="268755"/>
                </a:lnTo>
                <a:lnTo>
                  <a:pt x="134736" y="267988"/>
                </a:lnTo>
                <a:close/>
                <a:moveTo>
                  <a:pt x="105345" y="174196"/>
                </a:moveTo>
                <a:lnTo>
                  <a:pt x="107291" y="175177"/>
                </a:lnTo>
                <a:lnTo>
                  <a:pt x="104371" y="174687"/>
                </a:lnTo>
                <a:close/>
                <a:moveTo>
                  <a:pt x="140442" y="266670"/>
                </a:moveTo>
                <a:lnTo>
                  <a:pt x="141313" y="267063"/>
                </a:lnTo>
                <a:lnTo>
                  <a:pt x="140007" y="266867"/>
                </a:lnTo>
                <a:close/>
                <a:moveTo>
                  <a:pt x="73438" y="205790"/>
                </a:moveTo>
                <a:lnTo>
                  <a:pt x="73964" y="206998"/>
                </a:lnTo>
                <a:lnTo>
                  <a:pt x="73175" y="206394"/>
                </a:lnTo>
                <a:close/>
                <a:moveTo>
                  <a:pt x="174841" y="62261"/>
                </a:moveTo>
                <a:lnTo>
                  <a:pt x="176446" y="63567"/>
                </a:lnTo>
                <a:lnTo>
                  <a:pt x="174039" y="62914"/>
                </a:lnTo>
                <a:close/>
                <a:moveTo>
                  <a:pt x="256442" y="109997"/>
                </a:moveTo>
                <a:lnTo>
                  <a:pt x="256882" y="110840"/>
                </a:lnTo>
                <a:lnTo>
                  <a:pt x="256222" y="110418"/>
                </a:lnTo>
                <a:close/>
                <a:moveTo>
                  <a:pt x="215464" y="183135"/>
                </a:moveTo>
                <a:lnTo>
                  <a:pt x="217065" y="184653"/>
                </a:lnTo>
                <a:lnTo>
                  <a:pt x="214663" y="183894"/>
                </a:lnTo>
                <a:close/>
                <a:moveTo>
                  <a:pt x="260784" y="255956"/>
                </a:moveTo>
                <a:lnTo>
                  <a:pt x="261473" y="256914"/>
                </a:lnTo>
                <a:lnTo>
                  <a:pt x="260440" y="256435"/>
                </a:lnTo>
                <a:close/>
                <a:moveTo>
                  <a:pt x="168397" y="98361"/>
                </a:moveTo>
                <a:lnTo>
                  <a:pt x="168955" y="99034"/>
                </a:lnTo>
                <a:lnTo>
                  <a:pt x="168118" y="98697"/>
                </a:lnTo>
                <a:close/>
                <a:moveTo>
                  <a:pt x="109928" y="286277"/>
                </a:moveTo>
                <a:lnTo>
                  <a:pt x="110394" y="286826"/>
                </a:lnTo>
                <a:lnTo>
                  <a:pt x="109695" y="286552"/>
                </a:lnTo>
                <a:close/>
                <a:moveTo>
                  <a:pt x="6265" y="144116"/>
                </a:moveTo>
                <a:lnTo>
                  <a:pt x="8456" y="145138"/>
                </a:lnTo>
                <a:lnTo>
                  <a:pt x="5170" y="144627"/>
                </a:lnTo>
                <a:close/>
                <a:moveTo>
                  <a:pt x="132766" y="243234"/>
                </a:moveTo>
                <a:lnTo>
                  <a:pt x="134917" y="243964"/>
                </a:lnTo>
                <a:lnTo>
                  <a:pt x="131691" y="243599"/>
                </a:lnTo>
                <a:close/>
                <a:moveTo>
                  <a:pt x="270402" y="113803"/>
                </a:moveTo>
                <a:lnTo>
                  <a:pt x="272315" y="114239"/>
                </a:lnTo>
                <a:lnTo>
                  <a:pt x="269446" y="114021"/>
                </a:lnTo>
                <a:close/>
                <a:moveTo>
                  <a:pt x="280507" y="152937"/>
                </a:moveTo>
                <a:lnTo>
                  <a:pt x="281957" y="153308"/>
                </a:lnTo>
                <a:lnTo>
                  <a:pt x="279782" y="153122"/>
                </a:lnTo>
                <a:close/>
                <a:moveTo>
                  <a:pt x="8197" y="137786"/>
                </a:moveTo>
                <a:lnTo>
                  <a:pt x="9151" y="138172"/>
                </a:lnTo>
                <a:lnTo>
                  <a:pt x="7720" y="137979"/>
                </a:lnTo>
                <a:close/>
                <a:moveTo>
                  <a:pt x="59597" y="20455"/>
                </a:moveTo>
                <a:lnTo>
                  <a:pt x="61572" y="21606"/>
                </a:lnTo>
                <a:lnTo>
                  <a:pt x="58610" y="21030"/>
                </a:lnTo>
                <a:close/>
                <a:moveTo>
                  <a:pt x="192711" y="157769"/>
                </a:moveTo>
                <a:lnTo>
                  <a:pt x="193480" y="158577"/>
                </a:lnTo>
                <a:lnTo>
                  <a:pt x="192327" y="158173"/>
                </a:lnTo>
                <a:close/>
                <a:moveTo>
                  <a:pt x="56241" y="205387"/>
                </a:moveTo>
                <a:lnTo>
                  <a:pt x="57833" y="206370"/>
                </a:lnTo>
                <a:lnTo>
                  <a:pt x="55445" y="205878"/>
                </a:lnTo>
                <a:close/>
                <a:moveTo>
                  <a:pt x="85781" y="29152"/>
                </a:moveTo>
                <a:lnTo>
                  <a:pt x="86757" y="29927"/>
                </a:lnTo>
                <a:lnTo>
                  <a:pt x="85294" y="29540"/>
                </a:lnTo>
                <a:close/>
                <a:moveTo>
                  <a:pt x="123750" y="195597"/>
                </a:moveTo>
                <a:lnTo>
                  <a:pt x="125835" y="197391"/>
                </a:lnTo>
                <a:lnTo>
                  <a:pt x="122708" y="196494"/>
                </a:lnTo>
                <a:close/>
                <a:moveTo>
                  <a:pt x="88828" y="51103"/>
                </a:moveTo>
                <a:lnTo>
                  <a:pt x="90896" y="51823"/>
                </a:lnTo>
                <a:lnTo>
                  <a:pt x="87794" y="51463"/>
                </a:lnTo>
                <a:close/>
                <a:moveTo>
                  <a:pt x="82598" y="177588"/>
                </a:moveTo>
                <a:lnTo>
                  <a:pt x="84237" y="178087"/>
                </a:lnTo>
                <a:lnTo>
                  <a:pt x="81778" y="177838"/>
                </a:lnTo>
                <a:close/>
                <a:moveTo>
                  <a:pt x="210050" y="237363"/>
                </a:moveTo>
                <a:lnTo>
                  <a:pt x="211948" y="237998"/>
                </a:lnTo>
                <a:lnTo>
                  <a:pt x="209102" y="237681"/>
                </a:lnTo>
                <a:close/>
                <a:moveTo>
                  <a:pt x="161168" y="30168"/>
                </a:moveTo>
                <a:lnTo>
                  <a:pt x="162196" y="30717"/>
                </a:lnTo>
                <a:lnTo>
                  <a:pt x="160654" y="30442"/>
                </a:lnTo>
                <a:close/>
                <a:moveTo>
                  <a:pt x="148500" y="271670"/>
                </a:moveTo>
                <a:lnTo>
                  <a:pt x="149162" y="272636"/>
                </a:lnTo>
                <a:lnTo>
                  <a:pt x="148170" y="272153"/>
                </a:lnTo>
                <a:close/>
                <a:moveTo>
                  <a:pt x="206649" y="154730"/>
                </a:moveTo>
                <a:lnTo>
                  <a:pt x="208840" y="155485"/>
                </a:lnTo>
                <a:lnTo>
                  <a:pt x="205554" y="155108"/>
                </a:lnTo>
                <a:close/>
                <a:moveTo>
                  <a:pt x="209722" y="246742"/>
                </a:moveTo>
                <a:lnTo>
                  <a:pt x="210485" y="247485"/>
                </a:lnTo>
                <a:lnTo>
                  <a:pt x="209340" y="247114"/>
                </a:lnTo>
                <a:close/>
                <a:moveTo>
                  <a:pt x="223879" y="130799"/>
                </a:moveTo>
                <a:lnTo>
                  <a:pt x="225090" y="131370"/>
                </a:lnTo>
                <a:lnTo>
                  <a:pt x="223273" y="131085"/>
                </a:lnTo>
                <a:close/>
                <a:moveTo>
                  <a:pt x="270222" y="180136"/>
                </a:moveTo>
                <a:lnTo>
                  <a:pt x="271528" y="181185"/>
                </a:lnTo>
                <a:lnTo>
                  <a:pt x="269568" y="180660"/>
                </a:lnTo>
                <a:close/>
                <a:moveTo>
                  <a:pt x="143109" y="189945"/>
                </a:moveTo>
                <a:lnTo>
                  <a:pt x="144362" y="191601"/>
                </a:lnTo>
                <a:lnTo>
                  <a:pt x="142483" y="190773"/>
                </a:lnTo>
                <a:close/>
                <a:moveTo>
                  <a:pt x="103406" y="238701"/>
                </a:moveTo>
                <a:lnTo>
                  <a:pt x="104474" y="239432"/>
                </a:lnTo>
                <a:lnTo>
                  <a:pt x="102872" y="239067"/>
                </a:lnTo>
                <a:close/>
                <a:moveTo>
                  <a:pt x="266016" y="79617"/>
                </a:moveTo>
                <a:lnTo>
                  <a:pt x="266383" y="80766"/>
                </a:lnTo>
                <a:lnTo>
                  <a:pt x="265833" y="80192"/>
                </a:lnTo>
                <a:close/>
                <a:moveTo>
                  <a:pt x="38213" y="237076"/>
                </a:moveTo>
                <a:lnTo>
                  <a:pt x="39203" y="238115"/>
                </a:lnTo>
                <a:lnTo>
                  <a:pt x="37718" y="237595"/>
                </a:lnTo>
                <a:close/>
                <a:moveTo>
                  <a:pt x="254183" y="248074"/>
                </a:moveTo>
                <a:lnTo>
                  <a:pt x="256268" y="249193"/>
                </a:lnTo>
                <a:lnTo>
                  <a:pt x="253140" y="248633"/>
                </a:lnTo>
                <a:close/>
                <a:moveTo>
                  <a:pt x="211744" y="244090"/>
                </a:moveTo>
                <a:lnTo>
                  <a:pt x="213286" y="244798"/>
                </a:lnTo>
                <a:lnTo>
                  <a:pt x="210973" y="244444"/>
                </a:lnTo>
                <a:close/>
                <a:moveTo>
                  <a:pt x="160516" y="189885"/>
                </a:moveTo>
                <a:lnTo>
                  <a:pt x="161995" y="190814"/>
                </a:lnTo>
                <a:lnTo>
                  <a:pt x="159776" y="190349"/>
                </a:lnTo>
                <a:close/>
                <a:moveTo>
                  <a:pt x="189791" y="265674"/>
                </a:moveTo>
                <a:lnTo>
                  <a:pt x="191199" y="266537"/>
                </a:lnTo>
                <a:lnTo>
                  <a:pt x="189087" y="266105"/>
                </a:lnTo>
                <a:close/>
                <a:moveTo>
                  <a:pt x="44579" y="113967"/>
                </a:moveTo>
                <a:lnTo>
                  <a:pt x="46526" y="115763"/>
                </a:lnTo>
                <a:lnTo>
                  <a:pt x="43605" y="114865"/>
                </a:lnTo>
                <a:close/>
                <a:moveTo>
                  <a:pt x="149083" y="216482"/>
                </a:moveTo>
                <a:lnTo>
                  <a:pt x="150578" y="217937"/>
                </a:lnTo>
                <a:lnTo>
                  <a:pt x="148335" y="217209"/>
                </a:lnTo>
                <a:close/>
                <a:moveTo>
                  <a:pt x="221570" y="156567"/>
                </a:moveTo>
                <a:lnTo>
                  <a:pt x="223483" y="157671"/>
                </a:lnTo>
                <a:lnTo>
                  <a:pt x="220613" y="157119"/>
                </a:lnTo>
                <a:close/>
                <a:moveTo>
                  <a:pt x="88890" y="257627"/>
                </a:moveTo>
                <a:lnTo>
                  <a:pt x="89614" y="259184"/>
                </a:lnTo>
                <a:lnTo>
                  <a:pt x="88528" y="258405"/>
                </a:lnTo>
                <a:close/>
                <a:moveTo>
                  <a:pt x="255794" y="216306"/>
                </a:moveTo>
                <a:lnTo>
                  <a:pt x="257668" y="217930"/>
                </a:lnTo>
                <a:lnTo>
                  <a:pt x="254858" y="217118"/>
                </a:lnTo>
                <a:close/>
                <a:moveTo>
                  <a:pt x="281469" y="153991"/>
                </a:moveTo>
                <a:lnTo>
                  <a:pt x="281839" y="154799"/>
                </a:lnTo>
                <a:lnTo>
                  <a:pt x="281283" y="154395"/>
                </a:lnTo>
                <a:close/>
                <a:moveTo>
                  <a:pt x="253106" y="165441"/>
                </a:moveTo>
                <a:lnTo>
                  <a:pt x="255193" y="166218"/>
                </a:lnTo>
                <a:lnTo>
                  <a:pt x="252063" y="165829"/>
                </a:lnTo>
                <a:close/>
                <a:moveTo>
                  <a:pt x="110835" y="29431"/>
                </a:moveTo>
                <a:lnTo>
                  <a:pt x="111223" y="30399"/>
                </a:lnTo>
                <a:lnTo>
                  <a:pt x="110640" y="29915"/>
                </a:lnTo>
                <a:close/>
                <a:moveTo>
                  <a:pt x="267031" y="4898"/>
                </a:moveTo>
                <a:lnTo>
                  <a:pt x="268652" y="5443"/>
                </a:lnTo>
                <a:lnTo>
                  <a:pt x="266221" y="5171"/>
                </a:lnTo>
                <a:close/>
                <a:moveTo>
                  <a:pt x="162246" y="169604"/>
                </a:moveTo>
                <a:lnTo>
                  <a:pt x="163488" y="169967"/>
                </a:lnTo>
                <a:lnTo>
                  <a:pt x="161625" y="169785"/>
                </a:lnTo>
                <a:close/>
                <a:moveTo>
                  <a:pt x="256213" y="94736"/>
                </a:moveTo>
                <a:lnTo>
                  <a:pt x="257851" y="95523"/>
                </a:lnTo>
                <a:lnTo>
                  <a:pt x="255395" y="95130"/>
                </a:lnTo>
                <a:close/>
                <a:moveTo>
                  <a:pt x="136925" y="69910"/>
                </a:moveTo>
                <a:lnTo>
                  <a:pt x="138349" y="71077"/>
                </a:lnTo>
                <a:lnTo>
                  <a:pt x="136213" y="70494"/>
                </a:lnTo>
                <a:close/>
                <a:moveTo>
                  <a:pt x="104934" y="159360"/>
                </a:moveTo>
                <a:lnTo>
                  <a:pt x="106391" y="160243"/>
                </a:lnTo>
                <a:lnTo>
                  <a:pt x="104206" y="159801"/>
                </a:lnTo>
                <a:close/>
                <a:moveTo>
                  <a:pt x="207036" y="99346"/>
                </a:moveTo>
                <a:lnTo>
                  <a:pt x="209137" y="100997"/>
                </a:lnTo>
                <a:lnTo>
                  <a:pt x="205986" y="100172"/>
                </a:lnTo>
                <a:close/>
                <a:moveTo>
                  <a:pt x="196346" y="226095"/>
                </a:moveTo>
                <a:lnTo>
                  <a:pt x="198253" y="226457"/>
                </a:lnTo>
                <a:lnTo>
                  <a:pt x="195393" y="226276"/>
                </a:lnTo>
                <a:close/>
                <a:moveTo>
                  <a:pt x="256165" y="252188"/>
                </a:moveTo>
                <a:lnTo>
                  <a:pt x="258298" y="252499"/>
                </a:lnTo>
                <a:lnTo>
                  <a:pt x="255099" y="252343"/>
                </a:lnTo>
                <a:close/>
                <a:moveTo>
                  <a:pt x="45313" y="111655"/>
                </a:moveTo>
                <a:lnTo>
                  <a:pt x="46261" y="113069"/>
                </a:lnTo>
                <a:lnTo>
                  <a:pt x="44839" y="112362"/>
                </a:lnTo>
                <a:close/>
                <a:moveTo>
                  <a:pt x="56766" y="198519"/>
                </a:moveTo>
                <a:lnTo>
                  <a:pt x="57423" y="200150"/>
                </a:lnTo>
                <a:lnTo>
                  <a:pt x="56438" y="199334"/>
                </a:lnTo>
                <a:close/>
                <a:moveTo>
                  <a:pt x="207044" y="149030"/>
                </a:moveTo>
                <a:lnTo>
                  <a:pt x="207924" y="149933"/>
                </a:lnTo>
                <a:lnTo>
                  <a:pt x="206604" y="149482"/>
                </a:lnTo>
                <a:close/>
                <a:moveTo>
                  <a:pt x="55227" y="204389"/>
                </a:moveTo>
                <a:lnTo>
                  <a:pt x="56106" y="205111"/>
                </a:lnTo>
                <a:lnTo>
                  <a:pt x="54787" y="204750"/>
                </a:lnTo>
                <a:close/>
                <a:moveTo>
                  <a:pt x="223814" y="261279"/>
                </a:moveTo>
                <a:lnTo>
                  <a:pt x="224542" y="262125"/>
                </a:lnTo>
                <a:lnTo>
                  <a:pt x="223450" y="261702"/>
                </a:lnTo>
                <a:close/>
                <a:moveTo>
                  <a:pt x="31715" y="223195"/>
                </a:moveTo>
                <a:lnTo>
                  <a:pt x="33735" y="224086"/>
                </a:lnTo>
                <a:lnTo>
                  <a:pt x="30705" y="223640"/>
                </a:lnTo>
                <a:close/>
                <a:moveTo>
                  <a:pt x="283564" y="23914"/>
                </a:moveTo>
                <a:lnTo>
                  <a:pt x="285334" y="25221"/>
                </a:lnTo>
                <a:lnTo>
                  <a:pt x="282679" y="24567"/>
                </a:lnTo>
                <a:close/>
                <a:moveTo>
                  <a:pt x="150605" y="161454"/>
                </a:moveTo>
                <a:lnTo>
                  <a:pt x="151391" y="162715"/>
                </a:lnTo>
                <a:lnTo>
                  <a:pt x="150211" y="162085"/>
                </a:lnTo>
                <a:close/>
                <a:moveTo>
                  <a:pt x="237767" y="120580"/>
                </a:moveTo>
                <a:lnTo>
                  <a:pt x="238515" y="121390"/>
                </a:lnTo>
                <a:lnTo>
                  <a:pt x="237392" y="120985"/>
                </a:lnTo>
                <a:close/>
                <a:moveTo>
                  <a:pt x="66815" y="30257"/>
                </a:moveTo>
                <a:lnTo>
                  <a:pt x="68683" y="31530"/>
                </a:lnTo>
                <a:lnTo>
                  <a:pt x="65881" y="30893"/>
                </a:lnTo>
                <a:close/>
                <a:moveTo>
                  <a:pt x="31220" y="201070"/>
                </a:moveTo>
                <a:lnTo>
                  <a:pt x="32861" y="201388"/>
                </a:lnTo>
                <a:lnTo>
                  <a:pt x="30399" y="201229"/>
                </a:lnTo>
                <a:close/>
                <a:moveTo>
                  <a:pt x="255953" y="239539"/>
                </a:moveTo>
                <a:lnTo>
                  <a:pt x="257612" y="241227"/>
                </a:lnTo>
                <a:lnTo>
                  <a:pt x="255124" y="240383"/>
                </a:lnTo>
                <a:close/>
                <a:moveTo>
                  <a:pt x="209202" y="206150"/>
                </a:moveTo>
                <a:lnTo>
                  <a:pt x="210289" y="206718"/>
                </a:lnTo>
                <a:lnTo>
                  <a:pt x="208659" y="206434"/>
                </a:lnTo>
                <a:close/>
                <a:moveTo>
                  <a:pt x="210784" y="269769"/>
                </a:moveTo>
                <a:lnTo>
                  <a:pt x="211593" y="270631"/>
                </a:lnTo>
                <a:lnTo>
                  <a:pt x="210379" y="270200"/>
                </a:lnTo>
                <a:close/>
                <a:moveTo>
                  <a:pt x="106937" y="238783"/>
                </a:moveTo>
                <a:lnTo>
                  <a:pt x="107509" y="239498"/>
                </a:lnTo>
                <a:lnTo>
                  <a:pt x="106650" y="239141"/>
                </a:lnTo>
                <a:close/>
                <a:moveTo>
                  <a:pt x="163625" y="148705"/>
                </a:moveTo>
                <a:lnTo>
                  <a:pt x="165264" y="149028"/>
                </a:lnTo>
                <a:lnTo>
                  <a:pt x="162806" y="148867"/>
                </a:lnTo>
                <a:close/>
                <a:moveTo>
                  <a:pt x="145705" y="201218"/>
                </a:moveTo>
                <a:lnTo>
                  <a:pt x="147262" y="202643"/>
                </a:lnTo>
                <a:lnTo>
                  <a:pt x="144927" y="201930"/>
                </a:lnTo>
                <a:close/>
                <a:moveTo>
                  <a:pt x="13800" y="155671"/>
                </a:moveTo>
                <a:lnTo>
                  <a:pt x="15077" y="156333"/>
                </a:lnTo>
                <a:lnTo>
                  <a:pt x="13162" y="156002"/>
                </a:lnTo>
                <a:close/>
                <a:moveTo>
                  <a:pt x="107827" y="52903"/>
                </a:moveTo>
                <a:lnTo>
                  <a:pt x="108733" y="53228"/>
                </a:lnTo>
                <a:lnTo>
                  <a:pt x="107374" y="53065"/>
                </a:lnTo>
                <a:close/>
                <a:moveTo>
                  <a:pt x="27789" y="19095"/>
                </a:moveTo>
                <a:lnTo>
                  <a:pt x="29412" y="20845"/>
                </a:lnTo>
                <a:lnTo>
                  <a:pt x="26977" y="19970"/>
                </a:lnTo>
                <a:close/>
                <a:moveTo>
                  <a:pt x="171781" y="149675"/>
                </a:moveTo>
                <a:lnTo>
                  <a:pt x="173091" y="150820"/>
                </a:lnTo>
                <a:lnTo>
                  <a:pt x="171126" y="150247"/>
                </a:lnTo>
                <a:close/>
                <a:moveTo>
                  <a:pt x="52295" y="214242"/>
                </a:moveTo>
                <a:lnTo>
                  <a:pt x="54143" y="215598"/>
                </a:lnTo>
                <a:lnTo>
                  <a:pt x="51372" y="214920"/>
                </a:lnTo>
                <a:close/>
                <a:moveTo>
                  <a:pt x="257943" y="57463"/>
                </a:moveTo>
                <a:lnTo>
                  <a:pt x="258358" y="58427"/>
                </a:lnTo>
                <a:lnTo>
                  <a:pt x="257735" y="57945"/>
                </a:lnTo>
                <a:close/>
                <a:moveTo>
                  <a:pt x="284985" y="107725"/>
                </a:moveTo>
                <a:lnTo>
                  <a:pt x="287142" y="108719"/>
                </a:lnTo>
                <a:lnTo>
                  <a:pt x="283907" y="108222"/>
                </a:lnTo>
                <a:close/>
                <a:moveTo>
                  <a:pt x="154775" y="251410"/>
                </a:moveTo>
                <a:lnTo>
                  <a:pt x="155679" y="252052"/>
                </a:lnTo>
                <a:lnTo>
                  <a:pt x="154323" y="251731"/>
                </a:lnTo>
                <a:close/>
                <a:moveTo>
                  <a:pt x="220214" y="130427"/>
                </a:moveTo>
                <a:lnTo>
                  <a:pt x="222249" y="132100"/>
                </a:lnTo>
                <a:lnTo>
                  <a:pt x="219196" y="131263"/>
                </a:lnTo>
                <a:close/>
                <a:moveTo>
                  <a:pt x="12020" y="93298"/>
                </a:moveTo>
                <a:lnTo>
                  <a:pt x="12399" y="94666"/>
                </a:lnTo>
                <a:lnTo>
                  <a:pt x="11830" y="93982"/>
                </a:lnTo>
                <a:close/>
                <a:moveTo>
                  <a:pt x="120295" y="180545"/>
                </a:moveTo>
                <a:lnTo>
                  <a:pt x="122412" y="182251"/>
                </a:lnTo>
                <a:lnTo>
                  <a:pt x="119237" y="181398"/>
                </a:lnTo>
                <a:close/>
                <a:moveTo>
                  <a:pt x="47861" y="209660"/>
                </a:moveTo>
                <a:lnTo>
                  <a:pt x="49098" y="211017"/>
                </a:lnTo>
                <a:lnTo>
                  <a:pt x="47243" y="210338"/>
                </a:lnTo>
                <a:close/>
                <a:moveTo>
                  <a:pt x="53023" y="183686"/>
                </a:moveTo>
                <a:lnTo>
                  <a:pt x="54559" y="184780"/>
                </a:lnTo>
                <a:lnTo>
                  <a:pt x="52256" y="184233"/>
                </a:lnTo>
                <a:close/>
                <a:moveTo>
                  <a:pt x="284198" y="92522"/>
                </a:moveTo>
                <a:lnTo>
                  <a:pt x="285917" y="93928"/>
                </a:lnTo>
                <a:lnTo>
                  <a:pt x="283338" y="93225"/>
                </a:lnTo>
                <a:close/>
                <a:moveTo>
                  <a:pt x="243615" y="96472"/>
                </a:moveTo>
                <a:lnTo>
                  <a:pt x="244993" y="96805"/>
                </a:lnTo>
                <a:lnTo>
                  <a:pt x="242925" y="96639"/>
                </a:lnTo>
                <a:close/>
                <a:moveTo>
                  <a:pt x="15253" y="84815"/>
                </a:moveTo>
                <a:lnTo>
                  <a:pt x="16759" y="86298"/>
                </a:lnTo>
                <a:lnTo>
                  <a:pt x="14499" y="85557"/>
                </a:lnTo>
                <a:close/>
                <a:moveTo>
                  <a:pt x="154594" y="203395"/>
                </a:moveTo>
                <a:lnTo>
                  <a:pt x="155083" y="204284"/>
                </a:lnTo>
                <a:lnTo>
                  <a:pt x="154350" y="203840"/>
                </a:lnTo>
                <a:close/>
                <a:moveTo>
                  <a:pt x="287082" y="241280"/>
                </a:moveTo>
                <a:lnTo>
                  <a:pt x="287884" y="242143"/>
                </a:lnTo>
                <a:lnTo>
                  <a:pt x="286680" y="241712"/>
                </a:lnTo>
                <a:close/>
                <a:moveTo>
                  <a:pt x="238391" y="136092"/>
                </a:moveTo>
                <a:lnTo>
                  <a:pt x="238963" y="137088"/>
                </a:lnTo>
                <a:lnTo>
                  <a:pt x="238105" y="136590"/>
                </a:lnTo>
                <a:close/>
                <a:moveTo>
                  <a:pt x="183747" y="41840"/>
                </a:moveTo>
                <a:lnTo>
                  <a:pt x="184904" y="43180"/>
                </a:lnTo>
                <a:lnTo>
                  <a:pt x="183169" y="42510"/>
                </a:lnTo>
                <a:close/>
                <a:moveTo>
                  <a:pt x="109978" y="235503"/>
                </a:moveTo>
                <a:lnTo>
                  <a:pt x="111538" y="236304"/>
                </a:lnTo>
                <a:lnTo>
                  <a:pt x="109198" y="235904"/>
                </a:lnTo>
                <a:close/>
                <a:moveTo>
                  <a:pt x="29190" y="155513"/>
                </a:moveTo>
                <a:lnTo>
                  <a:pt x="31061" y="157293"/>
                </a:lnTo>
                <a:lnTo>
                  <a:pt x="28255" y="156403"/>
                </a:lnTo>
                <a:close/>
                <a:moveTo>
                  <a:pt x="166798" y="106073"/>
                </a:moveTo>
                <a:lnTo>
                  <a:pt x="167411" y="106638"/>
                </a:lnTo>
                <a:lnTo>
                  <a:pt x="166492" y="106356"/>
                </a:lnTo>
                <a:close/>
                <a:moveTo>
                  <a:pt x="39896" y="92442"/>
                </a:moveTo>
                <a:lnTo>
                  <a:pt x="40559" y="93346"/>
                </a:lnTo>
                <a:lnTo>
                  <a:pt x="39564" y="92894"/>
                </a:lnTo>
                <a:close/>
                <a:moveTo>
                  <a:pt x="220325" y="15326"/>
                </a:moveTo>
                <a:lnTo>
                  <a:pt x="222007" y="15711"/>
                </a:lnTo>
                <a:lnTo>
                  <a:pt x="219484" y="15519"/>
                </a:lnTo>
                <a:close/>
                <a:moveTo>
                  <a:pt x="207463" y="108960"/>
                </a:moveTo>
                <a:lnTo>
                  <a:pt x="209581" y="110179"/>
                </a:lnTo>
                <a:lnTo>
                  <a:pt x="206404" y="109570"/>
                </a:lnTo>
                <a:close/>
                <a:moveTo>
                  <a:pt x="146414" y="190855"/>
                </a:moveTo>
                <a:lnTo>
                  <a:pt x="147518" y="191540"/>
                </a:lnTo>
                <a:lnTo>
                  <a:pt x="145862" y="191198"/>
                </a:lnTo>
                <a:close/>
                <a:moveTo>
                  <a:pt x="215293" y="253408"/>
                </a:moveTo>
                <a:lnTo>
                  <a:pt x="217138" y="253921"/>
                </a:lnTo>
                <a:lnTo>
                  <a:pt x="214370" y="253665"/>
                </a:lnTo>
                <a:close/>
                <a:moveTo>
                  <a:pt x="117560" y="159765"/>
                </a:moveTo>
                <a:lnTo>
                  <a:pt x="119633" y="160998"/>
                </a:lnTo>
                <a:lnTo>
                  <a:pt x="116524" y="160381"/>
                </a:lnTo>
                <a:close/>
                <a:moveTo>
                  <a:pt x="92653" y="279903"/>
                </a:moveTo>
                <a:lnTo>
                  <a:pt x="94702" y="280831"/>
                </a:lnTo>
                <a:lnTo>
                  <a:pt x="91629" y="280367"/>
                </a:lnTo>
                <a:close/>
                <a:moveTo>
                  <a:pt x="26389" y="145929"/>
                </a:moveTo>
                <a:lnTo>
                  <a:pt x="28075" y="147475"/>
                </a:lnTo>
                <a:lnTo>
                  <a:pt x="25546" y="146702"/>
                </a:lnTo>
                <a:close/>
                <a:moveTo>
                  <a:pt x="225815" y="43726"/>
                </a:moveTo>
                <a:lnTo>
                  <a:pt x="227933" y="45071"/>
                </a:lnTo>
                <a:lnTo>
                  <a:pt x="224757" y="44399"/>
                </a:lnTo>
                <a:close/>
                <a:moveTo>
                  <a:pt x="95196" y="200437"/>
                </a:moveTo>
                <a:lnTo>
                  <a:pt x="96900" y="201288"/>
                </a:lnTo>
                <a:lnTo>
                  <a:pt x="94343" y="200863"/>
                </a:lnTo>
                <a:close/>
                <a:moveTo>
                  <a:pt x="8640" y="50255"/>
                </a:moveTo>
                <a:lnTo>
                  <a:pt x="9777" y="51004"/>
                </a:lnTo>
                <a:lnTo>
                  <a:pt x="8072" y="50630"/>
                </a:lnTo>
                <a:close/>
                <a:moveTo>
                  <a:pt x="180504" y="77153"/>
                </a:moveTo>
                <a:lnTo>
                  <a:pt x="182247" y="77897"/>
                </a:lnTo>
                <a:lnTo>
                  <a:pt x="179633" y="77525"/>
                </a:lnTo>
                <a:close/>
                <a:moveTo>
                  <a:pt x="61388" y="165312"/>
                </a:moveTo>
                <a:lnTo>
                  <a:pt x="62971" y="166280"/>
                </a:lnTo>
                <a:lnTo>
                  <a:pt x="60597" y="165796"/>
                </a:lnTo>
                <a:close/>
                <a:moveTo>
                  <a:pt x="145295" y="113519"/>
                </a:moveTo>
                <a:lnTo>
                  <a:pt x="147184" y="114328"/>
                </a:lnTo>
                <a:lnTo>
                  <a:pt x="144351" y="113923"/>
                </a:lnTo>
                <a:close/>
                <a:moveTo>
                  <a:pt x="98016" y="225915"/>
                </a:moveTo>
                <a:lnTo>
                  <a:pt x="99562" y="227457"/>
                </a:lnTo>
                <a:lnTo>
                  <a:pt x="97243" y="226686"/>
                </a:lnTo>
                <a:close/>
                <a:moveTo>
                  <a:pt x="97175" y="116275"/>
                </a:moveTo>
                <a:lnTo>
                  <a:pt x="99302" y="116939"/>
                </a:lnTo>
                <a:lnTo>
                  <a:pt x="96112" y="116607"/>
                </a:lnTo>
                <a:close/>
                <a:moveTo>
                  <a:pt x="106578" y="254529"/>
                </a:moveTo>
                <a:lnTo>
                  <a:pt x="108626" y="255456"/>
                </a:lnTo>
                <a:lnTo>
                  <a:pt x="105554" y="254993"/>
                </a:lnTo>
                <a:close/>
                <a:moveTo>
                  <a:pt x="267415" y="195153"/>
                </a:moveTo>
                <a:lnTo>
                  <a:pt x="268275" y="196643"/>
                </a:lnTo>
                <a:lnTo>
                  <a:pt x="266985" y="195898"/>
                </a:lnTo>
                <a:close/>
                <a:moveTo>
                  <a:pt x="114842" y="104576"/>
                </a:moveTo>
                <a:lnTo>
                  <a:pt x="116375" y="105208"/>
                </a:lnTo>
                <a:lnTo>
                  <a:pt x="114076" y="104892"/>
                </a:lnTo>
                <a:close/>
                <a:moveTo>
                  <a:pt x="254249" y="105139"/>
                </a:moveTo>
                <a:lnTo>
                  <a:pt x="256336" y="105798"/>
                </a:lnTo>
                <a:lnTo>
                  <a:pt x="253205" y="105468"/>
                </a:lnTo>
                <a:close/>
                <a:moveTo>
                  <a:pt x="41577" y="246872"/>
                </a:moveTo>
                <a:lnTo>
                  <a:pt x="43541" y="248326"/>
                </a:lnTo>
                <a:lnTo>
                  <a:pt x="40595" y="247599"/>
                </a:lnTo>
                <a:close/>
                <a:moveTo>
                  <a:pt x="211445" y="114505"/>
                </a:moveTo>
                <a:lnTo>
                  <a:pt x="212788" y="115590"/>
                </a:lnTo>
                <a:lnTo>
                  <a:pt x="210774" y="115047"/>
                </a:lnTo>
                <a:close/>
                <a:moveTo>
                  <a:pt x="244763" y="218802"/>
                </a:moveTo>
                <a:lnTo>
                  <a:pt x="246017" y="220560"/>
                </a:lnTo>
                <a:lnTo>
                  <a:pt x="244136" y="219681"/>
                </a:lnTo>
                <a:close/>
                <a:moveTo>
                  <a:pt x="84141" y="228930"/>
                </a:moveTo>
                <a:lnTo>
                  <a:pt x="85551" y="230683"/>
                </a:lnTo>
                <a:lnTo>
                  <a:pt x="83436" y="229807"/>
                </a:lnTo>
                <a:close/>
                <a:moveTo>
                  <a:pt x="258618" y="231443"/>
                </a:moveTo>
                <a:lnTo>
                  <a:pt x="260120" y="233112"/>
                </a:lnTo>
                <a:lnTo>
                  <a:pt x="257867" y="232278"/>
                </a:lnTo>
                <a:close/>
                <a:moveTo>
                  <a:pt x="276199" y="224849"/>
                </a:moveTo>
                <a:lnTo>
                  <a:pt x="276595" y="225340"/>
                </a:lnTo>
                <a:lnTo>
                  <a:pt x="276000" y="225095"/>
                </a:lnTo>
                <a:close/>
                <a:moveTo>
                  <a:pt x="14913" y="241111"/>
                </a:moveTo>
                <a:lnTo>
                  <a:pt x="16880" y="242449"/>
                </a:lnTo>
                <a:lnTo>
                  <a:pt x="13930" y="241780"/>
                </a:lnTo>
                <a:close/>
                <a:moveTo>
                  <a:pt x="101640" y="25022"/>
                </a:moveTo>
                <a:lnTo>
                  <a:pt x="102287" y="26775"/>
                </a:lnTo>
                <a:lnTo>
                  <a:pt x="101317" y="25899"/>
                </a:lnTo>
                <a:close/>
                <a:moveTo>
                  <a:pt x="36344" y="167197"/>
                </a:moveTo>
                <a:lnTo>
                  <a:pt x="38362" y="168650"/>
                </a:lnTo>
                <a:lnTo>
                  <a:pt x="35335" y="167923"/>
                </a:lnTo>
                <a:close/>
                <a:moveTo>
                  <a:pt x="261337" y="162043"/>
                </a:moveTo>
                <a:lnTo>
                  <a:pt x="261862" y="163659"/>
                </a:lnTo>
                <a:lnTo>
                  <a:pt x="261075" y="162851"/>
                </a:lnTo>
                <a:close/>
                <a:moveTo>
                  <a:pt x="8649" y="14375"/>
                </a:moveTo>
                <a:lnTo>
                  <a:pt x="9870" y="15369"/>
                </a:lnTo>
                <a:lnTo>
                  <a:pt x="8038" y="14872"/>
                </a:lnTo>
                <a:close/>
                <a:moveTo>
                  <a:pt x="259420" y="246596"/>
                </a:moveTo>
                <a:lnTo>
                  <a:pt x="261553" y="248188"/>
                </a:lnTo>
                <a:lnTo>
                  <a:pt x="258354" y="247392"/>
                </a:lnTo>
                <a:close/>
                <a:moveTo>
                  <a:pt x="146238" y="254789"/>
                </a:moveTo>
                <a:lnTo>
                  <a:pt x="147014" y="255647"/>
                </a:lnTo>
                <a:lnTo>
                  <a:pt x="145850" y="255218"/>
                </a:lnTo>
                <a:close/>
                <a:moveTo>
                  <a:pt x="194678" y="133882"/>
                </a:moveTo>
                <a:lnTo>
                  <a:pt x="196717" y="135618"/>
                </a:lnTo>
                <a:lnTo>
                  <a:pt x="193659" y="134750"/>
                </a:lnTo>
                <a:close/>
                <a:moveTo>
                  <a:pt x="86634" y="211201"/>
                </a:moveTo>
                <a:lnTo>
                  <a:pt x="88773" y="212722"/>
                </a:lnTo>
                <a:lnTo>
                  <a:pt x="85564" y="211962"/>
                </a:lnTo>
                <a:close/>
                <a:moveTo>
                  <a:pt x="24431" y="145368"/>
                </a:moveTo>
                <a:lnTo>
                  <a:pt x="24877" y="147112"/>
                </a:lnTo>
                <a:lnTo>
                  <a:pt x="24209" y="146240"/>
                </a:lnTo>
                <a:close/>
                <a:moveTo>
                  <a:pt x="22830" y="56048"/>
                </a:moveTo>
                <a:lnTo>
                  <a:pt x="24367" y="56445"/>
                </a:lnTo>
                <a:lnTo>
                  <a:pt x="22061" y="56247"/>
                </a:lnTo>
                <a:close/>
                <a:moveTo>
                  <a:pt x="194242" y="53755"/>
                </a:moveTo>
                <a:lnTo>
                  <a:pt x="195534" y="54632"/>
                </a:lnTo>
                <a:lnTo>
                  <a:pt x="193596" y="54194"/>
                </a:lnTo>
                <a:close/>
                <a:moveTo>
                  <a:pt x="183867" y="3369"/>
                </a:moveTo>
                <a:lnTo>
                  <a:pt x="185549" y="4009"/>
                </a:lnTo>
                <a:lnTo>
                  <a:pt x="183026" y="3689"/>
                </a:lnTo>
                <a:close/>
                <a:moveTo>
                  <a:pt x="49557" y="94647"/>
                </a:moveTo>
                <a:lnTo>
                  <a:pt x="51614" y="95750"/>
                </a:lnTo>
                <a:lnTo>
                  <a:pt x="48528" y="95198"/>
                </a:lnTo>
                <a:close/>
                <a:moveTo>
                  <a:pt x="143178" y="206078"/>
                </a:moveTo>
                <a:lnTo>
                  <a:pt x="143776" y="206580"/>
                </a:lnTo>
                <a:lnTo>
                  <a:pt x="142879" y="206329"/>
                </a:lnTo>
                <a:close/>
                <a:moveTo>
                  <a:pt x="186295" y="115593"/>
                </a:moveTo>
                <a:lnTo>
                  <a:pt x="188250" y="116702"/>
                </a:lnTo>
                <a:lnTo>
                  <a:pt x="185317" y="116148"/>
                </a:lnTo>
                <a:close/>
                <a:moveTo>
                  <a:pt x="43796" y="85317"/>
                </a:moveTo>
                <a:lnTo>
                  <a:pt x="45308" y="85808"/>
                </a:lnTo>
                <a:lnTo>
                  <a:pt x="43040" y="85563"/>
                </a:lnTo>
                <a:close/>
                <a:moveTo>
                  <a:pt x="145736" y="275402"/>
                </a:moveTo>
                <a:lnTo>
                  <a:pt x="147870" y="275801"/>
                </a:lnTo>
                <a:lnTo>
                  <a:pt x="144669" y="275602"/>
                </a:lnTo>
                <a:close/>
                <a:moveTo>
                  <a:pt x="267371" y="198651"/>
                </a:moveTo>
                <a:lnTo>
                  <a:pt x="268504" y="199314"/>
                </a:lnTo>
                <a:lnTo>
                  <a:pt x="266804" y="198982"/>
                </a:lnTo>
                <a:close/>
                <a:moveTo>
                  <a:pt x="184388" y="190004"/>
                </a:moveTo>
                <a:lnTo>
                  <a:pt x="186275" y="191547"/>
                </a:lnTo>
                <a:lnTo>
                  <a:pt x="183444" y="190776"/>
                </a:lnTo>
                <a:close/>
                <a:moveTo>
                  <a:pt x="139198" y="267481"/>
                </a:moveTo>
                <a:lnTo>
                  <a:pt x="140132" y="267889"/>
                </a:lnTo>
                <a:lnTo>
                  <a:pt x="138731" y="267685"/>
                </a:lnTo>
                <a:close/>
                <a:moveTo>
                  <a:pt x="13907" y="256569"/>
                </a:moveTo>
                <a:lnTo>
                  <a:pt x="14750" y="257778"/>
                </a:lnTo>
                <a:lnTo>
                  <a:pt x="13486" y="257174"/>
                </a:lnTo>
                <a:close/>
                <a:moveTo>
                  <a:pt x="211541" y="281262"/>
                </a:moveTo>
                <a:lnTo>
                  <a:pt x="212109" y="282835"/>
                </a:lnTo>
                <a:lnTo>
                  <a:pt x="211257" y="282048"/>
                </a:lnTo>
                <a:close/>
                <a:moveTo>
                  <a:pt x="271186" y="138617"/>
                </a:moveTo>
                <a:lnTo>
                  <a:pt x="272400" y="139497"/>
                </a:lnTo>
                <a:lnTo>
                  <a:pt x="270579" y="139057"/>
                </a:lnTo>
                <a:close/>
                <a:moveTo>
                  <a:pt x="170557" y="284749"/>
                </a:moveTo>
                <a:lnTo>
                  <a:pt x="172458" y="285821"/>
                </a:lnTo>
                <a:lnTo>
                  <a:pt x="169606" y="285285"/>
                </a:lnTo>
                <a:close/>
                <a:moveTo>
                  <a:pt x="197255" y="258714"/>
                </a:moveTo>
                <a:lnTo>
                  <a:pt x="198859" y="259870"/>
                </a:lnTo>
                <a:lnTo>
                  <a:pt x="196454" y="259292"/>
                </a:lnTo>
                <a:close/>
                <a:moveTo>
                  <a:pt x="98777" y="93872"/>
                </a:moveTo>
                <a:lnTo>
                  <a:pt x="100713" y="95647"/>
                </a:lnTo>
                <a:lnTo>
                  <a:pt x="97809" y="94759"/>
                </a:lnTo>
                <a:close/>
                <a:moveTo>
                  <a:pt x="117832" y="118600"/>
                </a:moveTo>
                <a:lnTo>
                  <a:pt x="119441" y="119034"/>
                </a:lnTo>
                <a:lnTo>
                  <a:pt x="117027" y="118817"/>
                </a:lnTo>
                <a:close/>
                <a:moveTo>
                  <a:pt x="152999" y="216679"/>
                </a:moveTo>
                <a:lnTo>
                  <a:pt x="153649" y="218274"/>
                </a:lnTo>
                <a:lnTo>
                  <a:pt x="152674" y="217477"/>
                </a:lnTo>
                <a:close/>
                <a:moveTo>
                  <a:pt x="122798" y="80685"/>
                </a:moveTo>
                <a:lnTo>
                  <a:pt x="124536" y="81693"/>
                </a:lnTo>
                <a:lnTo>
                  <a:pt x="121929" y="81189"/>
                </a:lnTo>
                <a:close/>
                <a:moveTo>
                  <a:pt x="82558" y="98798"/>
                </a:moveTo>
                <a:lnTo>
                  <a:pt x="84334" y="100534"/>
                </a:lnTo>
                <a:lnTo>
                  <a:pt x="81670" y="99666"/>
                </a:lnTo>
                <a:close/>
                <a:moveTo>
                  <a:pt x="138981" y="179806"/>
                </a:moveTo>
                <a:lnTo>
                  <a:pt x="140104" y="180763"/>
                </a:lnTo>
                <a:lnTo>
                  <a:pt x="138419" y="180284"/>
                </a:lnTo>
                <a:close/>
                <a:moveTo>
                  <a:pt x="44722" y="188603"/>
                </a:moveTo>
                <a:lnTo>
                  <a:pt x="45977" y="189358"/>
                </a:lnTo>
                <a:lnTo>
                  <a:pt x="44095" y="188980"/>
                </a:lnTo>
                <a:close/>
                <a:moveTo>
                  <a:pt x="107788" y="220451"/>
                </a:moveTo>
                <a:lnTo>
                  <a:pt x="108905" y="221477"/>
                </a:lnTo>
                <a:lnTo>
                  <a:pt x="107230" y="220964"/>
                </a:lnTo>
                <a:close/>
                <a:moveTo>
                  <a:pt x="143688" y="275991"/>
                </a:moveTo>
                <a:lnTo>
                  <a:pt x="144880" y="277329"/>
                </a:lnTo>
                <a:lnTo>
                  <a:pt x="143093" y="276660"/>
                </a:lnTo>
                <a:close/>
                <a:moveTo>
                  <a:pt x="154923" y="221954"/>
                </a:moveTo>
                <a:lnTo>
                  <a:pt x="156919" y="223748"/>
                </a:lnTo>
                <a:lnTo>
                  <a:pt x="153925" y="222851"/>
                </a:lnTo>
                <a:close/>
                <a:moveTo>
                  <a:pt x="192744" y="102706"/>
                </a:moveTo>
                <a:lnTo>
                  <a:pt x="194308" y="103021"/>
                </a:lnTo>
                <a:lnTo>
                  <a:pt x="191961" y="102864"/>
                </a:lnTo>
                <a:close/>
                <a:moveTo>
                  <a:pt x="155222" y="84788"/>
                </a:moveTo>
                <a:lnTo>
                  <a:pt x="156919" y="85769"/>
                </a:lnTo>
                <a:lnTo>
                  <a:pt x="154373" y="85279"/>
                </a:lnTo>
                <a:close/>
                <a:moveTo>
                  <a:pt x="252677" y="60923"/>
                </a:moveTo>
                <a:lnTo>
                  <a:pt x="253376" y="62179"/>
                </a:lnTo>
                <a:lnTo>
                  <a:pt x="252328" y="61551"/>
                </a:lnTo>
                <a:close/>
                <a:moveTo>
                  <a:pt x="87240" y="60496"/>
                </a:moveTo>
                <a:lnTo>
                  <a:pt x="88892" y="61185"/>
                </a:lnTo>
                <a:lnTo>
                  <a:pt x="86415" y="60841"/>
                </a:lnTo>
                <a:close/>
                <a:moveTo>
                  <a:pt x="21413" y="146402"/>
                </a:moveTo>
                <a:lnTo>
                  <a:pt x="22312" y="147071"/>
                </a:lnTo>
                <a:lnTo>
                  <a:pt x="20964" y="146737"/>
                </a:lnTo>
                <a:close/>
                <a:moveTo>
                  <a:pt x="251876" y="279424"/>
                </a:moveTo>
                <a:lnTo>
                  <a:pt x="252531" y="280135"/>
                </a:lnTo>
                <a:lnTo>
                  <a:pt x="251549" y="279779"/>
                </a:lnTo>
                <a:close/>
                <a:moveTo>
                  <a:pt x="104284" y="48732"/>
                </a:moveTo>
                <a:lnTo>
                  <a:pt x="105198" y="50082"/>
                </a:lnTo>
                <a:lnTo>
                  <a:pt x="103827" y="49407"/>
                </a:lnTo>
                <a:close/>
                <a:moveTo>
                  <a:pt x="114406" y="74575"/>
                </a:moveTo>
                <a:lnTo>
                  <a:pt x="115784" y="76057"/>
                </a:lnTo>
                <a:lnTo>
                  <a:pt x="113717" y="75316"/>
                </a:lnTo>
                <a:close/>
                <a:moveTo>
                  <a:pt x="250555" y="9991"/>
                </a:moveTo>
                <a:lnTo>
                  <a:pt x="251104" y="10526"/>
                </a:lnTo>
                <a:lnTo>
                  <a:pt x="250280" y="10258"/>
                </a:lnTo>
                <a:close/>
                <a:moveTo>
                  <a:pt x="187103" y="51061"/>
                </a:moveTo>
                <a:lnTo>
                  <a:pt x="187866" y="52067"/>
                </a:lnTo>
                <a:lnTo>
                  <a:pt x="186722" y="51564"/>
                </a:lnTo>
                <a:close/>
                <a:moveTo>
                  <a:pt x="235194" y="261386"/>
                </a:moveTo>
                <a:lnTo>
                  <a:pt x="235749" y="261976"/>
                </a:lnTo>
                <a:lnTo>
                  <a:pt x="234916" y="261681"/>
                </a:lnTo>
                <a:close/>
                <a:moveTo>
                  <a:pt x="186151" y="213513"/>
                </a:moveTo>
                <a:lnTo>
                  <a:pt x="186922" y="214540"/>
                </a:lnTo>
                <a:lnTo>
                  <a:pt x="185765" y="214026"/>
                </a:lnTo>
                <a:close/>
                <a:moveTo>
                  <a:pt x="229155" y="113599"/>
                </a:moveTo>
                <a:lnTo>
                  <a:pt x="231168" y="114332"/>
                </a:lnTo>
                <a:lnTo>
                  <a:pt x="228148" y="113966"/>
                </a:lnTo>
                <a:close/>
                <a:moveTo>
                  <a:pt x="112265" y="109736"/>
                </a:moveTo>
                <a:lnTo>
                  <a:pt x="114209" y="110574"/>
                </a:lnTo>
                <a:lnTo>
                  <a:pt x="111293" y="110155"/>
                </a:lnTo>
                <a:close/>
                <a:moveTo>
                  <a:pt x="12348" y="188168"/>
                </a:moveTo>
                <a:lnTo>
                  <a:pt x="12805" y="189689"/>
                </a:lnTo>
                <a:lnTo>
                  <a:pt x="12120" y="188929"/>
                </a:lnTo>
                <a:close/>
                <a:moveTo>
                  <a:pt x="266904" y="136136"/>
                </a:moveTo>
                <a:lnTo>
                  <a:pt x="267534" y="137823"/>
                </a:lnTo>
                <a:lnTo>
                  <a:pt x="266588" y="136979"/>
                </a:lnTo>
                <a:close/>
                <a:moveTo>
                  <a:pt x="218844" y="44572"/>
                </a:moveTo>
                <a:lnTo>
                  <a:pt x="219258" y="46034"/>
                </a:lnTo>
                <a:lnTo>
                  <a:pt x="218637" y="45303"/>
                </a:lnTo>
                <a:close/>
                <a:moveTo>
                  <a:pt x="178237" y="109540"/>
                </a:moveTo>
                <a:lnTo>
                  <a:pt x="179474" y="110149"/>
                </a:lnTo>
                <a:lnTo>
                  <a:pt x="177618" y="109844"/>
                </a:lnTo>
                <a:close/>
                <a:moveTo>
                  <a:pt x="87825" y="238693"/>
                </a:moveTo>
                <a:lnTo>
                  <a:pt x="88237" y="240305"/>
                </a:lnTo>
                <a:lnTo>
                  <a:pt x="87619" y="239499"/>
                </a:lnTo>
                <a:close/>
                <a:moveTo>
                  <a:pt x="115606" y="269909"/>
                </a:moveTo>
                <a:lnTo>
                  <a:pt x="116642" y="270428"/>
                </a:lnTo>
                <a:lnTo>
                  <a:pt x="115088" y="270169"/>
                </a:lnTo>
                <a:close/>
                <a:moveTo>
                  <a:pt x="276831" y="172351"/>
                </a:moveTo>
                <a:lnTo>
                  <a:pt x="278824" y="173266"/>
                </a:lnTo>
                <a:lnTo>
                  <a:pt x="275834" y="172809"/>
                </a:lnTo>
                <a:close/>
                <a:moveTo>
                  <a:pt x="249220" y="184570"/>
                </a:moveTo>
                <a:lnTo>
                  <a:pt x="249641" y="185857"/>
                </a:lnTo>
                <a:lnTo>
                  <a:pt x="249010" y="185214"/>
                </a:lnTo>
                <a:close/>
                <a:moveTo>
                  <a:pt x="63880" y="7823"/>
                </a:moveTo>
                <a:lnTo>
                  <a:pt x="64675" y="9214"/>
                </a:lnTo>
                <a:lnTo>
                  <a:pt x="63483" y="8518"/>
                </a:lnTo>
                <a:close/>
                <a:moveTo>
                  <a:pt x="280309" y="191212"/>
                </a:moveTo>
                <a:lnTo>
                  <a:pt x="281435" y="191842"/>
                </a:lnTo>
                <a:lnTo>
                  <a:pt x="279746" y="191527"/>
                </a:lnTo>
                <a:close/>
                <a:moveTo>
                  <a:pt x="233166" y="264992"/>
                </a:moveTo>
                <a:lnTo>
                  <a:pt x="233999" y="266323"/>
                </a:lnTo>
                <a:lnTo>
                  <a:pt x="232749" y="265657"/>
                </a:lnTo>
                <a:close/>
                <a:moveTo>
                  <a:pt x="249293" y="179324"/>
                </a:moveTo>
                <a:lnTo>
                  <a:pt x="251373" y="179649"/>
                </a:lnTo>
                <a:lnTo>
                  <a:pt x="248253" y="179487"/>
                </a:lnTo>
                <a:close/>
                <a:moveTo>
                  <a:pt x="182333" y="154133"/>
                </a:moveTo>
                <a:lnTo>
                  <a:pt x="183910" y="155319"/>
                </a:lnTo>
                <a:lnTo>
                  <a:pt x="181544" y="154726"/>
                </a:lnTo>
                <a:close/>
                <a:moveTo>
                  <a:pt x="27013" y="165195"/>
                </a:moveTo>
                <a:lnTo>
                  <a:pt x="29102" y="165732"/>
                </a:lnTo>
                <a:lnTo>
                  <a:pt x="25968" y="165464"/>
                </a:lnTo>
                <a:close/>
                <a:moveTo>
                  <a:pt x="105571" y="168585"/>
                </a:moveTo>
                <a:lnTo>
                  <a:pt x="106215" y="170218"/>
                </a:lnTo>
                <a:lnTo>
                  <a:pt x="105249" y="169401"/>
                </a:lnTo>
                <a:close/>
                <a:moveTo>
                  <a:pt x="117443" y="250940"/>
                </a:moveTo>
                <a:lnTo>
                  <a:pt x="119213" y="252194"/>
                </a:lnTo>
                <a:lnTo>
                  <a:pt x="116558" y="251567"/>
                </a:lnTo>
                <a:close/>
                <a:moveTo>
                  <a:pt x="259813" y="84867"/>
                </a:moveTo>
                <a:lnTo>
                  <a:pt x="260310" y="85638"/>
                </a:lnTo>
                <a:lnTo>
                  <a:pt x="259564" y="85253"/>
                </a:lnTo>
                <a:close/>
                <a:moveTo>
                  <a:pt x="120949" y="64666"/>
                </a:moveTo>
                <a:lnTo>
                  <a:pt x="122928" y="66184"/>
                </a:lnTo>
                <a:lnTo>
                  <a:pt x="119959" y="65425"/>
                </a:lnTo>
                <a:close/>
                <a:moveTo>
                  <a:pt x="280266" y="208898"/>
                </a:moveTo>
                <a:lnTo>
                  <a:pt x="281577" y="209341"/>
                </a:lnTo>
                <a:lnTo>
                  <a:pt x="279611" y="209119"/>
                </a:lnTo>
                <a:close/>
                <a:moveTo>
                  <a:pt x="43668" y="198257"/>
                </a:moveTo>
                <a:lnTo>
                  <a:pt x="45108" y="199563"/>
                </a:lnTo>
                <a:lnTo>
                  <a:pt x="42948" y="198910"/>
                </a:lnTo>
                <a:close/>
                <a:moveTo>
                  <a:pt x="53058" y="78140"/>
                </a:moveTo>
                <a:lnTo>
                  <a:pt x="54924" y="79855"/>
                </a:lnTo>
                <a:lnTo>
                  <a:pt x="52125" y="78998"/>
                </a:lnTo>
                <a:close/>
                <a:moveTo>
                  <a:pt x="181939" y="275475"/>
                </a:moveTo>
                <a:lnTo>
                  <a:pt x="183363" y="276817"/>
                </a:lnTo>
                <a:lnTo>
                  <a:pt x="181228" y="276146"/>
                </a:lnTo>
                <a:close/>
                <a:moveTo>
                  <a:pt x="223247" y="35834"/>
                </a:moveTo>
                <a:lnTo>
                  <a:pt x="225238" y="37395"/>
                </a:lnTo>
                <a:lnTo>
                  <a:pt x="222252" y="36614"/>
                </a:lnTo>
                <a:close/>
                <a:moveTo>
                  <a:pt x="259205" y="62214"/>
                </a:moveTo>
                <a:lnTo>
                  <a:pt x="260881" y="63058"/>
                </a:lnTo>
                <a:lnTo>
                  <a:pt x="258367" y="62636"/>
                </a:lnTo>
                <a:close/>
                <a:moveTo>
                  <a:pt x="95383" y="109431"/>
                </a:moveTo>
                <a:lnTo>
                  <a:pt x="96472" y="111078"/>
                </a:lnTo>
                <a:lnTo>
                  <a:pt x="94838" y="110254"/>
                </a:lnTo>
                <a:close/>
                <a:moveTo>
                  <a:pt x="156371" y="23235"/>
                </a:moveTo>
                <a:lnTo>
                  <a:pt x="158378" y="24895"/>
                </a:lnTo>
                <a:lnTo>
                  <a:pt x="155367" y="24065"/>
                </a:lnTo>
                <a:close/>
                <a:moveTo>
                  <a:pt x="166975" y="278032"/>
                </a:moveTo>
                <a:lnTo>
                  <a:pt x="169004" y="279456"/>
                </a:lnTo>
                <a:lnTo>
                  <a:pt x="165961" y="278744"/>
                </a:lnTo>
                <a:close/>
                <a:moveTo>
                  <a:pt x="141716" y="205562"/>
                </a:moveTo>
                <a:lnTo>
                  <a:pt x="143637" y="205871"/>
                </a:lnTo>
                <a:lnTo>
                  <a:pt x="140755" y="205717"/>
                </a:lnTo>
                <a:close/>
                <a:moveTo>
                  <a:pt x="163475" y="246950"/>
                </a:moveTo>
                <a:lnTo>
                  <a:pt x="163866" y="248236"/>
                </a:lnTo>
                <a:lnTo>
                  <a:pt x="163280" y="247593"/>
                </a:lnTo>
                <a:close/>
                <a:moveTo>
                  <a:pt x="280928" y="136078"/>
                </a:moveTo>
                <a:lnTo>
                  <a:pt x="281573" y="137655"/>
                </a:lnTo>
                <a:lnTo>
                  <a:pt x="280605" y="136867"/>
                </a:lnTo>
                <a:close/>
                <a:moveTo>
                  <a:pt x="223043" y="188889"/>
                </a:moveTo>
                <a:lnTo>
                  <a:pt x="224643" y="190296"/>
                </a:lnTo>
                <a:lnTo>
                  <a:pt x="222243" y="189592"/>
                </a:lnTo>
                <a:close/>
                <a:moveTo>
                  <a:pt x="132323" y="65561"/>
                </a:moveTo>
                <a:lnTo>
                  <a:pt x="134186" y="67085"/>
                </a:lnTo>
                <a:lnTo>
                  <a:pt x="131392" y="66323"/>
                </a:lnTo>
                <a:close/>
                <a:moveTo>
                  <a:pt x="82400" y="181276"/>
                </a:moveTo>
                <a:lnTo>
                  <a:pt x="83938" y="181630"/>
                </a:lnTo>
                <a:lnTo>
                  <a:pt x="81631" y="181453"/>
                </a:lnTo>
                <a:close/>
                <a:moveTo>
                  <a:pt x="10543" y="54716"/>
                </a:moveTo>
                <a:lnTo>
                  <a:pt x="12363" y="55593"/>
                </a:lnTo>
                <a:lnTo>
                  <a:pt x="9633" y="55155"/>
                </a:lnTo>
                <a:close/>
                <a:moveTo>
                  <a:pt x="17545" y="58892"/>
                </a:moveTo>
                <a:lnTo>
                  <a:pt x="19481" y="60075"/>
                </a:lnTo>
                <a:lnTo>
                  <a:pt x="16578" y="59483"/>
                </a:lnTo>
                <a:close/>
                <a:moveTo>
                  <a:pt x="246926" y="10849"/>
                </a:moveTo>
                <a:lnTo>
                  <a:pt x="247763" y="12058"/>
                </a:lnTo>
                <a:lnTo>
                  <a:pt x="246508" y="11454"/>
                </a:lnTo>
                <a:close/>
                <a:moveTo>
                  <a:pt x="197110" y="63168"/>
                </a:moveTo>
                <a:lnTo>
                  <a:pt x="197478" y="64727"/>
                </a:lnTo>
                <a:lnTo>
                  <a:pt x="196926" y="63948"/>
                </a:lnTo>
                <a:close/>
                <a:moveTo>
                  <a:pt x="234801" y="194553"/>
                </a:moveTo>
                <a:lnTo>
                  <a:pt x="236085" y="195936"/>
                </a:lnTo>
                <a:lnTo>
                  <a:pt x="234159" y="195244"/>
                </a:lnTo>
                <a:close/>
                <a:moveTo>
                  <a:pt x="85664" y="23427"/>
                </a:moveTo>
                <a:lnTo>
                  <a:pt x="87235" y="25088"/>
                </a:lnTo>
                <a:lnTo>
                  <a:pt x="84878" y="24257"/>
                </a:lnTo>
                <a:close/>
                <a:moveTo>
                  <a:pt x="21010" y="144977"/>
                </a:moveTo>
                <a:lnTo>
                  <a:pt x="21608" y="145394"/>
                </a:lnTo>
                <a:lnTo>
                  <a:pt x="20710" y="145185"/>
                </a:lnTo>
                <a:close/>
                <a:moveTo>
                  <a:pt x="142766" y="81922"/>
                </a:moveTo>
                <a:lnTo>
                  <a:pt x="144528" y="83065"/>
                </a:lnTo>
                <a:lnTo>
                  <a:pt x="141885" y="82494"/>
                </a:lnTo>
                <a:close/>
                <a:moveTo>
                  <a:pt x="255281" y="155977"/>
                </a:moveTo>
                <a:lnTo>
                  <a:pt x="256588" y="157469"/>
                </a:lnTo>
                <a:lnTo>
                  <a:pt x="254628" y="156723"/>
                </a:lnTo>
                <a:close/>
                <a:moveTo>
                  <a:pt x="187889" y="228256"/>
                </a:moveTo>
                <a:lnTo>
                  <a:pt x="189932" y="229986"/>
                </a:lnTo>
                <a:lnTo>
                  <a:pt x="186868" y="229121"/>
                </a:lnTo>
                <a:close/>
                <a:moveTo>
                  <a:pt x="194968" y="132002"/>
                </a:moveTo>
                <a:lnTo>
                  <a:pt x="196540" y="132647"/>
                </a:lnTo>
                <a:lnTo>
                  <a:pt x="194182" y="132324"/>
                </a:lnTo>
                <a:close/>
                <a:moveTo>
                  <a:pt x="43157" y="197987"/>
                </a:moveTo>
                <a:lnTo>
                  <a:pt x="44001" y="198682"/>
                </a:lnTo>
                <a:lnTo>
                  <a:pt x="42735" y="198334"/>
                </a:lnTo>
                <a:close/>
                <a:moveTo>
                  <a:pt x="10401" y="133328"/>
                </a:moveTo>
                <a:lnTo>
                  <a:pt x="11439" y="134611"/>
                </a:lnTo>
                <a:lnTo>
                  <a:pt x="9882" y="133970"/>
                </a:lnTo>
                <a:close/>
                <a:moveTo>
                  <a:pt x="178172" y="134338"/>
                </a:moveTo>
                <a:lnTo>
                  <a:pt x="180074" y="135903"/>
                </a:lnTo>
                <a:lnTo>
                  <a:pt x="177221" y="135120"/>
                </a:lnTo>
                <a:close/>
                <a:moveTo>
                  <a:pt x="97193" y="178377"/>
                </a:moveTo>
                <a:lnTo>
                  <a:pt x="97654" y="179357"/>
                </a:lnTo>
                <a:lnTo>
                  <a:pt x="96963" y="178867"/>
                </a:lnTo>
                <a:close/>
                <a:moveTo>
                  <a:pt x="100071" y="148317"/>
                </a:moveTo>
                <a:lnTo>
                  <a:pt x="101928" y="148682"/>
                </a:lnTo>
                <a:lnTo>
                  <a:pt x="99143" y="148499"/>
                </a:lnTo>
                <a:close/>
                <a:moveTo>
                  <a:pt x="18659" y="70687"/>
                </a:moveTo>
                <a:lnTo>
                  <a:pt x="20534" y="71064"/>
                </a:lnTo>
                <a:lnTo>
                  <a:pt x="17722" y="70875"/>
                </a:lnTo>
                <a:close/>
                <a:moveTo>
                  <a:pt x="58390" y="279848"/>
                </a:moveTo>
                <a:lnTo>
                  <a:pt x="59374" y="280759"/>
                </a:lnTo>
                <a:lnTo>
                  <a:pt x="57897" y="280304"/>
                </a:lnTo>
                <a:close/>
                <a:moveTo>
                  <a:pt x="48375" y="139478"/>
                </a:moveTo>
                <a:lnTo>
                  <a:pt x="49714" y="141072"/>
                </a:lnTo>
                <a:lnTo>
                  <a:pt x="47705" y="140275"/>
                </a:lnTo>
                <a:close/>
                <a:moveTo>
                  <a:pt x="146041" y="191753"/>
                </a:moveTo>
                <a:lnTo>
                  <a:pt x="146909" y="193226"/>
                </a:lnTo>
                <a:lnTo>
                  <a:pt x="145607" y="192489"/>
                </a:lnTo>
                <a:close/>
                <a:moveTo>
                  <a:pt x="178609" y="7469"/>
                </a:moveTo>
                <a:lnTo>
                  <a:pt x="179629" y="8052"/>
                </a:lnTo>
                <a:lnTo>
                  <a:pt x="178099" y="7760"/>
                </a:lnTo>
                <a:close/>
                <a:moveTo>
                  <a:pt x="220409" y="206171"/>
                </a:moveTo>
                <a:lnTo>
                  <a:pt x="220867" y="206727"/>
                </a:lnTo>
                <a:lnTo>
                  <a:pt x="220179" y="206449"/>
                </a:lnTo>
                <a:close/>
                <a:moveTo>
                  <a:pt x="150663" y="224838"/>
                </a:moveTo>
                <a:lnTo>
                  <a:pt x="152442" y="225328"/>
                </a:lnTo>
                <a:lnTo>
                  <a:pt x="149773" y="225083"/>
                </a:lnTo>
                <a:close/>
                <a:moveTo>
                  <a:pt x="151930" y="195154"/>
                </a:moveTo>
                <a:lnTo>
                  <a:pt x="153197" y="195698"/>
                </a:lnTo>
                <a:lnTo>
                  <a:pt x="151296" y="195426"/>
                </a:lnTo>
                <a:close/>
                <a:moveTo>
                  <a:pt x="36711" y="4684"/>
                </a:moveTo>
                <a:lnTo>
                  <a:pt x="38304" y="5500"/>
                </a:lnTo>
                <a:lnTo>
                  <a:pt x="35915" y="5092"/>
                </a:lnTo>
                <a:close/>
                <a:moveTo>
                  <a:pt x="126875" y="22853"/>
                </a:moveTo>
                <a:lnTo>
                  <a:pt x="128239" y="23524"/>
                </a:lnTo>
                <a:lnTo>
                  <a:pt x="126193" y="23188"/>
                </a:lnTo>
                <a:close/>
                <a:moveTo>
                  <a:pt x="122930" y="112121"/>
                </a:moveTo>
                <a:lnTo>
                  <a:pt x="124978" y="113540"/>
                </a:lnTo>
                <a:lnTo>
                  <a:pt x="121906" y="112830"/>
                </a:lnTo>
                <a:close/>
                <a:moveTo>
                  <a:pt x="104573" y="63448"/>
                </a:moveTo>
                <a:lnTo>
                  <a:pt x="105409" y="64232"/>
                </a:lnTo>
                <a:lnTo>
                  <a:pt x="104155" y="63840"/>
                </a:lnTo>
                <a:close/>
                <a:moveTo>
                  <a:pt x="192973" y="192791"/>
                </a:moveTo>
                <a:lnTo>
                  <a:pt x="193787" y="194356"/>
                </a:lnTo>
                <a:lnTo>
                  <a:pt x="192566" y="193574"/>
                </a:lnTo>
                <a:close/>
                <a:moveTo>
                  <a:pt x="264839" y="65946"/>
                </a:moveTo>
                <a:lnTo>
                  <a:pt x="266063" y="67685"/>
                </a:lnTo>
                <a:lnTo>
                  <a:pt x="264226" y="66815"/>
                </a:lnTo>
                <a:close/>
                <a:moveTo>
                  <a:pt x="238054" y="170444"/>
                </a:moveTo>
                <a:lnTo>
                  <a:pt x="239788" y="170853"/>
                </a:lnTo>
                <a:lnTo>
                  <a:pt x="237187" y="170649"/>
                </a:lnTo>
                <a:close/>
                <a:moveTo>
                  <a:pt x="53753" y="281441"/>
                </a:moveTo>
                <a:lnTo>
                  <a:pt x="54333" y="283080"/>
                </a:lnTo>
                <a:lnTo>
                  <a:pt x="53463" y="282261"/>
                </a:lnTo>
                <a:close/>
                <a:moveTo>
                  <a:pt x="38574" y="148819"/>
                </a:moveTo>
                <a:lnTo>
                  <a:pt x="39928" y="149254"/>
                </a:lnTo>
                <a:lnTo>
                  <a:pt x="37897" y="149037"/>
                </a:lnTo>
                <a:close/>
                <a:moveTo>
                  <a:pt x="52978" y="225446"/>
                </a:moveTo>
                <a:lnTo>
                  <a:pt x="54505" y="226200"/>
                </a:lnTo>
                <a:lnTo>
                  <a:pt x="52214" y="225823"/>
                </a:lnTo>
                <a:close/>
                <a:moveTo>
                  <a:pt x="208718" y="10035"/>
                </a:moveTo>
                <a:lnTo>
                  <a:pt x="209901" y="11035"/>
                </a:lnTo>
                <a:lnTo>
                  <a:pt x="208126" y="10535"/>
                </a:lnTo>
                <a:close/>
                <a:moveTo>
                  <a:pt x="25507" y="112080"/>
                </a:moveTo>
                <a:lnTo>
                  <a:pt x="27429" y="113004"/>
                </a:lnTo>
                <a:lnTo>
                  <a:pt x="24546" y="112542"/>
                </a:lnTo>
                <a:close/>
                <a:moveTo>
                  <a:pt x="100249" y="118459"/>
                </a:moveTo>
                <a:lnTo>
                  <a:pt x="101502" y="119075"/>
                </a:lnTo>
                <a:lnTo>
                  <a:pt x="99622" y="118767"/>
                </a:lnTo>
                <a:close/>
                <a:moveTo>
                  <a:pt x="267997" y="86660"/>
                </a:moveTo>
                <a:lnTo>
                  <a:pt x="268602" y="88257"/>
                </a:lnTo>
                <a:lnTo>
                  <a:pt x="267695" y="87458"/>
                </a:lnTo>
                <a:close/>
                <a:moveTo>
                  <a:pt x="205111" y="125669"/>
                </a:moveTo>
                <a:lnTo>
                  <a:pt x="207243" y="127329"/>
                </a:lnTo>
                <a:lnTo>
                  <a:pt x="204046" y="126499"/>
                </a:lnTo>
                <a:close/>
                <a:moveTo>
                  <a:pt x="40849" y="98622"/>
                </a:moveTo>
                <a:lnTo>
                  <a:pt x="41796" y="99383"/>
                </a:lnTo>
                <a:lnTo>
                  <a:pt x="40375" y="99002"/>
                </a:lnTo>
                <a:close/>
                <a:moveTo>
                  <a:pt x="109240" y="93005"/>
                </a:moveTo>
                <a:lnTo>
                  <a:pt x="110612" y="93916"/>
                </a:lnTo>
                <a:lnTo>
                  <a:pt x="108553" y="93461"/>
                </a:lnTo>
                <a:close/>
                <a:moveTo>
                  <a:pt x="282133" y="13273"/>
                </a:moveTo>
                <a:lnTo>
                  <a:pt x="283592" y="14218"/>
                </a:lnTo>
                <a:lnTo>
                  <a:pt x="281403" y="13746"/>
                </a:lnTo>
                <a:close/>
                <a:moveTo>
                  <a:pt x="169644" y="156197"/>
                </a:moveTo>
                <a:lnTo>
                  <a:pt x="170592" y="157358"/>
                </a:lnTo>
                <a:lnTo>
                  <a:pt x="169170" y="156777"/>
                </a:lnTo>
                <a:close/>
                <a:moveTo>
                  <a:pt x="29662" y="58842"/>
                </a:moveTo>
                <a:lnTo>
                  <a:pt x="30965" y="60587"/>
                </a:lnTo>
                <a:lnTo>
                  <a:pt x="29010" y="59714"/>
                </a:lnTo>
                <a:close/>
                <a:moveTo>
                  <a:pt x="121912" y="197676"/>
                </a:moveTo>
                <a:lnTo>
                  <a:pt x="123937" y="199460"/>
                </a:lnTo>
                <a:lnTo>
                  <a:pt x="120899" y="198568"/>
                </a:lnTo>
                <a:close/>
                <a:moveTo>
                  <a:pt x="157679" y="65603"/>
                </a:moveTo>
                <a:lnTo>
                  <a:pt x="158782" y="65998"/>
                </a:lnTo>
                <a:lnTo>
                  <a:pt x="157127" y="65800"/>
                </a:lnTo>
                <a:close/>
                <a:moveTo>
                  <a:pt x="268374" y="50070"/>
                </a:moveTo>
                <a:lnTo>
                  <a:pt x="268913" y="51544"/>
                </a:lnTo>
                <a:lnTo>
                  <a:pt x="268104" y="50807"/>
                </a:lnTo>
                <a:close/>
                <a:moveTo>
                  <a:pt x="129768" y="284433"/>
                </a:moveTo>
                <a:lnTo>
                  <a:pt x="131292" y="286123"/>
                </a:lnTo>
                <a:lnTo>
                  <a:pt x="129006" y="285278"/>
                </a:lnTo>
                <a:close/>
                <a:moveTo>
                  <a:pt x="98617" y="122017"/>
                </a:moveTo>
                <a:lnTo>
                  <a:pt x="99591" y="123164"/>
                </a:lnTo>
                <a:lnTo>
                  <a:pt x="98131" y="122590"/>
                </a:lnTo>
                <a:close/>
                <a:moveTo>
                  <a:pt x="129649" y="55689"/>
                </a:moveTo>
                <a:lnTo>
                  <a:pt x="131692" y="57108"/>
                </a:lnTo>
                <a:lnTo>
                  <a:pt x="128627" y="56399"/>
                </a:lnTo>
                <a:close/>
                <a:moveTo>
                  <a:pt x="160746" y="22968"/>
                </a:moveTo>
                <a:lnTo>
                  <a:pt x="161151" y="23499"/>
                </a:lnTo>
                <a:lnTo>
                  <a:pt x="160543" y="23233"/>
                </a:lnTo>
                <a:close/>
                <a:moveTo>
                  <a:pt x="40709" y="261689"/>
                </a:moveTo>
                <a:lnTo>
                  <a:pt x="42440" y="262671"/>
                </a:lnTo>
                <a:lnTo>
                  <a:pt x="39843" y="262180"/>
                </a:lnTo>
                <a:close/>
                <a:moveTo>
                  <a:pt x="85367" y="280883"/>
                </a:moveTo>
                <a:lnTo>
                  <a:pt x="86873" y="282673"/>
                </a:lnTo>
                <a:lnTo>
                  <a:pt x="84615" y="281778"/>
                </a:lnTo>
                <a:close/>
                <a:moveTo>
                  <a:pt x="161204" y="129943"/>
                </a:moveTo>
                <a:lnTo>
                  <a:pt x="162580" y="130862"/>
                </a:lnTo>
                <a:lnTo>
                  <a:pt x="160516" y="130403"/>
                </a:lnTo>
                <a:close/>
                <a:moveTo>
                  <a:pt x="108624" y="101640"/>
                </a:moveTo>
                <a:lnTo>
                  <a:pt x="109506" y="102066"/>
                </a:lnTo>
                <a:lnTo>
                  <a:pt x="108183" y="101853"/>
                </a:lnTo>
                <a:close/>
                <a:moveTo>
                  <a:pt x="237076" y="158561"/>
                </a:moveTo>
                <a:lnTo>
                  <a:pt x="238437" y="159385"/>
                </a:lnTo>
                <a:lnTo>
                  <a:pt x="236396" y="158973"/>
                </a:lnTo>
                <a:close/>
                <a:moveTo>
                  <a:pt x="240014" y="48159"/>
                </a:moveTo>
                <a:lnTo>
                  <a:pt x="241498" y="48726"/>
                </a:lnTo>
                <a:lnTo>
                  <a:pt x="239272" y="48442"/>
                </a:lnTo>
                <a:close/>
                <a:moveTo>
                  <a:pt x="103892" y="252226"/>
                </a:moveTo>
                <a:lnTo>
                  <a:pt x="105109" y="253369"/>
                </a:lnTo>
                <a:lnTo>
                  <a:pt x="103283" y="252797"/>
                </a:lnTo>
                <a:close/>
                <a:moveTo>
                  <a:pt x="32091" y="201627"/>
                </a:moveTo>
                <a:lnTo>
                  <a:pt x="33731" y="202524"/>
                </a:lnTo>
                <a:lnTo>
                  <a:pt x="31271" y="202076"/>
                </a:lnTo>
                <a:close/>
                <a:moveTo>
                  <a:pt x="265331" y="84127"/>
                </a:moveTo>
                <a:lnTo>
                  <a:pt x="265767" y="85492"/>
                </a:lnTo>
                <a:lnTo>
                  <a:pt x="265114" y="84809"/>
                </a:lnTo>
                <a:close/>
                <a:moveTo>
                  <a:pt x="128346" y="64921"/>
                </a:moveTo>
                <a:lnTo>
                  <a:pt x="130407" y="66202"/>
                </a:lnTo>
                <a:lnTo>
                  <a:pt x="127315" y="65561"/>
                </a:lnTo>
                <a:close/>
                <a:moveTo>
                  <a:pt x="214866" y="90620"/>
                </a:moveTo>
                <a:lnTo>
                  <a:pt x="217029" y="91747"/>
                </a:lnTo>
                <a:lnTo>
                  <a:pt x="213785" y="91184"/>
                </a:lnTo>
                <a:close/>
                <a:moveTo>
                  <a:pt x="191052" y="200600"/>
                </a:moveTo>
                <a:lnTo>
                  <a:pt x="192571" y="202196"/>
                </a:lnTo>
                <a:lnTo>
                  <a:pt x="190292" y="201398"/>
                </a:lnTo>
                <a:close/>
                <a:moveTo>
                  <a:pt x="204122" y="62893"/>
                </a:moveTo>
                <a:lnTo>
                  <a:pt x="205969" y="63726"/>
                </a:lnTo>
                <a:lnTo>
                  <a:pt x="203198" y="63309"/>
                </a:lnTo>
                <a:close/>
                <a:moveTo>
                  <a:pt x="259571" y="245149"/>
                </a:moveTo>
                <a:lnTo>
                  <a:pt x="260015" y="245958"/>
                </a:lnTo>
                <a:lnTo>
                  <a:pt x="259350" y="245554"/>
                </a:lnTo>
                <a:close/>
                <a:moveTo>
                  <a:pt x="108013" y="25973"/>
                </a:moveTo>
                <a:lnTo>
                  <a:pt x="109764" y="26716"/>
                </a:lnTo>
                <a:lnTo>
                  <a:pt x="107137" y="26344"/>
                </a:lnTo>
                <a:close/>
                <a:moveTo>
                  <a:pt x="188675" y="107038"/>
                </a:moveTo>
                <a:lnTo>
                  <a:pt x="190722" y="108759"/>
                </a:lnTo>
                <a:lnTo>
                  <a:pt x="187651" y="107899"/>
                </a:lnTo>
                <a:close/>
                <a:moveTo>
                  <a:pt x="187042" y="171169"/>
                </a:moveTo>
                <a:lnTo>
                  <a:pt x="188676" y="172355"/>
                </a:lnTo>
                <a:lnTo>
                  <a:pt x="186225" y="171762"/>
                </a:lnTo>
                <a:close/>
                <a:moveTo>
                  <a:pt x="156207" y="55011"/>
                </a:moveTo>
                <a:lnTo>
                  <a:pt x="157106" y="55534"/>
                </a:lnTo>
                <a:lnTo>
                  <a:pt x="155757" y="55273"/>
                </a:lnTo>
                <a:close/>
                <a:moveTo>
                  <a:pt x="41516" y="210158"/>
                </a:moveTo>
                <a:lnTo>
                  <a:pt x="42153" y="211558"/>
                </a:lnTo>
                <a:lnTo>
                  <a:pt x="41197" y="210858"/>
                </a:lnTo>
                <a:close/>
                <a:moveTo>
                  <a:pt x="12991" y="225275"/>
                </a:moveTo>
                <a:lnTo>
                  <a:pt x="15075" y="226453"/>
                </a:lnTo>
                <a:lnTo>
                  <a:pt x="11949" y="225864"/>
                </a:lnTo>
                <a:close/>
                <a:moveTo>
                  <a:pt x="68802" y="65453"/>
                </a:moveTo>
                <a:lnTo>
                  <a:pt x="69156" y="66145"/>
                </a:lnTo>
                <a:lnTo>
                  <a:pt x="68625" y="65799"/>
                </a:lnTo>
                <a:close/>
                <a:moveTo>
                  <a:pt x="177940" y="33699"/>
                </a:moveTo>
                <a:lnTo>
                  <a:pt x="179641" y="34086"/>
                </a:lnTo>
                <a:lnTo>
                  <a:pt x="177090" y="33893"/>
                </a:lnTo>
                <a:close/>
                <a:moveTo>
                  <a:pt x="270151" y="4926"/>
                </a:moveTo>
                <a:lnTo>
                  <a:pt x="271468" y="5908"/>
                </a:lnTo>
                <a:lnTo>
                  <a:pt x="269492" y="5417"/>
                </a:lnTo>
                <a:close/>
                <a:moveTo>
                  <a:pt x="229921" y="249779"/>
                </a:moveTo>
                <a:lnTo>
                  <a:pt x="231926" y="250433"/>
                </a:lnTo>
                <a:lnTo>
                  <a:pt x="228919" y="250106"/>
                </a:lnTo>
                <a:close/>
                <a:moveTo>
                  <a:pt x="92456" y="124303"/>
                </a:moveTo>
                <a:lnTo>
                  <a:pt x="93762" y="125326"/>
                </a:lnTo>
                <a:lnTo>
                  <a:pt x="91803" y="124815"/>
                </a:lnTo>
                <a:close/>
                <a:moveTo>
                  <a:pt x="260506" y="34897"/>
                </a:moveTo>
                <a:lnTo>
                  <a:pt x="262234" y="35352"/>
                </a:lnTo>
                <a:lnTo>
                  <a:pt x="259641" y="35125"/>
                </a:lnTo>
                <a:close/>
                <a:moveTo>
                  <a:pt x="196005" y="190481"/>
                </a:moveTo>
                <a:lnTo>
                  <a:pt x="197315" y="191332"/>
                </a:lnTo>
                <a:lnTo>
                  <a:pt x="195349" y="190906"/>
                </a:lnTo>
                <a:close/>
                <a:moveTo>
                  <a:pt x="88151" y="184007"/>
                </a:moveTo>
                <a:lnTo>
                  <a:pt x="90084" y="185391"/>
                </a:lnTo>
                <a:lnTo>
                  <a:pt x="87185" y="184699"/>
                </a:lnTo>
                <a:close/>
                <a:moveTo>
                  <a:pt x="153577" y="176971"/>
                </a:moveTo>
                <a:lnTo>
                  <a:pt x="155241" y="177409"/>
                </a:lnTo>
                <a:lnTo>
                  <a:pt x="152745" y="177190"/>
                </a:lnTo>
                <a:close/>
                <a:moveTo>
                  <a:pt x="201265" y="21955"/>
                </a:moveTo>
                <a:lnTo>
                  <a:pt x="202421" y="22552"/>
                </a:lnTo>
                <a:lnTo>
                  <a:pt x="200688" y="22254"/>
                </a:lnTo>
                <a:close/>
                <a:moveTo>
                  <a:pt x="215903" y="249347"/>
                </a:moveTo>
                <a:lnTo>
                  <a:pt x="216690" y="249858"/>
                </a:lnTo>
                <a:lnTo>
                  <a:pt x="215509" y="249603"/>
                </a:lnTo>
                <a:close/>
                <a:moveTo>
                  <a:pt x="36219" y="265628"/>
                </a:moveTo>
                <a:lnTo>
                  <a:pt x="37864" y="266241"/>
                </a:lnTo>
                <a:lnTo>
                  <a:pt x="35397" y="265934"/>
                </a:lnTo>
                <a:close/>
                <a:moveTo>
                  <a:pt x="26665" y="249379"/>
                </a:moveTo>
                <a:lnTo>
                  <a:pt x="28048" y="250598"/>
                </a:lnTo>
                <a:lnTo>
                  <a:pt x="25974" y="249989"/>
                </a:lnTo>
                <a:close/>
                <a:moveTo>
                  <a:pt x="157684" y="274883"/>
                </a:moveTo>
                <a:lnTo>
                  <a:pt x="159061" y="275839"/>
                </a:lnTo>
                <a:lnTo>
                  <a:pt x="156995" y="275361"/>
                </a:lnTo>
                <a:close/>
                <a:moveTo>
                  <a:pt x="260770" y="215564"/>
                </a:moveTo>
                <a:lnTo>
                  <a:pt x="261151" y="217174"/>
                </a:lnTo>
                <a:lnTo>
                  <a:pt x="260579" y="216369"/>
                </a:lnTo>
                <a:close/>
                <a:moveTo>
                  <a:pt x="72231" y="23910"/>
                </a:moveTo>
                <a:lnTo>
                  <a:pt x="73188" y="24804"/>
                </a:lnTo>
                <a:lnTo>
                  <a:pt x="71752" y="24357"/>
                </a:lnTo>
                <a:close/>
                <a:moveTo>
                  <a:pt x="120926" y="78717"/>
                </a:moveTo>
                <a:lnTo>
                  <a:pt x="122739" y="80049"/>
                </a:lnTo>
                <a:lnTo>
                  <a:pt x="120019" y="79383"/>
                </a:lnTo>
                <a:close/>
                <a:moveTo>
                  <a:pt x="178922" y="264412"/>
                </a:moveTo>
                <a:lnTo>
                  <a:pt x="180595" y="266125"/>
                </a:lnTo>
                <a:lnTo>
                  <a:pt x="178085" y="265268"/>
                </a:lnTo>
                <a:close/>
                <a:moveTo>
                  <a:pt x="174667" y="11064"/>
                </a:moveTo>
                <a:lnTo>
                  <a:pt x="176324" y="11478"/>
                </a:lnTo>
                <a:lnTo>
                  <a:pt x="173839" y="11271"/>
                </a:lnTo>
                <a:close/>
                <a:moveTo>
                  <a:pt x="101921" y="37333"/>
                </a:moveTo>
                <a:lnTo>
                  <a:pt x="103780" y="37947"/>
                </a:lnTo>
                <a:lnTo>
                  <a:pt x="100991" y="37640"/>
                </a:lnTo>
                <a:close/>
                <a:moveTo>
                  <a:pt x="286987" y="89203"/>
                </a:moveTo>
                <a:lnTo>
                  <a:pt x="288788" y="90510"/>
                </a:lnTo>
                <a:lnTo>
                  <a:pt x="286087" y="89856"/>
                </a:lnTo>
                <a:close/>
                <a:moveTo>
                  <a:pt x="126726" y="119387"/>
                </a:moveTo>
                <a:lnTo>
                  <a:pt x="127631" y="120519"/>
                </a:lnTo>
                <a:lnTo>
                  <a:pt x="126273" y="119953"/>
                </a:lnTo>
                <a:close/>
                <a:moveTo>
                  <a:pt x="147747" y="276522"/>
                </a:moveTo>
                <a:lnTo>
                  <a:pt x="149941" y="278050"/>
                </a:lnTo>
                <a:lnTo>
                  <a:pt x="146650" y="277286"/>
                </a:lnTo>
                <a:close/>
                <a:moveTo>
                  <a:pt x="280642" y="282753"/>
                </a:moveTo>
                <a:lnTo>
                  <a:pt x="282348" y="283159"/>
                </a:lnTo>
                <a:lnTo>
                  <a:pt x="279789" y="282956"/>
                </a:lnTo>
                <a:close/>
                <a:moveTo>
                  <a:pt x="95480" y="208678"/>
                </a:moveTo>
                <a:lnTo>
                  <a:pt x="96477" y="209260"/>
                </a:lnTo>
                <a:lnTo>
                  <a:pt x="94982" y="208969"/>
                </a:lnTo>
                <a:close/>
                <a:moveTo>
                  <a:pt x="134335" y="279432"/>
                </a:moveTo>
                <a:lnTo>
                  <a:pt x="136105" y="280457"/>
                </a:lnTo>
                <a:lnTo>
                  <a:pt x="133450" y="279944"/>
                </a:lnTo>
                <a:close/>
                <a:moveTo>
                  <a:pt x="48489" y="83392"/>
                </a:moveTo>
                <a:lnTo>
                  <a:pt x="49116" y="85075"/>
                </a:lnTo>
                <a:lnTo>
                  <a:pt x="48176" y="84234"/>
                </a:lnTo>
                <a:close/>
                <a:moveTo>
                  <a:pt x="89891" y="91429"/>
                </a:moveTo>
                <a:lnTo>
                  <a:pt x="90527" y="92862"/>
                </a:lnTo>
                <a:lnTo>
                  <a:pt x="89573" y="92146"/>
                </a:lnTo>
                <a:close/>
                <a:moveTo>
                  <a:pt x="235822" y="68924"/>
                </a:moveTo>
                <a:lnTo>
                  <a:pt x="237849" y="69511"/>
                </a:lnTo>
                <a:lnTo>
                  <a:pt x="234809" y="69217"/>
                </a:lnTo>
                <a:close/>
                <a:moveTo>
                  <a:pt x="177768" y="76758"/>
                </a:moveTo>
                <a:lnTo>
                  <a:pt x="179345" y="77370"/>
                </a:lnTo>
                <a:lnTo>
                  <a:pt x="176979" y="77064"/>
                </a:lnTo>
                <a:close/>
                <a:moveTo>
                  <a:pt x="19529" y="56410"/>
                </a:moveTo>
                <a:lnTo>
                  <a:pt x="21222" y="57075"/>
                </a:lnTo>
                <a:lnTo>
                  <a:pt x="18683" y="56743"/>
                </a:lnTo>
                <a:close/>
                <a:moveTo>
                  <a:pt x="183043" y="39392"/>
                </a:moveTo>
                <a:lnTo>
                  <a:pt x="183492" y="40622"/>
                </a:lnTo>
                <a:lnTo>
                  <a:pt x="182819" y="40007"/>
                </a:lnTo>
                <a:close/>
                <a:moveTo>
                  <a:pt x="246992" y="73349"/>
                </a:moveTo>
                <a:lnTo>
                  <a:pt x="249068" y="75041"/>
                </a:lnTo>
                <a:lnTo>
                  <a:pt x="245953" y="74195"/>
                </a:lnTo>
                <a:close/>
                <a:moveTo>
                  <a:pt x="161738" y="179422"/>
                </a:moveTo>
                <a:lnTo>
                  <a:pt x="162777" y="179764"/>
                </a:lnTo>
                <a:lnTo>
                  <a:pt x="161219" y="179593"/>
                </a:lnTo>
                <a:close/>
                <a:moveTo>
                  <a:pt x="154627" y="135255"/>
                </a:moveTo>
                <a:lnTo>
                  <a:pt x="156042" y="136170"/>
                </a:lnTo>
                <a:lnTo>
                  <a:pt x="153920" y="135713"/>
                </a:lnTo>
                <a:close/>
                <a:moveTo>
                  <a:pt x="20490" y="170383"/>
                </a:moveTo>
                <a:lnTo>
                  <a:pt x="21485" y="171351"/>
                </a:lnTo>
                <a:lnTo>
                  <a:pt x="19993" y="170867"/>
                </a:lnTo>
                <a:close/>
                <a:moveTo>
                  <a:pt x="200168" y="262728"/>
                </a:moveTo>
                <a:lnTo>
                  <a:pt x="201975" y="264486"/>
                </a:lnTo>
                <a:lnTo>
                  <a:pt x="199265" y="263607"/>
                </a:lnTo>
                <a:close/>
                <a:moveTo>
                  <a:pt x="201614" y="118123"/>
                </a:moveTo>
                <a:lnTo>
                  <a:pt x="202515" y="119440"/>
                </a:lnTo>
                <a:lnTo>
                  <a:pt x="201164" y="118782"/>
                </a:lnTo>
                <a:close/>
                <a:moveTo>
                  <a:pt x="210966" y="105924"/>
                </a:moveTo>
                <a:lnTo>
                  <a:pt x="211663" y="107667"/>
                </a:lnTo>
                <a:lnTo>
                  <a:pt x="210617" y="106796"/>
                </a:lnTo>
                <a:close/>
                <a:moveTo>
                  <a:pt x="230242" y="115018"/>
                </a:moveTo>
                <a:lnTo>
                  <a:pt x="230778" y="115448"/>
                </a:lnTo>
                <a:lnTo>
                  <a:pt x="229974" y="115233"/>
                </a:lnTo>
                <a:close/>
                <a:moveTo>
                  <a:pt x="122424" y="195730"/>
                </a:moveTo>
                <a:lnTo>
                  <a:pt x="123094" y="197054"/>
                </a:lnTo>
                <a:lnTo>
                  <a:pt x="122089" y="196392"/>
                </a:lnTo>
                <a:close/>
                <a:moveTo>
                  <a:pt x="242619" y="282279"/>
                </a:moveTo>
                <a:lnTo>
                  <a:pt x="243239" y="283209"/>
                </a:lnTo>
                <a:lnTo>
                  <a:pt x="242309" y="282744"/>
                </a:lnTo>
                <a:close/>
                <a:moveTo>
                  <a:pt x="94627" y="207893"/>
                </a:moveTo>
                <a:lnTo>
                  <a:pt x="96701" y="208310"/>
                </a:lnTo>
                <a:lnTo>
                  <a:pt x="93590" y="208102"/>
                </a:lnTo>
                <a:close/>
                <a:moveTo>
                  <a:pt x="26418" y="210577"/>
                </a:moveTo>
                <a:lnTo>
                  <a:pt x="28592" y="211154"/>
                </a:lnTo>
                <a:lnTo>
                  <a:pt x="25331" y="210865"/>
                </a:lnTo>
                <a:close/>
                <a:moveTo>
                  <a:pt x="221902" y="41951"/>
                </a:moveTo>
                <a:lnTo>
                  <a:pt x="224053" y="43040"/>
                </a:lnTo>
                <a:lnTo>
                  <a:pt x="220826" y="42495"/>
                </a:lnTo>
                <a:close/>
                <a:moveTo>
                  <a:pt x="123221" y="79936"/>
                </a:moveTo>
                <a:lnTo>
                  <a:pt x="123893" y="80297"/>
                </a:lnTo>
                <a:lnTo>
                  <a:pt x="122885" y="80117"/>
                </a:lnTo>
                <a:close/>
                <a:moveTo>
                  <a:pt x="221265" y="118551"/>
                </a:moveTo>
                <a:lnTo>
                  <a:pt x="222171" y="119313"/>
                </a:lnTo>
                <a:lnTo>
                  <a:pt x="220812" y="118932"/>
                </a:lnTo>
                <a:close/>
                <a:moveTo>
                  <a:pt x="34855" y="160050"/>
                </a:moveTo>
                <a:lnTo>
                  <a:pt x="35811" y="161427"/>
                </a:lnTo>
                <a:lnTo>
                  <a:pt x="34377" y="160739"/>
                </a:lnTo>
                <a:close/>
                <a:moveTo>
                  <a:pt x="279756" y="253671"/>
                </a:moveTo>
                <a:lnTo>
                  <a:pt x="280732" y="254379"/>
                </a:lnTo>
                <a:lnTo>
                  <a:pt x="279269" y="254025"/>
                </a:lnTo>
                <a:close/>
                <a:moveTo>
                  <a:pt x="50347" y="240276"/>
                </a:moveTo>
                <a:lnTo>
                  <a:pt x="50861" y="241962"/>
                </a:lnTo>
                <a:lnTo>
                  <a:pt x="50090" y="241119"/>
                </a:lnTo>
                <a:close/>
                <a:moveTo>
                  <a:pt x="121348" y="188956"/>
                </a:moveTo>
                <a:lnTo>
                  <a:pt x="122890" y="189749"/>
                </a:lnTo>
                <a:lnTo>
                  <a:pt x="120578" y="189352"/>
                </a:lnTo>
                <a:close/>
                <a:moveTo>
                  <a:pt x="203296" y="161105"/>
                </a:moveTo>
                <a:lnTo>
                  <a:pt x="203894" y="161834"/>
                </a:lnTo>
                <a:lnTo>
                  <a:pt x="202996" y="161470"/>
                </a:lnTo>
                <a:close/>
                <a:moveTo>
                  <a:pt x="83953" y="126523"/>
                </a:moveTo>
                <a:lnTo>
                  <a:pt x="84972" y="128102"/>
                </a:lnTo>
                <a:lnTo>
                  <a:pt x="83443" y="127312"/>
                </a:lnTo>
                <a:close/>
                <a:moveTo>
                  <a:pt x="129840" y="99150"/>
                </a:moveTo>
                <a:lnTo>
                  <a:pt x="131747" y="99572"/>
                </a:lnTo>
                <a:lnTo>
                  <a:pt x="128886" y="99361"/>
                </a:lnTo>
                <a:close/>
                <a:moveTo>
                  <a:pt x="12243" y="158923"/>
                </a:moveTo>
                <a:lnTo>
                  <a:pt x="14073" y="159646"/>
                </a:lnTo>
                <a:lnTo>
                  <a:pt x="11328" y="159284"/>
                </a:lnTo>
                <a:close/>
                <a:moveTo>
                  <a:pt x="247933" y="206482"/>
                </a:moveTo>
                <a:lnTo>
                  <a:pt x="250130" y="207005"/>
                </a:lnTo>
                <a:lnTo>
                  <a:pt x="246835" y="206743"/>
                </a:lnTo>
                <a:close/>
                <a:moveTo>
                  <a:pt x="109136" y="220494"/>
                </a:moveTo>
                <a:lnTo>
                  <a:pt x="110216" y="222170"/>
                </a:lnTo>
                <a:lnTo>
                  <a:pt x="108597" y="221332"/>
                </a:lnTo>
                <a:close/>
                <a:moveTo>
                  <a:pt x="152162" y="186913"/>
                </a:moveTo>
                <a:lnTo>
                  <a:pt x="152723" y="188692"/>
                </a:lnTo>
                <a:lnTo>
                  <a:pt x="151882" y="187802"/>
                </a:lnTo>
                <a:close/>
                <a:moveTo>
                  <a:pt x="135423" y="187532"/>
                </a:moveTo>
                <a:lnTo>
                  <a:pt x="137450" y="188343"/>
                </a:lnTo>
                <a:lnTo>
                  <a:pt x="134410" y="187938"/>
                </a:lnTo>
                <a:close/>
                <a:moveTo>
                  <a:pt x="279343" y="105694"/>
                </a:moveTo>
                <a:lnTo>
                  <a:pt x="280026" y="106335"/>
                </a:lnTo>
                <a:lnTo>
                  <a:pt x="279001" y="106014"/>
                </a:lnTo>
                <a:close/>
                <a:moveTo>
                  <a:pt x="120975" y="37260"/>
                </a:moveTo>
                <a:lnTo>
                  <a:pt x="121455" y="38615"/>
                </a:lnTo>
                <a:lnTo>
                  <a:pt x="120735" y="37937"/>
                </a:lnTo>
                <a:close/>
                <a:moveTo>
                  <a:pt x="281718" y="273309"/>
                </a:moveTo>
                <a:lnTo>
                  <a:pt x="282730" y="274972"/>
                </a:lnTo>
                <a:lnTo>
                  <a:pt x="281212" y="274140"/>
                </a:lnTo>
                <a:close/>
                <a:moveTo>
                  <a:pt x="129452" y="58919"/>
                </a:moveTo>
                <a:lnTo>
                  <a:pt x="130011" y="59983"/>
                </a:lnTo>
                <a:lnTo>
                  <a:pt x="129172" y="59451"/>
                </a:lnTo>
                <a:close/>
                <a:moveTo>
                  <a:pt x="269335" y="53661"/>
                </a:moveTo>
                <a:lnTo>
                  <a:pt x="270582" y="55072"/>
                </a:lnTo>
                <a:lnTo>
                  <a:pt x="268711" y="54366"/>
                </a:lnTo>
                <a:close/>
                <a:moveTo>
                  <a:pt x="111647" y="24279"/>
                </a:moveTo>
                <a:lnTo>
                  <a:pt x="113759" y="25025"/>
                </a:lnTo>
                <a:lnTo>
                  <a:pt x="110592" y="24652"/>
                </a:lnTo>
                <a:close/>
                <a:moveTo>
                  <a:pt x="73631" y="199001"/>
                </a:moveTo>
                <a:lnTo>
                  <a:pt x="74166" y="200443"/>
                </a:lnTo>
                <a:lnTo>
                  <a:pt x="73364" y="199722"/>
                </a:lnTo>
                <a:close/>
                <a:moveTo>
                  <a:pt x="10696" y="82727"/>
                </a:moveTo>
                <a:lnTo>
                  <a:pt x="12841" y="83058"/>
                </a:lnTo>
                <a:lnTo>
                  <a:pt x="9624" y="82892"/>
                </a:lnTo>
                <a:close/>
                <a:moveTo>
                  <a:pt x="252621" y="166572"/>
                </a:moveTo>
                <a:lnTo>
                  <a:pt x="254661" y="166895"/>
                </a:lnTo>
                <a:lnTo>
                  <a:pt x="251602" y="166734"/>
                </a:lnTo>
                <a:close/>
                <a:moveTo>
                  <a:pt x="192020" y="94915"/>
                </a:moveTo>
                <a:lnTo>
                  <a:pt x="193433" y="95768"/>
                </a:lnTo>
                <a:lnTo>
                  <a:pt x="191313" y="95341"/>
                </a:lnTo>
                <a:close/>
                <a:moveTo>
                  <a:pt x="20378" y="53577"/>
                </a:moveTo>
                <a:lnTo>
                  <a:pt x="21365" y="54703"/>
                </a:lnTo>
                <a:lnTo>
                  <a:pt x="19884" y="54140"/>
                </a:lnTo>
                <a:close/>
                <a:moveTo>
                  <a:pt x="80811" y="129681"/>
                </a:moveTo>
                <a:lnTo>
                  <a:pt x="82213" y="130935"/>
                </a:lnTo>
                <a:lnTo>
                  <a:pt x="80110" y="130308"/>
                </a:lnTo>
                <a:close/>
                <a:moveTo>
                  <a:pt x="184658" y="17311"/>
                </a:moveTo>
                <a:lnTo>
                  <a:pt x="186013" y="18623"/>
                </a:lnTo>
                <a:lnTo>
                  <a:pt x="183981" y="17967"/>
                </a:lnTo>
                <a:close/>
                <a:moveTo>
                  <a:pt x="8342" y="101366"/>
                </a:moveTo>
                <a:lnTo>
                  <a:pt x="9815" y="102068"/>
                </a:lnTo>
                <a:lnTo>
                  <a:pt x="7605" y="101717"/>
                </a:lnTo>
                <a:close/>
                <a:moveTo>
                  <a:pt x="216546" y="25022"/>
                </a:moveTo>
                <a:lnTo>
                  <a:pt x="218327" y="25814"/>
                </a:lnTo>
                <a:lnTo>
                  <a:pt x="215656" y="25418"/>
                </a:lnTo>
                <a:close/>
                <a:moveTo>
                  <a:pt x="86948" y="267026"/>
                </a:moveTo>
                <a:lnTo>
                  <a:pt x="87573" y="268299"/>
                </a:lnTo>
                <a:lnTo>
                  <a:pt x="86636" y="267663"/>
                </a:lnTo>
                <a:close/>
                <a:moveTo>
                  <a:pt x="228489" y="100420"/>
                </a:moveTo>
                <a:lnTo>
                  <a:pt x="229907" y="101520"/>
                </a:lnTo>
                <a:lnTo>
                  <a:pt x="227779" y="100970"/>
                </a:lnTo>
                <a:close/>
                <a:moveTo>
                  <a:pt x="132281" y="46088"/>
                </a:moveTo>
                <a:lnTo>
                  <a:pt x="133285" y="46449"/>
                </a:lnTo>
                <a:lnTo>
                  <a:pt x="131778" y="46269"/>
                </a:lnTo>
                <a:close/>
                <a:moveTo>
                  <a:pt x="68172" y="151889"/>
                </a:moveTo>
                <a:lnTo>
                  <a:pt x="69403" y="152270"/>
                </a:lnTo>
                <a:lnTo>
                  <a:pt x="67557" y="152079"/>
                </a:lnTo>
                <a:close/>
                <a:moveTo>
                  <a:pt x="210130" y="281512"/>
                </a:moveTo>
                <a:lnTo>
                  <a:pt x="212322" y="282770"/>
                </a:lnTo>
                <a:lnTo>
                  <a:pt x="209035" y="282141"/>
                </a:lnTo>
                <a:close/>
                <a:moveTo>
                  <a:pt x="251473" y="280989"/>
                </a:moveTo>
                <a:lnTo>
                  <a:pt x="252947" y="282066"/>
                </a:lnTo>
                <a:lnTo>
                  <a:pt x="250736" y="281527"/>
                </a:lnTo>
                <a:close/>
                <a:moveTo>
                  <a:pt x="2569" y="219717"/>
                </a:moveTo>
                <a:lnTo>
                  <a:pt x="4356" y="221212"/>
                </a:lnTo>
                <a:lnTo>
                  <a:pt x="1676" y="220464"/>
                </a:lnTo>
                <a:close/>
                <a:moveTo>
                  <a:pt x="233885" y="26543"/>
                </a:moveTo>
                <a:lnTo>
                  <a:pt x="234803" y="27954"/>
                </a:lnTo>
                <a:lnTo>
                  <a:pt x="233426" y="27249"/>
                </a:lnTo>
                <a:close/>
                <a:moveTo>
                  <a:pt x="140053" y="178439"/>
                </a:moveTo>
                <a:lnTo>
                  <a:pt x="140891" y="179417"/>
                </a:lnTo>
                <a:lnTo>
                  <a:pt x="139635" y="178928"/>
                </a:lnTo>
                <a:close/>
                <a:moveTo>
                  <a:pt x="95421" y="48630"/>
                </a:moveTo>
                <a:lnTo>
                  <a:pt x="96596" y="50115"/>
                </a:lnTo>
                <a:lnTo>
                  <a:pt x="94834" y="49373"/>
                </a:lnTo>
                <a:close/>
                <a:moveTo>
                  <a:pt x="75379" y="264889"/>
                </a:moveTo>
                <a:lnTo>
                  <a:pt x="76453" y="266000"/>
                </a:lnTo>
                <a:lnTo>
                  <a:pt x="74842" y="265444"/>
                </a:lnTo>
                <a:close/>
                <a:moveTo>
                  <a:pt x="3600" y="28479"/>
                </a:moveTo>
                <a:lnTo>
                  <a:pt x="4030" y="28781"/>
                </a:lnTo>
                <a:lnTo>
                  <a:pt x="3386" y="28630"/>
                </a:lnTo>
                <a:close/>
                <a:moveTo>
                  <a:pt x="107479" y="281998"/>
                </a:moveTo>
                <a:lnTo>
                  <a:pt x="109215" y="283072"/>
                </a:lnTo>
                <a:lnTo>
                  <a:pt x="106611" y="282535"/>
                </a:lnTo>
                <a:close/>
                <a:moveTo>
                  <a:pt x="188116" y="248602"/>
                </a:moveTo>
                <a:lnTo>
                  <a:pt x="188864" y="249348"/>
                </a:lnTo>
                <a:lnTo>
                  <a:pt x="187741" y="248975"/>
                </a:lnTo>
                <a:close/>
                <a:moveTo>
                  <a:pt x="6226" y="245306"/>
                </a:moveTo>
                <a:lnTo>
                  <a:pt x="8327" y="246368"/>
                </a:lnTo>
                <a:lnTo>
                  <a:pt x="5175" y="245837"/>
                </a:lnTo>
                <a:close/>
                <a:moveTo>
                  <a:pt x="174503" y="109043"/>
                </a:moveTo>
                <a:lnTo>
                  <a:pt x="176422" y="110552"/>
                </a:lnTo>
                <a:lnTo>
                  <a:pt x="173544" y="109797"/>
                </a:lnTo>
                <a:close/>
                <a:moveTo>
                  <a:pt x="20250" y="162568"/>
                </a:moveTo>
                <a:lnTo>
                  <a:pt x="21765" y="164228"/>
                </a:lnTo>
                <a:lnTo>
                  <a:pt x="19492" y="163398"/>
                </a:lnTo>
                <a:close/>
                <a:moveTo>
                  <a:pt x="239726" y="246629"/>
                </a:moveTo>
                <a:lnTo>
                  <a:pt x="240248" y="246929"/>
                </a:lnTo>
                <a:lnTo>
                  <a:pt x="239465" y="246779"/>
                </a:lnTo>
                <a:close/>
                <a:moveTo>
                  <a:pt x="56366" y="202467"/>
                </a:moveTo>
                <a:lnTo>
                  <a:pt x="57563" y="203327"/>
                </a:lnTo>
                <a:lnTo>
                  <a:pt x="55768" y="202897"/>
                </a:lnTo>
                <a:close/>
                <a:moveTo>
                  <a:pt x="237180" y="9573"/>
                </a:moveTo>
                <a:lnTo>
                  <a:pt x="239138" y="10470"/>
                </a:lnTo>
                <a:lnTo>
                  <a:pt x="236201" y="10022"/>
                </a:lnTo>
                <a:close/>
                <a:moveTo>
                  <a:pt x="192816" y="269536"/>
                </a:moveTo>
                <a:lnTo>
                  <a:pt x="194957" y="270940"/>
                </a:lnTo>
                <a:lnTo>
                  <a:pt x="191745" y="270238"/>
                </a:lnTo>
                <a:close/>
                <a:moveTo>
                  <a:pt x="208426" y="88892"/>
                </a:moveTo>
                <a:lnTo>
                  <a:pt x="209501" y="90676"/>
                </a:lnTo>
                <a:lnTo>
                  <a:pt x="207889" y="89784"/>
                </a:lnTo>
                <a:close/>
                <a:moveTo>
                  <a:pt x="75034" y="215306"/>
                </a:moveTo>
                <a:lnTo>
                  <a:pt x="76327" y="216331"/>
                </a:lnTo>
                <a:lnTo>
                  <a:pt x="74388" y="215819"/>
                </a:lnTo>
                <a:close/>
                <a:moveTo>
                  <a:pt x="62018" y="196839"/>
                </a:moveTo>
                <a:lnTo>
                  <a:pt x="63617" y="197290"/>
                </a:lnTo>
                <a:lnTo>
                  <a:pt x="61219" y="197064"/>
                </a:lnTo>
                <a:close/>
                <a:moveTo>
                  <a:pt x="167645" y="215707"/>
                </a:moveTo>
                <a:lnTo>
                  <a:pt x="168410" y="217222"/>
                </a:lnTo>
                <a:lnTo>
                  <a:pt x="167263" y="216464"/>
                </a:lnTo>
                <a:close/>
                <a:moveTo>
                  <a:pt x="262096" y="193519"/>
                </a:moveTo>
                <a:lnTo>
                  <a:pt x="263585" y="194499"/>
                </a:lnTo>
                <a:lnTo>
                  <a:pt x="261351" y="194009"/>
                </a:lnTo>
                <a:close/>
                <a:moveTo>
                  <a:pt x="81837" y="197340"/>
                </a:moveTo>
                <a:lnTo>
                  <a:pt x="83929" y="198949"/>
                </a:lnTo>
                <a:lnTo>
                  <a:pt x="80791" y="198144"/>
                </a:lnTo>
                <a:close/>
                <a:moveTo>
                  <a:pt x="256956" y="253754"/>
                </a:moveTo>
                <a:lnTo>
                  <a:pt x="257917" y="254447"/>
                </a:lnTo>
                <a:lnTo>
                  <a:pt x="256476" y="254101"/>
                </a:lnTo>
                <a:close/>
                <a:moveTo>
                  <a:pt x="270564" y="65876"/>
                </a:moveTo>
                <a:lnTo>
                  <a:pt x="272326" y="66554"/>
                </a:lnTo>
                <a:lnTo>
                  <a:pt x="269683" y="66215"/>
                </a:lnTo>
                <a:close/>
                <a:moveTo>
                  <a:pt x="192553" y="176370"/>
                </a:moveTo>
                <a:lnTo>
                  <a:pt x="194238" y="177371"/>
                </a:lnTo>
                <a:lnTo>
                  <a:pt x="191711" y="176871"/>
                </a:lnTo>
                <a:close/>
                <a:moveTo>
                  <a:pt x="176745" y="161898"/>
                </a:moveTo>
                <a:lnTo>
                  <a:pt x="178936" y="162756"/>
                </a:lnTo>
                <a:lnTo>
                  <a:pt x="175649" y="162327"/>
                </a:lnTo>
                <a:close/>
                <a:moveTo>
                  <a:pt x="200006" y="163584"/>
                </a:moveTo>
                <a:lnTo>
                  <a:pt x="201624" y="163912"/>
                </a:lnTo>
                <a:lnTo>
                  <a:pt x="199197" y="163748"/>
                </a:lnTo>
                <a:close/>
                <a:moveTo>
                  <a:pt x="79718" y="73089"/>
                </a:moveTo>
                <a:lnTo>
                  <a:pt x="80287" y="73477"/>
                </a:lnTo>
                <a:lnTo>
                  <a:pt x="79434" y="73283"/>
                </a:lnTo>
                <a:close/>
                <a:moveTo>
                  <a:pt x="43302" y="257601"/>
                </a:moveTo>
                <a:lnTo>
                  <a:pt x="45397" y="258057"/>
                </a:lnTo>
                <a:lnTo>
                  <a:pt x="42254" y="257829"/>
                </a:lnTo>
                <a:close/>
                <a:moveTo>
                  <a:pt x="282325" y="188712"/>
                </a:moveTo>
                <a:lnTo>
                  <a:pt x="284313" y="189022"/>
                </a:lnTo>
                <a:lnTo>
                  <a:pt x="281331" y="188867"/>
                </a:lnTo>
                <a:close/>
                <a:moveTo>
                  <a:pt x="185377" y="274201"/>
                </a:moveTo>
                <a:lnTo>
                  <a:pt x="187305" y="275012"/>
                </a:lnTo>
                <a:lnTo>
                  <a:pt x="184412" y="274606"/>
                </a:lnTo>
                <a:close/>
                <a:moveTo>
                  <a:pt x="265895" y="251796"/>
                </a:moveTo>
                <a:lnTo>
                  <a:pt x="268085" y="253490"/>
                </a:lnTo>
                <a:lnTo>
                  <a:pt x="264800" y="252643"/>
                </a:lnTo>
                <a:close/>
                <a:moveTo>
                  <a:pt x="122925" y="118686"/>
                </a:moveTo>
                <a:lnTo>
                  <a:pt x="124203" y="119196"/>
                </a:lnTo>
                <a:lnTo>
                  <a:pt x="122286" y="118941"/>
                </a:lnTo>
                <a:close/>
                <a:moveTo>
                  <a:pt x="253143" y="225067"/>
                </a:moveTo>
                <a:lnTo>
                  <a:pt x="253652" y="226557"/>
                </a:lnTo>
                <a:lnTo>
                  <a:pt x="252888" y="225812"/>
                </a:lnTo>
                <a:close/>
                <a:moveTo>
                  <a:pt x="98778" y="115777"/>
                </a:moveTo>
                <a:lnTo>
                  <a:pt x="100083" y="116930"/>
                </a:lnTo>
                <a:lnTo>
                  <a:pt x="98126" y="116353"/>
                </a:lnTo>
                <a:close/>
                <a:moveTo>
                  <a:pt x="69746" y="61558"/>
                </a:moveTo>
                <a:lnTo>
                  <a:pt x="70149" y="62504"/>
                </a:lnTo>
                <a:lnTo>
                  <a:pt x="69545" y="62031"/>
                </a:lnTo>
                <a:close/>
                <a:moveTo>
                  <a:pt x="140256" y="75190"/>
                </a:moveTo>
                <a:lnTo>
                  <a:pt x="141217" y="76365"/>
                </a:lnTo>
                <a:lnTo>
                  <a:pt x="139776" y="75778"/>
                </a:lnTo>
                <a:close/>
                <a:moveTo>
                  <a:pt x="173900" y="102025"/>
                </a:moveTo>
                <a:lnTo>
                  <a:pt x="174995" y="103511"/>
                </a:lnTo>
                <a:lnTo>
                  <a:pt x="173352" y="102768"/>
                </a:lnTo>
                <a:close/>
                <a:moveTo>
                  <a:pt x="152161" y="49713"/>
                </a:moveTo>
                <a:lnTo>
                  <a:pt x="153443" y="50722"/>
                </a:lnTo>
                <a:lnTo>
                  <a:pt x="151520" y="50218"/>
                </a:lnTo>
                <a:close/>
                <a:moveTo>
                  <a:pt x="101597" y="226932"/>
                </a:moveTo>
                <a:lnTo>
                  <a:pt x="103659" y="228335"/>
                </a:lnTo>
                <a:lnTo>
                  <a:pt x="100566" y="227633"/>
                </a:lnTo>
                <a:close/>
                <a:moveTo>
                  <a:pt x="100575" y="113456"/>
                </a:moveTo>
                <a:lnTo>
                  <a:pt x="102557" y="113925"/>
                </a:lnTo>
                <a:lnTo>
                  <a:pt x="99584" y="113691"/>
                </a:lnTo>
                <a:close/>
                <a:moveTo>
                  <a:pt x="177156" y="40703"/>
                </a:moveTo>
                <a:lnTo>
                  <a:pt x="178602" y="42461"/>
                </a:lnTo>
                <a:lnTo>
                  <a:pt x="176433" y="41582"/>
                </a:lnTo>
                <a:close/>
                <a:moveTo>
                  <a:pt x="26890" y="205267"/>
                </a:moveTo>
                <a:lnTo>
                  <a:pt x="28720" y="206024"/>
                </a:lnTo>
                <a:lnTo>
                  <a:pt x="25976" y="205646"/>
                </a:lnTo>
                <a:close/>
                <a:moveTo>
                  <a:pt x="230678" y="186662"/>
                </a:moveTo>
                <a:lnTo>
                  <a:pt x="231985" y="188005"/>
                </a:lnTo>
                <a:lnTo>
                  <a:pt x="230025" y="187333"/>
                </a:lnTo>
                <a:close/>
                <a:moveTo>
                  <a:pt x="202938" y="259553"/>
                </a:moveTo>
                <a:lnTo>
                  <a:pt x="204650" y="259913"/>
                </a:lnTo>
                <a:lnTo>
                  <a:pt x="202081" y="259733"/>
                </a:lnTo>
                <a:close/>
                <a:moveTo>
                  <a:pt x="110714" y="71223"/>
                </a:moveTo>
                <a:lnTo>
                  <a:pt x="111744" y="72488"/>
                </a:lnTo>
                <a:lnTo>
                  <a:pt x="110200" y="71855"/>
                </a:lnTo>
                <a:close/>
                <a:moveTo>
                  <a:pt x="138121" y="153236"/>
                </a:moveTo>
                <a:lnTo>
                  <a:pt x="140301" y="153833"/>
                </a:lnTo>
                <a:lnTo>
                  <a:pt x="137031" y="153534"/>
                </a:lnTo>
                <a:close/>
                <a:moveTo>
                  <a:pt x="226346" y="155819"/>
                </a:moveTo>
                <a:lnTo>
                  <a:pt x="227812" y="157003"/>
                </a:lnTo>
                <a:lnTo>
                  <a:pt x="225613" y="156411"/>
                </a:lnTo>
                <a:close/>
                <a:moveTo>
                  <a:pt x="156767" y="104838"/>
                </a:moveTo>
                <a:lnTo>
                  <a:pt x="158051" y="105204"/>
                </a:lnTo>
                <a:lnTo>
                  <a:pt x="156125" y="105021"/>
                </a:lnTo>
                <a:close/>
                <a:moveTo>
                  <a:pt x="32626" y="130777"/>
                </a:moveTo>
                <a:lnTo>
                  <a:pt x="33797" y="131553"/>
                </a:lnTo>
                <a:lnTo>
                  <a:pt x="32040" y="131165"/>
                </a:lnTo>
                <a:close/>
                <a:moveTo>
                  <a:pt x="264534" y="188115"/>
                </a:moveTo>
                <a:lnTo>
                  <a:pt x="265841" y="188959"/>
                </a:lnTo>
                <a:lnTo>
                  <a:pt x="263881" y="188537"/>
                </a:lnTo>
                <a:close/>
                <a:moveTo>
                  <a:pt x="66299" y="99578"/>
                </a:moveTo>
                <a:lnTo>
                  <a:pt x="67762" y="100027"/>
                </a:lnTo>
                <a:lnTo>
                  <a:pt x="65567" y="99802"/>
                </a:lnTo>
                <a:close/>
                <a:moveTo>
                  <a:pt x="77368" y="111801"/>
                </a:moveTo>
                <a:lnTo>
                  <a:pt x="79065" y="112527"/>
                </a:lnTo>
                <a:lnTo>
                  <a:pt x="76519" y="112164"/>
                </a:lnTo>
                <a:close/>
                <a:moveTo>
                  <a:pt x="136436" y="67961"/>
                </a:moveTo>
                <a:lnTo>
                  <a:pt x="136835" y="68528"/>
                </a:lnTo>
                <a:lnTo>
                  <a:pt x="136236" y="68245"/>
                </a:lnTo>
                <a:close/>
                <a:moveTo>
                  <a:pt x="227790" y="281894"/>
                </a:moveTo>
                <a:lnTo>
                  <a:pt x="229435" y="283206"/>
                </a:lnTo>
                <a:lnTo>
                  <a:pt x="226967" y="282550"/>
                </a:lnTo>
                <a:close/>
                <a:moveTo>
                  <a:pt x="4673" y="177426"/>
                </a:moveTo>
                <a:lnTo>
                  <a:pt x="6301" y="178196"/>
                </a:lnTo>
                <a:lnTo>
                  <a:pt x="3859" y="177811"/>
                </a:lnTo>
                <a:close/>
                <a:moveTo>
                  <a:pt x="171495" y="61811"/>
                </a:moveTo>
                <a:lnTo>
                  <a:pt x="172165" y="62642"/>
                </a:lnTo>
                <a:lnTo>
                  <a:pt x="171159" y="62227"/>
                </a:lnTo>
                <a:close/>
                <a:moveTo>
                  <a:pt x="285603" y="51131"/>
                </a:moveTo>
                <a:lnTo>
                  <a:pt x="286609" y="51439"/>
                </a:lnTo>
                <a:lnTo>
                  <a:pt x="285100" y="51285"/>
                </a:lnTo>
                <a:close/>
                <a:moveTo>
                  <a:pt x="52914" y="209843"/>
                </a:moveTo>
                <a:lnTo>
                  <a:pt x="53269" y="211088"/>
                </a:lnTo>
                <a:lnTo>
                  <a:pt x="52737" y="210465"/>
                </a:lnTo>
                <a:close/>
                <a:moveTo>
                  <a:pt x="61747" y="112106"/>
                </a:moveTo>
                <a:lnTo>
                  <a:pt x="63661" y="113075"/>
                </a:lnTo>
                <a:lnTo>
                  <a:pt x="60789" y="112591"/>
                </a:lnTo>
                <a:close/>
                <a:moveTo>
                  <a:pt x="18874" y="189689"/>
                </a:moveTo>
                <a:lnTo>
                  <a:pt x="19953" y="190686"/>
                </a:lnTo>
                <a:lnTo>
                  <a:pt x="18335" y="190187"/>
                </a:lnTo>
                <a:close/>
                <a:moveTo>
                  <a:pt x="99433" y="8184"/>
                </a:moveTo>
                <a:lnTo>
                  <a:pt x="100373" y="8732"/>
                </a:lnTo>
                <a:lnTo>
                  <a:pt x="98963" y="8458"/>
                </a:lnTo>
                <a:close/>
                <a:moveTo>
                  <a:pt x="123315" y="27637"/>
                </a:moveTo>
                <a:lnTo>
                  <a:pt x="125200" y="28177"/>
                </a:lnTo>
                <a:lnTo>
                  <a:pt x="122373" y="27907"/>
                </a:lnTo>
                <a:close/>
                <a:moveTo>
                  <a:pt x="118791" y="244438"/>
                </a:moveTo>
                <a:lnTo>
                  <a:pt x="119939" y="245775"/>
                </a:lnTo>
                <a:lnTo>
                  <a:pt x="118217" y="245107"/>
                </a:lnTo>
                <a:close/>
                <a:moveTo>
                  <a:pt x="99305" y="213344"/>
                </a:moveTo>
                <a:lnTo>
                  <a:pt x="100159" y="213835"/>
                </a:lnTo>
                <a:lnTo>
                  <a:pt x="98878" y="213589"/>
                </a:lnTo>
                <a:close/>
                <a:moveTo>
                  <a:pt x="239103" y="252317"/>
                </a:moveTo>
                <a:lnTo>
                  <a:pt x="240855" y="252629"/>
                </a:lnTo>
                <a:lnTo>
                  <a:pt x="238228" y="252473"/>
                </a:lnTo>
                <a:close/>
                <a:moveTo>
                  <a:pt x="113830" y="155523"/>
                </a:moveTo>
                <a:lnTo>
                  <a:pt x="114378" y="156229"/>
                </a:lnTo>
                <a:lnTo>
                  <a:pt x="113555" y="155876"/>
                </a:lnTo>
                <a:close/>
                <a:moveTo>
                  <a:pt x="273119" y="91835"/>
                </a:moveTo>
                <a:lnTo>
                  <a:pt x="274451" y="92502"/>
                </a:lnTo>
                <a:lnTo>
                  <a:pt x="272452" y="92168"/>
                </a:lnTo>
                <a:close/>
                <a:moveTo>
                  <a:pt x="97298" y="225033"/>
                </a:moveTo>
                <a:lnTo>
                  <a:pt x="98552" y="226607"/>
                </a:lnTo>
                <a:lnTo>
                  <a:pt x="96670" y="225820"/>
                </a:lnTo>
                <a:close/>
                <a:moveTo>
                  <a:pt x="117616" y="238722"/>
                </a:moveTo>
                <a:lnTo>
                  <a:pt x="118629" y="240143"/>
                </a:lnTo>
                <a:lnTo>
                  <a:pt x="117110" y="239432"/>
                </a:lnTo>
                <a:close/>
                <a:moveTo>
                  <a:pt x="270987" y="155529"/>
                </a:moveTo>
                <a:lnTo>
                  <a:pt x="272385" y="156350"/>
                </a:lnTo>
                <a:lnTo>
                  <a:pt x="270288" y="155940"/>
                </a:lnTo>
                <a:close/>
                <a:moveTo>
                  <a:pt x="275085" y="100330"/>
                </a:moveTo>
                <a:lnTo>
                  <a:pt x="277088" y="101220"/>
                </a:lnTo>
                <a:lnTo>
                  <a:pt x="274084" y="100775"/>
                </a:lnTo>
                <a:close/>
                <a:moveTo>
                  <a:pt x="156660" y="4786"/>
                </a:moveTo>
                <a:lnTo>
                  <a:pt x="158158" y="6135"/>
                </a:lnTo>
                <a:lnTo>
                  <a:pt x="155911" y="5461"/>
                </a:lnTo>
                <a:close/>
                <a:moveTo>
                  <a:pt x="137340" y="171599"/>
                </a:moveTo>
                <a:lnTo>
                  <a:pt x="137848" y="172480"/>
                </a:lnTo>
                <a:lnTo>
                  <a:pt x="137087" y="172040"/>
                </a:lnTo>
                <a:close/>
                <a:moveTo>
                  <a:pt x="130605" y="231723"/>
                </a:moveTo>
                <a:lnTo>
                  <a:pt x="131236" y="232050"/>
                </a:lnTo>
                <a:lnTo>
                  <a:pt x="130290" y="231886"/>
                </a:lnTo>
                <a:close/>
                <a:moveTo>
                  <a:pt x="107334" y="172599"/>
                </a:moveTo>
                <a:lnTo>
                  <a:pt x="109152" y="173598"/>
                </a:lnTo>
                <a:lnTo>
                  <a:pt x="106426" y="173099"/>
                </a:lnTo>
                <a:close/>
                <a:moveTo>
                  <a:pt x="142075" y="73654"/>
                </a:moveTo>
                <a:lnTo>
                  <a:pt x="142620" y="74150"/>
                </a:lnTo>
                <a:lnTo>
                  <a:pt x="141803" y="73902"/>
                </a:lnTo>
                <a:close/>
                <a:moveTo>
                  <a:pt x="159367" y="144156"/>
                </a:moveTo>
                <a:lnTo>
                  <a:pt x="161444" y="145707"/>
                </a:lnTo>
                <a:lnTo>
                  <a:pt x="158328" y="144931"/>
                </a:lnTo>
                <a:close/>
                <a:moveTo>
                  <a:pt x="131368" y="194304"/>
                </a:moveTo>
                <a:lnTo>
                  <a:pt x="132850" y="195333"/>
                </a:lnTo>
                <a:lnTo>
                  <a:pt x="130627" y="194818"/>
                </a:lnTo>
                <a:close/>
                <a:moveTo>
                  <a:pt x="235431" y="88126"/>
                </a:moveTo>
                <a:lnTo>
                  <a:pt x="236483" y="88580"/>
                </a:lnTo>
                <a:lnTo>
                  <a:pt x="234904" y="88353"/>
                </a:lnTo>
                <a:close/>
                <a:moveTo>
                  <a:pt x="89956" y="89944"/>
                </a:moveTo>
                <a:lnTo>
                  <a:pt x="91903" y="91672"/>
                </a:lnTo>
                <a:lnTo>
                  <a:pt x="88983" y="90808"/>
                </a:lnTo>
                <a:close/>
                <a:moveTo>
                  <a:pt x="23743" y="156355"/>
                </a:moveTo>
                <a:lnTo>
                  <a:pt x="25322" y="157088"/>
                </a:lnTo>
                <a:lnTo>
                  <a:pt x="22953" y="156721"/>
                </a:lnTo>
                <a:close/>
                <a:moveTo>
                  <a:pt x="35138" y="114690"/>
                </a:moveTo>
                <a:lnTo>
                  <a:pt x="36480" y="115422"/>
                </a:lnTo>
                <a:lnTo>
                  <a:pt x="34466" y="115056"/>
                </a:lnTo>
                <a:close/>
                <a:moveTo>
                  <a:pt x="154318" y="139919"/>
                </a:moveTo>
                <a:lnTo>
                  <a:pt x="154806" y="140285"/>
                </a:lnTo>
                <a:lnTo>
                  <a:pt x="154074" y="140102"/>
                </a:lnTo>
                <a:close/>
                <a:moveTo>
                  <a:pt x="163081" y="192197"/>
                </a:moveTo>
                <a:lnTo>
                  <a:pt x="164537" y="193437"/>
                </a:lnTo>
                <a:lnTo>
                  <a:pt x="162353" y="192817"/>
                </a:lnTo>
                <a:close/>
                <a:moveTo>
                  <a:pt x="257170" y="120731"/>
                </a:moveTo>
                <a:lnTo>
                  <a:pt x="258251" y="121227"/>
                </a:lnTo>
                <a:lnTo>
                  <a:pt x="256630" y="120979"/>
                </a:lnTo>
                <a:close/>
                <a:moveTo>
                  <a:pt x="224347" y="177107"/>
                </a:moveTo>
                <a:lnTo>
                  <a:pt x="225180" y="177811"/>
                </a:lnTo>
                <a:lnTo>
                  <a:pt x="223930" y="177459"/>
                </a:lnTo>
                <a:close/>
                <a:moveTo>
                  <a:pt x="37545" y="174804"/>
                </a:moveTo>
                <a:lnTo>
                  <a:pt x="38186" y="175382"/>
                </a:lnTo>
                <a:lnTo>
                  <a:pt x="37224" y="175093"/>
                </a:lnTo>
                <a:close/>
                <a:moveTo>
                  <a:pt x="176943" y="27022"/>
                </a:moveTo>
                <a:lnTo>
                  <a:pt x="177539" y="27474"/>
                </a:lnTo>
                <a:lnTo>
                  <a:pt x="176645" y="27248"/>
                </a:lnTo>
                <a:close/>
                <a:moveTo>
                  <a:pt x="43610" y="80900"/>
                </a:moveTo>
                <a:lnTo>
                  <a:pt x="45575" y="82124"/>
                </a:lnTo>
                <a:lnTo>
                  <a:pt x="42627" y="81512"/>
                </a:lnTo>
                <a:close/>
                <a:moveTo>
                  <a:pt x="1668" y="134137"/>
                </a:moveTo>
                <a:lnTo>
                  <a:pt x="2151" y="135266"/>
                </a:lnTo>
                <a:lnTo>
                  <a:pt x="1427" y="134702"/>
                </a:lnTo>
                <a:close/>
                <a:moveTo>
                  <a:pt x="132578" y="249244"/>
                </a:moveTo>
                <a:lnTo>
                  <a:pt x="134534" y="249772"/>
                </a:lnTo>
                <a:lnTo>
                  <a:pt x="131600" y="249508"/>
                </a:lnTo>
                <a:close/>
                <a:moveTo>
                  <a:pt x="229919" y="257099"/>
                </a:moveTo>
                <a:lnTo>
                  <a:pt x="230404" y="257667"/>
                </a:lnTo>
                <a:lnTo>
                  <a:pt x="229677" y="257383"/>
                </a:lnTo>
                <a:close/>
                <a:moveTo>
                  <a:pt x="67084" y="167701"/>
                </a:moveTo>
                <a:lnTo>
                  <a:pt x="67522" y="168659"/>
                </a:lnTo>
                <a:lnTo>
                  <a:pt x="66865" y="168180"/>
                </a:lnTo>
                <a:close/>
                <a:moveTo>
                  <a:pt x="176858" y="31615"/>
                </a:moveTo>
                <a:lnTo>
                  <a:pt x="177830" y="32394"/>
                </a:lnTo>
                <a:lnTo>
                  <a:pt x="176372" y="32005"/>
                </a:lnTo>
                <a:close/>
                <a:moveTo>
                  <a:pt x="187152" y="210549"/>
                </a:moveTo>
                <a:lnTo>
                  <a:pt x="188174" y="211685"/>
                </a:lnTo>
                <a:lnTo>
                  <a:pt x="186642" y="211117"/>
                </a:lnTo>
                <a:close/>
                <a:moveTo>
                  <a:pt x="207241" y="227805"/>
                </a:moveTo>
                <a:lnTo>
                  <a:pt x="208949" y="229262"/>
                </a:lnTo>
                <a:lnTo>
                  <a:pt x="206386" y="228534"/>
                </a:lnTo>
                <a:close/>
                <a:moveTo>
                  <a:pt x="26639" y="187607"/>
                </a:moveTo>
                <a:lnTo>
                  <a:pt x="28484" y="188214"/>
                </a:lnTo>
                <a:lnTo>
                  <a:pt x="25716" y="187911"/>
                </a:lnTo>
                <a:close/>
                <a:moveTo>
                  <a:pt x="12627" y="214994"/>
                </a:moveTo>
                <a:lnTo>
                  <a:pt x="13120" y="215348"/>
                </a:lnTo>
                <a:lnTo>
                  <a:pt x="12380" y="215171"/>
                </a:lnTo>
                <a:close/>
                <a:moveTo>
                  <a:pt x="260145" y="281920"/>
                </a:moveTo>
                <a:lnTo>
                  <a:pt x="261329" y="282306"/>
                </a:lnTo>
                <a:lnTo>
                  <a:pt x="259553" y="282113"/>
                </a:lnTo>
                <a:close/>
                <a:moveTo>
                  <a:pt x="8714" y="158538"/>
                </a:moveTo>
                <a:lnTo>
                  <a:pt x="9311" y="160050"/>
                </a:lnTo>
                <a:lnTo>
                  <a:pt x="8415" y="159294"/>
                </a:lnTo>
                <a:close/>
                <a:moveTo>
                  <a:pt x="134321" y="78893"/>
                </a:moveTo>
                <a:lnTo>
                  <a:pt x="136097" y="80647"/>
                </a:lnTo>
                <a:lnTo>
                  <a:pt x="133434" y="79770"/>
                </a:lnTo>
                <a:close/>
                <a:moveTo>
                  <a:pt x="28695" y="253172"/>
                </a:moveTo>
                <a:lnTo>
                  <a:pt x="30446" y="254385"/>
                </a:lnTo>
                <a:lnTo>
                  <a:pt x="27819" y="253779"/>
                </a:lnTo>
                <a:close/>
                <a:moveTo>
                  <a:pt x="104990" y="249362"/>
                </a:moveTo>
                <a:lnTo>
                  <a:pt x="106261" y="249740"/>
                </a:lnTo>
                <a:lnTo>
                  <a:pt x="104355" y="249551"/>
                </a:lnTo>
                <a:close/>
                <a:moveTo>
                  <a:pt x="144951" y="261191"/>
                </a:moveTo>
                <a:lnTo>
                  <a:pt x="145393" y="261761"/>
                </a:lnTo>
                <a:lnTo>
                  <a:pt x="144730" y="261476"/>
                </a:lnTo>
                <a:close/>
                <a:moveTo>
                  <a:pt x="3754" y="79389"/>
                </a:moveTo>
                <a:lnTo>
                  <a:pt x="4955" y="80190"/>
                </a:lnTo>
                <a:lnTo>
                  <a:pt x="3153" y="79789"/>
                </a:lnTo>
                <a:close/>
                <a:moveTo>
                  <a:pt x="206426" y="171632"/>
                </a:moveTo>
                <a:lnTo>
                  <a:pt x="208344" y="172082"/>
                </a:lnTo>
                <a:lnTo>
                  <a:pt x="205467" y="171857"/>
                </a:lnTo>
                <a:close/>
                <a:moveTo>
                  <a:pt x="110559" y="56298"/>
                </a:moveTo>
                <a:lnTo>
                  <a:pt x="112373" y="56711"/>
                </a:lnTo>
                <a:lnTo>
                  <a:pt x="109651" y="56505"/>
                </a:lnTo>
                <a:close/>
                <a:moveTo>
                  <a:pt x="13253" y="107324"/>
                </a:moveTo>
                <a:lnTo>
                  <a:pt x="15314" y="108921"/>
                </a:lnTo>
                <a:lnTo>
                  <a:pt x="12222" y="108123"/>
                </a:lnTo>
                <a:close/>
                <a:moveTo>
                  <a:pt x="187043" y="91069"/>
                </a:moveTo>
                <a:lnTo>
                  <a:pt x="188965" y="92615"/>
                </a:lnTo>
                <a:lnTo>
                  <a:pt x="186082" y="91842"/>
                </a:lnTo>
                <a:close/>
                <a:moveTo>
                  <a:pt x="158792" y="32231"/>
                </a:moveTo>
                <a:lnTo>
                  <a:pt x="160015" y="33731"/>
                </a:lnTo>
                <a:lnTo>
                  <a:pt x="158181" y="32981"/>
                </a:lnTo>
                <a:close/>
                <a:moveTo>
                  <a:pt x="87565" y="285888"/>
                </a:moveTo>
                <a:lnTo>
                  <a:pt x="89717" y="286216"/>
                </a:lnTo>
                <a:lnTo>
                  <a:pt x="86489" y="286052"/>
                </a:lnTo>
                <a:close/>
                <a:moveTo>
                  <a:pt x="180375" y="77065"/>
                </a:moveTo>
                <a:lnTo>
                  <a:pt x="181194" y="77933"/>
                </a:lnTo>
                <a:lnTo>
                  <a:pt x="179965" y="77499"/>
                </a:lnTo>
                <a:close/>
                <a:moveTo>
                  <a:pt x="266909" y="148157"/>
                </a:moveTo>
                <a:lnTo>
                  <a:pt x="268539" y="148919"/>
                </a:lnTo>
                <a:lnTo>
                  <a:pt x="266094" y="148538"/>
                </a:lnTo>
                <a:close/>
                <a:moveTo>
                  <a:pt x="49902" y="124925"/>
                </a:moveTo>
                <a:lnTo>
                  <a:pt x="51174" y="125648"/>
                </a:lnTo>
                <a:lnTo>
                  <a:pt x="49267" y="125286"/>
                </a:lnTo>
                <a:close/>
                <a:moveTo>
                  <a:pt x="196341" y="14467"/>
                </a:moveTo>
                <a:lnTo>
                  <a:pt x="198107" y="15972"/>
                </a:lnTo>
                <a:lnTo>
                  <a:pt x="195457" y="15220"/>
                </a:lnTo>
                <a:close/>
                <a:moveTo>
                  <a:pt x="3227" y="258335"/>
                </a:moveTo>
                <a:lnTo>
                  <a:pt x="4283" y="259487"/>
                </a:lnTo>
                <a:lnTo>
                  <a:pt x="2699" y="258911"/>
                </a:lnTo>
                <a:close/>
                <a:moveTo>
                  <a:pt x="28726" y="28983"/>
                </a:moveTo>
                <a:lnTo>
                  <a:pt x="29178" y="30289"/>
                </a:lnTo>
                <a:lnTo>
                  <a:pt x="28499" y="29636"/>
                </a:lnTo>
                <a:close/>
                <a:moveTo>
                  <a:pt x="16732" y="27560"/>
                </a:moveTo>
                <a:lnTo>
                  <a:pt x="18564" y="28043"/>
                </a:lnTo>
                <a:lnTo>
                  <a:pt x="15817" y="27801"/>
                </a:lnTo>
                <a:close/>
                <a:moveTo>
                  <a:pt x="193057" y="23402"/>
                </a:moveTo>
                <a:lnTo>
                  <a:pt x="193813" y="25199"/>
                </a:lnTo>
                <a:lnTo>
                  <a:pt x="192679" y="24301"/>
                </a:lnTo>
                <a:close/>
                <a:moveTo>
                  <a:pt x="13830" y="12660"/>
                </a:moveTo>
                <a:lnTo>
                  <a:pt x="15998" y="13868"/>
                </a:lnTo>
                <a:lnTo>
                  <a:pt x="12746" y="13264"/>
                </a:lnTo>
                <a:close/>
                <a:moveTo>
                  <a:pt x="93237" y="72895"/>
                </a:moveTo>
                <a:lnTo>
                  <a:pt x="95294" y="74341"/>
                </a:lnTo>
                <a:lnTo>
                  <a:pt x="92208" y="73618"/>
                </a:lnTo>
                <a:close/>
                <a:moveTo>
                  <a:pt x="54520" y="179355"/>
                </a:moveTo>
                <a:lnTo>
                  <a:pt x="55923" y="180770"/>
                </a:lnTo>
                <a:lnTo>
                  <a:pt x="53819" y="180063"/>
                </a:lnTo>
                <a:close/>
                <a:moveTo>
                  <a:pt x="277740" y="102123"/>
                </a:moveTo>
                <a:lnTo>
                  <a:pt x="278188" y="103244"/>
                </a:lnTo>
                <a:lnTo>
                  <a:pt x="277515" y="102684"/>
                </a:lnTo>
                <a:close/>
                <a:moveTo>
                  <a:pt x="115077" y="73131"/>
                </a:moveTo>
                <a:lnTo>
                  <a:pt x="116377" y="74368"/>
                </a:lnTo>
                <a:lnTo>
                  <a:pt x="114427" y="73749"/>
                </a:lnTo>
                <a:close/>
                <a:moveTo>
                  <a:pt x="169522" y="251221"/>
                </a:moveTo>
                <a:lnTo>
                  <a:pt x="171590" y="252889"/>
                </a:lnTo>
                <a:lnTo>
                  <a:pt x="168489" y="252055"/>
                </a:lnTo>
                <a:close/>
                <a:moveTo>
                  <a:pt x="35954" y="233992"/>
                </a:moveTo>
                <a:lnTo>
                  <a:pt x="37831" y="235392"/>
                </a:lnTo>
                <a:lnTo>
                  <a:pt x="35016" y="234692"/>
                </a:lnTo>
                <a:close/>
                <a:moveTo>
                  <a:pt x="286910" y="233415"/>
                </a:moveTo>
                <a:lnTo>
                  <a:pt x="288559" y="233882"/>
                </a:lnTo>
                <a:lnTo>
                  <a:pt x="286086" y="233649"/>
                </a:lnTo>
                <a:close/>
                <a:moveTo>
                  <a:pt x="43778" y="168261"/>
                </a:moveTo>
                <a:lnTo>
                  <a:pt x="45045" y="169707"/>
                </a:lnTo>
                <a:lnTo>
                  <a:pt x="43144" y="168984"/>
                </a:lnTo>
                <a:close/>
                <a:moveTo>
                  <a:pt x="29458" y="19297"/>
                </a:moveTo>
                <a:lnTo>
                  <a:pt x="31305" y="20037"/>
                </a:lnTo>
                <a:lnTo>
                  <a:pt x="28534" y="19667"/>
                </a:lnTo>
                <a:close/>
                <a:moveTo>
                  <a:pt x="261420" y="105126"/>
                </a:moveTo>
                <a:lnTo>
                  <a:pt x="263054" y="106806"/>
                </a:lnTo>
                <a:lnTo>
                  <a:pt x="260603" y="105966"/>
                </a:lnTo>
                <a:close/>
                <a:moveTo>
                  <a:pt x="182968" y="215025"/>
                </a:moveTo>
                <a:lnTo>
                  <a:pt x="184033" y="215893"/>
                </a:lnTo>
                <a:lnTo>
                  <a:pt x="182435" y="215459"/>
                </a:lnTo>
                <a:close/>
                <a:moveTo>
                  <a:pt x="58199" y="207948"/>
                </a:moveTo>
                <a:lnTo>
                  <a:pt x="60050" y="209029"/>
                </a:lnTo>
                <a:lnTo>
                  <a:pt x="57273" y="208489"/>
                </a:lnTo>
                <a:close/>
                <a:moveTo>
                  <a:pt x="239945" y="8221"/>
                </a:moveTo>
                <a:lnTo>
                  <a:pt x="241494" y="8771"/>
                </a:lnTo>
                <a:lnTo>
                  <a:pt x="239171" y="8496"/>
                </a:lnTo>
                <a:close/>
                <a:moveTo>
                  <a:pt x="281338" y="168204"/>
                </a:moveTo>
                <a:lnTo>
                  <a:pt x="283078" y="169967"/>
                </a:lnTo>
                <a:lnTo>
                  <a:pt x="280468" y="169085"/>
                </a:lnTo>
                <a:close/>
                <a:moveTo>
                  <a:pt x="252457" y="122563"/>
                </a:moveTo>
                <a:lnTo>
                  <a:pt x="254332" y="123975"/>
                </a:lnTo>
                <a:lnTo>
                  <a:pt x="251519" y="123269"/>
                </a:lnTo>
                <a:close/>
                <a:moveTo>
                  <a:pt x="70570" y="17613"/>
                </a:moveTo>
                <a:lnTo>
                  <a:pt x="72373" y="19330"/>
                </a:lnTo>
                <a:lnTo>
                  <a:pt x="69668" y="18471"/>
                </a:lnTo>
                <a:close/>
                <a:moveTo>
                  <a:pt x="74279" y="35105"/>
                </a:moveTo>
                <a:lnTo>
                  <a:pt x="76299" y="36617"/>
                </a:lnTo>
                <a:lnTo>
                  <a:pt x="73269" y="35861"/>
                </a:lnTo>
                <a:close/>
                <a:moveTo>
                  <a:pt x="71224" y="54341"/>
                </a:moveTo>
                <a:lnTo>
                  <a:pt x="72285" y="55777"/>
                </a:lnTo>
                <a:lnTo>
                  <a:pt x="70694" y="55059"/>
                </a:lnTo>
                <a:close/>
                <a:moveTo>
                  <a:pt x="250870" y="205824"/>
                </a:moveTo>
                <a:lnTo>
                  <a:pt x="252341" y="206481"/>
                </a:lnTo>
                <a:lnTo>
                  <a:pt x="250134" y="206152"/>
                </a:lnTo>
                <a:close/>
                <a:moveTo>
                  <a:pt x="65686" y="83960"/>
                </a:moveTo>
                <a:lnTo>
                  <a:pt x="66080" y="84782"/>
                </a:lnTo>
                <a:lnTo>
                  <a:pt x="65489" y="84371"/>
                </a:lnTo>
                <a:close/>
                <a:moveTo>
                  <a:pt x="23363" y="177110"/>
                </a:moveTo>
                <a:lnTo>
                  <a:pt x="24625" y="177760"/>
                </a:lnTo>
                <a:lnTo>
                  <a:pt x="22732" y="177435"/>
                </a:lnTo>
                <a:close/>
                <a:moveTo>
                  <a:pt x="47302" y="112"/>
                </a:moveTo>
                <a:lnTo>
                  <a:pt x="49064" y="744"/>
                </a:lnTo>
                <a:lnTo>
                  <a:pt x="46421" y="428"/>
                </a:lnTo>
                <a:close/>
                <a:moveTo>
                  <a:pt x="189307" y="69769"/>
                </a:moveTo>
                <a:lnTo>
                  <a:pt x="191292" y="70197"/>
                </a:lnTo>
                <a:lnTo>
                  <a:pt x="188314" y="69983"/>
                </a:lnTo>
                <a:close/>
                <a:moveTo>
                  <a:pt x="23101" y="65073"/>
                </a:moveTo>
                <a:lnTo>
                  <a:pt x="23909" y="66642"/>
                </a:lnTo>
                <a:lnTo>
                  <a:pt x="22697" y="65858"/>
                </a:lnTo>
                <a:close/>
                <a:moveTo>
                  <a:pt x="166223" y="203594"/>
                </a:moveTo>
                <a:lnTo>
                  <a:pt x="167570" y="205350"/>
                </a:lnTo>
                <a:lnTo>
                  <a:pt x="165549" y="204472"/>
                </a:lnTo>
                <a:close/>
                <a:moveTo>
                  <a:pt x="144935" y="216096"/>
                </a:moveTo>
                <a:lnTo>
                  <a:pt x="146523" y="217545"/>
                </a:lnTo>
                <a:lnTo>
                  <a:pt x="144141" y="216821"/>
                </a:lnTo>
                <a:close/>
                <a:moveTo>
                  <a:pt x="49372" y="105574"/>
                </a:moveTo>
                <a:lnTo>
                  <a:pt x="51149" y="107277"/>
                </a:lnTo>
                <a:lnTo>
                  <a:pt x="48483" y="106425"/>
                </a:lnTo>
                <a:close/>
                <a:moveTo>
                  <a:pt x="62605" y="125401"/>
                </a:moveTo>
                <a:lnTo>
                  <a:pt x="63205" y="126323"/>
                </a:lnTo>
                <a:lnTo>
                  <a:pt x="62305" y="125862"/>
                </a:lnTo>
                <a:close/>
                <a:moveTo>
                  <a:pt x="36158" y="248865"/>
                </a:moveTo>
                <a:lnTo>
                  <a:pt x="37553" y="250031"/>
                </a:lnTo>
                <a:lnTo>
                  <a:pt x="35460" y="249448"/>
                </a:lnTo>
                <a:close/>
                <a:moveTo>
                  <a:pt x="7841" y="78176"/>
                </a:moveTo>
                <a:lnTo>
                  <a:pt x="8617" y="79564"/>
                </a:lnTo>
                <a:lnTo>
                  <a:pt x="7453" y="78870"/>
                </a:lnTo>
                <a:close/>
                <a:moveTo>
                  <a:pt x="41217" y="242131"/>
                </a:moveTo>
                <a:lnTo>
                  <a:pt x="42338" y="243931"/>
                </a:lnTo>
                <a:lnTo>
                  <a:pt x="40656" y="243031"/>
                </a:lnTo>
                <a:close/>
                <a:moveTo>
                  <a:pt x="149496" y="255419"/>
                </a:moveTo>
                <a:lnTo>
                  <a:pt x="149955" y="256917"/>
                </a:lnTo>
                <a:lnTo>
                  <a:pt x="149267" y="256168"/>
                </a:lnTo>
                <a:close/>
                <a:moveTo>
                  <a:pt x="88794" y="196555"/>
                </a:moveTo>
                <a:lnTo>
                  <a:pt x="90882" y="198283"/>
                </a:lnTo>
                <a:lnTo>
                  <a:pt x="87749" y="197419"/>
                </a:lnTo>
                <a:close/>
                <a:moveTo>
                  <a:pt x="177145" y="187109"/>
                </a:moveTo>
                <a:lnTo>
                  <a:pt x="179205" y="188525"/>
                </a:lnTo>
                <a:lnTo>
                  <a:pt x="176115" y="187817"/>
                </a:lnTo>
                <a:close/>
                <a:moveTo>
                  <a:pt x="228232" y="46654"/>
                </a:moveTo>
                <a:lnTo>
                  <a:pt x="230254" y="47714"/>
                </a:lnTo>
                <a:lnTo>
                  <a:pt x="227221" y="47184"/>
                </a:lnTo>
                <a:close/>
                <a:moveTo>
                  <a:pt x="12808" y="147832"/>
                </a:moveTo>
                <a:lnTo>
                  <a:pt x="14302" y="149101"/>
                </a:lnTo>
                <a:lnTo>
                  <a:pt x="12061" y="148466"/>
                </a:lnTo>
                <a:close/>
                <a:moveTo>
                  <a:pt x="22284" y="132785"/>
                </a:moveTo>
                <a:lnTo>
                  <a:pt x="23097" y="133251"/>
                </a:lnTo>
                <a:lnTo>
                  <a:pt x="21878" y="133018"/>
                </a:lnTo>
                <a:close/>
                <a:moveTo>
                  <a:pt x="117108" y="203167"/>
                </a:moveTo>
                <a:lnTo>
                  <a:pt x="118524" y="204920"/>
                </a:lnTo>
                <a:lnTo>
                  <a:pt x="116401" y="204044"/>
                </a:lnTo>
                <a:close/>
                <a:moveTo>
                  <a:pt x="121211" y="99157"/>
                </a:moveTo>
                <a:lnTo>
                  <a:pt x="121720" y="100834"/>
                </a:lnTo>
                <a:lnTo>
                  <a:pt x="120957" y="99995"/>
                </a:lnTo>
                <a:close/>
                <a:moveTo>
                  <a:pt x="124387" y="195144"/>
                </a:moveTo>
                <a:lnTo>
                  <a:pt x="124985" y="196411"/>
                </a:lnTo>
                <a:lnTo>
                  <a:pt x="124088" y="195777"/>
                </a:lnTo>
                <a:close/>
                <a:moveTo>
                  <a:pt x="207039" y="189428"/>
                </a:moveTo>
                <a:lnTo>
                  <a:pt x="208039" y="190899"/>
                </a:lnTo>
                <a:lnTo>
                  <a:pt x="206538" y="190163"/>
                </a:lnTo>
                <a:close/>
                <a:moveTo>
                  <a:pt x="201694" y="211481"/>
                </a:moveTo>
                <a:lnTo>
                  <a:pt x="202414" y="212999"/>
                </a:lnTo>
                <a:lnTo>
                  <a:pt x="201334" y="212240"/>
                </a:lnTo>
                <a:close/>
                <a:moveTo>
                  <a:pt x="251324" y="123076"/>
                </a:moveTo>
                <a:lnTo>
                  <a:pt x="253367" y="124410"/>
                </a:lnTo>
                <a:lnTo>
                  <a:pt x="250303" y="123743"/>
                </a:lnTo>
                <a:close/>
                <a:moveTo>
                  <a:pt x="271141" y="164027"/>
                </a:moveTo>
                <a:lnTo>
                  <a:pt x="271637" y="164501"/>
                </a:lnTo>
                <a:lnTo>
                  <a:pt x="270893" y="164264"/>
                </a:lnTo>
                <a:close/>
                <a:moveTo>
                  <a:pt x="212806" y="273249"/>
                </a:moveTo>
                <a:lnTo>
                  <a:pt x="214036" y="274042"/>
                </a:lnTo>
                <a:lnTo>
                  <a:pt x="212191" y="273646"/>
                </a:lnTo>
                <a:close/>
                <a:moveTo>
                  <a:pt x="44030" y="15926"/>
                </a:moveTo>
                <a:lnTo>
                  <a:pt x="45651" y="17701"/>
                </a:lnTo>
                <a:lnTo>
                  <a:pt x="43220" y="16814"/>
                </a:lnTo>
                <a:close/>
                <a:moveTo>
                  <a:pt x="64706" y="83352"/>
                </a:moveTo>
                <a:lnTo>
                  <a:pt x="66647" y="84332"/>
                </a:lnTo>
                <a:lnTo>
                  <a:pt x="63735" y="83842"/>
                </a:lnTo>
                <a:close/>
                <a:moveTo>
                  <a:pt x="40838" y="100810"/>
                </a:moveTo>
                <a:lnTo>
                  <a:pt x="42918" y="102293"/>
                </a:lnTo>
                <a:lnTo>
                  <a:pt x="39799" y="101552"/>
                </a:lnTo>
                <a:close/>
                <a:moveTo>
                  <a:pt x="55680" y="139779"/>
                </a:moveTo>
                <a:lnTo>
                  <a:pt x="56365" y="140750"/>
                </a:lnTo>
                <a:lnTo>
                  <a:pt x="55337" y="140265"/>
                </a:lnTo>
                <a:close/>
                <a:moveTo>
                  <a:pt x="172583" y="29897"/>
                </a:moveTo>
                <a:lnTo>
                  <a:pt x="174611" y="31441"/>
                </a:lnTo>
                <a:lnTo>
                  <a:pt x="171568" y="30669"/>
                </a:lnTo>
                <a:close/>
                <a:moveTo>
                  <a:pt x="97982" y="66581"/>
                </a:moveTo>
                <a:lnTo>
                  <a:pt x="99018" y="67719"/>
                </a:lnTo>
                <a:lnTo>
                  <a:pt x="97463" y="67150"/>
                </a:lnTo>
                <a:close/>
                <a:moveTo>
                  <a:pt x="105734" y="266702"/>
                </a:moveTo>
                <a:lnTo>
                  <a:pt x="106833" y="268114"/>
                </a:lnTo>
                <a:lnTo>
                  <a:pt x="105185" y="267408"/>
                </a:lnTo>
                <a:close/>
                <a:moveTo>
                  <a:pt x="53374" y="73879"/>
                </a:moveTo>
                <a:lnTo>
                  <a:pt x="54572" y="74627"/>
                </a:lnTo>
                <a:lnTo>
                  <a:pt x="52775" y="74253"/>
                </a:lnTo>
                <a:close/>
                <a:moveTo>
                  <a:pt x="163659" y="172556"/>
                </a:moveTo>
                <a:lnTo>
                  <a:pt x="165155" y="173076"/>
                </a:lnTo>
                <a:lnTo>
                  <a:pt x="162910" y="172816"/>
                </a:lnTo>
                <a:close/>
                <a:moveTo>
                  <a:pt x="234623" y="90093"/>
                </a:moveTo>
                <a:lnTo>
                  <a:pt x="236496" y="91116"/>
                </a:lnTo>
                <a:lnTo>
                  <a:pt x="233686" y="90605"/>
                </a:lnTo>
                <a:close/>
                <a:moveTo>
                  <a:pt x="136320" y="75226"/>
                </a:moveTo>
                <a:lnTo>
                  <a:pt x="137291" y="76400"/>
                </a:lnTo>
                <a:lnTo>
                  <a:pt x="135834" y="75813"/>
                </a:lnTo>
                <a:close/>
                <a:moveTo>
                  <a:pt x="226998" y="245652"/>
                </a:moveTo>
                <a:lnTo>
                  <a:pt x="228670" y="246716"/>
                </a:lnTo>
                <a:lnTo>
                  <a:pt x="226161" y="246184"/>
                </a:lnTo>
                <a:close/>
                <a:moveTo>
                  <a:pt x="106716" y="286805"/>
                </a:moveTo>
                <a:lnTo>
                  <a:pt x="108069" y="288040"/>
                </a:lnTo>
                <a:lnTo>
                  <a:pt x="106039" y="287422"/>
                </a:lnTo>
                <a:close/>
                <a:moveTo>
                  <a:pt x="39283" y="102634"/>
                </a:moveTo>
                <a:lnTo>
                  <a:pt x="39990" y="102943"/>
                </a:lnTo>
                <a:lnTo>
                  <a:pt x="38930" y="102788"/>
                </a:lnTo>
                <a:close/>
                <a:moveTo>
                  <a:pt x="42328" y="125859"/>
                </a:moveTo>
                <a:lnTo>
                  <a:pt x="43192" y="126748"/>
                </a:lnTo>
                <a:lnTo>
                  <a:pt x="41897" y="126303"/>
                </a:lnTo>
                <a:close/>
                <a:moveTo>
                  <a:pt x="96120" y="238640"/>
                </a:moveTo>
                <a:lnTo>
                  <a:pt x="98186" y="240409"/>
                </a:lnTo>
                <a:lnTo>
                  <a:pt x="95087" y="239524"/>
                </a:lnTo>
                <a:close/>
                <a:moveTo>
                  <a:pt x="66317" y="120285"/>
                </a:moveTo>
                <a:lnTo>
                  <a:pt x="67125" y="121395"/>
                </a:lnTo>
                <a:lnTo>
                  <a:pt x="65913" y="120840"/>
                </a:lnTo>
                <a:close/>
                <a:moveTo>
                  <a:pt x="256274" y="241636"/>
                </a:moveTo>
                <a:lnTo>
                  <a:pt x="257904" y="242968"/>
                </a:lnTo>
                <a:lnTo>
                  <a:pt x="255459" y="242302"/>
                </a:lnTo>
                <a:close/>
                <a:moveTo>
                  <a:pt x="131255" y="125860"/>
                </a:moveTo>
                <a:lnTo>
                  <a:pt x="131880" y="127470"/>
                </a:lnTo>
                <a:lnTo>
                  <a:pt x="130943" y="126665"/>
                </a:lnTo>
                <a:close/>
                <a:moveTo>
                  <a:pt x="277100" y="20932"/>
                </a:moveTo>
                <a:lnTo>
                  <a:pt x="278849" y="21618"/>
                </a:lnTo>
                <a:lnTo>
                  <a:pt x="276226" y="21275"/>
                </a:lnTo>
                <a:close/>
                <a:moveTo>
                  <a:pt x="247001" y="7335"/>
                </a:moveTo>
                <a:lnTo>
                  <a:pt x="248662" y="7776"/>
                </a:lnTo>
                <a:lnTo>
                  <a:pt x="246171" y="7556"/>
                </a:lnTo>
                <a:close/>
                <a:moveTo>
                  <a:pt x="25294" y="256181"/>
                </a:moveTo>
                <a:lnTo>
                  <a:pt x="27348" y="257161"/>
                </a:lnTo>
                <a:lnTo>
                  <a:pt x="24267" y="256671"/>
                </a:lnTo>
                <a:close/>
                <a:moveTo>
                  <a:pt x="138698" y="106877"/>
                </a:moveTo>
                <a:lnTo>
                  <a:pt x="139498" y="108157"/>
                </a:lnTo>
                <a:lnTo>
                  <a:pt x="138297" y="107517"/>
                </a:lnTo>
                <a:close/>
                <a:moveTo>
                  <a:pt x="146369" y="270289"/>
                </a:moveTo>
                <a:lnTo>
                  <a:pt x="146877" y="271616"/>
                </a:lnTo>
                <a:lnTo>
                  <a:pt x="146116" y="270953"/>
                </a:lnTo>
                <a:close/>
                <a:moveTo>
                  <a:pt x="231592" y="25101"/>
                </a:moveTo>
                <a:lnTo>
                  <a:pt x="233765" y="25450"/>
                </a:lnTo>
                <a:lnTo>
                  <a:pt x="230505" y="25276"/>
                </a:lnTo>
                <a:close/>
                <a:moveTo>
                  <a:pt x="86364" y="64219"/>
                </a:moveTo>
                <a:lnTo>
                  <a:pt x="87315" y="65219"/>
                </a:lnTo>
                <a:lnTo>
                  <a:pt x="85888" y="64719"/>
                </a:lnTo>
                <a:close/>
                <a:moveTo>
                  <a:pt x="263648" y="232749"/>
                </a:moveTo>
                <a:lnTo>
                  <a:pt x="265288" y="233503"/>
                </a:lnTo>
                <a:lnTo>
                  <a:pt x="262828" y="233126"/>
                </a:lnTo>
                <a:close/>
                <a:moveTo>
                  <a:pt x="2297" y="12674"/>
                </a:moveTo>
                <a:lnTo>
                  <a:pt x="3940" y="14183"/>
                </a:lnTo>
                <a:lnTo>
                  <a:pt x="1475" y="13429"/>
                </a:lnTo>
                <a:close/>
                <a:moveTo>
                  <a:pt x="59880" y="10359"/>
                </a:moveTo>
                <a:lnTo>
                  <a:pt x="61101" y="11641"/>
                </a:lnTo>
                <a:lnTo>
                  <a:pt x="59270" y="11000"/>
                </a:lnTo>
                <a:close/>
                <a:moveTo>
                  <a:pt x="124632" y="77294"/>
                </a:moveTo>
                <a:lnTo>
                  <a:pt x="125353" y="78942"/>
                </a:lnTo>
                <a:lnTo>
                  <a:pt x="124271" y="78118"/>
                </a:lnTo>
                <a:close/>
                <a:moveTo>
                  <a:pt x="67654" y="57486"/>
                </a:moveTo>
                <a:lnTo>
                  <a:pt x="69712" y="59012"/>
                </a:lnTo>
                <a:lnTo>
                  <a:pt x="66625" y="58249"/>
                </a:lnTo>
                <a:close/>
                <a:moveTo>
                  <a:pt x="172141" y="65587"/>
                </a:moveTo>
                <a:lnTo>
                  <a:pt x="173608" y="67210"/>
                </a:lnTo>
                <a:lnTo>
                  <a:pt x="171408" y="66399"/>
                </a:lnTo>
                <a:close/>
                <a:moveTo>
                  <a:pt x="255128" y="47837"/>
                </a:moveTo>
                <a:lnTo>
                  <a:pt x="255891" y="49601"/>
                </a:lnTo>
                <a:lnTo>
                  <a:pt x="254746" y="48719"/>
                </a:lnTo>
                <a:close/>
                <a:moveTo>
                  <a:pt x="69070" y="144491"/>
                </a:moveTo>
                <a:lnTo>
                  <a:pt x="70933" y="145368"/>
                </a:lnTo>
                <a:lnTo>
                  <a:pt x="68139" y="144930"/>
                </a:lnTo>
                <a:close/>
                <a:moveTo>
                  <a:pt x="67323" y="101169"/>
                </a:moveTo>
                <a:lnTo>
                  <a:pt x="68571" y="102020"/>
                </a:lnTo>
                <a:lnTo>
                  <a:pt x="66699" y="101595"/>
                </a:lnTo>
                <a:close/>
                <a:moveTo>
                  <a:pt x="151806" y="91043"/>
                </a:moveTo>
                <a:lnTo>
                  <a:pt x="153868" y="92414"/>
                </a:lnTo>
                <a:lnTo>
                  <a:pt x="150776" y="91728"/>
                </a:lnTo>
                <a:close/>
                <a:moveTo>
                  <a:pt x="106563" y="248423"/>
                </a:moveTo>
                <a:lnTo>
                  <a:pt x="107322" y="249258"/>
                </a:lnTo>
                <a:lnTo>
                  <a:pt x="106184" y="248841"/>
                </a:lnTo>
                <a:close/>
                <a:moveTo>
                  <a:pt x="266718" y="141816"/>
                </a:moveTo>
                <a:lnTo>
                  <a:pt x="268679" y="142721"/>
                </a:lnTo>
                <a:lnTo>
                  <a:pt x="265738" y="142269"/>
                </a:lnTo>
                <a:close/>
                <a:moveTo>
                  <a:pt x="143652" y="201611"/>
                </a:moveTo>
                <a:lnTo>
                  <a:pt x="144303" y="203390"/>
                </a:lnTo>
                <a:lnTo>
                  <a:pt x="143326" y="202501"/>
                </a:lnTo>
                <a:close/>
                <a:moveTo>
                  <a:pt x="25456" y="218880"/>
                </a:moveTo>
                <a:lnTo>
                  <a:pt x="27110" y="219861"/>
                </a:lnTo>
                <a:lnTo>
                  <a:pt x="24628" y="219370"/>
                </a:lnTo>
                <a:close/>
                <a:moveTo>
                  <a:pt x="196238" y="198274"/>
                </a:moveTo>
                <a:lnTo>
                  <a:pt x="197526" y="198691"/>
                </a:lnTo>
                <a:lnTo>
                  <a:pt x="195594" y="198483"/>
                </a:lnTo>
                <a:close/>
                <a:moveTo>
                  <a:pt x="170911" y="87602"/>
                </a:moveTo>
                <a:lnTo>
                  <a:pt x="172696" y="88922"/>
                </a:lnTo>
                <a:lnTo>
                  <a:pt x="170019" y="88262"/>
                </a:lnTo>
                <a:close/>
                <a:moveTo>
                  <a:pt x="88061" y="43857"/>
                </a:moveTo>
                <a:lnTo>
                  <a:pt x="88595" y="45310"/>
                </a:lnTo>
                <a:lnTo>
                  <a:pt x="87794" y="44584"/>
                </a:lnTo>
                <a:close/>
                <a:moveTo>
                  <a:pt x="197348" y="29534"/>
                </a:moveTo>
                <a:lnTo>
                  <a:pt x="198155" y="31032"/>
                </a:lnTo>
                <a:lnTo>
                  <a:pt x="196944" y="30283"/>
                </a:lnTo>
                <a:close/>
                <a:moveTo>
                  <a:pt x="256333" y="104402"/>
                </a:moveTo>
                <a:lnTo>
                  <a:pt x="258399" y="105783"/>
                </a:lnTo>
                <a:lnTo>
                  <a:pt x="255300" y="105092"/>
                </a:lnTo>
                <a:close/>
                <a:moveTo>
                  <a:pt x="242205" y="189792"/>
                </a:moveTo>
                <a:lnTo>
                  <a:pt x="244316" y="190797"/>
                </a:lnTo>
                <a:lnTo>
                  <a:pt x="241150" y="190295"/>
                </a:lnTo>
                <a:close/>
                <a:moveTo>
                  <a:pt x="59651" y="172405"/>
                </a:moveTo>
                <a:lnTo>
                  <a:pt x="61425" y="172907"/>
                </a:lnTo>
                <a:lnTo>
                  <a:pt x="58763" y="172656"/>
                </a:lnTo>
                <a:close/>
                <a:moveTo>
                  <a:pt x="284998" y="42641"/>
                </a:moveTo>
                <a:lnTo>
                  <a:pt x="286076" y="44131"/>
                </a:lnTo>
                <a:lnTo>
                  <a:pt x="284459" y="43386"/>
                </a:lnTo>
                <a:close/>
                <a:moveTo>
                  <a:pt x="87218" y="212830"/>
                </a:moveTo>
                <a:lnTo>
                  <a:pt x="88112" y="213990"/>
                </a:lnTo>
                <a:lnTo>
                  <a:pt x="86771" y="213410"/>
                </a:lnTo>
                <a:close/>
                <a:moveTo>
                  <a:pt x="241046" y="131356"/>
                </a:moveTo>
                <a:lnTo>
                  <a:pt x="242650" y="132205"/>
                </a:lnTo>
                <a:lnTo>
                  <a:pt x="240244" y="131780"/>
                </a:lnTo>
                <a:close/>
                <a:moveTo>
                  <a:pt x="38607" y="196655"/>
                </a:moveTo>
                <a:lnTo>
                  <a:pt x="39157" y="197264"/>
                </a:lnTo>
                <a:lnTo>
                  <a:pt x="38332" y="196960"/>
                </a:lnTo>
                <a:close/>
                <a:moveTo>
                  <a:pt x="79441" y="170430"/>
                </a:moveTo>
                <a:lnTo>
                  <a:pt x="81488" y="170759"/>
                </a:lnTo>
                <a:lnTo>
                  <a:pt x="78417" y="170595"/>
                </a:lnTo>
                <a:close/>
                <a:moveTo>
                  <a:pt x="90414" y="13585"/>
                </a:moveTo>
                <a:lnTo>
                  <a:pt x="91303" y="15114"/>
                </a:lnTo>
                <a:lnTo>
                  <a:pt x="89969" y="14350"/>
                </a:lnTo>
                <a:close/>
                <a:moveTo>
                  <a:pt x="188350" y="225952"/>
                </a:moveTo>
                <a:lnTo>
                  <a:pt x="189138" y="226904"/>
                </a:lnTo>
                <a:lnTo>
                  <a:pt x="187956" y="226428"/>
                </a:lnTo>
                <a:close/>
                <a:moveTo>
                  <a:pt x="40571" y="58500"/>
                </a:moveTo>
                <a:lnTo>
                  <a:pt x="41854" y="59072"/>
                </a:lnTo>
                <a:lnTo>
                  <a:pt x="39930" y="58786"/>
                </a:lnTo>
                <a:close/>
                <a:moveTo>
                  <a:pt x="201474" y="71948"/>
                </a:moveTo>
                <a:lnTo>
                  <a:pt x="202221" y="72501"/>
                </a:lnTo>
                <a:lnTo>
                  <a:pt x="201100" y="72225"/>
                </a:lnTo>
                <a:close/>
                <a:moveTo>
                  <a:pt x="167180" y="87290"/>
                </a:moveTo>
                <a:lnTo>
                  <a:pt x="168912" y="88494"/>
                </a:lnTo>
                <a:lnTo>
                  <a:pt x="166314" y="87892"/>
                </a:lnTo>
                <a:close/>
                <a:moveTo>
                  <a:pt x="277435" y="127319"/>
                </a:moveTo>
                <a:lnTo>
                  <a:pt x="278372" y="128261"/>
                </a:lnTo>
                <a:lnTo>
                  <a:pt x="276966" y="127790"/>
                </a:lnTo>
                <a:close/>
                <a:moveTo>
                  <a:pt x="20774" y="184294"/>
                </a:moveTo>
                <a:lnTo>
                  <a:pt x="21883" y="184860"/>
                </a:lnTo>
                <a:lnTo>
                  <a:pt x="20220" y="184577"/>
                </a:lnTo>
                <a:close/>
                <a:moveTo>
                  <a:pt x="104041" y="42230"/>
                </a:moveTo>
                <a:lnTo>
                  <a:pt x="104496" y="42819"/>
                </a:lnTo>
                <a:lnTo>
                  <a:pt x="103814" y="42525"/>
                </a:lnTo>
                <a:close/>
                <a:moveTo>
                  <a:pt x="181873" y="74665"/>
                </a:moveTo>
                <a:lnTo>
                  <a:pt x="183770" y="75148"/>
                </a:lnTo>
                <a:lnTo>
                  <a:pt x="180924" y="74907"/>
                </a:lnTo>
                <a:close/>
                <a:moveTo>
                  <a:pt x="144174" y="138704"/>
                </a:moveTo>
                <a:lnTo>
                  <a:pt x="145190" y="139797"/>
                </a:lnTo>
                <a:lnTo>
                  <a:pt x="143665" y="139250"/>
                </a:lnTo>
                <a:close/>
                <a:moveTo>
                  <a:pt x="6490" y="72502"/>
                </a:moveTo>
                <a:lnTo>
                  <a:pt x="8029" y="72997"/>
                </a:lnTo>
                <a:lnTo>
                  <a:pt x="5720" y="72749"/>
                </a:lnTo>
                <a:close/>
                <a:moveTo>
                  <a:pt x="53424" y="255356"/>
                </a:moveTo>
                <a:lnTo>
                  <a:pt x="54740" y="255801"/>
                </a:lnTo>
                <a:lnTo>
                  <a:pt x="52765" y="255578"/>
                </a:lnTo>
                <a:close/>
                <a:moveTo>
                  <a:pt x="176823" y="275588"/>
                </a:moveTo>
                <a:lnTo>
                  <a:pt x="177755" y="276717"/>
                </a:lnTo>
                <a:lnTo>
                  <a:pt x="176357" y="276152"/>
                </a:lnTo>
                <a:close/>
                <a:moveTo>
                  <a:pt x="250584" y="92976"/>
                </a:moveTo>
                <a:lnTo>
                  <a:pt x="250975" y="93296"/>
                </a:lnTo>
                <a:lnTo>
                  <a:pt x="250389" y="93136"/>
                </a:lnTo>
                <a:close/>
                <a:moveTo>
                  <a:pt x="39457" y="49999"/>
                </a:moveTo>
                <a:lnTo>
                  <a:pt x="40203" y="51046"/>
                </a:lnTo>
                <a:lnTo>
                  <a:pt x="39085" y="50522"/>
                </a:lnTo>
                <a:close/>
                <a:moveTo>
                  <a:pt x="52901" y="67798"/>
                </a:moveTo>
                <a:lnTo>
                  <a:pt x="53466" y="68448"/>
                </a:lnTo>
                <a:lnTo>
                  <a:pt x="52618" y="68123"/>
                </a:lnTo>
                <a:close/>
                <a:moveTo>
                  <a:pt x="102915" y="73241"/>
                </a:moveTo>
                <a:lnTo>
                  <a:pt x="104509" y="74723"/>
                </a:lnTo>
                <a:lnTo>
                  <a:pt x="102118" y="73982"/>
                </a:lnTo>
                <a:close/>
                <a:moveTo>
                  <a:pt x="108293" y="193824"/>
                </a:moveTo>
                <a:lnTo>
                  <a:pt x="108834" y="195004"/>
                </a:lnTo>
                <a:lnTo>
                  <a:pt x="108022" y="194414"/>
                </a:lnTo>
                <a:close/>
                <a:moveTo>
                  <a:pt x="100826" y="254402"/>
                </a:moveTo>
                <a:lnTo>
                  <a:pt x="101991" y="255701"/>
                </a:lnTo>
                <a:lnTo>
                  <a:pt x="100244" y="255052"/>
                </a:lnTo>
                <a:close/>
                <a:moveTo>
                  <a:pt x="66189" y="97532"/>
                </a:moveTo>
                <a:lnTo>
                  <a:pt x="67463" y="98484"/>
                </a:lnTo>
                <a:lnTo>
                  <a:pt x="65553" y="98008"/>
                </a:lnTo>
                <a:close/>
                <a:moveTo>
                  <a:pt x="107606" y="17399"/>
                </a:moveTo>
                <a:lnTo>
                  <a:pt x="108881" y="18600"/>
                </a:lnTo>
                <a:lnTo>
                  <a:pt x="106968" y="18000"/>
                </a:lnTo>
                <a:close/>
                <a:moveTo>
                  <a:pt x="74605" y="273759"/>
                </a:moveTo>
                <a:lnTo>
                  <a:pt x="75566" y="275430"/>
                </a:lnTo>
                <a:lnTo>
                  <a:pt x="74125" y="274595"/>
                </a:lnTo>
                <a:close/>
                <a:moveTo>
                  <a:pt x="59074" y="60711"/>
                </a:moveTo>
                <a:lnTo>
                  <a:pt x="60493" y="62129"/>
                </a:lnTo>
                <a:lnTo>
                  <a:pt x="58364" y="61420"/>
                </a:lnTo>
                <a:close/>
                <a:moveTo>
                  <a:pt x="198072" y="42179"/>
                </a:moveTo>
                <a:lnTo>
                  <a:pt x="199661" y="42809"/>
                </a:lnTo>
                <a:lnTo>
                  <a:pt x="197277" y="42494"/>
                </a:lnTo>
                <a:close/>
                <a:moveTo>
                  <a:pt x="22067" y="86473"/>
                </a:moveTo>
                <a:lnTo>
                  <a:pt x="22824" y="88020"/>
                </a:lnTo>
                <a:lnTo>
                  <a:pt x="21689" y="87246"/>
                </a:lnTo>
                <a:close/>
                <a:moveTo>
                  <a:pt x="157746" y="180729"/>
                </a:moveTo>
                <a:lnTo>
                  <a:pt x="159649" y="181783"/>
                </a:lnTo>
                <a:lnTo>
                  <a:pt x="156794" y="181256"/>
                </a:lnTo>
                <a:close/>
                <a:moveTo>
                  <a:pt x="254452" y="101774"/>
                </a:moveTo>
                <a:lnTo>
                  <a:pt x="254822" y="103558"/>
                </a:lnTo>
                <a:lnTo>
                  <a:pt x="254267" y="102666"/>
                </a:lnTo>
                <a:close/>
                <a:moveTo>
                  <a:pt x="109375" y="221414"/>
                </a:moveTo>
                <a:lnTo>
                  <a:pt x="110623" y="223087"/>
                </a:lnTo>
                <a:lnTo>
                  <a:pt x="108751" y="222251"/>
                </a:lnTo>
                <a:close/>
                <a:moveTo>
                  <a:pt x="142793" y="7715"/>
                </a:moveTo>
                <a:lnTo>
                  <a:pt x="143915" y="8277"/>
                </a:lnTo>
                <a:lnTo>
                  <a:pt x="142232" y="7996"/>
                </a:lnTo>
                <a:close/>
                <a:moveTo>
                  <a:pt x="143930" y="74663"/>
                </a:moveTo>
                <a:lnTo>
                  <a:pt x="145086" y="75451"/>
                </a:lnTo>
                <a:lnTo>
                  <a:pt x="143352" y="75057"/>
                </a:lnTo>
                <a:close/>
                <a:moveTo>
                  <a:pt x="82791" y="123616"/>
                </a:moveTo>
                <a:lnTo>
                  <a:pt x="84911" y="124750"/>
                </a:lnTo>
                <a:lnTo>
                  <a:pt x="81731" y="124183"/>
                </a:lnTo>
                <a:close/>
                <a:moveTo>
                  <a:pt x="12881" y="5071"/>
                </a:moveTo>
                <a:lnTo>
                  <a:pt x="14269" y="6236"/>
                </a:lnTo>
                <a:lnTo>
                  <a:pt x="12187" y="5653"/>
                </a:lnTo>
                <a:close/>
                <a:moveTo>
                  <a:pt x="247657" y="126557"/>
                </a:moveTo>
                <a:lnTo>
                  <a:pt x="249119" y="127065"/>
                </a:lnTo>
                <a:lnTo>
                  <a:pt x="246926" y="126811"/>
                </a:lnTo>
                <a:close/>
                <a:moveTo>
                  <a:pt x="266964" y="216129"/>
                </a:moveTo>
                <a:lnTo>
                  <a:pt x="267981" y="217742"/>
                </a:lnTo>
                <a:lnTo>
                  <a:pt x="266456" y="216936"/>
                </a:lnTo>
                <a:close/>
                <a:moveTo>
                  <a:pt x="266756" y="84852"/>
                </a:moveTo>
                <a:lnTo>
                  <a:pt x="267632" y="86504"/>
                </a:lnTo>
                <a:lnTo>
                  <a:pt x="266318" y="85678"/>
                </a:lnTo>
                <a:close/>
                <a:moveTo>
                  <a:pt x="62069" y="113001"/>
                </a:moveTo>
                <a:lnTo>
                  <a:pt x="63091" y="113669"/>
                </a:lnTo>
                <a:lnTo>
                  <a:pt x="61558" y="113335"/>
                </a:lnTo>
                <a:close/>
                <a:moveTo>
                  <a:pt x="118867" y="160368"/>
                </a:moveTo>
                <a:lnTo>
                  <a:pt x="119755" y="161154"/>
                </a:lnTo>
                <a:lnTo>
                  <a:pt x="118423" y="160761"/>
                </a:lnTo>
                <a:close/>
                <a:moveTo>
                  <a:pt x="84596" y="256981"/>
                </a:moveTo>
                <a:lnTo>
                  <a:pt x="86646" y="258593"/>
                </a:lnTo>
                <a:lnTo>
                  <a:pt x="83571" y="257787"/>
                </a:lnTo>
                <a:close/>
                <a:moveTo>
                  <a:pt x="187505" y="117340"/>
                </a:moveTo>
                <a:lnTo>
                  <a:pt x="189563" y="118277"/>
                </a:lnTo>
                <a:lnTo>
                  <a:pt x="186476" y="117808"/>
                </a:lnTo>
                <a:close/>
                <a:moveTo>
                  <a:pt x="17643" y="217991"/>
                </a:moveTo>
                <a:lnTo>
                  <a:pt x="18676" y="218331"/>
                </a:lnTo>
                <a:lnTo>
                  <a:pt x="17127" y="218161"/>
                </a:lnTo>
                <a:close/>
                <a:moveTo>
                  <a:pt x="238670" y="281103"/>
                </a:moveTo>
                <a:lnTo>
                  <a:pt x="239164" y="282724"/>
                </a:lnTo>
                <a:lnTo>
                  <a:pt x="238423" y="281914"/>
                </a:lnTo>
                <a:close/>
                <a:moveTo>
                  <a:pt x="155629" y="146907"/>
                </a:moveTo>
                <a:lnTo>
                  <a:pt x="156386" y="148210"/>
                </a:lnTo>
                <a:lnTo>
                  <a:pt x="155251" y="147559"/>
                </a:lnTo>
                <a:close/>
                <a:moveTo>
                  <a:pt x="106115" y="154313"/>
                </a:moveTo>
                <a:lnTo>
                  <a:pt x="107892" y="154778"/>
                </a:lnTo>
                <a:lnTo>
                  <a:pt x="105227" y="154545"/>
                </a:lnTo>
                <a:close/>
                <a:moveTo>
                  <a:pt x="277846" y="69635"/>
                </a:moveTo>
                <a:lnTo>
                  <a:pt x="278499" y="70961"/>
                </a:lnTo>
                <a:lnTo>
                  <a:pt x="277519" y="70298"/>
                </a:lnTo>
                <a:close/>
                <a:moveTo>
                  <a:pt x="50520" y="211455"/>
                </a:moveTo>
                <a:lnTo>
                  <a:pt x="51681" y="213061"/>
                </a:lnTo>
                <a:lnTo>
                  <a:pt x="49940" y="212258"/>
                </a:lnTo>
                <a:close/>
                <a:moveTo>
                  <a:pt x="186566" y="244391"/>
                </a:moveTo>
                <a:lnTo>
                  <a:pt x="187930" y="244810"/>
                </a:lnTo>
                <a:lnTo>
                  <a:pt x="185884" y="244600"/>
                </a:lnTo>
                <a:close/>
                <a:moveTo>
                  <a:pt x="127845" y="73771"/>
                </a:moveTo>
                <a:lnTo>
                  <a:pt x="128691" y="74650"/>
                </a:lnTo>
                <a:lnTo>
                  <a:pt x="127421" y="74211"/>
                </a:lnTo>
                <a:close/>
                <a:moveTo>
                  <a:pt x="75208" y="260107"/>
                </a:moveTo>
                <a:lnTo>
                  <a:pt x="77141" y="261781"/>
                </a:lnTo>
                <a:lnTo>
                  <a:pt x="74242" y="260944"/>
                </a:lnTo>
                <a:close/>
                <a:moveTo>
                  <a:pt x="129828" y="260832"/>
                </a:moveTo>
                <a:lnTo>
                  <a:pt x="130350" y="261623"/>
                </a:lnTo>
                <a:lnTo>
                  <a:pt x="129566" y="261228"/>
                </a:lnTo>
                <a:close/>
                <a:moveTo>
                  <a:pt x="238050" y="257451"/>
                </a:moveTo>
                <a:lnTo>
                  <a:pt x="238639" y="258658"/>
                </a:lnTo>
                <a:lnTo>
                  <a:pt x="237755" y="258055"/>
                </a:lnTo>
                <a:close/>
                <a:moveTo>
                  <a:pt x="231247" y="121518"/>
                </a:moveTo>
                <a:lnTo>
                  <a:pt x="232553" y="123232"/>
                </a:lnTo>
                <a:lnTo>
                  <a:pt x="230594" y="122375"/>
                </a:lnTo>
                <a:close/>
                <a:moveTo>
                  <a:pt x="208002" y="179015"/>
                </a:moveTo>
                <a:lnTo>
                  <a:pt x="210078" y="179369"/>
                </a:lnTo>
                <a:lnTo>
                  <a:pt x="206965" y="179192"/>
                </a:lnTo>
                <a:close/>
                <a:moveTo>
                  <a:pt x="62219" y="18888"/>
                </a:moveTo>
                <a:lnTo>
                  <a:pt x="62689" y="20230"/>
                </a:lnTo>
                <a:lnTo>
                  <a:pt x="61985" y="19559"/>
                </a:lnTo>
                <a:close/>
                <a:moveTo>
                  <a:pt x="21629" y="141288"/>
                </a:moveTo>
                <a:lnTo>
                  <a:pt x="22437" y="141685"/>
                </a:lnTo>
                <a:lnTo>
                  <a:pt x="21224" y="141486"/>
                </a:lnTo>
                <a:close/>
                <a:moveTo>
                  <a:pt x="107223" y="5713"/>
                </a:moveTo>
                <a:lnTo>
                  <a:pt x="109341" y="7272"/>
                </a:lnTo>
                <a:lnTo>
                  <a:pt x="106164" y="6493"/>
                </a:lnTo>
                <a:close/>
                <a:moveTo>
                  <a:pt x="198124" y="194339"/>
                </a:moveTo>
                <a:lnTo>
                  <a:pt x="198516" y="195700"/>
                </a:lnTo>
                <a:lnTo>
                  <a:pt x="197927" y="195020"/>
                </a:lnTo>
                <a:close/>
                <a:moveTo>
                  <a:pt x="278930" y="183863"/>
                </a:moveTo>
                <a:lnTo>
                  <a:pt x="280942" y="185330"/>
                </a:lnTo>
                <a:lnTo>
                  <a:pt x="277924" y="184597"/>
                </a:lnTo>
                <a:close/>
                <a:moveTo>
                  <a:pt x="84610" y="75924"/>
                </a:moveTo>
                <a:lnTo>
                  <a:pt x="85055" y="77188"/>
                </a:lnTo>
                <a:lnTo>
                  <a:pt x="84387" y="76556"/>
                </a:lnTo>
                <a:close/>
                <a:moveTo>
                  <a:pt x="18240" y="189194"/>
                </a:moveTo>
                <a:lnTo>
                  <a:pt x="19823" y="190275"/>
                </a:lnTo>
                <a:lnTo>
                  <a:pt x="17448" y="189735"/>
                </a:lnTo>
                <a:close/>
                <a:moveTo>
                  <a:pt x="276495" y="247036"/>
                </a:moveTo>
                <a:lnTo>
                  <a:pt x="277613" y="248723"/>
                </a:lnTo>
                <a:lnTo>
                  <a:pt x="275936" y="247880"/>
                </a:lnTo>
                <a:close/>
                <a:moveTo>
                  <a:pt x="223902" y="138139"/>
                </a:moveTo>
                <a:lnTo>
                  <a:pt x="225500" y="138641"/>
                </a:lnTo>
                <a:lnTo>
                  <a:pt x="223104" y="138390"/>
                </a:lnTo>
                <a:close/>
                <a:moveTo>
                  <a:pt x="124995" y="27949"/>
                </a:moveTo>
                <a:lnTo>
                  <a:pt x="125998" y="29044"/>
                </a:lnTo>
                <a:lnTo>
                  <a:pt x="124493" y="28496"/>
                </a:lnTo>
                <a:close/>
                <a:moveTo>
                  <a:pt x="187105" y="26006"/>
                </a:moveTo>
                <a:lnTo>
                  <a:pt x="188210" y="27393"/>
                </a:lnTo>
                <a:lnTo>
                  <a:pt x="186552" y="26700"/>
                </a:lnTo>
                <a:close/>
                <a:moveTo>
                  <a:pt x="263849" y="119751"/>
                </a:moveTo>
                <a:lnTo>
                  <a:pt x="265055" y="120167"/>
                </a:lnTo>
                <a:lnTo>
                  <a:pt x="263247" y="119959"/>
                </a:lnTo>
                <a:close/>
                <a:moveTo>
                  <a:pt x="267599" y="267502"/>
                </a:moveTo>
                <a:lnTo>
                  <a:pt x="268957" y="267938"/>
                </a:lnTo>
                <a:lnTo>
                  <a:pt x="266920" y="267720"/>
                </a:lnTo>
                <a:close/>
                <a:moveTo>
                  <a:pt x="231389" y="208998"/>
                </a:moveTo>
                <a:lnTo>
                  <a:pt x="232380" y="210184"/>
                </a:lnTo>
                <a:lnTo>
                  <a:pt x="230894" y="209591"/>
                </a:lnTo>
                <a:close/>
                <a:moveTo>
                  <a:pt x="44608" y="250417"/>
                </a:moveTo>
                <a:lnTo>
                  <a:pt x="44993" y="250969"/>
                </a:lnTo>
                <a:lnTo>
                  <a:pt x="44415" y="250693"/>
                </a:lnTo>
                <a:close/>
                <a:moveTo>
                  <a:pt x="17325" y="185939"/>
                </a:moveTo>
                <a:lnTo>
                  <a:pt x="18977" y="187575"/>
                </a:lnTo>
                <a:lnTo>
                  <a:pt x="16498" y="186757"/>
                </a:lnTo>
                <a:close/>
                <a:moveTo>
                  <a:pt x="250976" y="68635"/>
                </a:moveTo>
                <a:lnTo>
                  <a:pt x="252015" y="69723"/>
                </a:lnTo>
                <a:lnTo>
                  <a:pt x="250456" y="69179"/>
                </a:lnTo>
                <a:close/>
                <a:moveTo>
                  <a:pt x="190503" y="30086"/>
                </a:moveTo>
                <a:lnTo>
                  <a:pt x="192613" y="31242"/>
                </a:lnTo>
                <a:lnTo>
                  <a:pt x="189448" y="30664"/>
                </a:lnTo>
                <a:close/>
                <a:moveTo>
                  <a:pt x="145419" y="173362"/>
                </a:moveTo>
                <a:lnTo>
                  <a:pt x="146273" y="174089"/>
                </a:lnTo>
                <a:lnTo>
                  <a:pt x="144992" y="173725"/>
                </a:lnTo>
                <a:close/>
                <a:moveTo>
                  <a:pt x="69310" y="286642"/>
                </a:moveTo>
                <a:lnTo>
                  <a:pt x="70209" y="287685"/>
                </a:lnTo>
                <a:lnTo>
                  <a:pt x="68861" y="287163"/>
                </a:lnTo>
                <a:close/>
                <a:moveTo>
                  <a:pt x="191799" y="42210"/>
                </a:moveTo>
                <a:lnTo>
                  <a:pt x="193607" y="43725"/>
                </a:lnTo>
                <a:lnTo>
                  <a:pt x="190895" y="42968"/>
                </a:lnTo>
                <a:close/>
                <a:moveTo>
                  <a:pt x="244712" y="121351"/>
                </a:moveTo>
                <a:lnTo>
                  <a:pt x="245072" y="122438"/>
                </a:lnTo>
                <a:lnTo>
                  <a:pt x="244532" y="121895"/>
                </a:lnTo>
                <a:close/>
                <a:moveTo>
                  <a:pt x="174310" y="31847"/>
                </a:moveTo>
                <a:lnTo>
                  <a:pt x="175797" y="33485"/>
                </a:lnTo>
                <a:lnTo>
                  <a:pt x="173567" y="32666"/>
                </a:lnTo>
                <a:close/>
                <a:moveTo>
                  <a:pt x="166069" y="214364"/>
                </a:moveTo>
                <a:lnTo>
                  <a:pt x="166683" y="215206"/>
                </a:lnTo>
                <a:lnTo>
                  <a:pt x="165762" y="214785"/>
                </a:lnTo>
                <a:close/>
                <a:moveTo>
                  <a:pt x="86278" y="51749"/>
                </a:moveTo>
                <a:lnTo>
                  <a:pt x="86805" y="52706"/>
                </a:lnTo>
                <a:lnTo>
                  <a:pt x="86014" y="52227"/>
                </a:lnTo>
                <a:close/>
                <a:moveTo>
                  <a:pt x="221732" y="216962"/>
                </a:moveTo>
                <a:lnTo>
                  <a:pt x="222461" y="218211"/>
                </a:lnTo>
                <a:lnTo>
                  <a:pt x="221368" y="217587"/>
                </a:lnTo>
                <a:close/>
                <a:moveTo>
                  <a:pt x="260936" y="22789"/>
                </a:moveTo>
                <a:lnTo>
                  <a:pt x="261355" y="24537"/>
                </a:lnTo>
                <a:lnTo>
                  <a:pt x="260727" y="23663"/>
                </a:lnTo>
                <a:close/>
                <a:moveTo>
                  <a:pt x="16247" y="197225"/>
                </a:moveTo>
                <a:lnTo>
                  <a:pt x="17283" y="198354"/>
                </a:lnTo>
                <a:lnTo>
                  <a:pt x="15729" y="197790"/>
                </a:lnTo>
                <a:close/>
                <a:moveTo>
                  <a:pt x="68588" y="8761"/>
                </a:moveTo>
                <a:lnTo>
                  <a:pt x="69473" y="9774"/>
                </a:lnTo>
                <a:lnTo>
                  <a:pt x="68145" y="9267"/>
                </a:lnTo>
                <a:close/>
                <a:moveTo>
                  <a:pt x="195220" y="248778"/>
                </a:moveTo>
                <a:lnTo>
                  <a:pt x="196105" y="250156"/>
                </a:lnTo>
                <a:lnTo>
                  <a:pt x="194778" y="249467"/>
                </a:lnTo>
                <a:close/>
                <a:moveTo>
                  <a:pt x="201575" y="105929"/>
                </a:moveTo>
                <a:lnTo>
                  <a:pt x="202449" y="106578"/>
                </a:lnTo>
                <a:lnTo>
                  <a:pt x="201137" y="106254"/>
                </a:lnTo>
                <a:close/>
                <a:moveTo>
                  <a:pt x="156753" y="218652"/>
                </a:moveTo>
                <a:lnTo>
                  <a:pt x="157253" y="219213"/>
                </a:lnTo>
                <a:lnTo>
                  <a:pt x="156503" y="218932"/>
                </a:lnTo>
                <a:close/>
                <a:moveTo>
                  <a:pt x="45835" y="21624"/>
                </a:moveTo>
                <a:lnTo>
                  <a:pt x="47589" y="22085"/>
                </a:lnTo>
                <a:lnTo>
                  <a:pt x="44958" y="21855"/>
                </a:lnTo>
                <a:close/>
                <a:moveTo>
                  <a:pt x="128192" y="276293"/>
                </a:moveTo>
                <a:lnTo>
                  <a:pt x="130349" y="278011"/>
                </a:lnTo>
                <a:lnTo>
                  <a:pt x="127114" y="277152"/>
                </a:lnTo>
                <a:close/>
                <a:moveTo>
                  <a:pt x="4123" y="162391"/>
                </a:moveTo>
                <a:lnTo>
                  <a:pt x="5493" y="162977"/>
                </a:lnTo>
                <a:lnTo>
                  <a:pt x="3437" y="162684"/>
                </a:lnTo>
                <a:close/>
                <a:moveTo>
                  <a:pt x="203821" y="252601"/>
                </a:moveTo>
                <a:lnTo>
                  <a:pt x="205921" y="253517"/>
                </a:lnTo>
                <a:lnTo>
                  <a:pt x="202772" y="253059"/>
                </a:lnTo>
                <a:close/>
                <a:moveTo>
                  <a:pt x="183167" y="164580"/>
                </a:moveTo>
                <a:lnTo>
                  <a:pt x="184250" y="164940"/>
                </a:lnTo>
                <a:lnTo>
                  <a:pt x="182626" y="164760"/>
                </a:lnTo>
                <a:close/>
                <a:moveTo>
                  <a:pt x="193588" y="126654"/>
                </a:moveTo>
                <a:lnTo>
                  <a:pt x="194355" y="127167"/>
                </a:lnTo>
                <a:lnTo>
                  <a:pt x="193204" y="126910"/>
                </a:lnTo>
                <a:close/>
                <a:moveTo>
                  <a:pt x="267249" y="164243"/>
                </a:moveTo>
                <a:lnTo>
                  <a:pt x="267936" y="165946"/>
                </a:lnTo>
                <a:lnTo>
                  <a:pt x="266906" y="165095"/>
                </a:lnTo>
                <a:close/>
                <a:moveTo>
                  <a:pt x="238711" y="9784"/>
                </a:moveTo>
                <a:lnTo>
                  <a:pt x="239271" y="10924"/>
                </a:lnTo>
                <a:lnTo>
                  <a:pt x="238431" y="10354"/>
                </a:lnTo>
                <a:close/>
                <a:moveTo>
                  <a:pt x="49490" y="97280"/>
                </a:moveTo>
                <a:lnTo>
                  <a:pt x="50334" y="98682"/>
                </a:lnTo>
                <a:lnTo>
                  <a:pt x="49068" y="97981"/>
                </a:lnTo>
                <a:close/>
                <a:moveTo>
                  <a:pt x="4267" y="221756"/>
                </a:moveTo>
                <a:lnTo>
                  <a:pt x="6399" y="222228"/>
                </a:lnTo>
                <a:lnTo>
                  <a:pt x="3201" y="221992"/>
                </a:lnTo>
                <a:close/>
                <a:moveTo>
                  <a:pt x="273105" y="53120"/>
                </a:moveTo>
                <a:lnTo>
                  <a:pt x="273924" y="53697"/>
                </a:lnTo>
                <a:lnTo>
                  <a:pt x="272696" y="53408"/>
                </a:lnTo>
                <a:close/>
                <a:moveTo>
                  <a:pt x="112449" y="75630"/>
                </a:moveTo>
                <a:lnTo>
                  <a:pt x="113067" y="77335"/>
                </a:lnTo>
                <a:lnTo>
                  <a:pt x="112140" y="76482"/>
                </a:lnTo>
                <a:close/>
                <a:moveTo>
                  <a:pt x="31535" y="221434"/>
                </a:moveTo>
                <a:lnTo>
                  <a:pt x="32654" y="222676"/>
                </a:lnTo>
                <a:lnTo>
                  <a:pt x="30976" y="222055"/>
                </a:lnTo>
                <a:close/>
                <a:moveTo>
                  <a:pt x="169611" y="232399"/>
                </a:moveTo>
                <a:lnTo>
                  <a:pt x="170166" y="233568"/>
                </a:lnTo>
                <a:lnTo>
                  <a:pt x="169333" y="232984"/>
                </a:lnTo>
                <a:close/>
                <a:moveTo>
                  <a:pt x="247671" y="161693"/>
                </a:moveTo>
                <a:lnTo>
                  <a:pt x="249635" y="163460"/>
                </a:lnTo>
                <a:lnTo>
                  <a:pt x="246690" y="162576"/>
                </a:lnTo>
                <a:close/>
                <a:moveTo>
                  <a:pt x="159610" y="124027"/>
                </a:moveTo>
                <a:lnTo>
                  <a:pt x="160374" y="125417"/>
                </a:lnTo>
                <a:lnTo>
                  <a:pt x="159228" y="124722"/>
                </a:lnTo>
                <a:close/>
                <a:moveTo>
                  <a:pt x="127881" y="206437"/>
                </a:moveTo>
                <a:lnTo>
                  <a:pt x="129083" y="207808"/>
                </a:lnTo>
                <a:lnTo>
                  <a:pt x="127280" y="207123"/>
                </a:lnTo>
                <a:close/>
                <a:moveTo>
                  <a:pt x="124777" y="101583"/>
                </a:moveTo>
                <a:lnTo>
                  <a:pt x="126698" y="102388"/>
                </a:lnTo>
                <a:lnTo>
                  <a:pt x="123817" y="101986"/>
                </a:lnTo>
                <a:close/>
                <a:moveTo>
                  <a:pt x="55522" y="129234"/>
                </a:moveTo>
                <a:lnTo>
                  <a:pt x="57128" y="129641"/>
                </a:lnTo>
                <a:lnTo>
                  <a:pt x="54718" y="129438"/>
                </a:lnTo>
                <a:close/>
                <a:moveTo>
                  <a:pt x="121281" y="177338"/>
                </a:moveTo>
                <a:lnTo>
                  <a:pt x="121978" y="179015"/>
                </a:lnTo>
                <a:lnTo>
                  <a:pt x="120933" y="178177"/>
                </a:lnTo>
                <a:close/>
                <a:moveTo>
                  <a:pt x="193765" y="275640"/>
                </a:moveTo>
                <a:lnTo>
                  <a:pt x="194405" y="277220"/>
                </a:lnTo>
                <a:lnTo>
                  <a:pt x="193445" y="276430"/>
                </a:lnTo>
                <a:close/>
                <a:moveTo>
                  <a:pt x="67874" y="172082"/>
                </a:moveTo>
                <a:lnTo>
                  <a:pt x="69314" y="172461"/>
                </a:lnTo>
                <a:lnTo>
                  <a:pt x="67154" y="172271"/>
                </a:lnTo>
                <a:close/>
                <a:moveTo>
                  <a:pt x="41596" y="30085"/>
                </a:moveTo>
                <a:lnTo>
                  <a:pt x="42786" y="30553"/>
                </a:lnTo>
                <a:lnTo>
                  <a:pt x="41000" y="30319"/>
                </a:lnTo>
                <a:close/>
                <a:moveTo>
                  <a:pt x="108686" y="51025"/>
                </a:moveTo>
                <a:lnTo>
                  <a:pt x="109804" y="52031"/>
                </a:lnTo>
                <a:lnTo>
                  <a:pt x="108127" y="51528"/>
                </a:lnTo>
                <a:close/>
                <a:moveTo>
                  <a:pt x="17023" y="29339"/>
                </a:moveTo>
                <a:lnTo>
                  <a:pt x="19221" y="30161"/>
                </a:lnTo>
                <a:lnTo>
                  <a:pt x="15923" y="29750"/>
                </a:lnTo>
                <a:close/>
                <a:moveTo>
                  <a:pt x="64977" y="228959"/>
                </a:moveTo>
                <a:lnTo>
                  <a:pt x="66575" y="230480"/>
                </a:lnTo>
                <a:lnTo>
                  <a:pt x="64178" y="229720"/>
                </a:lnTo>
                <a:close/>
                <a:moveTo>
                  <a:pt x="159834" y="260313"/>
                </a:moveTo>
                <a:lnTo>
                  <a:pt x="160710" y="260910"/>
                </a:lnTo>
                <a:lnTo>
                  <a:pt x="159395" y="260612"/>
                </a:lnTo>
                <a:close/>
                <a:moveTo>
                  <a:pt x="240897" y="102213"/>
                </a:moveTo>
                <a:lnTo>
                  <a:pt x="242802" y="103492"/>
                </a:lnTo>
                <a:lnTo>
                  <a:pt x="239945" y="102852"/>
                </a:lnTo>
                <a:close/>
                <a:moveTo>
                  <a:pt x="49050" y="197891"/>
                </a:moveTo>
                <a:lnTo>
                  <a:pt x="49455" y="198580"/>
                </a:lnTo>
                <a:lnTo>
                  <a:pt x="48848" y="198236"/>
                </a:lnTo>
                <a:close/>
                <a:moveTo>
                  <a:pt x="239024" y="239973"/>
                </a:moveTo>
                <a:lnTo>
                  <a:pt x="240299" y="241713"/>
                </a:lnTo>
                <a:lnTo>
                  <a:pt x="238387" y="240843"/>
                </a:lnTo>
                <a:close/>
                <a:moveTo>
                  <a:pt x="14593" y="260374"/>
                </a:moveTo>
                <a:lnTo>
                  <a:pt x="15198" y="260983"/>
                </a:lnTo>
                <a:lnTo>
                  <a:pt x="14290" y="260678"/>
                </a:lnTo>
                <a:close/>
                <a:moveTo>
                  <a:pt x="159414" y="187253"/>
                </a:moveTo>
                <a:lnTo>
                  <a:pt x="160819" y="188228"/>
                </a:lnTo>
                <a:lnTo>
                  <a:pt x="158711" y="187741"/>
                </a:lnTo>
                <a:close/>
                <a:moveTo>
                  <a:pt x="186039" y="119291"/>
                </a:moveTo>
                <a:lnTo>
                  <a:pt x="187860" y="120806"/>
                </a:lnTo>
                <a:lnTo>
                  <a:pt x="185129" y="120048"/>
                </a:lnTo>
                <a:close/>
                <a:moveTo>
                  <a:pt x="224917" y="62872"/>
                </a:moveTo>
                <a:lnTo>
                  <a:pt x="226367" y="63630"/>
                </a:lnTo>
                <a:lnTo>
                  <a:pt x="224192" y="63251"/>
                </a:lnTo>
                <a:close/>
                <a:moveTo>
                  <a:pt x="164162" y="282723"/>
                </a:moveTo>
                <a:lnTo>
                  <a:pt x="166077" y="283863"/>
                </a:lnTo>
                <a:lnTo>
                  <a:pt x="163205" y="283293"/>
                </a:lnTo>
                <a:close/>
                <a:moveTo>
                  <a:pt x="225000" y="239617"/>
                </a:moveTo>
                <a:lnTo>
                  <a:pt x="226517" y="240165"/>
                </a:lnTo>
                <a:lnTo>
                  <a:pt x="224241" y="239891"/>
                </a:lnTo>
                <a:close/>
                <a:moveTo>
                  <a:pt x="113141" y="189973"/>
                </a:moveTo>
                <a:lnTo>
                  <a:pt x="113553" y="191340"/>
                </a:lnTo>
                <a:lnTo>
                  <a:pt x="112935" y="190657"/>
                </a:lnTo>
                <a:close/>
                <a:moveTo>
                  <a:pt x="91977" y="279036"/>
                </a:moveTo>
                <a:lnTo>
                  <a:pt x="92819" y="280598"/>
                </a:lnTo>
                <a:lnTo>
                  <a:pt x="91556" y="279817"/>
                </a:lnTo>
                <a:close/>
                <a:moveTo>
                  <a:pt x="35009" y="614"/>
                </a:moveTo>
                <a:lnTo>
                  <a:pt x="35914" y="1349"/>
                </a:lnTo>
                <a:lnTo>
                  <a:pt x="34556" y="982"/>
                </a:lnTo>
                <a:close/>
                <a:moveTo>
                  <a:pt x="281617" y="187171"/>
                </a:moveTo>
                <a:lnTo>
                  <a:pt x="282899" y="188184"/>
                </a:lnTo>
                <a:lnTo>
                  <a:pt x="280975" y="187678"/>
                </a:lnTo>
                <a:close/>
                <a:moveTo>
                  <a:pt x="153197" y="15453"/>
                </a:moveTo>
                <a:lnTo>
                  <a:pt x="153676" y="16660"/>
                </a:lnTo>
                <a:lnTo>
                  <a:pt x="152958" y="16056"/>
                </a:lnTo>
                <a:close/>
                <a:moveTo>
                  <a:pt x="275363" y="261687"/>
                </a:moveTo>
                <a:lnTo>
                  <a:pt x="277306" y="262036"/>
                </a:lnTo>
                <a:lnTo>
                  <a:pt x="274392" y="261861"/>
                </a:lnTo>
                <a:close/>
                <a:moveTo>
                  <a:pt x="261583" y="92882"/>
                </a:moveTo>
                <a:lnTo>
                  <a:pt x="262579" y="93235"/>
                </a:lnTo>
                <a:lnTo>
                  <a:pt x="261086" y="93058"/>
                </a:lnTo>
                <a:close/>
                <a:moveTo>
                  <a:pt x="203062" y="55467"/>
                </a:moveTo>
                <a:lnTo>
                  <a:pt x="203935" y="57208"/>
                </a:lnTo>
                <a:lnTo>
                  <a:pt x="202625" y="56338"/>
                </a:lnTo>
                <a:close/>
                <a:moveTo>
                  <a:pt x="221377" y="102417"/>
                </a:moveTo>
                <a:lnTo>
                  <a:pt x="221775" y="103750"/>
                </a:lnTo>
                <a:lnTo>
                  <a:pt x="221178" y="103084"/>
                </a:lnTo>
                <a:close/>
                <a:moveTo>
                  <a:pt x="30885" y="58639"/>
                </a:moveTo>
                <a:lnTo>
                  <a:pt x="31779" y="59911"/>
                </a:lnTo>
                <a:lnTo>
                  <a:pt x="30438" y="59275"/>
                </a:lnTo>
                <a:close/>
                <a:moveTo>
                  <a:pt x="187954" y="246124"/>
                </a:moveTo>
                <a:lnTo>
                  <a:pt x="188361" y="246541"/>
                </a:lnTo>
                <a:lnTo>
                  <a:pt x="187751" y="246332"/>
                </a:lnTo>
                <a:close/>
                <a:moveTo>
                  <a:pt x="273129" y="129686"/>
                </a:moveTo>
                <a:lnTo>
                  <a:pt x="274325" y="131285"/>
                </a:lnTo>
                <a:lnTo>
                  <a:pt x="272531" y="130485"/>
                </a:lnTo>
                <a:close/>
                <a:moveTo>
                  <a:pt x="155069" y="151600"/>
                </a:moveTo>
                <a:lnTo>
                  <a:pt x="156576" y="153012"/>
                </a:lnTo>
                <a:lnTo>
                  <a:pt x="154316" y="152306"/>
                </a:lnTo>
                <a:close/>
                <a:moveTo>
                  <a:pt x="85640" y="17072"/>
                </a:moveTo>
                <a:lnTo>
                  <a:pt x="86650" y="17434"/>
                </a:lnTo>
                <a:lnTo>
                  <a:pt x="85134" y="17253"/>
                </a:lnTo>
                <a:close/>
                <a:moveTo>
                  <a:pt x="221086" y="135675"/>
                </a:moveTo>
                <a:lnTo>
                  <a:pt x="222709" y="136483"/>
                </a:lnTo>
                <a:lnTo>
                  <a:pt x="220274" y="136079"/>
                </a:lnTo>
                <a:close/>
                <a:moveTo>
                  <a:pt x="138793" y="133001"/>
                </a:moveTo>
                <a:lnTo>
                  <a:pt x="139712" y="134473"/>
                </a:lnTo>
                <a:lnTo>
                  <a:pt x="138333" y="133737"/>
                </a:lnTo>
                <a:close/>
                <a:moveTo>
                  <a:pt x="126012" y="208661"/>
                </a:moveTo>
                <a:lnTo>
                  <a:pt x="126503" y="210286"/>
                </a:lnTo>
                <a:lnTo>
                  <a:pt x="125767" y="209473"/>
                </a:lnTo>
                <a:close/>
                <a:moveTo>
                  <a:pt x="15394" y="277322"/>
                </a:moveTo>
                <a:lnTo>
                  <a:pt x="17268" y="277772"/>
                </a:lnTo>
                <a:lnTo>
                  <a:pt x="14456" y="277547"/>
                </a:lnTo>
                <a:close/>
                <a:moveTo>
                  <a:pt x="153758" y="254934"/>
                </a:moveTo>
                <a:lnTo>
                  <a:pt x="154829" y="256406"/>
                </a:lnTo>
                <a:lnTo>
                  <a:pt x="153223" y="255670"/>
                </a:lnTo>
                <a:close/>
                <a:moveTo>
                  <a:pt x="84024" y="6413"/>
                </a:moveTo>
                <a:lnTo>
                  <a:pt x="85922" y="6805"/>
                </a:lnTo>
                <a:lnTo>
                  <a:pt x="83076" y="6609"/>
                </a:lnTo>
                <a:close/>
                <a:moveTo>
                  <a:pt x="176094" y="261239"/>
                </a:moveTo>
                <a:lnTo>
                  <a:pt x="178151" y="262885"/>
                </a:lnTo>
                <a:lnTo>
                  <a:pt x="175066" y="262062"/>
                </a:lnTo>
                <a:close/>
                <a:moveTo>
                  <a:pt x="279223" y="41008"/>
                </a:moveTo>
                <a:lnTo>
                  <a:pt x="279650" y="41419"/>
                </a:lnTo>
                <a:lnTo>
                  <a:pt x="279010" y="41213"/>
                </a:lnTo>
                <a:close/>
                <a:moveTo>
                  <a:pt x="43686" y="45857"/>
                </a:moveTo>
                <a:lnTo>
                  <a:pt x="44627" y="46404"/>
                </a:lnTo>
                <a:lnTo>
                  <a:pt x="43215" y="46131"/>
                </a:lnTo>
                <a:close/>
                <a:moveTo>
                  <a:pt x="91779" y="5181"/>
                </a:moveTo>
                <a:lnTo>
                  <a:pt x="93243" y="6495"/>
                </a:lnTo>
                <a:lnTo>
                  <a:pt x="91046" y="5838"/>
                </a:lnTo>
                <a:close/>
                <a:moveTo>
                  <a:pt x="189527" y="97152"/>
                </a:moveTo>
                <a:lnTo>
                  <a:pt x="191022" y="97906"/>
                </a:lnTo>
                <a:lnTo>
                  <a:pt x="188779" y="97529"/>
                </a:lnTo>
                <a:close/>
                <a:moveTo>
                  <a:pt x="132601" y="11412"/>
                </a:moveTo>
                <a:lnTo>
                  <a:pt x="133236" y="12101"/>
                </a:lnTo>
                <a:lnTo>
                  <a:pt x="132283" y="11757"/>
                </a:lnTo>
                <a:close/>
                <a:moveTo>
                  <a:pt x="263679" y="159882"/>
                </a:moveTo>
                <a:lnTo>
                  <a:pt x="265619" y="161110"/>
                </a:lnTo>
                <a:lnTo>
                  <a:pt x="262709" y="160496"/>
                </a:lnTo>
                <a:close/>
                <a:moveTo>
                  <a:pt x="197472" y="225543"/>
                </a:moveTo>
                <a:lnTo>
                  <a:pt x="197964" y="226130"/>
                </a:lnTo>
                <a:lnTo>
                  <a:pt x="197226" y="225837"/>
                </a:lnTo>
                <a:close/>
                <a:moveTo>
                  <a:pt x="238110" y="94787"/>
                </a:moveTo>
                <a:lnTo>
                  <a:pt x="238972" y="95633"/>
                </a:lnTo>
                <a:lnTo>
                  <a:pt x="237680" y="95210"/>
                </a:lnTo>
                <a:close/>
                <a:moveTo>
                  <a:pt x="215558" y="261701"/>
                </a:moveTo>
                <a:lnTo>
                  <a:pt x="216055" y="262316"/>
                </a:lnTo>
                <a:lnTo>
                  <a:pt x="215310" y="262008"/>
                </a:lnTo>
                <a:close/>
                <a:moveTo>
                  <a:pt x="264416" y="95780"/>
                </a:moveTo>
                <a:lnTo>
                  <a:pt x="265500" y="97281"/>
                </a:lnTo>
                <a:lnTo>
                  <a:pt x="263874" y="96530"/>
                </a:lnTo>
                <a:close/>
                <a:moveTo>
                  <a:pt x="114868" y="102139"/>
                </a:moveTo>
                <a:lnTo>
                  <a:pt x="116725" y="103406"/>
                </a:lnTo>
                <a:lnTo>
                  <a:pt x="113940" y="102773"/>
                </a:lnTo>
                <a:close/>
                <a:moveTo>
                  <a:pt x="285025" y="48024"/>
                </a:moveTo>
                <a:lnTo>
                  <a:pt x="286736" y="49107"/>
                </a:lnTo>
                <a:lnTo>
                  <a:pt x="284170" y="48565"/>
                </a:lnTo>
                <a:close/>
                <a:moveTo>
                  <a:pt x="207546" y="272466"/>
                </a:moveTo>
                <a:lnTo>
                  <a:pt x="209369" y="273854"/>
                </a:lnTo>
                <a:lnTo>
                  <a:pt x="206635" y="273160"/>
                </a:lnTo>
                <a:close/>
                <a:moveTo>
                  <a:pt x="46882" y="261882"/>
                </a:moveTo>
                <a:lnTo>
                  <a:pt x="48266" y="262300"/>
                </a:lnTo>
                <a:lnTo>
                  <a:pt x="46190" y="262091"/>
                </a:lnTo>
                <a:close/>
                <a:moveTo>
                  <a:pt x="189522" y="220267"/>
                </a:moveTo>
                <a:lnTo>
                  <a:pt x="189941" y="221593"/>
                </a:lnTo>
                <a:lnTo>
                  <a:pt x="189312" y="220930"/>
                </a:lnTo>
                <a:close/>
                <a:moveTo>
                  <a:pt x="224556" y="175353"/>
                </a:moveTo>
                <a:lnTo>
                  <a:pt x="226728" y="176778"/>
                </a:lnTo>
                <a:lnTo>
                  <a:pt x="223469" y="176066"/>
                </a:lnTo>
                <a:close/>
                <a:moveTo>
                  <a:pt x="131218" y="238226"/>
                </a:moveTo>
                <a:lnTo>
                  <a:pt x="133371" y="239819"/>
                </a:lnTo>
                <a:lnTo>
                  <a:pt x="130142" y="239023"/>
                </a:lnTo>
                <a:close/>
                <a:moveTo>
                  <a:pt x="204743" y="184850"/>
                </a:moveTo>
                <a:lnTo>
                  <a:pt x="205885" y="185507"/>
                </a:lnTo>
                <a:lnTo>
                  <a:pt x="204171" y="185178"/>
                </a:lnTo>
                <a:close/>
                <a:moveTo>
                  <a:pt x="204604" y="281820"/>
                </a:moveTo>
                <a:lnTo>
                  <a:pt x="205016" y="282343"/>
                </a:lnTo>
                <a:lnTo>
                  <a:pt x="204399" y="282081"/>
                </a:lnTo>
                <a:close/>
                <a:moveTo>
                  <a:pt x="156004" y="32690"/>
                </a:moveTo>
                <a:lnTo>
                  <a:pt x="157383" y="33012"/>
                </a:lnTo>
                <a:lnTo>
                  <a:pt x="155314" y="32851"/>
                </a:lnTo>
                <a:close/>
                <a:moveTo>
                  <a:pt x="275944" y="227827"/>
                </a:moveTo>
                <a:lnTo>
                  <a:pt x="276387" y="228562"/>
                </a:lnTo>
                <a:lnTo>
                  <a:pt x="275722" y="228195"/>
                </a:lnTo>
                <a:close/>
                <a:moveTo>
                  <a:pt x="241956" y="128996"/>
                </a:moveTo>
                <a:lnTo>
                  <a:pt x="242473" y="129348"/>
                </a:lnTo>
                <a:lnTo>
                  <a:pt x="241697" y="129172"/>
                </a:lnTo>
                <a:close/>
                <a:moveTo>
                  <a:pt x="185116" y="113242"/>
                </a:moveTo>
                <a:lnTo>
                  <a:pt x="186882" y="114466"/>
                </a:lnTo>
                <a:lnTo>
                  <a:pt x="184233" y="113854"/>
                </a:lnTo>
                <a:close/>
                <a:moveTo>
                  <a:pt x="49008" y="72687"/>
                </a:moveTo>
                <a:lnTo>
                  <a:pt x="50782" y="73456"/>
                </a:lnTo>
                <a:lnTo>
                  <a:pt x="48121" y="73071"/>
                </a:lnTo>
                <a:close/>
                <a:moveTo>
                  <a:pt x="274699" y="156600"/>
                </a:moveTo>
                <a:lnTo>
                  <a:pt x="275923" y="157517"/>
                </a:lnTo>
                <a:lnTo>
                  <a:pt x="274087" y="157059"/>
                </a:lnTo>
                <a:close/>
                <a:moveTo>
                  <a:pt x="217684" y="174116"/>
                </a:moveTo>
                <a:lnTo>
                  <a:pt x="218460" y="174563"/>
                </a:lnTo>
                <a:lnTo>
                  <a:pt x="217297" y="174340"/>
                </a:lnTo>
                <a:close/>
                <a:moveTo>
                  <a:pt x="34152" y="223225"/>
                </a:moveTo>
                <a:lnTo>
                  <a:pt x="36136" y="224150"/>
                </a:lnTo>
                <a:lnTo>
                  <a:pt x="33160" y="223688"/>
                </a:lnTo>
                <a:close/>
                <a:moveTo>
                  <a:pt x="16208" y="262327"/>
                </a:moveTo>
                <a:lnTo>
                  <a:pt x="16750" y="262943"/>
                </a:lnTo>
                <a:lnTo>
                  <a:pt x="15937" y="262635"/>
                </a:lnTo>
                <a:close/>
                <a:moveTo>
                  <a:pt x="149496" y="116079"/>
                </a:moveTo>
                <a:lnTo>
                  <a:pt x="150481" y="117075"/>
                </a:lnTo>
                <a:lnTo>
                  <a:pt x="149003" y="116577"/>
                </a:lnTo>
                <a:close/>
                <a:moveTo>
                  <a:pt x="28050" y="161992"/>
                </a:moveTo>
                <a:lnTo>
                  <a:pt x="29874" y="163220"/>
                </a:lnTo>
                <a:lnTo>
                  <a:pt x="27138" y="162606"/>
                </a:lnTo>
                <a:close/>
                <a:moveTo>
                  <a:pt x="239191" y="282056"/>
                </a:moveTo>
                <a:lnTo>
                  <a:pt x="241065" y="283612"/>
                </a:lnTo>
                <a:lnTo>
                  <a:pt x="238254" y="282834"/>
                </a:lnTo>
                <a:close/>
                <a:moveTo>
                  <a:pt x="67500" y="138504"/>
                </a:moveTo>
                <a:lnTo>
                  <a:pt x="68442" y="139630"/>
                </a:lnTo>
                <a:lnTo>
                  <a:pt x="67029" y="139067"/>
                </a:lnTo>
                <a:close/>
                <a:moveTo>
                  <a:pt x="153706" y="222328"/>
                </a:moveTo>
                <a:lnTo>
                  <a:pt x="154262" y="223284"/>
                </a:lnTo>
                <a:lnTo>
                  <a:pt x="153429" y="222806"/>
                </a:lnTo>
                <a:close/>
                <a:moveTo>
                  <a:pt x="216811" y="193468"/>
                </a:moveTo>
                <a:lnTo>
                  <a:pt x="217405" y="193770"/>
                </a:lnTo>
                <a:lnTo>
                  <a:pt x="216514" y="193619"/>
                </a:lnTo>
                <a:close/>
                <a:moveTo>
                  <a:pt x="57971" y="82787"/>
                </a:moveTo>
                <a:lnTo>
                  <a:pt x="60041" y="83254"/>
                </a:lnTo>
                <a:lnTo>
                  <a:pt x="56936" y="83021"/>
                </a:lnTo>
                <a:close/>
                <a:moveTo>
                  <a:pt x="6130" y="161191"/>
                </a:moveTo>
                <a:lnTo>
                  <a:pt x="7692" y="161741"/>
                </a:lnTo>
                <a:lnTo>
                  <a:pt x="5350" y="161466"/>
                </a:lnTo>
                <a:close/>
                <a:moveTo>
                  <a:pt x="88925" y="147983"/>
                </a:moveTo>
                <a:lnTo>
                  <a:pt x="91030" y="149267"/>
                </a:lnTo>
                <a:lnTo>
                  <a:pt x="87873" y="148625"/>
                </a:lnTo>
                <a:close/>
                <a:moveTo>
                  <a:pt x="235768" y="28635"/>
                </a:moveTo>
                <a:lnTo>
                  <a:pt x="236364" y="29105"/>
                </a:lnTo>
                <a:lnTo>
                  <a:pt x="235470" y="28870"/>
                </a:lnTo>
                <a:close/>
                <a:moveTo>
                  <a:pt x="148902" y="192438"/>
                </a:moveTo>
                <a:lnTo>
                  <a:pt x="149638" y="193402"/>
                </a:lnTo>
                <a:lnTo>
                  <a:pt x="148534" y="192920"/>
                </a:lnTo>
                <a:close/>
                <a:moveTo>
                  <a:pt x="201105" y="182197"/>
                </a:moveTo>
                <a:lnTo>
                  <a:pt x="201961" y="183870"/>
                </a:lnTo>
                <a:lnTo>
                  <a:pt x="200677" y="183034"/>
                </a:lnTo>
                <a:close/>
                <a:moveTo>
                  <a:pt x="38011" y="175153"/>
                </a:moveTo>
                <a:lnTo>
                  <a:pt x="39971" y="176673"/>
                </a:lnTo>
                <a:lnTo>
                  <a:pt x="37031" y="175913"/>
                </a:lnTo>
                <a:close/>
                <a:moveTo>
                  <a:pt x="173674" y="170409"/>
                </a:moveTo>
                <a:lnTo>
                  <a:pt x="174252" y="172187"/>
                </a:lnTo>
                <a:lnTo>
                  <a:pt x="173386" y="171298"/>
                </a:lnTo>
                <a:close/>
                <a:moveTo>
                  <a:pt x="230171" y="77985"/>
                </a:moveTo>
                <a:lnTo>
                  <a:pt x="231465" y="79053"/>
                </a:lnTo>
                <a:lnTo>
                  <a:pt x="229525" y="78519"/>
                </a:lnTo>
                <a:close/>
                <a:moveTo>
                  <a:pt x="116261" y="210532"/>
                </a:moveTo>
                <a:lnTo>
                  <a:pt x="117395" y="211756"/>
                </a:lnTo>
                <a:lnTo>
                  <a:pt x="115694" y="211144"/>
                </a:lnTo>
                <a:close/>
                <a:moveTo>
                  <a:pt x="146870" y="283689"/>
                </a:moveTo>
                <a:lnTo>
                  <a:pt x="147820" y="284990"/>
                </a:lnTo>
                <a:lnTo>
                  <a:pt x="146395" y="284340"/>
                </a:lnTo>
                <a:close/>
                <a:moveTo>
                  <a:pt x="157151" y="199173"/>
                </a:moveTo>
                <a:lnTo>
                  <a:pt x="158606" y="200252"/>
                </a:lnTo>
                <a:lnTo>
                  <a:pt x="156423" y="199713"/>
                </a:lnTo>
                <a:close/>
                <a:moveTo>
                  <a:pt x="129618" y="50864"/>
                </a:moveTo>
                <a:lnTo>
                  <a:pt x="131627" y="52321"/>
                </a:lnTo>
                <a:lnTo>
                  <a:pt x="128614" y="51593"/>
                </a:lnTo>
                <a:close/>
                <a:moveTo>
                  <a:pt x="7990" y="204164"/>
                </a:moveTo>
                <a:lnTo>
                  <a:pt x="9730" y="205446"/>
                </a:lnTo>
                <a:lnTo>
                  <a:pt x="7120" y="204805"/>
                </a:lnTo>
                <a:close/>
                <a:moveTo>
                  <a:pt x="74914" y="238390"/>
                </a:moveTo>
                <a:lnTo>
                  <a:pt x="75333" y="240182"/>
                </a:lnTo>
                <a:lnTo>
                  <a:pt x="74705" y="239286"/>
                </a:lnTo>
                <a:close/>
                <a:moveTo>
                  <a:pt x="284453" y="89178"/>
                </a:moveTo>
                <a:lnTo>
                  <a:pt x="286213" y="90841"/>
                </a:lnTo>
                <a:lnTo>
                  <a:pt x="283573" y="90009"/>
                </a:lnTo>
                <a:close/>
                <a:moveTo>
                  <a:pt x="197441" y="190911"/>
                </a:moveTo>
                <a:lnTo>
                  <a:pt x="199511" y="191895"/>
                </a:lnTo>
                <a:lnTo>
                  <a:pt x="196406" y="191403"/>
                </a:lnTo>
                <a:close/>
                <a:moveTo>
                  <a:pt x="95794" y="89594"/>
                </a:moveTo>
                <a:lnTo>
                  <a:pt x="97066" y="89994"/>
                </a:lnTo>
                <a:lnTo>
                  <a:pt x="95159" y="89794"/>
                </a:lnTo>
                <a:close/>
                <a:moveTo>
                  <a:pt x="269218" y="149229"/>
                </a:moveTo>
                <a:lnTo>
                  <a:pt x="270817" y="149989"/>
                </a:lnTo>
                <a:lnTo>
                  <a:pt x="268418" y="149609"/>
                </a:lnTo>
                <a:close/>
                <a:moveTo>
                  <a:pt x="103926" y="181618"/>
                </a:moveTo>
                <a:lnTo>
                  <a:pt x="105419" y="182165"/>
                </a:lnTo>
                <a:lnTo>
                  <a:pt x="103180" y="181892"/>
                </a:lnTo>
                <a:close/>
                <a:moveTo>
                  <a:pt x="152917" y="149471"/>
                </a:moveTo>
                <a:lnTo>
                  <a:pt x="153959" y="150018"/>
                </a:lnTo>
                <a:lnTo>
                  <a:pt x="152396" y="149744"/>
                </a:lnTo>
                <a:close/>
                <a:moveTo>
                  <a:pt x="47031" y="32624"/>
                </a:moveTo>
                <a:lnTo>
                  <a:pt x="48460" y="34138"/>
                </a:lnTo>
                <a:lnTo>
                  <a:pt x="46316" y="33381"/>
                </a:lnTo>
                <a:close/>
                <a:moveTo>
                  <a:pt x="230168" y="233444"/>
                </a:moveTo>
                <a:lnTo>
                  <a:pt x="232066" y="235051"/>
                </a:lnTo>
                <a:lnTo>
                  <a:pt x="229219" y="234247"/>
                </a:lnTo>
                <a:close/>
                <a:moveTo>
                  <a:pt x="49546" y="61149"/>
                </a:moveTo>
                <a:lnTo>
                  <a:pt x="50195" y="62199"/>
                </a:lnTo>
                <a:lnTo>
                  <a:pt x="49222" y="61674"/>
                </a:lnTo>
                <a:close/>
                <a:moveTo>
                  <a:pt x="113801" y="33915"/>
                </a:moveTo>
                <a:lnTo>
                  <a:pt x="114991" y="34629"/>
                </a:lnTo>
                <a:lnTo>
                  <a:pt x="113207" y="34272"/>
                </a:lnTo>
                <a:close/>
                <a:moveTo>
                  <a:pt x="182947" y="274994"/>
                </a:moveTo>
                <a:lnTo>
                  <a:pt x="184091" y="276606"/>
                </a:lnTo>
                <a:lnTo>
                  <a:pt x="182376" y="275800"/>
                </a:lnTo>
                <a:close/>
                <a:moveTo>
                  <a:pt x="53466" y="6100"/>
                </a:moveTo>
                <a:lnTo>
                  <a:pt x="55318" y="6690"/>
                </a:lnTo>
                <a:lnTo>
                  <a:pt x="52541" y="6395"/>
                </a:lnTo>
                <a:close/>
                <a:moveTo>
                  <a:pt x="170384" y="109153"/>
                </a:moveTo>
                <a:lnTo>
                  <a:pt x="171651" y="110383"/>
                </a:lnTo>
                <a:lnTo>
                  <a:pt x="169750" y="109768"/>
                </a:lnTo>
                <a:close/>
                <a:moveTo>
                  <a:pt x="71901" y="239884"/>
                </a:moveTo>
                <a:lnTo>
                  <a:pt x="73398" y="240856"/>
                </a:lnTo>
                <a:lnTo>
                  <a:pt x="71152" y="240370"/>
                </a:lnTo>
                <a:close/>
                <a:moveTo>
                  <a:pt x="222551" y="27597"/>
                </a:moveTo>
                <a:lnTo>
                  <a:pt x="224636" y="28107"/>
                </a:lnTo>
                <a:lnTo>
                  <a:pt x="221509" y="27852"/>
                </a:lnTo>
                <a:close/>
                <a:moveTo>
                  <a:pt x="148960" y="145841"/>
                </a:moveTo>
                <a:lnTo>
                  <a:pt x="150862" y="147555"/>
                </a:lnTo>
                <a:lnTo>
                  <a:pt x="148009" y="146698"/>
                </a:lnTo>
                <a:close/>
                <a:moveTo>
                  <a:pt x="229817" y="37448"/>
                </a:moveTo>
                <a:lnTo>
                  <a:pt x="230339" y="38808"/>
                </a:lnTo>
                <a:lnTo>
                  <a:pt x="229556" y="38128"/>
                </a:lnTo>
                <a:close/>
                <a:moveTo>
                  <a:pt x="266227" y="53842"/>
                </a:moveTo>
                <a:lnTo>
                  <a:pt x="268325" y="54199"/>
                </a:lnTo>
                <a:lnTo>
                  <a:pt x="265178" y="54020"/>
                </a:lnTo>
                <a:close/>
                <a:moveTo>
                  <a:pt x="161009" y="122802"/>
                </a:moveTo>
                <a:lnTo>
                  <a:pt x="161987" y="124041"/>
                </a:lnTo>
                <a:lnTo>
                  <a:pt x="160519" y="123422"/>
                </a:lnTo>
                <a:close/>
                <a:moveTo>
                  <a:pt x="25199" y="52409"/>
                </a:moveTo>
                <a:lnTo>
                  <a:pt x="26383" y="54161"/>
                </a:lnTo>
                <a:lnTo>
                  <a:pt x="24608" y="53285"/>
                </a:lnTo>
                <a:close/>
                <a:moveTo>
                  <a:pt x="46786" y="71450"/>
                </a:moveTo>
                <a:lnTo>
                  <a:pt x="48286" y="72976"/>
                </a:lnTo>
                <a:lnTo>
                  <a:pt x="46036" y="72213"/>
                </a:lnTo>
                <a:close/>
                <a:moveTo>
                  <a:pt x="24371" y="133167"/>
                </a:moveTo>
                <a:lnTo>
                  <a:pt x="25324" y="134932"/>
                </a:lnTo>
                <a:lnTo>
                  <a:pt x="23894" y="134050"/>
                </a:lnTo>
                <a:close/>
                <a:moveTo>
                  <a:pt x="126122" y="35223"/>
                </a:moveTo>
                <a:lnTo>
                  <a:pt x="126476" y="35560"/>
                </a:lnTo>
                <a:lnTo>
                  <a:pt x="125946" y="35392"/>
                </a:lnTo>
                <a:close/>
                <a:moveTo>
                  <a:pt x="268965" y="113007"/>
                </a:moveTo>
                <a:lnTo>
                  <a:pt x="270582" y="113361"/>
                </a:lnTo>
                <a:lnTo>
                  <a:pt x="268156" y="113184"/>
                </a:lnTo>
                <a:close/>
                <a:moveTo>
                  <a:pt x="227661" y="119448"/>
                </a:moveTo>
                <a:lnTo>
                  <a:pt x="229494" y="120111"/>
                </a:lnTo>
                <a:lnTo>
                  <a:pt x="226744" y="119779"/>
                </a:lnTo>
                <a:close/>
                <a:moveTo>
                  <a:pt x="205141" y="75541"/>
                </a:moveTo>
                <a:lnTo>
                  <a:pt x="206875" y="76851"/>
                </a:lnTo>
                <a:lnTo>
                  <a:pt x="204273" y="76196"/>
                </a:lnTo>
                <a:close/>
                <a:moveTo>
                  <a:pt x="67033" y="205152"/>
                </a:moveTo>
                <a:lnTo>
                  <a:pt x="68053" y="206268"/>
                </a:lnTo>
                <a:lnTo>
                  <a:pt x="66522" y="205710"/>
                </a:lnTo>
                <a:close/>
                <a:moveTo>
                  <a:pt x="20956" y="62259"/>
                </a:moveTo>
                <a:lnTo>
                  <a:pt x="22070" y="63597"/>
                </a:lnTo>
                <a:lnTo>
                  <a:pt x="20400" y="62928"/>
                </a:lnTo>
                <a:close/>
                <a:moveTo>
                  <a:pt x="150718" y="284838"/>
                </a:moveTo>
                <a:lnTo>
                  <a:pt x="152262" y="286107"/>
                </a:lnTo>
                <a:lnTo>
                  <a:pt x="149945" y="285473"/>
                </a:lnTo>
                <a:close/>
                <a:moveTo>
                  <a:pt x="241717" y="271797"/>
                </a:moveTo>
                <a:lnTo>
                  <a:pt x="243877" y="272587"/>
                </a:lnTo>
                <a:lnTo>
                  <a:pt x="240637" y="272192"/>
                </a:lnTo>
                <a:close/>
                <a:moveTo>
                  <a:pt x="129557" y="135403"/>
                </a:moveTo>
                <a:lnTo>
                  <a:pt x="130553" y="137086"/>
                </a:lnTo>
                <a:lnTo>
                  <a:pt x="129058" y="136245"/>
                </a:lnTo>
                <a:close/>
                <a:moveTo>
                  <a:pt x="125254" y="125091"/>
                </a:moveTo>
                <a:lnTo>
                  <a:pt x="127131" y="125507"/>
                </a:lnTo>
                <a:lnTo>
                  <a:pt x="124315" y="125299"/>
                </a:lnTo>
                <a:close/>
                <a:moveTo>
                  <a:pt x="266044" y="186626"/>
                </a:moveTo>
                <a:lnTo>
                  <a:pt x="267085" y="188059"/>
                </a:lnTo>
                <a:lnTo>
                  <a:pt x="265523" y="187342"/>
                </a:lnTo>
                <a:close/>
                <a:moveTo>
                  <a:pt x="158625" y="76871"/>
                </a:moveTo>
                <a:lnTo>
                  <a:pt x="159591" y="77746"/>
                </a:lnTo>
                <a:lnTo>
                  <a:pt x="158142" y="77309"/>
                </a:lnTo>
                <a:close/>
                <a:moveTo>
                  <a:pt x="92497" y="213297"/>
                </a:moveTo>
                <a:lnTo>
                  <a:pt x="93327" y="214629"/>
                </a:lnTo>
                <a:lnTo>
                  <a:pt x="92082" y="213963"/>
                </a:lnTo>
                <a:close/>
                <a:moveTo>
                  <a:pt x="16509" y="56641"/>
                </a:moveTo>
                <a:lnTo>
                  <a:pt x="16953" y="57695"/>
                </a:lnTo>
                <a:lnTo>
                  <a:pt x="16288" y="57168"/>
                </a:lnTo>
                <a:close/>
                <a:moveTo>
                  <a:pt x="212027" y="258395"/>
                </a:moveTo>
                <a:lnTo>
                  <a:pt x="213095" y="258827"/>
                </a:lnTo>
                <a:lnTo>
                  <a:pt x="211493" y="258611"/>
                </a:lnTo>
                <a:close/>
                <a:moveTo>
                  <a:pt x="51378" y="95331"/>
                </a:moveTo>
                <a:lnTo>
                  <a:pt x="52777" y="96895"/>
                </a:lnTo>
                <a:lnTo>
                  <a:pt x="50679" y="96113"/>
                </a:lnTo>
                <a:close/>
                <a:moveTo>
                  <a:pt x="254433" y="51542"/>
                </a:moveTo>
                <a:lnTo>
                  <a:pt x="256515" y="53069"/>
                </a:lnTo>
                <a:lnTo>
                  <a:pt x="253392" y="52305"/>
                </a:lnTo>
                <a:close/>
                <a:moveTo>
                  <a:pt x="279826" y="75044"/>
                </a:moveTo>
                <a:lnTo>
                  <a:pt x="281462" y="76291"/>
                </a:lnTo>
                <a:lnTo>
                  <a:pt x="279008" y="75668"/>
                </a:lnTo>
                <a:close/>
                <a:moveTo>
                  <a:pt x="151926" y="233644"/>
                </a:moveTo>
                <a:lnTo>
                  <a:pt x="152539" y="234588"/>
                </a:lnTo>
                <a:lnTo>
                  <a:pt x="151619" y="234116"/>
                </a:lnTo>
                <a:close/>
                <a:moveTo>
                  <a:pt x="283061" y="32723"/>
                </a:moveTo>
                <a:lnTo>
                  <a:pt x="283435" y="33070"/>
                </a:lnTo>
                <a:lnTo>
                  <a:pt x="282874" y="32897"/>
                </a:lnTo>
                <a:close/>
                <a:moveTo>
                  <a:pt x="19902" y="139209"/>
                </a:moveTo>
                <a:lnTo>
                  <a:pt x="20750" y="140676"/>
                </a:lnTo>
                <a:lnTo>
                  <a:pt x="19478" y="139942"/>
                </a:lnTo>
                <a:close/>
                <a:moveTo>
                  <a:pt x="29483" y="18976"/>
                </a:moveTo>
                <a:lnTo>
                  <a:pt x="30309" y="20717"/>
                </a:lnTo>
                <a:lnTo>
                  <a:pt x="29070" y="19846"/>
                </a:lnTo>
                <a:close/>
                <a:moveTo>
                  <a:pt x="203725" y="223152"/>
                </a:moveTo>
                <a:lnTo>
                  <a:pt x="204322" y="224307"/>
                </a:lnTo>
                <a:lnTo>
                  <a:pt x="203427" y="223729"/>
                </a:lnTo>
                <a:close/>
                <a:moveTo>
                  <a:pt x="184989" y="56987"/>
                </a:moveTo>
                <a:lnTo>
                  <a:pt x="186204" y="58485"/>
                </a:lnTo>
                <a:lnTo>
                  <a:pt x="184382" y="57736"/>
                </a:lnTo>
                <a:close/>
                <a:moveTo>
                  <a:pt x="159368" y="201180"/>
                </a:moveTo>
                <a:lnTo>
                  <a:pt x="161213" y="202928"/>
                </a:lnTo>
                <a:lnTo>
                  <a:pt x="158446" y="202054"/>
                </a:lnTo>
                <a:close/>
                <a:moveTo>
                  <a:pt x="266854" y="188455"/>
                </a:moveTo>
                <a:lnTo>
                  <a:pt x="267676" y="189425"/>
                </a:lnTo>
                <a:lnTo>
                  <a:pt x="266443" y="188940"/>
                </a:lnTo>
                <a:close/>
                <a:moveTo>
                  <a:pt x="118492" y="173189"/>
                </a:moveTo>
                <a:lnTo>
                  <a:pt x="119713" y="173801"/>
                </a:lnTo>
                <a:lnTo>
                  <a:pt x="117881" y="173495"/>
                </a:lnTo>
                <a:close/>
                <a:moveTo>
                  <a:pt x="219468" y="77312"/>
                </a:moveTo>
                <a:lnTo>
                  <a:pt x="220000" y="77647"/>
                </a:lnTo>
                <a:lnTo>
                  <a:pt x="219202" y="77480"/>
                </a:lnTo>
                <a:close/>
                <a:moveTo>
                  <a:pt x="19648" y="203955"/>
                </a:moveTo>
                <a:lnTo>
                  <a:pt x="20265" y="205524"/>
                </a:lnTo>
                <a:lnTo>
                  <a:pt x="19340" y="204739"/>
                </a:lnTo>
                <a:close/>
                <a:moveTo>
                  <a:pt x="118418" y="103705"/>
                </a:moveTo>
                <a:lnTo>
                  <a:pt x="119927" y="104356"/>
                </a:lnTo>
                <a:lnTo>
                  <a:pt x="117663" y="104030"/>
                </a:lnTo>
                <a:close/>
                <a:moveTo>
                  <a:pt x="178981" y="48776"/>
                </a:moveTo>
                <a:lnTo>
                  <a:pt x="180566" y="49742"/>
                </a:lnTo>
                <a:lnTo>
                  <a:pt x="178188" y="49259"/>
                </a:lnTo>
                <a:close/>
                <a:moveTo>
                  <a:pt x="22666" y="80154"/>
                </a:moveTo>
                <a:lnTo>
                  <a:pt x="23921" y="80697"/>
                </a:lnTo>
                <a:lnTo>
                  <a:pt x="22039" y="80425"/>
                </a:lnTo>
                <a:close/>
                <a:moveTo>
                  <a:pt x="251862" y="22289"/>
                </a:moveTo>
                <a:lnTo>
                  <a:pt x="252941" y="22790"/>
                </a:lnTo>
                <a:lnTo>
                  <a:pt x="251323" y="22539"/>
                </a:lnTo>
                <a:close/>
                <a:moveTo>
                  <a:pt x="93118" y="156158"/>
                </a:moveTo>
                <a:lnTo>
                  <a:pt x="94643" y="157721"/>
                </a:lnTo>
                <a:lnTo>
                  <a:pt x="92355" y="156940"/>
                </a:lnTo>
                <a:close/>
                <a:moveTo>
                  <a:pt x="167883" y="33128"/>
                </a:moveTo>
                <a:lnTo>
                  <a:pt x="169113" y="33603"/>
                </a:lnTo>
                <a:lnTo>
                  <a:pt x="167268" y="33365"/>
                </a:lnTo>
                <a:close/>
                <a:moveTo>
                  <a:pt x="89461" y="46912"/>
                </a:moveTo>
                <a:lnTo>
                  <a:pt x="90159" y="48594"/>
                </a:lnTo>
                <a:lnTo>
                  <a:pt x="89111" y="47753"/>
                </a:lnTo>
                <a:close/>
                <a:moveTo>
                  <a:pt x="279072" y="134368"/>
                </a:moveTo>
                <a:lnTo>
                  <a:pt x="280199" y="135132"/>
                </a:lnTo>
                <a:lnTo>
                  <a:pt x="278508" y="134750"/>
                </a:lnTo>
                <a:close/>
                <a:moveTo>
                  <a:pt x="64851" y="179709"/>
                </a:moveTo>
                <a:lnTo>
                  <a:pt x="66490" y="180553"/>
                </a:lnTo>
                <a:lnTo>
                  <a:pt x="64032" y="180131"/>
                </a:lnTo>
                <a:close/>
                <a:moveTo>
                  <a:pt x="134994" y="272730"/>
                </a:moveTo>
                <a:lnTo>
                  <a:pt x="135453" y="274470"/>
                </a:lnTo>
                <a:lnTo>
                  <a:pt x="134764" y="273600"/>
                </a:lnTo>
                <a:close/>
                <a:moveTo>
                  <a:pt x="167605" y="14135"/>
                </a:moveTo>
                <a:lnTo>
                  <a:pt x="169271" y="14615"/>
                </a:lnTo>
                <a:lnTo>
                  <a:pt x="166772" y="14375"/>
                </a:lnTo>
                <a:close/>
                <a:moveTo>
                  <a:pt x="38449" y="31857"/>
                </a:moveTo>
                <a:lnTo>
                  <a:pt x="39929" y="32746"/>
                </a:lnTo>
                <a:lnTo>
                  <a:pt x="37709" y="32301"/>
                </a:lnTo>
                <a:close/>
                <a:moveTo>
                  <a:pt x="191812" y="63380"/>
                </a:moveTo>
                <a:lnTo>
                  <a:pt x="192317" y="64766"/>
                </a:lnTo>
                <a:lnTo>
                  <a:pt x="191559" y="64073"/>
                </a:lnTo>
                <a:close/>
                <a:moveTo>
                  <a:pt x="250873" y="194168"/>
                </a:moveTo>
                <a:lnTo>
                  <a:pt x="252223" y="195586"/>
                </a:lnTo>
                <a:lnTo>
                  <a:pt x="250197" y="194877"/>
                </a:lnTo>
                <a:close/>
                <a:moveTo>
                  <a:pt x="188870" y="177998"/>
                </a:moveTo>
                <a:lnTo>
                  <a:pt x="189244" y="179453"/>
                </a:lnTo>
                <a:lnTo>
                  <a:pt x="188683" y="178725"/>
                </a:lnTo>
                <a:close/>
                <a:moveTo>
                  <a:pt x="135942" y="38342"/>
                </a:moveTo>
                <a:lnTo>
                  <a:pt x="136338" y="39250"/>
                </a:lnTo>
                <a:lnTo>
                  <a:pt x="135744" y="38796"/>
                </a:lnTo>
                <a:close/>
                <a:moveTo>
                  <a:pt x="161298" y="71745"/>
                </a:moveTo>
                <a:lnTo>
                  <a:pt x="162322" y="72682"/>
                </a:lnTo>
                <a:lnTo>
                  <a:pt x="160785" y="72213"/>
                </a:lnTo>
                <a:close/>
                <a:moveTo>
                  <a:pt x="153015" y="205985"/>
                </a:moveTo>
                <a:lnTo>
                  <a:pt x="155024" y="207044"/>
                </a:lnTo>
                <a:lnTo>
                  <a:pt x="152011" y="206515"/>
                </a:lnTo>
                <a:close/>
                <a:moveTo>
                  <a:pt x="251454" y="200372"/>
                </a:moveTo>
                <a:lnTo>
                  <a:pt x="252691" y="201063"/>
                </a:lnTo>
                <a:lnTo>
                  <a:pt x="250836" y="200717"/>
                </a:lnTo>
                <a:close/>
                <a:moveTo>
                  <a:pt x="39971" y="223826"/>
                </a:moveTo>
                <a:lnTo>
                  <a:pt x="42125" y="225324"/>
                </a:lnTo>
                <a:lnTo>
                  <a:pt x="38894" y="224575"/>
                </a:lnTo>
                <a:close/>
                <a:moveTo>
                  <a:pt x="224240" y="154741"/>
                </a:moveTo>
                <a:lnTo>
                  <a:pt x="225471" y="156272"/>
                </a:lnTo>
                <a:lnTo>
                  <a:pt x="223624" y="155507"/>
                </a:lnTo>
                <a:close/>
                <a:moveTo>
                  <a:pt x="10678" y="4688"/>
                </a:moveTo>
                <a:lnTo>
                  <a:pt x="11403" y="6183"/>
                </a:lnTo>
                <a:lnTo>
                  <a:pt x="10315" y="5436"/>
                </a:lnTo>
                <a:close/>
                <a:moveTo>
                  <a:pt x="136228" y="82710"/>
                </a:moveTo>
                <a:lnTo>
                  <a:pt x="137032" y="83357"/>
                </a:lnTo>
                <a:lnTo>
                  <a:pt x="135827" y="83034"/>
                </a:lnTo>
                <a:close/>
                <a:moveTo>
                  <a:pt x="38436" y="19576"/>
                </a:moveTo>
                <a:lnTo>
                  <a:pt x="39988" y="20999"/>
                </a:lnTo>
                <a:lnTo>
                  <a:pt x="37660" y="20287"/>
                </a:lnTo>
                <a:close/>
                <a:moveTo>
                  <a:pt x="171026" y="92553"/>
                </a:moveTo>
                <a:lnTo>
                  <a:pt x="172694" y="92889"/>
                </a:lnTo>
                <a:lnTo>
                  <a:pt x="170192" y="92721"/>
                </a:lnTo>
                <a:close/>
                <a:moveTo>
                  <a:pt x="103309" y="241829"/>
                </a:moveTo>
                <a:lnTo>
                  <a:pt x="104158" y="243078"/>
                </a:lnTo>
                <a:lnTo>
                  <a:pt x="102884" y="242453"/>
                </a:lnTo>
                <a:close/>
                <a:moveTo>
                  <a:pt x="190268" y="20990"/>
                </a:moveTo>
                <a:lnTo>
                  <a:pt x="191005" y="21718"/>
                </a:lnTo>
                <a:lnTo>
                  <a:pt x="189899" y="21354"/>
                </a:lnTo>
                <a:close/>
                <a:moveTo>
                  <a:pt x="284095" y="65459"/>
                </a:moveTo>
                <a:lnTo>
                  <a:pt x="285367" y="67088"/>
                </a:lnTo>
                <a:lnTo>
                  <a:pt x="283459" y="66273"/>
                </a:lnTo>
                <a:close/>
                <a:moveTo>
                  <a:pt x="158985" y="80373"/>
                </a:moveTo>
                <a:lnTo>
                  <a:pt x="159828" y="81772"/>
                </a:lnTo>
                <a:lnTo>
                  <a:pt x="158564" y="81073"/>
                </a:lnTo>
                <a:close/>
                <a:moveTo>
                  <a:pt x="1639" y="190125"/>
                </a:moveTo>
                <a:lnTo>
                  <a:pt x="3254" y="190585"/>
                </a:lnTo>
                <a:lnTo>
                  <a:pt x="831" y="190355"/>
                </a:lnTo>
                <a:close/>
                <a:moveTo>
                  <a:pt x="85620" y="49435"/>
                </a:moveTo>
                <a:lnTo>
                  <a:pt x="87724" y="49818"/>
                </a:lnTo>
                <a:lnTo>
                  <a:pt x="84568" y="49626"/>
                </a:lnTo>
                <a:close/>
                <a:moveTo>
                  <a:pt x="283160" y="283226"/>
                </a:moveTo>
                <a:lnTo>
                  <a:pt x="284354" y="283846"/>
                </a:lnTo>
                <a:lnTo>
                  <a:pt x="282562" y="283536"/>
                </a:lnTo>
                <a:close/>
                <a:moveTo>
                  <a:pt x="93211" y="58221"/>
                </a:moveTo>
                <a:lnTo>
                  <a:pt x="94419" y="59183"/>
                </a:lnTo>
                <a:lnTo>
                  <a:pt x="92607" y="58702"/>
                </a:lnTo>
                <a:close/>
                <a:moveTo>
                  <a:pt x="168404" y="42605"/>
                </a:moveTo>
                <a:lnTo>
                  <a:pt x="169474" y="43242"/>
                </a:lnTo>
                <a:lnTo>
                  <a:pt x="167869" y="42923"/>
                </a:lnTo>
                <a:close/>
                <a:moveTo>
                  <a:pt x="139603" y="152053"/>
                </a:moveTo>
                <a:lnTo>
                  <a:pt x="141162" y="153172"/>
                </a:lnTo>
                <a:lnTo>
                  <a:pt x="138823" y="152613"/>
                </a:lnTo>
                <a:close/>
                <a:moveTo>
                  <a:pt x="93185" y="53016"/>
                </a:moveTo>
                <a:lnTo>
                  <a:pt x="94926" y="53550"/>
                </a:lnTo>
                <a:lnTo>
                  <a:pt x="92314" y="53283"/>
                </a:lnTo>
                <a:close/>
                <a:moveTo>
                  <a:pt x="213952" y="187835"/>
                </a:moveTo>
                <a:lnTo>
                  <a:pt x="214663" y="189437"/>
                </a:lnTo>
                <a:lnTo>
                  <a:pt x="213597" y="188636"/>
                </a:lnTo>
                <a:close/>
                <a:moveTo>
                  <a:pt x="152043" y="12703"/>
                </a:moveTo>
                <a:lnTo>
                  <a:pt x="152766" y="13251"/>
                </a:lnTo>
                <a:lnTo>
                  <a:pt x="151682" y="12977"/>
                </a:lnTo>
                <a:close/>
                <a:moveTo>
                  <a:pt x="221620" y="82585"/>
                </a:moveTo>
                <a:lnTo>
                  <a:pt x="223729" y="83517"/>
                </a:lnTo>
                <a:lnTo>
                  <a:pt x="220565" y="83051"/>
                </a:lnTo>
                <a:close/>
              </a:path>
            </a:pathLst>
          </a:custGeom>
          <a:solidFill>
            <a:srgbClr val="777777">
              <a:alpha val="20000"/>
            </a:srgbClr>
          </a:solidFill>
          <a:ln w="0" cap="rnd" cmpd="sng" algn="ctr">
            <a:solidFill>
              <a:srgbClr val="FFFFFF">
                <a:alpha val="0"/>
              </a:srgbClr>
            </a:solidFill>
            <a:round/>
            <a:headEnd type="none"/>
            <a:tailEnd type="none"/>
          </a:ln>
        </p:spPr>
      </p:sp>
      <p:sp>
        <p:nvSpPr>
          <p:cNvPr id="1090" name="synchronisation / 1072 paper texture"/>
          <p:cNvSpPr/>
          <p:nvPr/>
        </p:nvSpPr>
        <p:spPr>
          <a:xfrm>
            <a:off x="4830077" y="7388402"/>
            <a:ext cx="2649093" cy="2635537"/>
          </a:xfrm>
          <a:custGeom>
            <a:avLst/>
            <a:gdLst/>
            <a:ahLst/>
            <a:cxnLst/>
            <a:rect l="0" t="0" r="r" b="b"/>
            <a:pathLst>
              <a:path w="289708" h="288226" fill="norm" stroke="1" extrusionOk="0">
                <a:moveTo>
                  <a:pt x="236833" y="213104"/>
                </a:moveTo>
                <a:lnTo>
                  <a:pt x="238562" y="214184"/>
                </a:lnTo>
                <a:lnTo>
                  <a:pt x="235969" y="213644"/>
                </a:lnTo>
                <a:close/>
                <a:moveTo>
                  <a:pt x="98120" y="41716"/>
                </a:moveTo>
                <a:lnTo>
                  <a:pt x="99814" y="42864"/>
                </a:lnTo>
                <a:lnTo>
                  <a:pt x="97273" y="42290"/>
                </a:lnTo>
                <a:close/>
                <a:moveTo>
                  <a:pt x="237613" y="130621"/>
                </a:moveTo>
                <a:lnTo>
                  <a:pt x="237986" y="131316"/>
                </a:lnTo>
                <a:lnTo>
                  <a:pt x="237427" y="130969"/>
                </a:lnTo>
                <a:close/>
                <a:moveTo>
                  <a:pt x="37229" y="94043"/>
                </a:moveTo>
                <a:lnTo>
                  <a:pt x="38634" y="95101"/>
                </a:lnTo>
                <a:lnTo>
                  <a:pt x="36527" y="94572"/>
                </a:lnTo>
                <a:close/>
                <a:moveTo>
                  <a:pt x="204304" y="147942"/>
                </a:moveTo>
                <a:lnTo>
                  <a:pt x="206394" y="148553"/>
                </a:lnTo>
                <a:lnTo>
                  <a:pt x="203258" y="148248"/>
                </a:lnTo>
                <a:close/>
                <a:moveTo>
                  <a:pt x="214231" y="237142"/>
                </a:moveTo>
                <a:lnTo>
                  <a:pt x="216428" y="238065"/>
                </a:lnTo>
                <a:lnTo>
                  <a:pt x="213133" y="237603"/>
                </a:lnTo>
                <a:close/>
                <a:moveTo>
                  <a:pt x="135219" y="248110"/>
                </a:moveTo>
                <a:lnTo>
                  <a:pt x="135665" y="248974"/>
                </a:lnTo>
                <a:lnTo>
                  <a:pt x="134995" y="248542"/>
                </a:lnTo>
                <a:close/>
                <a:moveTo>
                  <a:pt x="103845" y="201529"/>
                </a:moveTo>
                <a:lnTo>
                  <a:pt x="105569" y="203111"/>
                </a:lnTo>
                <a:lnTo>
                  <a:pt x="102983" y="202320"/>
                </a:lnTo>
                <a:close/>
                <a:moveTo>
                  <a:pt x="55148" y="35873"/>
                </a:moveTo>
                <a:lnTo>
                  <a:pt x="56443" y="37314"/>
                </a:lnTo>
                <a:lnTo>
                  <a:pt x="54501" y="36593"/>
                </a:lnTo>
                <a:close/>
                <a:moveTo>
                  <a:pt x="113539" y="189610"/>
                </a:moveTo>
                <a:lnTo>
                  <a:pt x="114876" y="190657"/>
                </a:lnTo>
                <a:lnTo>
                  <a:pt x="112870" y="190133"/>
                </a:lnTo>
                <a:close/>
                <a:moveTo>
                  <a:pt x="40850" y="181634"/>
                </a:moveTo>
                <a:lnTo>
                  <a:pt x="42897" y="183422"/>
                </a:lnTo>
                <a:lnTo>
                  <a:pt x="39826" y="182528"/>
                </a:lnTo>
                <a:close/>
                <a:moveTo>
                  <a:pt x="174851" y="201287"/>
                </a:moveTo>
                <a:lnTo>
                  <a:pt x="175713" y="202967"/>
                </a:lnTo>
                <a:lnTo>
                  <a:pt x="174420" y="202127"/>
                </a:lnTo>
                <a:close/>
                <a:moveTo>
                  <a:pt x="231002" y="1814"/>
                </a:moveTo>
                <a:lnTo>
                  <a:pt x="232590" y="2740"/>
                </a:lnTo>
                <a:lnTo>
                  <a:pt x="230208" y="2277"/>
                </a:lnTo>
                <a:close/>
                <a:moveTo>
                  <a:pt x="216413" y="6975"/>
                </a:moveTo>
                <a:lnTo>
                  <a:pt x="218464" y="7896"/>
                </a:lnTo>
                <a:lnTo>
                  <a:pt x="215388" y="7435"/>
                </a:lnTo>
                <a:close/>
                <a:moveTo>
                  <a:pt x="109938" y="63491"/>
                </a:moveTo>
                <a:lnTo>
                  <a:pt x="110501" y="64106"/>
                </a:lnTo>
                <a:lnTo>
                  <a:pt x="109656" y="63798"/>
                </a:lnTo>
                <a:close/>
                <a:moveTo>
                  <a:pt x="78720" y="79294"/>
                </a:moveTo>
                <a:lnTo>
                  <a:pt x="79150" y="80932"/>
                </a:lnTo>
                <a:lnTo>
                  <a:pt x="78505" y="80113"/>
                </a:lnTo>
                <a:close/>
                <a:moveTo>
                  <a:pt x="64677" y="24875"/>
                </a:moveTo>
                <a:lnTo>
                  <a:pt x="66269" y="25213"/>
                </a:lnTo>
                <a:lnTo>
                  <a:pt x="63880" y="25044"/>
                </a:lnTo>
                <a:close/>
                <a:moveTo>
                  <a:pt x="238708" y="243072"/>
                </a:moveTo>
                <a:lnTo>
                  <a:pt x="240755" y="244474"/>
                </a:lnTo>
                <a:lnTo>
                  <a:pt x="237685" y="243773"/>
                </a:lnTo>
                <a:close/>
                <a:moveTo>
                  <a:pt x="69882" y="149790"/>
                </a:moveTo>
                <a:lnTo>
                  <a:pt x="71265" y="150375"/>
                </a:lnTo>
                <a:lnTo>
                  <a:pt x="69191" y="150083"/>
                </a:lnTo>
                <a:close/>
                <a:moveTo>
                  <a:pt x="197777" y="71258"/>
                </a:moveTo>
                <a:lnTo>
                  <a:pt x="199110" y="72965"/>
                </a:lnTo>
                <a:lnTo>
                  <a:pt x="197110" y="72112"/>
                </a:lnTo>
                <a:close/>
                <a:moveTo>
                  <a:pt x="151227" y="244589"/>
                </a:moveTo>
                <a:lnTo>
                  <a:pt x="153292" y="245451"/>
                </a:lnTo>
                <a:lnTo>
                  <a:pt x="150195" y="245020"/>
                </a:lnTo>
                <a:close/>
                <a:moveTo>
                  <a:pt x="261723" y="210869"/>
                </a:moveTo>
                <a:lnTo>
                  <a:pt x="262401" y="211198"/>
                </a:lnTo>
                <a:lnTo>
                  <a:pt x="261384" y="211034"/>
                </a:lnTo>
                <a:close/>
                <a:moveTo>
                  <a:pt x="50152" y="94929"/>
                </a:moveTo>
                <a:lnTo>
                  <a:pt x="50870" y="96721"/>
                </a:lnTo>
                <a:lnTo>
                  <a:pt x="49793" y="95825"/>
                </a:lnTo>
                <a:close/>
                <a:moveTo>
                  <a:pt x="239360" y="273512"/>
                </a:moveTo>
                <a:lnTo>
                  <a:pt x="241005" y="274991"/>
                </a:lnTo>
                <a:lnTo>
                  <a:pt x="238537" y="274251"/>
                </a:lnTo>
                <a:close/>
                <a:moveTo>
                  <a:pt x="142831" y="63866"/>
                </a:moveTo>
                <a:lnTo>
                  <a:pt x="144671" y="64270"/>
                </a:lnTo>
                <a:lnTo>
                  <a:pt x="141911" y="64068"/>
                </a:lnTo>
                <a:close/>
                <a:moveTo>
                  <a:pt x="205139" y="11825"/>
                </a:moveTo>
                <a:lnTo>
                  <a:pt x="206468" y="13292"/>
                </a:lnTo>
                <a:lnTo>
                  <a:pt x="204475" y="12558"/>
                </a:lnTo>
                <a:close/>
                <a:moveTo>
                  <a:pt x="218855" y="199759"/>
                </a:moveTo>
                <a:lnTo>
                  <a:pt x="219348" y="200667"/>
                </a:lnTo>
                <a:lnTo>
                  <a:pt x="218609" y="200213"/>
                </a:lnTo>
                <a:close/>
                <a:moveTo>
                  <a:pt x="3750" y="71132"/>
                </a:moveTo>
                <a:lnTo>
                  <a:pt x="5920" y="72736"/>
                </a:lnTo>
                <a:lnTo>
                  <a:pt x="2665" y="71934"/>
                </a:lnTo>
                <a:close/>
                <a:moveTo>
                  <a:pt x="166552" y="226883"/>
                </a:moveTo>
                <a:lnTo>
                  <a:pt x="168526" y="228400"/>
                </a:lnTo>
                <a:lnTo>
                  <a:pt x="165565" y="227642"/>
                </a:lnTo>
                <a:close/>
                <a:moveTo>
                  <a:pt x="63180" y="281728"/>
                </a:moveTo>
                <a:lnTo>
                  <a:pt x="63758" y="282158"/>
                </a:lnTo>
                <a:lnTo>
                  <a:pt x="62891" y="281943"/>
                </a:lnTo>
                <a:close/>
                <a:moveTo>
                  <a:pt x="279175" y="39280"/>
                </a:moveTo>
                <a:lnTo>
                  <a:pt x="280873" y="40412"/>
                </a:lnTo>
                <a:lnTo>
                  <a:pt x="278327" y="39846"/>
                </a:lnTo>
                <a:close/>
                <a:moveTo>
                  <a:pt x="190440" y="189163"/>
                </a:moveTo>
                <a:lnTo>
                  <a:pt x="191877" y="189698"/>
                </a:lnTo>
                <a:lnTo>
                  <a:pt x="189722" y="189431"/>
                </a:lnTo>
                <a:close/>
                <a:moveTo>
                  <a:pt x="58745" y="10895"/>
                </a:moveTo>
                <a:lnTo>
                  <a:pt x="60210" y="12186"/>
                </a:lnTo>
                <a:lnTo>
                  <a:pt x="58012" y="11540"/>
                </a:lnTo>
                <a:close/>
                <a:moveTo>
                  <a:pt x="231966" y="83189"/>
                </a:moveTo>
                <a:lnTo>
                  <a:pt x="233373" y="84518"/>
                </a:lnTo>
                <a:lnTo>
                  <a:pt x="231263" y="83853"/>
                </a:lnTo>
                <a:close/>
                <a:moveTo>
                  <a:pt x="84699" y="126199"/>
                </a:moveTo>
                <a:lnTo>
                  <a:pt x="86227" y="127293"/>
                </a:lnTo>
                <a:lnTo>
                  <a:pt x="83934" y="126746"/>
                </a:lnTo>
                <a:close/>
                <a:moveTo>
                  <a:pt x="228342" y="41570"/>
                </a:moveTo>
                <a:lnTo>
                  <a:pt x="230150" y="42866"/>
                </a:lnTo>
                <a:lnTo>
                  <a:pt x="227438" y="42218"/>
                </a:lnTo>
                <a:close/>
                <a:moveTo>
                  <a:pt x="58464" y="9402"/>
                </a:moveTo>
                <a:lnTo>
                  <a:pt x="59903" y="9894"/>
                </a:lnTo>
                <a:lnTo>
                  <a:pt x="57745" y="9648"/>
                </a:lnTo>
                <a:close/>
                <a:moveTo>
                  <a:pt x="238492" y="107576"/>
                </a:moveTo>
                <a:lnTo>
                  <a:pt x="240457" y="109251"/>
                </a:lnTo>
                <a:lnTo>
                  <a:pt x="237509" y="108414"/>
                </a:lnTo>
                <a:close/>
                <a:moveTo>
                  <a:pt x="264050" y="269025"/>
                </a:moveTo>
                <a:lnTo>
                  <a:pt x="265178" y="270053"/>
                </a:lnTo>
                <a:lnTo>
                  <a:pt x="263486" y="269539"/>
                </a:lnTo>
                <a:close/>
                <a:moveTo>
                  <a:pt x="100195" y="281292"/>
                </a:moveTo>
                <a:lnTo>
                  <a:pt x="101948" y="282640"/>
                </a:lnTo>
                <a:lnTo>
                  <a:pt x="99319" y="281966"/>
                </a:lnTo>
                <a:close/>
                <a:moveTo>
                  <a:pt x="270191" y="104907"/>
                </a:moveTo>
                <a:lnTo>
                  <a:pt x="271680" y="105697"/>
                </a:lnTo>
                <a:lnTo>
                  <a:pt x="269446" y="105302"/>
                </a:lnTo>
                <a:close/>
                <a:moveTo>
                  <a:pt x="64847" y="277593"/>
                </a:moveTo>
                <a:lnTo>
                  <a:pt x="66960" y="278049"/>
                </a:lnTo>
                <a:lnTo>
                  <a:pt x="63790" y="277821"/>
                </a:lnTo>
                <a:close/>
                <a:moveTo>
                  <a:pt x="283280" y="210209"/>
                </a:moveTo>
                <a:lnTo>
                  <a:pt x="283919" y="211804"/>
                </a:lnTo>
                <a:lnTo>
                  <a:pt x="282961" y="211007"/>
                </a:lnTo>
                <a:close/>
                <a:moveTo>
                  <a:pt x="105657" y="186798"/>
                </a:moveTo>
                <a:lnTo>
                  <a:pt x="106209" y="187730"/>
                </a:lnTo>
                <a:lnTo>
                  <a:pt x="105380" y="187264"/>
                </a:lnTo>
                <a:close/>
                <a:moveTo>
                  <a:pt x="133956" y="281489"/>
                </a:moveTo>
                <a:lnTo>
                  <a:pt x="136124" y="282457"/>
                </a:lnTo>
                <a:lnTo>
                  <a:pt x="132872" y="281973"/>
                </a:lnTo>
                <a:close/>
                <a:moveTo>
                  <a:pt x="114782" y="31640"/>
                </a:moveTo>
                <a:lnTo>
                  <a:pt x="115187" y="33112"/>
                </a:lnTo>
                <a:lnTo>
                  <a:pt x="114580" y="32376"/>
                </a:lnTo>
                <a:close/>
                <a:moveTo>
                  <a:pt x="195216" y="65033"/>
                </a:moveTo>
                <a:lnTo>
                  <a:pt x="195712" y="66268"/>
                </a:lnTo>
                <a:lnTo>
                  <a:pt x="194968" y="65651"/>
                </a:lnTo>
                <a:close/>
                <a:moveTo>
                  <a:pt x="97602" y="164329"/>
                </a:moveTo>
                <a:lnTo>
                  <a:pt x="99484" y="165301"/>
                </a:lnTo>
                <a:lnTo>
                  <a:pt x="96662" y="164815"/>
                </a:lnTo>
                <a:close/>
                <a:moveTo>
                  <a:pt x="261336" y="283234"/>
                </a:moveTo>
                <a:lnTo>
                  <a:pt x="262255" y="283938"/>
                </a:lnTo>
                <a:lnTo>
                  <a:pt x="260877" y="283586"/>
                </a:lnTo>
                <a:close/>
                <a:moveTo>
                  <a:pt x="268968" y="230369"/>
                </a:moveTo>
                <a:lnTo>
                  <a:pt x="270631" y="231028"/>
                </a:lnTo>
                <a:lnTo>
                  <a:pt x="268137" y="230698"/>
                </a:lnTo>
                <a:close/>
                <a:moveTo>
                  <a:pt x="243811" y="81317"/>
                </a:moveTo>
                <a:lnTo>
                  <a:pt x="245429" y="81913"/>
                </a:lnTo>
                <a:lnTo>
                  <a:pt x="243003" y="81615"/>
                </a:lnTo>
                <a:close/>
                <a:moveTo>
                  <a:pt x="103973" y="182032"/>
                </a:moveTo>
                <a:lnTo>
                  <a:pt x="105855" y="182541"/>
                </a:lnTo>
                <a:lnTo>
                  <a:pt x="103032" y="182287"/>
                </a:lnTo>
                <a:close/>
                <a:moveTo>
                  <a:pt x="93085" y="52497"/>
                </a:moveTo>
                <a:lnTo>
                  <a:pt x="93925" y="53040"/>
                </a:lnTo>
                <a:lnTo>
                  <a:pt x="92665" y="52769"/>
                </a:lnTo>
                <a:close/>
                <a:moveTo>
                  <a:pt x="57493" y="3840"/>
                </a:moveTo>
                <a:lnTo>
                  <a:pt x="59586" y="4501"/>
                </a:lnTo>
                <a:lnTo>
                  <a:pt x="56447" y="4170"/>
                </a:lnTo>
                <a:close/>
                <a:moveTo>
                  <a:pt x="56171" y="254043"/>
                </a:moveTo>
                <a:lnTo>
                  <a:pt x="56867" y="255640"/>
                </a:lnTo>
                <a:lnTo>
                  <a:pt x="55822" y="254841"/>
                </a:lnTo>
                <a:close/>
                <a:moveTo>
                  <a:pt x="235411" y="59450"/>
                </a:moveTo>
                <a:lnTo>
                  <a:pt x="235864" y="60475"/>
                </a:lnTo>
                <a:lnTo>
                  <a:pt x="235184" y="59962"/>
                </a:lnTo>
                <a:close/>
                <a:moveTo>
                  <a:pt x="245008" y="158932"/>
                </a:moveTo>
                <a:lnTo>
                  <a:pt x="245670" y="159388"/>
                </a:lnTo>
                <a:lnTo>
                  <a:pt x="244677" y="159160"/>
                </a:lnTo>
                <a:close/>
                <a:moveTo>
                  <a:pt x="104009" y="179395"/>
                </a:moveTo>
                <a:lnTo>
                  <a:pt x="105109" y="180872"/>
                </a:lnTo>
                <a:lnTo>
                  <a:pt x="103458" y="180134"/>
                </a:lnTo>
                <a:close/>
                <a:moveTo>
                  <a:pt x="211023" y="110359"/>
                </a:moveTo>
                <a:lnTo>
                  <a:pt x="211733" y="111317"/>
                </a:lnTo>
                <a:lnTo>
                  <a:pt x="210668" y="110838"/>
                </a:lnTo>
                <a:close/>
                <a:moveTo>
                  <a:pt x="249489" y="59687"/>
                </a:moveTo>
                <a:lnTo>
                  <a:pt x="251432" y="60224"/>
                </a:lnTo>
                <a:lnTo>
                  <a:pt x="248518" y="59955"/>
                </a:lnTo>
                <a:close/>
                <a:moveTo>
                  <a:pt x="151832" y="202364"/>
                </a:moveTo>
                <a:lnTo>
                  <a:pt x="152510" y="202891"/>
                </a:lnTo>
                <a:lnTo>
                  <a:pt x="151492" y="202628"/>
                </a:lnTo>
                <a:close/>
                <a:moveTo>
                  <a:pt x="146533" y="25159"/>
                </a:moveTo>
                <a:lnTo>
                  <a:pt x="148212" y="25650"/>
                </a:lnTo>
                <a:lnTo>
                  <a:pt x="145693" y="25404"/>
                </a:lnTo>
                <a:close/>
                <a:moveTo>
                  <a:pt x="79347" y="123097"/>
                </a:moveTo>
                <a:lnTo>
                  <a:pt x="79905" y="123406"/>
                </a:lnTo>
                <a:lnTo>
                  <a:pt x="79068" y="123252"/>
                </a:lnTo>
                <a:close/>
                <a:moveTo>
                  <a:pt x="275952" y="158680"/>
                </a:moveTo>
                <a:lnTo>
                  <a:pt x="277167" y="160097"/>
                </a:lnTo>
                <a:lnTo>
                  <a:pt x="275345" y="159389"/>
                </a:lnTo>
                <a:close/>
                <a:moveTo>
                  <a:pt x="124672" y="68621"/>
                </a:moveTo>
                <a:lnTo>
                  <a:pt x="126484" y="69287"/>
                </a:lnTo>
                <a:lnTo>
                  <a:pt x="123766" y="68954"/>
                </a:lnTo>
                <a:close/>
                <a:moveTo>
                  <a:pt x="117741" y="215453"/>
                </a:moveTo>
                <a:lnTo>
                  <a:pt x="119480" y="216159"/>
                </a:lnTo>
                <a:lnTo>
                  <a:pt x="116871" y="215806"/>
                </a:lnTo>
                <a:close/>
                <a:moveTo>
                  <a:pt x="114548" y="261250"/>
                </a:moveTo>
                <a:lnTo>
                  <a:pt x="116273" y="262462"/>
                </a:lnTo>
                <a:lnTo>
                  <a:pt x="113685" y="261856"/>
                </a:lnTo>
                <a:close/>
                <a:moveTo>
                  <a:pt x="82379" y="256917"/>
                </a:moveTo>
                <a:lnTo>
                  <a:pt x="83708" y="257817"/>
                </a:lnTo>
                <a:lnTo>
                  <a:pt x="81715" y="257367"/>
                </a:lnTo>
                <a:close/>
                <a:moveTo>
                  <a:pt x="38344" y="98189"/>
                </a:moveTo>
                <a:lnTo>
                  <a:pt x="39296" y="99079"/>
                </a:lnTo>
                <a:lnTo>
                  <a:pt x="37868" y="98634"/>
                </a:lnTo>
                <a:close/>
                <a:moveTo>
                  <a:pt x="134178" y="262138"/>
                </a:moveTo>
                <a:lnTo>
                  <a:pt x="135528" y="263667"/>
                </a:lnTo>
                <a:lnTo>
                  <a:pt x="133504" y="262903"/>
                </a:lnTo>
                <a:close/>
                <a:moveTo>
                  <a:pt x="130299" y="202332"/>
                </a:moveTo>
                <a:lnTo>
                  <a:pt x="131386" y="202858"/>
                </a:lnTo>
                <a:lnTo>
                  <a:pt x="129756" y="202595"/>
                </a:lnTo>
                <a:close/>
                <a:moveTo>
                  <a:pt x="208336" y="200368"/>
                </a:moveTo>
                <a:lnTo>
                  <a:pt x="209681" y="201791"/>
                </a:lnTo>
                <a:lnTo>
                  <a:pt x="207663" y="201080"/>
                </a:lnTo>
                <a:close/>
                <a:moveTo>
                  <a:pt x="39983" y="60890"/>
                </a:moveTo>
                <a:lnTo>
                  <a:pt x="40673" y="61643"/>
                </a:lnTo>
                <a:lnTo>
                  <a:pt x="39637" y="61266"/>
                </a:lnTo>
                <a:close/>
                <a:moveTo>
                  <a:pt x="135354" y="283690"/>
                </a:moveTo>
                <a:lnTo>
                  <a:pt x="136751" y="284498"/>
                </a:lnTo>
                <a:lnTo>
                  <a:pt x="134656" y="284094"/>
                </a:lnTo>
                <a:close/>
                <a:moveTo>
                  <a:pt x="217944" y="93999"/>
                </a:moveTo>
                <a:lnTo>
                  <a:pt x="219694" y="94922"/>
                </a:lnTo>
                <a:lnTo>
                  <a:pt x="217069" y="94460"/>
                </a:lnTo>
                <a:close/>
                <a:moveTo>
                  <a:pt x="15967" y="185422"/>
                </a:moveTo>
                <a:lnTo>
                  <a:pt x="17432" y="186689"/>
                </a:lnTo>
                <a:lnTo>
                  <a:pt x="15234" y="186055"/>
                </a:lnTo>
                <a:close/>
                <a:moveTo>
                  <a:pt x="135769" y="165659"/>
                </a:moveTo>
                <a:lnTo>
                  <a:pt x="137593" y="166122"/>
                </a:lnTo>
                <a:lnTo>
                  <a:pt x="134857" y="165890"/>
                </a:lnTo>
                <a:close/>
                <a:moveTo>
                  <a:pt x="74858" y="157900"/>
                </a:moveTo>
                <a:lnTo>
                  <a:pt x="75917" y="158534"/>
                </a:lnTo>
                <a:lnTo>
                  <a:pt x="74329" y="158217"/>
                </a:lnTo>
                <a:close/>
                <a:moveTo>
                  <a:pt x="76278" y="138059"/>
                </a:moveTo>
                <a:lnTo>
                  <a:pt x="76849" y="138611"/>
                </a:lnTo>
                <a:lnTo>
                  <a:pt x="75993" y="138335"/>
                </a:lnTo>
                <a:close/>
                <a:moveTo>
                  <a:pt x="215293" y="280800"/>
                </a:moveTo>
                <a:lnTo>
                  <a:pt x="216410" y="282372"/>
                </a:lnTo>
                <a:lnTo>
                  <a:pt x="214734" y="281586"/>
                </a:lnTo>
                <a:close/>
                <a:moveTo>
                  <a:pt x="264664" y="242277"/>
                </a:moveTo>
                <a:lnTo>
                  <a:pt x="265938" y="243582"/>
                </a:lnTo>
                <a:lnTo>
                  <a:pt x="264027" y="242929"/>
                </a:lnTo>
                <a:close/>
                <a:moveTo>
                  <a:pt x="144751" y="196470"/>
                </a:moveTo>
                <a:lnTo>
                  <a:pt x="145965" y="197820"/>
                </a:lnTo>
                <a:lnTo>
                  <a:pt x="144143" y="197145"/>
                </a:lnTo>
                <a:close/>
                <a:moveTo>
                  <a:pt x="36317" y="121748"/>
                </a:moveTo>
                <a:lnTo>
                  <a:pt x="37410" y="123150"/>
                </a:lnTo>
                <a:lnTo>
                  <a:pt x="35771" y="122449"/>
                </a:lnTo>
                <a:close/>
                <a:moveTo>
                  <a:pt x="283754" y="277981"/>
                </a:moveTo>
                <a:lnTo>
                  <a:pt x="284880" y="279323"/>
                </a:lnTo>
                <a:lnTo>
                  <a:pt x="283191" y="278652"/>
                </a:lnTo>
                <a:close/>
                <a:moveTo>
                  <a:pt x="86872" y="242389"/>
                </a:moveTo>
                <a:lnTo>
                  <a:pt x="88263" y="244092"/>
                </a:lnTo>
                <a:lnTo>
                  <a:pt x="86176" y="243240"/>
                </a:lnTo>
                <a:close/>
                <a:moveTo>
                  <a:pt x="162196" y="26177"/>
                </a:moveTo>
                <a:lnTo>
                  <a:pt x="163049" y="26548"/>
                </a:lnTo>
                <a:lnTo>
                  <a:pt x="161769" y="26362"/>
                </a:lnTo>
                <a:close/>
                <a:moveTo>
                  <a:pt x="175526" y="28318"/>
                </a:moveTo>
                <a:lnTo>
                  <a:pt x="177724" y="29561"/>
                </a:lnTo>
                <a:lnTo>
                  <a:pt x="174427" y="28940"/>
                </a:lnTo>
                <a:close/>
                <a:moveTo>
                  <a:pt x="83101" y="131849"/>
                </a:moveTo>
                <a:lnTo>
                  <a:pt x="84277" y="132484"/>
                </a:lnTo>
                <a:lnTo>
                  <a:pt x="82513" y="132166"/>
                </a:lnTo>
                <a:close/>
                <a:moveTo>
                  <a:pt x="38625" y="7364"/>
                </a:moveTo>
                <a:lnTo>
                  <a:pt x="39754" y="7883"/>
                </a:lnTo>
                <a:lnTo>
                  <a:pt x="38060" y="7624"/>
                </a:lnTo>
                <a:close/>
                <a:moveTo>
                  <a:pt x="193487" y="50839"/>
                </a:moveTo>
                <a:lnTo>
                  <a:pt x="193937" y="51228"/>
                </a:lnTo>
                <a:lnTo>
                  <a:pt x="193262" y="51033"/>
                </a:lnTo>
                <a:close/>
                <a:moveTo>
                  <a:pt x="134170" y="54913"/>
                </a:moveTo>
                <a:lnTo>
                  <a:pt x="136139" y="55509"/>
                </a:lnTo>
                <a:lnTo>
                  <a:pt x="133185" y="55211"/>
                </a:lnTo>
                <a:close/>
                <a:moveTo>
                  <a:pt x="117219" y="191714"/>
                </a:moveTo>
                <a:lnTo>
                  <a:pt x="118821" y="192548"/>
                </a:lnTo>
                <a:lnTo>
                  <a:pt x="116418" y="192131"/>
                </a:lnTo>
                <a:close/>
                <a:moveTo>
                  <a:pt x="6843" y="175319"/>
                </a:moveTo>
                <a:lnTo>
                  <a:pt x="7770" y="176061"/>
                </a:lnTo>
                <a:lnTo>
                  <a:pt x="6379" y="175690"/>
                </a:lnTo>
                <a:close/>
                <a:moveTo>
                  <a:pt x="277182" y="202902"/>
                </a:moveTo>
                <a:lnTo>
                  <a:pt x="278981" y="203498"/>
                </a:lnTo>
                <a:lnTo>
                  <a:pt x="276283" y="203200"/>
                </a:lnTo>
                <a:close/>
                <a:moveTo>
                  <a:pt x="260675" y="127416"/>
                </a:moveTo>
                <a:lnTo>
                  <a:pt x="262015" y="128599"/>
                </a:lnTo>
                <a:lnTo>
                  <a:pt x="260005" y="128007"/>
                </a:lnTo>
                <a:close/>
                <a:moveTo>
                  <a:pt x="147903" y="266443"/>
                </a:moveTo>
                <a:lnTo>
                  <a:pt x="149527" y="267803"/>
                </a:lnTo>
                <a:lnTo>
                  <a:pt x="147091" y="267123"/>
                </a:lnTo>
                <a:close/>
                <a:moveTo>
                  <a:pt x="128598" y="161194"/>
                </a:moveTo>
                <a:lnTo>
                  <a:pt x="129305" y="162134"/>
                </a:lnTo>
                <a:lnTo>
                  <a:pt x="128245" y="161664"/>
                </a:lnTo>
                <a:close/>
                <a:moveTo>
                  <a:pt x="25570" y="77262"/>
                </a:moveTo>
                <a:lnTo>
                  <a:pt x="27548" y="78797"/>
                </a:lnTo>
                <a:lnTo>
                  <a:pt x="24580" y="78029"/>
                </a:lnTo>
                <a:close/>
                <a:moveTo>
                  <a:pt x="21559" y="26992"/>
                </a:moveTo>
                <a:lnTo>
                  <a:pt x="22087" y="28478"/>
                </a:lnTo>
                <a:lnTo>
                  <a:pt x="21295" y="27735"/>
                </a:lnTo>
                <a:close/>
                <a:moveTo>
                  <a:pt x="144183" y="217424"/>
                </a:moveTo>
                <a:lnTo>
                  <a:pt x="145362" y="218323"/>
                </a:lnTo>
                <a:lnTo>
                  <a:pt x="143594" y="217874"/>
                </a:lnTo>
                <a:close/>
                <a:moveTo>
                  <a:pt x="142887" y="233584"/>
                </a:moveTo>
                <a:lnTo>
                  <a:pt x="144960" y="234578"/>
                </a:lnTo>
                <a:lnTo>
                  <a:pt x="141850" y="234081"/>
                </a:lnTo>
                <a:close/>
                <a:moveTo>
                  <a:pt x="51648" y="261267"/>
                </a:moveTo>
                <a:lnTo>
                  <a:pt x="53398" y="261779"/>
                </a:lnTo>
                <a:lnTo>
                  <a:pt x="50774" y="261523"/>
                </a:lnTo>
                <a:close/>
                <a:moveTo>
                  <a:pt x="89361" y="158872"/>
                </a:moveTo>
                <a:lnTo>
                  <a:pt x="90856" y="159249"/>
                </a:lnTo>
                <a:lnTo>
                  <a:pt x="88613" y="159061"/>
                </a:lnTo>
                <a:close/>
                <a:moveTo>
                  <a:pt x="118662" y="179104"/>
                </a:moveTo>
                <a:lnTo>
                  <a:pt x="119259" y="180352"/>
                </a:lnTo>
                <a:lnTo>
                  <a:pt x="118364" y="179728"/>
                </a:lnTo>
                <a:close/>
                <a:moveTo>
                  <a:pt x="32992" y="188137"/>
                </a:moveTo>
                <a:lnTo>
                  <a:pt x="34678" y="189500"/>
                </a:lnTo>
                <a:lnTo>
                  <a:pt x="32149" y="188818"/>
                </a:lnTo>
                <a:close/>
                <a:moveTo>
                  <a:pt x="28830" y="44227"/>
                </a:moveTo>
                <a:lnTo>
                  <a:pt x="29859" y="45581"/>
                </a:lnTo>
                <a:lnTo>
                  <a:pt x="28315" y="44904"/>
                </a:lnTo>
                <a:close/>
                <a:moveTo>
                  <a:pt x="285216" y="157694"/>
                </a:moveTo>
                <a:lnTo>
                  <a:pt x="287060" y="158966"/>
                </a:lnTo>
                <a:lnTo>
                  <a:pt x="284294" y="158330"/>
                </a:lnTo>
                <a:close/>
                <a:moveTo>
                  <a:pt x="168480" y="186779"/>
                </a:moveTo>
                <a:lnTo>
                  <a:pt x="169587" y="187260"/>
                </a:lnTo>
                <a:lnTo>
                  <a:pt x="167926" y="187019"/>
                </a:lnTo>
                <a:close/>
                <a:moveTo>
                  <a:pt x="142223" y="158576"/>
                </a:moveTo>
                <a:lnTo>
                  <a:pt x="143025" y="159891"/>
                </a:lnTo>
                <a:lnTo>
                  <a:pt x="141823" y="159234"/>
                </a:lnTo>
                <a:close/>
                <a:moveTo>
                  <a:pt x="84119" y="242628"/>
                </a:moveTo>
                <a:lnTo>
                  <a:pt x="85106" y="243360"/>
                </a:lnTo>
                <a:lnTo>
                  <a:pt x="83626" y="242994"/>
                </a:lnTo>
                <a:close/>
                <a:moveTo>
                  <a:pt x="218317" y="174030"/>
                </a:moveTo>
                <a:lnTo>
                  <a:pt x="219713" y="175244"/>
                </a:lnTo>
                <a:lnTo>
                  <a:pt x="217619" y="174637"/>
                </a:lnTo>
                <a:close/>
                <a:moveTo>
                  <a:pt x="235246" y="56736"/>
                </a:moveTo>
                <a:lnTo>
                  <a:pt x="237227" y="58307"/>
                </a:lnTo>
                <a:lnTo>
                  <a:pt x="234255" y="57521"/>
                </a:lnTo>
                <a:close/>
                <a:moveTo>
                  <a:pt x="226007" y="22079"/>
                </a:moveTo>
                <a:lnTo>
                  <a:pt x="227151" y="23319"/>
                </a:lnTo>
                <a:lnTo>
                  <a:pt x="225434" y="22699"/>
                </a:lnTo>
                <a:close/>
                <a:moveTo>
                  <a:pt x="29582" y="126070"/>
                </a:moveTo>
                <a:lnTo>
                  <a:pt x="30777" y="126665"/>
                </a:lnTo>
                <a:lnTo>
                  <a:pt x="28985" y="126367"/>
                </a:lnTo>
                <a:close/>
                <a:moveTo>
                  <a:pt x="6300" y="180087"/>
                </a:moveTo>
                <a:lnTo>
                  <a:pt x="8029" y="181467"/>
                </a:lnTo>
                <a:lnTo>
                  <a:pt x="5435" y="180777"/>
                </a:lnTo>
                <a:close/>
                <a:moveTo>
                  <a:pt x="58024" y="246206"/>
                </a:moveTo>
                <a:lnTo>
                  <a:pt x="59076" y="247243"/>
                </a:lnTo>
                <a:lnTo>
                  <a:pt x="57497" y="246725"/>
                </a:lnTo>
                <a:close/>
                <a:moveTo>
                  <a:pt x="43098" y="166064"/>
                </a:moveTo>
                <a:lnTo>
                  <a:pt x="44327" y="167634"/>
                </a:lnTo>
                <a:lnTo>
                  <a:pt x="42484" y="166849"/>
                </a:lnTo>
                <a:close/>
                <a:moveTo>
                  <a:pt x="143940" y="148332"/>
                </a:moveTo>
                <a:lnTo>
                  <a:pt x="145688" y="148700"/>
                </a:lnTo>
                <a:lnTo>
                  <a:pt x="143066" y="148516"/>
                </a:lnTo>
                <a:close/>
                <a:moveTo>
                  <a:pt x="135197" y="94420"/>
                </a:moveTo>
                <a:lnTo>
                  <a:pt x="137327" y="95188"/>
                </a:lnTo>
                <a:lnTo>
                  <a:pt x="134131" y="94804"/>
                </a:lnTo>
                <a:close/>
                <a:moveTo>
                  <a:pt x="190532" y="102147"/>
                </a:moveTo>
                <a:lnTo>
                  <a:pt x="191183" y="103304"/>
                </a:lnTo>
                <a:lnTo>
                  <a:pt x="190207" y="102725"/>
                </a:lnTo>
                <a:close/>
                <a:moveTo>
                  <a:pt x="281774" y="274586"/>
                </a:moveTo>
                <a:lnTo>
                  <a:pt x="282880" y="275787"/>
                </a:lnTo>
                <a:lnTo>
                  <a:pt x="281221" y="275187"/>
                </a:lnTo>
                <a:close/>
                <a:moveTo>
                  <a:pt x="82286" y="94317"/>
                </a:moveTo>
                <a:lnTo>
                  <a:pt x="84243" y="94811"/>
                </a:lnTo>
                <a:lnTo>
                  <a:pt x="81308" y="94564"/>
                </a:lnTo>
                <a:close/>
                <a:moveTo>
                  <a:pt x="251609" y="41313"/>
                </a:moveTo>
                <a:lnTo>
                  <a:pt x="252782" y="41800"/>
                </a:lnTo>
                <a:lnTo>
                  <a:pt x="251023" y="41557"/>
                </a:lnTo>
                <a:close/>
                <a:moveTo>
                  <a:pt x="281460" y="56434"/>
                </a:moveTo>
                <a:lnTo>
                  <a:pt x="283542" y="57099"/>
                </a:lnTo>
                <a:lnTo>
                  <a:pt x="280420" y="56766"/>
                </a:lnTo>
                <a:close/>
                <a:moveTo>
                  <a:pt x="284990" y="219510"/>
                </a:moveTo>
                <a:lnTo>
                  <a:pt x="287166" y="220682"/>
                </a:lnTo>
                <a:lnTo>
                  <a:pt x="283902" y="220096"/>
                </a:lnTo>
                <a:close/>
                <a:moveTo>
                  <a:pt x="273243" y="226447"/>
                </a:moveTo>
                <a:lnTo>
                  <a:pt x="274798" y="227270"/>
                </a:lnTo>
                <a:lnTo>
                  <a:pt x="272466" y="226859"/>
                </a:lnTo>
                <a:close/>
                <a:moveTo>
                  <a:pt x="33060" y="2206"/>
                </a:moveTo>
                <a:lnTo>
                  <a:pt x="34428" y="3226"/>
                </a:lnTo>
                <a:lnTo>
                  <a:pt x="32375" y="2716"/>
                </a:lnTo>
                <a:close/>
                <a:moveTo>
                  <a:pt x="200286" y="253590"/>
                </a:moveTo>
                <a:lnTo>
                  <a:pt x="201339" y="254994"/>
                </a:lnTo>
                <a:lnTo>
                  <a:pt x="199759" y="254292"/>
                </a:lnTo>
                <a:close/>
                <a:moveTo>
                  <a:pt x="167223" y="253589"/>
                </a:moveTo>
                <a:lnTo>
                  <a:pt x="168806" y="253955"/>
                </a:lnTo>
                <a:lnTo>
                  <a:pt x="166432" y="253772"/>
                </a:lnTo>
                <a:close/>
                <a:moveTo>
                  <a:pt x="227199" y="241350"/>
                </a:moveTo>
                <a:lnTo>
                  <a:pt x="229081" y="242284"/>
                </a:lnTo>
                <a:lnTo>
                  <a:pt x="226258" y="241817"/>
                </a:lnTo>
                <a:close/>
                <a:moveTo>
                  <a:pt x="218584" y="236948"/>
                </a:moveTo>
                <a:lnTo>
                  <a:pt x="219771" y="238730"/>
                </a:lnTo>
                <a:lnTo>
                  <a:pt x="217991" y="237839"/>
                </a:lnTo>
                <a:close/>
                <a:moveTo>
                  <a:pt x="217977" y="10050"/>
                </a:moveTo>
                <a:lnTo>
                  <a:pt x="220032" y="11324"/>
                </a:lnTo>
                <a:lnTo>
                  <a:pt x="216950" y="10687"/>
                </a:lnTo>
                <a:close/>
                <a:moveTo>
                  <a:pt x="241530" y="199522"/>
                </a:moveTo>
                <a:lnTo>
                  <a:pt x="242833" y="200133"/>
                </a:lnTo>
                <a:lnTo>
                  <a:pt x="240879" y="199828"/>
                </a:lnTo>
                <a:close/>
                <a:moveTo>
                  <a:pt x="86926" y="50701"/>
                </a:moveTo>
                <a:lnTo>
                  <a:pt x="87977" y="51045"/>
                </a:lnTo>
                <a:lnTo>
                  <a:pt x="86400" y="50873"/>
                </a:lnTo>
                <a:close/>
                <a:moveTo>
                  <a:pt x="235590" y="165445"/>
                </a:moveTo>
                <a:lnTo>
                  <a:pt x="236547" y="166624"/>
                </a:lnTo>
                <a:lnTo>
                  <a:pt x="235112" y="166035"/>
                </a:lnTo>
                <a:close/>
                <a:moveTo>
                  <a:pt x="205708" y="268182"/>
                </a:moveTo>
                <a:lnTo>
                  <a:pt x="207052" y="268880"/>
                </a:lnTo>
                <a:lnTo>
                  <a:pt x="205036" y="268531"/>
                </a:lnTo>
                <a:close/>
                <a:moveTo>
                  <a:pt x="174375" y="203393"/>
                </a:moveTo>
                <a:lnTo>
                  <a:pt x="174855" y="204280"/>
                </a:lnTo>
                <a:lnTo>
                  <a:pt x="174135" y="203836"/>
                </a:lnTo>
                <a:close/>
                <a:moveTo>
                  <a:pt x="197911" y="262923"/>
                </a:moveTo>
                <a:lnTo>
                  <a:pt x="199817" y="263677"/>
                </a:lnTo>
                <a:lnTo>
                  <a:pt x="196957" y="263300"/>
                </a:lnTo>
                <a:close/>
                <a:moveTo>
                  <a:pt x="97131" y="54270"/>
                </a:moveTo>
                <a:lnTo>
                  <a:pt x="97731" y="55572"/>
                </a:lnTo>
                <a:lnTo>
                  <a:pt x="96830" y="54921"/>
                </a:lnTo>
                <a:close/>
                <a:moveTo>
                  <a:pt x="226097" y="24187"/>
                </a:moveTo>
                <a:lnTo>
                  <a:pt x="227825" y="24913"/>
                </a:lnTo>
                <a:lnTo>
                  <a:pt x="225233" y="24550"/>
                </a:lnTo>
                <a:close/>
                <a:moveTo>
                  <a:pt x="190530" y="98521"/>
                </a:moveTo>
                <a:lnTo>
                  <a:pt x="190886" y="100156"/>
                </a:lnTo>
                <a:lnTo>
                  <a:pt x="190353" y="99338"/>
                </a:lnTo>
                <a:close/>
                <a:moveTo>
                  <a:pt x="178717" y="201392"/>
                </a:moveTo>
                <a:lnTo>
                  <a:pt x="180763" y="203173"/>
                </a:lnTo>
                <a:lnTo>
                  <a:pt x="177694" y="202282"/>
                </a:lnTo>
                <a:close/>
                <a:moveTo>
                  <a:pt x="135773" y="58576"/>
                </a:moveTo>
                <a:lnTo>
                  <a:pt x="136408" y="58931"/>
                </a:lnTo>
                <a:lnTo>
                  <a:pt x="135456" y="58754"/>
                </a:lnTo>
                <a:close/>
                <a:moveTo>
                  <a:pt x="137182" y="103943"/>
                </a:moveTo>
                <a:lnTo>
                  <a:pt x="138062" y="104412"/>
                </a:lnTo>
                <a:lnTo>
                  <a:pt x="136742" y="104178"/>
                </a:lnTo>
                <a:close/>
                <a:moveTo>
                  <a:pt x="164104" y="190278"/>
                </a:moveTo>
                <a:lnTo>
                  <a:pt x="164478" y="191655"/>
                </a:lnTo>
                <a:lnTo>
                  <a:pt x="163918" y="190967"/>
                </a:lnTo>
                <a:close/>
                <a:moveTo>
                  <a:pt x="265532" y="185346"/>
                </a:moveTo>
                <a:lnTo>
                  <a:pt x="267218" y="185799"/>
                </a:lnTo>
                <a:lnTo>
                  <a:pt x="264689" y="185573"/>
                </a:lnTo>
                <a:close/>
                <a:moveTo>
                  <a:pt x="285995" y="149171"/>
                </a:moveTo>
                <a:lnTo>
                  <a:pt x="287009" y="149989"/>
                </a:lnTo>
                <a:lnTo>
                  <a:pt x="285488" y="149580"/>
                </a:lnTo>
                <a:close/>
                <a:moveTo>
                  <a:pt x="136659" y="286496"/>
                </a:moveTo>
                <a:lnTo>
                  <a:pt x="138837" y="287797"/>
                </a:lnTo>
                <a:lnTo>
                  <a:pt x="135569" y="287146"/>
                </a:lnTo>
                <a:close/>
                <a:moveTo>
                  <a:pt x="235518" y="28987"/>
                </a:moveTo>
                <a:lnTo>
                  <a:pt x="237467" y="29705"/>
                </a:lnTo>
                <a:lnTo>
                  <a:pt x="234544" y="29346"/>
                </a:lnTo>
                <a:close/>
                <a:moveTo>
                  <a:pt x="216590" y="202380"/>
                </a:moveTo>
                <a:lnTo>
                  <a:pt x="218535" y="203334"/>
                </a:lnTo>
                <a:lnTo>
                  <a:pt x="215617" y="202857"/>
                </a:lnTo>
                <a:close/>
                <a:moveTo>
                  <a:pt x="50371" y="137508"/>
                </a:moveTo>
                <a:lnTo>
                  <a:pt x="51573" y="138416"/>
                </a:lnTo>
                <a:lnTo>
                  <a:pt x="49769" y="137962"/>
                </a:lnTo>
                <a:close/>
                <a:moveTo>
                  <a:pt x="35069" y="95007"/>
                </a:moveTo>
                <a:lnTo>
                  <a:pt x="36387" y="96608"/>
                </a:lnTo>
                <a:lnTo>
                  <a:pt x="34410" y="95808"/>
                </a:lnTo>
                <a:close/>
                <a:moveTo>
                  <a:pt x="90796" y="52359"/>
                </a:moveTo>
                <a:lnTo>
                  <a:pt x="92781" y="53563"/>
                </a:lnTo>
                <a:lnTo>
                  <a:pt x="89803" y="52961"/>
                </a:lnTo>
                <a:close/>
                <a:moveTo>
                  <a:pt x="256553" y="249566"/>
                </a:moveTo>
                <a:lnTo>
                  <a:pt x="257641" y="250564"/>
                </a:lnTo>
                <a:lnTo>
                  <a:pt x="256009" y="250065"/>
                </a:lnTo>
                <a:close/>
                <a:moveTo>
                  <a:pt x="124170" y="5618"/>
                </a:moveTo>
                <a:lnTo>
                  <a:pt x="124558" y="6228"/>
                </a:lnTo>
                <a:lnTo>
                  <a:pt x="123976" y="5923"/>
                </a:lnTo>
                <a:close/>
                <a:moveTo>
                  <a:pt x="108457" y="255383"/>
                </a:moveTo>
                <a:lnTo>
                  <a:pt x="109247" y="256512"/>
                </a:lnTo>
                <a:lnTo>
                  <a:pt x="108061" y="255947"/>
                </a:lnTo>
                <a:close/>
                <a:moveTo>
                  <a:pt x="254006" y="147979"/>
                </a:moveTo>
                <a:lnTo>
                  <a:pt x="255336" y="148528"/>
                </a:lnTo>
                <a:lnTo>
                  <a:pt x="253341" y="148253"/>
                </a:lnTo>
                <a:close/>
                <a:moveTo>
                  <a:pt x="62880" y="85167"/>
                </a:moveTo>
                <a:lnTo>
                  <a:pt x="65013" y="85616"/>
                </a:lnTo>
                <a:lnTo>
                  <a:pt x="61814" y="85392"/>
                </a:lnTo>
                <a:close/>
                <a:moveTo>
                  <a:pt x="32705" y="108294"/>
                </a:moveTo>
                <a:lnTo>
                  <a:pt x="33930" y="109156"/>
                </a:lnTo>
                <a:lnTo>
                  <a:pt x="32092" y="108725"/>
                </a:lnTo>
                <a:close/>
                <a:moveTo>
                  <a:pt x="27424" y="131517"/>
                </a:moveTo>
                <a:lnTo>
                  <a:pt x="28419" y="132100"/>
                </a:lnTo>
                <a:lnTo>
                  <a:pt x="26926" y="131809"/>
                </a:lnTo>
                <a:close/>
                <a:moveTo>
                  <a:pt x="158185" y="225590"/>
                </a:moveTo>
                <a:lnTo>
                  <a:pt x="159591" y="226157"/>
                </a:lnTo>
                <a:lnTo>
                  <a:pt x="157482" y="225874"/>
                </a:lnTo>
                <a:close/>
                <a:moveTo>
                  <a:pt x="95580" y="106910"/>
                </a:moveTo>
                <a:lnTo>
                  <a:pt x="97485" y="108429"/>
                </a:lnTo>
                <a:lnTo>
                  <a:pt x="94628" y="107670"/>
                </a:lnTo>
                <a:close/>
                <a:moveTo>
                  <a:pt x="232892" y="251002"/>
                </a:moveTo>
                <a:lnTo>
                  <a:pt x="233342" y="251658"/>
                </a:lnTo>
                <a:lnTo>
                  <a:pt x="232667" y="251330"/>
                </a:lnTo>
                <a:close/>
                <a:moveTo>
                  <a:pt x="6698" y="255088"/>
                </a:moveTo>
                <a:lnTo>
                  <a:pt x="8889" y="255493"/>
                </a:lnTo>
                <a:lnTo>
                  <a:pt x="5603" y="255291"/>
                </a:lnTo>
                <a:close/>
                <a:moveTo>
                  <a:pt x="244999" y="137983"/>
                </a:moveTo>
                <a:lnTo>
                  <a:pt x="245397" y="138758"/>
                </a:lnTo>
                <a:lnTo>
                  <a:pt x="244800" y="138371"/>
                </a:lnTo>
                <a:close/>
                <a:moveTo>
                  <a:pt x="285037" y="106559"/>
                </a:moveTo>
                <a:lnTo>
                  <a:pt x="286360" y="106900"/>
                </a:lnTo>
                <a:lnTo>
                  <a:pt x="284375" y="106729"/>
                </a:lnTo>
                <a:close/>
                <a:moveTo>
                  <a:pt x="224296" y="126609"/>
                </a:moveTo>
                <a:lnTo>
                  <a:pt x="225865" y="127465"/>
                </a:lnTo>
                <a:lnTo>
                  <a:pt x="223511" y="127037"/>
                </a:lnTo>
                <a:close/>
                <a:moveTo>
                  <a:pt x="53374" y="194312"/>
                </a:moveTo>
                <a:lnTo>
                  <a:pt x="54307" y="195248"/>
                </a:lnTo>
                <a:lnTo>
                  <a:pt x="52908" y="194780"/>
                </a:lnTo>
                <a:close/>
                <a:moveTo>
                  <a:pt x="158218" y="97591"/>
                </a:moveTo>
                <a:lnTo>
                  <a:pt x="160073" y="98955"/>
                </a:lnTo>
                <a:lnTo>
                  <a:pt x="157291" y="98273"/>
                </a:lnTo>
                <a:close/>
                <a:moveTo>
                  <a:pt x="168519" y="268651"/>
                </a:moveTo>
                <a:lnTo>
                  <a:pt x="170628" y="270370"/>
                </a:lnTo>
                <a:lnTo>
                  <a:pt x="167464" y="269511"/>
                </a:lnTo>
                <a:close/>
                <a:moveTo>
                  <a:pt x="54295" y="11018"/>
                </a:moveTo>
                <a:lnTo>
                  <a:pt x="55827" y="12637"/>
                </a:lnTo>
                <a:lnTo>
                  <a:pt x="53528" y="11828"/>
                </a:lnTo>
                <a:close/>
                <a:moveTo>
                  <a:pt x="133208" y="115773"/>
                </a:moveTo>
                <a:lnTo>
                  <a:pt x="135318" y="117332"/>
                </a:lnTo>
                <a:lnTo>
                  <a:pt x="132153" y="116553"/>
                </a:lnTo>
                <a:close/>
                <a:moveTo>
                  <a:pt x="59921" y="55185"/>
                </a:moveTo>
                <a:lnTo>
                  <a:pt x="60950" y="56475"/>
                </a:lnTo>
                <a:lnTo>
                  <a:pt x="59406" y="55830"/>
                </a:lnTo>
                <a:close/>
                <a:moveTo>
                  <a:pt x="207704" y="113838"/>
                </a:moveTo>
                <a:lnTo>
                  <a:pt x="208501" y="114965"/>
                </a:lnTo>
                <a:lnTo>
                  <a:pt x="207306" y="114401"/>
                </a:lnTo>
                <a:close/>
                <a:moveTo>
                  <a:pt x="23335" y="237751"/>
                </a:moveTo>
                <a:lnTo>
                  <a:pt x="25290" y="238282"/>
                </a:lnTo>
                <a:lnTo>
                  <a:pt x="22358" y="238016"/>
                </a:lnTo>
                <a:close/>
                <a:moveTo>
                  <a:pt x="58295" y="5328"/>
                </a:moveTo>
                <a:lnTo>
                  <a:pt x="59346" y="6178"/>
                </a:lnTo>
                <a:lnTo>
                  <a:pt x="57770" y="5753"/>
                </a:lnTo>
                <a:close/>
                <a:moveTo>
                  <a:pt x="138802" y="148506"/>
                </a:moveTo>
                <a:lnTo>
                  <a:pt x="139949" y="149928"/>
                </a:lnTo>
                <a:lnTo>
                  <a:pt x="138228" y="149217"/>
                </a:lnTo>
                <a:close/>
                <a:moveTo>
                  <a:pt x="41498" y="96071"/>
                </a:moveTo>
                <a:lnTo>
                  <a:pt x="42870" y="97113"/>
                </a:lnTo>
                <a:lnTo>
                  <a:pt x="40813" y="96592"/>
                </a:lnTo>
                <a:close/>
                <a:moveTo>
                  <a:pt x="252763" y="125539"/>
                </a:moveTo>
                <a:lnTo>
                  <a:pt x="253599" y="126299"/>
                </a:lnTo>
                <a:lnTo>
                  <a:pt x="252344" y="125919"/>
                </a:lnTo>
                <a:close/>
                <a:moveTo>
                  <a:pt x="8946" y="254174"/>
                </a:moveTo>
                <a:lnTo>
                  <a:pt x="9440" y="255900"/>
                </a:lnTo>
                <a:lnTo>
                  <a:pt x="8699" y="255037"/>
                </a:lnTo>
                <a:close/>
                <a:moveTo>
                  <a:pt x="214330" y="132077"/>
                </a:moveTo>
                <a:lnTo>
                  <a:pt x="215997" y="132846"/>
                </a:lnTo>
                <a:lnTo>
                  <a:pt x="213496" y="132461"/>
                </a:lnTo>
                <a:close/>
                <a:moveTo>
                  <a:pt x="149366" y="163760"/>
                </a:moveTo>
                <a:lnTo>
                  <a:pt x="150034" y="164857"/>
                </a:lnTo>
                <a:lnTo>
                  <a:pt x="149032" y="164308"/>
                </a:lnTo>
                <a:close/>
                <a:moveTo>
                  <a:pt x="174855" y="93733"/>
                </a:moveTo>
                <a:lnTo>
                  <a:pt x="175499" y="95212"/>
                </a:lnTo>
                <a:lnTo>
                  <a:pt x="174533" y="94473"/>
                </a:lnTo>
                <a:close/>
                <a:moveTo>
                  <a:pt x="59391" y="17250"/>
                </a:moveTo>
                <a:lnTo>
                  <a:pt x="60525" y="18702"/>
                </a:lnTo>
                <a:lnTo>
                  <a:pt x="58824" y="17976"/>
                </a:lnTo>
                <a:close/>
                <a:moveTo>
                  <a:pt x="25558" y="75436"/>
                </a:moveTo>
                <a:lnTo>
                  <a:pt x="26829" y="76052"/>
                </a:lnTo>
                <a:lnTo>
                  <a:pt x="24922" y="75744"/>
                </a:lnTo>
                <a:close/>
                <a:moveTo>
                  <a:pt x="254857" y="195599"/>
                </a:moveTo>
                <a:lnTo>
                  <a:pt x="256964" y="197358"/>
                </a:lnTo>
                <a:lnTo>
                  <a:pt x="253804" y="196478"/>
                </a:lnTo>
                <a:close/>
                <a:moveTo>
                  <a:pt x="228091" y="270936"/>
                </a:moveTo>
                <a:lnTo>
                  <a:pt x="229477" y="272232"/>
                </a:lnTo>
                <a:lnTo>
                  <a:pt x="227397" y="271584"/>
                </a:lnTo>
                <a:close/>
                <a:moveTo>
                  <a:pt x="208553" y="58109"/>
                </a:moveTo>
                <a:lnTo>
                  <a:pt x="210536" y="59603"/>
                </a:lnTo>
                <a:lnTo>
                  <a:pt x="207562" y="58856"/>
                </a:lnTo>
                <a:close/>
                <a:moveTo>
                  <a:pt x="28892" y="124098"/>
                </a:moveTo>
                <a:lnTo>
                  <a:pt x="29496" y="124558"/>
                </a:lnTo>
                <a:lnTo>
                  <a:pt x="28590" y="124328"/>
                </a:lnTo>
                <a:close/>
                <a:moveTo>
                  <a:pt x="3807" y="215313"/>
                </a:moveTo>
                <a:lnTo>
                  <a:pt x="5594" y="215910"/>
                </a:lnTo>
                <a:lnTo>
                  <a:pt x="2913" y="215611"/>
                </a:lnTo>
                <a:close/>
                <a:moveTo>
                  <a:pt x="181832" y="13379"/>
                </a:moveTo>
                <a:lnTo>
                  <a:pt x="183491" y="14078"/>
                </a:lnTo>
                <a:lnTo>
                  <a:pt x="181002" y="13728"/>
                </a:lnTo>
                <a:close/>
                <a:moveTo>
                  <a:pt x="14930" y="179284"/>
                </a:moveTo>
                <a:lnTo>
                  <a:pt x="16929" y="180781"/>
                </a:lnTo>
                <a:lnTo>
                  <a:pt x="13931" y="180033"/>
                </a:lnTo>
                <a:close/>
                <a:moveTo>
                  <a:pt x="147399" y="280761"/>
                </a:moveTo>
                <a:lnTo>
                  <a:pt x="149199" y="282183"/>
                </a:lnTo>
                <a:lnTo>
                  <a:pt x="146499" y="281472"/>
                </a:lnTo>
                <a:close/>
                <a:moveTo>
                  <a:pt x="118449" y="247810"/>
                </a:moveTo>
                <a:lnTo>
                  <a:pt x="119965" y="248644"/>
                </a:lnTo>
                <a:lnTo>
                  <a:pt x="117691" y="248227"/>
                </a:lnTo>
                <a:close/>
                <a:moveTo>
                  <a:pt x="85496" y="280271"/>
                </a:moveTo>
                <a:lnTo>
                  <a:pt x="87575" y="281508"/>
                </a:lnTo>
                <a:lnTo>
                  <a:pt x="84457" y="280890"/>
                </a:lnTo>
                <a:close/>
                <a:moveTo>
                  <a:pt x="143474" y="203943"/>
                </a:moveTo>
                <a:lnTo>
                  <a:pt x="144845" y="204866"/>
                </a:lnTo>
                <a:lnTo>
                  <a:pt x="142789" y="204404"/>
                </a:lnTo>
                <a:close/>
                <a:moveTo>
                  <a:pt x="140813" y="184987"/>
                </a:moveTo>
                <a:lnTo>
                  <a:pt x="141829" y="186654"/>
                </a:lnTo>
                <a:lnTo>
                  <a:pt x="140306" y="185821"/>
                </a:lnTo>
                <a:close/>
                <a:moveTo>
                  <a:pt x="147071" y="259713"/>
                </a:moveTo>
                <a:lnTo>
                  <a:pt x="149062" y="260738"/>
                </a:lnTo>
                <a:lnTo>
                  <a:pt x="146075" y="260225"/>
                </a:lnTo>
                <a:close/>
                <a:moveTo>
                  <a:pt x="272079" y="171607"/>
                </a:moveTo>
                <a:lnTo>
                  <a:pt x="273672" y="172085"/>
                </a:lnTo>
                <a:lnTo>
                  <a:pt x="271283" y="171846"/>
                </a:lnTo>
                <a:close/>
                <a:moveTo>
                  <a:pt x="145810" y="251131"/>
                </a:moveTo>
                <a:lnTo>
                  <a:pt x="146954" y="252668"/>
                </a:lnTo>
                <a:lnTo>
                  <a:pt x="145238" y="251900"/>
                </a:lnTo>
                <a:close/>
                <a:moveTo>
                  <a:pt x="97885" y="72417"/>
                </a:moveTo>
                <a:lnTo>
                  <a:pt x="99903" y="73435"/>
                </a:lnTo>
                <a:lnTo>
                  <a:pt x="96876" y="72926"/>
                </a:lnTo>
                <a:close/>
                <a:moveTo>
                  <a:pt x="185675" y="191716"/>
                </a:moveTo>
                <a:lnTo>
                  <a:pt x="186705" y="193051"/>
                </a:lnTo>
                <a:lnTo>
                  <a:pt x="185159" y="192384"/>
                </a:lnTo>
                <a:close/>
                <a:moveTo>
                  <a:pt x="22704" y="270683"/>
                </a:moveTo>
                <a:lnTo>
                  <a:pt x="23623" y="271345"/>
                </a:lnTo>
                <a:lnTo>
                  <a:pt x="22244" y="271014"/>
                </a:lnTo>
                <a:close/>
                <a:moveTo>
                  <a:pt x="260896" y="28828"/>
                </a:moveTo>
                <a:lnTo>
                  <a:pt x="262998" y="30397"/>
                </a:lnTo>
                <a:lnTo>
                  <a:pt x="259845" y="29613"/>
                </a:lnTo>
                <a:close/>
                <a:moveTo>
                  <a:pt x="64946" y="171980"/>
                </a:moveTo>
                <a:lnTo>
                  <a:pt x="67065" y="172938"/>
                </a:lnTo>
                <a:lnTo>
                  <a:pt x="63887" y="172459"/>
                </a:lnTo>
                <a:close/>
                <a:moveTo>
                  <a:pt x="77998" y="177897"/>
                </a:moveTo>
                <a:lnTo>
                  <a:pt x="79207" y="179107"/>
                </a:lnTo>
                <a:lnTo>
                  <a:pt x="77394" y="178502"/>
                </a:lnTo>
                <a:close/>
                <a:moveTo>
                  <a:pt x="12542" y="70532"/>
                </a:moveTo>
                <a:lnTo>
                  <a:pt x="14368" y="71321"/>
                </a:lnTo>
                <a:lnTo>
                  <a:pt x="11629" y="70927"/>
                </a:lnTo>
                <a:close/>
                <a:moveTo>
                  <a:pt x="168860" y="125174"/>
                </a:moveTo>
                <a:lnTo>
                  <a:pt x="170820" y="126908"/>
                </a:lnTo>
                <a:lnTo>
                  <a:pt x="167880" y="126041"/>
                </a:lnTo>
                <a:close/>
                <a:moveTo>
                  <a:pt x="202131" y="251118"/>
                </a:moveTo>
                <a:lnTo>
                  <a:pt x="202995" y="251871"/>
                </a:lnTo>
                <a:lnTo>
                  <a:pt x="201700" y="251495"/>
                </a:lnTo>
                <a:close/>
                <a:moveTo>
                  <a:pt x="45529" y="34413"/>
                </a:moveTo>
                <a:lnTo>
                  <a:pt x="47527" y="35712"/>
                </a:lnTo>
                <a:lnTo>
                  <a:pt x="44530" y="35063"/>
                </a:lnTo>
                <a:close/>
                <a:moveTo>
                  <a:pt x="122844" y="239879"/>
                </a:moveTo>
                <a:lnTo>
                  <a:pt x="123837" y="240761"/>
                </a:lnTo>
                <a:lnTo>
                  <a:pt x="122347" y="240320"/>
                </a:lnTo>
                <a:close/>
                <a:moveTo>
                  <a:pt x="81428" y="27775"/>
                </a:moveTo>
                <a:lnTo>
                  <a:pt x="83480" y="28156"/>
                </a:lnTo>
                <a:lnTo>
                  <a:pt x="80402" y="27966"/>
                </a:lnTo>
                <a:close/>
                <a:moveTo>
                  <a:pt x="48534" y="202091"/>
                </a:moveTo>
                <a:lnTo>
                  <a:pt x="49890" y="203039"/>
                </a:lnTo>
                <a:lnTo>
                  <a:pt x="47857" y="202565"/>
                </a:lnTo>
                <a:close/>
                <a:moveTo>
                  <a:pt x="27812" y="53974"/>
                </a:moveTo>
                <a:lnTo>
                  <a:pt x="28863" y="55601"/>
                </a:lnTo>
                <a:lnTo>
                  <a:pt x="27287" y="54788"/>
                </a:lnTo>
                <a:close/>
                <a:moveTo>
                  <a:pt x="152062" y="7517"/>
                </a:moveTo>
                <a:lnTo>
                  <a:pt x="154004" y="8968"/>
                </a:lnTo>
                <a:lnTo>
                  <a:pt x="151091" y="8242"/>
                </a:lnTo>
                <a:close/>
                <a:moveTo>
                  <a:pt x="283846" y="222133"/>
                </a:moveTo>
                <a:lnTo>
                  <a:pt x="285952" y="222969"/>
                </a:lnTo>
                <a:lnTo>
                  <a:pt x="282793" y="222551"/>
                </a:lnTo>
                <a:close/>
                <a:moveTo>
                  <a:pt x="208734" y="76992"/>
                </a:moveTo>
                <a:lnTo>
                  <a:pt x="210489" y="78013"/>
                </a:lnTo>
                <a:lnTo>
                  <a:pt x="207856" y="77503"/>
                </a:lnTo>
                <a:close/>
                <a:moveTo>
                  <a:pt x="25616" y="190719"/>
                </a:moveTo>
                <a:lnTo>
                  <a:pt x="26130" y="191159"/>
                </a:lnTo>
                <a:lnTo>
                  <a:pt x="25358" y="190939"/>
                </a:lnTo>
                <a:close/>
                <a:moveTo>
                  <a:pt x="153815" y="37763"/>
                </a:moveTo>
                <a:lnTo>
                  <a:pt x="154283" y="39175"/>
                </a:lnTo>
                <a:lnTo>
                  <a:pt x="153581" y="38469"/>
                </a:lnTo>
                <a:close/>
                <a:moveTo>
                  <a:pt x="253676" y="205901"/>
                </a:moveTo>
                <a:lnTo>
                  <a:pt x="254745" y="207576"/>
                </a:lnTo>
                <a:lnTo>
                  <a:pt x="253142" y="206738"/>
                </a:lnTo>
                <a:close/>
                <a:moveTo>
                  <a:pt x="156530" y="96618"/>
                </a:moveTo>
                <a:lnTo>
                  <a:pt x="158004" y="97788"/>
                </a:lnTo>
                <a:lnTo>
                  <a:pt x="155793" y="97203"/>
                </a:lnTo>
                <a:close/>
                <a:moveTo>
                  <a:pt x="56564" y="27797"/>
                </a:moveTo>
                <a:lnTo>
                  <a:pt x="58527" y="28981"/>
                </a:lnTo>
                <a:lnTo>
                  <a:pt x="55583" y="28389"/>
                </a:lnTo>
                <a:close/>
                <a:moveTo>
                  <a:pt x="197040" y="243844"/>
                </a:moveTo>
                <a:lnTo>
                  <a:pt x="197760" y="244479"/>
                </a:lnTo>
                <a:lnTo>
                  <a:pt x="196681" y="244162"/>
                </a:lnTo>
                <a:close/>
                <a:moveTo>
                  <a:pt x="222782" y="216494"/>
                </a:moveTo>
                <a:lnTo>
                  <a:pt x="223444" y="218178"/>
                </a:lnTo>
                <a:lnTo>
                  <a:pt x="222451" y="217336"/>
                </a:lnTo>
                <a:close/>
                <a:moveTo>
                  <a:pt x="20116" y="5240"/>
                </a:moveTo>
                <a:lnTo>
                  <a:pt x="21577" y="5737"/>
                </a:lnTo>
                <a:lnTo>
                  <a:pt x="19386" y="5488"/>
                </a:lnTo>
                <a:close/>
                <a:moveTo>
                  <a:pt x="266657" y="79264"/>
                </a:moveTo>
                <a:lnTo>
                  <a:pt x="267648" y="80756"/>
                </a:lnTo>
                <a:lnTo>
                  <a:pt x="266161" y="80010"/>
                </a:lnTo>
                <a:close/>
                <a:moveTo>
                  <a:pt x="83531" y="107210"/>
                </a:moveTo>
                <a:lnTo>
                  <a:pt x="85694" y="108740"/>
                </a:lnTo>
                <a:lnTo>
                  <a:pt x="82450" y="107975"/>
                </a:lnTo>
                <a:close/>
                <a:moveTo>
                  <a:pt x="133057" y="191261"/>
                </a:moveTo>
                <a:lnTo>
                  <a:pt x="134735" y="191865"/>
                </a:lnTo>
                <a:lnTo>
                  <a:pt x="132217" y="191563"/>
                </a:lnTo>
                <a:close/>
                <a:moveTo>
                  <a:pt x="76294" y="204297"/>
                </a:moveTo>
                <a:lnTo>
                  <a:pt x="77746" y="205971"/>
                </a:lnTo>
                <a:lnTo>
                  <a:pt x="75568" y="205134"/>
                </a:lnTo>
                <a:close/>
                <a:moveTo>
                  <a:pt x="140906" y="232335"/>
                </a:moveTo>
                <a:lnTo>
                  <a:pt x="143006" y="232755"/>
                </a:lnTo>
                <a:lnTo>
                  <a:pt x="139856" y="232545"/>
                </a:lnTo>
                <a:close/>
                <a:moveTo>
                  <a:pt x="156979" y="150184"/>
                </a:moveTo>
                <a:lnTo>
                  <a:pt x="157394" y="150754"/>
                </a:lnTo>
                <a:lnTo>
                  <a:pt x="156772" y="150469"/>
                </a:lnTo>
                <a:close/>
                <a:moveTo>
                  <a:pt x="258546" y="132372"/>
                </a:moveTo>
                <a:lnTo>
                  <a:pt x="260521" y="132769"/>
                </a:lnTo>
                <a:lnTo>
                  <a:pt x="257558" y="132571"/>
                </a:lnTo>
                <a:close/>
                <a:moveTo>
                  <a:pt x="238631" y="224766"/>
                </a:moveTo>
                <a:lnTo>
                  <a:pt x="240073" y="225518"/>
                </a:lnTo>
                <a:lnTo>
                  <a:pt x="237910" y="225142"/>
                </a:lnTo>
                <a:close/>
                <a:moveTo>
                  <a:pt x="199627" y="85827"/>
                </a:moveTo>
                <a:lnTo>
                  <a:pt x="200231" y="87451"/>
                </a:lnTo>
                <a:lnTo>
                  <a:pt x="199325" y="86639"/>
                </a:lnTo>
                <a:close/>
                <a:moveTo>
                  <a:pt x="234398" y="169786"/>
                </a:moveTo>
                <a:lnTo>
                  <a:pt x="235005" y="171326"/>
                </a:lnTo>
                <a:lnTo>
                  <a:pt x="234094" y="170556"/>
                </a:lnTo>
                <a:close/>
                <a:moveTo>
                  <a:pt x="264675" y="141091"/>
                </a:moveTo>
                <a:lnTo>
                  <a:pt x="265097" y="142340"/>
                </a:lnTo>
                <a:lnTo>
                  <a:pt x="264464" y="141715"/>
                </a:lnTo>
                <a:close/>
                <a:moveTo>
                  <a:pt x="44030" y="7891"/>
                </a:moveTo>
                <a:lnTo>
                  <a:pt x="45670" y="9601"/>
                </a:lnTo>
                <a:lnTo>
                  <a:pt x="43210" y="8746"/>
                </a:lnTo>
                <a:close/>
                <a:moveTo>
                  <a:pt x="74938" y="58824"/>
                </a:moveTo>
                <a:lnTo>
                  <a:pt x="75577" y="59260"/>
                </a:lnTo>
                <a:lnTo>
                  <a:pt x="74619" y="59042"/>
                </a:lnTo>
                <a:close/>
                <a:moveTo>
                  <a:pt x="194097" y="79658"/>
                </a:moveTo>
                <a:lnTo>
                  <a:pt x="195854" y="81011"/>
                </a:lnTo>
                <a:lnTo>
                  <a:pt x="193218" y="80335"/>
                </a:lnTo>
                <a:close/>
                <a:moveTo>
                  <a:pt x="151430" y="238813"/>
                </a:moveTo>
                <a:lnTo>
                  <a:pt x="153313" y="239872"/>
                </a:lnTo>
                <a:lnTo>
                  <a:pt x="150488" y="239343"/>
                </a:lnTo>
                <a:close/>
                <a:moveTo>
                  <a:pt x="87423" y="128518"/>
                </a:moveTo>
                <a:lnTo>
                  <a:pt x="88857" y="130159"/>
                </a:lnTo>
                <a:lnTo>
                  <a:pt x="86707" y="129339"/>
                </a:lnTo>
                <a:close/>
                <a:moveTo>
                  <a:pt x="12914" y="110594"/>
                </a:moveTo>
                <a:lnTo>
                  <a:pt x="14972" y="111600"/>
                </a:lnTo>
                <a:lnTo>
                  <a:pt x="11885" y="111097"/>
                </a:lnTo>
                <a:close/>
                <a:moveTo>
                  <a:pt x="201228" y="259767"/>
                </a:moveTo>
                <a:lnTo>
                  <a:pt x="202429" y="260574"/>
                </a:lnTo>
                <a:lnTo>
                  <a:pt x="200627" y="260171"/>
                </a:lnTo>
                <a:close/>
                <a:moveTo>
                  <a:pt x="49030" y="44701"/>
                </a:moveTo>
                <a:lnTo>
                  <a:pt x="49651" y="45169"/>
                </a:lnTo>
                <a:lnTo>
                  <a:pt x="48719" y="44935"/>
                </a:lnTo>
                <a:close/>
                <a:moveTo>
                  <a:pt x="193207" y="263829"/>
                </a:moveTo>
                <a:lnTo>
                  <a:pt x="194278" y="265545"/>
                </a:lnTo>
                <a:lnTo>
                  <a:pt x="192672" y="264687"/>
                </a:lnTo>
                <a:close/>
                <a:moveTo>
                  <a:pt x="130620" y="227751"/>
                </a:moveTo>
                <a:lnTo>
                  <a:pt x="132415" y="228221"/>
                </a:lnTo>
                <a:lnTo>
                  <a:pt x="129722" y="227986"/>
                </a:lnTo>
                <a:close/>
                <a:moveTo>
                  <a:pt x="178783" y="152774"/>
                </a:moveTo>
                <a:lnTo>
                  <a:pt x="180445" y="154209"/>
                </a:lnTo>
                <a:lnTo>
                  <a:pt x="177951" y="153491"/>
                </a:lnTo>
                <a:close/>
                <a:moveTo>
                  <a:pt x="212129" y="167466"/>
                </a:moveTo>
                <a:lnTo>
                  <a:pt x="213638" y="168120"/>
                </a:lnTo>
                <a:lnTo>
                  <a:pt x="211374" y="167793"/>
                </a:lnTo>
                <a:close/>
                <a:moveTo>
                  <a:pt x="17376" y="93748"/>
                </a:moveTo>
                <a:lnTo>
                  <a:pt x="18636" y="95509"/>
                </a:lnTo>
                <a:lnTo>
                  <a:pt x="16745" y="94629"/>
                </a:lnTo>
                <a:close/>
                <a:moveTo>
                  <a:pt x="218637" y="43050"/>
                </a:moveTo>
                <a:lnTo>
                  <a:pt x="219785" y="43357"/>
                </a:lnTo>
                <a:lnTo>
                  <a:pt x="218064" y="43203"/>
                </a:lnTo>
                <a:close/>
                <a:moveTo>
                  <a:pt x="272668" y="108353"/>
                </a:moveTo>
                <a:lnTo>
                  <a:pt x="273509" y="109862"/>
                </a:lnTo>
                <a:lnTo>
                  <a:pt x="272247" y="109107"/>
                </a:lnTo>
                <a:close/>
                <a:moveTo>
                  <a:pt x="3027" y="139131"/>
                </a:moveTo>
                <a:lnTo>
                  <a:pt x="3832" y="139878"/>
                </a:lnTo>
                <a:lnTo>
                  <a:pt x="2624" y="139505"/>
                </a:lnTo>
                <a:close/>
                <a:moveTo>
                  <a:pt x="160343" y="248202"/>
                </a:moveTo>
                <a:lnTo>
                  <a:pt x="161476" y="249802"/>
                </a:lnTo>
                <a:lnTo>
                  <a:pt x="159777" y="249002"/>
                </a:lnTo>
                <a:close/>
                <a:moveTo>
                  <a:pt x="228296" y="235779"/>
                </a:moveTo>
                <a:lnTo>
                  <a:pt x="230269" y="237441"/>
                </a:lnTo>
                <a:lnTo>
                  <a:pt x="227310" y="236610"/>
                </a:lnTo>
                <a:close/>
                <a:moveTo>
                  <a:pt x="250605" y="138358"/>
                </a:moveTo>
                <a:lnTo>
                  <a:pt x="251895" y="139648"/>
                </a:lnTo>
                <a:lnTo>
                  <a:pt x="249960" y="139003"/>
                </a:lnTo>
                <a:close/>
                <a:moveTo>
                  <a:pt x="120134" y="106941"/>
                </a:moveTo>
                <a:lnTo>
                  <a:pt x="120674" y="108227"/>
                </a:lnTo>
                <a:lnTo>
                  <a:pt x="119864" y="107584"/>
                </a:lnTo>
                <a:close/>
                <a:moveTo>
                  <a:pt x="215604" y="246078"/>
                </a:moveTo>
                <a:lnTo>
                  <a:pt x="216534" y="247613"/>
                </a:lnTo>
                <a:lnTo>
                  <a:pt x="215139" y="246845"/>
                </a:lnTo>
                <a:close/>
                <a:moveTo>
                  <a:pt x="84143" y="219982"/>
                </a:moveTo>
                <a:lnTo>
                  <a:pt x="84524" y="220967"/>
                </a:lnTo>
                <a:lnTo>
                  <a:pt x="83953" y="220474"/>
                </a:lnTo>
                <a:close/>
                <a:moveTo>
                  <a:pt x="244067" y="155683"/>
                </a:moveTo>
                <a:lnTo>
                  <a:pt x="244741" y="157239"/>
                </a:lnTo>
                <a:lnTo>
                  <a:pt x="243730" y="156461"/>
                </a:lnTo>
                <a:close/>
                <a:moveTo>
                  <a:pt x="113815" y="136472"/>
                </a:moveTo>
                <a:lnTo>
                  <a:pt x="115470" y="137653"/>
                </a:lnTo>
                <a:lnTo>
                  <a:pt x="112987" y="137063"/>
                </a:lnTo>
                <a:close/>
                <a:moveTo>
                  <a:pt x="64432" y="86062"/>
                </a:moveTo>
                <a:lnTo>
                  <a:pt x="66619" y="86448"/>
                </a:lnTo>
                <a:lnTo>
                  <a:pt x="63339" y="86255"/>
                </a:lnTo>
                <a:close/>
                <a:moveTo>
                  <a:pt x="77912" y="155206"/>
                </a:moveTo>
                <a:lnTo>
                  <a:pt x="79469" y="155775"/>
                </a:lnTo>
                <a:lnTo>
                  <a:pt x="77134" y="155491"/>
                </a:lnTo>
                <a:close/>
                <a:moveTo>
                  <a:pt x="253280" y="49344"/>
                </a:moveTo>
                <a:lnTo>
                  <a:pt x="254744" y="51119"/>
                </a:lnTo>
                <a:lnTo>
                  <a:pt x="252548" y="50232"/>
                </a:lnTo>
                <a:close/>
                <a:moveTo>
                  <a:pt x="59106" y="81370"/>
                </a:moveTo>
                <a:lnTo>
                  <a:pt x="60465" y="82611"/>
                </a:lnTo>
                <a:lnTo>
                  <a:pt x="58427" y="81991"/>
                </a:lnTo>
                <a:close/>
                <a:moveTo>
                  <a:pt x="17183" y="171783"/>
                </a:moveTo>
                <a:lnTo>
                  <a:pt x="17687" y="172292"/>
                </a:lnTo>
                <a:lnTo>
                  <a:pt x="16931" y="172037"/>
                </a:lnTo>
                <a:close/>
                <a:moveTo>
                  <a:pt x="36979" y="114379"/>
                </a:moveTo>
                <a:lnTo>
                  <a:pt x="37384" y="116040"/>
                </a:lnTo>
                <a:lnTo>
                  <a:pt x="36776" y="115209"/>
                </a:lnTo>
                <a:close/>
                <a:moveTo>
                  <a:pt x="112766" y="175698"/>
                </a:moveTo>
                <a:lnTo>
                  <a:pt x="113937" y="176914"/>
                </a:lnTo>
                <a:lnTo>
                  <a:pt x="112181" y="176306"/>
                </a:lnTo>
                <a:close/>
                <a:moveTo>
                  <a:pt x="240176" y="132748"/>
                </a:moveTo>
                <a:lnTo>
                  <a:pt x="240657" y="133438"/>
                </a:lnTo>
                <a:lnTo>
                  <a:pt x="239935" y="133093"/>
                </a:lnTo>
                <a:close/>
                <a:moveTo>
                  <a:pt x="181501" y="259406"/>
                </a:moveTo>
                <a:lnTo>
                  <a:pt x="183455" y="260847"/>
                </a:lnTo>
                <a:lnTo>
                  <a:pt x="180523" y="260126"/>
                </a:lnTo>
                <a:close/>
                <a:moveTo>
                  <a:pt x="159983" y="264789"/>
                </a:moveTo>
                <a:lnTo>
                  <a:pt x="161162" y="265359"/>
                </a:lnTo>
                <a:lnTo>
                  <a:pt x="159394" y="265074"/>
                </a:lnTo>
                <a:close/>
                <a:moveTo>
                  <a:pt x="240969" y="33716"/>
                </a:moveTo>
                <a:lnTo>
                  <a:pt x="242470" y="34514"/>
                </a:lnTo>
                <a:lnTo>
                  <a:pt x="240219" y="34115"/>
                </a:lnTo>
                <a:close/>
                <a:moveTo>
                  <a:pt x="147210" y="161314"/>
                </a:moveTo>
                <a:lnTo>
                  <a:pt x="148334" y="161788"/>
                </a:lnTo>
                <a:lnTo>
                  <a:pt x="146649" y="161551"/>
                </a:lnTo>
                <a:close/>
                <a:moveTo>
                  <a:pt x="225081" y="219651"/>
                </a:moveTo>
                <a:lnTo>
                  <a:pt x="226244" y="220038"/>
                </a:lnTo>
                <a:lnTo>
                  <a:pt x="224500" y="219844"/>
                </a:lnTo>
                <a:close/>
                <a:moveTo>
                  <a:pt x="53553" y="83570"/>
                </a:moveTo>
                <a:lnTo>
                  <a:pt x="54903" y="84136"/>
                </a:lnTo>
                <a:lnTo>
                  <a:pt x="52878" y="83853"/>
                </a:lnTo>
                <a:close/>
                <a:moveTo>
                  <a:pt x="185653" y="279157"/>
                </a:moveTo>
                <a:lnTo>
                  <a:pt x="187766" y="280317"/>
                </a:lnTo>
                <a:lnTo>
                  <a:pt x="184596" y="279737"/>
                </a:lnTo>
                <a:close/>
                <a:moveTo>
                  <a:pt x="125846" y="66422"/>
                </a:moveTo>
                <a:lnTo>
                  <a:pt x="126793" y="67213"/>
                </a:lnTo>
                <a:lnTo>
                  <a:pt x="125372" y="66817"/>
                </a:lnTo>
                <a:close/>
                <a:moveTo>
                  <a:pt x="243103" y="175524"/>
                </a:moveTo>
                <a:lnTo>
                  <a:pt x="244479" y="177227"/>
                </a:lnTo>
                <a:lnTo>
                  <a:pt x="242415" y="176375"/>
                </a:lnTo>
                <a:close/>
                <a:moveTo>
                  <a:pt x="180619" y="83712"/>
                </a:moveTo>
                <a:lnTo>
                  <a:pt x="182014" y="84949"/>
                </a:lnTo>
                <a:lnTo>
                  <a:pt x="179922" y="84330"/>
                </a:lnTo>
                <a:close/>
                <a:moveTo>
                  <a:pt x="11247" y="25206"/>
                </a:moveTo>
                <a:lnTo>
                  <a:pt x="11873" y="26854"/>
                </a:lnTo>
                <a:lnTo>
                  <a:pt x="10934" y="26030"/>
                </a:lnTo>
                <a:close/>
                <a:moveTo>
                  <a:pt x="63799" y="136620"/>
                </a:moveTo>
                <a:lnTo>
                  <a:pt x="64677" y="137337"/>
                </a:lnTo>
                <a:lnTo>
                  <a:pt x="63360" y="136978"/>
                </a:lnTo>
                <a:close/>
                <a:moveTo>
                  <a:pt x="129499" y="215239"/>
                </a:moveTo>
                <a:lnTo>
                  <a:pt x="131527" y="216609"/>
                </a:lnTo>
                <a:lnTo>
                  <a:pt x="128486" y="215924"/>
                </a:lnTo>
                <a:close/>
                <a:moveTo>
                  <a:pt x="68166" y="173043"/>
                </a:moveTo>
                <a:lnTo>
                  <a:pt x="70128" y="174668"/>
                </a:lnTo>
                <a:lnTo>
                  <a:pt x="67185" y="173856"/>
                </a:lnTo>
                <a:close/>
                <a:moveTo>
                  <a:pt x="124138" y="195644"/>
                </a:moveTo>
                <a:lnTo>
                  <a:pt x="125779" y="197183"/>
                </a:lnTo>
                <a:lnTo>
                  <a:pt x="123318" y="196414"/>
                </a:lnTo>
                <a:close/>
                <a:moveTo>
                  <a:pt x="276305" y="10257"/>
                </a:moveTo>
                <a:lnTo>
                  <a:pt x="277163" y="11152"/>
                </a:lnTo>
                <a:lnTo>
                  <a:pt x="275876" y="10704"/>
                </a:lnTo>
                <a:close/>
                <a:moveTo>
                  <a:pt x="94788" y="62275"/>
                </a:moveTo>
                <a:lnTo>
                  <a:pt x="96036" y="62626"/>
                </a:lnTo>
                <a:lnTo>
                  <a:pt x="94164" y="62451"/>
                </a:lnTo>
                <a:close/>
                <a:moveTo>
                  <a:pt x="148617" y="105067"/>
                </a:moveTo>
                <a:lnTo>
                  <a:pt x="150607" y="105949"/>
                </a:lnTo>
                <a:lnTo>
                  <a:pt x="147622" y="105508"/>
                </a:lnTo>
                <a:close/>
                <a:moveTo>
                  <a:pt x="243025" y="229178"/>
                </a:moveTo>
                <a:lnTo>
                  <a:pt x="244647" y="229551"/>
                </a:lnTo>
                <a:lnTo>
                  <a:pt x="242215" y="229364"/>
                </a:lnTo>
                <a:close/>
                <a:moveTo>
                  <a:pt x="53664" y="165186"/>
                </a:moveTo>
                <a:lnTo>
                  <a:pt x="54780" y="166023"/>
                </a:lnTo>
                <a:lnTo>
                  <a:pt x="53106" y="165605"/>
                </a:lnTo>
                <a:close/>
                <a:moveTo>
                  <a:pt x="171683" y="283341"/>
                </a:moveTo>
                <a:lnTo>
                  <a:pt x="172334" y="285011"/>
                </a:lnTo>
                <a:lnTo>
                  <a:pt x="171357" y="284176"/>
                </a:lnTo>
                <a:close/>
                <a:moveTo>
                  <a:pt x="63595" y="219343"/>
                </a:moveTo>
                <a:lnTo>
                  <a:pt x="65521" y="219723"/>
                </a:lnTo>
                <a:lnTo>
                  <a:pt x="62631" y="219533"/>
                </a:lnTo>
                <a:close/>
                <a:moveTo>
                  <a:pt x="197825" y="157527"/>
                </a:moveTo>
                <a:lnTo>
                  <a:pt x="199337" y="157967"/>
                </a:lnTo>
                <a:lnTo>
                  <a:pt x="197068" y="157747"/>
                </a:lnTo>
                <a:close/>
                <a:moveTo>
                  <a:pt x="45705" y="35865"/>
                </a:moveTo>
                <a:lnTo>
                  <a:pt x="46395" y="36183"/>
                </a:lnTo>
                <a:lnTo>
                  <a:pt x="45360" y="36024"/>
                </a:lnTo>
                <a:close/>
                <a:moveTo>
                  <a:pt x="184288" y="62654"/>
                </a:moveTo>
                <a:lnTo>
                  <a:pt x="186097" y="64398"/>
                </a:lnTo>
                <a:lnTo>
                  <a:pt x="183384" y="63526"/>
                </a:lnTo>
                <a:close/>
                <a:moveTo>
                  <a:pt x="44713" y="77913"/>
                </a:moveTo>
                <a:lnTo>
                  <a:pt x="45760" y="78631"/>
                </a:lnTo>
                <a:lnTo>
                  <a:pt x="44189" y="78272"/>
                </a:lnTo>
                <a:close/>
                <a:moveTo>
                  <a:pt x="108737" y="101254"/>
                </a:moveTo>
                <a:lnTo>
                  <a:pt x="110544" y="102220"/>
                </a:lnTo>
                <a:lnTo>
                  <a:pt x="107834" y="101737"/>
                </a:lnTo>
                <a:close/>
                <a:moveTo>
                  <a:pt x="90615" y="181634"/>
                </a:moveTo>
                <a:lnTo>
                  <a:pt x="91432" y="182865"/>
                </a:lnTo>
                <a:lnTo>
                  <a:pt x="90206" y="182249"/>
                </a:lnTo>
                <a:close/>
                <a:moveTo>
                  <a:pt x="60822" y="162025"/>
                </a:moveTo>
                <a:lnTo>
                  <a:pt x="62327" y="163411"/>
                </a:lnTo>
                <a:lnTo>
                  <a:pt x="60070" y="162718"/>
                </a:lnTo>
                <a:close/>
                <a:moveTo>
                  <a:pt x="132064" y="244535"/>
                </a:moveTo>
                <a:lnTo>
                  <a:pt x="132803" y="245745"/>
                </a:lnTo>
                <a:lnTo>
                  <a:pt x="131695" y="245140"/>
                </a:lnTo>
                <a:close/>
                <a:moveTo>
                  <a:pt x="218218" y="90890"/>
                </a:moveTo>
                <a:lnTo>
                  <a:pt x="220348" y="91791"/>
                </a:lnTo>
                <a:lnTo>
                  <a:pt x="217153" y="91341"/>
                </a:lnTo>
                <a:close/>
                <a:moveTo>
                  <a:pt x="44738" y="39676"/>
                </a:moveTo>
                <a:lnTo>
                  <a:pt x="46481" y="40932"/>
                </a:lnTo>
                <a:lnTo>
                  <a:pt x="43867" y="40304"/>
                </a:lnTo>
                <a:close/>
                <a:moveTo>
                  <a:pt x="252008" y="117244"/>
                </a:moveTo>
                <a:lnTo>
                  <a:pt x="252624" y="118725"/>
                </a:lnTo>
                <a:lnTo>
                  <a:pt x="251700" y="117984"/>
                </a:lnTo>
                <a:close/>
                <a:moveTo>
                  <a:pt x="261198" y="51818"/>
                </a:moveTo>
                <a:lnTo>
                  <a:pt x="263317" y="52207"/>
                </a:lnTo>
                <a:lnTo>
                  <a:pt x="260139" y="52012"/>
                </a:lnTo>
                <a:close/>
                <a:moveTo>
                  <a:pt x="219604" y="41838"/>
                </a:moveTo>
                <a:lnTo>
                  <a:pt x="219996" y="43006"/>
                </a:lnTo>
                <a:lnTo>
                  <a:pt x="219407" y="42422"/>
                </a:lnTo>
                <a:close/>
                <a:moveTo>
                  <a:pt x="138231" y="138398"/>
                </a:moveTo>
                <a:lnTo>
                  <a:pt x="139438" y="139192"/>
                </a:lnTo>
                <a:lnTo>
                  <a:pt x="137628" y="138795"/>
                </a:lnTo>
                <a:close/>
                <a:moveTo>
                  <a:pt x="258507" y="81310"/>
                </a:moveTo>
                <a:lnTo>
                  <a:pt x="260287" y="82670"/>
                </a:lnTo>
                <a:lnTo>
                  <a:pt x="257616" y="81990"/>
                </a:lnTo>
                <a:close/>
                <a:moveTo>
                  <a:pt x="78390" y="206994"/>
                </a:moveTo>
                <a:lnTo>
                  <a:pt x="79038" y="207440"/>
                </a:lnTo>
                <a:lnTo>
                  <a:pt x="78066" y="207217"/>
                </a:lnTo>
                <a:close/>
                <a:moveTo>
                  <a:pt x="130659" y="222700"/>
                </a:moveTo>
                <a:lnTo>
                  <a:pt x="132484" y="224115"/>
                </a:lnTo>
                <a:lnTo>
                  <a:pt x="129746" y="223407"/>
                </a:lnTo>
                <a:close/>
                <a:moveTo>
                  <a:pt x="277315" y="189789"/>
                </a:moveTo>
                <a:lnTo>
                  <a:pt x="278486" y="191582"/>
                </a:lnTo>
                <a:lnTo>
                  <a:pt x="276729" y="190686"/>
                </a:lnTo>
                <a:close/>
                <a:moveTo>
                  <a:pt x="15528" y="93884"/>
                </a:moveTo>
                <a:lnTo>
                  <a:pt x="16859" y="95264"/>
                </a:lnTo>
                <a:lnTo>
                  <a:pt x="14862" y="94574"/>
                </a:lnTo>
                <a:close/>
                <a:moveTo>
                  <a:pt x="130821" y="133509"/>
                </a:moveTo>
                <a:lnTo>
                  <a:pt x="131467" y="133835"/>
                </a:lnTo>
                <a:lnTo>
                  <a:pt x="130498" y="133672"/>
                </a:lnTo>
                <a:close/>
                <a:moveTo>
                  <a:pt x="167479" y="152214"/>
                </a:moveTo>
                <a:lnTo>
                  <a:pt x="168714" y="152729"/>
                </a:lnTo>
                <a:lnTo>
                  <a:pt x="166861" y="152471"/>
                </a:lnTo>
                <a:close/>
                <a:moveTo>
                  <a:pt x="10411" y="173619"/>
                </a:moveTo>
                <a:lnTo>
                  <a:pt x="11243" y="174072"/>
                </a:lnTo>
                <a:lnTo>
                  <a:pt x="9995" y="173846"/>
                </a:lnTo>
                <a:close/>
                <a:moveTo>
                  <a:pt x="228676" y="3284"/>
                </a:moveTo>
                <a:lnTo>
                  <a:pt x="229052" y="3877"/>
                </a:lnTo>
                <a:lnTo>
                  <a:pt x="228488" y="3581"/>
                </a:lnTo>
                <a:close/>
                <a:moveTo>
                  <a:pt x="275578" y="176392"/>
                </a:moveTo>
                <a:lnTo>
                  <a:pt x="276417" y="177607"/>
                </a:lnTo>
                <a:lnTo>
                  <a:pt x="275159" y="176999"/>
                </a:lnTo>
                <a:close/>
                <a:moveTo>
                  <a:pt x="235420" y="124470"/>
                </a:moveTo>
                <a:lnTo>
                  <a:pt x="236494" y="125860"/>
                </a:lnTo>
                <a:lnTo>
                  <a:pt x="234884" y="125165"/>
                </a:lnTo>
                <a:close/>
                <a:moveTo>
                  <a:pt x="103944" y="61528"/>
                </a:moveTo>
                <a:lnTo>
                  <a:pt x="105684" y="63178"/>
                </a:lnTo>
                <a:lnTo>
                  <a:pt x="103074" y="62353"/>
                </a:lnTo>
                <a:close/>
                <a:moveTo>
                  <a:pt x="257703" y="225306"/>
                </a:moveTo>
                <a:lnTo>
                  <a:pt x="258175" y="226484"/>
                </a:lnTo>
                <a:lnTo>
                  <a:pt x="257467" y="225895"/>
                </a:lnTo>
                <a:close/>
                <a:moveTo>
                  <a:pt x="235721" y="121628"/>
                </a:moveTo>
                <a:lnTo>
                  <a:pt x="236382" y="122893"/>
                </a:lnTo>
                <a:lnTo>
                  <a:pt x="235390" y="122261"/>
                </a:lnTo>
                <a:close/>
                <a:moveTo>
                  <a:pt x="146255" y="1990"/>
                </a:moveTo>
                <a:lnTo>
                  <a:pt x="148090" y="2822"/>
                </a:lnTo>
                <a:lnTo>
                  <a:pt x="145337" y="2406"/>
                </a:lnTo>
                <a:close/>
                <a:moveTo>
                  <a:pt x="220159" y="94510"/>
                </a:moveTo>
                <a:lnTo>
                  <a:pt x="220624" y="94826"/>
                </a:lnTo>
                <a:lnTo>
                  <a:pt x="219927" y="94668"/>
                </a:lnTo>
                <a:close/>
                <a:moveTo>
                  <a:pt x="219385" y="83602"/>
                </a:moveTo>
                <a:lnTo>
                  <a:pt x="221141" y="84161"/>
                </a:lnTo>
                <a:lnTo>
                  <a:pt x="218507" y="83882"/>
                </a:lnTo>
                <a:close/>
                <a:moveTo>
                  <a:pt x="118174" y="278039"/>
                </a:moveTo>
                <a:lnTo>
                  <a:pt x="118528" y="279073"/>
                </a:lnTo>
                <a:lnTo>
                  <a:pt x="117997" y="278556"/>
                </a:lnTo>
                <a:close/>
                <a:moveTo>
                  <a:pt x="260548" y="165557"/>
                </a:moveTo>
                <a:lnTo>
                  <a:pt x="260991" y="167303"/>
                </a:lnTo>
                <a:lnTo>
                  <a:pt x="260326" y="166430"/>
                </a:lnTo>
                <a:close/>
                <a:moveTo>
                  <a:pt x="245738" y="219104"/>
                </a:moveTo>
                <a:lnTo>
                  <a:pt x="247600" y="220570"/>
                </a:lnTo>
                <a:lnTo>
                  <a:pt x="244806" y="219837"/>
                </a:lnTo>
                <a:close/>
                <a:moveTo>
                  <a:pt x="204431" y="265393"/>
                </a:moveTo>
                <a:lnTo>
                  <a:pt x="205882" y="266873"/>
                </a:lnTo>
                <a:lnTo>
                  <a:pt x="203706" y="266133"/>
                </a:lnTo>
                <a:close/>
                <a:moveTo>
                  <a:pt x="155675" y="283568"/>
                </a:moveTo>
                <a:lnTo>
                  <a:pt x="157525" y="284517"/>
                </a:lnTo>
                <a:lnTo>
                  <a:pt x="154750" y="284042"/>
                </a:lnTo>
                <a:close/>
                <a:moveTo>
                  <a:pt x="215429" y="279549"/>
                </a:moveTo>
                <a:lnTo>
                  <a:pt x="216744" y="280447"/>
                </a:lnTo>
                <a:lnTo>
                  <a:pt x="214772" y="279998"/>
                </a:lnTo>
                <a:close/>
                <a:moveTo>
                  <a:pt x="22017" y="178878"/>
                </a:moveTo>
                <a:lnTo>
                  <a:pt x="22975" y="180444"/>
                </a:lnTo>
                <a:lnTo>
                  <a:pt x="21538" y="179661"/>
                </a:lnTo>
                <a:close/>
                <a:moveTo>
                  <a:pt x="232779" y="84960"/>
                </a:moveTo>
                <a:lnTo>
                  <a:pt x="234254" y="85879"/>
                </a:lnTo>
                <a:lnTo>
                  <a:pt x="232041" y="85420"/>
                </a:lnTo>
                <a:close/>
                <a:moveTo>
                  <a:pt x="280410" y="182160"/>
                </a:moveTo>
                <a:lnTo>
                  <a:pt x="282178" y="182551"/>
                </a:lnTo>
                <a:lnTo>
                  <a:pt x="279526" y="182356"/>
                </a:lnTo>
                <a:close/>
                <a:moveTo>
                  <a:pt x="216294" y="265275"/>
                </a:moveTo>
                <a:lnTo>
                  <a:pt x="217056" y="266969"/>
                </a:lnTo>
                <a:lnTo>
                  <a:pt x="215913" y="266122"/>
                </a:lnTo>
                <a:close/>
                <a:moveTo>
                  <a:pt x="215054" y="213124"/>
                </a:moveTo>
                <a:lnTo>
                  <a:pt x="216532" y="213797"/>
                </a:lnTo>
                <a:lnTo>
                  <a:pt x="214315" y="213461"/>
                </a:lnTo>
                <a:close/>
                <a:moveTo>
                  <a:pt x="124122" y="217056"/>
                </a:moveTo>
                <a:lnTo>
                  <a:pt x="125281" y="217787"/>
                </a:lnTo>
                <a:lnTo>
                  <a:pt x="123543" y="217422"/>
                </a:lnTo>
                <a:close/>
                <a:moveTo>
                  <a:pt x="253586" y="21014"/>
                </a:moveTo>
                <a:lnTo>
                  <a:pt x="255644" y="22254"/>
                </a:lnTo>
                <a:lnTo>
                  <a:pt x="252557" y="21634"/>
                </a:lnTo>
                <a:close/>
                <a:moveTo>
                  <a:pt x="131970" y="189995"/>
                </a:moveTo>
                <a:lnTo>
                  <a:pt x="132347" y="191305"/>
                </a:lnTo>
                <a:lnTo>
                  <a:pt x="131781" y="190650"/>
                </a:lnTo>
                <a:close/>
                <a:moveTo>
                  <a:pt x="78471" y="249242"/>
                </a:moveTo>
                <a:lnTo>
                  <a:pt x="79998" y="249838"/>
                </a:lnTo>
                <a:lnTo>
                  <a:pt x="77707" y="249540"/>
                </a:lnTo>
                <a:close/>
                <a:moveTo>
                  <a:pt x="196897" y="239656"/>
                </a:moveTo>
                <a:lnTo>
                  <a:pt x="198226" y="240436"/>
                </a:lnTo>
                <a:lnTo>
                  <a:pt x="196232" y="240046"/>
                </a:lnTo>
                <a:close/>
                <a:moveTo>
                  <a:pt x="234004" y="148484"/>
                </a:moveTo>
                <a:lnTo>
                  <a:pt x="234564" y="149075"/>
                </a:lnTo>
                <a:lnTo>
                  <a:pt x="233724" y="148780"/>
                </a:lnTo>
                <a:close/>
                <a:moveTo>
                  <a:pt x="170096" y="157712"/>
                </a:moveTo>
                <a:lnTo>
                  <a:pt x="172175" y="158019"/>
                </a:lnTo>
                <a:lnTo>
                  <a:pt x="169056" y="157866"/>
                </a:lnTo>
                <a:close/>
                <a:moveTo>
                  <a:pt x="212123" y="88092"/>
                </a:moveTo>
                <a:lnTo>
                  <a:pt x="214142" y="89525"/>
                </a:lnTo>
                <a:lnTo>
                  <a:pt x="211113" y="88809"/>
                </a:lnTo>
                <a:close/>
                <a:moveTo>
                  <a:pt x="75145" y="135951"/>
                </a:moveTo>
                <a:lnTo>
                  <a:pt x="77054" y="136616"/>
                </a:lnTo>
                <a:lnTo>
                  <a:pt x="74191" y="136283"/>
                </a:lnTo>
                <a:close/>
                <a:moveTo>
                  <a:pt x="82222" y="183034"/>
                </a:moveTo>
                <a:lnTo>
                  <a:pt x="83034" y="184777"/>
                </a:lnTo>
                <a:lnTo>
                  <a:pt x="81816" y="183905"/>
                </a:lnTo>
                <a:close/>
                <a:moveTo>
                  <a:pt x="168459" y="103074"/>
                </a:moveTo>
                <a:lnTo>
                  <a:pt x="170263" y="104745"/>
                </a:lnTo>
                <a:lnTo>
                  <a:pt x="167556" y="103909"/>
                </a:lnTo>
                <a:close/>
                <a:moveTo>
                  <a:pt x="177480" y="217489"/>
                </a:moveTo>
                <a:lnTo>
                  <a:pt x="178295" y="218813"/>
                </a:lnTo>
                <a:lnTo>
                  <a:pt x="177073" y="218151"/>
                </a:lnTo>
                <a:close/>
                <a:moveTo>
                  <a:pt x="21263" y="122535"/>
                </a:moveTo>
                <a:lnTo>
                  <a:pt x="22513" y="124325"/>
                </a:lnTo>
                <a:lnTo>
                  <a:pt x="20638" y="123430"/>
                </a:lnTo>
                <a:close/>
                <a:moveTo>
                  <a:pt x="118762" y="34434"/>
                </a:moveTo>
                <a:lnTo>
                  <a:pt x="120783" y="36234"/>
                </a:lnTo>
                <a:lnTo>
                  <a:pt x="117752" y="35334"/>
                </a:lnTo>
                <a:close/>
                <a:moveTo>
                  <a:pt x="172535" y="163802"/>
                </a:moveTo>
                <a:lnTo>
                  <a:pt x="174063" y="165258"/>
                </a:lnTo>
                <a:lnTo>
                  <a:pt x="171772" y="164530"/>
                </a:lnTo>
                <a:close/>
                <a:moveTo>
                  <a:pt x="3233" y="279944"/>
                </a:moveTo>
                <a:lnTo>
                  <a:pt x="3676" y="280628"/>
                </a:lnTo>
                <a:lnTo>
                  <a:pt x="3011" y="280286"/>
                </a:lnTo>
                <a:close/>
                <a:moveTo>
                  <a:pt x="155938" y="47825"/>
                </a:moveTo>
                <a:lnTo>
                  <a:pt x="156402" y="49540"/>
                </a:lnTo>
                <a:lnTo>
                  <a:pt x="155706" y="48683"/>
                </a:lnTo>
                <a:close/>
                <a:moveTo>
                  <a:pt x="34663" y="44798"/>
                </a:moveTo>
                <a:lnTo>
                  <a:pt x="36359" y="45143"/>
                </a:lnTo>
                <a:lnTo>
                  <a:pt x="33815" y="44970"/>
                </a:lnTo>
                <a:close/>
                <a:moveTo>
                  <a:pt x="282341" y="32095"/>
                </a:moveTo>
                <a:lnTo>
                  <a:pt x="283318" y="32601"/>
                </a:lnTo>
                <a:lnTo>
                  <a:pt x="281852" y="32348"/>
                </a:lnTo>
                <a:close/>
                <a:moveTo>
                  <a:pt x="173765" y="117476"/>
                </a:moveTo>
                <a:lnTo>
                  <a:pt x="174696" y="118579"/>
                </a:lnTo>
                <a:lnTo>
                  <a:pt x="173300" y="118028"/>
                </a:lnTo>
                <a:close/>
                <a:moveTo>
                  <a:pt x="90595" y="205915"/>
                </a:moveTo>
                <a:lnTo>
                  <a:pt x="92000" y="207638"/>
                </a:lnTo>
                <a:lnTo>
                  <a:pt x="89892" y="206776"/>
                </a:lnTo>
                <a:close/>
                <a:moveTo>
                  <a:pt x="45762" y="50139"/>
                </a:moveTo>
                <a:lnTo>
                  <a:pt x="47814" y="50773"/>
                </a:lnTo>
                <a:lnTo>
                  <a:pt x="44737" y="50456"/>
                </a:lnTo>
                <a:close/>
                <a:moveTo>
                  <a:pt x="14151" y="103882"/>
                </a:moveTo>
                <a:lnTo>
                  <a:pt x="16179" y="105441"/>
                </a:lnTo>
                <a:lnTo>
                  <a:pt x="13137" y="104662"/>
                </a:lnTo>
                <a:close/>
                <a:moveTo>
                  <a:pt x="167442" y="118987"/>
                </a:moveTo>
                <a:lnTo>
                  <a:pt x="168602" y="119524"/>
                </a:lnTo>
                <a:lnTo>
                  <a:pt x="166862" y="119256"/>
                </a:lnTo>
                <a:close/>
                <a:moveTo>
                  <a:pt x="133935" y="157645"/>
                </a:moveTo>
                <a:lnTo>
                  <a:pt x="134580" y="159220"/>
                </a:lnTo>
                <a:lnTo>
                  <a:pt x="133612" y="158433"/>
                </a:lnTo>
                <a:close/>
                <a:moveTo>
                  <a:pt x="252688" y="274699"/>
                </a:moveTo>
                <a:lnTo>
                  <a:pt x="253520" y="275521"/>
                </a:lnTo>
                <a:lnTo>
                  <a:pt x="252272" y="275110"/>
                </a:lnTo>
                <a:close/>
                <a:moveTo>
                  <a:pt x="91010" y="78320"/>
                </a:moveTo>
                <a:lnTo>
                  <a:pt x="91888" y="79802"/>
                </a:lnTo>
                <a:lnTo>
                  <a:pt x="90570" y="79061"/>
                </a:lnTo>
                <a:close/>
                <a:moveTo>
                  <a:pt x="31935" y="140186"/>
                </a:moveTo>
                <a:lnTo>
                  <a:pt x="32483" y="141258"/>
                </a:lnTo>
                <a:lnTo>
                  <a:pt x="31660" y="140722"/>
                </a:lnTo>
                <a:close/>
                <a:moveTo>
                  <a:pt x="212744" y="174604"/>
                </a:moveTo>
                <a:lnTo>
                  <a:pt x="213363" y="175764"/>
                </a:lnTo>
                <a:lnTo>
                  <a:pt x="212434" y="175184"/>
                </a:lnTo>
                <a:close/>
                <a:moveTo>
                  <a:pt x="57890" y="150194"/>
                </a:moveTo>
                <a:lnTo>
                  <a:pt x="59049" y="151092"/>
                </a:lnTo>
                <a:lnTo>
                  <a:pt x="57311" y="150643"/>
                </a:lnTo>
                <a:close/>
                <a:moveTo>
                  <a:pt x="145408" y="154534"/>
                </a:moveTo>
                <a:lnTo>
                  <a:pt x="145837" y="155850"/>
                </a:lnTo>
                <a:lnTo>
                  <a:pt x="145194" y="155192"/>
                </a:lnTo>
                <a:close/>
                <a:moveTo>
                  <a:pt x="150134" y="129799"/>
                </a:moveTo>
                <a:lnTo>
                  <a:pt x="150903" y="131204"/>
                </a:lnTo>
                <a:lnTo>
                  <a:pt x="149749" y="130502"/>
                </a:lnTo>
                <a:close/>
                <a:moveTo>
                  <a:pt x="211547" y="38835"/>
                </a:moveTo>
                <a:lnTo>
                  <a:pt x="212543" y="39825"/>
                </a:lnTo>
                <a:lnTo>
                  <a:pt x="211049" y="39330"/>
                </a:lnTo>
                <a:close/>
                <a:moveTo>
                  <a:pt x="78385" y="285942"/>
                </a:moveTo>
                <a:lnTo>
                  <a:pt x="78760" y="287062"/>
                </a:lnTo>
                <a:lnTo>
                  <a:pt x="78197" y="286502"/>
                </a:lnTo>
                <a:close/>
                <a:moveTo>
                  <a:pt x="221623" y="242028"/>
                </a:moveTo>
                <a:lnTo>
                  <a:pt x="222985" y="243083"/>
                </a:lnTo>
                <a:lnTo>
                  <a:pt x="220942" y="242556"/>
                </a:lnTo>
                <a:close/>
                <a:moveTo>
                  <a:pt x="151485" y="194282"/>
                </a:moveTo>
                <a:lnTo>
                  <a:pt x="152273" y="195518"/>
                </a:lnTo>
                <a:lnTo>
                  <a:pt x="151091" y="194900"/>
                </a:lnTo>
                <a:close/>
                <a:moveTo>
                  <a:pt x="206488" y="135462"/>
                </a:moveTo>
                <a:lnTo>
                  <a:pt x="207909" y="135863"/>
                </a:lnTo>
                <a:lnTo>
                  <a:pt x="205777" y="135662"/>
                </a:lnTo>
                <a:close/>
                <a:moveTo>
                  <a:pt x="150111" y="221296"/>
                </a:moveTo>
                <a:lnTo>
                  <a:pt x="151814" y="222163"/>
                </a:lnTo>
                <a:lnTo>
                  <a:pt x="149259" y="221730"/>
                </a:lnTo>
                <a:close/>
                <a:moveTo>
                  <a:pt x="159622" y="66785"/>
                </a:moveTo>
                <a:lnTo>
                  <a:pt x="161192" y="68338"/>
                </a:lnTo>
                <a:lnTo>
                  <a:pt x="158837" y="67561"/>
                </a:lnTo>
                <a:close/>
                <a:moveTo>
                  <a:pt x="125092" y="38771"/>
                </a:moveTo>
                <a:lnTo>
                  <a:pt x="127235" y="40084"/>
                </a:lnTo>
                <a:lnTo>
                  <a:pt x="124021" y="39427"/>
                </a:lnTo>
                <a:close/>
                <a:moveTo>
                  <a:pt x="192008" y="122279"/>
                </a:moveTo>
                <a:lnTo>
                  <a:pt x="193471" y="123853"/>
                </a:lnTo>
                <a:lnTo>
                  <a:pt x="191277" y="123066"/>
                </a:lnTo>
                <a:close/>
                <a:moveTo>
                  <a:pt x="29651" y="227427"/>
                </a:moveTo>
                <a:lnTo>
                  <a:pt x="30715" y="228411"/>
                </a:lnTo>
                <a:lnTo>
                  <a:pt x="29119" y="227919"/>
                </a:lnTo>
                <a:close/>
                <a:moveTo>
                  <a:pt x="106642" y="126318"/>
                </a:moveTo>
                <a:lnTo>
                  <a:pt x="108604" y="126885"/>
                </a:lnTo>
                <a:lnTo>
                  <a:pt x="105661" y="126602"/>
                </a:lnTo>
                <a:close/>
                <a:moveTo>
                  <a:pt x="256472" y="44398"/>
                </a:moveTo>
                <a:lnTo>
                  <a:pt x="257394" y="44855"/>
                </a:lnTo>
                <a:lnTo>
                  <a:pt x="256011" y="44626"/>
                </a:lnTo>
                <a:close/>
                <a:moveTo>
                  <a:pt x="52343" y="126706"/>
                </a:moveTo>
                <a:lnTo>
                  <a:pt x="53178" y="128493"/>
                </a:lnTo>
                <a:lnTo>
                  <a:pt x="51926" y="127600"/>
                </a:lnTo>
                <a:close/>
                <a:moveTo>
                  <a:pt x="285051" y="16539"/>
                </a:moveTo>
                <a:lnTo>
                  <a:pt x="285528" y="17248"/>
                </a:lnTo>
                <a:lnTo>
                  <a:pt x="284813" y="16894"/>
                </a:lnTo>
                <a:close/>
                <a:moveTo>
                  <a:pt x="117544" y="254399"/>
                </a:moveTo>
                <a:lnTo>
                  <a:pt x="118825" y="255970"/>
                </a:lnTo>
                <a:lnTo>
                  <a:pt x="116903" y="255185"/>
                </a:lnTo>
                <a:close/>
                <a:moveTo>
                  <a:pt x="195978" y="107521"/>
                </a:moveTo>
                <a:lnTo>
                  <a:pt x="197887" y="108270"/>
                </a:lnTo>
                <a:lnTo>
                  <a:pt x="195024" y="107895"/>
                </a:lnTo>
                <a:close/>
                <a:moveTo>
                  <a:pt x="155082" y="90871"/>
                </a:moveTo>
                <a:lnTo>
                  <a:pt x="156073" y="92176"/>
                </a:lnTo>
                <a:lnTo>
                  <a:pt x="154586" y="91524"/>
                </a:lnTo>
                <a:close/>
                <a:moveTo>
                  <a:pt x="209997" y="8408"/>
                </a:moveTo>
                <a:lnTo>
                  <a:pt x="210758" y="9126"/>
                </a:lnTo>
                <a:lnTo>
                  <a:pt x="209616" y="8767"/>
                </a:lnTo>
                <a:close/>
                <a:moveTo>
                  <a:pt x="10985" y="160942"/>
                </a:moveTo>
                <a:lnTo>
                  <a:pt x="12274" y="162721"/>
                </a:lnTo>
                <a:lnTo>
                  <a:pt x="10340" y="161831"/>
                </a:lnTo>
                <a:close/>
                <a:moveTo>
                  <a:pt x="13843" y="68471"/>
                </a:moveTo>
                <a:lnTo>
                  <a:pt x="16014" y="69214"/>
                </a:lnTo>
                <a:lnTo>
                  <a:pt x="12758" y="68842"/>
                </a:lnTo>
                <a:close/>
                <a:moveTo>
                  <a:pt x="248230" y="249013"/>
                </a:moveTo>
                <a:lnTo>
                  <a:pt x="248928" y="249540"/>
                </a:lnTo>
                <a:lnTo>
                  <a:pt x="247882" y="249277"/>
                </a:lnTo>
                <a:close/>
                <a:moveTo>
                  <a:pt x="264829" y="169085"/>
                </a:moveTo>
                <a:lnTo>
                  <a:pt x="265610" y="170300"/>
                </a:lnTo>
                <a:lnTo>
                  <a:pt x="264438" y="169692"/>
                </a:lnTo>
                <a:close/>
                <a:moveTo>
                  <a:pt x="45339" y="38219"/>
                </a:moveTo>
                <a:lnTo>
                  <a:pt x="47324" y="38910"/>
                </a:lnTo>
                <a:lnTo>
                  <a:pt x="44346" y="38565"/>
                </a:lnTo>
                <a:close/>
                <a:moveTo>
                  <a:pt x="48695" y="125474"/>
                </a:moveTo>
                <a:lnTo>
                  <a:pt x="50629" y="126248"/>
                </a:lnTo>
                <a:lnTo>
                  <a:pt x="47728" y="125861"/>
                </a:lnTo>
                <a:close/>
                <a:moveTo>
                  <a:pt x="35625" y="47446"/>
                </a:moveTo>
                <a:lnTo>
                  <a:pt x="37077" y="48340"/>
                </a:lnTo>
                <a:lnTo>
                  <a:pt x="34899" y="47893"/>
                </a:lnTo>
                <a:close/>
                <a:moveTo>
                  <a:pt x="50863" y="24287"/>
                </a:moveTo>
                <a:lnTo>
                  <a:pt x="52876" y="25652"/>
                </a:lnTo>
                <a:lnTo>
                  <a:pt x="49857" y="24969"/>
                </a:lnTo>
                <a:close/>
                <a:moveTo>
                  <a:pt x="3992" y="204830"/>
                </a:moveTo>
                <a:lnTo>
                  <a:pt x="5629" y="205158"/>
                </a:lnTo>
                <a:lnTo>
                  <a:pt x="3174" y="204994"/>
                </a:lnTo>
                <a:close/>
                <a:moveTo>
                  <a:pt x="20780" y="200736"/>
                </a:moveTo>
                <a:lnTo>
                  <a:pt x="21278" y="201941"/>
                </a:lnTo>
                <a:lnTo>
                  <a:pt x="20532" y="201339"/>
                </a:lnTo>
                <a:close/>
                <a:moveTo>
                  <a:pt x="101076" y="218155"/>
                </a:moveTo>
                <a:lnTo>
                  <a:pt x="101964" y="219592"/>
                </a:lnTo>
                <a:lnTo>
                  <a:pt x="100632" y="218874"/>
                </a:lnTo>
                <a:close/>
                <a:moveTo>
                  <a:pt x="106889" y="222147"/>
                </a:moveTo>
                <a:lnTo>
                  <a:pt x="108256" y="223473"/>
                </a:lnTo>
                <a:lnTo>
                  <a:pt x="106206" y="222810"/>
                </a:lnTo>
                <a:close/>
                <a:moveTo>
                  <a:pt x="140662" y="23376"/>
                </a:moveTo>
                <a:lnTo>
                  <a:pt x="141294" y="24549"/>
                </a:lnTo>
                <a:lnTo>
                  <a:pt x="140346" y="23963"/>
                </a:lnTo>
                <a:close/>
                <a:moveTo>
                  <a:pt x="279100" y="246264"/>
                </a:moveTo>
                <a:lnTo>
                  <a:pt x="279620" y="247499"/>
                </a:lnTo>
                <a:lnTo>
                  <a:pt x="278839" y="246881"/>
                </a:lnTo>
                <a:close/>
                <a:moveTo>
                  <a:pt x="266798" y="119544"/>
                </a:moveTo>
                <a:lnTo>
                  <a:pt x="267807" y="120514"/>
                </a:lnTo>
                <a:lnTo>
                  <a:pt x="266293" y="120029"/>
                </a:lnTo>
                <a:close/>
                <a:moveTo>
                  <a:pt x="9508" y="215164"/>
                </a:moveTo>
                <a:lnTo>
                  <a:pt x="9942" y="215951"/>
                </a:lnTo>
                <a:lnTo>
                  <a:pt x="9290" y="215558"/>
                </a:lnTo>
                <a:close/>
                <a:moveTo>
                  <a:pt x="131623" y="242292"/>
                </a:moveTo>
                <a:lnTo>
                  <a:pt x="132966" y="243210"/>
                </a:lnTo>
                <a:lnTo>
                  <a:pt x="130951" y="242751"/>
                </a:lnTo>
                <a:close/>
                <a:moveTo>
                  <a:pt x="110068" y="252025"/>
                </a:moveTo>
                <a:lnTo>
                  <a:pt x="112229" y="252530"/>
                </a:lnTo>
                <a:lnTo>
                  <a:pt x="108987" y="252278"/>
                </a:lnTo>
                <a:close/>
                <a:moveTo>
                  <a:pt x="61418" y="182576"/>
                </a:moveTo>
                <a:lnTo>
                  <a:pt x="62931" y="183706"/>
                </a:lnTo>
                <a:lnTo>
                  <a:pt x="60662" y="183141"/>
                </a:lnTo>
                <a:close/>
                <a:moveTo>
                  <a:pt x="169189" y="48153"/>
                </a:moveTo>
                <a:lnTo>
                  <a:pt x="171036" y="49500"/>
                </a:lnTo>
                <a:lnTo>
                  <a:pt x="168265" y="48826"/>
                </a:lnTo>
                <a:close/>
                <a:moveTo>
                  <a:pt x="231381" y="18270"/>
                </a:moveTo>
                <a:lnTo>
                  <a:pt x="231956" y="19216"/>
                </a:lnTo>
                <a:lnTo>
                  <a:pt x="231094" y="18743"/>
                </a:lnTo>
                <a:close/>
                <a:moveTo>
                  <a:pt x="239519" y="174002"/>
                </a:moveTo>
                <a:lnTo>
                  <a:pt x="239975" y="175561"/>
                </a:lnTo>
                <a:lnTo>
                  <a:pt x="239291" y="174782"/>
                </a:lnTo>
                <a:close/>
                <a:moveTo>
                  <a:pt x="225212" y="248265"/>
                </a:moveTo>
                <a:lnTo>
                  <a:pt x="226631" y="249449"/>
                </a:lnTo>
                <a:lnTo>
                  <a:pt x="224503" y="248857"/>
                </a:lnTo>
                <a:close/>
                <a:moveTo>
                  <a:pt x="199262" y="63353"/>
                </a:moveTo>
                <a:lnTo>
                  <a:pt x="200675" y="63745"/>
                </a:lnTo>
                <a:lnTo>
                  <a:pt x="198555" y="63549"/>
                </a:lnTo>
                <a:close/>
                <a:moveTo>
                  <a:pt x="192151" y="246602"/>
                </a:moveTo>
                <a:lnTo>
                  <a:pt x="193282" y="247672"/>
                </a:lnTo>
                <a:lnTo>
                  <a:pt x="191585" y="247137"/>
                </a:lnTo>
                <a:close/>
                <a:moveTo>
                  <a:pt x="98473" y="185665"/>
                </a:moveTo>
                <a:lnTo>
                  <a:pt x="100596" y="186609"/>
                </a:lnTo>
                <a:lnTo>
                  <a:pt x="97412" y="186137"/>
                </a:lnTo>
                <a:close/>
                <a:moveTo>
                  <a:pt x="172219" y="224284"/>
                </a:moveTo>
                <a:lnTo>
                  <a:pt x="173198" y="224839"/>
                </a:lnTo>
                <a:lnTo>
                  <a:pt x="171729" y="224561"/>
                </a:lnTo>
                <a:close/>
                <a:moveTo>
                  <a:pt x="22648" y="162973"/>
                </a:moveTo>
                <a:lnTo>
                  <a:pt x="23984" y="163692"/>
                </a:lnTo>
                <a:lnTo>
                  <a:pt x="21979" y="163333"/>
                </a:lnTo>
                <a:close/>
                <a:moveTo>
                  <a:pt x="34856" y="258708"/>
                </a:moveTo>
                <a:lnTo>
                  <a:pt x="35493" y="259594"/>
                </a:lnTo>
                <a:lnTo>
                  <a:pt x="34538" y="259151"/>
                </a:lnTo>
                <a:close/>
                <a:moveTo>
                  <a:pt x="112438" y="133112"/>
                </a:moveTo>
                <a:lnTo>
                  <a:pt x="114550" y="133506"/>
                </a:lnTo>
                <a:lnTo>
                  <a:pt x="111382" y="133309"/>
                </a:lnTo>
                <a:close/>
                <a:moveTo>
                  <a:pt x="276260" y="49230"/>
                </a:moveTo>
                <a:lnTo>
                  <a:pt x="276669" y="49891"/>
                </a:lnTo>
                <a:lnTo>
                  <a:pt x="276056" y="49561"/>
                </a:lnTo>
                <a:close/>
                <a:moveTo>
                  <a:pt x="110247" y="93097"/>
                </a:moveTo>
                <a:lnTo>
                  <a:pt x="112259" y="93563"/>
                </a:lnTo>
                <a:lnTo>
                  <a:pt x="109242" y="93330"/>
                </a:lnTo>
                <a:close/>
                <a:moveTo>
                  <a:pt x="85953" y="237576"/>
                </a:moveTo>
                <a:lnTo>
                  <a:pt x="87818" y="238323"/>
                </a:lnTo>
                <a:lnTo>
                  <a:pt x="85021" y="237949"/>
                </a:lnTo>
                <a:close/>
                <a:moveTo>
                  <a:pt x="170538" y="231014"/>
                </a:moveTo>
                <a:lnTo>
                  <a:pt x="171630" y="232159"/>
                </a:lnTo>
                <a:lnTo>
                  <a:pt x="169992" y="231586"/>
                </a:lnTo>
                <a:close/>
                <a:moveTo>
                  <a:pt x="127987" y="275465"/>
                </a:moveTo>
                <a:lnTo>
                  <a:pt x="128737" y="276411"/>
                </a:lnTo>
                <a:lnTo>
                  <a:pt x="127612" y="275938"/>
                </a:lnTo>
                <a:close/>
                <a:moveTo>
                  <a:pt x="246983" y="263493"/>
                </a:moveTo>
                <a:lnTo>
                  <a:pt x="248075" y="264846"/>
                </a:lnTo>
                <a:lnTo>
                  <a:pt x="246437" y="264169"/>
                </a:lnTo>
                <a:close/>
                <a:moveTo>
                  <a:pt x="130976" y="78849"/>
                </a:moveTo>
                <a:lnTo>
                  <a:pt x="132933" y="79722"/>
                </a:lnTo>
                <a:lnTo>
                  <a:pt x="129997" y="79286"/>
                </a:lnTo>
                <a:close/>
                <a:moveTo>
                  <a:pt x="43586" y="239503"/>
                </a:moveTo>
                <a:lnTo>
                  <a:pt x="45700" y="240806"/>
                </a:lnTo>
                <a:lnTo>
                  <a:pt x="42530" y="240154"/>
                </a:lnTo>
                <a:close/>
                <a:moveTo>
                  <a:pt x="3305" y="51291"/>
                </a:moveTo>
                <a:lnTo>
                  <a:pt x="4628" y="52239"/>
                </a:lnTo>
                <a:lnTo>
                  <a:pt x="2644" y="51765"/>
                </a:lnTo>
                <a:close/>
                <a:moveTo>
                  <a:pt x="39130" y="208187"/>
                </a:moveTo>
                <a:lnTo>
                  <a:pt x="40093" y="209105"/>
                </a:lnTo>
                <a:lnTo>
                  <a:pt x="38649" y="208646"/>
                </a:lnTo>
                <a:close/>
                <a:moveTo>
                  <a:pt x="144373" y="86461"/>
                </a:moveTo>
                <a:lnTo>
                  <a:pt x="145337" y="87085"/>
                </a:lnTo>
                <a:lnTo>
                  <a:pt x="143890" y="86773"/>
                </a:lnTo>
                <a:close/>
                <a:moveTo>
                  <a:pt x="100170" y="112833"/>
                </a:moveTo>
                <a:lnTo>
                  <a:pt x="100884" y="113272"/>
                </a:lnTo>
                <a:lnTo>
                  <a:pt x="99812" y="113052"/>
                </a:lnTo>
                <a:close/>
                <a:moveTo>
                  <a:pt x="75337" y="163749"/>
                </a:moveTo>
                <a:lnTo>
                  <a:pt x="76077" y="165106"/>
                </a:lnTo>
                <a:lnTo>
                  <a:pt x="74966" y="164428"/>
                </a:lnTo>
                <a:close/>
                <a:moveTo>
                  <a:pt x="216573" y="157149"/>
                </a:moveTo>
                <a:lnTo>
                  <a:pt x="217668" y="158490"/>
                </a:lnTo>
                <a:lnTo>
                  <a:pt x="216025" y="157819"/>
                </a:lnTo>
                <a:close/>
                <a:moveTo>
                  <a:pt x="279174" y="17869"/>
                </a:moveTo>
                <a:lnTo>
                  <a:pt x="280116" y="19410"/>
                </a:lnTo>
                <a:lnTo>
                  <a:pt x="278703" y="18640"/>
                </a:lnTo>
                <a:close/>
                <a:moveTo>
                  <a:pt x="133779" y="275206"/>
                </a:moveTo>
                <a:lnTo>
                  <a:pt x="134641" y="275913"/>
                </a:lnTo>
                <a:lnTo>
                  <a:pt x="133347" y="275559"/>
                </a:lnTo>
                <a:close/>
                <a:moveTo>
                  <a:pt x="163159" y="36894"/>
                </a:moveTo>
                <a:lnTo>
                  <a:pt x="164582" y="38667"/>
                </a:lnTo>
                <a:lnTo>
                  <a:pt x="162448" y="37780"/>
                </a:lnTo>
                <a:close/>
                <a:moveTo>
                  <a:pt x="168307" y="285707"/>
                </a:moveTo>
                <a:lnTo>
                  <a:pt x="169128" y="286569"/>
                </a:lnTo>
                <a:lnTo>
                  <a:pt x="167897" y="286138"/>
                </a:lnTo>
                <a:close/>
                <a:moveTo>
                  <a:pt x="202387" y="163982"/>
                </a:moveTo>
                <a:lnTo>
                  <a:pt x="203611" y="164494"/>
                </a:lnTo>
                <a:lnTo>
                  <a:pt x="201776" y="164238"/>
                </a:lnTo>
                <a:close/>
                <a:moveTo>
                  <a:pt x="243114" y="174528"/>
                </a:moveTo>
                <a:lnTo>
                  <a:pt x="245277" y="175928"/>
                </a:lnTo>
                <a:lnTo>
                  <a:pt x="242033" y="175228"/>
                </a:lnTo>
                <a:close/>
                <a:moveTo>
                  <a:pt x="2861" y="10917"/>
                </a:moveTo>
                <a:lnTo>
                  <a:pt x="3910" y="12672"/>
                </a:lnTo>
                <a:lnTo>
                  <a:pt x="2337" y="11795"/>
                </a:lnTo>
                <a:close/>
                <a:moveTo>
                  <a:pt x="279921" y="120054"/>
                </a:moveTo>
                <a:lnTo>
                  <a:pt x="280851" y="121563"/>
                </a:lnTo>
                <a:lnTo>
                  <a:pt x="279456" y="120808"/>
                </a:lnTo>
                <a:close/>
                <a:moveTo>
                  <a:pt x="127023" y="267805"/>
                </a:moveTo>
                <a:lnTo>
                  <a:pt x="129193" y="269508"/>
                </a:lnTo>
                <a:lnTo>
                  <a:pt x="125938" y="268657"/>
                </a:lnTo>
                <a:close/>
                <a:moveTo>
                  <a:pt x="201679" y="117772"/>
                </a:moveTo>
                <a:lnTo>
                  <a:pt x="203628" y="119232"/>
                </a:lnTo>
                <a:lnTo>
                  <a:pt x="200705" y="118502"/>
                </a:lnTo>
                <a:close/>
                <a:moveTo>
                  <a:pt x="167293" y="35039"/>
                </a:moveTo>
                <a:lnTo>
                  <a:pt x="167920" y="35814"/>
                </a:lnTo>
                <a:lnTo>
                  <a:pt x="166980" y="35427"/>
                </a:lnTo>
                <a:close/>
                <a:moveTo>
                  <a:pt x="87348" y="196761"/>
                </a:moveTo>
                <a:lnTo>
                  <a:pt x="88954" y="198040"/>
                </a:lnTo>
                <a:lnTo>
                  <a:pt x="86545" y="197401"/>
                </a:lnTo>
                <a:close/>
                <a:moveTo>
                  <a:pt x="74584" y="114410"/>
                </a:moveTo>
                <a:lnTo>
                  <a:pt x="76037" y="115174"/>
                </a:lnTo>
                <a:lnTo>
                  <a:pt x="73857" y="114792"/>
                </a:lnTo>
                <a:close/>
                <a:moveTo>
                  <a:pt x="19427" y="208357"/>
                </a:moveTo>
                <a:lnTo>
                  <a:pt x="20318" y="209696"/>
                </a:lnTo>
                <a:lnTo>
                  <a:pt x="18981" y="209026"/>
                </a:lnTo>
                <a:close/>
                <a:moveTo>
                  <a:pt x="101980" y="262577"/>
                </a:moveTo>
                <a:lnTo>
                  <a:pt x="104138" y="263590"/>
                </a:lnTo>
                <a:lnTo>
                  <a:pt x="100900" y="263083"/>
                </a:lnTo>
                <a:close/>
                <a:moveTo>
                  <a:pt x="190357" y="120469"/>
                </a:moveTo>
                <a:lnTo>
                  <a:pt x="191236" y="121448"/>
                </a:lnTo>
                <a:lnTo>
                  <a:pt x="189917" y="120959"/>
                </a:lnTo>
                <a:close/>
                <a:moveTo>
                  <a:pt x="53103" y="230470"/>
                </a:moveTo>
                <a:lnTo>
                  <a:pt x="54634" y="231193"/>
                </a:lnTo>
                <a:lnTo>
                  <a:pt x="52338" y="230832"/>
                </a:lnTo>
                <a:close/>
                <a:moveTo>
                  <a:pt x="63126" y="107769"/>
                </a:moveTo>
                <a:lnTo>
                  <a:pt x="65069" y="109398"/>
                </a:lnTo>
                <a:lnTo>
                  <a:pt x="62154" y="108583"/>
                </a:lnTo>
                <a:close/>
                <a:moveTo>
                  <a:pt x="6836" y="9180"/>
                </a:moveTo>
                <a:lnTo>
                  <a:pt x="7871" y="10736"/>
                </a:lnTo>
                <a:lnTo>
                  <a:pt x="6318" y="9958"/>
                </a:lnTo>
                <a:close/>
                <a:moveTo>
                  <a:pt x="8368" y="13961"/>
                </a:moveTo>
                <a:lnTo>
                  <a:pt x="9708" y="15456"/>
                </a:lnTo>
                <a:lnTo>
                  <a:pt x="7698" y="14708"/>
                </a:lnTo>
                <a:close/>
                <a:moveTo>
                  <a:pt x="54157" y="36906"/>
                </a:moveTo>
                <a:lnTo>
                  <a:pt x="54665" y="38551"/>
                </a:lnTo>
                <a:lnTo>
                  <a:pt x="53903" y="37728"/>
                </a:lnTo>
                <a:close/>
                <a:moveTo>
                  <a:pt x="247307" y="34702"/>
                </a:moveTo>
                <a:lnTo>
                  <a:pt x="248395" y="36327"/>
                </a:lnTo>
                <a:lnTo>
                  <a:pt x="246762" y="35515"/>
                </a:lnTo>
                <a:close/>
                <a:moveTo>
                  <a:pt x="68771" y="13190"/>
                </a:moveTo>
                <a:lnTo>
                  <a:pt x="70181" y="13863"/>
                </a:lnTo>
                <a:lnTo>
                  <a:pt x="68066" y="13526"/>
                </a:lnTo>
                <a:close/>
                <a:moveTo>
                  <a:pt x="176693" y="21674"/>
                </a:moveTo>
                <a:lnTo>
                  <a:pt x="178785" y="21976"/>
                </a:lnTo>
                <a:lnTo>
                  <a:pt x="175647" y="21825"/>
                </a:lnTo>
                <a:close/>
                <a:moveTo>
                  <a:pt x="287332" y="155435"/>
                </a:moveTo>
                <a:lnTo>
                  <a:pt x="289373" y="156441"/>
                </a:lnTo>
                <a:lnTo>
                  <a:pt x="286311" y="155938"/>
                </a:lnTo>
                <a:close/>
                <a:moveTo>
                  <a:pt x="80948" y="108028"/>
                </a:moveTo>
                <a:lnTo>
                  <a:pt x="83138" y="108611"/>
                </a:lnTo>
                <a:lnTo>
                  <a:pt x="79853" y="108320"/>
                </a:lnTo>
                <a:close/>
                <a:moveTo>
                  <a:pt x="230744" y="183579"/>
                </a:moveTo>
                <a:lnTo>
                  <a:pt x="231349" y="184058"/>
                </a:lnTo>
                <a:lnTo>
                  <a:pt x="230441" y="183819"/>
                </a:lnTo>
                <a:close/>
                <a:moveTo>
                  <a:pt x="109313" y="53501"/>
                </a:moveTo>
                <a:lnTo>
                  <a:pt x="110820" y="54535"/>
                </a:lnTo>
                <a:lnTo>
                  <a:pt x="108559" y="54018"/>
                </a:lnTo>
                <a:close/>
                <a:moveTo>
                  <a:pt x="97296" y="861"/>
                </a:moveTo>
                <a:lnTo>
                  <a:pt x="99287" y="2418"/>
                </a:lnTo>
                <a:lnTo>
                  <a:pt x="96300" y="1640"/>
                </a:lnTo>
                <a:close/>
                <a:moveTo>
                  <a:pt x="75956" y="93312"/>
                </a:moveTo>
                <a:lnTo>
                  <a:pt x="76511" y="93656"/>
                </a:lnTo>
                <a:lnTo>
                  <a:pt x="75678" y="93484"/>
                </a:lnTo>
                <a:close/>
                <a:moveTo>
                  <a:pt x="58908" y="185147"/>
                </a:moveTo>
                <a:lnTo>
                  <a:pt x="60697" y="185637"/>
                </a:lnTo>
                <a:lnTo>
                  <a:pt x="58014" y="185392"/>
                </a:lnTo>
                <a:close/>
                <a:moveTo>
                  <a:pt x="15888" y="130404"/>
                </a:moveTo>
                <a:lnTo>
                  <a:pt x="16844" y="130878"/>
                </a:lnTo>
                <a:lnTo>
                  <a:pt x="15410" y="130641"/>
                </a:lnTo>
                <a:close/>
                <a:moveTo>
                  <a:pt x="256758" y="21923"/>
                </a:moveTo>
                <a:lnTo>
                  <a:pt x="257388" y="23241"/>
                </a:lnTo>
                <a:lnTo>
                  <a:pt x="256444" y="22582"/>
                </a:lnTo>
                <a:close/>
                <a:moveTo>
                  <a:pt x="44294" y="182872"/>
                </a:moveTo>
                <a:lnTo>
                  <a:pt x="46377" y="184559"/>
                </a:lnTo>
                <a:lnTo>
                  <a:pt x="43252" y="183715"/>
                </a:lnTo>
                <a:close/>
                <a:moveTo>
                  <a:pt x="156302" y="155796"/>
                </a:moveTo>
                <a:lnTo>
                  <a:pt x="157950" y="156594"/>
                </a:lnTo>
                <a:lnTo>
                  <a:pt x="155478" y="156195"/>
                </a:lnTo>
                <a:close/>
                <a:moveTo>
                  <a:pt x="7362" y="266057"/>
                </a:moveTo>
                <a:lnTo>
                  <a:pt x="8003" y="267686"/>
                </a:lnTo>
                <a:lnTo>
                  <a:pt x="7042" y="266872"/>
                </a:lnTo>
                <a:close/>
                <a:moveTo>
                  <a:pt x="136199" y="154955"/>
                </a:moveTo>
                <a:lnTo>
                  <a:pt x="137083" y="155688"/>
                </a:lnTo>
                <a:lnTo>
                  <a:pt x="135756" y="155321"/>
                </a:lnTo>
                <a:close/>
                <a:moveTo>
                  <a:pt x="143170" y="142639"/>
                </a:moveTo>
                <a:lnTo>
                  <a:pt x="145132" y="143116"/>
                </a:lnTo>
                <a:lnTo>
                  <a:pt x="142190" y="142877"/>
                </a:lnTo>
                <a:close/>
                <a:moveTo>
                  <a:pt x="158194" y="22643"/>
                </a:moveTo>
                <a:lnTo>
                  <a:pt x="159623" y="24039"/>
                </a:lnTo>
                <a:lnTo>
                  <a:pt x="157480" y="23341"/>
                </a:lnTo>
                <a:close/>
                <a:moveTo>
                  <a:pt x="97176" y="121880"/>
                </a:moveTo>
                <a:lnTo>
                  <a:pt x="98117" y="123552"/>
                </a:lnTo>
                <a:lnTo>
                  <a:pt x="96705" y="122716"/>
                </a:lnTo>
                <a:close/>
                <a:moveTo>
                  <a:pt x="205371" y="262132"/>
                </a:moveTo>
                <a:lnTo>
                  <a:pt x="205794" y="263798"/>
                </a:lnTo>
                <a:lnTo>
                  <a:pt x="205159" y="262965"/>
                </a:lnTo>
                <a:close/>
                <a:moveTo>
                  <a:pt x="219270" y="137384"/>
                </a:moveTo>
                <a:lnTo>
                  <a:pt x="220209" y="137749"/>
                </a:lnTo>
                <a:lnTo>
                  <a:pt x="218801" y="137566"/>
                </a:lnTo>
                <a:close/>
                <a:moveTo>
                  <a:pt x="265788" y="156903"/>
                </a:moveTo>
                <a:lnTo>
                  <a:pt x="267864" y="158247"/>
                </a:lnTo>
                <a:lnTo>
                  <a:pt x="264750" y="157575"/>
                </a:lnTo>
                <a:close/>
                <a:moveTo>
                  <a:pt x="227108" y="68956"/>
                </a:moveTo>
                <a:lnTo>
                  <a:pt x="228486" y="70011"/>
                </a:lnTo>
                <a:lnTo>
                  <a:pt x="226420" y="69484"/>
                </a:lnTo>
                <a:close/>
                <a:moveTo>
                  <a:pt x="10512" y="246880"/>
                </a:moveTo>
                <a:lnTo>
                  <a:pt x="11303" y="248114"/>
                </a:lnTo>
                <a:lnTo>
                  <a:pt x="10116" y="247497"/>
                </a:lnTo>
                <a:close/>
                <a:moveTo>
                  <a:pt x="78926" y="272942"/>
                </a:moveTo>
                <a:lnTo>
                  <a:pt x="80760" y="274560"/>
                </a:lnTo>
                <a:lnTo>
                  <a:pt x="78009" y="273751"/>
                </a:lnTo>
                <a:close/>
                <a:moveTo>
                  <a:pt x="15292" y="76847"/>
                </a:moveTo>
                <a:lnTo>
                  <a:pt x="17108" y="78555"/>
                </a:lnTo>
                <a:lnTo>
                  <a:pt x="14383" y="77701"/>
                </a:lnTo>
                <a:close/>
                <a:moveTo>
                  <a:pt x="207719" y="56752"/>
                </a:moveTo>
                <a:lnTo>
                  <a:pt x="208159" y="58184"/>
                </a:lnTo>
                <a:lnTo>
                  <a:pt x="207499" y="57468"/>
                </a:lnTo>
                <a:close/>
                <a:moveTo>
                  <a:pt x="73606" y="16875"/>
                </a:moveTo>
                <a:lnTo>
                  <a:pt x="75455" y="17489"/>
                </a:lnTo>
                <a:lnTo>
                  <a:pt x="72681" y="17182"/>
                </a:lnTo>
                <a:close/>
                <a:moveTo>
                  <a:pt x="191692" y="200458"/>
                </a:moveTo>
                <a:lnTo>
                  <a:pt x="192159" y="202011"/>
                </a:lnTo>
                <a:lnTo>
                  <a:pt x="191459" y="201234"/>
                </a:lnTo>
                <a:close/>
                <a:moveTo>
                  <a:pt x="166463" y="254094"/>
                </a:moveTo>
                <a:lnTo>
                  <a:pt x="168652" y="255069"/>
                </a:lnTo>
                <a:lnTo>
                  <a:pt x="165369" y="254581"/>
                </a:lnTo>
                <a:close/>
                <a:moveTo>
                  <a:pt x="147361" y="105781"/>
                </a:moveTo>
                <a:lnTo>
                  <a:pt x="147752" y="106204"/>
                </a:lnTo>
                <a:lnTo>
                  <a:pt x="147166" y="105992"/>
                </a:lnTo>
                <a:close/>
                <a:moveTo>
                  <a:pt x="122784" y="1910"/>
                </a:moveTo>
                <a:lnTo>
                  <a:pt x="123461" y="2628"/>
                </a:lnTo>
                <a:lnTo>
                  <a:pt x="122446" y="2269"/>
                </a:lnTo>
                <a:close/>
                <a:moveTo>
                  <a:pt x="19508" y="69302"/>
                </a:moveTo>
                <a:lnTo>
                  <a:pt x="21420" y="69686"/>
                </a:lnTo>
                <a:lnTo>
                  <a:pt x="18552" y="69494"/>
                </a:lnTo>
                <a:close/>
                <a:moveTo>
                  <a:pt x="256369" y="200626"/>
                </a:moveTo>
                <a:lnTo>
                  <a:pt x="257279" y="201301"/>
                </a:lnTo>
                <a:lnTo>
                  <a:pt x="255915" y="200963"/>
                </a:lnTo>
                <a:close/>
                <a:moveTo>
                  <a:pt x="212632" y="16167"/>
                </a:moveTo>
                <a:lnTo>
                  <a:pt x="213634" y="17329"/>
                </a:lnTo>
                <a:lnTo>
                  <a:pt x="212132" y="16748"/>
                </a:lnTo>
                <a:close/>
                <a:moveTo>
                  <a:pt x="184806" y="41386"/>
                </a:moveTo>
                <a:lnTo>
                  <a:pt x="186376" y="42345"/>
                </a:lnTo>
                <a:lnTo>
                  <a:pt x="184021" y="41866"/>
                </a:lnTo>
                <a:close/>
                <a:moveTo>
                  <a:pt x="267685" y="190883"/>
                </a:moveTo>
                <a:lnTo>
                  <a:pt x="269431" y="191233"/>
                </a:lnTo>
                <a:lnTo>
                  <a:pt x="266812" y="191058"/>
                </a:lnTo>
                <a:close/>
                <a:moveTo>
                  <a:pt x="271760" y="15194"/>
                </a:moveTo>
                <a:lnTo>
                  <a:pt x="273300" y="16170"/>
                </a:lnTo>
                <a:lnTo>
                  <a:pt x="270990" y="15682"/>
                </a:lnTo>
                <a:close/>
                <a:moveTo>
                  <a:pt x="204668" y="235048"/>
                </a:moveTo>
                <a:lnTo>
                  <a:pt x="205681" y="235902"/>
                </a:lnTo>
                <a:lnTo>
                  <a:pt x="204161" y="235475"/>
                </a:lnTo>
                <a:close/>
                <a:moveTo>
                  <a:pt x="127962" y="162987"/>
                </a:moveTo>
                <a:lnTo>
                  <a:pt x="128406" y="164070"/>
                </a:lnTo>
                <a:lnTo>
                  <a:pt x="127740" y="163529"/>
                </a:lnTo>
                <a:close/>
                <a:moveTo>
                  <a:pt x="114925" y="58835"/>
                </a:moveTo>
                <a:lnTo>
                  <a:pt x="116862" y="59349"/>
                </a:lnTo>
                <a:lnTo>
                  <a:pt x="113957" y="59092"/>
                </a:lnTo>
                <a:close/>
                <a:moveTo>
                  <a:pt x="82238" y="107654"/>
                </a:moveTo>
                <a:lnTo>
                  <a:pt x="82689" y="108897"/>
                </a:lnTo>
                <a:lnTo>
                  <a:pt x="82012" y="108276"/>
                </a:lnTo>
                <a:close/>
                <a:moveTo>
                  <a:pt x="34825" y="185413"/>
                </a:moveTo>
                <a:lnTo>
                  <a:pt x="35543" y="186146"/>
                </a:lnTo>
                <a:lnTo>
                  <a:pt x="34466" y="185780"/>
                </a:lnTo>
                <a:close/>
                <a:moveTo>
                  <a:pt x="118685" y="95199"/>
                </a:moveTo>
                <a:lnTo>
                  <a:pt x="120709" y="96476"/>
                </a:lnTo>
                <a:lnTo>
                  <a:pt x="117673" y="95838"/>
                </a:lnTo>
                <a:close/>
                <a:moveTo>
                  <a:pt x="135873" y="252378"/>
                </a:moveTo>
                <a:lnTo>
                  <a:pt x="137820" y="253787"/>
                </a:lnTo>
                <a:lnTo>
                  <a:pt x="134900" y="253083"/>
                </a:lnTo>
                <a:close/>
                <a:moveTo>
                  <a:pt x="55976" y="81429"/>
                </a:moveTo>
                <a:lnTo>
                  <a:pt x="58094" y="83174"/>
                </a:lnTo>
                <a:lnTo>
                  <a:pt x="54917" y="82302"/>
                </a:lnTo>
                <a:close/>
                <a:moveTo>
                  <a:pt x="146872" y="106055"/>
                </a:moveTo>
                <a:lnTo>
                  <a:pt x="147578" y="106651"/>
                </a:lnTo>
                <a:lnTo>
                  <a:pt x="146519" y="106353"/>
                </a:lnTo>
                <a:close/>
                <a:moveTo>
                  <a:pt x="277940" y="106794"/>
                </a:moveTo>
                <a:lnTo>
                  <a:pt x="278335" y="107770"/>
                </a:lnTo>
                <a:lnTo>
                  <a:pt x="277743" y="107282"/>
                </a:lnTo>
                <a:close/>
                <a:moveTo>
                  <a:pt x="214584" y="164852"/>
                </a:moveTo>
                <a:lnTo>
                  <a:pt x="216299" y="165609"/>
                </a:lnTo>
                <a:lnTo>
                  <a:pt x="213726" y="165231"/>
                </a:lnTo>
                <a:close/>
                <a:moveTo>
                  <a:pt x="128146" y="163736"/>
                </a:moveTo>
                <a:lnTo>
                  <a:pt x="129211" y="164562"/>
                </a:lnTo>
                <a:lnTo>
                  <a:pt x="127614" y="164149"/>
                </a:lnTo>
                <a:close/>
                <a:moveTo>
                  <a:pt x="234223" y="16628"/>
                </a:moveTo>
                <a:lnTo>
                  <a:pt x="235522" y="17399"/>
                </a:lnTo>
                <a:lnTo>
                  <a:pt x="233574" y="17013"/>
                </a:lnTo>
                <a:close/>
                <a:moveTo>
                  <a:pt x="86197" y="30515"/>
                </a:moveTo>
                <a:lnTo>
                  <a:pt x="87427" y="30894"/>
                </a:lnTo>
                <a:lnTo>
                  <a:pt x="85581" y="30705"/>
                </a:lnTo>
                <a:close/>
                <a:moveTo>
                  <a:pt x="93156" y="205394"/>
                </a:moveTo>
                <a:lnTo>
                  <a:pt x="94508" y="207103"/>
                </a:lnTo>
                <a:lnTo>
                  <a:pt x="92481" y="206248"/>
                </a:lnTo>
                <a:close/>
                <a:moveTo>
                  <a:pt x="276393" y="60058"/>
                </a:moveTo>
                <a:lnTo>
                  <a:pt x="278381" y="60599"/>
                </a:lnTo>
                <a:lnTo>
                  <a:pt x="275400" y="60328"/>
                </a:lnTo>
                <a:close/>
                <a:moveTo>
                  <a:pt x="122273" y="189925"/>
                </a:moveTo>
                <a:lnTo>
                  <a:pt x="124404" y="190234"/>
                </a:lnTo>
                <a:lnTo>
                  <a:pt x="121207" y="190080"/>
                </a:lnTo>
                <a:close/>
                <a:moveTo>
                  <a:pt x="63052" y="238162"/>
                </a:moveTo>
                <a:lnTo>
                  <a:pt x="64994" y="239844"/>
                </a:lnTo>
                <a:lnTo>
                  <a:pt x="62082" y="239003"/>
                </a:lnTo>
                <a:close/>
                <a:moveTo>
                  <a:pt x="248032" y="178090"/>
                </a:moveTo>
                <a:lnTo>
                  <a:pt x="249608" y="179150"/>
                </a:lnTo>
                <a:lnTo>
                  <a:pt x="247245" y="178620"/>
                </a:lnTo>
                <a:close/>
                <a:moveTo>
                  <a:pt x="158628" y="140469"/>
                </a:moveTo>
                <a:lnTo>
                  <a:pt x="160491" y="142096"/>
                </a:lnTo>
                <a:lnTo>
                  <a:pt x="157696" y="141282"/>
                </a:lnTo>
                <a:close/>
                <a:moveTo>
                  <a:pt x="31689" y="114041"/>
                </a:moveTo>
                <a:lnTo>
                  <a:pt x="33359" y="114521"/>
                </a:lnTo>
                <a:lnTo>
                  <a:pt x="30854" y="114281"/>
                </a:lnTo>
                <a:close/>
                <a:moveTo>
                  <a:pt x="125933" y="113630"/>
                </a:moveTo>
                <a:lnTo>
                  <a:pt x="128089" y="114667"/>
                </a:lnTo>
                <a:lnTo>
                  <a:pt x="124855" y="114149"/>
                </a:lnTo>
                <a:close/>
                <a:moveTo>
                  <a:pt x="56422" y="58033"/>
                </a:moveTo>
                <a:lnTo>
                  <a:pt x="58284" y="58874"/>
                </a:lnTo>
                <a:lnTo>
                  <a:pt x="55491" y="58454"/>
                </a:lnTo>
                <a:close/>
                <a:moveTo>
                  <a:pt x="206110" y="221994"/>
                </a:moveTo>
                <a:lnTo>
                  <a:pt x="208095" y="223095"/>
                </a:lnTo>
                <a:lnTo>
                  <a:pt x="205118" y="222545"/>
                </a:lnTo>
                <a:close/>
                <a:moveTo>
                  <a:pt x="285589" y="235502"/>
                </a:moveTo>
                <a:lnTo>
                  <a:pt x="287753" y="237216"/>
                </a:lnTo>
                <a:lnTo>
                  <a:pt x="284507" y="236359"/>
                </a:lnTo>
                <a:close/>
                <a:moveTo>
                  <a:pt x="278143" y="277326"/>
                </a:moveTo>
                <a:lnTo>
                  <a:pt x="279370" y="278089"/>
                </a:lnTo>
                <a:lnTo>
                  <a:pt x="277529" y="277708"/>
                </a:lnTo>
                <a:close/>
                <a:moveTo>
                  <a:pt x="251979" y="193938"/>
                </a:moveTo>
                <a:lnTo>
                  <a:pt x="253501" y="194388"/>
                </a:lnTo>
                <a:lnTo>
                  <a:pt x="251218" y="194163"/>
                </a:lnTo>
                <a:close/>
                <a:moveTo>
                  <a:pt x="49151" y="1545"/>
                </a:moveTo>
                <a:lnTo>
                  <a:pt x="50564" y="2930"/>
                </a:lnTo>
                <a:lnTo>
                  <a:pt x="48444" y="2238"/>
                </a:lnTo>
                <a:close/>
                <a:moveTo>
                  <a:pt x="10057" y="236905"/>
                </a:moveTo>
                <a:lnTo>
                  <a:pt x="10447" y="238049"/>
                </a:lnTo>
                <a:lnTo>
                  <a:pt x="9862" y="237477"/>
                </a:lnTo>
                <a:close/>
                <a:moveTo>
                  <a:pt x="221348" y="12790"/>
                </a:moveTo>
                <a:lnTo>
                  <a:pt x="223120" y="14171"/>
                </a:lnTo>
                <a:lnTo>
                  <a:pt x="220463" y="13480"/>
                </a:lnTo>
                <a:close/>
                <a:moveTo>
                  <a:pt x="65160" y="76136"/>
                </a:moveTo>
                <a:lnTo>
                  <a:pt x="66739" y="76468"/>
                </a:lnTo>
                <a:lnTo>
                  <a:pt x="64371" y="76302"/>
                </a:lnTo>
                <a:close/>
                <a:moveTo>
                  <a:pt x="27485" y="145910"/>
                </a:moveTo>
                <a:lnTo>
                  <a:pt x="29290" y="146353"/>
                </a:lnTo>
                <a:lnTo>
                  <a:pt x="26583" y="146132"/>
                </a:lnTo>
                <a:close/>
                <a:moveTo>
                  <a:pt x="12512" y="24645"/>
                </a:moveTo>
                <a:lnTo>
                  <a:pt x="13342" y="26268"/>
                </a:lnTo>
                <a:lnTo>
                  <a:pt x="12098" y="25456"/>
                </a:lnTo>
                <a:close/>
                <a:moveTo>
                  <a:pt x="27124" y="42453"/>
                </a:moveTo>
                <a:lnTo>
                  <a:pt x="27965" y="43479"/>
                </a:lnTo>
                <a:lnTo>
                  <a:pt x="26704" y="42966"/>
                </a:lnTo>
                <a:close/>
                <a:moveTo>
                  <a:pt x="88984" y="175911"/>
                </a:moveTo>
                <a:lnTo>
                  <a:pt x="89707" y="176595"/>
                </a:lnTo>
                <a:lnTo>
                  <a:pt x="88623" y="176253"/>
                </a:lnTo>
                <a:close/>
                <a:moveTo>
                  <a:pt x="218486" y="10363"/>
                </a:moveTo>
                <a:lnTo>
                  <a:pt x="219216" y="10684"/>
                </a:lnTo>
                <a:lnTo>
                  <a:pt x="218121" y="10523"/>
                </a:lnTo>
                <a:close/>
                <a:moveTo>
                  <a:pt x="14054" y="152707"/>
                </a:moveTo>
                <a:lnTo>
                  <a:pt x="15252" y="154049"/>
                </a:lnTo>
                <a:lnTo>
                  <a:pt x="13455" y="153378"/>
                </a:lnTo>
                <a:close/>
                <a:moveTo>
                  <a:pt x="240569" y="77760"/>
                </a:moveTo>
                <a:lnTo>
                  <a:pt x="242237" y="78529"/>
                </a:lnTo>
                <a:lnTo>
                  <a:pt x="239735" y="78144"/>
                </a:lnTo>
                <a:close/>
                <a:moveTo>
                  <a:pt x="248013" y="66427"/>
                </a:moveTo>
                <a:lnTo>
                  <a:pt x="248854" y="66996"/>
                </a:lnTo>
                <a:lnTo>
                  <a:pt x="247592" y="66712"/>
                </a:lnTo>
                <a:close/>
                <a:moveTo>
                  <a:pt x="41202" y="32053"/>
                </a:moveTo>
                <a:lnTo>
                  <a:pt x="42599" y="33361"/>
                </a:lnTo>
                <a:lnTo>
                  <a:pt x="40504" y="32707"/>
                </a:lnTo>
                <a:close/>
                <a:moveTo>
                  <a:pt x="132553" y="139070"/>
                </a:moveTo>
                <a:lnTo>
                  <a:pt x="134606" y="140521"/>
                </a:lnTo>
                <a:lnTo>
                  <a:pt x="131527" y="139795"/>
                </a:lnTo>
                <a:close/>
                <a:moveTo>
                  <a:pt x="6433" y="189781"/>
                </a:moveTo>
                <a:lnTo>
                  <a:pt x="7850" y="191483"/>
                </a:lnTo>
                <a:lnTo>
                  <a:pt x="5725" y="190632"/>
                </a:lnTo>
                <a:close/>
                <a:moveTo>
                  <a:pt x="146900" y="199203"/>
                </a:moveTo>
                <a:lnTo>
                  <a:pt x="147910" y="199997"/>
                </a:lnTo>
                <a:lnTo>
                  <a:pt x="146395" y="199600"/>
                </a:lnTo>
                <a:close/>
                <a:moveTo>
                  <a:pt x="72098" y="237065"/>
                </a:moveTo>
                <a:lnTo>
                  <a:pt x="72824" y="238505"/>
                </a:lnTo>
                <a:lnTo>
                  <a:pt x="71735" y="237785"/>
                </a:lnTo>
                <a:close/>
                <a:moveTo>
                  <a:pt x="7558" y="120683"/>
                </a:moveTo>
                <a:lnTo>
                  <a:pt x="9081" y="121783"/>
                </a:lnTo>
                <a:lnTo>
                  <a:pt x="6797" y="121233"/>
                </a:lnTo>
                <a:close/>
                <a:moveTo>
                  <a:pt x="224278" y="29998"/>
                </a:moveTo>
                <a:lnTo>
                  <a:pt x="225430" y="31141"/>
                </a:lnTo>
                <a:lnTo>
                  <a:pt x="223702" y="30570"/>
                </a:lnTo>
                <a:close/>
                <a:moveTo>
                  <a:pt x="11395" y="238566"/>
                </a:moveTo>
                <a:lnTo>
                  <a:pt x="12245" y="239179"/>
                </a:lnTo>
                <a:lnTo>
                  <a:pt x="10970" y="238873"/>
                </a:lnTo>
                <a:close/>
                <a:moveTo>
                  <a:pt x="242610" y="40863"/>
                </a:moveTo>
                <a:lnTo>
                  <a:pt x="243801" y="42650"/>
                </a:lnTo>
                <a:lnTo>
                  <a:pt x="242015" y="41757"/>
                </a:lnTo>
                <a:close/>
                <a:moveTo>
                  <a:pt x="138623" y="7467"/>
                </a:moveTo>
                <a:lnTo>
                  <a:pt x="139871" y="8723"/>
                </a:lnTo>
                <a:lnTo>
                  <a:pt x="137999" y="8095"/>
                </a:lnTo>
                <a:close/>
                <a:moveTo>
                  <a:pt x="25156" y="58249"/>
                </a:moveTo>
                <a:lnTo>
                  <a:pt x="26389" y="59375"/>
                </a:lnTo>
                <a:lnTo>
                  <a:pt x="24540" y="58812"/>
                </a:lnTo>
                <a:close/>
                <a:moveTo>
                  <a:pt x="131799" y="172406"/>
                </a:moveTo>
                <a:lnTo>
                  <a:pt x="132945" y="174133"/>
                </a:lnTo>
                <a:lnTo>
                  <a:pt x="131225" y="173269"/>
                </a:lnTo>
                <a:close/>
                <a:moveTo>
                  <a:pt x="134190" y="264449"/>
                </a:moveTo>
                <a:lnTo>
                  <a:pt x="134736" y="266205"/>
                </a:lnTo>
                <a:lnTo>
                  <a:pt x="133918" y="265327"/>
                </a:lnTo>
                <a:close/>
                <a:moveTo>
                  <a:pt x="4928" y="35550"/>
                </a:moveTo>
                <a:lnTo>
                  <a:pt x="6213" y="36059"/>
                </a:lnTo>
                <a:lnTo>
                  <a:pt x="4285" y="35805"/>
                </a:lnTo>
                <a:close/>
                <a:moveTo>
                  <a:pt x="11761" y="188123"/>
                </a:moveTo>
                <a:lnTo>
                  <a:pt x="13617" y="188911"/>
                </a:lnTo>
                <a:lnTo>
                  <a:pt x="10833" y="188517"/>
                </a:lnTo>
                <a:close/>
                <a:moveTo>
                  <a:pt x="38850" y="198399"/>
                </a:moveTo>
                <a:lnTo>
                  <a:pt x="39284" y="199117"/>
                </a:lnTo>
                <a:lnTo>
                  <a:pt x="38633" y="198758"/>
                </a:lnTo>
                <a:close/>
                <a:moveTo>
                  <a:pt x="201832" y="249356"/>
                </a:moveTo>
                <a:lnTo>
                  <a:pt x="202643" y="250970"/>
                </a:lnTo>
                <a:lnTo>
                  <a:pt x="201426" y="250163"/>
                </a:lnTo>
                <a:close/>
                <a:moveTo>
                  <a:pt x="23418" y="91328"/>
                </a:moveTo>
                <a:lnTo>
                  <a:pt x="25287" y="92252"/>
                </a:lnTo>
                <a:lnTo>
                  <a:pt x="22484" y="91790"/>
                </a:lnTo>
                <a:close/>
                <a:moveTo>
                  <a:pt x="110998" y="158035"/>
                </a:moveTo>
                <a:lnTo>
                  <a:pt x="111433" y="159831"/>
                </a:lnTo>
                <a:lnTo>
                  <a:pt x="110781" y="158933"/>
                </a:lnTo>
                <a:close/>
                <a:moveTo>
                  <a:pt x="270203" y="169635"/>
                </a:moveTo>
                <a:lnTo>
                  <a:pt x="271068" y="170558"/>
                </a:lnTo>
                <a:lnTo>
                  <a:pt x="269770" y="170096"/>
                </a:lnTo>
                <a:close/>
                <a:moveTo>
                  <a:pt x="197237" y="183948"/>
                </a:moveTo>
                <a:lnTo>
                  <a:pt x="198952" y="184935"/>
                </a:lnTo>
                <a:lnTo>
                  <a:pt x="196380" y="184441"/>
                </a:lnTo>
                <a:close/>
                <a:moveTo>
                  <a:pt x="261833" y="77672"/>
                </a:moveTo>
                <a:lnTo>
                  <a:pt x="263242" y="78844"/>
                </a:lnTo>
                <a:lnTo>
                  <a:pt x="261128" y="78258"/>
                </a:lnTo>
                <a:close/>
                <a:moveTo>
                  <a:pt x="6067" y="80555"/>
                </a:moveTo>
                <a:lnTo>
                  <a:pt x="7658" y="81274"/>
                </a:lnTo>
                <a:lnTo>
                  <a:pt x="5271" y="80914"/>
                </a:lnTo>
                <a:close/>
                <a:moveTo>
                  <a:pt x="225444" y="67747"/>
                </a:moveTo>
                <a:lnTo>
                  <a:pt x="226631" y="68248"/>
                </a:lnTo>
                <a:lnTo>
                  <a:pt x="224850" y="67997"/>
                </a:lnTo>
                <a:close/>
                <a:moveTo>
                  <a:pt x="219653" y="242332"/>
                </a:moveTo>
                <a:lnTo>
                  <a:pt x="220030" y="243590"/>
                </a:lnTo>
                <a:lnTo>
                  <a:pt x="219464" y="242961"/>
                </a:lnTo>
                <a:close/>
                <a:moveTo>
                  <a:pt x="163327" y="125189"/>
                </a:moveTo>
                <a:lnTo>
                  <a:pt x="165260" y="125663"/>
                </a:lnTo>
                <a:lnTo>
                  <a:pt x="162361" y="125426"/>
                </a:lnTo>
                <a:close/>
                <a:moveTo>
                  <a:pt x="145989" y="35523"/>
                </a:moveTo>
                <a:lnTo>
                  <a:pt x="147305" y="36996"/>
                </a:lnTo>
                <a:lnTo>
                  <a:pt x="145330" y="36260"/>
                </a:lnTo>
                <a:close/>
                <a:moveTo>
                  <a:pt x="235775" y="249038"/>
                </a:moveTo>
                <a:lnTo>
                  <a:pt x="236962" y="249603"/>
                </a:lnTo>
                <a:lnTo>
                  <a:pt x="235182" y="249320"/>
                </a:lnTo>
                <a:close/>
                <a:moveTo>
                  <a:pt x="67910" y="184934"/>
                </a:moveTo>
                <a:lnTo>
                  <a:pt x="68415" y="185489"/>
                </a:lnTo>
                <a:lnTo>
                  <a:pt x="67658" y="185211"/>
                </a:lnTo>
                <a:close/>
                <a:moveTo>
                  <a:pt x="188803" y="214257"/>
                </a:moveTo>
                <a:lnTo>
                  <a:pt x="190364" y="214805"/>
                </a:lnTo>
                <a:lnTo>
                  <a:pt x="188022" y="214531"/>
                </a:lnTo>
                <a:close/>
                <a:moveTo>
                  <a:pt x="106558" y="74655"/>
                </a:moveTo>
                <a:lnTo>
                  <a:pt x="107358" y="76192"/>
                </a:lnTo>
                <a:lnTo>
                  <a:pt x="106158" y="75424"/>
                </a:lnTo>
                <a:close/>
                <a:moveTo>
                  <a:pt x="148138" y="33249"/>
                </a:moveTo>
                <a:lnTo>
                  <a:pt x="148498" y="34803"/>
                </a:lnTo>
                <a:lnTo>
                  <a:pt x="147958" y="34026"/>
                </a:lnTo>
                <a:close/>
                <a:moveTo>
                  <a:pt x="100806" y="55371"/>
                </a:moveTo>
                <a:lnTo>
                  <a:pt x="101213" y="56626"/>
                </a:lnTo>
                <a:lnTo>
                  <a:pt x="100603" y="55998"/>
                </a:lnTo>
                <a:close/>
                <a:moveTo>
                  <a:pt x="183831" y="124757"/>
                </a:moveTo>
                <a:lnTo>
                  <a:pt x="185315" y="125534"/>
                </a:lnTo>
                <a:lnTo>
                  <a:pt x="183089" y="125146"/>
                </a:lnTo>
                <a:close/>
                <a:moveTo>
                  <a:pt x="235193" y="189155"/>
                </a:moveTo>
                <a:lnTo>
                  <a:pt x="236817" y="190274"/>
                </a:lnTo>
                <a:lnTo>
                  <a:pt x="234382" y="189715"/>
                </a:lnTo>
                <a:close/>
                <a:moveTo>
                  <a:pt x="228952" y="7769"/>
                </a:moveTo>
                <a:lnTo>
                  <a:pt x="230420" y="9068"/>
                </a:lnTo>
                <a:lnTo>
                  <a:pt x="228218" y="8419"/>
                </a:lnTo>
                <a:close/>
                <a:moveTo>
                  <a:pt x="281568" y="153815"/>
                </a:moveTo>
                <a:lnTo>
                  <a:pt x="283244" y="155388"/>
                </a:lnTo>
                <a:lnTo>
                  <a:pt x="280729" y="154601"/>
                </a:lnTo>
                <a:close/>
                <a:moveTo>
                  <a:pt x="281268" y="74509"/>
                </a:moveTo>
                <a:lnTo>
                  <a:pt x="282197" y="76250"/>
                </a:lnTo>
                <a:lnTo>
                  <a:pt x="280803" y="75380"/>
                </a:lnTo>
                <a:close/>
                <a:moveTo>
                  <a:pt x="19814" y="236610"/>
                </a:moveTo>
                <a:lnTo>
                  <a:pt x="21198" y="237071"/>
                </a:lnTo>
                <a:lnTo>
                  <a:pt x="19123" y="236841"/>
                </a:lnTo>
                <a:close/>
                <a:moveTo>
                  <a:pt x="219692" y="133600"/>
                </a:moveTo>
                <a:lnTo>
                  <a:pt x="221457" y="134615"/>
                </a:lnTo>
                <a:lnTo>
                  <a:pt x="218810" y="134108"/>
                </a:lnTo>
                <a:close/>
                <a:moveTo>
                  <a:pt x="198234" y="138337"/>
                </a:moveTo>
                <a:lnTo>
                  <a:pt x="198605" y="139685"/>
                </a:lnTo>
                <a:lnTo>
                  <a:pt x="198049" y="139011"/>
                </a:lnTo>
                <a:close/>
                <a:moveTo>
                  <a:pt x="42183" y="275299"/>
                </a:moveTo>
                <a:lnTo>
                  <a:pt x="43655" y="275717"/>
                </a:lnTo>
                <a:lnTo>
                  <a:pt x="41448" y="275508"/>
                </a:lnTo>
                <a:close/>
                <a:moveTo>
                  <a:pt x="80534" y="11161"/>
                </a:moveTo>
                <a:lnTo>
                  <a:pt x="81630" y="11897"/>
                </a:lnTo>
                <a:lnTo>
                  <a:pt x="79986" y="11529"/>
                </a:lnTo>
                <a:close/>
                <a:moveTo>
                  <a:pt x="116199" y="242180"/>
                </a:moveTo>
                <a:lnTo>
                  <a:pt x="118285" y="243870"/>
                </a:lnTo>
                <a:lnTo>
                  <a:pt x="115157" y="243025"/>
                </a:lnTo>
                <a:close/>
                <a:moveTo>
                  <a:pt x="245606" y="271546"/>
                </a:moveTo>
                <a:lnTo>
                  <a:pt x="246382" y="273303"/>
                </a:lnTo>
                <a:lnTo>
                  <a:pt x="245218" y="272425"/>
                </a:lnTo>
                <a:close/>
                <a:moveTo>
                  <a:pt x="120834" y="100619"/>
                </a:moveTo>
                <a:lnTo>
                  <a:pt x="122846" y="101761"/>
                </a:lnTo>
                <a:lnTo>
                  <a:pt x="119828" y="101190"/>
                </a:lnTo>
                <a:close/>
                <a:moveTo>
                  <a:pt x="179600" y="106750"/>
                </a:moveTo>
                <a:lnTo>
                  <a:pt x="181209" y="108442"/>
                </a:lnTo>
                <a:lnTo>
                  <a:pt x="178796" y="107596"/>
                </a:lnTo>
                <a:close/>
                <a:moveTo>
                  <a:pt x="75014" y="236125"/>
                </a:moveTo>
                <a:lnTo>
                  <a:pt x="76035" y="237793"/>
                </a:lnTo>
                <a:lnTo>
                  <a:pt x="74504" y="236959"/>
                </a:lnTo>
                <a:close/>
                <a:moveTo>
                  <a:pt x="31204" y="252564"/>
                </a:moveTo>
                <a:lnTo>
                  <a:pt x="33088" y="254047"/>
                </a:lnTo>
                <a:lnTo>
                  <a:pt x="30261" y="253305"/>
                </a:lnTo>
                <a:close/>
                <a:moveTo>
                  <a:pt x="24117" y="82687"/>
                </a:moveTo>
                <a:lnTo>
                  <a:pt x="24540" y="84276"/>
                </a:lnTo>
                <a:lnTo>
                  <a:pt x="23905" y="83481"/>
                </a:lnTo>
                <a:close/>
                <a:moveTo>
                  <a:pt x="255393" y="162361"/>
                </a:moveTo>
                <a:lnTo>
                  <a:pt x="257524" y="163465"/>
                </a:lnTo>
                <a:lnTo>
                  <a:pt x="254328" y="162913"/>
                </a:lnTo>
                <a:close/>
                <a:moveTo>
                  <a:pt x="70583" y="190077"/>
                </a:moveTo>
                <a:lnTo>
                  <a:pt x="71470" y="191580"/>
                </a:lnTo>
                <a:lnTo>
                  <a:pt x="70139" y="190828"/>
                </a:lnTo>
                <a:close/>
                <a:moveTo>
                  <a:pt x="39495" y="221322"/>
                </a:moveTo>
                <a:lnTo>
                  <a:pt x="40031" y="222037"/>
                </a:lnTo>
                <a:lnTo>
                  <a:pt x="39228" y="221679"/>
                </a:lnTo>
                <a:close/>
                <a:moveTo>
                  <a:pt x="225457" y="105542"/>
                </a:moveTo>
                <a:lnTo>
                  <a:pt x="226328" y="107211"/>
                </a:lnTo>
                <a:lnTo>
                  <a:pt x="225022" y="106377"/>
                </a:lnTo>
                <a:close/>
                <a:moveTo>
                  <a:pt x="237615" y="255902"/>
                </a:moveTo>
                <a:lnTo>
                  <a:pt x="239050" y="256599"/>
                </a:lnTo>
                <a:lnTo>
                  <a:pt x="236897" y="256251"/>
                </a:lnTo>
                <a:close/>
                <a:moveTo>
                  <a:pt x="239624" y="247072"/>
                </a:moveTo>
                <a:lnTo>
                  <a:pt x="241456" y="248146"/>
                </a:lnTo>
                <a:lnTo>
                  <a:pt x="238708" y="247609"/>
                </a:lnTo>
                <a:close/>
                <a:moveTo>
                  <a:pt x="41512" y="241935"/>
                </a:moveTo>
                <a:lnTo>
                  <a:pt x="42143" y="242609"/>
                </a:lnTo>
                <a:lnTo>
                  <a:pt x="41196" y="242272"/>
                </a:lnTo>
                <a:close/>
                <a:moveTo>
                  <a:pt x="63475" y="220580"/>
                </a:moveTo>
                <a:lnTo>
                  <a:pt x="64403" y="222292"/>
                </a:lnTo>
                <a:lnTo>
                  <a:pt x="63011" y="221436"/>
                </a:lnTo>
                <a:close/>
                <a:moveTo>
                  <a:pt x="18811" y="142519"/>
                </a:moveTo>
                <a:lnTo>
                  <a:pt x="19217" y="143271"/>
                </a:lnTo>
                <a:lnTo>
                  <a:pt x="18608" y="142895"/>
                </a:lnTo>
                <a:close/>
                <a:moveTo>
                  <a:pt x="189035" y="172853"/>
                </a:moveTo>
                <a:lnTo>
                  <a:pt x="189966" y="173167"/>
                </a:lnTo>
                <a:lnTo>
                  <a:pt x="188570" y="173010"/>
                </a:lnTo>
                <a:close/>
                <a:moveTo>
                  <a:pt x="65051" y="202300"/>
                </a:moveTo>
                <a:lnTo>
                  <a:pt x="65427" y="202767"/>
                </a:lnTo>
                <a:lnTo>
                  <a:pt x="64863" y="202533"/>
                </a:lnTo>
                <a:close/>
                <a:moveTo>
                  <a:pt x="33540" y="115700"/>
                </a:moveTo>
                <a:lnTo>
                  <a:pt x="35164" y="116467"/>
                </a:lnTo>
                <a:lnTo>
                  <a:pt x="32729" y="116084"/>
                </a:lnTo>
                <a:close/>
                <a:moveTo>
                  <a:pt x="188520" y="85941"/>
                </a:moveTo>
                <a:lnTo>
                  <a:pt x="188978" y="87553"/>
                </a:lnTo>
                <a:lnTo>
                  <a:pt x="188290" y="86747"/>
                </a:lnTo>
                <a:close/>
                <a:moveTo>
                  <a:pt x="101862" y="107330"/>
                </a:moveTo>
                <a:lnTo>
                  <a:pt x="103078" y="108966"/>
                </a:lnTo>
                <a:lnTo>
                  <a:pt x="101254" y="108148"/>
                </a:lnTo>
                <a:close/>
                <a:moveTo>
                  <a:pt x="214876" y="134692"/>
                </a:moveTo>
                <a:lnTo>
                  <a:pt x="215414" y="135698"/>
                </a:lnTo>
                <a:lnTo>
                  <a:pt x="214606" y="135195"/>
                </a:lnTo>
                <a:close/>
                <a:moveTo>
                  <a:pt x="226222" y="107080"/>
                </a:moveTo>
                <a:lnTo>
                  <a:pt x="228230" y="107445"/>
                </a:lnTo>
                <a:lnTo>
                  <a:pt x="225218" y="107263"/>
                </a:lnTo>
                <a:close/>
                <a:moveTo>
                  <a:pt x="165270" y="161126"/>
                </a:moveTo>
                <a:lnTo>
                  <a:pt x="166560" y="162158"/>
                </a:lnTo>
                <a:lnTo>
                  <a:pt x="164625" y="161642"/>
                </a:lnTo>
                <a:close/>
                <a:moveTo>
                  <a:pt x="223075" y="236053"/>
                </a:moveTo>
                <a:lnTo>
                  <a:pt x="223627" y="237415"/>
                </a:lnTo>
                <a:lnTo>
                  <a:pt x="222799" y="236734"/>
                </a:lnTo>
                <a:close/>
                <a:moveTo>
                  <a:pt x="190961" y="167091"/>
                </a:moveTo>
                <a:lnTo>
                  <a:pt x="191509" y="167728"/>
                </a:lnTo>
                <a:lnTo>
                  <a:pt x="190687" y="167409"/>
                </a:lnTo>
                <a:close/>
                <a:moveTo>
                  <a:pt x="61184" y="195562"/>
                </a:moveTo>
                <a:lnTo>
                  <a:pt x="62110" y="196577"/>
                </a:lnTo>
                <a:lnTo>
                  <a:pt x="60722" y="196069"/>
                </a:lnTo>
                <a:close/>
                <a:moveTo>
                  <a:pt x="73735" y="38594"/>
                </a:moveTo>
                <a:lnTo>
                  <a:pt x="75819" y="39636"/>
                </a:lnTo>
                <a:lnTo>
                  <a:pt x="72693" y="39115"/>
                </a:lnTo>
                <a:close/>
                <a:moveTo>
                  <a:pt x="101546" y="19684"/>
                </a:moveTo>
                <a:lnTo>
                  <a:pt x="103030" y="21137"/>
                </a:lnTo>
                <a:lnTo>
                  <a:pt x="100804" y="20411"/>
                </a:lnTo>
                <a:close/>
                <a:moveTo>
                  <a:pt x="44972" y="72438"/>
                </a:moveTo>
                <a:lnTo>
                  <a:pt x="45567" y="73750"/>
                </a:lnTo>
                <a:lnTo>
                  <a:pt x="44674" y="73094"/>
                </a:lnTo>
                <a:close/>
                <a:moveTo>
                  <a:pt x="68137" y="72265"/>
                </a:moveTo>
                <a:lnTo>
                  <a:pt x="69867" y="73831"/>
                </a:lnTo>
                <a:lnTo>
                  <a:pt x="67272" y="73048"/>
                </a:lnTo>
                <a:close/>
                <a:moveTo>
                  <a:pt x="238857" y="174373"/>
                </a:moveTo>
                <a:lnTo>
                  <a:pt x="240229" y="175646"/>
                </a:lnTo>
                <a:lnTo>
                  <a:pt x="238171" y="175009"/>
                </a:lnTo>
                <a:close/>
                <a:moveTo>
                  <a:pt x="177535" y="187565"/>
                </a:moveTo>
                <a:lnTo>
                  <a:pt x="179517" y="189111"/>
                </a:lnTo>
                <a:lnTo>
                  <a:pt x="176544" y="188338"/>
                </a:lnTo>
                <a:close/>
                <a:moveTo>
                  <a:pt x="121024" y="88974"/>
                </a:moveTo>
                <a:lnTo>
                  <a:pt x="123145" y="89888"/>
                </a:lnTo>
                <a:lnTo>
                  <a:pt x="119963" y="89431"/>
                </a:lnTo>
                <a:close/>
                <a:moveTo>
                  <a:pt x="187997" y="277854"/>
                </a:moveTo>
                <a:lnTo>
                  <a:pt x="189253" y="278987"/>
                </a:lnTo>
                <a:lnTo>
                  <a:pt x="187369" y="278421"/>
                </a:lnTo>
                <a:close/>
                <a:moveTo>
                  <a:pt x="171907" y="281997"/>
                </a:moveTo>
                <a:lnTo>
                  <a:pt x="172888" y="283761"/>
                </a:lnTo>
                <a:lnTo>
                  <a:pt x="171416" y="282879"/>
                </a:lnTo>
                <a:close/>
                <a:moveTo>
                  <a:pt x="128111" y="144961"/>
                </a:moveTo>
                <a:lnTo>
                  <a:pt x="128785" y="146261"/>
                </a:lnTo>
                <a:lnTo>
                  <a:pt x="127774" y="145611"/>
                </a:lnTo>
                <a:close/>
                <a:moveTo>
                  <a:pt x="117567" y="40904"/>
                </a:moveTo>
                <a:lnTo>
                  <a:pt x="119196" y="42178"/>
                </a:lnTo>
                <a:lnTo>
                  <a:pt x="116752" y="41541"/>
                </a:lnTo>
                <a:close/>
                <a:moveTo>
                  <a:pt x="11590" y="156808"/>
                </a:moveTo>
                <a:lnTo>
                  <a:pt x="13611" y="157567"/>
                </a:lnTo>
                <a:lnTo>
                  <a:pt x="10579" y="157188"/>
                </a:lnTo>
                <a:close/>
                <a:moveTo>
                  <a:pt x="169017" y="114636"/>
                </a:moveTo>
                <a:lnTo>
                  <a:pt x="171027" y="115784"/>
                </a:lnTo>
                <a:lnTo>
                  <a:pt x="168012" y="115210"/>
                </a:lnTo>
                <a:close/>
                <a:moveTo>
                  <a:pt x="45430" y="67287"/>
                </a:moveTo>
                <a:lnTo>
                  <a:pt x="47033" y="68172"/>
                </a:lnTo>
                <a:lnTo>
                  <a:pt x="44628" y="67729"/>
                </a:lnTo>
                <a:close/>
                <a:moveTo>
                  <a:pt x="87761" y="131233"/>
                </a:moveTo>
                <a:lnTo>
                  <a:pt x="89695" y="132762"/>
                </a:lnTo>
                <a:lnTo>
                  <a:pt x="86794" y="131997"/>
                </a:lnTo>
                <a:close/>
                <a:moveTo>
                  <a:pt x="61895" y="178752"/>
                </a:moveTo>
                <a:lnTo>
                  <a:pt x="62728" y="180149"/>
                </a:lnTo>
                <a:lnTo>
                  <a:pt x="61479" y="179450"/>
                </a:lnTo>
                <a:close/>
                <a:moveTo>
                  <a:pt x="121837" y="48200"/>
                </a:moveTo>
                <a:lnTo>
                  <a:pt x="123082" y="49743"/>
                </a:lnTo>
                <a:lnTo>
                  <a:pt x="121215" y="48972"/>
                </a:lnTo>
                <a:close/>
                <a:moveTo>
                  <a:pt x="58317" y="56145"/>
                </a:moveTo>
                <a:lnTo>
                  <a:pt x="59698" y="56876"/>
                </a:lnTo>
                <a:lnTo>
                  <a:pt x="57626" y="56510"/>
                </a:lnTo>
                <a:close/>
                <a:moveTo>
                  <a:pt x="239353" y="128971"/>
                </a:moveTo>
                <a:lnTo>
                  <a:pt x="240496" y="130638"/>
                </a:lnTo>
                <a:lnTo>
                  <a:pt x="238782" y="129804"/>
                </a:lnTo>
                <a:close/>
                <a:moveTo>
                  <a:pt x="159755" y="124065"/>
                </a:moveTo>
                <a:lnTo>
                  <a:pt x="161536" y="125738"/>
                </a:lnTo>
                <a:lnTo>
                  <a:pt x="158865" y="124902"/>
                </a:lnTo>
                <a:close/>
                <a:moveTo>
                  <a:pt x="63235" y="147489"/>
                </a:moveTo>
                <a:lnTo>
                  <a:pt x="65085" y="147934"/>
                </a:lnTo>
                <a:lnTo>
                  <a:pt x="62310" y="147712"/>
                </a:lnTo>
                <a:close/>
                <a:moveTo>
                  <a:pt x="196983" y="165809"/>
                </a:moveTo>
                <a:lnTo>
                  <a:pt x="199047" y="166186"/>
                </a:lnTo>
                <a:lnTo>
                  <a:pt x="195951" y="165998"/>
                </a:lnTo>
                <a:close/>
                <a:moveTo>
                  <a:pt x="73958" y="53703"/>
                </a:moveTo>
                <a:lnTo>
                  <a:pt x="74547" y="54145"/>
                </a:lnTo>
                <a:lnTo>
                  <a:pt x="73663" y="53924"/>
                </a:lnTo>
                <a:close/>
                <a:moveTo>
                  <a:pt x="50531" y="13541"/>
                </a:moveTo>
                <a:lnTo>
                  <a:pt x="52701" y="14039"/>
                </a:lnTo>
                <a:lnTo>
                  <a:pt x="49447" y="13790"/>
                </a:lnTo>
                <a:close/>
                <a:moveTo>
                  <a:pt x="172313" y="214743"/>
                </a:moveTo>
                <a:lnTo>
                  <a:pt x="174103" y="216404"/>
                </a:lnTo>
                <a:lnTo>
                  <a:pt x="171418" y="215573"/>
                </a:lnTo>
                <a:close/>
                <a:moveTo>
                  <a:pt x="111315" y="86110"/>
                </a:moveTo>
                <a:lnTo>
                  <a:pt x="112568" y="87332"/>
                </a:lnTo>
                <a:lnTo>
                  <a:pt x="110688" y="86721"/>
                </a:lnTo>
                <a:close/>
                <a:moveTo>
                  <a:pt x="37085" y="163482"/>
                </a:moveTo>
                <a:lnTo>
                  <a:pt x="37816" y="164039"/>
                </a:lnTo>
                <a:lnTo>
                  <a:pt x="36719" y="163760"/>
                </a:lnTo>
                <a:close/>
                <a:moveTo>
                  <a:pt x="103766" y="88453"/>
                </a:moveTo>
                <a:lnTo>
                  <a:pt x="104553" y="89935"/>
                </a:lnTo>
                <a:lnTo>
                  <a:pt x="103372" y="89194"/>
                </a:lnTo>
                <a:close/>
                <a:moveTo>
                  <a:pt x="204159" y="241064"/>
                </a:moveTo>
                <a:lnTo>
                  <a:pt x="205410" y="241840"/>
                </a:lnTo>
                <a:lnTo>
                  <a:pt x="203534" y="241452"/>
                </a:lnTo>
                <a:close/>
                <a:moveTo>
                  <a:pt x="236747" y="155205"/>
                </a:moveTo>
                <a:lnTo>
                  <a:pt x="237863" y="156471"/>
                </a:lnTo>
                <a:lnTo>
                  <a:pt x="236190" y="155838"/>
                </a:lnTo>
                <a:close/>
                <a:moveTo>
                  <a:pt x="259711" y="199874"/>
                </a:moveTo>
                <a:lnTo>
                  <a:pt x="260155" y="200588"/>
                </a:lnTo>
                <a:lnTo>
                  <a:pt x="259489" y="200231"/>
                </a:lnTo>
                <a:close/>
                <a:moveTo>
                  <a:pt x="265049" y="81524"/>
                </a:moveTo>
                <a:lnTo>
                  <a:pt x="266938" y="82991"/>
                </a:lnTo>
                <a:lnTo>
                  <a:pt x="264104" y="82257"/>
                </a:lnTo>
                <a:close/>
                <a:moveTo>
                  <a:pt x="237825" y="3331"/>
                </a:moveTo>
                <a:lnTo>
                  <a:pt x="238176" y="3951"/>
                </a:lnTo>
                <a:lnTo>
                  <a:pt x="237649" y="3641"/>
                </a:lnTo>
                <a:close/>
                <a:moveTo>
                  <a:pt x="129800" y="215987"/>
                </a:moveTo>
                <a:lnTo>
                  <a:pt x="131373" y="216305"/>
                </a:lnTo>
                <a:lnTo>
                  <a:pt x="129013" y="216146"/>
                </a:lnTo>
                <a:close/>
                <a:moveTo>
                  <a:pt x="140633" y="267283"/>
                </a:moveTo>
                <a:lnTo>
                  <a:pt x="141443" y="267601"/>
                </a:lnTo>
                <a:lnTo>
                  <a:pt x="140227" y="267442"/>
                </a:lnTo>
                <a:close/>
                <a:moveTo>
                  <a:pt x="235751" y="56601"/>
                </a:moveTo>
                <a:lnTo>
                  <a:pt x="237526" y="57198"/>
                </a:lnTo>
                <a:lnTo>
                  <a:pt x="234863" y="56900"/>
                </a:lnTo>
                <a:close/>
                <a:moveTo>
                  <a:pt x="45339" y="234315"/>
                </a:moveTo>
                <a:lnTo>
                  <a:pt x="46111" y="235148"/>
                </a:lnTo>
                <a:lnTo>
                  <a:pt x="44954" y="234732"/>
                </a:lnTo>
                <a:close/>
                <a:moveTo>
                  <a:pt x="247517" y="39125"/>
                </a:moveTo>
                <a:lnTo>
                  <a:pt x="248648" y="39749"/>
                </a:lnTo>
                <a:lnTo>
                  <a:pt x="246952" y="39437"/>
                </a:lnTo>
                <a:close/>
                <a:moveTo>
                  <a:pt x="33114" y="2745"/>
                </a:moveTo>
                <a:lnTo>
                  <a:pt x="34649" y="3358"/>
                </a:lnTo>
                <a:lnTo>
                  <a:pt x="32346" y="3051"/>
                </a:lnTo>
                <a:close/>
                <a:moveTo>
                  <a:pt x="34800" y="231560"/>
                </a:moveTo>
                <a:lnTo>
                  <a:pt x="35391" y="232845"/>
                </a:lnTo>
                <a:lnTo>
                  <a:pt x="34505" y="232202"/>
                </a:lnTo>
                <a:close/>
                <a:moveTo>
                  <a:pt x="65288" y="159632"/>
                </a:moveTo>
                <a:lnTo>
                  <a:pt x="65836" y="160393"/>
                </a:lnTo>
                <a:lnTo>
                  <a:pt x="65015" y="160013"/>
                </a:lnTo>
                <a:close/>
                <a:moveTo>
                  <a:pt x="279933" y="103133"/>
                </a:moveTo>
                <a:lnTo>
                  <a:pt x="281725" y="104064"/>
                </a:lnTo>
                <a:lnTo>
                  <a:pt x="279037" y="103599"/>
                </a:lnTo>
                <a:close/>
                <a:moveTo>
                  <a:pt x="114451" y="145169"/>
                </a:moveTo>
                <a:lnTo>
                  <a:pt x="115902" y="145949"/>
                </a:lnTo>
                <a:lnTo>
                  <a:pt x="113725" y="145559"/>
                </a:lnTo>
                <a:close/>
                <a:moveTo>
                  <a:pt x="193006" y="237672"/>
                </a:moveTo>
                <a:lnTo>
                  <a:pt x="193975" y="238477"/>
                </a:lnTo>
                <a:lnTo>
                  <a:pt x="192522" y="238075"/>
                </a:lnTo>
                <a:close/>
                <a:moveTo>
                  <a:pt x="267039" y="248465"/>
                </a:moveTo>
                <a:lnTo>
                  <a:pt x="268530" y="249430"/>
                </a:lnTo>
                <a:lnTo>
                  <a:pt x="266293" y="248948"/>
                </a:lnTo>
                <a:close/>
                <a:moveTo>
                  <a:pt x="23654" y="284665"/>
                </a:moveTo>
                <a:lnTo>
                  <a:pt x="24393" y="286374"/>
                </a:lnTo>
                <a:lnTo>
                  <a:pt x="23284" y="285519"/>
                </a:lnTo>
                <a:close/>
                <a:moveTo>
                  <a:pt x="48969" y="246277"/>
                </a:moveTo>
                <a:lnTo>
                  <a:pt x="50313" y="247754"/>
                </a:lnTo>
                <a:lnTo>
                  <a:pt x="48296" y="247016"/>
                </a:lnTo>
                <a:close/>
                <a:moveTo>
                  <a:pt x="275529" y="224793"/>
                </a:moveTo>
                <a:lnTo>
                  <a:pt x="276134" y="225824"/>
                </a:lnTo>
                <a:lnTo>
                  <a:pt x="275227" y="225308"/>
                </a:lnTo>
                <a:close/>
                <a:moveTo>
                  <a:pt x="246876" y="181549"/>
                </a:moveTo>
                <a:lnTo>
                  <a:pt x="248864" y="182723"/>
                </a:lnTo>
                <a:lnTo>
                  <a:pt x="245883" y="182136"/>
                </a:lnTo>
                <a:close/>
                <a:moveTo>
                  <a:pt x="256692" y="111927"/>
                </a:moveTo>
                <a:lnTo>
                  <a:pt x="258053" y="113272"/>
                </a:lnTo>
                <a:lnTo>
                  <a:pt x="256011" y="112600"/>
                </a:lnTo>
                <a:close/>
                <a:moveTo>
                  <a:pt x="199315" y="219836"/>
                </a:moveTo>
                <a:lnTo>
                  <a:pt x="200013" y="221016"/>
                </a:lnTo>
                <a:lnTo>
                  <a:pt x="198967" y="220426"/>
                </a:lnTo>
                <a:close/>
                <a:moveTo>
                  <a:pt x="200814" y="199478"/>
                </a:moveTo>
                <a:lnTo>
                  <a:pt x="202508" y="200557"/>
                </a:lnTo>
                <a:lnTo>
                  <a:pt x="199967" y="200018"/>
                </a:lnTo>
                <a:close/>
                <a:moveTo>
                  <a:pt x="267905" y="99341"/>
                </a:moveTo>
                <a:lnTo>
                  <a:pt x="268722" y="100482"/>
                </a:lnTo>
                <a:lnTo>
                  <a:pt x="267496" y="99912"/>
                </a:lnTo>
                <a:close/>
                <a:moveTo>
                  <a:pt x="154523" y="36033"/>
                </a:moveTo>
                <a:lnTo>
                  <a:pt x="155273" y="37654"/>
                </a:lnTo>
                <a:lnTo>
                  <a:pt x="154148" y="36844"/>
                </a:lnTo>
                <a:close/>
                <a:moveTo>
                  <a:pt x="142528" y="46237"/>
                </a:moveTo>
                <a:lnTo>
                  <a:pt x="144315" y="47289"/>
                </a:lnTo>
                <a:lnTo>
                  <a:pt x="141634" y="46763"/>
                </a:lnTo>
                <a:close/>
                <a:moveTo>
                  <a:pt x="100540" y="213960"/>
                </a:moveTo>
                <a:lnTo>
                  <a:pt x="101422" y="214506"/>
                </a:lnTo>
                <a:lnTo>
                  <a:pt x="100099" y="214233"/>
                </a:lnTo>
                <a:close/>
                <a:moveTo>
                  <a:pt x="54734" y="235658"/>
                </a:moveTo>
                <a:lnTo>
                  <a:pt x="56523" y="236493"/>
                </a:lnTo>
                <a:lnTo>
                  <a:pt x="53840" y="236075"/>
                </a:lnTo>
                <a:close/>
                <a:moveTo>
                  <a:pt x="255849" y="169107"/>
                </a:moveTo>
                <a:lnTo>
                  <a:pt x="257394" y="170522"/>
                </a:lnTo>
                <a:lnTo>
                  <a:pt x="255076" y="169814"/>
                </a:lnTo>
                <a:close/>
                <a:moveTo>
                  <a:pt x="197156" y="275274"/>
                </a:moveTo>
                <a:lnTo>
                  <a:pt x="198899" y="276091"/>
                </a:lnTo>
                <a:lnTo>
                  <a:pt x="196284" y="275683"/>
                </a:lnTo>
                <a:close/>
                <a:moveTo>
                  <a:pt x="77002" y="161656"/>
                </a:moveTo>
                <a:lnTo>
                  <a:pt x="78926" y="162322"/>
                </a:lnTo>
                <a:lnTo>
                  <a:pt x="76040" y="161989"/>
                </a:lnTo>
                <a:close/>
                <a:moveTo>
                  <a:pt x="67774" y="4964"/>
                </a:moveTo>
                <a:lnTo>
                  <a:pt x="68228" y="6422"/>
                </a:lnTo>
                <a:lnTo>
                  <a:pt x="67547" y="5693"/>
                </a:lnTo>
                <a:close/>
                <a:moveTo>
                  <a:pt x="145820" y="221582"/>
                </a:moveTo>
                <a:lnTo>
                  <a:pt x="146520" y="222797"/>
                </a:lnTo>
                <a:lnTo>
                  <a:pt x="145470" y="222190"/>
                </a:lnTo>
                <a:close/>
                <a:moveTo>
                  <a:pt x="93062" y="46086"/>
                </a:moveTo>
                <a:lnTo>
                  <a:pt x="94541" y="47208"/>
                </a:lnTo>
                <a:lnTo>
                  <a:pt x="92322" y="46647"/>
                </a:lnTo>
                <a:close/>
                <a:moveTo>
                  <a:pt x="218400" y="120510"/>
                </a:moveTo>
                <a:lnTo>
                  <a:pt x="219447" y="121121"/>
                </a:lnTo>
                <a:lnTo>
                  <a:pt x="217876" y="120815"/>
                </a:lnTo>
                <a:close/>
                <a:moveTo>
                  <a:pt x="157459" y="91830"/>
                </a:moveTo>
                <a:lnTo>
                  <a:pt x="159252" y="92346"/>
                </a:lnTo>
                <a:lnTo>
                  <a:pt x="156562" y="92088"/>
                </a:lnTo>
                <a:close/>
                <a:moveTo>
                  <a:pt x="101577" y="115474"/>
                </a:moveTo>
                <a:lnTo>
                  <a:pt x="102176" y="117272"/>
                </a:lnTo>
                <a:lnTo>
                  <a:pt x="101278" y="116373"/>
                </a:lnTo>
                <a:close/>
                <a:moveTo>
                  <a:pt x="107050" y="236420"/>
                </a:moveTo>
                <a:lnTo>
                  <a:pt x="108326" y="237909"/>
                </a:lnTo>
                <a:lnTo>
                  <a:pt x="106412" y="237165"/>
                </a:lnTo>
                <a:close/>
                <a:moveTo>
                  <a:pt x="187225" y="125794"/>
                </a:moveTo>
                <a:lnTo>
                  <a:pt x="188115" y="126286"/>
                </a:lnTo>
                <a:lnTo>
                  <a:pt x="186779" y="126040"/>
                </a:lnTo>
                <a:close/>
                <a:moveTo>
                  <a:pt x="26865" y="66822"/>
                </a:moveTo>
                <a:lnTo>
                  <a:pt x="27673" y="67163"/>
                </a:lnTo>
                <a:lnTo>
                  <a:pt x="26461" y="66992"/>
                </a:lnTo>
                <a:close/>
                <a:moveTo>
                  <a:pt x="253292" y="65211"/>
                </a:moveTo>
                <a:lnTo>
                  <a:pt x="253976" y="65690"/>
                </a:lnTo>
                <a:lnTo>
                  <a:pt x="252950" y="65451"/>
                </a:lnTo>
                <a:close/>
                <a:moveTo>
                  <a:pt x="127954" y="31242"/>
                </a:moveTo>
                <a:lnTo>
                  <a:pt x="129146" y="32147"/>
                </a:lnTo>
                <a:lnTo>
                  <a:pt x="127358" y="31695"/>
                </a:lnTo>
                <a:close/>
                <a:moveTo>
                  <a:pt x="267078" y="60115"/>
                </a:moveTo>
                <a:lnTo>
                  <a:pt x="268920" y="60611"/>
                </a:lnTo>
                <a:lnTo>
                  <a:pt x="266157" y="60363"/>
                </a:lnTo>
                <a:close/>
                <a:moveTo>
                  <a:pt x="165930" y="137913"/>
                </a:moveTo>
                <a:lnTo>
                  <a:pt x="167520" y="138842"/>
                </a:lnTo>
                <a:lnTo>
                  <a:pt x="165135" y="138377"/>
                </a:lnTo>
                <a:close/>
                <a:moveTo>
                  <a:pt x="78941" y="258250"/>
                </a:moveTo>
                <a:lnTo>
                  <a:pt x="79609" y="259818"/>
                </a:lnTo>
                <a:lnTo>
                  <a:pt x="78607" y="259034"/>
                </a:lnTo>
                <a:close/>
                <a:moveTo>
                  <a:pt x="117523" y="198815"/>
                </a:moveTo>
                <a:lnTo>
                  <a:pt x="118604" y="200573"/>
                </a:lnTo>
                <a:lnTo>
                  <a:pt x="116982" y="199694"/>
                </a:lnTo>
                <a:close/>
                <a:moveTo>
                  <a:pt x="188148" y="50114"/>
                </a:moveTo>
                <a:lnTo>
                  <a:pt x="189225" y="51527"/>
                </a:lnTo>
                <a:lnTo>
                  <a:pt x="187609" y="50820"/>
                </a:lnTo>
                <a:close/>
                <a:moveTo>
                  <a:pt x="97741" y="113027"/>
                </a:moveTo>
                <a:lnTo>
                  <a:pt x="98610" y="113918"/>
                </a:lnTo>
                <a:lnTo>
                  <a:pt x="97307" y="113473"/>
                </a:lnTo>
                <a:close/>
                <a:moveTo>
                  <a:pt x="40409" y="73993"/>
                </a:moveTo>
                <a:lnTo>
                  <a:pt x="42054" y="75225"/>
                </a:lnTo>
                <a:lnTo>
                  <a:pt x="39587" y="74609"/>
                </a:lnTo>
                <a:close/>
                <a:moveTo>
                  <a:pt x="51157" y="109978"/>
                </a:moveTo>
                <a:lnTo>
                  <a:pt x="52565" y="111022"/>
                </a:lnTo>
                <a:lnTo>
                  <a:pt x="50452" y="110500"/>
                </a:lnTo>
                <a:close/>
                <a:moveTo>
                  <a:pt x="247862" y="204819"/>
                </a:moveTo>
                <a:lnTo>
                  <a:pt x="248417" y="206186"/>
                </a:lnTo>
                <a:lnTo>
                  <a:pt x="247584" y="205502"/>
                </a:lnTo>
                <a:close/>
                <a:moveTo>
                  <a:pt x="16658" y="57561"/>
                </a:moveTo>
                <a:lnTo>
                  <a:pt x="17041" y="59264"/>
                </a:lnTo>
                <a:lnTo>
                  <a:pt x="16467" y="58413"/>
                </a:lnTo>
                <a:close/>
                <a:moveTo>
                  <a:pt x="188252" y="170143"/>
                </a:moveTo>
                <a:lnTo>
                  <a:pt x="190192" y="170922"/>
                </a:lnTo>
                <a:lnTo>
                  <a:pt x="187281" y="170532"/>
                </a:lnTo>
                <a:close/>
                <a:moveTo>
                  <a:pt x="148073" y="49039"/>
                </a:moveTo>
                <a:lnTo>
                  <a:pt x="148501" y="50109"/>
                </a:lnTo>
                <a:lnTo>
                  <a:pt x="147859" y="49574"/>
                </a:lnTo>
                <a:close/>
                <a:moveTo>
                  <a:pt x="18591" y="41642"/>
                </a:moveTo>
                <a:lnTo>
                  <a:pt x="20456" y="42211"/>
                </a:lnTo>
                <a:lnTo>
                  <a:pt x="17659" y="41926"/>
                </a:lnTo>
                <a:close/>
                <a:moveTo>
                  <a:pt x="198339" y="207196"/>
                </a:moveTo>
                <a:lnTo>
                  <a:pt x="199755" y="207537"/>
                </a:lnTo>
                <a:lnTo>
                  <a:pt x="197630" y="207366"/>
                </a:lnTo>
                <a:close/>
                <a:moveTo>
                  <a:pt x="26935" y="35891"/>
                </a:moveTo>
                <a:lnTo>
                  <a:pt x="28910" y="36377"/>
                </a:lnTo>
                <a:lnTo>
                  <a:pt x="25948" y="36134"/>
                </a:lnTo>
                <a:close/>
                <a:moveTo>
                  <a:pt x="250874" y="220252"/>
                </a:moveTo>
                <a:lnTo>
                  <a:pt x="252866" y="221649"/>
                </a:lnTo>
                <a:lnTo>
                  <a:pt x="249879" y="220950"/>
                </a:lnTo>
                <a:close/>
                <a:moveTo>
                  <a:pt x="221350" y="228105"/>
                </a:moveTo>
                <a:lnTo>
                  <a:pt x="221779" y="229766"/>
                </a:lnTo>
                <a:lnTo>
                  <a:pt x="221136" y="228936"/>
                </a:lnTo>
                <a:close/>
                <a:moveTo>
                  <a:pt x="103252" y="97861"/>
                </a:moveTo>
                <a:lnTo>
                  <a:pt x="105142" y="98595"/>
                </a:lnTo>
                <a:lnTo>
                  <a:pt x="102307" y="98228"/>
                </a:lnTo>
                <a:close/>
                <a:moveTo>
                  <a:pt x="190892" y="235228"/>
                </a:moveTo>
                <a:lnTo>
                  <a:pt x="192579" y="236851"/>
                </a:lnTo>
                <a:lnTo>
                  <a:pt x="190049" y="236039"/>
                </a:lnTo>
                <a:close/>
                <a:moveTo>
                  <a:pt x="236409" y="129038"/>
                </a:moveTo>
                <a:lnTo>
                  <a:pt x="238163" y="130824"/>
                </a:lnTo>
                <a:lnTo>
                  <a:pt x="235533" y="129931"/>
                </a:lnTo>
                <a:close/>
                <a:moveTo>
                  <a:pt x="211194" y="74700"/>
                </a:moveTo>
                <a:lnTo>
                  <a:pt x="212970" y="75657"/>
                </a:lnTo>
                <a:lnTo>
                  <a:pt x="210305" y="75178"/>
                </a:lnTo>
                <a:close/>
                <a:moveTo>
                  <a:pt x="99859" y="184570"/>
                </a:moveTo>
                <a:lnTo>
                  <a:pt x="100808" y="186340"/>
                </a:lnTo>
                <a:lnTo>
                  <a:pt x="99385" y="185455"/>
                </a:lnTo>
                <a:close/>
                <a:moveTo>
                  <a:pt x="284649" y="222026"/>
                </a:moveTo>
                <a:lnTo>
                  <a:pt x="285265" y="223553"/>
                </a:lnTo>
                <a:lnTo>
                  <a:pt x="284342" y="222789"/>
                </a:lnTo>
                <a:close/>
                <a:moveTo>
                  <a:pt x="77679" y="240764"/>
                </a:moveTo>
                <a:lnTo>
                  <a:pt x="79682" y="241954"/>
                </a:lnTo>
                <a:lnTo>
                  <a:pt x="76678" y="241359"/>
                </a:lnTo>
                <a:close/>
                <a:moveTo>
                  <a:pt x="102284" y="25880"/>
                </a:moveTo>
                <a:lnTo>
                  <a:pt x="102776" y="26997"/>
                </a:lnTo>
                <a:lnTo>
                  <a:pt x="102039" y="26439"/>
                </a:lnTo>
                <a:close/>
                <a:moveTo>
                  <a:pt x="105868" y="153213"/>
                </a:moveTo>
                <a:lnTo>
                  <a:pt x="107144" y="153930"/>
                </a:lnTo>
                <a:lnTo>
                  <a:pt x="105230" y="153572"/>
                </a:lnTo>
                <a:close/>
                <a:moveTo>
                  <a:pt x="237558" y="34528"/>
                </a:moveTo>
                <a:lnTo>
                  <a:pt x="238152" y="36077"/>
                </a:lnTo>
                <a:lnTo>
                  <a:pt x="237261" y="35303"/>
                </a:lnTo>
                <a:close/>
                <a:moveTo>
                  <a:pt x="56090" y="134802"/>
                </a:moveTo>
                <a:lnTo>
                  <a:pt x="57016" y="135170"/>
                </a:lnTo>
                <a:lnTo>
                  <a:pt x="55627" y="134986"/>
                </a:lnTo>
                <a:close/>
                <a:moveTo>
                  <a:pt x="72004" y="12507"/>
                </a:moveTo>
                <a:lnTo>
                  <a:pt x="72627" y="13114"/>
                </a:lnTo>
                <a:lnTo>
                  <a:pt x="71692" y="12810"/>
                </a:lnTo>
                <a:close/>
                <a:moveTo>
                  <a:pt x="219924" y="29092"/>
                </a:moveTo>
                <a:lnTo>
                  <a:pt x="221164" y="29922"/>
                </a:lnTo>
                <a:lnTo>
                  <a:pt x="219304" y="29507"/>
                </a:lnTo>
                <a:close/>
                <a:moveTo>
                  <a:pt x="255157" y="138448"/>
                </a:moveTo>
                <a:lnTo>
                  <a:pt x="257221" y="139664"/>
                </a:lnTo>
                <a:lnTo>
                  <a:pt x="254125" y="139056"/>
                </a:lnTo>
                <a:close/>
                <a:moveTo>
                  <a:pt x="24591" y="108901"/>
                </a:moveTo>
                <a:lnTo>
                  <a:pt x="25405" y="109765"/>
                </a:lnTo>
                <a:lnTo>
                  <a:pt x="24185" y="109333"/>
                </a:lnTo>
                <a:close/>
                <a:moveTo>
                  <a:pt x="259277" y="75959"/>
                </a:moveTo>
                <a:lnTo>
                  <a:pt x="260399" y="77211"/>
                </a:lnTo>
                <a:lnTo>
                  <a:pt x="258716" y="76585"/>
                </a:lnTo>
                <a:close/>
                <a:moveTo>
                  <a:pt x="265403" y="234185"/>
                </a:moveTo>
                <a:lnTo>
                  <a:pt x="267486" y="235327"/>
                </a:lnTo>
                <a:lnTo>
                  <a:pt x="264361" y="234756"/>
                </a:lnTo>
                <a:close/>
                <a:moveTo>
                  <a:pt x="11737" y="2632"/>
                </a:moveTo>
                <a:lnTo>
                  <a:pt x="12855" y="3779"/>
                </a:lnTo>
                <a:lnTo>
                  <a:pt x="11178" y="3206"/>
                </a:lnTo>
                <a:close/>
                <a:moveTo>
                  <a:pt x="77885" y="73651"/>
                </a:moveTo>
                <a:lnTo>
                  <a:pt x="79320" y="74714"/>
                </a:lnTo>
                <a:lnTo>
                  <a:pt x="77167" y="74182"/>
                </a:lnTo>
                <a:close/>
                <a:moveTo>
                  <a:pt x="101601" y="129003"/>
                </a:moveTo>
                <a:lnTo>
                  <a:pt x="103403" y="129446"/>
                </a:lnTo>
                <a:lnTo>
                  <a:pt x="100699" y="129224"/>
                </a:lnTo>
                <a:close/>
                <a:moveTo>
                  <a:pt x="107684" y="169221"/>
                </a:moveTo>
                <a:lnTo>
                  <a:pt x="109321" y="170550"/>
                </a:lnTo>
                <a:lnTo>
                  <a:pt x="106866" y="169886"/>
                </a:lnTo>
                <a:close/>
                <a:moveTo>
                  <a:pt x="62137" y="262651"/>
                </a:moveTo>
                <a:lnTo>
                  <a:pt x="62755" y="263016"/>
                </a:lnTo>
                <a:lnTo>
                  <a:pt x="61828" y="262833"/>
                </a:lnTo>
                <a:close/>
                <a:moveTo>
                  <a:pt x="22938" y="249506"/>
                </a:moveTo>
                <a:lnTo>
                  <a:pt x="24393" y="250099"/>
                </a:lnTo>
                <a:lnTo>
                  <a:pt x="22210" y="249803"/>
                </a:lnTo>
                <a:close/>
                <a:moveTo>
                  <a:pt x="237423" y="71593"/>
                </a:moveTo>
                <a:lnTo>
                  <a:pt x="239062" y="73140"/>
                </a:lnTo>
                <a:lnTo>
                  <a:pt x="236603" y="72366"/>
                </a:lnTo>
                <a:close/>
                <a:moveTo>
                  <a:pt x="77730" y="133522"/>
                </a:moveTo>
                <a:lnTo>
                  <a:pt x="78441" y="133844"/>
                </a:lnTo>
                <a:lnTo>
                  <a:pt x="77374" y="133683"/>
                </a:lnTo>
                <a:close/>
                <a:moveTo>
                  <a:pt x="207015" y="168796"/>
                </a:moveTo>
                <a:lnTo>
                  <a:pt x="207523" y="170423"/>
                </a:lnTo>
                <a:lnTo>
                  <a:pt x="206761" y="169610"/>
                </a:lnTo>
                <a:close/>
                <a:moveTo>
                  <a:pt x="210409" y="229399"/>
                </a:moveTo>
                <a:lnTo>
                  <a:pt x="210870" y="230645"/>
                </a:lnTo>
                <a:lnTo>
                  <a:pt x="210179" y="230022"/>
                </a:lnTo>
                <a:close/>
                <a:moveTo>
                  <a:pt x="74296" y="230044"/>
                </a:moveTo>
                <a:lnTo>
                  <a:pt x="75965" y="231755"/>
                </a:lnTo>
                <a:lnTo>
                  <a:pt x="73462" y="230899"/>
                </a:lnTo>
                <a:close/>
                <a:moveTo>
                  <a:pt x="104392" y="263510"/>
                </a:moveTo>
                <a:lnTo>
                  <a:pt x="105423" y="264592"/>
                </a:lnTo>
                <a:lnTo>
                  <a:pt x="103876" y="264051"/>
                </a:lnTo>
                <a:close/>
                <a:moveTo>
                  <a:pt x="131855" y="204764"/>
                </a:moveTo>
                <a:lnTo>
                  <a:pt x="133340" y="206534"/>
                </a:lnTo>
                <a:lnTo>
                  <a:pt x="131113" y="205649"/>
                </a:lnTo>
                <a:close/>
                <a:moveTo>
                  <a:pt x="127991" y="261794"/>
                </a:moveTo>
                <a:lnTo>
                  <a:pt x="129253" y="262455"/>
                </a:lnTo>
                <a:lnTo>
                  <a:pt x="127360" y="262124"/>
                </a:lnTo>
                <a:close/>
                <a:moveTo>
                  <a:pt x="119535" y="56948"/>
                </a:moveTo>
                <a:lnTo>
                  <a:pt x="119943" y="58118"/>
                </a:lnTo>
                <a:lnTo>
                  <a:pt x="119330" y="57533"/>
                </a:lnTo>
                <a:close/>
                <a:moveTo>
                  <a:pt x="176434" y="109258"/>
                </a:moveTo>
                <a:lnTo>
                  <a:pt x="177994" y="109638"/>
                </a:lnTo>
                <a:lnTo>
                  <a:pt x="175654" y="109448"/>
                </a:lnTo>
                <a:close/>
                <a:moveTo>
                  <a:pt x="258268" y="66653"/>
                </a:moveTo>
                <a:lnTo>
                  <a:pt x="259014" y="68220"/>
                </a:lnTo>
                <a:lnTo>
                  <a:pt x="257895" y="67436"/>
                </a:lnTo>
                <a:close/>
                <a:moveTo>
                  <a:pt x="41862" y="172502"/>
                </a:moveTo>
                <a:lnTo>
                  <a:pt x="43959" y="172994"/>
                </a:lnTo>
                <a:lnTo>
                  <a:pt x="40813" y="172748"/>
                </a:lnTo>
                <a:close/>
                <a:moveTo>
                  <a:pt x="198392" y="100252"/>
                </a:moveTo>
                <a:lnTo>
                  <a:pt x="199213" y="101242"/>
                </a:lnTo>
                <a:lnTo>
                  <a:pt x="197981" y="100747"/>
                </a:lnTo>
                <a:close/>
                <a:moveTo>
                  <a:pt x="27085" y="24595"/>
                </a:moveTo>
                <a:lnTo>
                  <a:pt x="28606" y="26087"/>
                </a:lnTo>
                <a:lnTo>
                  <a:pt x="26324" y="25341"/>
                </a:lnTo>
                <a:close/>
                <a:moveTo>
                  <a:pt x="16661" y="62788"/>
                </a:moveTo>
                <a:lnTo>
                  <a:pt x="17515" y="63122"/>
                </a:lnTo>
                <a:lnTo>
                  <a:pt x="16234" y="62955"/>
                </a:lnTo>
                <a:close/>
                <a:moveTo>
                  <a:pt x="174541" y="204375"/>
                </a:moveTo>
                <a:lnTo>
                  <a:pt x="175446" y="205785"/>
                </a:lnTo>
                <a:lnTo>
                  <a:pt x="174088" y="205080"/>
                </a:lnTo>
                <a:close/>
                <a:moveTo>
                  <a:pt x="67629" y="2649"/>
                </a:moveTo>
                <a:lnTo>
                  <a:pt x="69683" y="3106"/>
                </a:lnTo>
                <a:lnTo>
                  <a:pt x="66601" y="2878"/>
                </a:lnTo>
                <a:close/>
                <a:moveTo>
                  <a:pt x="266433" y="73452"/>
                </a:moveTo>
                <a:lnTo>
                  <a:pt x="267484" y="73843"/>
                </a:lnTo>
                <a:lnTo>
                  <a:pt x="265908" y="73647"/>
                </a:lnTo>
                <a:close/>
                <a:moveTo>
                  <a:pt x="26967" y="70002"/>
                </a:moveTo>
                <a:lnTo>
                  <a:pt x="29110" y="71652"/>
                </a:lnTo>
                <a:lnTo>
                  <a:pt x="25896" y="70827"/>
                </a:lnTo>
                <a:close/>
                <a:moveTo>
                  <a:pt x="24789" y="273758"/>
                </a:moveTo>
                <a:lnTo>
                  <a:pt x="25969" y="275510"/>
                </a:lnTo>
                <a:lnTo>
                  <a:pt x="24199" y="274634"/>
                </a:lnTo>
                <a:close/>
                <a:moveTo>
                  <a:pt x="146194" y="88377"/>
                </a:moveTo>
                <a:lnTo>
                  <a:pt x="146926" y="88835"/>
                </a:lnTo>
                <a:lnTo>
                  <a:pt x="145828" y="88606"/>
                </a:lnTo>
                <a:close/>
                <a:moveTo>
                  <a:pt x="227468" y="61503"/>
                </a:moveTo>
                <a:lnTo>
                  <a:pt x="228383" y="62599"/>
                </a:lnTo>
                <a:lnTo>
                  <a:pt x="227011" y="62051"/>
                </a:lnTo>
                <a:close/>
                <a:moveTo>
                  <a:pt x="190114" y="20919"/>
                </a:moveTo>
                <a:lnTo>
                  <a:pt x="192018" y="22212"/>
                </a:lnTo>
                <a:lnTo>
                  <a:pt x="189161" y="21565"/>
                </a:lnTo>
                <a:close/>
                <a:moveTo>
                  <a:pt x="46924" y="195199"/>
                </a:moveTo>
                <a:lnTo>
                  <a:pt x="48447" y="195683"/>
                </a:lnTo>
                <a:lnTo>
                  <a:pt x="46162" y="195441"/>
                </a:lnTo>
                <a:close/>
                <a:moveTo>
                  <a:pt x="185704" y="94578"/>
                </a:moveTo>
                <a:lnTo>
                  <a:pt x="186808" y="95312"/>
                </a:lnTo>
                <a:lnTo>
                  <a:pt x="185152" y="94945"/>
                </a:lnTo>
                <a:close/>
                <a:moveTo>
                  <a:pt x="255099" y="54011"/>
                </a:moveTo>
                <a:lnTo>
                  <a:pt x="256207" y="55633"/>
                </a:lnTo>
                <a:lnTo>
                  <a:pt x="254545" y="54822"/>
                </a:lnTo>
                <a:close/>
                <a:moveTo>
                  <a:pt x="13185" y="148834"/>
                </a:moveTo>
                <a:lnTo>
                  <a:pt x="14586" y="150072"/>
                </a:lnTo>
                <a:lnTo>
                  <a:pt x="12485" y="149453"/>
                </a:lnTo>
                <a:close/>
                <a:moveTo>
                  <a:pt x="208166" y="139257"/>
                </a:moveTo>
                <a:lnTo>
                  <a:pt x="209893" y="140383"/>
                </a:lnTo>
                <a:lnTo>
                  <a:pt x="207302" y="139820"/>
                </a:lnTo>
                <a:close/>
                <a:moveTo>
                  <a:pt x="71227" y="284854"/>
                </a:moveTo>
                <a:lnTo>
                  <a:pt x="72429" y="285530"/>
                </a:lnTo>
                <a:lnTo>
                  <a:pt x="70627" y="285192"/>
                </a:lnTo>
                <a:close/>
                <a:moveTo>
                  <a:pt x="245322" y="106416"/>
                </a:moveTo>
                <a:lnTo>
                  <a:pt x="245901" y="107234"/>
                </a:lnTo>
                <a:lnTo>
                  <a:pt x="245032" y="106825"/>
                </a:lnTo>
                <a:close/>
                <a:moveTo>
                  <a:pt x="274495" y="257133"/>
                </a:moveTo>
                <a:lnTo>
                  <a:pt x="276417" y="258396"/>
                </a:lnTo>
                <a:lnTo>
                  <a:pt x="273535" y="257764"/>
                </a:lnTo>
                <a:close/>
                <a:moveTo>
                  <a:pt x="157383" y="82932"/>
                </a:moveTo>
                <a:lnTo>
                  <a:pt x="159417" y="84273"/>
                </a:lnTo>
                <a:lnTo>
                  <a:pt x="156365" y="83603"/>
                </a:lnTo>
                <a:close/>
                <a:moveTo>
                  <a:pt x="229670" y="52970"/>
                </a:moveTo>
                <a:lnTo>
                  <a:pt x="230946" y="54330"/>
                </a:lnTo>
                <a:lnTo>
                  <a:pt x="229032" y="53650"/>
                </a:lnTo>
                <a:close/>
                <a:moveTo>
                  <a:pt x="256328" y="218979"/>
                </a:moveTo>
                <a:lnTo>
                  <a:pt x="257884" y="219679"/>
                </a:lnTo>
                <a:lnTo>
                  <a:pt x="255550" y="219329"/>
                </a:lnTo>
                <a:close/>
                <a:moveTo>
                  <a:pt x="222518" y="253635"/>
                </a:moveTo>
                <a:lnTo>
                  <a:pt x="224607" y="254158"/>
                </a:lnTo>
                <a:lnTo>
                  <a:pt x="221473" y="253897"/>
                </a:lnTo>
                <a:close/>
                <a:moveTo>
                  <a:pt x="180852" y="144146"/>
                </a:moveTo>
                <a:lnTo>
                  <a:pt x="182761" y="145396"/>
                </a:lnTo>
                <a:lnTo>
                  <a:pt x="179898" y="144771"/>
                </a:lnTo>
                <a:close/>
                <a:moveTo>
                  <a:pt x="67859" y="190553"/>
                </a:moveTo>
                <a:lnTo>
                  <a:pt x="68606" y="191101"/>
                </a:lnTo>
                <a:lnTo>
                  <a:pt x="67486" y="190827"/>
                </a:lnTo>
                <a:close/>
                <a:moveTo>
                  <a:pt x="86246" y="239096"/>
                </a:moveTo>
                <a:lnTo>
                  <a:pt x="87053" y="239933"/>
                </a:lnTo>
                <a:lnTo>
                  <a:pt x="85843" y="239515"/>
                </a:lnTo>
                <a:close/>
                <a:moveTo>
                  <a:pt x="137264" y="190557"/>
                </a:moveTo>
                <a:lnTo>
                  <a:pt x="139427" y="192061"/>
                </a:lnTo>
                <a:lnTo>
                  <a:pt x="136182" y="191309"/>
                </a:lnTo>
                <a:close/>
                <a:moveTo>
                  <a:pt x="253432" y="123196"/>
                </a:moveTo>
                <a:lnTo>
                  <a:pt x="255188" y="124965"/>
                </a:lnTo>
                <a:lnTo>
                  <a:pt x="252554" y="124080"/>
                </a:lnTo>
                <a:close/>
                <a:moveTo>
                  <a:pt x="169666" y="144863"/>
                </a:moveTo>
                <a:lnTo>
                  <a:pt x="171204" y="145809"/>
                </a:lnTo>
                <a:lnTo>
                  <a:pt x="168898" y="145336"/>
                </a:lnTo>
                <a:close/>
                <a:moveTo>
                  <a:pt x="103419" y="268130"/>
                </a:moveTo>
                <a:lnTo>
                  <a:pt x="104886" y="269163"/>
                </a:lnTo>
                <a:lnTo>
                  <a:pt x="102686" y="268646"/>
                </a:lnTo>
                <a:close/>
                <a:moveTo>
                  <a:pt x="128436" y="210982"/>
                </a:moveTo>
                <a:lnTo>
                  <a:pt x="129083" y="212309"/>
                </a:lnTo>
                <a:lnTo>
                  <a:pt x="128113" y="211646"/>
                </a:lnTo>
                <a:close/>
                <a:moveTo>
                  <a:pt x="157603" y="209283"/>
                </a:moveTo>
                <a:lnTo>
                  <a:pt x="158264" y="211058"/>
                </a:lnTo>
                <a:lnTo>
                  <a:pt x="157272" y="210171"/>
                </a:lnTo>
                <a:close/>
                <a:moveTo>
                  <a:pt x="283760" y="95033"/>
                </a:moveTo>
                <a:lnTo>
                  <a:pt x="284870" y="95801"/>
                </a:lnTo>
                <a:lnTo>
                  <a:pt x="283204" y="95417"/>
                </a:lnTo>
                <a:close/>
                <a:moveTo>
                  <a:pt x="42445" y="25842"/>
                </a:moveTo>
                <a:lnTo>
                  <a:pt x="42929" y="27209"/>
                </a:lnTo>
                <a:lnTo>
                  <a:pt x="42202" y="26526"/>
                </a:lnTo>
                <a:close/>
                <a:moveTo>
                  <a:pt x="201474" y="199122"/>
                </a:moveTo>
                <a:lnTo>
                  <a:pt x="201883" y="200408"/>
                </a:lnTo>
                <a:lnTo>
                  <a:pt x="201270" y="199765"/>
                </a:lnTo>
                <a:close/>
                <a:moveTo>
                  <a:pt x="219833" y="234548"/>
                </a:moveTo>
                <a:lnTo>
                  <a:pt x="220907" y="235080"/>
                </a:lnTo>
                <a:lnTo>
                  <a:pt x="219296" y="234814"/>
                </a:lnTo>
                <a:close/>
                <a:moveTo>
                  <a:pt x="98760" y="129693"/>
                </a:moveTo>
                <a:lnTo>
                  <a:pt x="100032" y="131398"/>
                </a:lnTo>
                <a:lnTo>
                  <a:pt x="98124" y="130546"/>
                </a:lnTo>
                <a:close/>
                <a:moveTo>
                  <a:pt x="187039" y="25966"/>
                </a:moveTo>
                <a:lnTo>
                  <a:pt x="189112" y="27401"/>
                </a:lnTo>
                <a:lnTo>
                  <a:pt x="186002" y="26684"/>
                </a:lnTo>
                <a:close/>
                <a:moveTo>
                  <a:pt x="14992" y="75071"/>
                </a:moveTo>
                <a:lnTo>
                  <a:pt x="16663" y="76813"/>
                </a:lnTo>
                <a:lnTo>
                  <a:pt x="14157" y="75942"/>
                </a:lnTo>
                <a:close/>
                <a:moveTo>
                  <a:pt x="104118" y="114129"/>
                </a:moveTo>
                <a:lnTo>
                  <a:pt x="106306" y="114535"/>
                </a:lnTo>
                <a:lnTo>
                  <a:pt x="103023" y="114332"/>
                </a:lnTo>
                <a:close/>
                <a:moveTo>
                  <a:pt x="110114" y="44110"/>
                </a:moveTo>
                <a:lnTo>
                  <a:pt x="111669" y="45511"/>
                </a:lnTo>
                <a:lnTo>
                  <a:pt x="109337" y="44810"/>
                </a:lnTo>
                <a:close/>
                <a:moveTo>
                  <a:pt x="234410" y="848"/>
                </a:moveTo>
                <a:lnTo>
                  <a:pt x="235386" y="2344"/>
                </a:lnTo>
                <a:lnTo>
                  <a:pt x="233922" y="1596"/>
                </a:lnTo>
                <a:close/>
                <a:moveTo>
                  <a:pt x="284992" y="185981"/>
                </a:moveTo>
                <a:lnTo>
                  <a:pt x="285583" y="187147"/>
                </a:lnTo>
                <a:lnTo>
                  <a:pt x="284697" y="186564"/>
                </a:lnTo>
                <a:close/>
                <a:moveTo>
                  <a:pt x="121127" y="44005"/>
                </a:moveTo>
                <a:lnTo>
                  <a:pt x="121518" y="45763"/>
                </a:lnTo>
                <a:lnTo>
                  <a:pt x="120931" y="44884"/>
                </a:lnTo>
                <a:close/>
                <a:moveTo>
                  <a:pt x="27504" y="177149"/>
                </a:moveTo>
                <a:lnTo>
                  <a:pt x="28376" y="178752"/>
                </a:lnTo>
                <a:lnTo>
                  <a:pt x="27067" y="177951"/>
                </a:lnTo>
                <a:close/>
                <a:moveTo>
                  <a:pt x="85487" y="230793"/>
                </a:moveTo>
                <a:lnTo>
                  <a:pt x="87189" y="231398"/>
                </a:lnTo>
                <a:lnTo>
                  <a:pt x="84636" y="231095"/>
                </a:lnTo>
                <a:close/>
                <a:moveTo>
                  <a:pt x="144598" y="119063"/>
                </a:moveTo>
                <a:lnTo>
                  <a:pt x="145601" y="119641"/>
                </a:lnTo>
                <a:lnTo>
                  <a:pt x="144097" y="119352"/>
                </a:lnTo>
                <a:close/>
                <a:moveTo>
                  <a:pt x="287156" y="262199"/>
                </a:moveTo>
                <a:lnTo>
                  <a:pt x="288920" y="263093"/>
                </a:lnTo>
                <a:lnTo>
                  <a:pt x="286275" y="262646"/>
                </a:lnTo>
                <a:close/>
                <a:moveTo>
                  <a:pt x="82204" y="33833"/>
                </a:moveTo>
                <a:lnTo>
                  <a:pt x="83622" y="34278"/>
                </a:lnTo>
                <a:lnTo>
                  <a:pt x="81495" y="34055"/>
                </a:lnTo>
                <a:close/>
                <a:moveTo>
                  <a:pt x="75429" y="140544"/>
                </a:moveTo>
                <a:lnTo>
                  <a:pt x="76391" y="141900"/>
                </a:lnTo>
                <a:lnTo>
                  <a:pt x="74948" y="141222"/>
                </a:lnTo>
                <a:close/>
                <a:moveTo>
                  <a:pt x="238514" y="132602"/>
                </a:moveTo>
                <a:lnTo>
                  <a:pt x="239016" y="134311"/>
                </a:lnTo>
                <a:lnTo>
                  <a:pt x="238263" y="133457"/>
                </a:lnTo>
                <a:close/>
                <a:moveTo>
                  <a:pt x="120344" y="28958"/>
                </a:moveTo>
                <a:lnTo>
                  <a:pt x="122452" y="29663"/>
                </a:lnTo>
                <a:lnTo>
                  <a:pt x="119290" y="29311"/>
                </a:lnTo>
                <a:close/>
                <a:moveTo>
                  <a:pt x="216600" y="133807"/>
                </a:moveTo>
                <a:lnTo>
                  <a:pt x="218395" y="134465"/>
                </a:lnTo>
                <a:lnTo>
                  <a:pt x="215702" y="134136"/>
                </a:lnTo>
                <a:close/>
                <a:moveTo>
                  <a:pt x="132650" y="253253"/>
                </a:moveTo>
                <a:lnTo>
                  <a:pt x="133803" y="254659"/>
                </a:lnTo>
                <a:lnTo>
                  <a:pt x="132074" y="253956"/>
                </a:lnTo>
                <a:close/>
                <a:moveTo>
                  <a:pt x="101294" y="179770"/>
                </a:moveTo>
                <a:lnTo>
                  <a:pt x="102801" y="180151"/>
                </a:lnTo>
                <a:lnTo>
                  <a:pt x="100541" y="179961"/>
                </a:lnTo>
                <a:close/>
                <a:moveTo>
                  <a:pt x="226019" y="156575"/>
                </a:moveTo>
                <a:lnTo>
                  <a:pt x="226513" y="157345"/>
                </a:lnTo>
                <a:lnTo>
                  <a:pt x="225772" y="156960"/>
                </a:lnTo>
                <a:close/>
                <a:moveTo>
                  <a:pt x="163363" y="187099"/>
                </a:moveTo>
                <a:lnTo>
                  <a:pt x="165458" y="188680"/>
                </a:lnTo>
                <a:lnTo>
                  <a:pt x="162315" y="187889"/>
                </a:lnTo>
                <a:close/>
                <a:moveTo>
                  <a:pt x="248610" y="42770"/>
                </a:moveTo>
                <a:lnTo>
                  <a:pt x="249058" y="44269"/>
                </a:lnTo>
                <a:lnTo>
                  <a:pt x="248385" y="43519"/>
                </a:lnTo>
                <a:close/>
                <a:moveTo>
                  <a:pt x="283872" y="91610"/>
                </a:moveTo>
                <a:lnTo>
                  <a:pt x="285131" y="92572"/>
                </a:lnTo>
                <a:lnTo>
                  <a:pt x="283242" y="92091"/>
                </a:lnTo>
                <a:close/>
                <a:moveTo>
                  <a:pt x="111194" y="199410"/>
                </a:moveTo>
                <a:lnTo>
                  <a:pt x="111872" y="201074"/>
                </a:lnTo>
                <a:lnTo>
                  <a:pt x="110855" y="200242"/>
                </a:lnTo>
                <a:close/>
                <a:moveTo>
                  <a:pt x="254455" y="52249"/>
                </a:moveTo>
                <a:lnTo>
                  <a:pt x="256122" y="53966"/>
                </a:lnTo>
                <a:lnTo>
                  <a:pt x="253622" y="53107"/>
                </a:lnTo>
                <a:close/>
                <a:moveTo>
                  <a:pt x="141530" y="47994"/>
                </a:moveTo>
                <a:lnTo>
                  <a:pt x="141888" y="49447"/>
                </a:lnTo>
                <a:lnTo>
                  <a:pt x="141351" y="48721"/>
                </a:lnTo>
                <a:close/>
                <a:moveTo>
                  <a:pt x="117505" y="253429"/>
                </a:moveTo>
                <a:lnTo>
                  <a:pt x="119605" y="254870"/>
                </a:lnTo>
                <a:lnTo>
                  <a:pt x="116456" y="254150"/>
                </a:lnTo>
                <a:close/>
                <a:moveTo>
                  <a:pt x="137304" y="231630"/>
                </a:moveTo>
                <a:lnTo>
                  <a:pt x="139179" y="233192"/>
                </a:lnTo>
                <a:lnTo>
                  <a:pt x="136367" y="232411"/>
                </a:lnTo>
                <a:close/>
                <a:moveTo>
                  <a:pt x="150419" y="170987"/>
                </a:moveTo>
                <a:lnTo>
                  <a:pt x="151877" y="171415"/>
                </a:lnTo>
                <a:lnTo>
                  <a:pt x="149690" y="171201"/>
                </a:lnTo>
                <a:close/>
                <a:moveTo>
                  <a:pt x="277166" y="184343"/>
                </a:moveTo>
                <a:lnTo>
                  <a:pt x="278653" y="184942"/>
                </a:lnTo>
                <a:lnTo>
                  <a:pt x="276423" y="184642"/>
                </a:lnTo>
                <a:close/>
                <a:moveTo>
                  <a:pt x="248985" y="165481"/>
                </a:moveTo>
                <a:lnTo>
                  <a:pt x="250261" y="166614"/>
                </a:lnTo>
                <a:lnTo>
                  <a:pt x="248346" y="166048"/>
                </a:lnTo>
                <a:close/>
                <a:moveTo>
                  <a:pt x="266538" y="208077"/>
                </a:moveTo>
                <a:lnTo>
                  <a:pt x="268296" y="209668"/>
                </a:lnTo>
                <a:lnTo>
                  <a:pt x="265659" y="208873"/>
                </a:lnTo>
                <a:close/>
                <a:moveTo>
                  <a:pt x="37299" y="36221"/>
                </a:moveTo>
                <a:lnTo>
                  <a:pt x="38504" y="36848"/>
                </a:lnTo>
                <a:lnTo>
                  <a:pt x="36696" y="36534"/>
                </a:lnTo>
                <a:close/>
                <a:moveTo>
                  <a:pt x="86846" y="52853"/>
                </a:moveTo>
                <a:lnTo>
                  <a:pt x="87514" y="54419"/>
                </a:lnTo>
                <a:lnTo>
                  <a:pt x="86513" y="53636"/>
                </a:lnTo>
                <a:close/>
                <a:moveTo>
                  <a:pt x="234228" y="179850"/>
                </a:moveTo>
                <a:lnTo>
                  <a:pt x="235826" y="180664"/>
                </a:lnTo>
                <a:lnTo>
                  <a:pt x="233428" y="180257"/>
                </a:lnTo>
                <a:close/>
                <a:moveTo>
                  <a:pt x="265765" y="257023"/>
                </a:moveTo>
                <a:lnTo>
                  <a:pt x="266755" y="258315"/>
                </a:lnTo>
                <a:lnTo>
                  <a:pt x="265270" y="257669"/>
                </a:lnTo>
                <a:close/>
                <a:moveTo>
                  <a:pt x="181023" y="98759"/>
                </a:moveTo>
                <a:lnTo>
                  <a:pt x="182466" y="100412"/>
                </a:lnTo>
                <a:lnTo>
                  <a:pt x="180302" y="99586"/>
                </a:lnTo>
                <a:close/>
                <a:moveTo>
                  <a:pt x="77435" y="241288"/>
                </a:moveTo>
                <a:lnTo>
                  <a:pt x="78330" y="242539"/>
                </a:lnTo>
                <a:lnTo>
                  <a:pt x="76987" y="241914"/>
                </a:lnTo>
                <a:close/>
                <a:moveTo>
                  <a:pt x="106192" y="285119"/>
                </a:moveTo>
                <a:lnTo>
                  <a:pt x="107224" y="285503"/>
                </a:lnTo>
                <a:lnTo>
                  <a:pt x="105676" y="285311"/>
                </a:lnTo>
                <a:close/>
                <a:moveTo>
                  <a:pt x="149955" y="268750"/>
                </a:moveTo>
                <a:lnTo>
                  <a:pt x="150586" y="270356"/>
                </a:lnTo>
                <a:lnTo>
                  <a:pt x="149640" y="269553"/>
                </a:lnTo>
                <a:close/>
                <a:moveTo>
                  <a:pt x="95102" y="213152"/>
                </a:moveTo>
                <a:lnTo>
                  <a:pt x="95846" y="214810"/>
                </a:lnTo>
                <a:lnTo>
                  <a:pt x="94730" y="213981"/>
                </a:lnTo>
                <a:close/>
                <a:moveTo>
                  <a:pt x="283024" y="95111"/>
                </a:moveTo>
                <a:lnTo>
                  <a:pt x="283544" y="96547"/>
                </a:lnTo>
                <a:lnTo>
                  <a:pt x="282764" y="95829"/>
                </a:lnTo>
                <a:close/>
                <a:moveTo>
                  <a:pt x="225244" y="15994"/>
                </a:moveTo>
                <a:lnTo>
                  <a:pt x="226720" y="17031"/>
                </a:lnTo>
                <a:lnTo>
                  <a:pt x="224505" y="16512"/>
                </a:lnTo>
                <a:close/>
                <a:moveTo>
                  <a:pt x="54238" y="181292"/>
                </a:moveTo>
                <a:lnTo>
                  <a:pt x="55053" y="182307"/>
                </a:lnTo>
                <a:lnTo>
                  <a:pt x="53830" y="181800"/>
                </a:lnTo>
                <a:close/>
                <a:moveTo>
                  <a:pt x="277509" y="240971"/>
                </a:moveTo>
                <a:lnTo>
                  <a:pt x="278417" y="242660"/>
                </a:lnTo>
                <a:lnTo>
                  <a:pt x="277055" y="241816"/>
                </a:lnTo>
                <a:close/>
                <a:moveTo>
                  <a:pt x="62111" y="191323"/>
                </a:moveTo>
                <a:lnTo>
                  <a:pt x="63528" y="192580"/>
                </a:lnTo>
                <a:lnTo>
                  <a:pt x="61402" y="191951"/>
                </a:lnTo>
                <a:close/>
                <a:moveTo>
                  <a:pt x="215520" y="276464"/>
                </a:moveTo>
                <a:lnTo>
                  <a:pt x="216846" y="277673"/>
                </a:lnTo>
                <a:lnTo>
                  <a:pt x="214857" y="277068"/>
                </a:lnTo>
                <a:close/>
                <a:moveTo>
                  <a:pt x="182978" y="54866"/>
                </a:moveTo>
                <a:lnTo>
                  <a:pt x="184637" y="56599"/>
                </a:lnTo>
                <a:lnTo>
                  <a:pt x="182149" y="55733"/>
                </a:lnTo>
                <a:close/>
                <a:moveTo>
                  <a:pt x="253457" y="260446"/>
                </a:moveTo>
                <a:lnTo>
                  <a:pt x="254185" y="261879"/>
                </a:lnTo>
                <a:lnTo>
                  <a:pt x="253094" y="261162"/>
                </a:lnTo>
                <a:close/>
                <a:moveTo>
                  <a:pt x="220588" y="165745"/>
                </a:moveTo>
                <a:lnTo>
                  <a:pt x="222433" y="166705"/>
                </a:lnTo>
                <a:lnTo>
                  <a:pt x="219666" y="166225"/>
                </a:lnTo>
                <a:close/>
                <a:moveTo>
                  <a:pt x="139650" y="18246"/>
                </a:moveTo>
                <a:lnTo>
                  <a:pt x="141260" y="19860"/>
                </a:lnTo>
                <a:lnTo>
                  <a:pt x="138845" y="19053"/>
                </a:lnTo>
                <a:close/>
                <a:moveTo>
                  <a:pt x="97735" y="209080"/>
                </a:moveTo>
                <a:lnTo>
                  <a:pt x="98248" y="210838"/>
                </a:lnTo>
                <a:lnTo>
                  <a:pt x="97478" y="209959"/>
                </a:lnTo>
                <a:close/>
                <a:moveTo>
                  <a:pt x="275338" y="245273"/>
                </a:moveTo>
                <a:lnTo>
                  <a:pt x="275853" y="246649"/>
                </a:lnTo>
                <a:lnTo>
                  <a:pt x="275080" y="245961"/>
                </a:lnTo>
                <a:close/>
                <a:moveTo>
                  <a:pt x="220287" y="275503"/>
                </a:moveTo>
                <a:lnTo>
                  <a:pt x="222117" y="276938"/>
                </a:lnTo>
                <a:lnTo>
                  <a:pt x="219371" y="276220"/>
                </a:lnTo>
                <a:close/>
                <a:moveTo>
                  <a:pt x="210252" y="236735"/>
                </a:moveTo>
                <a:lnTo>
                  <a:pt x="210617" y="238047"/>
                </a:lnTo>
                <a:lnTo>
                  <a:pt x="210070" y="237391"/>
                </a:lnTo>
                <a:close/>
                <a:moveTo>
                  <a:pt x="171426" y="165691"/>
                </a:moveTo>
                <a:lnTo>
                  <a:pt x="173297" y="166949"/>
                </a:lnTo>
                <a:lnTo>
                  <a:pt x="170490" y="166320"/>
                </a:lnTo>
                <a:close/>
                <a:moveTo>
                  <a:pt x="43171" y="70865"/>
                </a:moveTo>
                <a:lnTo>
                  <a:pt x="44556" y="71787"/>
                </a:lnTo>
                <a:lnTo>
                  <a:pt x="42478" y="71326"/>
                </a:lnTo>
                <a:close/>
                <a:moveTo>
                  <a:pt x="262723" y="92253"/>
                </a:moveTo>
                <a:lnTo>
                  <a:pt x="264088" y="93810"/>
                </a:lnTo>
                <a:lnTo>
                  <a:pt x="262040" y="93032"/>
                </a:lnTo>
                <a:close/>
                <a:moveTo>
                  <a:pt x="70664" y="284011"/>
                </a:moveTo>
                <a:lnTo>
                  <a:pt x="72367" y="284370"/>
                </a:lnTo>
                <a:lnTo>
                  <a:pt x="69813" y="284191"/>
                </a:lnTo>
                <a:close/>
                <a:moveTo>
                  <a:pt x="113328" y="275805"/>
                </a:moveTo>
                <a:lnTo>
                  <a:pt x="114762" y="276516"/>
                </a:lnTo>
                <a:lnTo>
                  <a:pt x="112611" y="276161"/>
                </a:lnTo>
                <a:close/>
                <a:moveTo>
                  <a:pt x="211742" y="218423"/>
                </a:moveTo>
                <a:lnTo>
                  <a:pt x="213608" y="219488"/>
                </a:lnTo>
                <a:lnTo>
                  <a:pt x="210809" y="218955"/>
                </a:lnTo>
                <a:close/>
                <a:moveTo>
                  <a:pt x="284192" y="275550"/>
                </a:moveTo>
                <a:lnTo>
                  <a:pt x="285034" y="276651"/>
                </a:lnTo>
                <a:lnTo>
                  <a:pt x="283771" y="276100"/>
                </a:lnTo>
                <a:close/>
                <a:moveTo>
                  <a:pt x="78810" y="196430"/>
                </a:moveTo>
                <a:lnTo>
                  <a:pt x="79375" y="197609"/>
                </a:lnTo>
                <a:lnTo>
                  <a:pt x="78527" y="197019"/>
                </a:lnTo>
                <a:close/>
                <a:moveTo>
                  <a:pt x="152310" y="285031"/>
                </a:moveTo>
                <a:lnTo>
                  <a:pt x="152923" y="286031"/>
                </a:lnTo>
                <a:lnTo>
                  <a:pt x="152004" y="285531"/>
                </a:lnTo>
                <a:close/>
                <a:moveTo>
                  <a:pt x="152501" y="34689"/>
                </a:moveTo>
                <a:lnTo>
                  <a:pt x="153083" y="35675"/>
                </a:lnTo>
                <a:lnTo>
                  <a:pt x="152209" y="35182"/>
                </a:lnTo>
                <a:close/>
                <a:moveTo>
                  <a:pt x="116599" y="120430"/>
                </a:moveTo>
                <a:lnTo>
                  <a:pt x="118407" y="122008"/>
                </a:lnTo>
                <a:lnTo>
                  <a:pt x="115695" y="121219"/>
                </a:lnTo>
                <a:close/>
                <a:moveTo>
                  <a:pt x="235166" y="284194"/>
                </a:moveTo>
                <a:lnTo>
                  <a:pt x="235676" y="285011"/>
                </a:lnTo>
                <a:lnTo>
                  <a:pt x="234911" y="284603"/>
                </a:lnTo>
                <a:close/>
                <a:moveTo>
                  <a:pt x="236636" y="92261"/>
                </a:moveTo>
                <a:lnTo>
                  <a:pt x="238755" y="93733"/>
                </a:lnTo>
                <a:lnTo>
                  <a:pt x="235576" y="92997"/>
                </a:lnTo>
                <a:close/>
                <a:moveTo>
                  <a:pt x="220803" y="162970"/>
                </a:moveTo>
                <a:lnTo>
                  <a:pt x="221568" y="164543"/>
                </a:lnTo>
                <a:lnTo>
                  <a:pt x="220421" y="163757"/>
                </a:lnTo>
                <a:close/>
                <a:moveTo>
                  <a:pt x="110146" y="148459"/>
                </a:moveTo>
                <a:lnTo>
                  <a:pt x="111423" y="150235"/>
                </a:lnTo>
                <a:lnTo>
                  <a:pt x="109508" y="149347"/>
                </a:lnTo>
                <a:close/>
                <a:moveTo>
                  <a:pt x="27370" y="27309"/>
                </a:moveTo>
                <a:lnTo>
                  <a:pt x="29356" y="28718"/>
                </a:lnTo>
                <a:lnTo>
                  <a:pt x="26377" y="28014"/>
                </a:lnTo>
                <a:close/>
                <a:moveTo>
                  <a:pt x="190248" y="163551"/>
                </a:moveTo>
                <a:lnTo>
                  <a:pt x="190645" y="165242"/>
                </a:lnTo>
                <a:lnTo>
                  <a:pt x="190049" y="164396"/>
                </a:lnTo>
                <a:close/>
                <a:moveTo>
                  <a:pt x="122839" y="38292"/>
                </a:moveTo>
                <a:lnTo>
                  <a:pt x="124580" y="39616"/>
                </a:lnTo>
                <a:lnTo>
                  <a:pt x="121969" y="38954"/>
                </a:lnTo>
                <a:close/>
                <a:moveTo>
                  <a:pt x="53564" y="184823"/>
                </a:moveTo>
                <a:lnTo>
                  <a:pt x="55487" y="185149"/>
                </a:lnTo>
                <a:lnTo>
                  <a:pt x="52602" y="184986"/>
                </a:lnTo>
                <a:close/>
                <a:moveTo>
                  <a:pt x="42735" y="122730"/>
                </a:moveTo>
                <a:lnTo>
                  <a:pt x="44744" y="124233"/>
                </a:lnTo>
                <a:lnTo>
                  <a:pt x="41730" y="123482"/>
                </a:lnTo>
                <a:close/>
                <a:moveTo>
                  <a:pt x="86956" y="71489"/>
                </a:moveTo>
                <a:lnTo>
                  <a:pt x="87474" y="72684"/>
                </a:lnTo>
                <a:lnTo>
                  <a:pt x="86697" y="72087"/>
                </a:lnTo>
                <a:close/>
                <a:moveTo>
                  <a:pt x="212324" y="243110"/>
                </a:moveTo>
                <a:lnTo>
                  <a:pt x="213791" y="243615"/>
                </a:lnTo>
                <a:lnTo>
                  <a:pt x="211590" y="243362"/>
                </a:lnTo>
                <a:close/>
                <a:moveTo>
                  <a:pt x="210704" y="266017"/>
                </a:moveTo>
                <a:lnTo>
                  <a:pt x="211693" y="267452"/>
                </a:lnTo>
                <a:lnTo>
                  <a:pt x="210210" y="266734"/>
                </a:lnTo>
                <a:close/>
                <a:moveTo>
                  <a:pt x="11423" y="252216"/>
                </a:moveTo>
                <a:lnTo>
                  <a:pt x="12978" y="253196"/>
                </a:lnTo>
                <a:lnTo>
                  <a:pt x="10646" y="252706"/>
                </a:lnTo>
                <a:close/>
                <a:moveTo>
                  <a:pt x="282569" y="67927"/>
                </a:moveTo>
                <a:lnTo>
                  <a:pt x="283290" y="68529"/>
                </a:lnTo>
                <a:lnTo>
                  <a:pt x="282209" y="68228"/>
                </a:lnTo>
                <a:close/>
                <a:moveTo>
                  <a:pt x="9781" y="161817"/>
                </a:moveTo>
                <a:lnTo>
                  <a:pt x="11356" y="162815"/>
                </a:lnTo>
                <a:lnTo>
                  <a:pt x="8993" y="162316"/>
                </a:lnTo>
                <a:close/>
                <a:moveTo>
                  <a:pt x="47306" y="196739"/>
                </a:moveTo>
                <a:lnTo>
                  <a:pt x="47825" y="198235"/>
                </a:lnTo>
                <a:lnTo>
                  <a:pt x="47046" y="197487"/>
                </a:lnTo>
                <a:close/>
                <a:moveTo>
                  <a:pt x="217957" y="140488"/>
                </a:moveTo>
                <a:lnTo>
                  <a:pt x="219787" y="141064"/>
                </a:lnTo>
                <a:lnTo>
                  <a:pt x="217043" y="140776"/>
                </a:lnTo>
                <a:close/>
                <a:moveTo>
                  <a:pt x="53465" y="188102"/>
                </a:moveTo>
                <a:lnTo>
                  <a:pt x="53895" y="189663"/>
                </a:lnTo>
                <a:lnTo>
                  <a:pt x="53249" y="188883"/>
                </a:lnTo>
                <a:close/>
                <a:moveTo>
                  <a:pt x="24936" y="168994"/>
                </a:moveTo>
                <a:lnTo>
                  <a:pt x="26628" y="170253"/>
                </a:lnTo>
                <a:lnTo>
                  <a:pt x="24090" y="169623"/>
                </a:lnTo>
                <a:close/>
                <a:moveTo>
                  <a:pt x="56773" y="103826"/>
                </a:moveTo>
                <a:lnTo>
                  <a:pt x="58010" y="104653"/>
                </a:lnTo>
                <a:lnTo>
                  <a:pt x="56154" y="104239"/>
                </a:lnTo>
                <a:close/>
                <a:moveTo>
                  <a:pt x="11394" y="169455"/>
                </a:moveTo>
                <a:lnTo>
                  <a:pt x="12990" y="170777"/>
                </a:lnTo>
                <a:lnTo>
                  <a:pt x="10597" y="170116"/>
                </a:lnTo>
                <a:close/>
                <a:moveTo>
                  <a:pt x="180183" y="229122"/>
                </a:moveTo>
                <a:lnTo>
                  <a:pt x="180651" y="230549"/>
                </a:lnTo>
                <a:lnTo>
                  <a:pt x="179949" y="229835"/>
                </a:lnTo>
                <a:close/>
                <a:moveTo>
                  <a:pt x="230737" y="193385"/>
                </a:moveTo>
                <a:lnTo>
                  <a:pt x="232272" y="194089"/>
                </a:lnTo>
                <a:lnTo>
                  <a:pt x="229970" y="193737"/>
                </a:lnTo>
                <a:close/>
                <a:moveTo>
                  <a:pt x="124032" y="190457"/>
                </a:moveTo>
                <a:lnTo>
                  <a:pt x="125405" y="191614"/>
                </a:lnTo>
                <a:lnTo>
                  <a:pt x="123345" y="191035"/>
                </a:lnTo>
                <a:close/>
                <a:moveTo>
                  <a:pt x="200872" y="226356"/>
                </a:moveTo>
                <a:lnTo>
                  <a:pt x="202788" y="226976"/>
                </a:lnTo>
                <a:lnTo>
                  <a:pt x="199914" y="226666"/>
                </a:lnTo>
                <a:close/>
                <a:moveTo>
                  <a:pt x="102231" y="39097"/>
                </a:moveTo>
                <a:lnTo>
                  <a:pt x="103534" y="39872"/>
                </a:lnTo>
                <a:lnTo>
                  <a:pt x="101579" y="39485"/>
                </a:lnTo>
                <a:close/>
                <a:moveTo>
                  <a:pt x="234833" y="10110"/>
                </a:moveTo>
                <a:lnTo>
                  <a:pt x="236058" y="11778"/>
                </a:lnTo>
                <a:lnTo>
                  <a:pt x="234220" y="10944"/>
                </a:lnTo>
                <a:close/>
                <a:moveTo>
                  <a:pt x="39198" y="202870"/>
                </a:moveTo>
                <a:lnTo>
                  <a:pt x="39632" y="204616"/>
                </a:lnTo>
                <a:lnTo>
                  <a:pt x="38980" y="203743"/>
                </a:lnTo>
                <a:close/>
                <a:moveTo>
                  <a:pt x="141092" y="67931"/>
                </a:moveTo>
                <a:lnTo>
                  <a:pt x="142656" y="69181"/>
                </a:lnTo>
                <a:lnTo>
                  <a:pt x="140311" y="68556"/>
                </a:lnTo>
                <a:close/>
                <a:moveTo>
                  <a:pt x="149395" y="125866"/>
                </a:moveTo>
                <a:lnTo>
                  <a:pt x="151391" y="127072"/>
                </a:lnTo>
                <a:lnTo>
                  <a:pt x="148397" y="126469"/>
                </a:lnTo>
                <a:close/>
                <a:moveTo>
                  <a:pt x="142117" y="24452"/>
                </a:moveTo>
                <a:lnTo>
                  <a:pt x="142908" y="25147"/>
                </a:lnTo>
                <a:lnTo>
                  <a:pt x="141722" y="24800"/>
                </a:lnTo>
                <a:close/>
                <a:moveTo>
                  <a:pt x="70772" y="182194"/>
                </a:moveTo>
                <a:lnTo>
                  <a:pt x="71791" y="183287"/>
                </a:lnTo>
                <a:lnTo>
                  <a:pt x="70262" y="182741"/>
                </a:lnTo>
                <a:close/>
                <a:moveTo>
                  <a:pt x="207144" y="219560"/>
                </a:moveTo>
                <a:lnTo>
                  <a:pt x="208565" y="220546"/>
                </a:lnTo>
                <a:lnTo>
                  <a:pt x="206434" y="220053"/>
                </a:lnTo>
                <a:close/>
                <a:moveTo>
                  <a:pt x="164514" y="68691"/>
                </a:moveTo>
                <a:lnTo>
                  <a:pt x="165334" y="69718"/>
                </a:lnTo>
                <a:lnTo>
                  <a:pt x="164104" y="69204"/>
                </a:lnTo>
                <a:close/>
                <a:moveTo>
                  <a:pt x="162710" y="200123"/>
                </a:moveTo>
                <a:lnTo>
                  <a:pt x="164747" y="201859"/>
                </a:lnTo>
                <a:lnTo>
                  <a:pt x="161691" y="200991"/>
                </a:lnTo>
                <a:close/>
                <a:moveTo>
                  <a:pt x="259581" y="179212"/>
                </a:moveTo>
                <a:lnTo>
                  <a:pt x="260323" y="179761"/>
                </a:lnTo>
                <a:lnTo>
                  <a:pt x="259210" y="179487"/>
                </a:lnTo>
                <a:close/>
                <a:moveTo>
                  <a:pt x="28865" y="7724"/>
                </a:moveTo>
                <a:lnTo>
                  <a:pt x="30342" y="9358"/>
                </a:lnTo>
                <a:lnTo>
                  <a:pt x="28126" y="8541"/>
                </a:lnTo>
                <a:close/>
                <a:moveTo>
                  <a:pt x="146343" y="79315"/>
                </a:moveTo>
                <a:lnTo>
                  <a:pt x="148387" y="80453"/>
                </a:lnTo>
                <a:lnTo>
                  <a:pt x="145321" y="79884"/>
                </a:lnTo>
                <a:close/>
                <a:moveTo>
                  <a:pt x="113374" y="107483"/>
                </a:moveTo>
                <a:lnTo>
                  <a:pt x="113933" y="107858"/>
                </a:lnTo>
                <a:lnTo>
                  <a:pt x="113095" y="107670"/>
                </a:lnTo>
                <a:close/>
                <a:moveTo>
                  <a:pt x="171713" y="186582"/>
                </a:moveTo>
                <a:lnTo>
                  <a:pt x="173317" y="187170"/>
                </a:lnTo>
                <a:lnTo>
                  <a:pt x="170912" y="186876"/>
                </a:lnTo>
                <a:close/>
                <a:moveTo>
                  <a:pt x="27430" y="68335"/>
                </a:moveTo>
                <a:lnTo>
                  <a:pt x="28262" y="68717"/>
                </a:lnTo>
                <a:lnTo>
                  <a:pt x="27014" y="68526"/>
                </a:lnTo>
                <a:close/>
                <a:moveTo>
                  <a:pt x="153803" y="206285"/>
                </a:moveTo>
                <a:lnTo>
                  <a:pt x="155885" y="207983"/>
                </a:lnTo>
                <a:lnTo>
                  <a:pt x="152762" y="207134"/>
                </a:lnTo>
                <a:close/>
                <a:moveTo>
                  <a:pt x="175227" y="57852"/>
                </a:moveTo>
                <a:lnTo>
                  <a:pt x="176393" y="59078"/>
                </a:lnTo>
                <a:lnTo>
                  <a:pt x="174645" y="58465"/>
                </a:lnTo>
                <a:close/>
                <a:moveTo>
                  <a:pt x="187744" y="84572"/>
                </a:moveTo>
                <a:lnTo>
                  <a:pt x="189088" y="86100"/>
                </a:lnTo>
                <a:lnTo>
                  <a:pt x="187072" y="85336"/>
                </a:lnTo>
                <a:close/>
                <a:moveTo>
                  <a:pt x="266939" y="125810"/>
                </a:moveTo>
                <a:lnTo>
                  <a:pt x="268214" y="127226"/>
                </a:lnTo>
                <a:lnTo>
                  <a:pt x="266302" y="126518"/>
                </a:lnTo>
                <a:close/>
                <a:moveTo>
                  <a:pt x="169509" y="247974"/>
                </a:moveTo>
                <a:lnTo>
                  <a:pt x="170541" y="249206"/>
                </a:lnTo>
                <a:lnTo>
                  <a:pt x="168993" y="248590"/>
                </a:lnTo>
                <a:close/>
                <a:moveTo>
                  <a:pt x="88191" y="74326"/>
                </a:moveTo>
                <a:lnTo>
                  <a:pt x="89266" y="75271"/>
                </a:lnTo>
                <a:lnTo>
                  <a:pt x="87653" y="74798"/>
                </a:lnTo>
                <a:close/>
                <a:moveTo>
                  <a:pt x="99753" y="266436"/>
                </a:moveTo>
                <a:lnTo>
                  <a:pt x="101153" y="267703"/>
                </a:lnTo>
                <a:lnTo>
                  <a:pt x="99053" y="267069"/>
                </a:lnTo>
                <a:close/>
                <a:moveTo>
                  <a:pt x="43932" y="92037"/>
                </a:moveTo>
                <a:lnTo>
                  <a:pt x="44339" y="93154"/>
                </a:lnTo>
                <a:lnTo>
                  <a:pt x="43728" y="92595"/>
                </a:lnTo>
                <a:close/>
                <a:moveTo>
                  <a:pt x="57773" y="127269"/>
                </a:moveTo>
                <a:lnTo>
                  <a:pt x="59279" y="128210"/>
                </a:lnTo>
                <a:lnTo>
                  <a:pt x="57020" y="127740"/>
                </a:lnTo>
                <a:close/>
                <a:moveTo>
                  <a:pt x="65380" y="36157"/>
                </a:moveTo>
                <a:lnTo>
                  <a:pt x="67220" y="36698"/>
                </a:lnTo>
                <a:lnTo>
                  <a:pt x="64460" y="36428"/>
                </a:lnTo>
                <a:close/>
                <a:moveTo>
                  <a:pt x="106103" y="102919"/>
                </a:moveTo>
                <a:lnTo>
                  <a:pt x="107792" y="104070"/>
                </a:lnTo>
                <a:lnTo>
                  <a:pt x="105259" y="103494"/>
                </a:lnTo>
                <a:close/>
                <a:moveTo>
                  <a:pt x="101118" y="226914"/>
                </a:moveTo>
                <a:lnTo>
                  <a:pt x="102062" y="228025"/>
                </a:lnTo>
                <a:lnTo>
                  <a:pt x="100647" y="227469"/>
                </a:lnTo>
                <a:close/>
                <a:moveTo>
                  <a:pt x="84288" y="44686"/>
                </a:moveTo>
                <a:lnTo>
                  <a:pt x="85460" y="45950"/>
                </a:lnTo>
                <a:lnTo>
                  <a:pt x="83702" y="45318"/>
                </a:lnTo>
                <a:close/>
                <a:moveTo>
                  <a:pt x="269104" y="71160"/>
                </a:moveTo>
                <a:lnTo>
                  <a:pt x="270442" y="72172"/>
                </a:lnTo>
                <a:lnTo>
                  <a:pt x="268435" y="71666"/>
                </a:lnTo>
                <a:close/>
                <a:moveTo>
                  <a:pt x="84244" y="104519"/>
                </a:moveTo>
                <a:lnTo>
                  <a:pt x="86435" y="105129"/>
                </a:lnTo>
                <a:lnTo>
                  <a:pt x="83148" y="104824"/>
                </a:lnTo>
                <a:close/>
                <a:moveTo>
                  <a:pt x="119022" y="46158"/>
                </a:moveTo>
                <a:lnTo>
                  <a:pt x="119893" y="47655"/>
                </a:lnTo>
                <a:lnTo>
                  <a:pt x="118587" y="46907"/>
                </a:lnTo>
                <a:close/>
                <a:moveTo>
                  <a:pt x="218884" y="133771"/>
                </a:moveTo>
                <a:lnTo>
                  <a:pt x="220702" y="135387"/>
                </a:lnTo>
                <a:lnTo>
                  <a:pt x="217974" y="134579"/>
                </a:lnTo>
                <a:close/>
                <a:moveTo>
                  <a:pt x="77035" y="37685"/>
                </a:moveTo>
                <a:lnTo>
                  <a:pt x="78679" y="39276"/>
                </a:lnTo>
                <a:lnTo>
                  <a:pt x="76212" y="38481"/>
                </a:lnTo>
                <a:close/>
                <a:moveTo>
                  <a:pt x="93533" y="273493"/>
                </a:moveTo>
                <a:lnTo>
                  <a:pt x="95204" y="274869"/>
                </a:lnTo>
                <a:lnTo>
                  <a:pt x="92698" y="274181"/>
                </a:lnTo>
                <a:close/>
                <a:moveTo>
                  <a:pt x="250407" y="252248"/>
                </a:moveTo>
                <a:lnTo>
                  <a:pt x="250967" y="253107"/>
                </a:lnTo>
                <a:lnTo>
                  <a:pt x="250128" y="252678"/>
                </a:lnTo>
                <a:close/>
                <a:moveTo>
                  <a:pt x="23758" y="259654"/>
                </a:moveTo>
                <a:lnTo>
                  <a:pt x="25551" y="260943"/>
                </a:lnTo>
                <a:lnTo>
                  <a:pt x="22861" y="260298"/>
                </a:lnTo>
                <a:close/>
                <a:moveTo>
                  <a:pt x="109537" y="226550"/>
                </a:moveTo>
                <a:lnTo>
                  <a:pt x="110524" y="227052"/>
                </a:lnTo>
                <a:lnTo>
                  <a:pt x="109044" y="226801"/>
                </a:lnTo>
                <a:close/>
                <a:moveTo>
                  <a:pt x="201113" y="272859"/>
                </a:moveTo>
                <a:lnTo>
                  <a:pt x="202068" y="274042"/>
                </a:lnTo>
                <a:lnTo>
                  <a:pt x="200636" y="273451"/>
                </a:lnTo>
                <a:close/>
                <a:moveTo>
                  <a:pt x="129817" y="57672"/>
                </a:moveTo>
                <a:lnTo>
                  <a:pt x="131260" y="59450"/>
                </a:lnTo>
                <a:lnTo>
                  <a:pt x="129095" y="58561"/>
                </a:lnTo>
                <a:close/>
                <a:moveTo>
                  <a:pt x="173069" y="191757"/>
                </a:moveTo>
                <a:lnTo>
                  <a:pt x="174253" y="192976"/>
                </a:lnTo>
                <a:lnTo>
                  <a:pt x="172477" y="192367"/>
                </a:lnTo>
                <a:close/>
                <a:moveTo>
                  <a:pt x="27195" y="179332"/>
                </a:moveTo>
                <a:lnTo>
                  <a:pt x="28039" y="180471"/>
                </a:lnTo>
                <a:lnTo>
                  <a:pt x="26773" y="179901"/>
                </a:lnTo>
                <a:close/>
                <a:moveTo>
                  <a:pt x="113582" y="131693"/>
                </a:moveTo>
                <a:lnTo>
                  <a:pt x="114525" y="132406"/>
                </a:lnTo>
                <a:lnTo>
                  <a:pt x="113110" y="132049"/>
                </a:lnTo>
                <a:close/>
                <a:moveTo>
                  <a:pt x="135627" y="31843"/>
                </a:moveTo>
                <a:lnTo>
                  <a:pt x="137827" y="32519"/>
                </a:lnTo>
                <a:lnTo>
                  <a:pt x="134527" y="32181"/>
                </a:lnTo>
                <a:close/>
                <a:moveTo>
                  <a:pt x="246529" y="36126"/>
                </a:moveTo>
                <a:lnTo>
                  <a:pt x="247716" y="37924"/>
                </a:lnTo>
                <a:lnTo>
                  <a:pt x="245935" y="37025"/>
                </a:lnTo>
                <a:close/>
                <a:moveTo>
                  <a:pt x="240223" y="92190"/>
                </a:moveTo>
                <a:lnTo>
                  <a:pt x="240630" y="92790"/>
                </a:lnTo>
                <a:lnTo>
                  <a:pt x="240019" y="92490"/>
                </a:lnTo>
                <a:close/>
                <a:moveTo>
                  <a:pt x="267352" y="257841"/>
                </a:moveTo>
                <a:lnTo>
                  <a:pt x="269349" y="258894"/>
                </a:lnTo>
                <a:lnTo>
                  <a:pt x="266354" y="258367"/>
                </a:lnTo>
                <a:close/>
                <a:moveTo>
                  <a:pt x="44891" y="159026"/>
                </a:moveTo>
                <a:lnTo>
                  <a:pt x="45674" y="159408"/>
                </a:lnTo>
                <a:lnTo>
                  <a:pt x="44499" y="159217"/>
                </a:lnTo>
                <a:close/>
                <a:moveTo>
                  <a:pt x="58819" y="90791"/>
                </a:moveTo>
                <a:lnTo>
                  <a:pt x="59864" y="92231"/>
                </a:lnTo>
                <a:lnTo>
                  <a:pt x="58296" y="91511"/>
                </a:lnTo>
                <a:close/>
                <a:moveTo>
                  <a:pt x="276080" y="192723"/>
                </a:moveTo>
                <a:lnTo>
                  <a:pt x="277928" y="193517"/>
                </a:lnTo>
                <a:lnTo>
                  <a:pt x="275156" y="193120"/>
                </a:lnTo>
                <a:close/>
                <a:moveTo>
                  <a:pt x="237292" y="85405"/>
                </a:moveTo>
                <a:lnTo>
                  <a:pt x="239069" y="86377"/>
                </a:lnTo>
                <a:lnTo>
                  <a:pt x="236404" y="85891"/>
                </a:lnTo>
                <a:close/>
                <a:moveTo>
                  <a:pt x="252021" y="64137"/>
                </a:moveTo>
                <a:lnTo>
                  <a:pt x="253496" y="65579"/>
                </a:lnTo>
                <a:lnTo>
                  <a:pt x="251283" y="64858"/>
                </a:lnTo>
                <a:close/>
                <a:moveTo>
                  <a:pt x="23405" y="199188"/>
                </a:moveTo>
                <a:lnTo>
                  <a:pt x="24648" y="199826"/>
                </a:lnTo>
                <a:lnTo>
                  <a:pt x="22784" y="199507"/>
                </a:lnTo>
                <a:close/>
                <a:moveTo>
                  <a:pt x="10714" y="133141"/>
                </a:moveTo>
                <a:lnTo>
                  <a:pt x="11139" y="134564"/>
                </a:lnTo>
                <a:lnTo>
                  <a:pt x="10501" y="133852"/>
                </a:lnTo>
                <a:close/>
                <a:moveTo>
                  <a:pt x="107713" y="101601"/>
                </a:moveTo>
                <a:lnTo>
                  <a:pt x="108428" y="102050"/>
                </a:lnTo>
                <a:lnTo>
                  <a:pt x="107355" y="101825"/>
                </a:lnTo>
                <a:close/>
                <a:moveTo>
                  <a:pt x="7245" y="103909"/>
                </a:moveTo>
                <a:lnTo>
                  <a:pt x="9331" y="105180"/>
                </a:lnTo>
                <a:lnTo>
                  <a:pt x="6201" y="104545"/>
                </a:lnTo>
                <a:close/>
                <a:moveTo>
                  <a:pt x="164356" y="131238"/>
                </a:moveTo>
                <a:lnTo>
                  <a:pt x="166494" y="132909"/>
                </a:lnTo>
                <a:lnTo>
                  <a:pt x="163286" y="132074"/>
                </a:lnTo>
                <a:close/>
                <a:moveTo>
                  <a:pt x="18228" y="143375"/>
                </a:moveTo>
                <a:lnTo>
                  <a:pt x="20028" y="144708"/>
                </a:lnTo>
                <a:lnTo>
                  <a:pt x="17328" y="144041"/>
                </a:lnTo>
                <a:close/>
                <a:moveTo>
                  <a:pt x="85533" y="161753"/>
                </a:moveTo>
                <a:lnTo>
                  <a:pt x="86477" y="162390"/>
                </a:lnTo>
                <a:lnTo>
                  <a:pt x="85061" y="162072"/>
                </a:lnTo>
                <a:close/>
                <a:moveTo>
                  <a:pt x="177585" y="61943"/>
                </a:moveTo>
                <a:lnTo>
                  <a:pt x="179265" y="63368"/>
                </a:lnTo>
                <a:lnTo>
                  <a:pt x="176745" y="62655"/>
                </a:lnTo>
                <a:close/>
                <a:moveTo>
                  <a:pt x="66150" y="48762"/>
                </a:moveTo>
                <a:lnTo>
                  <a:pt x="66834" y="50421"/>
                </a:lnTo>
                <a:lnTo>
                  <a:pt x="65808" y="49592"/>
                </a:lnTo>
                <a:close/>
                <a:moveTo>
                  <a:pt x="157440" y="44289"/>
                </a:moveTo>
                <a:lnTo>
                  <a:pt x="158076" y="45731"/>
                </a:lnTo>
                <a:lnTo>
                  <a:pt x="157122" y="45010"/>
                </a:lnTo>
                <a:close/>
                <a:moveTo>
                  <a:pt x="98840" y="65987"/>
                </a:moveTo>
                <a:lnTo>
                  <a:pt x="100579" y="66433"/>
                </a:lnTo>
                <a:lnTo>
                  <a:pt x="97971" y="66210"/>
                </a:lnTo>
                <a:close/>
                <a:moveTo>
                  <a:pt x="200021" y="140394"/>
                </a:moveTo>
                <a:lnTo>
                  <a:pt x="200720" y="142164"/>
                </a:lnTo>
                <a:lnTo>
                  <a:pt x="199671" y="141279"/>
                </a:lnTo>
                <a:close/>
                <a:moveTo>
                  <a:pt x="113437" y="161737"/>
                </a:moveTo>
                <a:lnTo>
                  <a:pt x="114388" y="163423"/>
                </a:lnTo>
                <a:lnTo>
                  <a:pt x="112962" y="162580"/>
                </a:lnTo>
                <a:close/>
                <a:moveTo>
                  <a:pt x="187164" y="35618"/>
                </a:moveTo>
                <a:lnTo>
                  <a:pt x="187758" y="37130"/>
                </a:lnTo>
                <a:lnTo>
                  <a:pt x="186867" y="36374"/>
                </a:lnTo>
                <a:close/>
                <a:moveTo>
                  <a:pt x="198146" y="89007"/>
                </a:moveTo>
                <a:lnTo>
                  <a:pt x="199022" y="89536"/>
                </a:lnTo>
                <a:lnTo>
                  <a:pt x="197709" y="89271"/>
                </a:lnTo>
                <a:close/>
                <a:moveTo>
                  <a:pt x="114341" y="1925"/>
                </a:moveTo>
                <a:lnTo>
                  <a:pt x="115055" y="3674"/>
                </a:lnTo>
                <a:lnTo>
                  <a:pt x="113985" y="2800"/>
                </a:lnTo>
                <a:close/>
                <a:moveTo>
                  <a:pt x="166125" y="191404"/>
                </a:moveTo>
                <a:lnTo>
                  <a:pt x="167959" y="192990"/>
                </a:lnTo>
                <a:lnTo>
                  <a:pt x="165208" y="192197"/>
                </a:lnTo>
                <a:close/>
                <a:moveTo>
                  <a:pt x="255380" y="224440"/>
                </a:moveTo>
                <a:lnTo>
                  <a:pt x="256660" y="226212"/>
                </a:lnTo>
                <a:lnTo>
                  <a:pt x="254740" y="225326"/>
                </a:lnTo>
                <a:close/>
                <a:moveTo>
                  <a:pt x="208940" y="435"/>
                </a:moveTo>
                <a:lnTo>
                  <a:pt x="211029" y="2053"/>
                </a:lnTo>
                <a:lnTo>
                  <a:pt x="207896" y="1244"/>
                </a:lnTo>
                <a:close/>
                <a:moveTo>
                  <a:pt x="85304" y="239194"/>
                </a:moveTo>
                <a:lnTo>
                  <a:pt x="86819" y="239888"/>
                </a:lnTo>
                <a:lnTo>
                  <a:pt x="84547" y="239541"/>
                </a:lnTo>
                <a:close/>
                <a:moveTo>
                  <a:pt x="20055" y="24595"/>
                </a:moveTo>
                <a:lnTo>
                  <a:pt x="21582" y="25865"/>
                </a:lnTo>
                <a:lnTo>
                  <a:pt x="19292" y="25230"/>
                </a:lnTo>
                <a:close/>
                <a:moveTo>
                  <a:pt x="131911" y="170542"/>
                </a:moveTo>
                <a:lnTo>
                  <a:pt x="133515" y="171345"/>
                </a:lnTo>
                <a:lnTo>
                  <a:pt x="131109" y="170943"/>
                </a:lnTo>
                <a:close/>
                <a:moveTo>
                  <a:pt x="66528" y="155368"/>
                </a:moveTo>
                <a:lnTo>
                  <a:pt x="68552" y="156123"/>
                </a:lnTo>
                <a:lnTo>
                  <a:pt x="65515" y="155745"/>
                </a:lnTo>
                <a:close/>
                <a:moveTo>
                  <a:pt x="61306" y="261179"/>
                </a:moveTo>
                <a:lnTo>
                  <a:pt x="61960" y="262089"/>
                </a:lnTo>
                <a:lnTo>
                  <a:pt x="60979" y="261634"/>
                </a:lnTo>
                <a:close/>
                <a:moveTo>
                  <a:pt x="62447" y="1698"/>
                </a:moveTo>
                <a:lnTo>
                  <a:pt x="63966" y="2127"/>
                </a:lnTo>
                <a:lnTo>
                  <a:pt x="61687" y="1912"/>
                </a:lnTo>
                <a:close/>
                <a:moveTo>
                  <a:pt x="84992" y="124697"/>
                </a:moveTo>
                <a:lnTo>
                  <a:pt x="85504" y="125148"/>
                </a:lnTo>
                <a:lnTo>
                  <a:pt x="84736" y="124923"/>
                </a:lnTo>
                <a:close/>
                <a:moveTo>
                  <a:pt x="105619" y="84828"/>
                </a:moveTo>
                <a:lnTo>
                  <a:pt x="107010" y="86194"/>
                </a:lnTo>
                <a:lnTo>
                  <a:pt x="104924" y="85511"/>
                </a:lnTo>
                <a:close/>
                <a:moveTo>
                  <a:pt x="276726" y="78431"/>
                </a:moveTo>
                <a:lnTo>
                  <a:pt x="278511" y="79512"/>
                </a:lnTo>
                <a:lnTo>
                  <a:pt x="275833" y="78972"/>
                </a:lnTo>
                <a:close/>
                <a:moveTo>
                  <a:pt x="159442" y="40541"/>
                </a:moveTo>
                <a:lnTo>
                  <a:pt x="160184" y="41428"/>
                </a:lnTo>
                <a:lnTo>
                  <a:pt x="159070" y="40985"/>
                </a:lnTo>
                <a:close/>
                <a:moveTo>
                  <a:pt x="154795" y="89064"/>
                </a:moveTo>
                <a:lnTo>
                  <a:pt x="156286" y="89469"/>
                </a:lnTo>
                <a:lnTo>
                  <a:pt x="154050" y="89267"/>
                </a:lnTo>
                <a:close/>
                <a:moveTo>
                  <a:pt x="85864" y="216284"/>
                </a:moveTo>
                <a:lnTo>
                  <a:pt x="87927" y="217955"/>
                </a:lnTo>
                <a:lnTo>
                  <a:pt x="84833" y="217119"/>
                </a:lnTo>
                <a:close/>
                <a:moveTo>
                  <a:pt x="115184" y="97337"/>
                </a:moveTo>
                <a:lnTo>
                  <a:pt x="115565" y="98289"/>
                </a:lnTo>
                <a:lnTo>
                  <a:pt x="114993" y="97813"/>
                </a:lnTo>
                <a:close/>
                <a:moveTo>
                  <a:pt x="108043" y="282884"/>
                </a:moveTo>
                <a:lnTo>
                  <a:pt x="108962" y="283613"/>
                </a:lnTo>
                <a:lnTo>
                  <a:pt x="107584" y="283249"/>
                </a:lnTo>
                <a:close/>
                <a:moveTo>
                  <a:pt x="74659" y="98315"/>
                </a:moveTo>
                <a:lnTo>
                  <a:pt x="76397" y="99219"/>
                </a:lnTo>
                <a:lnTo>
                  <a:pt x="73789" y="98767"/>
                </a:lnTo>
                <a:close/>
                <a:moveTo>
                  <a:pt x="251260" y="144396"/>
                </a:moveTo>
                <a:lnTo>
                  <a:pt x="253134" y="145074"/>
                </a:lnTo>
                <a:lnTo>
                  <a:pt x="250323" y="144735"/>
                </a:lnTo>
                <a:close/>
                <a:moveTo>
                  <a:pt x="251043" y="98930"/>
                </a:moveTo>
                <a:lnTo>
                  <a:pt x="251868" y="99742"/>
                </a:lnTo>
                <a:lnTo>
                  <a:pt x="250631" y="99336"/>
                </a:lnTo>
                <a:close/>
                <a:moveTo>
                  <a:pt x="22244" y="246648"/>
                </a:moveTo>
                <a:lnTo>
                  <a:pt x="23298" y="248279"/>
                </a:lnTo>
                <a:lnTo>
                  <a:pt x="21717" y="247463"/>
                </a:lnTo>
                <a:close/>
                <a:moveTo>
                  <a:pt x="115891" y="193560"/>
                </a:moveTo>
                <a:lnTo>
                  <a:pt x="116684" y="194908"/>
                </a:lnTo>
                <a:lnTo>
                  <a:pt x="115494" y="194234"/>
                </a:lnTo>
                <a:close/>
                <a:moveTo>
                  <a:pt x="89137" y="164320"/>
                </a:moveTo>
                <a:lnTo>
                  <a:pt x="91116" y="165719"/>
                </a:lnTo>
                <a:lnTo>
                  <a:pt x="88147" y="165020"/>
                </a:lnTo>
                <a:close/>
                <a:moveTo>
                  <a:pt x="138464" y="191097"/>
                </a:moveTo>
                <a:lnTo>
                  <a:pt x="140648" y="191988"/>
                </a:lnTo>
                <a:lnTo>
                  <a:pt x="137371" y="191542"/>
                </a:lnTo>
                <a:close/>
                <a:moveTo>
                  <a:pt x="55897" y="244331"/>
                </a:moveTo>
                <a:lnTo>
                  <a:pt x="56897" y="245129"/>
                </a:lnTo>
                <a:lnTo>
                  <a:pt x="55397" y="244730"/>
                </a:lnTo>
                <a:close/>
                <a:moveTo>
                  <a:pt x="16228" y="247848"/>
                </a:moveTo>
                <a:lnTo>
                  <a:pt x="16961" y="249404"/>
                </a:lnTo>
                <a:lnTo>
                  <a:pt x="15862" y="248626"/>
                </a:lnTo>
                <a:close/>
                <a:moveTo>
                  <a:pt x="57931" y="86133"/>
                </a:moveTo>
                <a:lnTo>
                  <a:pt x="58740" y="87371"/>
                </a:lnTo>
                <a:lnTo>
                  <a:pt x="57527" y="86752"/>
                </a:lnTo>
                <a:close/>
                <a:moveTo>
                  <a:pt x="101813" y="95203"/>
                </a:moveTo>
                <a:lnTo>
                  <a:pt x="103373" y="96158"/>
                </a:lnTo>
                <a:lnTo>
                  <a:pt x="101033" y="95681"/>
                </a:lnTo>
                <a:close/>
                <a:moveTo>
                  <a:pt x="9865" y="106454"/>
                </a:moveTo>
                <a:lnTo>
                  <a:pt x="11654" y="108066"/>
                </a:lnTo>
                <a:lnTo>
                  <a:pt x="8971" y="107260"/>
                </a:lnTo>
                <a:close/>
                <a:moveTo>
                  <a:pt x="270402" y="76207"/>
                </a:moveTo>
                <a:lnTo>
                  <a:pt x="272453" y="77682"/>
                </a:lnTo>
                <a:lnTo>
                  <a:pt x="269377" y="76945"/>
                </a:lnTo>
                <a:close/>
                <a:moveTo>
                  <a:pt x="256611" y="159277"/>
                </a:moveTo>
                <a:lnTo>
                  <a:pt x="257080" y="161025"/>
                </a:lnTo>
                <a:lnTo>
                  <a:pt x="256376" y="160151"/>
                </a:lnTo>
                <a:close/>
                <a:moveTo>
                  <a:pt x="26196" y="85135"/>
                </a:moveTo>
                <a:lnTo>
                  <a:pt x="27036" y="85744"/>
                </a:lnTo>
                <a:lnTo>
                  <a:pt x="25776" y="85439"/>
                </a:lnTo>
                <a:close/>
                <a:moveTo>
                  <a:pt x="110432" y="1788"/>
                </a:moveTo>
                <a:lnTo>
                  <a:pt x="111494" y="2571"/>
                </a:lnTo>
                <a:lnTo>
                  <a:pt x="109901" y="2180"/>
                </a:lnTo>
                <a:close/>
                <a:moveTo>
                  <a:pt x="282595" y="219554"/>
                </a:moveTo>
                <a:lnTo>
                  <a:pt x="283844" y="220135"/>
                </a:lnTo>
                <a:lnTo>
                  <a:pt x="281971" y="219845"/>
                </a:lnTo>
                <a:close/>
                <a:moveTo>
                  <a:pt x="10216" y="181285"/>
                </a:moveTo>
                <a:lnTo>
                  <a:pt x="10859" y="182772"/>
                </a:lnTo>
                <a:lnTo>
                  <a:pt x="9894" y="182029"/>
                </a:lnTo>
                <a:close/>
                <a:moveTo>
                  <a:pt x="41450" y="65609"/>
                </a:moveTo>
                <a:lnTo>
                  <a:pt x="42234" y="67386"/>
                </a:lnTo>
                <a:lnTo>
                  <a:pt x="41057" y="66497"/>
                </a:lnTo>
                <a:close/>
                <a:moveTo>
                  <a:pt x="55244" y="16822"/>
                </a:moveTo>
                <a:lnTo>
                  <a:pt x="56442" y="17868"/>
                </a:lnTo>
                <a:lnTo>
                  <a:pt x="54644" y="17345"/>
                </a:lnTo>
                <a:close/>
                <a:moveTo>
                  <a:pt x="145463" y="5370"/>
                </a:moveTo>
                <a:lnTo>
                  <a:pt x="147242" y="7105"/>
                </a:lnTo>
                <a:lnTo>
                  <a:pt x="144574" y="6238"/>
                </a:lnTo>
                <a:close/>
                <a:moveTo>
                  <a:pt x="163425" y="158048"/>
                </a:moveTo>
                <a:lnTo>
                  <a:pt x="164994" y="158675"/>
                </a:lnTo>
                <a:lnTo>
                  <a:pt x="162641" y="158362"/>
                </a:lnTo>
                <a:close/>
                <a:moveTo>
                  <a:pt x="133179" y="168682"/>
                </a:moveTo>
                <a:lnTo>
                  <a:pt x="134350" y="169092"/>
                </a:lnTo>
                <a:lnTo>
                  <a:pt x="132594" y="168887"/>
                </a:lnTo>
                <a:close/>
                <a:moveTo>
                  <a:pt x="217136" y="282356"/>
                </a:moveTo>
                <a:lnTo>
                  <a:pt x="218100" y="284102"/>
                </a:lnTo>
                <a:lnTo>
                  <a:pt x="216654" y="283229"/>
                </a:lnTo>
                <a:close/>
                <a:moveTo>
                  <a:pt x="280464" y="168783"/>
                </a:moveTo>
                <a:lnTo>
                  <a:pt x="281105" y="169446"/>
                </a:lnTo>
                <a:lnTo>
                  <a:pt x="280144" y="169115"/>
                </a:lnTo>
                <a:close/>
                <a:moveTo>
                  <a:pt x="96140" y="156426"/>
                </a:moveTo>
                <a:lnTo>
                  <a:pt x="98118" y="157128"/>
                </a:lnTo>
                <a:lnTo>
                  <a:pt x="95150" y="156777"/>
                </a:lnTo>
                <a:close/>
                <a:moveTo>
                  <a:pt x="147986" y="239045"/>
                </a:moveTo>
                <a:lnTo>
                  <a:pt x="150117" y="239536"/>
                </a:lnTo>
                <a:lnTo>
                  <a:pt x="146920" y="239290"/>
                </a:lnTo>
                <a:close/>
                <a:moveTo>
                  <a:pt x="11468" y="36700"/>
                </a:moveTo>
                <a:lnTo>
                  <a:pt x="13000" y="37707"/>
                </a:lnTo>
                <a:lnTo>
                  <a:pt x="10702" y="37204"/>
                </a:lnTo>
                <a:close/>
                <a:moveTo>
                  <a:pt x="275370" y="175457"/>
                </a:moveTo>
                <a:lnTo>
                  <a:pt x="276442" y="177189"/>
                </a:lnTo>
                <a:lnTo>
                  <a:pt x="274834" y="176323"/>
                </a:lnTo>
                <a:close/>
                <a:moveTo>
                  <a:pt x="73738" y="35623"/>
                </a:moveTo>
                <a:lnTo>
                  <a:pt x="75853" y="36529"/>
                </a:lnTo>
                <a:lnTo>
                  <a:pt x="72681" y="36076"/>
                </a:lnTo>
                <a:close/>
                <a:moveTo>
                  <a:pt x="12658" y="125353"/>
                </a:moveTo>
                <a:lnTo>
                  <a:pt x="13270" y="126911"/>
                </a:lnTo>
                <a:lnTo>
                  <a:pt x="12352" y="126132"/>
                </a:lnTo>
                <a:close/>
                <a:moveTo>
                  <a:pt x="142655" y="250475"/>
                </a:moveTo>
                <a:lnTo>
                  <a:pt x="143963" y="251951"/>
                </a:lnTo>
                <a:lnTo>
                  <a:pt x="142001" y="251213"/>
                </a:lnTo>
                <a:close/>
                <a:moveTo>
                  <a:pt x="88098" y="225943"/>
                </a:moveTo>
                <a:lnTo>
                  <a:pt x="89842" y="227688"/>
                </a:lnTo>
                <a:lnTo>
                  <a:pt x="87226" y="226815"/>
                </a:lnTo>
                <a:close/>
                <a:moveTo>
                  <a:pt x="170002" y="169318"/>
                </a:moveTo>
                <a:lnTo>
                  <a:pt x="171922" y="170389"/>
                </a:lnTo>
                <a:lnTo>
                  <a:pt x="169042" y="169853"/>
                </a:lnTo>
                <a:close/>
                <a:moveTo>
                  <a:pt x="205282" y="253184"/>
                </a:moveTo>
                <a:lnTo>
                  <a:pt x="206624" y="254817"/>
                </a:lnTo>
                <a:lnTo>
                  <a:pt x="204611" y="254001"/>
                </a:lnTo>
                <a:close/>
                <a:moveTo>
                  <a:pt x="222681" y="122645"/>
                </a:moveTo>
                <a:lnTo>
                  <a:pt x="224803" y="123449"/>
                </a:lnTo>
                <a:lnTo>
                  <a:pt x="221621" y="123047"/>
                </a:lnTo>
                <a:close/>
                <a:moveTo>
                  <a:pt x="54350" y="219308"/>
                </a:moveTo>
                <a:lnTo>
                  <a:pt x="55398" y="220032"/>
                </a:lnTo>
                <a:lnTo>
                  <a:pt x="53826" y="219670"/>
                </a:lnTo>
                <a:close/>
                <a:moveTo>
                  <a:pt x="214528" y="12943"/>
                </a:moveTo>
                <a:lnTo>
                  <a:pt x="215318" y="13718"/>
                </a:lnTo>
                <a:lnTo>
                  <a:pt x="214132" y="13330"/>
                </a:lnTo>
                <a:close/>
                <a:moveTo>
                  <a:pt x="192609" y="21000"/>
                </a:moveTo>
                <a:lnTo>
                  <a:pt x="193542" y="22295"/>
                </a:lnTo>
                <a:lnTo>
                  <a:pt x="192143" y="21647"/>
                </a:lnTo>
                <a:close/>
                <a:moveTo>
                  <a:pt x="86783" y="24578"/>
                </a:moveTo>
                <a:lnTo>
                  <a:pt x="88081" y="25888"/>
                </a:lnTo>
                <a:lnTo>
                  <a:pt x="86134" y="25233"/>
                </a:lnTo>
                <a:close/>
                <a:moveTo>
                  <a:pt x="168818" y="209697"/>
                </a:moveTo>
                <a:lnTo>
                  <a:pt x="170842" y="210432"/>
                </a:lnTo>
                <a:lnTo>
                  <a:pt x="167807" y="210065"/>
                </a:lnTo>
                <a:close/>
                <a:moveTo>
                  <a:pt x="281511" y="258495"/>
                </a:moveTo>
                <a:lnTo>
                  <a:pt x="282727" y="259623"/>
                </a:lnTo>
                <a:lnTo>
                  <a:pt x="280904" y="259059"/>
                </a:lnTo>
                <a:close/>
                <a:moveTo>
                  <a:pt x="238260" y="6319"/>
                </a:moveTo>
                <a:lnTo>
                  <a:pt x="239685" y="6712"/>
                </a:lnTo>
                <a:lnTo>
                  <a:pt x="237548" y="6516"/>
                </a:lnTo>
                <a:close/>
                <a:moveTo>
                  <a:pt x="32399" y="146574"/>
                </a:moveTo>
                <a:lnTo>
                  <a:pt x="33175" y="147395"/>
                </a:lnTo>
                <a:lnTo>
                  <a:pt x="32011" y="146985"/>
                </a:lnTo>
                <a:close/>
                <a:moveTo>
                  <a:pt x="121316" y="155826"/>
                </a:moveTo>
                <a:lnTo>
                  <a:pt x="122383" y="156881"/>
                </a:lnTo>
                <a:lnTo>
                  <a:pt x="120782" y="156354"/>
                </a:lnTo>
                <a:close/>
                <a:moveTo>
                  <a:pt x="287342" y="17261"/>
                </a:moveTo>
                <a:lnTo>
                  <a:pt x="287930" y="17983"/>
                </a:lnTo>
                <a:lnTo>
                  <a:pt x="287049" y="17622"/>
                </a:lnTo>
                <a:close/>
                <a:moveTo>
                  <a:pt x="241767" y="247651"/>
                </a:moveTo>
                <a:lnTo>
                  <a:pt x="242174" y="248235"/>
                </a:lnTo>
                <a:lnTo>
                  <a:pt x="241563" y="247943"/>
                </a:lnTo>
                <a:close/>
                <a:moveTo>
                  <a:pt x="275047" y="56142"/>
                </a:moveTo>
                <a:lnTo>
                  <a:pt x="276020" y="57560"/>
                </a:lnTo>
                <a:lnTo>
                  <a:pt x="274561" y="56851"/>
                </a:lnTo>
                <a:close/>
                <a:moveTo>
                  <a:pt x="204015" y="109136"/>
                </a:moveTo>
                <a:lnTo>
                  <a:pt x="206213" y="109981"/>
                </a:lnTo>
                <a:lnTo>
                  <a:pt x="202916" y="109558"/>
                </a:lnTo>
                <a:close/>
                <a:moveTo>
                  <a:pt x="93988" y="149555"/>
                </a:moveTo>
                <a:lnTo>
                  <a:pt x="96090" y="150126"/>
                </a:lnTo>
                <a:lnTo>
                  <a:pt x="92937" y="149841"/>
                </a:lnTo>
                <a:close/>
                <a:moveTo>
                  <a:pt x="93945" y="161527"/>
                </a:moveTo>
                <a:lnTo>
                  <a:pt x="94657" y="162994"/>
                </a:lnTo>
                <a:lnTo>
                  <a:pt x="93589" y="162261"/>
                </a:lnTo>
                <a:close/>
                <a:moveTo>
                  <a:pt x="99279" y="274192"/>
                </a:moveTo>
                <a:lnTo>
                  <a:pt x="100448" y="274574"/>
                </a:lnTo>
                <a:lnTo>
                  <a:pt x="98694" y="274383"/>
                </a:lnTo>
                <a:close/>
                <a:moveTo>
                  <a:pt x="264162" y="115995"/>
                </a:moveTo>
                <a:lnTo>
                  <a:pt x="264978" y="117385"/>
                </a:lnTo>
                <a:lnTo>
                  <a:pt x="263754" y="116690"/>
                </a:lnTo>
                <a:close/>
                <a:moveTo>
                  <a:pt x="109893" y="159188"/>
                </a:moveTo>
                <a:lnTo>
                  <a:pt x="111695" y="159569"/>
                </a:lnTo>
                <a:lnTo>
                  <a:pt x="108992" y="159378"/>
                </a:lnTo>
                <a:close/>
                <a:moveTo>
                  <a:pt x="228665" y="79394"/>
                </a:moveTo>
                <a:lnTo>
                  <a:pt x="230325" y="80912"/>
                </a:lnTo>
                <a:lnTo>
                  <a:pt x="227835" y="80153"/>
                </a:lnTo>
                <a:close/>
                <a:moveTo>
                  <a:pt x="227489" y="198994"/>
                </a:moveTo>
                <a:lnTo>
                  <a:pt x="228928" y="200586"/>
                </a:lnTo>
                <a:lnTo>
                  <a:pt x="226769" y="199790"/>
                </a:lnTo>
                <a:close/>
                <a:moveTo>
                  <a:pt x="245829" y="146619"/>
                </a:moveTo>
                <a:lnTo>
                  <a:pt x="247856" y="147321"/>
                </a:lnTo>
                <a:lnTo>
                  <a:pt x="244816" y="146970"/>
                </a:lnTo>
                <a:close/>
                <a:moveTo>
                  <a:pt x="4348" y="116439"/>
                </a:moveTo>
                <a:lnTo>
                  <a:pt x="5472" y="117519"/>
                </a:lnTo>
                <a:lnTo>
                  <a:pt x="3785" y="116979"/>
                </a:lnTo>
                <a:close/>
                <a:moveTo>
                  <a:pt x="249524" y="183458"/>
                </a:moveTo>
                <a:lnTo>
                  <a:pt x="250652" y="184739"/>
                </a:lnTo>
                <a:lnTo>
                  <a:pt x="248960" y="184098"/>
                </a:lnTo>
                <a:close/>
                <a:moveTo>
                  <a:pt x="86028" y="14562"/>
                </a:moveTo>
                <a:lnTo>
                  <a:pt x="87930" y="15107"/>
                </a:lnTo>
                <a:lnTo>
                  <a:pt x="85077" y="14835"/>
                </a:lnTo>
                <a:close/>
                <a:moveTo>
                  <a:pt x="246470" y="197040"/>
                </a:moveTo>
                <a:lnTo>
                  <a:pt x="247571" y="197578"/>
                </a:lnTo>
                <a:lnTo>
                  <a:pt x="245920" y="197309"/>
                </a:lnTo>
                <a:close/>
                <a:moveTo>
                  <a:pt x="14224" y="231918"/>
                </a:moveTo>
                <a:lnTo>
                  <a:pt x="14994" y="232509"/>
                </a:lnTo>
                <a:lnTo>
                  <a:pt x="13839" y="232214"/>
                </a:lnTo>
                <a:close/>
                <a:moveTo>
                  <a:pt x="88997" y="210108"/>
                </a:moveTo>
                <a:lnTo>
                  <a:pt x="89515" y="210441"/>
                </a:lnTo>
                <a:lnTo>
                  <a:pt x="88737" y="210275"/>
                </a:lnTo>
                <a:close/>
                <a:moveTo>
                  <a:pt x="127536" y="15680"/>
                </a:moveTo>
                <a:lnTo>
                  <a:pt x="129680" y="16404"/>
                </a:lnTo>
                <a:lnTo>
                  <a:pt x="126464" y="16042"/>
                </a:lnTo>
                <a:close/>
                <a:moveTo>
                  <a:pt x="33393" y="113674"/>
                </a:moveTo>
                <a:lnTo>
                  <a:pt x="34469" y="114334"/>
                </a:lnTo>
                <a:lnTo>
                  <a:pt x="32855" y="114004"/>
                </a:lnTo>
                <a:close/>
                <a:moveTo>
                  <a:pt x="122094" y="127553"/>
                </a:moveTo>
                <a:lnTo>
                  <a:pt x="122686" y="128467"/>
                </a:lnTo>
                <a:lnTo>
                  <a:pt x="121798" y="128010"/>
                </a:lnTo>
                <a:close/>
                <a:moveTo>
                  <a:pt x="49820" y="227621"/>
                </a:moveTo>
                <a:lnTo>
                  <a:pt x="51149" y="228315"/>
                </a:lnTo>
                <a:lnTo>
                  <a:pt x="49156" y="227968"/>
                </a:lnTo>
                <a:close/>
                <a:moveTo>
                  <a:pt x="22557" y="283499"/>
                </a:moveTo>
                <a:lnTo>
                  <a:pt x="23177" y="283882"/>
                </a:lnTo>
                <a:lnTo>
                  <a:pt x="22247" y="283690"/>
                </a:lnTo>
                <a:close/>
                <a:moveTo>
                  <a:pt x="258867" y="180096"/>
                </a:moveTo>
                <a:lnTo>
                  <a:pt x="260205" y="181539"/>
                </a:lnTo>
                <a:lnTo>
                  <a:pt x="258198" y="180818"/>
                </a:lnTo>
                <a:close/>
                <a:moveTo>
                  <a:pt x="209540" y="77417"/>
                </a:moveTo>
                <a:lnTo>
                  <a:pt x="211435" y="79090"/>
                </a:lnTo>
                <a:lnTo>
                  <a:pt x="208592" y="78253"/>
                </a:lnTo>
                <a:close/>
                <a:moveTo>
                  <a:pt x="96136" y="188688"/>
                </a:moveTo>
                <a:lnTo>
                  <a:pt x="98024" y="189674"/>
                </a:lnTo>
                <a:lnTo>
                  <a:pt x="95193" y="189181"/>
                </a:lnTo>
                <a:close/>
                <a:moveTo>
                  <a:pt x="18360" y="159110"/>
                </a:moveTo>
                <a:lnTo>
                  <a:pt x="19490" y="160450"/>
                </a:lnTo>
                <a:lnTo>
                  <a:pt x="17794" y="159780"/>
                </a:lnTo>
                <a:close/>
                <a:moveTo>
                  <a:pt x="33884" y="284388"/>
                </a:moveTo>
                <a:lnTo>
                  <a:pt x="34845" y="285501"/>
                </a:lnTo>
                <a:lnTo>
                  <a:pt x="33404" y="284944"/>
                </a:lnTo>
                <a:close/>
                <a:moveTo>
                  <a:pt x="186072" y="27954"/>
                </a:moveTo>
                <a:lnTo>
                  <a:pt x="187072" y="29113"/>
                </a:lnTo>
                <a:lnTo>
                  <a:pt x="185572" y="28534"/>
                </a:lnTo>
                <a:close/>
                <a:moveTo>
                  <a:pt x="128209" y="61794"/>
                </a:moveTo>
                <a:lnTo>
                  <a:pt x="130189" y="63531"/>
                </a:lnTo>
                <a:lnTo>
                  <a:pt x="127219" y="62663"/>
                </a:lnTo>
                <a:close/>
                <a:moveTo>
                  <a:pt x="36953" y="77040"/>
                </a:moveTo>
                <a:lnTo>
                  <a:pt x="38650" y="77895"/>
                </a:lnTo>
                <a:lnTo>
                  <a:pt x="36104" y="77468"/>
                </a:lnTo>
                <a:close/>
                <a:moveTo>
                  <a:pt x="82072" y="186554"/>
                </a:moveTo>
                <a:lnTo>
                  <a:pt x="84057" y="187798"/>
                </a:lnTo>
                <a:lnTo>
                  <a:pt x="81080" y="187176"/>
                </a:lnTo>
                <a:close/>
                <a:moveTo>
                  <a:pt x="13307" y="141426"/>
                </a:moveTo>
                <a:lnTo>
                  <a:pt x="14212" y="142524"/>
                </a:lnTo>
                <a:lnTo>
                  <a:pt x="12854" y="141975"/>
                </a:lnTo>
                <a:close/>
                <a:moveTo>
                  <a:pt x="179728" y="221221"/>
                </a:moveTo>
                <a:lnTo>
                  <a:pt x="181175" y="222214"/>
                </a:lnTo>
                <a:lnTo>
                  <a:pt x="179005" y="221717"/>
                </a:lnTo>
                <a:close/>
                <a:moveTo>
                  <a:pt x="171984" y="5498"/>
                </a:moveTo>
                <a:lnTo>
                  <a:pt x="172763" y="6471"/>
                </a:lnTo>
                <a:lnTo>
                  <a:pt x="171595" y="5984"/>
                </a:lnTo>
                <a:close/>
                <a:moveTo>
                  <a:pt x="225417" y="100893"/>
                </a:moveTo>
                <a:lnTo>
                  <a:pt x="227600" y="102592"/>
                </a:lnTo>
                <a:lnTo>
                  <a:pt x="224326" y="101743"/>
                </a:lnTo>
                <a:close/>
                <a:moveTo>
                  <a:pt x="143280" y="261655"/>
                </a:moveTo>
                <a:lnTo>
                  <a:pt x="144193" y="262730"/>
                </a:lnTo>
                <a:lnTo>
                  <a:pt x="142823" y="262193"/>
                </a:lnTo>
                <a:close/>
                <a:moveTo>
                  <a:pt x="6654" y="32112"/>
                </a:moveTo>
                <a:lnTo>
                  <a:pt x="8293" y="33487"/>
                </a:lnTo>
                <a:lnTo>
                  <a:pt x="5834" y="32800"/>
                </a:lnTo>
                <a:close/>
                <a:moveTo>
                  <a:pt x="158747" y="31357"/>
                </a:moveTo>
                <a:lnTo>
                  <a:pt x="159181" y="31664"/>
                </a:lnTo>
                <a:lnTo>
                  <a:pt x="158529" y="31511"/>
                </a:lnTo>
                <a:close/>
                <a:moveTo>
                  <a:pt x="215103" y="48105"/>
                </a:moveTo>
                <a:lnTo>
                  <a:pt x="216764" y="49588"/>
                </a:lnTo>
                <a:lnTo>
                  <a:pt x="214273" y="48846"/>
                </a:lnTo>
                <a:close/>
                <a:moveTo>
                  <a:pt x="44424" y="113908"/>
                </a:moveTo>
                <a:lnTo>
                  <a:pt x="45496" y="115670"/>
                </a:lnTo>
                <a:lnTo>
                  <a:pt x="43888" y="114789"/>
                </a:lnTo>
                <a:close/>
                <a:moveTo>
                  <a:pt x="45876" y="145811"/>
                </a:moveTo>
                <a:lnTo>
                  <a:pt x="46746" y="147571"/>
                </a:lnTo>
                <a:lnTo>
                  <a:pt x="45442" y="146691"/>
                </a:lnTo>
                <a:close/>
                <a:moveTo>
                  <a:pt x="226729" y="227914"/>
                </a:moveTo>
                <a:lnTo>
                  <a:pt x="228436" y="229212"/>
                </a:lnTo>
                <a:lnTo>
                  <a:pt x="225875" y="228563"/>
                </a:lnTo>
                <a:close/>
                <a:moveTo>
                  <a:pt x="216064" y="189094"/>
                </a:moveTo>
                <a:lnTo>
                  <a:pt x="216649" y="189882"/>
                </a:lnTo>
                <a:lnTo>
                  <a:pt x="215771" y="189488"/>
                </a:lnTo>
                <a:close/>
                <a:moveTo>
                  <a:pt x="176576" y="235074"/>
                </a:moveTo>
                <a:lnTo>
                  <a:pt x="177961" y="236202"/>
                </a:lnTo>
                <a:lnTo>
                  <a:pt x="175884" y="235638"/>
                </a:lnTo>
                <a:close/>
                <a:moveTo>
                  <a:pt x="97432" y="69993"/>
                </a:moveTo>
                <a:lnTo>
                  <a:pt x="98975" y="71715"/>
                </a:lnTo>
                <a:lnTo>
                  <a:pt x="96661" y="70854"/>
                </a:lnTo>
                <a:close/>
                <a:moveTo>
                  <a:pt x="14122" y="30010"/>
                </a:moveTo>
                <a:lnTo>
                  <a:pt x="15168" y="30394"/>
                </a:lnTo>
                <a:lnTo>
                  <a:pt x="13599" y="30202"/>
                </a:lnTo>
                <a:close/>
                <a:moveTo>
                  <a:pt x="66537" y="21891"/>
                </a:moveTo>
                <a:lnTo>
                  <a:pt x="68558" y="22651"/>
                </a:lnTo>
                <a:lnTo>
                  <a:pt x="65526" y="22271"/>
                </a:lnTo>
                <a:close/>
                <a:moveTo>
                  <a:pt x="187299" y="17095"/>
                </a:moveTo>
                <a:lnTo>
                  <a:pt x="187660" y="17894"/>
                </a:lnTo>
                <a:lnTo>
                  <a:pt x="187119" y="17494"/>
                </a:lnTo>
                <a:close/>
                <a:moveTo>
                  <a:pt x="189321" y="110462"/>
                </a:moveTo>
                <a:lnTo>
                  <a:pt x="189690" y="112178"/>
                </a:lnTo>
                <a:lnTo>
                  <a:pt x="189137" y="111320"/>
                </a:lnTo>
                <a:close/>
                <a:moveTo>
                  <a:pt x="161082" y="256257"/>
                </a:moveTo>
                <a:lnTo>
                  <a:pt x="162995" y="256711"/>
                </a:lnTo>
                <a:lnTo>
                  <a:pt x="160125" y="256484"/>
                </a:lnTo>
                <a:close/>
                <a:moveTo>
                  <a:pt x="172768" y="95363"/>
                </a:moveTo>
                <a:lnTo>
                  <a:pt x="174884" y="96610"/>
                </a:lnTo>
                <a:lnTo>
                  <a:pt x="171710" y="95986"/>
                </a:lnTo>
                <a:close/>
                <a:moveTo>
                  <a:pt x="132083" y="224234"/>
                </a:moveTo>
                <a:lnTo>
                  <a:pt x="133000" y="225312"/>
                </a:lnTo>
                <a:lnTo>
                  <a:pt x="131625" y="224773"/>
                </a:lnTo>
                <a:close/>
                <a:moveTo>
                  <a:pt x="201564" y="261568"/>
                </a:moveTo>
                <a:lnTo>
                  <a:pt x="203025" y="262960"/>
                </a:lnTo>
                <a:lnTo>
                  <a:pt x="200834" y="262264"/>
                </a:lnTo>
                <a:close/>
                <a:moveTo>
                  <a:pt x="161392" y="218616"/>
                </a:moveTo>
                <a:lnTo>
                  <a:pt x="162444" y="219741"/>
                </a:lnTo>
                <a:lnTo>
                  <a:pt x="160866" y="219179"/>
                </a:lnTo>
                <a:close/>
                <a:moveTo>
                  <a:pt x="240184" y="204647"/>
                </a:moveTo>
                <a:lnTo>
                  <a:pt x="241869" y="206223"/>
                </a:lnTo>
                <a:lnTo>
                  <a:pt x="239341" y="205435"/>
                </a:lnTo>
                <a:close/>
                <a:moveTo>
                  <a:pt x="266126" y="3925"/>
                </a:moveTo>
                <a:lnTo>
                  <a:pt x="266754" y="5102"/>
                </a:lnTo>
                <a:lnTo>
                  <a:pt x="265811" y="4513"/>
                </a:lnTo>
                <a:close/>
                <a:moveTo>
                  <a:pt x="272836" y="227513"/>
                </a:moveTo>
                <a:lnTo>
                  <a:pt x="273553" y="228618"/>
                </a:lnTo>
                <a:lnTo>
                  <a:pt x="272477" y="228065"/>
                </a:lnTo>
                <a:close/>
                <a:moveTo>
                  <a:pt x="71373" y="76510"/>
                </a:moveTo>
                <a:lnTo>
                  <a:pt x="71954" y="78038"/>
                </a:lnTo>
                <a:lnTo>
                  <a:pt x="71082" y="77274"/>
                </a:lnTo>
                <a:close/>
                <a:moveTo>
                  <a:pt x="107646" y="70245"/>
                </a:moveTo>
                <a:lnTo>
                  <a:pt x="108733" y="71263"/>
                </a:lnTo>
                <a:lnTo>
                  <a:pt x="107102" y="70754"/>
                </a:lnTo>
                <a:close/>
                <a:moveTo>
                  <a:pt x="122214" y="268696"/>
                </a:moveTo>
                <a:lnTo>
                  <a:pt x="124294" y="269995"/>
                </a:lnTo>
                <a:lnTo>
                  <a:pt x="121174" y="269345"/>
                </a:lnTo>
                <a:close/>
                <a:moveTo>
                  <a:pt x="152818" y="209679"/>
                </a:moveTo>
                <a:lnTo>
                  <a:pt x="154079" y="210492"/>
                </a:lnTo>
                <a:lnTo>
                  <a:pt x="152187" y="210086"/>
                </a:lnTo>
                <a:close/>
                <a:moveTo>
                  <a:pt x="220959" y="42643"/>
                </a:moveTo>
                <a:lnTo>
                  <a:pt x="222968" y="43478"/>
                </a:lnTo>
                <a:lnTo>
                  <a:pt x="219955" y="43060"/>
                </a:lnTo>
                <a:close/>
                <a:moveTo>
                  <a:pt x="281355" y="78732"/>
                </a:moveTo>
                <a:lnTo>
                  <a:pt x="281758" y="80510"/>
                </a:lnTo>
                <a:lnTo>
                  <a:pt x="281153" y="79621"/>
                </a:lnTo>
                <a:close/>
                <a:moveTo>
                  <a:pt x="71358" y="136746"/>
                </a:moveTo>
                <a:lnTo>
                  <a:pt x="73437" y="138377"/>
                </a:lnTo>
                <a:lnTo>
                  <a:pt x="70319" y="137562"/>
                </a:lnTo>
                <a:close/>
                <a:moveTo>
                  <a:pt x="38690" y="1836"/>
                </a:moveTo>
                <a:lnTo>
                  <a:pt x="40565" y="3509"/>
                </a:lnTo>
                <a:lnTo>
                  <a:pt x="37752" y="2673"/>
                </a:lnTo>
                <a:close/>
                <a:moveTo>
                  <a:pt x="149190" y="45873"/>
                </a:moveTo>
                <a:lnTo>
                  <a:pt x="151076" y="47537"/>
                </a:lnTo>
                <a:lnTo>
                  <a:pt x="148247" y="46705"/>
                </a:lnTo>
                <a:close/>
                <a:moveTo>
                  <a:pt x="137960" y="23617"/>
                </a:moveTo>
                <a:lnTo>
                  <a:pt x="139566" y="25301"/>
                </a:lnTo>
                <a:lnTo>
                  <a:pt x="137157" y="24459"/>
                </a:lnTo>
                <a:close/>
                <a:moveTo>
                  <a:pt x="265665" y="133348"/>
                </a:moveTo>
                <a:lnTo>
                  <a:pt x="267157" y="133910"/>
                </a:lnTo>
                <a:lnTo>
                  <a:pt x="264919" y="133629"/>
                </a:lnTo>
                <a:close/>
                <a:moveTo>
                  <a:pt x="121324" y="228334"/>
                </a:moveTo>
                <a:lnTo>
                  <a:pt x="122320" y="229287"/>
                </a:lnTo>
                <a:lnTo>
                  <a:pt x="120826" y="228811"/>
                </a:lnTo>
                <a:close/>
                <a:moveTo>
                  <a:pt x="101148" y="31159"/>
                </a:moveTo>
                <a:lnTo>
                  <a:pt x="102228" y="32429"/>
                </a:lnTo>
                <a:lnTo>
                  <a:pt x="100608" y="31794"/>
                </a:lnTo>
                <a:close/>
                <a:moveTo>
                  <a:pt x="52338" y="257990"/>
                </a:moveTo>
                <a:lnTo>
                  <a:pt x="53514" y="259566"/>
                </a:lnTo>
                <a:lnTo>
                  <a:pt x="51751" y="258778"/>
                </a:lnTo>
                <a:close/>
                <a:moveTo>
                  <a:pt x="189472" y="255428"/>
                </a:moveTo>
                <a:lnTo>
                  <a:pt x="190675" y="256213"/>
                </a:lnTo>
                <a:lnTo>
                  <a:pt x="188871" y="255821"/>
                </a:lnTo>
                <a:close/>
                <a:moveTo>
                  <a:pt x="159691" y="27455"/>
                </a:moveTo>
                <a:lnTo>
                  <a:pt x="160541" y="28461"/>
                </a:lnTo>
                <a:lnTo>
                  <a:pt x="159265" y="27958"/>
                </a:lnTo>
                <a:close/>
                <a:moveTo>
                  <a:pt x="47604" y="215989"/>
                </a:moveTo>
                <a:lnTo>
                  <a:pt x="49307" y="216487"/>
                </a:lnTo>
                <a:lnTo>
                  <a:pt x="46752" y="216238"/>
                </a:lnTo>
                <a:close/>
                <a:moveTo>
                  <a:pt x="248680" y="81491"/>
                </a:moveTo>
                <a:lnTo>
                  <a:pt x="250709" y="82554"/>
                </a:lnTo>
                <a:lnTo>
                  <a:pt x="247665" y="82022"/>
                </a:lnTo>
                <a:close/>
                <a:moveTo>
                  <a:pt x="89754" y="215295"/>
                </a:moveTo>
                <a:lnTo>
                  <a:pt x="90395" y="215832"/>
                </a:lnTo>
                <a:lnTo>
                  <a:pt x="89433" y="215563"/>
                </a:lnTo>
                <a:close/>
                <a:moveTo>
                  <a:pt x="34183" y="80005"/>
                </a:moveTo>
                <a:lnTo>
                  <a:pt x="35617" y="80595"/>
                </a:lnTo>
                <a:lnTo>
                  <a:pt x="33466" y="80300"/>
                </a:lnTo>
                <a:close/>
                <a:moveTo>
                  <a:pt x="218873" y="249212"/>
                </a:moveTo>
                <a:lnTo>
                  <a:pt x="220260" y="250356"/>
                </a:lnTo>
                <a:lnTo>
                  <a:pt x="218179" y="249784"/>
                </a:lnTo>
                <a:close/>
                <a:moveTo>
                  <a:pt x="269677" y="275246"/>
                </a:moveTo>
                <a:lnTo>
                  <a:pt x="270267" y="275563"/>
                </a:lnTo>
                <a:lnTo>
                  <a:pt x="269383" y="275405"/>
                </a:lnTo>
                <a:close/>
                <a:moveTo>
                  <a:pt x="148911" y="59689"/>
                </a:moveTo>
                <a:lnTo>
                  <a:pt x="150269" y="61085"/>
                </a:lnTo>
                <a:lnTo>
                  <a:pt x="148232" y="60387"/>
                </a:lnTo>
                <a:close/>
                <a:moveTo>
                  <a:pt x="188586" y="158066"/>
                </a:moveTo>
                <a:lnTo>
                  <a:pt x="189986" y="159650"/>
                </a:lnTo>
                <a:lnTo>
                  <a:pt x="187885" y="158858"/>
                </a:lnTo>
                <a:close/>
                <a:moveTo>
                  <a:pt x="273098" y="268243"/>
                </a:moveTo>
                <a:lnTo>
                  <a:pt x="274708" y="269446"/>
                </a:lnTo>
                <a:lnTo>
                  <a:pt x="272292" y="268844"/>
                </a:lnTo>
                <a:close/>
                <a:moveTo>
                  <a:pt x="129201" y="159845"/>
                </a:moveTo>
                <a:lnTo>
                  <a:pt x="131187" y="161384"/>
                </a:lnTo>
                <a:lnTo>
                  <a:pt x="128208" y="160614"/>
                </a:lnTo>
                <a:close/>
                <a:moveTo>
                  <a:pt x="125007" y="226985"/>
                </a:moveTo>
                <a:lnTo>
                  <a:pt x="125432" y="228590"/>
                </a:lnTo>
                <a:lnTo>
                  <a:pt x="124794" y="227787"/>
                </a:lnTo>
                <a:close/>
                <a:moveTo>
                  <a:pt x="91860" y="12917"/>
                </a:moveTo>
                <a:lnTo>
                  <a:pt x="93047" y="14006"/>
                </a:lnTo>
                <a:lnTo>
                  <a:pt x="91267" y="13462"/>
                </a:lnTo>
                <a:close/>
                <a:moveTo>
                  <a:pt x="153479" y="58228"/>
                </a:moveTo>
                <a:lnTo>
                  <a:pt x="153946" y="59308"/>
                </a:lnTo>
                <a:lnTo>
                  <a:pt x="153246" y="58768"/>
                </a:lnTo>
                <a:close/>
                <a:moveTo>
                  <a:pt x="67149" y="97535"/>
                </a:moveTo>
                <a:lnTo>
                  <a:pt x="68555" y="99104"/>
                </a:lnTo>
                <a:lnTo>
                  <a:pt x="66446" y="98319"/>
                </a:lnTo>
                <a:close/>
                <a:moveTo>
                  <a:pt x="287092" y="195597"/>
                </a:moveTo>
                <a:lnTo>
                  <a:pt x="287672" y="196189"/>
                </a:lnTo>
                <a:lnTo>
                  <a:pt x="286801" y="195893"/>
                </a:lnTo>
                <a:close/>
                <a:moveTo>
                  <a:pt x="242708" y="73532"/>
                </a:moveTo>
                <a:lnTo>
                  <a:pt x="243589" y="74945"/>
                </a:lnTo>
                <a:lnTo>
                  <a:pt x="242268" y="74239"/>
                </a:lnTo>
                <a:close/>
                <a:moveTo>
                  <a:pt x="178755" y="209033"/>
                </a:moveTo>
                <a:lnTo>
                  <a:pt x="180048" y="209587"/>
                </a:lnTo>
                <a:lnTo>
                  <a:pt x="178109" y="209310"/>
                </a:lnTo>
                <a:close/>
                <a:moveTo>
                  <a:pt x="33373" y="272431"/>
                </a:moveTo>
                <a:lnTo>
                  <a:pt x="33799" y="274026"/>
                </a:lnTo>
                <a:lnTo>
                  <a:pt x="33160" y="273229"/>
                </a:lnTo>
                <a:close/>
                <a:moveTo>
                  <a:pt x="160545" y="194898"/>
                </a:moveTo>
                <a:lnTo>
                  <a:pt x="161049" y="195432"/>
                </a:lnTo>
                <a:lnTo>
                  <a:pt x="160293" y="195165"/>
                </a:lnTo>
                <a:close/>
                <a:moveTo>
                  <a:pt x="88829" y="188503"/>
                </a:moveTo>
                <a:lnTo>
                  <a:pt x="90702" y="189859"/>
                </a:lnTo>
                <a:lnTo>
                  <a:pt x="87893" y="189181"/>
                </a:lnTo>
                <a:close/>
                <a:moveTo>
                  <a:pt x="48819" y="5575"/>
                </a:moveTo>
                <a:lnTo>
                  <a:pt x="50307" y="7059"/>
                </a:lnTo>
                <a:lnTo>
                  <a:pt x="48075" y="6317"/>
                </a:lnTo>
                <a:close/>
                <a:moveTo>
                  <a:pt x="280451" y="82"/>
                </a:moveTo>
                <a:lnTo>
                  <a:pt x="282133" y="1627"/>
                </a:lnTo>
                <a:lnTo>
                  <a:pt x="279610" y="855"/>
                </a:lnTo>
                <a:close/>
                <a:moveTo>
                  <a:pt x="152618" y="143059"/>
                </a:moveTo>
                <a:lnTo>
                  <a:pt x="153609" y="144669"/>
                </a:lnTo>
                <a:lnTo>
                  <a:pt x="152122" y="143864"/>
                </a:lnTo>
                <a:close/>
                <a:moveTo>
                  <a:pt x="279420" y="125888"/>
                </a:moveTo>
                <a:lnTo>
                  <a:pt x="280646" y="126939"/>
                </a:lnTo>
                <a:lnTo>
                  <a:pt x="278808" y="126414"/>
                </a:lnTo>
                <a:close/>
                <a:moveTo>
                  <a:pt x="43369" y="65819"/>
                </a:moveTo>
                <a:lnTo>
                  <a:pt x="44175" y="66651"/>
                </a:lnTo>
                <a:lnTo>
                  <a:pt x="42967" y="66235"/>
                </a:lnTo>
                <a:close/>
                <a:moveTo>
                  <a:pt x="23141" y="197276"/>
                </a:moveTo>
                <a:lnTo>
                  <a:pt x="23859" y="198462"/>
                </a:lnTo>
                <a:lnTo>
                  <a:pt x="22782" y="197869"/>
                </a:lnTo>
                <a:close/>
                <a:moveTo>
                  <a:pt x="174718" y="85542"/>
                </a:moveTo>
                <a:lnTo>
                  <a:pt x="175516" y="86189"/>
                </a:lnTo>
                <a:lnTo>
                  <a:pt x="174319" y="85865"/>
                </a:lnTo>
                <a:close/>
                <a:moveTo>
                  <a:pt x="129310" y="165055"/>
                </a:moveTo>
                <a:lnTo>
                  <a:pt x="130851" y="165356"/>
                </a:lnTo>
                <a:lnTo>
                  <a:pt x="128540" y="165206"/>
                </a:lnTo>
                <a:close/>
                <a:moveTo>
                  <a:pt x="210644" y="192673"/>
                </a:moveTo>
                <a:lnTo>
                  <a:pt x="212371" y="192983"/>
                </a:lnTo>
                <a:lnTo>
                  <a:pt x="209781" y="192828"/>
                </a:lnTo>
                <a:close/>
                <a:moveTo>
                  <a:pt x="151448" y="211492"/>
                </a:moveTo>
                <a:lnTo>
                  <a:pt x="152254" y="212268"/>
                </a:lnTo>
                <a:lnTo>
                  <a:pt x="151044" y="211880"/>
                </a:lnTo>
                <a:close/>
                <a:moveTo>
                  <a:pt x="192427" y="190625"/>
                </a:moveTo>
                <a:lnTo>
                  <a:pt x="193905" y="192343"/>
                </a:lnTo>
                <a:lnTo>
                  <a:pt x="191688" y="191484"/>
                </a:lnTo>
                <a:close/>
                <a:moveTo>
                  <a:pt x="265384" y="196991"/>
                </a:moveTo>
                <a:lnTo>
                  <a:pt x="265849" y="198196"/>
                </a:lnTo>
                <a:lnTo>
                  <a:pt x="265151" y="197594"/>
                </a:lnTo>
                <a:close/>
                <a:moveTo>
                  <a:pt x="131336" y="207063"/>
                </a:moveTo>
                <a:lnTo>
                  <a:pt x="132026" y="208119"/>
                </a:lnTo>
                <a:lnTo>
                  <a:pt x="130991" y="207591"/>
                </a:lnTo>
                <a:close/>
                <a:moveTo>
                  <a:pt x="190433" y="196430"/>
                </a:moveTo>
                <a:lnTo>
                  <a:pt x="191125" y="197262"/>
                </a:lnTo>
                <a:lnTo>
                  <a:pt x="190086" y="196846"/>
                </a:lnTo>
                <a:close/>
                <a:moveTo>
                  <a:pt x="190004" y="181776"/>
                </a:moveTo>
                <a:lnTo>
                  <a:pt x="191876" y="182326"/>
                </a:lnTo>
                <a:lnTo>
                  <a:pt x="189068" y="182051"/>
                </a:lnTo>
                <a:close/>
                <a:moveTo>
                  <a:pt x="275823" y="92830"/>
                </a:moveTo>
                <a:lnTo>
                  <a:pt x="276274" y="94468"/>
                </a:lnTo>
                <a:lnTo>
                  <a:pt x="275598" y="93649"/>
                </a:lnTo>
                <a:close/>
                <a:moveTo>
                  <a:pt x="72646" y="116448"/>
                </a:moveTo>
                <a:lnTo>
                  <a:pt x="73631" y="117733"/>
                </a:lnTo>
                <a:lnTo>
                  <a:pt x="72154" y="117090"/>
                </a:lnTo>
                <a:close/>
                <a:moveTo>
                  <a:pt x="50071" y="181791"/>
                </a:moveTo>
                <a:lnTo>
                  <a:pt x="51602" y="183196"/>
                </a:lnTo>
                <a:lnTo>
                  <a:pt x="49305" y="182493"/>
                </a:lnTo>
                <a:close/>
                <a:moveTo>
                  <a:pt x="215272" y="237246"/>
                </a:moveTo>
                <a:lnTo>
                  <a:pt x="216672" y="237956"/>
                </a:lnTo>
                <a:lnTo>
                  <a:pt x="214572" y="237601"/>
                </a:lnTo>
                <a:close/>
                <a:moveTo>
                  <a:pt x="198795" y="256989"/>
                </a:moveTo>
                <a:lnTo>
                  <a:pt x="200974" y="258586"/>
                </a:lnTo>
                <a:lnTo>
                  <a:pt x="197706" y="257788"/>
                </a:lnTo>
                <a:close/>
                <a:moveTo>
                  <a:pt x="1679" y="11612"/>
                </a:moveTo>
                <a:lnTo>
                  <a:pt x="2436" y="13229"/>
                </a:lnTo>
                <a:lnTo>
                  <a:pt x="1301" y="12420"/>
                </a:lnTo>
                <a:close/>
                <a:moveTo>
                  <a:pt x="101316" y="266740"/>
                </a:moveTo>
                <a:lnTo>
                  <a:pt x="102865" y="267995"/>
                </a:lnTo>
                <a:lnTo>
                  <a:pt x="100542" y="267368"/>
                </a:lnTo>
                <a:close/>
                <a:moveTo>
                  <a:pt x="147182" y="221504"/>
                </a:moveTo>
                <a:lnTo>
                  <a:pt x="148669" y="222266"/>
                </a:lnTo>
                <a:lnTo>
                  <a:pt x="146438" y="221885"/>
                </a:lnTo>
                <a:close/>
                <a:moveTo>
                  <a:pt x="276068" y="253324"/>
                </a:moveTo>
                <a:lnTo>
                  <a:pt x="278069" y="254900"/>
                </a:lnTo>
                <a:lnTo>
                  <a:pt x="275068" y="254112"/>
                </a:lnTo>
                <a:close/>
                <a:moveTo>
                  <a:pt x="279232" y="218852"/>
                </a:moveTo>
                <a:lnTo>
                  <a:pt x="281399" y="219808"/>
                </a:lnTo>
                <a:lnTo>
                  <a:pt x="278148" y="219330"/>
                </a:lnTo>
                <a:close/>
                <a:moveTo>
                  <a:pt x="204451" y="146820"/>
                </a:moveTo>
                <a:lnTo>
                  <a:pt x="205667" y="147281"/>
                </a:lnTo>
                <a:lnTo>
                  <a:pt x="203842" y="147050"/>
                </a:lnTo>
                <a:close/>
                <a:moveTo>
                  <a:pt x="189421" y="209739"/>
                </a:moveTo>
                <a:lnTo>
                  <a:pt x="190363" y="210680"/>
                </a:lnTo>
                <a:lnTo>
                  <a:pt x="188950" y="210209"/>
                </a:lnTo>
                <a:close/>
                <a:moveTo>
                  <a:pt x="230289" y="97759"/>
                </a:moveTo>
                <a:lnTo>
                  <a:pt x="230809" y="99117"/>
                </a:lnTo>
                <a:lnTo>
                  <a:pt x="230029" y="98438"/>
                </a:lnTo>
                <a:close/>
                <a:moveTo>
                  <a:pt x="267721" y="162119"/>
                </a:moveTo>
                <a:lnTo>
                  <a:pt x="269002" y="162604"/>
                </a:lnTo>
                <a:lnTo>
                  <a:pt x="267080" y="162361"/>
                </a:lnTo>
                <a:close/>
                <a:moveTo>
                  <a:pt x="118829" y="10551"/>
                </a:moveTo>
                <a:lnTo>
                  <a:pt x="119652" y="11783"/>
                </a:lnTo>
                <a:lnTo>
                  <a:pt x="118418" y="11167"/>
                </a:lnTo>
                <a:close/>
                <a:moveTo>
                  <a:pt x="67921" y="203779"/>
                </a:moveTo>
                <a:lnTo>
                  <a:pt x="68706" y="204443"/>
                </a:lnTo>
                <a:lnTo>
                  <a:pt x="67528" y="204111"/>
                </a:lnTo>
                <a:close/>
                <a:moveTo>
                  <a:pt x="198474" y="83561"/>
                </a:moveTo>
                <a:lnTo>
                  <a:pt x="199915" y="85126"/>
                </a:lnTo>
                <a:lnTo>
                  <a:pt x="197753" y="84344"/>
                </a:lnTo>
                <a:close/>
                <a:moveTo>
                  <a:pt x="191694" y="166372"/>
                </a:moveTo>
                <a:lnTo>
                  <a:pt x="192060" y="167291"/>
                </a:lnTo>
                <a:lnTo>
                  <a:pt x="191511" y="166832"/>
                </a:lnTo>
                <a:close/>
                <a:moveTo>
                  <a:pt x="31190" y="234957"/>
                </a:moveTo>
                <a:lnTo>
                  <a:pt x="33187" y="235466"/>
                </a:lnTo>
                <a:lnTo>
                  <a:pt x="30191" y="235212"/>
                </a:lnTo>
                <a:close/>
                <a:moveTo>
                  <a:pt x="72135" y="71182"/>
                </a:moveTo>
                <a:lnTo>
                  <a:pt x="73715" y="71557"/>
                </a:lnTo>
                <a:lnTo>
                  <a:pt x="71345" y="71369"/>
                </a:lnTo>
                <a:close/>
                <a:moveTo>
                  <a:pt x="109836" y="282600"/>
                </a:moveTo>
                <a:lnTo>
                  <a:pt x="110972" y="283993"/>
                </a:lnTo>
                <a:lnTo>
                  <a:pt x="109268" y="283297"/>
                </a:lnTo>
                <a:close/>
                <a:moveTo>
                  <a:pt x="42262" y="163660"/>
                </a:moveTo>
                <a:lnTo>
                  <a:pt x="44021" y="165164"/>
                </a:lnTo>
                <a:lnTo>
                  <a:pt x="41383" y="164412"/>
                </a:lnTo>
                <a:close/>
                <a:moveTo>
                  <a:pt x="183016" y="185886"/>
                </a:moveTo>
                <a:lnTo>
                  <a:pt x="183641" y="186224"/>
                </a:lnTo>
                <a:lnTo>
                  <a:pt x="182704" y="186055"/>
                </a:lnTo>
                <a:close/>
                <a:moveTo>
                  <a:pt x="208952" y="230672"/>
                </a:moveTo>
                <a:lnTo>
                  <a:pt x="211121" y="230985"/>
                </a:lnTo>
                <a:lnTo>
                  <a:pt x="207868" y="230828"/>
                </a:lnTo>
                <a:close/>
                <a:moveTo>
                  <a:pt x="232497" y="15234"/>
                </a:moveTo>
                <a:lnTo>
                  <a:pt x="233152" y="16315"/>
                </a:lnTo>
                <a:lnTo>
                  <a:pt x="232170" y="15775"/>
                </a:lnTo>
                <a:close/>
                <a:moveTo>
                  <a:pt x="78152" y="180720"/>
                </a:moveTo>
                <a:lnTo>
                  <a:pt x="78702" y="181360"/>
                </a:lnTo>
                <a:lnTo>
                  <a:pt x="77877" y="181040"/>
                </a:lnTo>
                <a:close/>
                <a:moveTo>
                  <a:pt x="236442" y="66465"/>
                </a:moveTo>
                <a:lnTo>
                  <a:pt x="238044" y="67924"/>
                </a:lnTo>
                <a:lnTo>
                  <a:pt x="235641" y="67194"/>
                </a:lnTo>
                <a:close/>
                <a:moveTo>
                  <a:pt x="124350" y="39667"/>
                </a:moveTo>
                <a:lnTo>
                  <a:pt x="125274" y="40831"/>
                </a:lnTo>
                <a:lnTo>
                  <a:pt x="123887" y="40249"/>
                </a:lnTo>
                <a:close/>
                <a:moveTo>
                  <a:pt x="80370" y="172880"/>
                </a:moveTo>
                <a:lnTo>
                  <a:pt x="80825" y="174289"/>
                </a:lnTo>
                <a:lnTo>
                  <a:pt x="80142" y="173585"/>
                </a:lnTo>
                <a:close/>
                <a:moveTo>
                  <a:pt x="18336" y="62874"/>
                </a:moveTo>
                <a:lnTo>
                  <a:pt x="20514" y="64232"/>
                </a:lnTo>
                <a:lnTo>
                  <a:pt x="17247" y="63553"/>
                </a:lnTo>
                <a:close/>
                <a:moveTo>
                  <a:pt x="148010" y="264809"/>
                </a:moveTo>
                <a:lnTo>
                  <a:pt x="149563" y="266424"/>
                </a:lnTo>
                <a:lnTo>
                  <a:pt x="147234" y="265616"/>
                </a:lnTo>
                <a:close/>
                <a:moveTo>
                  <a:pt x="48813" y="189178"/>
                </a:moveTo>
                <a:lnTo>
                  <a:pt x="49949" y="190065"/>
                </a:lnTo>
                <a:lnTo>
                  <a:pt x="48245" y="189621"/>
                </a:lnTo>
                <a:close/>
                <a:moveTo>
                  <a:pt x="153225" y="74141"/>
                </a:moveTo>
                <a:lnTo>
                  <a:pt x="154014" y="75330"/>
                </a:lnTo>
                <a:lnTo>
                  <a:pt x="152830" y="74736"/>
                </a:lnTo>
                <a:close/>
                <a:moveTo>
                  <a:pt x="88370" y="93124"/>
                </a:moveTo>
                <a:lnTo>
                  <a:pt x="89952" y="94332"/>
                </a:lnTo>
                <a:lnTo>
                  <a:pt x="87579" y="93728"/>
                </a:lnTo>
                <a:close/>
                <a:moveTo>
                  <a:pt x="276121" y="216183"/>
                </a:moveTo>
                <a:lnTo>
                  <a:pt x="277429" y="217971"/>
                </a:lnTo>
                <a:lnTo>
                  <a:pt x="275468" y="217077"/>
                </a:lnTo>
                <a:close/>
                <a:moveTo>
                  <a:pt x="169961" y="131079"/>
                </a:moveTo>
                <a:lnTo>
                  <a:pt x="171919" y="131609"/>
                </a:lnTo>
                <a:lnTo>
                  <a:pt x="168982" y="131344"/>
                </a:lnTo>
                <a:close/>
                <a:moveTo>
                  <a:pt x="89784" y="89576"/>
                </a:moveTo>
                <a:lnTo>
                  <a:pt x="91525" y="90669"/>
                </a:lnTo>
                <a:lnTo>
                  <a:pt x="88913" y="90123"/>
                </a:lnTo>
                <a:close/>
                <a:moveTo>
                  <a:pt x="142721" y="246326"/>
                </a:moveTo>
                <a:lnTo>
                  <a:pt x="143342" y="248036"/>
                </a:lnTo>
                <a:lnTo>
                  <a:pt x="142411" y="247181"/>
                </a:lnTo>
                <a:close/>
                <a:moveTo>
                  <a:pt x="1659" y="230684"/>
                </a:moveTo>
                <a:lnTo>
                  <a:pt x="2081" y="231662"/>
                </a:lnTo>
                <a:lnTo>
                  <a:pt x="1447" y="231173"/>
                </a:lnTo>
                <a:close/>
                <a:moveTo>
                  <a:pt x="16742" y="209014"/>
                </a:moveTo>
                <a:lnTo>
                  <a:pt x="17704" y="210762"/>
                </a:lnTo>
                <a:lnTo>
                  <a:pt x="16261" y="209888"/>
                </a:lnTo>
                <a:close/>
                <a:moveTo>
                  <a:pt x="222894" y="109593"/>
                </a:moveTo>
                <a:lnTo>
                  <a:pt x="225073" y="111035"/>
                </a:lnTo>
                <a:lnTo>
                  <a:pt x="221804" y="110314"/>
                </a:lnTo>
                <a:close/>
                <a:moveTo>
                  <a:pt x="266916" y="5602"/>
                </a:moveTo>
                <a:lnTo>
                  <a:pt x="267932" y="6304"/>
                </a:lnTo>
                <a:lnTo>
                  <a:pt x="266408" y="5953"/>
                </a:lnTo>
                <a:close/>
                <a:moveTo>
                  <a:pt x="55609" y="129196"/>
                </a:moveTo>
                <a:lnTo>
                  <a:pt x="56113" y="129607"/>
                </a:lnTo>
                <a:lnTo>
                  <a:pt x="55357" y="129402"/>
                </a:lnTo>
                <a:close/>
                <a:moveTo>
                  <a:pt x="147539" y="286508"/>
                </a:moveTo>
                <a:lnTo>
                  <a:pt x="148249" y="288060"/>
                </a:lnTo>
                <a:lnTo>
                  <a:pt x="147183" y="287284"/>
                </a:lnTo>
                <a:close/>
                <a:moveTo>
                  <a:pt x="97376" y="158083"/>
                </a:moveTo>
                <a:lnTo>
                  <a:pt x="98196" y="159352"/>
                </a:lnTo>
                <a:lnTo>
                  <a:pt x="96967" y="158718"/>
                </a:lnTo>
                <a:close/>
                <a:moveTo>
                  <a:pt x="87892" y="197779"/>
                </a:moveTo>
                <a:lnTo>
                  <a:pt x="88460" y="198404"/>
                </a:lnTo>
                <a:lnTo>
                  <a:pt x="87608" y="198091"/>
                </a:lnTo>
                <a:close/>
                <a:moveTo>
                  <a:pt x="39524" y="243096"/>
                </a:moveTo>
                <a:lnTo>
                  <a:pt x="40866" y="244824"/>
                </a:lnTo>
                <a:lnTo>
                  <a:pt x="38852" y="243960"/>
                </a:lnTo>
                <a:close/>
                <a:moveTo>
                  <a:pt x="185684" y="127145"/>
                </a:moveTo>
                <a:lnTo>
                  <a:pt x="187784" y="127972"/>
                </a:lnTo>
                <a:lnTo>
                  <a:pt x="184634" y="127558"/>
                </a:lnTo>
                <a:close/>
                <a:moveTo>
                  <a:pt x="140248" y="185699"/>
                </a:moveTo>
                <a:lnTo>
                  <a:pt x="141368" y="187184"/>
                </a:lnTo>
                <a:lnTo>
                  <a:pt x="139687" y="186441"/>
                </a:lnTo>
                <a:close/>
                <a:moveTo>
                  <a:pt x="190514" y="202758"/>
                </a:moveTo>
                <a:lnTo>
                  <a:pt x="192431" y="203574"/>
                </a:lnTo>
                <a:lnTo>
                  <a:pt x="189556" y="203166"/>
                </a:lnTo>
                <a:close/>
                <a:moveTo>
                  <a:pt x="273699" y="155189"/>
                </a:moveTo>
                <a:lnTo>
                  <a:pt x="275738" y="155491"/>
                </a:lnTo>
                <a:lnTo>
                  <a:pt x="272680" y="155340"/>
                </a:lnTo>
                <a:close/>
                <a:moveTo>
                  <a:pt x="195461" y="183404"/>
                </a:moveTo>
                <a:lnTo>
                  <a:pt x="196900" y="185186"/>
                </a:lnTo>
                <a:lnTo>
                  <a:pt x="194742" y="184295"/>
                </a:lnTo>
                <a:close/>
                <a:moveTo>
                  <a:pt x="202683" y="32520"/>
                </a:moveTo>
                <a:lnTo>
                  <a:pt x="203088" y="33185"/>
                </a:lnTo>
                <a:lnTo>
                  <a:pt x="202481" y="32852"/>
                </a:lnTo>
                <a:close/>
                <a:moveTo>
                  <a:pt x="272875" y="76767"/>
                </a:moveTo>
                <a:lnTo>
                  <a:pt x="273288" y="78242"/>
                </a:lnTo>
                <a:lnTo>
                  <a:pt x="272668" y="77504"/>
                </a:lnTo>
                <a:close/>
                <a:moveTo>
                  <a:pt x="175591" y="193638"/>
                </a:moveTo>
                <a:lnTo>
                  <a:pt x="176410" y="194561"/>
                </a:lnTo>
                <a:lnTo>
                  <a:pt x="175181" y="194099"/>
                </a:lnTo>
                <a:close/>
                <a:moveTo>
                  <a:pt x="95824" y="22100"/>
                </a:moveTo>
                <a:lnTo>
                  <a:pt x="96269" y="23224"/>
                </a:lnTo>
                <a:lnTo>
                  <a:pt x="95602" y="22662"/>
                </a:lnTo>
                <a:close/>
                <a:moveTo>
                  <a:pt x="118298" y="50285"/>
                </a:moveTo>
                <a:lnTo>
                  <a:pt x="119471" y="50628"/>
                </a:lnTo>
                <a:lnTo>
                  <a:pt x="117711" y="50457"/>
                </a:lnTo>
                <a:close/>
                <a:moveTo>
                  <a:pt x="99901" y="126972"/>
                </a:moveTo>
                <a:lnTo>
                  <a:pt x="101196" y="128070"/>
                </a:lnTo>
                <a:lnTo>
                  <a:pt x="99254" y="127521"/>
                </a:lnTo>
                <a:close/>
                <a:moveTo>
                  <a:pt x="166500" y="97580"/>
                </a:moveTo>
                <a:lnTo>
                  <a:pt x="167561" y="98617"/>
                </a:lnTo>
                <a:lnTo>
                  <a:pt x="165970" y="98098"/>
                </a:lnTo>
                <a:close/>
                <a:moveTo>
                  <a:pt x="139709" y="8783"/>
                </a:moveTo>
                <a:lnTo>
                  <a:pt x="140927" y="9103"/>
                </a:lnTo>
                <a:lnTo>
                  <a:pt x="139100" y="8943"/>
                </a:lnTo>
                <a:close/>
                <a:moveTo>
                  <a:pt x="272295" y="194888"/>
                </a:moveTo>
                <a:lnTo>
                  <a:pt x="272829" y="196460"/>
                </a:lnTo>
                <a:lnTo>
                  <a:pt x="272028" y="195674"/>
                </a:lnTo>
                <a:close/>
                <a:moveTo>
                  <a:pt x="28980" y="211242"/>
                </a:moveTo>
                <a:lnTo>
                  <a:pt x="30633" y="212223"/>
                </a:lnTo>
                <a:lnTo>
                  <a:pt x="28153" y="211733"/>
                </a:lnTo>
                <a:close/>
                <a:moveTo>
                  <a:pt x="167777" y="95269"/>
                </a:moveTo>
                <a:lnTo>
                  <a:pt x="168461" y="95967"/>
                </a:lnTo>
                <a:lnTo>
                  <a:pt x="167435" y="95618"/>
                </a:lnTo>
                <a:close/>
                <a:moveTo>
                  <a:pt x="149431" y="272162"/>
                </a:moveTo>
                <a:lnTo>
                  <a:pt x="151382" y="272667"/>
                </a:lnTo>
                <a:lnTo>
                  <a:pt x="148456" y="272415"/>
                </a:lnTo>
                <a:close/>
                <a:moveTo>
                  <a:pt x="281588" y="63396"/>
                </a:moveTo>
                <a:lnTo>
                  <a:pt x="283634" y="63816"/>
                </a:lnTo>
                <a:lnTo>
                  <a:pt x="280566" y="63606"/>
                </a:lnTo>
                <a:close/>
                <a:moveTo>
                  <a:pt x="123155" y="214499"/>
                </a:moveTo>
                <a:lnTo>
                  <a:pt x="125243" y="216146"/>
                </a:lnTo>
                <a:lnTo>
                  <a:pt x="122112" y="215323"/>
                </a:lnTo>
                <a:close/>
                <a:moveTo>
                  <a:pt x="273526" y="211971"/>
                </a:moveTo>
                <a:lnTo>
                  <a:pt x="274778" y="213237"/>
                </a:lnTo>
                <a:lnTo>
                  <a:pt x="272900" y="212604"/>
                </a:lnTo>
                <a:close/>
                <a:moveTo>
                  <a:pt x="44670" y="25916"/>
                </a:moveTo>
                <a:lnTo>
                  <a:pt x="45347" y="27055"/>
                </a:lnTo>
                <a:lnTo>
                  <a:pt x="44331" y="26486"/>
                </a:lnTo>
                <a:close/>
                <a:moveTo>
                  <a:pt x="66751" y="257837"/>
                </a:moveTo>
                <a:lnTo>
                  <a:pt x="68277" y="258680"/>
                </a:lnTo>
                <a:lnTo>
                  <a:pt x="65989" y="258259"/>
                </a:lnTo>
                <a:close/>
                <a:moveTo>
                  <a:pt x="114204" y="71763"/>
                </a:moveTo>
                <a:lnTo>
                  <a:pt x="116188" y="73429"/>
                </a:lnTo>
                <a:lnTo>
                  <a:pt x="113212" y="72596"/>
                </a:lnTo>
                <a:close/>
                <a:moveTo>
                  <a:pt x="18742" y="29077"/>
                </a:moveTo>
                <a:lnTo>
                  <a:pt x="20664" y="30249"/>
                </a:lnTo>
                <a:lnTo>
                  <a:pt x="17782" y="29663"/>
                </a:lnTo>
                <a:close/>
                <a:moveTo>
                  <a:pt x="200280" y="154936"/>
                </a:moveTo>
                <a:lnTo>
                  <a:pt x="201582" y="156577"/>
                </a:lnTo>
                <a:lnTo>
                  <a:pt x="199629" y="155756"/>
                </a:lnTo>
                <a:close/>
                <a:moveTo>
                  <a:pt x="135598" y="97564"/>
                </a:moveTo>
                <a:lnTo>
                  <a:pt x="137711" y="98905"/>
                </a:lnTo>
                <a:lnTo>
                  <a:pt x="134542" y="98235"/>
                </a:lnTo>
                <a:close/>
                <a:moveTo>
                  <a:pt x="95314" y="212494"/>
                </a:moveTo>
                <a:lnTo>
                  <a:pt x="96762" y="212974"/>
                </a:lnTo>
                <a:lnTo>
                  <a:pt x="94590" y="212734"/>
                </a:lnTo>
                <a:close/>
                <a:moveTo>
                  <a:pt x="91433" y="162649"/>
                </a:moveTo>
                <a:lnTo>
                  <a:pt x="92740" y="163159"/>
                </a:lnTo>
                <a:lnTo>
                  <a:pt x="90779" y="162904"/>
                </a:lnTo>
                <a:close/>
                <a:moveTo>
                  <a:pt x="285032" y="175698"/>
                </a:moveTo>
                <a:lnTo>
                  <a:pt x="286724" y="177218"/>
                </a:lnTo>
                <a:lnTo>
                  <a:pt x="284186" y="176458"/>
                </a:lnTo>
                <a:close/>
                <a:moveTo>
                  <a:pt x="273707" y="145737"/>
                </a:moveTo>
                <a:lnTo>
                  <a:pt x="274102" y="147504"/>
                </a:lnTo>
                <a:lnTo>
                  <a:pt x="273509" y="146620"/>
                </a:lnTo>
                <a:close/>
                <a:moveTo>
                  <a:pt x="17689" y="41591"/>
                </a:moveTo>
                <a:lnTo>
                  <a:pt x="18265" y="41919"/>
                </a:lnTo>
                <a:lnTo>
                  <a:pt x="17401" y="41755"/>
                </a:lnTo>
                <a:close/>
                <a:moveTo>
                  <a:pt x="54127" y="78716"/>
                </a:moveTo>
                <a:lnTo>
                  <a:pt x="55457" y="80301"/>
                </a:lnTo>
                <a:lnTo>
                  <a:pt x="53462" y="79508"/>
                </a:lnTo>
                <a:close/>
                <a:moveTo>
                  <a:pt x="149763" y="265198"/>
                </a:moveTo>
                <a:lnTo>
                  <a:pt x="151951" y="266638"/>
                </a:lnTo>
                <a:lnTo>
                  <a:pt x="148669" y="265918"/>
                </a:lnTo>
                <a:close/>
                <a:moveTo>
                  <a:pt x="181822" y="134987"/>
                </a:moveTo>
                <a:lnTo>
                  <a:pt x="183464" y="136256"/>
                </a:lnTo>
                <a:lnTo>
                  <a:pt x="181001" y="135621"/>
                </a:lnTo>
                <a:close/>
                <a:moveTo>
                  <a:pt x="31821" y="214063"/>
                </a:moveTo>
                <a:lnTo>
                  <a:pt x="32289" y="215798"/>
                </a:lnTo>
                <a:lnTo>
                  <a:pt x="31588" y="214931"/>
                </a:lnTo>
                <a:close/>
                <a:moveTo>
                  <a:pt x="40548" y="21041"/>
                </a:moveTo>
                <a:lnTo>
                  <a:pt x="41270" y="21832"/>
                </a:lnTo>
                <a:lnTo>
                  <a:pt x="40186" y="21436"/>
                </a:lnTo>
                <a:close/>
                <a:moveTo>
                  <a:pt x="50898" y="66430"/>
                </a:moveTo>
                <a:lnTo>
                  <a:pt x="51332" y="68146"/>
                </a:lnTo>
                <a:lnTo>
                  <a:pt x="50681" y="67288"/>
                </a:lnTo>
                <a:close/>
                <a:moveTo>
                  <a:pt x="68993" y="575"/>
                </a:moveTo>
                <a:lnTo>
                  <a:pt x="70383" y="1178"/>
                </a:lnTo>
                <a:lnTo>
                  <a:pt x="68298" y="877"/>
                </a:lnTo>
                <a:close/>
                <a:moveTo>
                  <a:pt x="230446" y="166579"/>
                </a:moveTo>
                <a:lnTo>
                  <a:pt x="231399" y="168319"/>
                </a:lnTo>
                <a:lnTo>
                  <a:pt x="229970" y="167449"/>
                </a:lnTo>
                <a:close/>
                <a:moveTo>
                  <a:pt x="146881" y="103647"/>
                </a:moveTo>
                <a:lnTo>
                  <a:pt x="147400" y="104706"/>
                </a:lnTo>
                <a:lnTo>
                  <a:pt x="146621" y="104177"/>
                </a:lnTo>
                <a:close/>
                <a:moveTo>
                  <a:pt x="283877" y="159054"/>
                </a:moveTo>
                <a:lnTo>
                  <a:pt x="284923" y="160162"/>
                </a:lnTo>
                <a:lnTo>
                  <a:pt x="283353" y="159608"/>
                </a:lnTo>
                <a:close/>
                <a:moveTo>
                  <a:pt x="148082" y="167619"/>
                </a:moveTo>
                <a:lnTo>
                  <a:pt x="149468" y="168219"/>
                </a:lnTo>
                <a:lnTo>
                  <a:pt x="147390" y="167919"/>
                </a:lnTo>
                <a:close/>
                <a:moveTo>
                  <a:pt x="151065" y="11267"/>
                </a:moveTo>
                <a:lnTo>
                  <a:pt x="151612" y="12848"/>
                </a:lnTo>
                <a:lnTo>
                  <a:pt x="150792" y="12058"/>
                </a:lnTo>
                <a:close/>
                <a:moveTo>
                  <a:pt x="67615" y="74302"/>
                </a:moveTo>
                <a:lnTo>
                  <a:pt x="69272" y="74974"/>
                </a:lnTo>
                <a:lnTo>
                  <a:pt x="66786" y="74638"/>
                </a:lnTo>
                <a:close/>
                <a:moveTo>
                  <a:pt x="70316" y="138376"/>
                </a:moveTo>
                <a:lnTo>
                  <a:pt x="70854" y="139676"/>
                </a:lnTo>
                <a:lnTo>
                  <a:pt x="70047" y="139026"/>
                </a:lnTo>
                <a:close/>
                <a:moveTo>
                  <a:pt x="25944" y="136283"/>
                </a:moveTo>
                <a:lnTo>
                  <a:pt x="27841" y="136855"/>
                </a:lnTo>
                <a:lnTo>
                  <a:pt x="24996" y="136569"/>
                </a:lnTo>
                <a:close/>
                <a:moveTo>
                  <a:pt x="177133" y="284272"/>
                </a:moveTo>
                <a:lnTo>
                  <a:pt x="178567" y="284686"/>
                </a:lnTo>
                <a:lnTo>
                  <a:pt x="176416" y="284479"/>
                </a:lnTo>
                <a:close/>
                <a:moveTo>
                  <a:pt x="219719" y="255102"/>
                </a:moveTo>
                <a:lnTo>
                  <a:pt x="221050" y="255885"/>
                </a:lnTo>
                <a:lnTo>
                  <a:pt x="219054" y="255493"/>
                </a:lnTo>
                <a:close/>
                <a:moveTo>
                  <a:pt x="7628" y="144840"/>
                </a:moveTo>
                <a:lnTo>
                  <a:pt x="8639" y="146572"/>
                </a:lnTo>
                <a:lnTo>
                  <a:pt x="7123" y="145706"/>
                </a:lnTo>
                <a:close/>
                <a:moveTo>
                  <a:pt x="276648" y="1981"/>
                </a:moveTo>
                <a:lnTo>
                  <a:pt x="277340" y="2689"/>
                </a:lnTo>
                <a:lnTo>
                  <a:pt x="276301" y="2335"/>
                </a:lnTo>
                <a:close/>
                <a:moveTo>
                  <a:pt x="104382" y="237113"/>
                </a:moveTo>
                <a:lnTo>
                  <a:pt x="104930" y="237880"/>
                </a:lnTo>
                <a:lnTo>
                  <a:pt x="104108" y="237497"/>
                </a:lnTo>
                <a:close/>
                <a:moveTo>
                  <a:pt x="130609" y="128219"/>
                </a:moveTo>
                <a:lnTo>
                  <a:pt x="132452" y="129899"/>
                </a:lnTo>
                <a:lnTo>
                  <a:pt x="129688" y="129059"/>
                </a:lnTo>
                <a:close/>
                <a:moveTo>
                  <a:pt x="208103" y="62136"/>
                </a:moveTo>
                <a:lnTo>
                  <a:pt x="209927" y="63531"/>
                </a:lnTo>
                <a:lnTo>
                  <a:pt x="207192" y="62833"/>
                </a:lnTo>
                <a:close/>
                <a:moveTo>
                  <a:pt x="180669" y="183209"/>
                </a:moveTo>
                <a:lnTo>
                  <a:pt x="181749" y="183794"/>
                </a:lnTo>
                <a:lnTo>
                  <a:pt x="180129" y="183502"/>
                </a:lnTo>
                <a:close/>
                <a:moveTo>
                  <a:pt x="132596" y="234148"/>
                </a:moveTo>
                <a:lnTo>
                  <a:pt x="134037" y="235723"/>
                </a:lnTo>
                <a:lnTo>
                  <a:pt x="131876" y="234935"/>
                </a:lnTo>
                <a:close/>
                <a:moveTo>
                  <a:pt x="138692" y="102643"/>
                </a:moveTo>
                <a:lnTo>
                  <a:pt x="140859" y="104066"/>
                </a:lnTo>
                <a:lnTo>
                  <a:pt x="137608" y="103355"/>
                </a:lnTo>
                <a:close/>
                <a:moveTo>
                  <a:pt x="75505" y="75228"/>
                </a:moveTo>
                <a:lnTo>
                  <a:pt x="75858" y="76813"/>
                </a:lnTo>
                <a:lnTo>
                  <a:pt x="75328" y="76021"/>
                </a:lnTo>
                <a:close/>
                <a:moveTo>
                  <a:pt x="73528" y="271198"/>
                </a:moveTo>
                <a:lnTo>
                  <a:pt x="74919" y="272345"/>
                </a:lnTo>
                <a:lnTo>
                  <a:pt x="72832" y="271772"/>
                </a:lnTo>
                <a:close/>
                <a:moveTo>
                  <a:pt x="264221" y="130919"/>
                </a:moveTo>
                <a:lnTo>
                  <a:pt x="266256" y="132317"/>
                </a:lnTo>
                <a:lnTo>
                  <a:pt x="263203" y="131618"/>
                </a:lnTo>
                <a:close/>
                <a:moveTo>
                  <a:pt x="218269" y="253273"/>
                </a:moveTo>
                <a:lnTo>
                  <a:pt x="218797" y="254261"/>
                </a:lnTo>
                <a:lnTo>
                  <a:pt x="218005" y="253767"/>
                </a:lnTo>
                <a:close/>
                <a:moveTo>
                  <a:pt x="10721" y="68228"/>
                </a:moveTo>
                <a:lnTo>
                  <a:pt x="11442" y="68857"/>
                </a:lnTo>
                <a:lnTo>
                  <a:pt x="10360" y="68542"/>
                </a:lnTo>
                <a:close/>
                <a:moveTo>
                  <a:pt x="143799" y="188029"/>
                </a:moveTo>
                <a:lnTo>
                  <a:pt x="145026" y="189236"/>
                </a:lnTo>
                <a:lnTo>
                  <a:pt x="143186" y="188633"/>
                </a:lnTo>
                <a:close/>
                <a:moveTo>
                  <a:pt x="181303" y="49151"/>
                </a:moveTo>
                <a:lnTo>
                  <a:pt x="182017" y="49918"/>
                </a:lnTo>
                <a:lnTo>
                  <a:pt x="180947" y="49534"/>
                </a:lnTo>
                <a:close/>
                <a:moveTo>
                  <a:pt x="241374" y="253487"/>
                </a:moveTo>
                <a:lnTo>
                  <a:pt x="242929" y="254886"/>
                </a:lnTo>
                <a:lnTo>
                  <a:pt x="240597" y="254187"/>
                </a:lnTo>
                <a:close/>
                <a:moveTo>
                  <a:pt x="244224" y="161005"/>
                </a:moveTo>
                <a:lnTo>
                  <a:pt x="245013" y="162264"/>
                </a:lnTo>
                <a:lnTo>
                  <a:pt x="243829" y="161635"/>
                </a:lnTo>
                <a:close/>
                <a:moveTo>
                  <a:pt x="13581" y="164750"/>
                </a:moveTo>
                <a:lnTo>
                  <a:pt x="15504" y="165700"/>
                </a:lnTo>
                <a:lnTo>
                  <a:pt x="12619" y="165225"/>
                </a:lnTo>
                <a:close/>
                <a:moveTo>
                  <a:pt x="248735" y="93923"/>
                </a:moveTo>
                <a:lnTo>
                  <a:pt x="250852" y="95052"/>
                </a:lnTo>
                <a:lnTo>
                  <a:pt x="247676" y="94487"/>
                </a:lnTo>
                <a:close/>
                <a:moveTo>
                  <a:pt x="227335" y="73856"/>
                </a:moveTo>
                <a:lnTo>
                  <a:pt x="227740" y="75619"/>
                </a:lnTo>
                <a:lnTo>
                  <a:pt x="227133" y="74738"/>
                </a:lnTo>
                <a:close/>
                <a:moveTo>
                  <a:pt x="100893" y="118026"/>
                </a:moveTo>
                <a:lnTo>
                  <a:pt x="102560" y="119765"/>
                </a:lnTo>
                <a:lnTo>
                  <a:pt x="100060" y="118895"/>
                </a:lnTo>
                <a:close/>
                <a:moveTo>
                  <a:pt x="171041" y="174677"/>
                </a:moveTo>
                <a:lnTo>
                  <a:pt x="171585" y="175692"/>
                </a:lnTo>
                <a:lnTo>
                  <a:pt x="170769" y="175185"/>
                </a:lnTo>
                <a:close/>
                <a:moveTo>
                  <a:pt x="212358" y="160384"/>
                </a:moveTo>
                <a:lnTo>
                  <a:pt x="213947" y="160993"/>
                </a:lnTo>
                <a:lnTo>
                  <a:pt x="211564" y="160688"/>
                </a:lnTo>
                <a:close/>
                <a:moveTo>
                  <a:pt x="197043" y="108895"/>
                </a:moveTo>
                <a:lnTo>
                  <a:pt x="199223" y="110247"/>
                </a:lnTo>
                <a:lnTo>
                  <a:pt x="195952" y="109571"/>
                </a:lnTo>
                <a:close/>
                <a:moveTo>
                  <a:pt x="147805" y="24475"/>
                </a:moveTo>
                <a:lnTo>
                  <a:pt x="148535" y="25431"/>
                </a:lnTo>
                <a:lnTo>
                  <a:pt x="147440" y="24953"/>
                </a:lnTo>
                <a:close/>
                <a:moveTo>
                  <a:pt x="155342" y="28735"/>
                </a:moveTo>
                <a:lnTo>
                  <a:pt x="156034" y="29641"/>
                </a:lnTo>
                <a:lnTo>
                  <a:pt x="154995" y="29188"/>
                </a:lnTo>
                <a:close/>
                <a:moveTo>
                  <a:pt x="157376" y="64"/>
                </a:moveTo>
                <a:lnTo>
                  <a:pt x="158128" y="697"/>
                </a:lnTo>
                <a:lnTo>
                  <a:pt x="157001" y="381"/>
                </a:lnTo>
                <a:close/>
                <a:moveTo>
                  <a:pt x="203425" y="282150"/>
                </a:moveTo>
                <a:lnTo>
                  <a:pt x="205291" y="283121"/>
                </a:lnTo>
                <a:lnTo>
                  <a:pt x="202491" y="282635"/>
                </a:lnTo>
                <a:close/>
                <a:moveTo>
                  <a:pt x="31538" y="221303"/>
                </a:moveTo>
                <a:lnTo>
                  <a:pt x="32643" y="221709"/>
                </a:lnTo>
                <a:lnTo>
                  <a:pt x="30985" y="221506"/>
                </a:lnTo>
                <a:close/>
                <a:moveTo>
                  <a:pt x="6781" y="231550"/>
                </a:moveTo>
                <a:lnTo>
                  <a:pt x="7309" y="233349"/>
                </a:lnTo>
                <a:lnTo>
                  <a:pt x="6518" y="232450"/>
                </a:lnTo>
                <a:close/>
                <a:moveTo>
                  <a:pt x="128286" y="229383"/>
                </a:moveTo>
                <a:lnTo>
                  <a:pt x="128697" y="230893"/>
                </a:lnTo>
                <a:lnTo>
                  <a:pt x="128080" y="230138"/>
                </a:lnTo>
                <a:close/>
                <a:moveTo>
                  <a:pt x="141539" y="191236"/>
                </a:moveTo>
                <a:lnTo>
                  <a:pt x="142321" y="191578"/>
                </a:lnTo>
                <a:lnTo>
                  <a:pt x="141147" y="191407"/>
                </a:lnTo>
                <a:close/>
                <a:moveTo>
                  <a:pt x="121054" y="161976"/>
                </a:moveTo>
                <a:lnTo>
                  <a:pt x="121427" y="162734"/>
                </a:lnTo>
                <a:lnTo>
                  <a:pt x="120867" y="162355"/>
                </a:lnTo>
                <a:close/>
                <a:moveTo>
                  <a:pt x="256151" y="224105"/>
                </a:moveTo>
                <a:lnTo>
                  <a:pt x="257981" y="225340"/>
                </a:lnTo>
                <a:lnTo>
                  <a:pt x="255235" y="224722"/>
                </a:lnTo>
                <a:close/>
                <a:moveTo>
                  <a:pt x="132768" y="12947"/>
                </a:moveTo>
                <a:lnTo>
                  <a:pt x="134046" y="14060"/>
                </a:lnTo>
                <a:lnTo>
                  <a:pt x="132129" y="13504"/>
                </a:lnTo>
                <a:close/>
                <a:moveTo>
                  <a:pt x="132168" y="31524"/>
                </a:moveTo>
                <a:lnTo>
                  <a:pt x="134199" y="32404"/>
                </a:lnTo>
                <a:lnTo>
                  <a:pt x="131152" y="31964"/>
                </a:lnTo>
                <a:close/>
                <a:moveTo>
                  <a:pt x="53478" y="214235"/>
                </a:moveTo>
                <a:lnTo>
                  <a:pt x="54031" y="215385"/>
                </a:lnTo>
                <a:lnTo>
                  <a:pt x="53202" y="214810"/>
                </a:lnTo>
                <a:close/>
                <a:moveTo>
                  <a:pt x="240154" y="101240"/>
                </a:moveTo>
                <a:lnTo>
                  <a:pt x="241857" y="101558"/>
                </a:lnTo>
                <a:lnTo>
                  <a:pt x="239303" y="101399"/>
                </a:lnTo>
                <a:close/>
                <a:moveTo>
                  <a:pt x="250719" y="134390"/>
                </a:moveTo>
                <a:lnTo>
                  <a:pt x="251954" y="134778"/>
                </a:lnTo>
                <a:lnTo>
                  <a:pt x="250102" y="134584"/>
                </a:lnTo>
                <a:close/>
                <a:moveTo>
                  <a:pt x="202785" y="5132"/>
                </a:moveTo>
                <a:lnTo>
                  <a:pt x="203829" y="6526"/>
                </a:lnTo>
                <a:lnTo>
                  <a:pt x="202263" y="5829"/>
                </a:lnTo>
                <a:close/>
                <a:moveTo>
                  <a:pt x="230026" y="269524"/>
                </a:moveTo>
                <a:lnTo>
                  <a:pt x="230854" y="271088"/>
                </a:lnTo>
                <a:lnTo>
                  <a:pt x="229611" y="270306"/>
                </a:lnTo>
                <a:close/>
                <a:moveTo>
                  <a:pt x="231353" y="125309"/>
                </a:moveTo>
                <a:lnTo>
                  <a:pt x="231822" y="126270"/>
                </a:lnTo>
                <a:lnTo>
                  <a:pt x="231118" y="125790"/>
                </a:lnTo>
                <a:close/>
                <a:moveTo>
                  <a:pt x="191219" y="267338"/>
                </a:moveTo>
                <a:lnTo>
                  <a:pt x="192430" y="268092"/>
                </a:lnTo>
                <a:lnTo>
                  <a:pt x="190614" y="267715"/>
                </a:lnTo>
                <a:close/>
                <a:moveTo>
                  <a:pt x="234182" y="61393"/>
                </a:moveTo>
                <a:lnTo>
                  <a:pt x="235129" y="62204"/>
                </a:lnTo>
                <a:lnTo>
                  <a:pt x="233708" y="61799"/>
                </a:lnTo>
                <a:close/>
                <a:moveTo>
                  <a:pt x="92551" y="286137"/>
                </a:moveTo>
                <a:lnTo>
                  <a:pt x="93434" y="286909"/>
                </a:lnTo>
                <a:lnTo>
                  <a:pt x="92109" y="286523"/>
                </a:lnTo>
                <a:close/>
                <a:moveTo>
                  <a:pt x="210774" y="50814"/>
                </a:moveTo>
                <a:lnTo>
                  <a:pt x="212803" y="51542"/>
                </a:lnTo>
                <a:lnTo>
                  <a:pt x="209760" y="51178"/>
                </a:lnTo>
                <a:close/>
                <a:moveTo>
                  <a:pt x="217033" y="73702"/>
                </a:moveTo>
                <a:lnTo>
                  <a:pt x="217433" y="74201"/>
                </a:lnTo>
                <a:lnTo>
                  <a:pt x="216833" y="73951"/>
                </a:lnTo>
                <a:close/>
                <a:moveTo>
                  <a:pt x="175455" y="115028"/>
                </a:moveTo>
                <a:lnTo>
                  <a:pt x="176876" y="115733"/>
                </a:lnTo>
                <a:lnTo>
                  <a:pt x="174745" y="115381"/>
                </a:lnTo>
                <a:close/>
                <a:moveTo>
                  <a:pt x="275679" y="126363"/>
                </a:moveTo>
                <a:lnTo>
                  <a:pt x="276164" y="126921"/>
                </a:lnTo>
                <a:lnTo>
                  <a:pt x="275437" y="126642"/>
                </a:lnTo>
                <a:close/>
                <a:moveTo>
                  <a:pt x="231550" y="52643"/>
                </a:moveTo>
                <a:lnTo>
                  <a:pt x="232382" y="53943"/>
                </a:lnTo>
                <a:lnTo>
                  <a:pt x="231134" y="53293"/>
                </a:lnTo>
                <a:close/>
                <a:moveTo>
                  <a:pt x="17522" y="122947"/>
                </a:moveTo>
                <a:lnTo>
                  <a:pt x="18617" y="124452"/>
                </a:lnTo>
                <a:lnTo>
                  <a:pt x="16974" y="123699"/>
                </a:lnTo>
                <a:close/>
                <a:moveTo>
                  <a:pt x="59657" y="91815"/>
                </a:moveTo>
                <a:lnTo>
                  <a:pt x="61770" y="92768"/>
                </a:lnTo>
                <a:lnTo>
                  <a:pt x="58601" y="92291"/>
                </a:lnTo>
                <a:close/>
                <a:moveTo>
                  <a:pt x="17527" y="281975"/>
                </a:moveTo>
                <a:lnTo>
                  <a:pt x="19340" y="282610"/>
                </a:lnTo>
                <a:lnTo>
                  <a:pt x="16621" y="282293"/>
                </a:lnTo>
                <a:close/>
                <a:moveTo>
                  <a:pt x="95368" y="159780"/>
                </a:moveTo>
                <a:lnTo>
                  <a:pt x="95816" y="160115"/>
                </a:lnTo>
                <a:lnTo>
                  <a:pt x="95144" y="159948"/>
                </a:lnTo>
                <a:close/>
                <a:moveTo>
                  <a:pt x="217830" y="47187"/>
                </a:moveTo>
                <a:lnTo>
                  <a:pt x="219202" y="48364"/>
                </a:lnTo>
                <a:lnTo>
                  <a:pt x="217144" y="47775"/>
                </a:lnTo>
                <a:close/>
                <a:moveTo>
                  <a:pt x="192656" y="245850"/>
                </a:moveTo>
                <a:lnTo>
                  <a:pt x="193709" y="246688"/>
                </a:lnTo>
                <a:lnTo>
                  <a:pt x="192129" y="246269"/>
                </a:lnTo>
                <a:close/>
                <a:moveTo>
                  <a:pt x="173017" y="278422"/>
                </a:moveTo>
                <a:lnTo>
                  <a:pt x="175019" y="278890"/>
                </a:lnTo>
                <a:lnTo>
                  <a:pt x="172017" y="278656"/>
                </a:lnTo>
                <a:close/>
                <a:moveTo>
                  <a:pt x="119706" y="91772"/>
                </a:moveTo>
                <a:lnTo>
                  <a:pt x="121686" y="93371"/>
                </a:lnTo>
                <a:lnTo>
                  <a:pt x="118716" y="92571"/>
                </a:lnTo>
                <a:close/>
                <a:moveTo>
                  <a:pt x="158752" y="283055"/>
                </a:moveTo>
                <a:lnTo>
                  <a:pt x="160120" y="284845"/>
                </a:lnTo>
                <a:lnTo>
                  <a:pt x="158069" y="283950"/>
                </a:lnTo>
                <a:close/>
                <a:moveTo>
                  <a:pt x="130346" y="187125"/>
                </a:moveTo>
                <a:lnTo>
                  <a:pt x="131074" y="187950"/>
                </a:lnTo>
                <a:lnTo>
                  <a:pt x="129982" y="187537"/>
                </a:lnTo>
                <a:close/>
                <a:moveTo>
                  <a:pt x="188331" y="120844"/>
                </a:moveTo>
                <a:lnTo>
                  <a:pt x="189759" y="121720"/>
                </a:lnTo>
                <a:lnTo>
                  <a:pt x="187616" y="121282"/>
                </a:lnTo>
                <a:close/>
                <a:moveTo>
                  <a:pt x="231260" y="197403"/>
                </a:moveTo>
                <a:lnTo>
                  <a:pt x="232473" y="198773"/>
                </a:lnTo>
                <a:lnTo>
                  <a:pt x="230654" y="198088"/>
                </a:lnTo>
                <a:close/>
                <a:moveTo>
                  <a:pt x="284875" y="179856"/>
                </a:moveTo>
                <a:lnTo>
                  <a:pt x="285549" y="180348"/>
                </a:lnTo>
                <a:lnTo>
                  <a:pt x="284537" y="180102"/>
                </a:lnTo>
                <a:close/>
                <a:moveTo>
                  <a:pt x="185100" y="93199"/>
                </a:moveTo>
                <a:lnTo>
                  <a:pt x="187218" y="94553"/>
                </a:lnTo>
                <a:lnTo>
                  <a:pt x="184040" y="93876"/>
                </a:lnTo>
                <a:close/>
                <a:moveTo>
                  <a:pt x="90877" y="208770"/>
                </a:moveTo>
                <a:lnTo>
                  <a:pt x="92784" y="209694"/>
                </a:lnTo>
                <a:lnTo>
                  <a:pt x="89924" y="209232"/>
                </a:lnTo>
                <a:close/>
                <a:moveTo>
                  <a:pt x="61943" y="115271"/>
                </a:moveTo>
                <a:lnTo>
                  <a:pt x="63431" y="115942"/>
                </a:lnTo>
                <a:lnTo>
                  <a:pt x="61198" y="115607"/>
                </a:lnTo>
                <a:close/>
                <a:moveTo>
                  <a:pt x="39623" y="252568"/>
                </a:moveTo>
                <a:lnTo>
                  <a:pt x="41254" y="253808"/>
                </a:lnTo>
                <a:lnTo>
                  <a:pt x="38808" y="253188"/>
                </a:lnTo>
                <a:close/>
                <a:moveTo>
                  <a:pt x="133293" y="278562"/>
                </a:moveTo>
                <a:lnTo>
                  <a:pt x="134460" y="279968"/>
                </a:lnTo>
                <a:lnTo>
                  <a:pt x="132710" y="279265"/>
                </a:lnTo>
                <a:close/>
                <a:moveTo>
                  <a:pt x="268997" y="9501"/>
                </a:moveTo>
                <a:lnTo>
                  <a:pt x="269868" y="11026"/>
                </a:lnTo>
                <a:lnTo>
                  <a:pt x="268562" y="10263"/>
                </a:lnTo>
                <a:close/>
                <a:moveTo>
                  <a:pt x="287279" y="18510"/>
                </a:moveTo>
                <a:lnTo>
                  <a:pt x="289302" y="19633"/>
                </a:lnTo>
                <a:lnTo>
                  <a:pt x="286268" y="19071"/>
                </a:lnTo>
                <a:close/>
                <a:moveTo>
                  <a:pt x="223811" y="197400"/>
                </a:moveTo>
                <a:lnTo>
                  <a:pt x="224299" y="198590"/>
                </a:lnTo>
                <a:lnTo>
                  <a:pt x="223566" y="197995"/>
                </a:lnTo>
                <a:close/>
                <a:moveTo>
                  <a:pt x="113455" y="9628"/>
                </a:moveTo>
                <a:lnTo>
                  <a:pt x="114114" y="10266"/>
                </a:lnTo>
                <a:lnTo>
                  <a:pt x="113126" y="9947"/>
                </a:lnTo>
                <a:close/>
                <a:moveTo>
                  <a:pt x="9251" y="115142"/>
                </a:moveTo>
                <a:lnTo>
                  <a:pt x="10806" y="116709"/>
                </a:lnTo>
                <a:lnTo>
                  <a:pt x="8473" y="115926"/>
                </a:lnTo>
                <a:close/>
                <a:moveTo>
                  <a:pt x="27039" y="188336"/>
                </a:moveTo>
                <a:lnTo>
                  <a:pt x="27406" y="189269"/>
                </a:lnTo>
                <a:lnTo>
                  <a:pt x="26856" y="188802"/>
                </a:lnTo>
                <a:close/>
                <a:moveTo>
                  <a:pt x="282367" y="169881"/>
                </a:moveTo>
                <a:lnTo>
                  <a:pt x="282958" y="170792"/>
                </a:lnTo>
                <a:lnTo>
                  <a:pt x="282071" y="170337"/>
                </a:lnTo>
                <a:close/>
                <a:moveTo>
                  <a:pt x="143996" y="75992"/>
                </a:moveTo>
                <a:lnTo>
                  <a:pt x="145360" y="76782"/>
                </a:lnTo>
                <a:lnTo>
                  <a:pt x="143313" y="76387"/>
                </a:lnTo>
                <a:close/>
                <a:moveTo>
                  <a:pt x="158887" y="177468"/>
                </a:moveTo>
                <a:lnTo>
                  <a:pt x="159514" y="179140"/>
                </a:lnTo>
                <a:lnTo>
                  <a:pt x="158574" y="178304"/>
                </a:lnTo>
                <a:close/>
                <a:moveTo>
                  <a:pt x="178218" y="21958"/>
                </a:moveTo>
                <a:lnTo>
                  <a:pt x="179156" y="22569"/>
                </a:lnTo>
                <a:lnTo>
                  <a:pt x="177749" y="22264"/>
                </a:lnTo>
                <a:close/>
                <a:moveTo>
                  <a:pt x="57712" y="16872"/>
                </a:moveTo>
                <a:lnTo>
                  <a:pt x="58990" y="17628"/>
                </a:lnTo>
                <a:lnTo>
                  <a:pt x="57073" y="17250"/>
                </a:lnTo>
                <a:close/>
                <a:moveTo>
                  <a:pt x="200913" y="178497"/>
                </a:moveTo>
                <a:lnTo>
                  <a:pt x="201581" y="179263"/>
                </a:lnTo>
                <a:lnTo>
                  <a:pt x="200579" y="178880"/>
                </a:lnTo>
                <a:close/>
                <a:moveTo>
                  <a:pt x="101966" y="9248"/>
                </a:moveTo>
                <a:lnTo>
                  <a:pt x="102932" y="10074"/>
                </a:lnTo>
                <a:lnTo>
                  <a:pt x="101483" y="9661"/>
                </a:lnTo>
                <a:close/>
                <a:moveTo>
                  <a:pt x="123050" y="174291"/>
                </a:moveTo>
                <a:lnTo>
                  <a:pt x="124119" y="176030"/>
                </a:lnTo>
                <a:lnTo>
                  <a:pt x="122516" y="175161"/>
                </a:lnTo>
                <a:close/>
                <a:moveTo>
                  <a:pt x="119081" y="31316"/>
                </a:moveTo>
                <a:lnTo>
                  <a:pt x="120671" y="32735"/>
                </a:lnTo>
                <a:lnTo>
                  <a:pt x="118287" y="32026"/>
                </a:lnTo>
                <a:close/>
                <a:moveTo>
                  <a:pt x="132188" y="152296"/>
                </a:moveTo>
                <a:lnTo>
                  <a:pt x="133724" y="153323"/>
                </a:lnTo>
                <a:lnTo>
                  <a:pt x="131420" y="152810"/>
                </a:lnTo>
                <a:close/>
                <a:moveTo>
                  <a:pt x="119519" y="154701"/>
                </a:moveTo>
                <a:lnTo>
                  <a:pt x="120679" y="155087"/>
                </a:lnTo>
                <a:lnTo>
                  <a:pt x="118939" y="154894"/>
                </a:lnTo>
                <a:close/>
                <a:moveTo>
                  <a:pt x="110712" y="258544"/>
                </a:moveTo>
                <a:lnTo>
                  <a:pt x="111634" y="259838"/>
                </a:lnTo>
                <a:lnTo>
                  <a:pt x="110252" y="259191"/>
                </a:lnTo>
                <a:close/>
                <a:moveTo>
                  <a:pt x="2602" y="93841"/>
                </a:moveTo>
                <a:lnTo>
                  <a:pt x="3548" y="95431"/>
                </a:lnTo>
                <a:lnTo>
                  <a:pt x="2129" y="94636"/>
                </a:lnTo>
                <a:close/>
                <a:moveTo>
                  <a:pt x="81533" y="108287"/>
                </a:moveTo>
                <a:lnTo>
                  <a:pt x="82546" y="108908"/>
                </a:lnTo>
                <a:lnTo>
                  <a:pt x="81026" y="108598"/>
                </a:lnTo>
                <a:close/>
                <a:moveTo>
                  <a:pt x="153213" y="50049"/>
                </a:moveTo>
                <a:lnTo>
                  <a:pt x="154302" y="51285"/>
                </a:lnTo>
                <a:lnTo>
                  <a:pt x="152668" y="50667"/>
                </a:lnTo>
                <a:close/>
                <a:moveTo>
                  <a:pt x="268912" y="69291"/>
                </a:moveTo>
                <a:lnTo>
                  <a:pt x="269693" y="69663"/>
                </a:lnTo>
                <a:lnTo>
                  <a:pt x="268521" y="69477"/>
                </a:lnTo>
                <a:close/>
                <a:moveTo>
                  <a:pt x="174456" y="166955"/>
                </a:moveTo>
                <a:lnTo>
                  <a:pt x="176598" y="168204"/>
                </a:lnTo>
                <a:lnTo>
                  <a:pt x="173385" y="167579"/>
                </a:lnTo>
                <a:close/>
                <a:moveTo>
                  <a:pt x="250354" y="162605"/>
                </a:moveTo>
                <a:lnTo>
                  <a:pt x="251731" y="163780"/>
                </a:lnTo>
                <a:lnTo>
                  <a:pt x="249666" y="163193"/>
                </a:lnTo>
                <a:close/>
                <a:moveTo>
                  <a:pt x="10899" y="248844"/>
                </a:moveTo>
                <a:lnTo>
                  <a:pt x="11764" y="249721"/>
                </a:lnTo>
                <a:lnTo>
                  <a:pt x="10467" y="249283"/>
                </a:lnTo>
                <a:close/>
                <a:moveTo>
                  <a:pt x="264050" y="199076"/>
                </a:moveTo>
                <a:lnTo>
                  <a:pt x="265292" y="200645"/>
                </a:lnTo>
                <a:lnTo>
                  <a:pt x="263428" y="199861"/>
                </a:lnTo>
                <a:close/>
                <a:moveTo>
                  <a:pt x="39174" y="88310"/>
                </a:moveTo>
                <a:lnTo>
                  <a:pt x="39850" y="89640"/>
                </a:lnTo>
                <a:lnTo>
                  <a:pt x="38835" y="88975"/>
                </a:lnTo>
                <a:close/>
                <a:moveTo>
                  <a:pt x="174897" y="87870"/>
                </a:moveTo>
                <a:lnTo>
                  <a:pt x="176304" y="89314"/>
                </a:lnTo>
                <a:lnTo>
                  <a:pt x="174194" y="88592"/>
                </a:lnTo>
                <a:close/>
                <a:moveTo>
                  <a:pt x="19901" y="57633"/>
                </a:moveTo>
                <a:lnTo>
                  <a:pt x="21681" y="58893"/>
                </a:lnTo>
                <a:lnTo>
                  <a:pt x="19011" y="58263"/>
                </a:lnTo>
                <a:close/>
                <a:moveTo>
                  <a:pt x="41698" y="235669"/>
                </a:moveTo>
                <a:lnTo>
                  <a:pt x="43397" y="237434"/>
                </a:lnTo>
                <a:lnTo>
                  <a:pt x="40849" y="236552"/>
                </a:lnTo>
                <a:close/>
                <a:moveTo>
                  <a:pt x="153688" y="90970"/>
                </a:moveTo>
                <a:lnTo>
                  <a:pt x="154663" y="92704"/>
                </a:lnTo>
                <a:lnTo>
                  <a:pt x="153200" y="91837"/>
                </a:lnTo>
                <a:close/>
                <a:moveTo>
                  <a:pt x="182114" y="253901"/>
                </a:moveTo>
                <a:lnTo>
                  <a:pt x="182844" y="254235"/>
                </a:lnTo>
                <a:lnTo>
                  <a:pt x="181749" y="254068"/>
                </a:lnTo>
                <a:close/>
                <a:moveTo>
                  <a:pt x="98447" y="54682"/>
                </a:moveTo>
                <a:lnTo>
                  <a:pt x="100065" y="56430"/>
                </a:lnTo>
                <a:lnTo>
                  <a:pt x="97638" y="55556"/>
                </a:lnTo>
                <a:close/>
                <a:moveTo>
                  <a:pt x="87158" y="229108"/>
                </a:moveTo>
                <a:lnTo>
                  <a:pt x="88274" y="229598"/>
                </a:lnTo>
                <a:lnTo>
                  <a:pt x="86601" y="229353"/>
                </a:lnTo>
                <a:close/>
                <a:moveTo>
                  <a:pt x="86803" y="62334"/>
                </a:moveTo>
                <a:lnTo>
                  <a:pt x="87865" y="63662"/>
                </a:lnTo>
                <a:lnTo>
                  <a:pt x="86273" y="62998"/>
                </a:lnTo>
                <a:close/>
                <a:moveTo>
                  <a:pt x="94020" y="218002"/>
                </a:moveTo>
                <a:lnTo>
                  <a:pt x="95248" y="219358"/>
                </a:lnTo>
                <a:lnTo>
                  <a:pt x="93407" y="218680"/>
                </a:lnTo>
                <a:close/>
                <a:moveTo>
                  <a:pt x="72569" y="78869"/>
                </a:moveTo>
                <a:lnTo>
                  <a:pt x="74294" y="79828"/>
                </a:lnTo>
                <a:lnTo>
                  <a:pt x="71706" y="79349"/>
                </a:lnTo>
                <a:close/>
                <a:moveTo>
                  <a:pt x="50127" y="168366"/>
                </a:moveTo>
                <a:lnTo>
                  <a:pt x="50638" y="169785"/>
                </a:lnTo>
                <a:lnTo>
                  <a:pt x="49871" y="169075"/>
                </a:lnTo>
                <a:close/>
                <a:moveTo>
                  <a:pt x="241364" y="222479"/>
                </a:moveTo>
                <a:lnTo>
                  <a:pt x="242417" y="222846"/>
                </a:lnTo>
                <a:lnTo>
                  <a:pt x="240838" y="222663"/>
                </a:lnTo>
                <a:close/>
                <a:moveTo>
                  <a:pt x="148322" y="67405"/>
                </a:moveTo>
                <a:lnTo>
                  <a:pt x="148807" y="68989"/>
                </a:lnTo>
                <a:lnTo>
                  <a:pt x="148079" y="68197"/>
                </a:lnTo>
                <a:close/>
                <a:moveTo>
                  <a:pt x="89669" y="139541"/>
                </a:moveTo>
                <a:lnTo>
                  <a:pt x="90548" y="140008"/>
                </a:lnTo>
                <a:lnTo>
                  <a:pt x="89230" y="139774"/>
                </a:lnTo>
                <a:close/>
                <a:moveTo>
                  <a:pt x="267545" y="212773"/>
                </a:moveTo>
                <a:lnTo>
                  <a:pt x="268000" y="213623"/>
                </a:lnTo>
                <a:lnTo>
                  <a:pt x="267318" y="213198"/>
                </a:lnTo>
                <a:close/>
                <a:moveTo>
                  <a:pt x="130290" y="114392"/>
                </a:moveTo>
                <a:lnTo>
                  <a:pt x="132215" y="115230"/>
                </a:lnTo>
                <a:lnTo>
                  <a:pt x="129327" y="114811"/>
                </a:lnTo>
                <a:close/>
                <a:moveTo>
                  <a:pt x="209155" y="260748"/>
                </a:moveTo>
                <a:lnTo>
                  <a:pt x="210030" y="261837"/>
                </a:lnTo>
                <a:lnTo>
                  <a:pt x="208717" y="261292"/>
                </a:lnTo>
                <a:close/>
                <a:moveTo>
                  <a:pt x="42828" y="34771"/>
                </a:moveTo>
                <a:lnTo>
                  <a:pt x="43552" y="35251"/>
                </a:lnTo>
                <a:lnTo>
                  <a:pt x="42467" y="35011"/>
                </a:lnTo>
                <a:close/>
                <a:moveTo>
                  <a:pt x="213738" y="56803"/>
                </a:moveTo>
                <a:lnTo>
                  <a:pt x="215537" y="58508"/>
                </a:lnTo>
                <a:lnTo>
                  <a:pt x="212838" y="57656"/>
                </a:lnTo>
                <a:close/>
                <a:moveTo>
                  <a:pt x="203090" y="98023"/>
                </a:moveTo>
                <a:lnTo>
                  <a:pt x="203548" y="98839"/>
                </a:lnTo>
                <a:lnTo>
                  <a:pt x="202861" y="98431"/>
                </a:lnTo>
                <a:close/>
                <a:moveTo>
                  <a:pt x="121223" y="231624"/>
                </a:moveTo>
                <a:lnTo>
                  <a:pt x="121698" y="231980"/>
                </a:lnTo>
                <a:lnTo>
                  <a:pt x="120985" y="231802"/>
                </a:lnTo>
                <a:close/>
                <a:moveTo>
                  <a:pt x="29330" y="174488"/>
                </a:moveTo>
                <a:lnTo>
                  <a:pt x="31187" y="175750"/>
                </a:lnTo>
                <a:lnTo>
                  <a:pt x="28402" y="175119"/>
                </a:lnTo>
                <a:close/>
                <a:moveTo>
                  <a:pt x="251435" y="253034"/>
                </a:moveTo>
                <a:lnTo>
                  <a:pt x="251950" y="254807"/>
                </a:lnTo>
                <a:lnTo>
                  <a:pt x="251177" y="253920"/>
                </a:lnTo>
                <a:close/>
                <a:moveTo>
                  <a:pt x="240454" y="242646"/>
                </a:moveTo>
                <a:lnTo>
                  <a:pt x="240906" y="243840"/>
                </a:lnTo>
                <a:lnTo>
                  <a:pt x="240229" y="243243"/>
                </a:lnTo>
                <a:close/>
                <a:moveTo>
                  <a:pt x="139055" y="45503"/>
                </a:moveTo>
                <a:lnTo>
                  <a:pt x="140648" y="46322"/>
                </a:lnTo>
                <a:lnTo>
                  <a:pt x="138258" y="45913"/>
                </a:lnTo>
                <a:close/>
                <a:moveTo>
                  <a:pt x="260311" y="228219"/>
                </a:moveTo>
                <a:lnTo>
                  <a:pt x="261400" y="229473"/>
                </a:lnTo>
                <a:lnTo>
                  <a:pt x="259767" y="228846"/>
                </a:lnTo>
                <a:close/>
                <a:moveTo>
                  <a:pt x="260430" y="76053"/>
                </a:moveTo>
                <a:lnTo>
                  <a:pt x="262350" y="77436"/>
                </a:lnTo>
                <a:lnTo>
                  <a:pt x="259470" y="76745"/>
                </a:lnTo>
                <a:close/>
                <a:moveTo>
                  <a:pt x="65377" y="166105"/>
                </a:moveTo>
                <a:lnTo>
                  <a:pt x="66106" y="167740"/>
                </a:lnTo>
                <a:lnTo>
                  <a:pt x="65013" y="166922"/>
                </a:lnTo>
                <a:close/>
                <a:moveTo>
                  <a:pt x="219576" y="18803"/>
                </a:moveTo>
                <a:lnTo>
                  <a:pt x="221341" y="19748"/>
                </a:lnTo>
                <a:lnTo>
                  <a:pt x="218693" y="19276"/>
                </a:lnTo>
                <a:close/>
                <a:moveTo>
                  <a:pt x="169920" y="180615"/>
                </a:moveTo>
                <a:lnTo>
                  <a:pt x="170500" y="181888"/>
                </a:lnTo>
                <a:lnTo>
                  <a:pt x="169629" y="181251"/>
                </a:lnTo>
                <a:close/>
                <a:moveTo>
                  <a:pt x="2959" y="38081"/>
                </a:moveTo>
                <a:lnTo>
                  <a:pt x="3528" y="39691"/>
                </a:lnTo>
                <a:lnTo>
                  <a:pt x="2674" y="38886"/>
                </a:lnTo>
                <a:close/>
                <a:moveTo>
                  <a:pt x="116058" y="188436"/>
                </a:moveTo>
                <a:lnTo>
                  <a:pt x="116598" y="190001"/>
                </a:lnTo>
                <a:lnTo>
                  <a:pt x="115788" y="189219"/>
                </a:lnTo>
                <a:close/>
                <a:moveTo>
                  <a:pt x="82591" y="122216"/>
                </a:moveTo>
                <a:lnTo>
                  <a:pt x="83375" y="123888"/>
                </a:lnTo>
                <a:lnTo>
                  <a:pt x="82200" y="123052"/>
                </a:lnTo>
                <a:close/>
                <a:moveTo>
                  <a:pt x="144754" y="136909"/>
                </a:moveTo>
                <a:lnTo>
                  <a:pt x="145875" y="137442"/>
                </a:lnTo>
                <a:lnTo>
                  <a:pt x="144194" y="137176"/>
                </a:lnTo>
                <a:close/>
                <a:moveTo>
                  <a:pt x="254774" y="37588"/>
                </a:moveTo>
                <a:lnTo>
                  <a:pt x="255721" y="38161"/>
                </a:lnTo>
                <a:lnTo>
                  <a:pt x="254301" y="37875"/>
                </a:lnTo>
                <a:close/>
                <a:moveTo>
                  <a:pt x="108795" y="264179"/>
                </a:moveTo>
                <a:lnTo>
                  <a:pt x="110743" y="264574"/>
                </a:lnTo>
                <a:lnTo>
                  <a:pt x="107820" y="264376"/>
                </a:lnTo>
                <a:close/>
                <a:moveTo>
                  <a:pt x="44221" y="205453"/>
                </a:moveTo>
                <a:lnTo>
                  <a:pt x="45609" y="206322"/>
                </a:lnTo>
                <a:lnTo>
                  <a:pt x="43526" y="205887"/>
                </a:lnTo>
                <a:close/>
                <a:moveTo>
                  <a:pt x="94033" y="84489"/>
                </a:moveTo>
                <a:lnTo>
                  <a:pt x="94754" y="85850"/>
                </a:lnTo>
                <a:lnTo>
                  <a:pt x="93673" y="85169"/>
                </a:lnTo>
                <a:close/>
                <a:moveTo>
                  <a:pt x="64151" y="186265"/>
                </a:moveTo>
                <a:lnTo>
                  <a:pt x="65047" y="187640"/>
                </a:lnTo>
                <a:lnTo>
                  <a:pt x="63703" y="186953"/>
                </a:lnTo>
                <a:close/>
                <a:moveTo>
                  <a:pt x="265178" y="181939"/>
                </a:moveTo>
                <a:lnTo>
                  <a:pt x="265753" y="182552"/>
                </a:lnTo>
                <a:lnTo>
                  <a:pt x="264891" y="182246"/>
                </a:lnTo>
                <a:close/>
                <a:moveTo>
                  <a:pt x="190721" y="224312"/>
                </a:moveTo>
                <a:lnTo>
                  <a:pt x="192637" y="224949"/>
                </a:lnTo>
                <a:lnTo>
                  <a:pt x="189763" y="224630"/>
                </a:lnTo>
                <a:close/>
                <a:moveTo>
                  <a:pt x="161496" y="258027"/>
                </a:moveTo>
                <a:lnTo>
                  <a:pt x="162634" y="259452"/>
                </a:lnTo>
                <a:lnTo>
                  <a:pt x="160927" y="258739"/>
                </a:lnTo>
                <a:close/>
                <a:moveTo>
                  <a:pt x="37310" y="126046"/>
                </a:moveTo>
                <a:lnTo>
                  <a:pt x="39348" y="127143"/>
                </a:lnTo>
                <a:lnTo>
                  <a:pt x="36290" y="126594"/>
                </a:lnTo>
                <a:close/>
                <a:moveTo>
                  <a:pt x="201556" y="242672"/>
                </a:moveTo>
                <a:lnTo>
                  <a:pt x="203455" y="242987"/>
                </a:lnTo>
                <a:lnTo>
                  <a:pt x="200607" y="242829"/>
                </a:lnTo>
                <a:close/>
                <a:moveTo>
                  <a:pt x="144857" y="122211"/>
                </a:moveTo>
                <a:lnTo>
                  <a:pt x="145818" y="123608"/>
                </a:lnTo>
                <a:lnTo>
                  <a:pt x="144376" y="122909"/>
                </a:lnTo>
                <a:close/>
                <a:moveTo>
                  <a:pt x="230847" y="94590"/>
                </a:moveTo>
                <a:lnTo>
                  <a:pt x="231370" y="95569"/>
                </a:lnTo>
                <a:lnTo>
                  <a:pt x="230585" y="95080"/>
                </a:lnTo>
                <a:close/>
                <a:moveTo>
                  <a:pt x="139706" y="144186"/>
                </a:moveTo>
                <a:lnTo>
                  <a:pt x="140364" y="145073"/>
                </a:lnTo>
                <a:lnTo>
                  <a:pt x="139378" y="144630"/>
                </a:lnTo>
                <a:close/>
                <a:moveTo>
                  <a:pt x="13933" y="243263"/>
                </a:moveTo>
                <a:lnTo>
                  <a:pt x="15621" y="244914"/>
                </a:lnTo>
                <a:lnTo>
                  <a:pt x="13089" y="244089"/>
                </a:lnTo>
                <a:close/>
                <a:moveTo>
                  <a:pt x="107050" y="70003"/>
                </a:moveTo>
                <a:lnTo>
                  <a:pt x="107611" y="71426"/>
                </a:lnTo>
                <a:lnTo>
                  <a:pt x="106769" y="70715"/>
                </a:lnTo>
                <a:close/>
                <a:moveTo>
                  <a:pt x="84852" y="111112"/>
                </a:moveTo>
                <a:lnTo>
                  <a:pt x="85937" y="112107"/>
                </a:lnTo>
                <a:lnTo>
                  <a:pt x="84309" y="111609"/>
                </a:lnTo>
                <a:close/>
                <a:moveTo>
                  <a:pt x="283600" y="21880"/>
                </a:moveTo>
                <a:lnTo>
                  <a:pt x="284003" y="22752"/>
                </a:lnTo>
                <a:lnTo>
                  <a:pt x="283399" y="22316"/>
                </a:lnTo>
                <a:close/>
                <a:moveTo>
                  <a:pt x="203833" y="235370"/>
                </a:moveTo>
                <a:lnTo>
                  <a:pt x="205583" y="236964"/>
                </a:lnTo>
                <a:lnTo>
                  <a:pt x="202958" y="236167"/>
                </a:lnTo>
                <a:close/>
                <a:moveTo>
                  <a:pt x="86613" y="228149"/>
                </a:moveTo>
                <a:lnTo>
                  <a:pt x="88444" y="229608"/>
                </a:lnTo>
                <a:lnTo>
                  <a:pt x="85697" y="228879"/>
                </a:lnTo>
                <a:close/>
                <a:moveTo>
                  <a:pt x="31562" y="64558"/>
                </a:moveTo>
                <a:lnTo>
                  <a:pt x="32062" y="65074"/>
                </a:lnTo>
                <a:lnTo>
                  <a:pt x="31311" y="64816"/>
                </a:lnTo>
                <a:close/>
                <a:moveTo>
                  <a:pt x="246853" y="163769"/>
                </a:moveTo>
                <a:lnTo>
                  <a:pt x="248741" y="164074"/>
                </a:lnTo>
                <a:lnTo>
                  <a:pt x="245909" y="163922"/>
                </a:lnTo>
                <a:close/>
                <a:moveTo>
                  <a:pt x="55648" y="260934"/>
                </a:moveTo>
                <a:lnTo>
                  <a:pt x="57077" y="262399"/>
                </a:lnTo>
                <a:lnTo>
                  <a:pt x="54933" y="261667"/>
                </a:lnTo>
                <a:close/>
                <a:moveTo>
                  <a:pt x="163035" y="196437"/>
                </a:moveTo>
                <a:lnTo>
                  <a:pt x="164448" y="198010"/>
                </a:lnTo>
                <a:lnTo>
                  <a:pt x="162328" y="197224"/>
                </a:lnTo>
                <a:close/>
                <a:moveTo>
                  <a:pt x="155137" y="101130"/>
                </a:moveTo>
                <a:lnTo>
                  <a:pt x="156825" y="102117"/>
                </a:lnTo>
                <a:lnTo>
                  <a:pt x="154293" y="101623"/>
                </a:lnTo>
                <a:close/>
                <a:moveTo>
                  <a:pt x="274290" y="182794"/>
                </a:moveTo>
                <a:lnTo>
                  <a:pt x="274787" y="183364"/>
                </a:lnTo>
                <a:lnTo>
                  <a:pt x="274041" y="183079"/>
                </a:lnTo>
                <a:close/>
                <a:moveTo>
                  <a:pt x="203592" y="236315"/>
                </a:moveTo>
                <a:lnTo>
                  <a:pt x="205347" y="237702"/>
                </a:lnTo>
                <a:lnTo>
                  <a:pt x="202714" y="237009"/>
                </a:lnTo>
                <a:close/>
                <a:moveTo>
                  <a:pt x="101293" y="110622"/>
                </a:moveTo>
                <a:lnTo>
                  <a:pt x="101862" y="112282"/>
                </a:lnTo>
                <a:lnTo>
                  <a:pt x="101008" y="111452"/>
                </a:lnTo>
                <a:close/>
                <a:moveTo>
                  <a:pt x="52931" y="24509"/>
                </a:moveTo>
                <a:lnTo>
                  <a:pt x="54731" y="25335"/>
                </a:lnTo>
                <a:lnTo>
                  <a:pt x="52032" y="24922"/>
                </a:lnTo>
                <a:close/>
                <a:moveTo>
                  <a:pt x="103885" y="12511"/>
                </a:moveTo>
                <a:lnTo>
                  <a:pt x="105594" y="14096"/>
                </a:lnTo>
                <a:lnTo>
                  <a:pt x="103030" y="13303"/>
                </a:lnTo>
                <a:close/>
                <a:moveTo>
                  <a:pt x="48669" y="191280"/>
                </a:moveTo>
                <a:lnTo>
                  <a:pt x="49364" y="191996"/>
                </a:lnTo>
                <a:lnTo>
                  <a:pt x="48321" y="191638"/>
                </a:lnTo>
                <a:close/>
                <a:moveTo>
                  <a:pt x="67143" y="190356"/>
                </a:moveTo>
                <a:lnTo>
                  <a:pt x="68767" y="191269"/>
                </a:lnTo>
                <a:lnTo>
                  <a:pt x="66331" y="190812"/>
                </a:lnTo>
                <a:close/>
                <a:moveTo>
                  <a:pt x="140751" y="65460"/>
                </a:moveTo>
                <a:lnTo>
                  <a:pt x="141856" y="67042"/>
                </a:lnTo>
                <a:lnTo>
                  <a:pt x="140198" y="66251"/>
                </a:lnTo>
                <a:close/>
                <a:moveTo>
                  <a:pt x="232127" y="206347"/>
                </a:moveTo>
                <a:lnTo>
                  <a:pt x="233432" y="207442"/>
                </a:lnTo>
                <a:lnTo>
                  <a:pt x="231474" y="206894"/>
                </a:lnTo>
                <a:close/>
                <a:moveTo>
                  <a:pt x="233903" y="169531"/>
                </a:moveTo>
                <a:lnTo>
                  <a:pt x="235045" y="171200"/>
                </a:lnTo>
                <a:lnTo>
                  <a:pt x="233332" y="170365"/>
                </a:lnTo>
                <a:close/>
                <a:moveTo>
                  <a:pt x="238392" y="279721"/>
                </a:moveTo>
                <a:lnTo>
                  <a:pt x="239840" y="280754"/>
                </a:lnTo>
                <a:lnTo>
                  <a:pt x="237668" y="280237"/>
                </a:lnTo>
                <a:close/>
                <a:moveTo>
                  <a:pt x="103371" y="141585"/>
                </a:moveTo>
                <a:lnTo>
                  <a:pt x="105148" y="142099"/>
                </a:lnTo>
                <a:lnTo>
                  <a:pt x="102483" y="141842"/>
                </a:lnTo>
                <a:close/>
                <a:moveTo>
                  <a:pt x="234048" y="128685"/>
                </a:moveTo>
                <a:lnTo>
                  <a:pt x="235092" y="129639"/>
                </a:lnTo>
                <a:lnTo>
                  <a:pt x="233525" y="129162"/>
                </a:lnTo>
                <a:close/>
                <a:moveTo>
                  <a:pt x="120703" y="235510"/>
                </a:moveTo>
                <a:lnTo>
                  <a:pt x="121485" y="236470"/>
                </a:lnTo>
                <a:lnTo>
                  <a:pt x="120312" y="235990"/>
                </a:lnTo>
                <a:close/>
                <a:moveTo>
                  <a:pt x="213671" y="179978"/>
                </a:moveTo>
                <a:lnTo>
                  <a:pt x="214710" y="180726"/>
                </a:lnTo>
                <a:lnTo>
                  <a:pt x="213151" y="180352"/>
                </a:lnTo>
                <a:close/>
                <a:moveTo>
                  <a:pt x="200971" y="73306"/>
                </a:moveTo>
                <a:lnTo>
                  <a:pt x="202319" y="75105"/>
                </a:lnTo>
                <a:lnTo>
                  <a:pt x="200297" y="74206"/>
                </a:lnTo>
                <a:close/>
                <a:moveTo>
                  <a:pt x="84279" y="82308"/>
                </a:moveTo>
                <a:lnTo>
                  <a:pt x="85573" y="82634"/>
                </a:lnTo>
                <a:lnTo>
                  <a:pt x="83632" y="82471"/>
                </a:lnTo>
                <a:close/>
                <a:moveTo>
                  <a:pt x="173148" y="129513"/>
                </a:moveTo>
                <a:lnTo>
                  <a:pt x="174027" y="130956"/>
                </a:lnTo>
                <a:lnTo>
                  <a:pt x="172708" y="130235"/>
                </a:lnTo>
                <a:close/>
                <a:moveTo>
                  <a:pt x="100908" y="75325"/>
                </a:moveTo>
                <a:lnTo>
                  <a:pt x="101781" y="76829"/>
                </a:lnTo>
                <a:lnTo>
                  <a:pt x="100471" y="76077"/>
                </a:lnTo>
                <a:close/>
                <a:moveTo>
                  <a:pt x="55295" y="273735"/>
                </a:moveTo>
                <a:lnTo>
                  <a:pt x="56800" y="274925"/>
                </a:lnTo>
                <a:lnTo>
                  <a:pt x="54542" y="274330"/>
                </a:lnTo>
                <a:close/>
                <a:moveTo>
                  <a:pt x="264985" y="22253"/>
                </a:moveTo>
                <a:lnTo>
                  <a:pt x="266239" y="23527"/>
                </a:lnTo>
                <a:lnTo>
                  <a:pt x="264358" y="22890"/>
                </a:lnTo>
                <a:close/>
                <a:moveTo>
                  <a:pt x="61448" y="271429"/>
                </a:moveTo>
                <a:lnTo>
                  <a:pt x="63176" y="272760"/>
                </a:lnTo>
                <a:lnTo>
                  <a:pt x="60585" y="272095"/>
                </a:lnTo>
                <a:close/>
                <a:moveTo>
                  <a:pt x="182444" y="277583"/>
                </a:moveTo>
                <a:lnTo>
                  <a:pt x="184556" y="278833"/>
                </a:lnTo>
                <a:lnTo>
                  <a:pt x="181388" y="278208"/>
                </a:lnTo>
                <a:close/>
                <a:moveTo>
                  <a:pt x="78062" y="242225"/>
                </a:moveTo>
                <a:lnTo>
                  <a:pt x="79165" y="243893"/>
                </a:lnTo>
                <a:lnTo>
                  <a:pt x="77511" y="243059"/>
                </a:lnTo>
                <a:close/>
                <a:moveTo>
                  <a:pt x="3368" y="233750"/>
                </a:moveTo>
                <a:lnTo>
                  <a:pt x="3911" y="235285"/>
                </a:lnTo>
                <a:lnTo>
                  <a:pt x="3096" y="234517"/>
                </a:lnTo>
                <a:close/>
                <a:moveTo>
                  <a:pt x="142037" y="25006"/>
                </a:moveTo>
                <a:lnTo>
                  <a:pt x="143171" y="26480"/>
                </a:lnTo>
                <a:lnTo>
                  <a:pt x="141470" y="25743"/>
                </a:lnTo>
                <a:close/>
                <a:moveTo>
                  <a:pt x="133341" y="81553"/>
                </a:moveTo>
                <a:lnTo>
                  <a:pt x="134687" y="83168"/>
                </a:lnTo>
                <a:lnTo>
                  <a:pt x="132667" y="82360"/>
                </a:lnTo>
                <a:close/>
                <a:moveTo>
                  <a:pt x="211077" y="32141"/>
                </a:moveTo>
                <a:lnTo>
                  <a:pt x="212932" y="33763"/>
                </a:lnTo>
                <a:lnTo>
                  <a:pt x="210150" y="32952"/>
                </a:lnTo>
                <a:close/>
                <a:moveTo>
                  <a:pt x="215106" y="52391"/>
                </a:moveTo>
                <a:lnTo>
                  <a:pt x="216962" y="54074"/>
                </a:lnTo>
                <a:lnTo>
                  <a:pt x="214178" y="53233"/>
                </a:lnTo>
                <a:close/>
                <a:moveTo>
                  <a:pt x="246058" y="226125"/>
                </a:moveTo>
                <a:lnTo>
                  <a:pt x="248021" y="227637"/>
                </a:lnTo>
                <a:lnTo>
                  <a:pt x="245077" y="226881"/>
                </a:lnTo>
                <a:close/>
                <a:moveTo>
                  <a:pt x="91414" y="52247"/>
                </a:moveTo>
                <a:lnTo>
                  <a:pt x="93503" y="52952"/>
                </a:lnTo>
                <a:lnTo>
                  <a:pt x="90369" y="52599"/>
                </a:lnTo>
                <a:close/>
                <a:moveTo>
                  <a:pt x="19228" y="118037"/>
                </a:moveTo>
                <a:lnTo>
                  <a:pt x="21182" y="119122"/>
                </a:lnTo>
                <a:lnTo>
                  <a:pt x="18250" y="118580"/>
                </a:lnTo>
                <a:close/>
                <a:moveTo>
                  <a:pt x="168733" y="214099"/>
                </a:moveTo>
                <a:lnTo>
                  <a:pt x="169343" y="215314"/>
                </a:lnTo>
                <a:lnTo>
                  <a:pt x="168428" y="214707"/>
                </a:lnTo>
                <a:close/>
                <a:moveTo>
                  <a:pt x="128175" y="120984"/>
                </a:moveTo>
                <a:lnTo>
                  <a:pt x="129211" y="122749"/>
                </a:lnTo>
                <a:lnTo>
                  <a:pt x="127657" y="121866"/>
                </a:lnTo>
                <a:close/>
                <a:moveTo>
                  <a:pt x="28650" y="225977"/>
                </a:moveTo>
                <a:lnTo>
                  <a:pt x="29539" y="226512"/>
                </a:lnTo>
                <a:lnTo>
                  <a:pt x="28206" y="226245"/>
                </a:lnTo>
                <a:close/>
                <a:moveTo>
                  <a:pt x="47969" y="7043"/>
                </a:moveTo>
                <a:lnTo>
                  <a:pt x="49275" y="8709"/>
                </a:lnTo>
                <a:lnTo>
                  <a:pt x="47316" y="7876"/>
                </a:lnTo>
                <a:close/>
                <a:moveTo>
                  <a:pt x="246937" y="201520"/>
                </a:moveTo>
                <a:lnTo>
                  <a:pt x="247384" y="203055"/>
                </a:lnTo>
                <a:lnTo>
                  <a:pt x="246714" y="202287"/>
                </a:lnTo>
                <a:close/>
                <a:moveTo>
                  <a:pt x="194410" y="30474"/>
                </a:moveTo>
                <a:lnTo>
                  <a:pt x="195577" y="30966"/>
                </a:lnTo>
                <a:lnTo>
                  <a:pt x="193827" y="30720"/>
                </a:lnTo>
                <a:close/>
                <a:moveTo>
                  <a:pt x="67449" y="70666"/>
                </a:moveTo>
                <a:lnTo>
                  <a:pt x="69015" y="71330"/>
                </a:lnTo>
                <a:lnTo>
                  <a:pt x="66665" y="70998"/>
                </a:lnTo>
                <a:close/>
                <a:moveTo>
                  <a:pt x="274299" y="198783"/>
                </a:moveTo>
                <a:lnTo>
                  <a:pt x="274837" y="200265"/>
                </a:lnTo>
                <a:lnTo>
                  <a:pt x="274030" y="199524"/>
                </a:lnTo>
                <a:close/>
                <a:moveTo>
                  <a:pt x="58816" y="4393"/>
                </a:moveTo>
                <a:lnTo>
                  <a:pt x="59604" y="6057"/>
                </a:lnTo>
                <a:lnTo>
                  <a:pt x="58421" y="5225"/>
                </a:lnTo>
                <a:close/>
                <a:moveTo>
                  <a:pt x="287640" y="106266"/>
                </a:moveTo>
                <a:lnTo>
                  <a:pt x="288954" y="107371"/>
                </a:lnTo>
                <a:lnTo>
                  <a:pt x="286984" y="106819"/>
                </a:lnTo>
                <a:close/>
                <a:moveTo>
                  <a:pt x="111379" y="33875"/>
                </a:moveTo>
                <a:lnTo>
                  <a:pt x="112103" y="35294"/>
                </a:lnTo>
                <a:lnTo>
                  <a:pt x="111018" y="34584"/>
                </a:lnTo>
                <a:close/>
                <a:moveTo>
                  <a:pt x="172271" y="268885"/>
                </a:moveTo>
                <a:lnTo>
                  <a:pt x="173927" y="270507"/>
                </a:lnTo>
                <a:lnTo>
                  <a:pt x="171443" y="269696"/>
                </a:lnTo>
                <a:close/>
                <a:moveTo>
                  <a:pt x="30916" y="39471"/>
                </a:moveTo>
                <a:lnTo>
                  <a:pt x="31674" y="40787"/>
                </a:lnTo>
                <a:lnTo>
                  <a:pt x="30536" y="40129"/>
                </a:lnTo>
                <a:close/>
                <a:moveTo>
                  <a:pt x="240583" y="7184"/>
                </a:moveTo>
                <a:lnTo>
                  <a:pt x="242043" y="7916"/>
                </a:lnTo>
                <a:lnTo>
                  <a:pt x="239853" y="7550"/>
                </a:lnTo>
                <a:close/>
                <a:moveTo>
                  <a:pt x="206007" y="274720"/>
                </a:moveTo>
                <a:lnTo>
                  <a:pt x="208065" y="275933"/>
                </a:lnTo>
                <a:lnTo>
                  <a:pt x="204978" y="275327"/>
                </a:lnTo>
                <a:close/>
                <a:moveTo>
                  <a:pt x="262272" y="147833"/>
                </a:moveTo>
                <a:lnTo>
                  <a:pt x="264045" y="148516"/>
                </a:lnTo>
                <a:lnTo>
                  <a:pt x="261386" y="148175"/>
                </a:lnTo>
                <a:close/>
                <a:moveTo>
                  <a:pt x="276311" y="193235"/>
                </a:moveTo>
                <a:lnTo>
                  <a:pt x="276710" y="194475"/>
                </a:lnTo>
                <a:lnTo>
                  <a:pt x="276111" y="193855"/>
                </a:lnTo>
                <a:close/>
                <a:moveTo>
                  <a:pt x="205245" y="189679"/>
                </a:moveTo>
                <a:lnTo>
                  <a:pt x="206165" y="190211"/>
                </a:lnTo>
                <a:lnTo>
                  <a:pt x="204785" y="189945"/>
                </a:lnTo>
                <a:close/>
                <a:moveTo>
                  <a:pt x="199835" y="45290"/>
                </a:moveTo>
                <a:lnTo>
                  <a:pt x="201998" y="46164"/>
                </a:lnTo>
                <a:lnTo>
                  <a:pt x="198753" y="45727"/>
                </a:lnTo>
                <a:close/>
                <a:moveTo>
                  <a:pt x="213780" y="263791"/>
                </a:moveTo>
                <a:lnTo>
                  <a:pt x="215858" y="265049"/>
                </a:lnTo>
                <a:lnTo>
                  <a:pt x="212741" y="264420"/>
                </a:lnTo>
                <a:close/>
                <a:moveTo>
                  <a:pt x="91099" y="83512"/>
                </a:moveTo>
                <a:lnTo>
                  <a:pt x="92237" y="84128"/>
                </a:lnTo>
                <a:lnTo>
                  <a:pt x="90530" y="83820"/>
                </a:lnTo>
                <a:close/>
                <a:moveTo>
                  <a:pt x="97058" y="37069"/>
                </a:moveTo>
                <a:lnTo>
                  <a:pt x="98200" y="38647"/>
                </a:lnTo>
                <a:lnTo>
                  <a:pt x="96486" y="37858"/>
                </a:lnTo>
                <a:close/>
                <a:moveTo>
                  <a:pt x="241085" y="132668"/>
                </a:moveTo>
                <a:lnTo>
                  <a:pt x="243022" y="133662"/>
                </a:lnTo>
                <a:lnTo>
                  <a:pt x="240116" y="133165"/>
                </a:lnTo>
                <a:close/>
                <a:moveTo>
                  <a:pt x="265407" y="76656"/>
                </a:moveTo>
                <a:lnTo>
                  <a:pt x="266639" y="78250"/>
                </a:lnTo>
                <a:lnTo>
                  <a:pt x="264791" y="77453"/>
                </a:lnTo>
                <a:close/>
                <a:moveTo>
                  <a:pt x="120856" y="101303"/>
                </a:moveTo>
                <a:lnTo>
                  <a:pt x="121341" y="102423"/>
                </a:lnTo>
                <a:lnTo>
                  <a:pt x="120613" y="101863"/>
                </a:lnTo>
                <a:close/>
                <a:moveTo>
                  <a:pt x="43346" y="107878"/>
                </a:moveTo>
                <a:lnTo>
                  <a:pt x="45239" y="108450"/>
                </a:lnTo>
                <a:lnTo>
                  <a:pt x="42400" y="108164"/>
                </a:lnTo>
                <a:close/>
                <a:moveTo>
                  <a:pt x="91886" y="246828"/>
                </a:moveTo>
                <a:lnTo>
                  <a:pt x="93953" y="247218"/>
                </a:lnTo>
                <a:lnTo>
                  <a:pt x="90852" y="247023"/>
                </a:lnTo>
                <a:close/>
                <a:moveTo>
                  <a:pt x="168899" y="154163"/>
                </a:moveTo>
                <a:lnTo>
                  <a:pt x="170241" y="154644"/>
                </a:lnTo>
                <a:lnTo>
                  <a:pt x="168228" y="154403"/>
                </a:lnTo>
                <a:close/>
                <a:moveTo>
                  <a:pt x="279423" y="14340"/>
                </a:moveTo>
                <a:lnTo>
                  <a:pt x="280842" y="15253"/>
                </a:lnTo>
                <a:lnTo>
                  <a:pt x="278713" y="14797"/>
                </a:lnTo>
                <a:close/>
                <a:moveTo>
                  <a:pt x="20816" y="98584"/>
                </a:moveTo>
                <a:lnTo>
                  <a:pt x="21994" y="99419"/>
                </a:lnTo>
                <a:lnTo>
                  <a:pt x="20228" y="99001"/>
                </a:lnTo>
                <a:close/>
                <a:moveTo>
                  <a:pt x="278508" y="153704"/>
                </a:moveTo>
                <a:lnTo>
                  <a:pt x="279498" y="154780"/>
                </a:lnTo>
                <a:lnTo>
                  <a:pt x="278013" y="154242"/>
                </a:lnTo>
                <a:close/>
                <a:moveTo>
                  <a:pt x="187616" y="23859"/>
                </a:moveTo>
                <a:lnTo>
                  <a:pt x="189505" y="24290"/>
                </a:lnTo>
                <a:lnTo>
                  <a:pt x="186672" y="24074"/>
                </a:lnTo>
                <a:close/>
                <a:moveTo>
                  <a:pt x="96954" y="204288"/>
                </a:moveTo>
                <a:lnTo>
                  <a:pt x="99134" y="205199"/>
                </a:lnTo>
                <a:lnTo>
                  <a:pt x="95864" y="204743"/>
                </a:lnTo>
                <a:close/>
                <a:moveTo>
                  <a:pt x="74207" y="102303"/>
                </a:moveTo>
                <a:lnTo>
                  <a:pt x="76222" y="103097"/>
                </a:lnTo>
                <a:lnTo>
                  <a:pt x="73200" y="102700"/>
                </a:lnTo>
                <a:close/>
                <a:moveTo>
                  <a:pt x="185290" y="5138"/>
                </a:moveTo>
                <a:lnTo>
                  <a:pt x="187162" y="6473"/>
                </a:lnTo>
                <a:lnTo>
                  <a:pt x="184354" y="5806"/>
                </a:lnTo>
                <a:close/>
                <a:moveTo>
                  <a:pt x="283148" y="141742"/>
                </a:moveTo>
                <a:lnTo>
                  <a:pt x="285017" y="142107"/>
                </a:lnTo>
                <a:lnTo>
                  <a:pt x="282213" y="141924"/>
                </a:lnTo>
                <a:close/>
                <a:moveTo>
                  <a:pt x="47819" y="156861"/>
                </a:moveTo>
                <a:lnTo>
                  <a:pt x="48617" y="157458"/>
                </a:lnTo>
                <a:lnTo>
                  <a:pt x="47419" y="157160"/>
                </a:lnTo>
                <a:close/>
                <a:moveTo>
                  <a:pt x="76966" y="40274"/>
                </a:moveTo>
                <a:lnTo>
                  <a:pt x="77395" y="41754"/>
                </a:lnTo>
                <a:lnTo>
                  <a:pt x="76751" y="41014"/>
                </a:lnTo>
                <a:close/>
                <a:moveTo>
                  <a:pt x="284493" y="60395"/>
                </a:moveTo>
                <a:lnTo>
                  <a:pt x="285086" y="61553"/>
                </a:lnTo>
                <a:lnTo>
                  <a:pt x="284196" y="60974"/>
                </a:lnTo>
                <a:close/>
                <a:moveTo>
                  <a:pt x="263748" y="144408"/>
                </a:moveTo>
                <a:lnTo>
                  <a:pt x="265225" y="144890"/>
                </a:lnTo>
                <a:lnTo>
                  <a:pt x="263010" y="144649"/>
                </a:lnTo>
                <a:close/>
                <a:moveTo>
                  <a:pt x="276181" y="202701"/>
                </a:moveTo>
                <a:lnTo>
                  <a:pt x="278198" y="204221"/>
                </a:lnTo>
                <a:lnTo>
                  <a:pt x="275173" y="203461"/>
                </a:lnTo>
                <a:close/>
                <a:moveTo>
                  <a:pt x="184527" y="4547"/>
                </a:moveTo>
                <a:lnTo>
                  <a:pt x="185422" y="6244"/>
                </a:lnTo>
                <a:lnTo>
                  <a:pt x="184079" y="5396"/>
                </a:lnTo>
                <a:close/>
                <a:moveTo>
                  <a:pt x="50205" y="118931"/>
                </a:moveTo>
                <a:lnTo>
                  <a:pt x="51235" y="119361"/>
                </a:lnTo>
                <a:lnTo>
                  <a:pt x="49689" y="119146"/>
                </a:lnTo>
                <a:close/>
                <a:moveTo>
                  <a:pt x="256423" y="234863"/>
                </a:moveTo>
                <a:lnTo>
                  <a:pt x="257590" y="235381"/>
                </a:lnTo>
                <a:lnTo>
                  <a:pt x="255840" y="235122"/>
                </a:lnTo>
                <a:close/>
                <a:moveTo>
                  <a:pt x="5389" y="109066"/>
                </a:moveTo>
                <a:lnTo>
                  <a:pt x="5943" y="109796"/>
                </a:lnTo>
                <a:lnTo>
                  <a:pt x="5112" y="109431"/>
                </a:lnTo>
                <a:close/>
                <a:moveTo>
                  <a:pt x="264377" y="227345"/>
                </a:moveTo>
                <a:lnTo>
                  <a:pt x="264943" y="228011"/>
                </a:lnTo>
                <a:lnTo>
                  <a:pt x="264094" y="227678"/>
                </a:lnTo>
                <a:close/>
                <a:moveTo>
                  <a:pt x="44632" y="58891"/>
                </a:moveTo>
                <a:lnTo>
                  <a:pt x="45729" y="59335"/>
                </a:lnTo>
                <a:lnTo>
                  <a:pt x="44083" y="59113"/>
                </a:lnTo>
                <a:close/>
                <a:moveTo>
                  <a:pt x="153569" y="82594"/>
                </a:moveTo>
                <a:lnTo>
                  <a:pt x="155396" y="84221"/>
                </a:lnTo>
                <a:lnTo>
                  <a:pt x="152656" y="83408"/>
                </a:lnTo>
                <a:close/>
                <a:moveTo>
                  <a:pt x="72209" y="87143"/>
                </a:moveTo>
                <a:lnTo>
                  <a:pt x="73130" y="88816"/>
                </a:lnTo>
                <a:lnTo>
                  <a:pt x="71749" y="87979"/>
                </a:lnTo>
                <a:close/>
                <a:moveTo>
                  <a:pt x="58659" y="77329"/>
                </a:moveTo>
                <a:lnTo>
                  <a:pt x="59369" y="78872"/>
                </a:lnTo>
                <a:lnTo>
                  <a:pt x="58304" y="78101"/>
                </a:lnTo>
                <a:close/>
                <a:moveTo>
                  <a:pt x="171436" y="157164"/>
                </a:moveTo>
                <a:lnTo>
                  <a:pt x="173284" y="158822"/>
                </a:lnTo>
                <a:lnTo>
                  <a:pt x="170511" y="157993"/>
                </a:lnTo>
                <a:close/>
                <a:moveTo>
                  <a:pt x="115187" y="139198"/>
                </a:moveTo>
                <a:lnTo>
                  <a:pt x="116111" y="140008"/>
                </a:lnTo>
                <a:lnTo>
                  <a:pt x="114726" y="139603"/>
                </a:lnTo>
                <a:close/>
                <a:moveTo>
                  <a:pt x="77421" y="158223"/>
                </a:moveTo>
                <a:lnTo>
                  <a:pt x="79090" y="159869"/>
                </a:lnTo>
                <a:lnTo>
                  <a:pt x="76587" y="159046"/>
                </a:lnTo>
                <a:close/>
                <a:moveTo>
                  <a:pt x="71099" y="73089"/>
                </a:moveTo>
                <a:lnTo>
                  <a:pt x="72745" y="74535"/>
                </a:lnTo>
                <a:lnTo>
                  <a:pt x="70276" y="73812"/>
                </a:lnTo>
                <a:close/>
                <a:moveTo>
                  <a:pt x="264339" y="36582"/>
                </a:moveTo>
                <a:lnTo>
                  <a:pt x="266275" y="37049"/>
                </a:lnTo>
                <a:lnTo>
                  <a:pt x="263372" y="36816"/>
                </a:lnTo>
                <a:close/>
                <a:moveTo>
                  <a:pt x="168414" y="44033"/>
                </a:moveTo>
                <a:lnTo>
                  <a:pt x="169424" y="44470"/>
                </a:lnTo>
                <a:lnTo>
                  <a:pt x="167909" y="44251"/>
                </a:lnTo>
                <a:close/>
                <a:moveTo>
                  <a:pt x="158826" y="26862"/>
                </a:moveTo>
                <a:lnTo>
                  <a:pt x="159327" y="27510"/>
                </a:lnTo>
                <a:lnTo>
                  <a:pt x="158576" y="27186"/>
                </a:lnTo>
                <a:close/>
                <a:moveTo>
                  <a:pt x="36221" y="230191"/>
                </a:moveTo>
                <a:lnTo>
                  <a:pt x="38215" y="231906"/>
                </a:lnTo>
                <a:lnTo>
                  <a:pt x="35223" y="231049"/>
                </a:lnTo>
                <a:close/>
                <a:moveTo>
                  <a:pt x="39355" y="134993"/>
                </a:moveTo>
                <a:lnTo>
                  <a:pt x="40429" y="135782"/>
                </a:lnTo>
                <a:lnTo>
                  <a:pt x="38819" y="135388"/>
                </a:lnTo>
                <a:close/>
                <a:moveTo>
                  <a:pt x="144532" y="238557"/>
                </a:moveTo>
                <a:lnTo>
                  <a:pt x="145571" y="240134"/>
                </a:lnTo>
                <a:lnTo>
                  <a:pt x="144013" y="239346"/>
                </a:lnTo>
                <a:close/>
                <a:moveTo>
                  <a:pt x="116773" y="58442"/>
                </a:moveTo>
                <a:lnTo>
                  <a:pt x="118549" y="58914"/>
                </a:lnTo>
                <a:lnTo>
                  <a:pt x="115885" y="58678"/>
                </a:lnTo>
                <a:close/>
                <a:moveTo>
                  <a:pt x="140192" y="4443"/>
                </a:moveTo>
                <a:lnTo>
                  <a:pt x="142066" y="5811"/>
                </a:lnTo>
                <a:lnTo>
                  <a:pt x="139254" y="5127"/>
                </a:lnTo>
                <a:close/>
                <a:moveTo>
                  <a:pt x="270621" y="61233"/>
                </a:moveTo>
                <a:lnTo>
                  <a:pt x="272296" y="61746"/>
                </a:lnTo>
                <a:lnTo>
                  <a:pt x="269784" y="61489"/>
                </a:lnTo>
                <a:close/>
                <a:moveTo>
                  <a:pt x="180395" y="219999"/>
                </a:moveTo>
                <a:lnTo>
                  <a:pt x="181928" y="221281"/>
                </a:lnTo>
                <a:lnTo>
                  <a:pt x="179629" y="220640"/>
                </a:lnTo>
                <a:close/>
                <a:moveTo>
                  <a:pt x="129331" y="125587"/>
                </a:moveTo>
                <a:lnTo>
                  <a:pt x="130906" y="126579"/>
                </a:lnTo>
                <a:lnTo>
                  <a:pt x="128543" y="126083"/>
                </a:lnTo>
                <a:close/>
                <a:moveTo>
                  <a:pt x="89193" y="74663"/>
                </a:moveTo>
                <a:lnTo>
                  <a:pt x="91064" y="75038"/>
                </a:lnTo>
                <a:lnTo>
                  <a:pt x="88257" y="74850"/>
                </a:lnTo>
                <a:close/>
                <a:moveTo>
                  <a:pt x="171324" y="273149"/>
                </a:moveTo>
                <a:lnTo>
                  <a:pt x="172684" y="273515"/>
                </a:lnTo>
                <a:lnTo>
                  <a:pt x="170644" y="273332"/>
                </a:lnTo>
                <a:close/>
                <a:moveTo>
                  <a:pt x="118226" y="135227"/>
                </a:moveTo>
                <a:lnTo>
                  <a:pt x="119992" y="136552"/>
                </a:lnTo>
                <a:lnTo>
                  <a:pt x="117343" y="135889"/>
                </a:lnTo>
                <a:close/>
                <a:moveTo>
                  <a:pt x="268141" y="161894"/>
                </a:moveTo>
                <a:lnTo>
                  <a:pt x="268657" y="163646"/>
                </a:lnTo>
                <a:lnTo>
                  <a:pt x="267883" y="162770"/>
                </a:lnTo>
                <a:close/>
                <a:moveTo>
                  <a:pt x="46049" y="235949"/>
                </a:moveTo>
                <a:lnTo>
                  <a:pt x="47556" y="237679"/>
                </a:lnTo>
                <a:lnTo>
                  <a:pt x="45295" y="236814"/>
                </a:lnTo>
                <a:close/>
                <a:moveTo>
                  <a:pt x="158739" y="284504"/>
                </a:moveTo>
                <a:lnTo>
                  <a:pt x="159768" y="285565"/>
                </a:lnTo>
                <a:lnTo>
                  <a:pt x="158225" y="285035"/>
                </a:lnTo>
                <a:close/>
                <a:moveTo>
                  <a:pt x="117990" y="123406"/>
                </a:moveTo>
                <a:lnTo>
                  <a:pt x="119874" y="124342"/>
                </a:lnTo>
                <a:lnTo>
                  <a:pt x="117047" y="123874"/>
                </a:lnTo>
                <a:close/>
                <a:moveTo>
                  <a:pt x="118644" y="90366"/>
                </a:moveTo>
                <a:lnTo>
                  <a:pt x="119946" y="91513"/>
                </a:lnTo>
                <a:lnTo>
                  <a:pt x="117993" y="90940"/>
                </a:lnTo>
                <a:close/>
                <a:moveTo>
                  <a:pt x="139703" y="151756"/>
                </a:moveTo>
                <a:lnTo>
                  <a:pt x="140173" y="152210"/>
                </a:lnTo>
                <a:lnTo>
                  <a:pt x="139468" y="151983"/>
                </a:lnTo>
                <a:close/>
                <a:moveTo>
                  <a:pt x="73538" y="183531"/>
                </a:moveTo>
                <a:lnTo>
                  <a:pt x="74463" y="184782"/>
                </a:lnTo>
                <a:lnTo>
                  <a:pt x="73076" y="184156"/>
                </a:lnTo>
                <a:close/>
                <a:moveTo>
                  <a:pt x="199430" y="9346"/>
                </a:moveTo>
                <a:lnTo>
                  <a:pt x="201332" y="11060"/>
                </a:lnTo>
                <a:lnTo>
                  <a:pt x="198479" y="10203"/>
                </a:lnTo>
                <a:close/>
                <a:moveTo>
                  <a:pt x="33026" y="82072"/>
                </a:moveTo>
                <a:lnTo>
                  <a:pt x="34901" y="82994"/>
                </a:lnTo>
                <a:lnTo>
                  <a:pt x="32089" y="82533"/>
                </a:lnTo>
                <a:close/>
                <a:moveTo>
                  <a:pt x="125632" y="15970"/>
                </a:moveTo>
                <a:lnTo>
                  <a:pt x="127218" y="17646"/>
                </a:lnTo>
                <a:lnTo>
                  <a:pt x="124839" y="16808"/>
                </a:lnTo>
                <a:close/>
                <a:moveTo>
                  <a:pt x="275484" y="225710"/>
                </a:moveTo>
                <a:lnTo>
                  <a:pt x="275949" y="226487"/>
                </a:lnTo>
                <a:lnTo>
                  <a:pt x="275252" y="226098"/>
                </a:lnTo>
                <a:close/>
                <a:moveTo>
                  <a:pt x="287609" y="99104"/>
                </a:moveTo>
                <a:lnTo>
                  <a:pt x="289708" y="100145"/>
                </a:lnTo>
                <a:lnTo>
                  <a:pt x="286559" y="99624"/>
                </a:lnTo>
                <a:close/>
                <a:moveTo>
                  <a:pt x="109473" y="227090"/>
                </a:moveTo>
                <a:lnTo>
                  <a:pt x="111372" y="228836"/>
                </a:lnTo>
                <a:lnTo>
                  <a:pt x="108523" y="227963"/>
                </a:lnTo>
                <a:close/>
                <a:moveTo>
                  <a:pt x="162453" y="64973"/>
                </a:moveTo>
                <a:lnTo>
                  <a:pt x="163043" y="66242"/>
                </a:lnTo>
                <a:lnTo>
                  <a:pt x="162159" y="65607"/>
                </a:lnTo>
                <a:close/>
                <a:moveTo>
                  <a:pt x="64535" y="189169"/>
                </a:moveTo>
                <a:lnTo>
                  <a:pt x="65542" y="190486"/>
                </a:lnTo>
                <a:lnTo>
                  <a:pt x="64032" y="189827"/>
                </a:lnTo>
                <a:close/>
                <a:moveTo>
                  <a:pt x="57757" y="174001"/>
                </a:moveTo>
                <a:lnTo>
                  <a:pt x="59540" y="174784"/>
                </a:lnTo>
                <a:lnTo>
                  <a:pt x="56866" y="174393"/>
                </a:lnTo>
                <a:close/>
                <a:moveTo>
                  <a:pt x="235411" y="27441"/>
                </a:moveTo>
                <a:lnTo>
                  <a:pt x="235928" y="27828"/>
                </a:lnTo>
                <a:lnTo>
                  <a:pt x="235153" y="27635"/>
                </a:lnTo>
                <a:close/>
                <a:moveTo>
                  <a:pt x="104376" y="178061"/>
                </a:moveTo>
                <a:lnTo>
                  <a:pt x="106326" y="178844"/>
                </a:lnTo>
                <a:lnTo>
                  <a:pt x="103401" y="178452"/>
                </a:lnTo>
                <a:close/>
                <a:moveTo>
                  <a:pt x="33327" y="225300"/>
                </a:moveTo>
                <a:lnTo>
                  <a:pt x="35342" y="226082"/>
                </a:lnTo>
                <a:lnTo>
                  <a:pt x="32320" y="225691"/>
                </a:lnTo>
                <a:close/>
                <a:moveTo>
                  <a:pt x="257144" y="1914"/>
                </a:moveTo>
                <a:lnTo>
                  <a:pt x="259307" y="2841"/>
                </a:lnTo>
                <a:lnTo>
                  <a:pt x="256063" y="2378"/>
                </a:lnTo>
                <a:close/>
                <a:moveTo>
                  <a:pt x="229937" y="217534"/>
                </a:moveTo>
                <a:lnTo>
                  <a:pt x="230485" y="218043"/>
                </a:lnTo>
                <a:lnTo>
                  <a:pt x="229663" y="217788"/>
                </a:lnTo>
                <a:close/>
                <a:moveTo>
                  <a:pt x="34411" y="94355"/>
                </a:moveTo>
                <a:lnTo>
                  <a:pt x="35446" y="94943"/>
                </a:lnTo>
                <a:lnTo>
                  <a:pt x="33893" y="94649"/>
                </a:lnTo>
                <a:close/>
                <a:moveTo>
                  <a:pt x="240891" y="7896"/>
                </a:moveTo>
                <a:lnTo>
                  <a:pt x="242175" y="9411"/>
                </a:lnTo>
                <a:lnTo>
                  <a:pt x="240249" y="8653"/>
                </a:lnTo>
                <a:close/>
                <a:moveTo>
                  <a:pt x="12149" y="111473"/>
                </a:moveTo>
                <a:lnTo>
                  <a:pt x="12611" y="111799"/>
                </a:lnTo>
                <a:lnTo>
                  <a:pt x="11918" y="111636"/>
                </a:lnTo>
                <a:close/>
                <a:moveTo>
                  <a:pt x="136871" y="25226"/>
                </a:moveTo>
                <a:lnTo>
                  <a:pt x="137458" y="26627"/>
                </a:lnTo>
                <a:lnTo>
                  <a:pt x="136578" y="25926"/>
                </a:lnTo>
                <a:close/>
                <a:moveTo>
                  <a:pt x="99115" y="94380"/>
                </a:moveTo>
                <a:lnTo>
                  <a:pt x="100026" y="94898"/>
                </a:lnTo>
                <a:lnTo>
                  <a:pt x="98659" y="94639"/>
                </a:lnTo>
                <a:close/>
                <a:moveTo>
                  <a:pt x="223181" y="130625"/>
                </a:moveTo>
                <a:lnTo>
                  <a:pt x="224909" y="131485"/>
                </a:lnTo>
                <a:lnTo>
                  <a:pt x="222317" y="131055"/>
                </a:lnTo>
                <a:close/>
                <a:moveTo>
                  <a:pt x="135898" y="221776"/>
                </a:moveTo>
                <a:lnTo>
                  <a:pt x="137182" y="222204"/>
                </a:lnTo>
                <a:lnTo>
                  <a:pt x="135256" y="221990"/>
                </a:lnTo>
                <a:close/>
                <a:moveTo>
                  <a:pt x="68440" y="271306"/>
                </a:moveTo>
                <a:lnTo>
                  <a:pt x="69823" y="271902"/>
                </a:lnTo>
                <a:lnTo>
                  <a:pt x="67749" y="271604"/>
                </a:lnTo>
                <a:close/>
                <a:moveTo>
                  <a:pt x="266112" y="30428"/>
                </a:moveTo>
                <a:lnTo>
                  <a:pt x="267957" y="30964"/>
                </a:lnTo>
                <a:lnTo>
                  <a:pt x="265190" y="30696"/>
                </a:lnTo>
                <a:close/>
                <a:moveTo>
                  <a:pt x="99140" y="264265"/>
                </a:moveTo>
                <a:lnTo>
                  <a:pt x="100637" y="264879"/>
                </a:lnTo>
                <a:lnTo>
                  <a:pt x="98392" y="264572"/>
                </a:lnTo>
                <a:close/>
                <a:moveTo>
                  <a:pt x="209740" y="28049"/>
                </a:moveTo>
                <a:lnTo>
                  <a:pt x="211367" y="29091"/>
                </a:lnTo>
                <a:lnTo>
                  <a:pt x="208926" y="28570"/>
                </a:lnTo>
                <a:close/>
                <a:moveTo>
                  <a:pt x="64897" y="192130"/>
                </a:moveTo>
                <a:lnTo>
                  <a:pt x="66695" y="193691"/>
                </a:lnTo>
                <a:lnTo>
                  <a:pt x="63998" y="192911"/>
                </a:lnTo>
                <a:close/>
                <a:moveTo>
                  <a:pt x="6208" y="183504"/>
                </a:moveTo>
                <a:lnTo>
                  <a:pt x="6803" y="184815"/>
                </a:lnTo>
                <a:lnTo>
                  <a:pt x="5910" y="184159"/>
                </a:lnTo>
                <a:close/>
                <a:moveTo>
                  <a:pt x="116677" y="205285"/>
                </a:moveTo>
                <a:lnTo>
                  <a:pt x="117752" y="205802"/>
                </a:lnTo>
                <a:lnTo>
                  <a:pt x="116140" y="205544"/>
                </a:lnTo>
                <a:close/>
                <a:moveTo>
                  <a:pt x="261246" y="181267"/>
                </a:moveTo>
                <a:lnTo>
                  <a:pt x="263421" y="181898"/>
                </a:lnTo>
                <a:lnTo>
                  <a:pt x="260159" y="181583"/>
                </a:lnTo>
                <a:close/>
                <a:moveTo>
                  <a:pt x="154857" y="170721"/>
                </a:moveTo>
                <a:lnTo>
                  <a:pt x="156961" y="172007"/>
                </a:lnTo>
                <a:lnTo>
                  <a:pt x="153804" y="171364"/>
                </a:lnTo>
                <a:close/>
                <a:moveTo>
                  <a:pt x="269963" y="147555"/>
                </a:moveTo>
                <a:lnTo>
                  <a:pt x="270570" y="148882"/>
                </a:lnTo>
                <a:lnTo>
                  <a:pt x="269659" y="148219"/>
                </a:lnTo>
                <a:close/>
                <a:moveTo>
                  <a:pt x="177788" y="156739"/>
                </a:moveTo>
                <a:lnTo>
                  <a:pt x="179926" y="157101"/>
                </a:lnTo>
                <a:lnTo>
                  <a:pt x="176718" y="156920"/>
                </a:lnTo>
                <a:close/>
                <a:moveTo>
                  <a:pt x="241950" y="41538"/>
                </a:moveTo>
                <a:lnTo>
                  <a:pt x="242726" y="43221"/>
                </a:lnTo>
                <a:lnTo>
                  <a:pt x="241562" y="42380"/>
                </a:lnTo>
                <a:close/>
                <a:moveTo>
                  <a:pt x="155563" y="11960"/>
                </a:moveTo>
                <a:lnTo>
                  <a:pt x="157526" y="13583"/>
                </a:lnTo>
                <a:lnTo>
                  <a:pt x="154581" y="12771"/>
                </a:lnTo>
                <a:close/>
                <a:moveTo>
                  <a:pt x="167613" y="125512"/>
                </a:moveTo>
                <a:lnTo>
                  <a:pt x="168714" y="126169"/>
                </a:lnTo>
                <a:lnTo>
                  <a:pt x="167063" y="125840"/>
                </a:lnTo>
                <a:close/>
                <a:moveTo>
                  <a:pt x="108197" y="32876"/>
                </a:moveTo>
                <a:lnTo>
                  <a:pt x="108577" y="33392"/>
                </a:lnTo>
                <a:lnTo>
                  <a:pt x="108008" y="33134"/>
                </a:lnTo>
                <a:close/>
                <a:moveTo>
                  <a:pt x="244700" y="50024"/>
                </a:moveTo>
                <a:lnTo>
                  <a:pt x="245235" y="50953"/>
                </a:lnTo>
                <a:lnTo>
                  <a:pt x="244432" y="50488"/>
                </a:lnTo>
                <a:close/>
                <a:moveTo>
                  <a:pt x="72727" y="184244"/>
                </a:moveTo>
                <a:lnTo>
                  <a:pt x="74537" y="185078"/>
                </a:lnTo>
                <a:lnTo>
                  <a:pt x="71822" y="184661"/>
                </a:lnTo>
                <a:close/>
                <a:moveTo>
                  <a:pt x="274964" y="242823"/>
                </a:moveTo>
                <a:lnTo>
                  <a:pt x="275751" y="244034"/>
                </a:lnTo>
                <a:lnTo>
                  <a:pt x="274571" y="243429"/>
                </a:lnTo>
                <a:close/>
                <a:moveTo>
                  <a:pt x="285138" y="24356"/>
                </a:moveTo>
                <a:lnTo>
                  <a:pt x="286657" y="25246"/>
                </a:lnTo>
                <a:lnTo>
                  <a:pt x="284378" y="24801"/>
                </a:lnTo>
                <a:close/>
                <a:moveTo>
                  <a:pt x="153912" y="24562"/>
                </a:moveTo>
                <a:lnTo>
                  <a:pt x="155109" y="25749"/>
                </a:lnTo>
                <a:lnTo>
                  <a:pt x="153313" y="25156"/>
                </a:lnTo>
                <a:close/>
                <a:moveTo>
                  <a:pt x="94001" y="169369"/>
                </a:moveTo>
                <a:lnTo>
                  <a:pt x="94584" y="170977"/>
                </a:lnTo>
                <a:lnTo>
                  <a:pt x="93709" y="170173"/>
                </a:lnTo>
                <a:close/>
                <a:moveTo>
                  <a:pt x="205154" y="89555"/>
                </a:moveTo>
                <a:lnTo>
                  <a:pt x="207031" y="90773"/>
                </a:lnTo>
                <a:lnTo>
                  <a:pt x="204215" y="90164"/>
                </a:lnTo>
                <a:close/>
                <a:moveTo>
                  <a:pt x="100624" y="7788"/>
                </a:moveTo>
                <a:lnTo>
                  <a:pt x="101545" y="9472"/>
                </a:lnTo>
                <a:lnTo>
                  <a:pt x="100163" y="8630"/>
                </a:lnTo>
                <a:close/>
                <a:moveTo>
                  <a:pt x="224167" y="251796"/>
                </a:moveTo>
                <a:lnTo>
                  <a:pt x="225267" y="252902"/>
                </a:lnTo>
                <a:lnTo>
                  <a:pt x="223618" y="252349"/>
                </a:lnTo>
                <a:close/>
                <a:moveTo>
                  <a:pt x="187265" y="98045"/>
                </a:moveTo>
                <a:lnTo>
                  <a:pt x="188956" y="99498"/>
                </a:lnTo>
                <a:lnTo>
                  <a:pt x="186419" y="98771"/>
                </a:lnTo>
                <a:close/>
                <a:moveTo>
                  <a:pt x="44050" y="47436"/>
                </a:moveTo>
                <a:lnTo>
                  <a:pt x="45102" y="48862"/>
                </a:lnTo>
                <a:lnTo>
                  <a:pt x="43525" y="48149"/>
                </a:lnTo>
                <a:close/>
                <a:moveTo>
                  <a:pt x="248384" y="268178"/>
                </a:moveTo>
                <a:lnTo>
                  <a:pt x="249474" y="269705"/>
                </a:lnTo>
                <a:lnTo>
                  <a:pt x="247839" y="268941"/>
                </a:lnTo>
                <a:close/>
                <a:moveTo>
                  <a:pt x="210636" y="43565"/>
                </a:moveTo>
                <a:lnTo>
                  <a:pt x="212572" y="44548"/>
                </a:lnTo>
                <a:lnTo>
                  <a:pt x="209667" y="44057"/>
                </a:lnTo>
                <a:close/>
                <a:moveTo>
                  <a:pt x="236673" y="53123"/>
                </a:moveTo>
                <a:lnTo>
                  <a:pt x="238211" y="53948"/>
                </a:lnTo>
                <a:lnTo>
                  <a:pt x="235904" y="53536"/>
                </a:lnTo>
                <a:close/>
                <a:moveTo>
                  <a:pt x="222761" y="127791"/>
                </a:moveTo>
                <a:lnTo>
                  <a:pt x="224431" y="129215"/>
                </a:lnTo>
                <a:lnTo>
                  <a:pt x="221926" y="128503"/>
                </a:lnTo>
                <a:close/>
                <a:moveTo>
                  <a:pt x="178737" y="213743"/>
                </a:moveTo>
                <a:lnTo>
                  <a:pt x="180207" y="214844"/>
                </a:lnTo>
                <a:lnTo>
                  <a:pt x="178002" y="214293"/>
                </a:lnTo>
                <a:close/>
                <a:moveTo>
                  <a:pt x="193774" y="110726"/>
                </a:moveTo>
                <a:lnTo>
                  <a:pt x="195774" y="111697"/>
                </a:lnTo>
                <a:lnTo>
                  <a:pt x="192775" y="111211"/>
                </a:lnTo>
                <a:close/>
                <a:moveTo>
                  <a:pt x="139479" y="68539"/>
                </a:moveTo>
                <a:lnTo>
                  <a:pt x="140582" y="70189"/>
                </a:lnTo>
                <a:lnTo>
                  <a:pt x="138928" y="69364"/>
                </a:lnTo>
                <a:close/>
                <a:moveTo>
                  <a:pt x="77859" y="147410"/>
                </a:moveTo>
                <a:lnTo>
                  <a:pt x="78658" y="147971"/>
                </a:lnTo>
                <a:lnTo>
                  <a:pt x="77460" y="147691"/>
                </a:lnTo>
                <a:close/>
                <a:moveTo>
                  <a:pt x="261289" y="187998"/>
                </a:moveTo>
                <a:lnTo>
                  <a:pt x="263165" y="188971"/>
                </a:lnTo>
                <a:lnTo>
                  <a:pt x="260350" y="188485"/>
                </a:lnTo>
                <a:close/>
                <a:moveTo>
                  <a:pt x="238798" y="178423"/>
                </a:moveTo>
                <a:lnTo>
                  <a:pt x="240788" y="179606"/>
                </a:lnTo>
                <a:lnTo>
                  <a:pt x="237802" y="179015"/>
                </a:lnTo>
                <a:close/>
                <a:moveTo>
                  <a:pt x="45685" y="181624"/>
                </a:moveTo>
                <a:lnTo>
                  <a:pt x="46865" y="182639"/>
                </a:lnTo>
                <a:lnTo>
                  <a:pt x="45094" y="182131"/>
                </a:lnTo>
                <a:close/>
                <a:moveTo>
                  <a:pt x="209813" y="133859"/>
                </a:moveTo>
                <a:lnTo>
                  <a:pt x="211910" y="135188"/>
                </a:lnTo>
                <a:lnTo>
                  <a:pt x="208764" y="134524"/>
                </a:lnTo>
                <a:close/>
                <a:moveTo>
                  <a:pt x="135229" y="39380"/>
                </a:moveTo>
                <a:lnTo>
                  <a:pt x="137272" y="40330"/>
                </a:lnTo>
                <a:lnTo>
                  <a:pt x="134208" y="39855"/>
                </a:lnTo>
                <a:close/>
                <a:moveTo>
                  <a:pt x="50157" y="153678"/>
                </a:moveTo>
                <a:lnTo>
                  <a:pt x="51971" y="154065"/>
                </a:lnTo>
                <a:lnTo>
                  <a:pt x="49250" y="153871"/>
                </a:lnTo>
                <a:close/>
                <a:moveTo>
                  <a:pt x="221510" y="21354"/>
                </a:moveTo>
                <a:lnTo>
                  <a:pt x="222899" y="22939"/>
                </a:lnTo>
                <a:lnTo>
                  <a:pt x="220815" y="22147"/>
                </a:lnTo>
                <a:close/>
                <a:moveTo>
                  <a:pt x="252931" y="147680"/>
                </a:moveTo>
                <a:lnTo>
                  <a:pt x="253333" y="149158"/>
                </a:lnTo>
                <a:lnTo>
                  <a:pt x="252729" y="148419"/>
                </a:lnTo>
                <a:close/>
                <a:moveTo>
                  <a:pt x="187096" y="227600"/>
                </a:moveTo>
                <a:lnTo>
                  <a:pt x="188578" y="229351"/>
                </a:lnTo>
                <a:lnTo>
                  <a:pt x="186355" y="228475"/>
                </a:lnTo>
                <a:close/>
                <a:moveTo>
                  <a:pt x="106000" y="198807"/>
                </a:moveTo>
                <a:lnTo>
                  <a:pt x="106538" y="200092"/>
                </a:lnTo>
                <a:lnTo>
                  <a:pt x="105731" y="199449"/>
                </a:lnTo>
                <a:close/>
                <a:moveTo>
                  <a:pt x="11517" y="38901"/>
                </a:moveTo>
                <a:lnTo>
                  <a:pt x="13554" y="40027"/>
                </a:lnTo>
                <a:lnTo>
                  <a:pt x="10498" y="39464"/>
                </a:lnTo>
                <a:close/>
                <a:moveTo>
                  <a:pt x="135796" y="226495"/>
                </a:moveTo>
                <a:lnTo>
                  <a:pt x="137341" y="226937"/>
                </a:lnTo>
                <a:lnTo>
                  <a:pt x="135023" y="226716"/>
                </a:lnTo>
                <a:close/>
                <a:moveTo>
                  <a:pt x="118720" y="233920"/>
                </a:moveTo>
                <a:lnTo>
                  <a:pt x="119624" y="235301"/>
                </a:lnTo>
                <a:lnTo>
                  <a:pt x="118268" y="234610"/>
                </a:lnTo>
                <a:close/>
                <a:moveTo>
                  <a:pt x="234090" y="75768"/>
                </a:moveTo>
                <a:lnTo>
                  <a:pt x="236270" y="76230"/>
                </a:lnTo>
                <a:lnTo>
                  <a:pt x="233000" y="75999"/>
                </a:lnTo>
                <a:close/>
                <a:moveTo>
                  <a:pt x="89671" y="212486"/>
                </a:moveTo>
                <a:lnTo>
                  <a:pt x="91178" y="212826"/>
                </a:lnTo>
                <a:lnTo>
                  <a:pt x="88918" y="212656"/>
                </a:lnTo>
                <a:close/>
                <a:moveTo>
                  <a:pt x="114508" y="180779"/>
                </a:moveTo>
                <a:lnTo>
                  <a:pt x="115750" y="181866"/>
                </a:lnTo>
                <a:lnTo>
                  <a:pt x="113887" y="181323"/>
                </a:lnTo>
                <a:close/>
                <a:moveTo>
                  <a:pt x="112717" y="28852"/>
                </a:moveTo>
                <a:lnTo>
                  <a:pt x="113579" y="29955"/>
                </a:lnTo>
                <a:lnTo>
                  <a:pt x="112286" y="29403"/>
                </a:lnTo>
                <a:close/>
                <a:moveTo>
                  <a:pt x="96912" y="246876"/>
                </a:moveTo>
                <a:lnTo>
                  <a:pt x="98249" y="248521"/>
                </a:lnTo>
                <a:lnTo>
                  <a:pt x="96244" y="247699"/>
                </a:lnTo>
                <a:close/>
                <a:moveTo>
                  <a:pt x="245272" y="170296"/>
                </a:moveTo>
                <a:lnTo>
                  <a:pt x="246126" y="171110"/>
                </a:lnTo>
                <a:lnTo>
                  <a:pt x="244845" y="170703"/>
                </a:lnTo>
                <a:close/>
                <a:moveTo>
                  <a:pt x="130695" y="214082"/>
                </a:moveTo>
                <a:lnTo>
                  <a:pt x="131950" y="215249"/>
                </a:lnTo>
                <a:lnTo>
                  <a:pt x="130067" y="214665"/>
                </a:lnTo>
                <a:close/>
                <a:moveTo>
                  <a:pt x="23425" y="275776"/>
                </a:moveTo>
                <a:lnTo>
                  <a:pt x="23906" y="276734"/>
                </a:lnTo>
                <a:lnTo>
                  <a:pt x="23185" y="276255"/>
                </a:lnTo>
                <a:close/>
                <a:moveTo>
                  <a:pt x="59812" y="81353"/>
                </a:moveTo>
                <a:lnTo>
                  <a:pt x="61143" y="82803"/>
                </a:lnTo>
                <a:lnTo>
                  <a:pt x="59147" y="82078"/>
                </a:lnTo>
                <a:close/>
                <a:moveTo>
                  <a:pt x="277871" y="103141"/>
                </a:moveTo>
                <a:lnTo>
                  <a:pt x="279615" y="104702"/>
                </a:lnTo>
                <a:lnTo>
                  <a:pt x="276998" y="103922"/>
                </a:lnTo>
                <a:close/>
                <a:moveTo>
                  <a:pt x="193543" y="267785"/>
                </a:moveTo>
                <a:lnTo>
                  <a:pt x="195575" y="268726"/>
                </a:lnTo>
                <a:lnTo>
                  <a:pt x="192527" y="268255"/>
                </a:lnTo>
                <a:close/>
                <a:moveTo>
                  <a:pt x="217729" y="67871"/>
                </a:moveTo>
                <a:lnTo>
                  <a:pt x="219673" y="68658"/>
                </a:lnTo>
                <a:lnTo>
                  <a:pt x="216757" y="68264"/>
                </a:lnTo>
                <a:close/>
                <a:moveTo>
                  <a:pt x="208780" y="256390"/>
                </a:moveTo>
                <a:lnTo>
                  <a:pt x="210707" y="257288"/>
                </a:lnTo>
                <a:lnTo>
                  <a:pt x="207817" y="256839"/>
                </a:lnTo>
                <a:close/>
                <a:moveTo>
                  <a:pt x="45987" y="7605"/>
                </a:moveTo>
                <a:lnTo>
                  <a:pt x="46630" y="9397"/>
                </a:lnTo>
                <a:lnTo>
                  <a:pt x="45666" y="8501"/>
                </a:lnTo>
                <a:close/>
                <a:moveTo>
                  <a:pt x="210271" y="254695"/>
                </a:moveTo>
                <a:lnTo>
                  <a:pt x="211416" y="256407"/>
                </a:lnTo>
                <a:lnTo>
                  <a:pt x="209698" y="255551"/>
                </a:lnTo>
                <a:close/>
                <a:moveTo>
                  <a:pt x="262988" y="129129"/>
                </a:moveTo>
                <a:lnTo>
                  <a:pt x="264240" y="130115"/>
                </a:lnTo>
                <a:lnTo>
                  <a:pt x="262363" y="129622"/>
                </a:lnTo>
                <a:close/>
                <a:moveTo>
                  <a:pt x="85006" y="151844"/>
                </a:moveTo>
                <a:lnTo>
                  <a:pt x="86635" y="153256"/>
                </a:lnTo>
                <a:lnTo>
                  <a:pt x="84191" y="152550"/>
                </a:lnTo>
                <a:close/>
                <a:moveTo>
                  <a:pt x="69544" y="148630"/>
                </a:moveTo>
                <a:lnTo>
                  <a:pt x="70290" y="150076"/>
                </a:lnTo>
                <a:lnTo>
                  <a:pt x="69172" y="149353"/>
                </a:lnTo>
                <a:close/>
                <a:moveTo>
                  <a:pt x="283857" y="70087"/>
                </a:moveTo>
                <a:lnTo>
                  <a:pt x="285577" y="70852"/>
                </a:lnTo>
                <a:lnTo>
                  <a:pt x="282996" y="70469"/>
                </a:lnTo>
                <a:close/>
                <a:moveTo>
                  <a:pt x="94868" y="18207"/>
                </a:moveTo>
                <a:lnTo>
                  <a:pt x="95899" y="19193"/>
                </a:lnTo>
                <a:lnTo>
                  <a:pt x="94352" y="18700"/>
                </a:lnTo>
                <a:close/>
                <a:moveTo>
                  <a:pt x="263820" y="128714"/>
                </a:moveTo>
                <a:lnTo>
                  <a:pt x="264810" y="129318"/>
                </a:lnTo>
                <a:lnTo>
                  <a:pt x="263325" y="129016"/>
                </a:lnTo>
                <a:close/>
                <a:moveTo>
                  <a:pt x="207727" y="125656"/>
                </a:moveTo>
                <a:lnTo>
                  <a:pt x="208973" y="126376"/>
                </a:lnTo>
                <a:lnTo>
                  <a:pt x="207104" y="126016"/>
                </a:lnTo>
                <a:close/>
                <a:moveTo>
                  <a:pt x="175128" y="154024"/>
                </a:moveTo>
                <a:lnTo>
                  <a:pt x="176949" y="155475"/>
                </a:lnTo>
                <a:lnTo>
                  <a:pt x="174218" y="154750"/>
                </a:lnTo>
                <a:close/>
                <a:moveTo>
                  <a:pt x="188600" y="15435"/>
                </a:moveTo>
                <a:lnTo>
                  <a:pt x="189513" y="16590"/>
                </a:lnTo>
                <a:lnTo>
                  <a:pt x="188144" y="16012"/>
                </a:lnTo>
                <a:close/>
                <a:moveTo>
                  <a:pt x="86174" y="50985"/>
                </a:moveTo>
                <a:lnTo>
                  <a:pt x="88313" y="51573"/>
                </a:lnTo>
                <a:lnTo>
                  <a:pt x="85104" y="51279"/>
                </a:lnTo>
                <a:close/>
                <a:moveTo>
                  <a:pt x="51914" y="14784"/>
                </a:moveTo>
                <a:lnTo>
                  <a:pt x="53769" y="15267"/>
                </a:lnTo>
                <a:lnTo>
                  <a:pt x="50987" y="15026"/>
                </a:lnTo>
                <a:close/>
                <a:moveTo>
                  <a:pt x="276829" y="251795"/>
                </a:moveTo>
                <a:lnTo>
                  <a:pt x="278639" y="252188"/>
                </a:lnTo>
                <a:lnTo>
                  <a:pt x="275923" y="251992"/>
                </a:lnTo>
                <a:close/>
                <a:moveTo>
                  <a:pt x="2818" y="201168"/>
                </a:moveTo>
                <a:lnTo>
                  <a:pt x="4202" y="202143"/>
                </a:lnTo>
                <a:lnTo>
                  <a:pt x="2126" y="201656"/>
                </a:lnTo>
                <a:close/>
                <a:moveTo>
                  <a:pt x="21731" y="97907"/>
                </a:moveTo>
                <a:lnTo>
                  <a:pt x="22775" y="99330"/>
                </a:lnTo>
                <a:lnTo>
                  <a:pt x="21209" y="98618"/>
                </a:lnTo>
                <a:close/>
                <a:moveTo>
                  <a:pt x="88695" y="24073"/>
                </a:moveTo>
                <a:lnTo>
                  <a:pt x="89453" y="24559"/>
                </a:lnTo>
                <a:lnTo>
                  <a:pt x="88316" y="24316"/>
                </a:lnTo>
                <a:close/>
                <a:moveTo>
                  <a:pt x="47116" y="113007"/>
                </a:moveTo>
                <a:lnTo>
                  <a:pt x="47854" y="114136"/>
                </a:lnTo>
                <a:lnTo>
                  <a:pt x="46748" y="113571"/>
                </a:lnTo>
                <a:close/>
                <a:moveTo>
                  <a:pt x="274191" y="145419"/>
                </a:moveTo>
                <a:lnTo>
                  <a:pt x="275787" y="146834"/>
                </a:lnTo>
                <a:lnTo>
                  <a:pt x="273392" y="146127"/>
                </a:lnTo>
                <a:close/>
                <a:moveTo>
                  <a:pt x="34917" y="231545"/>
                </a:moveTo>
                <a:lnTo>
                  <a:pt x="36809" y="233132"/>
                </a:lnTo>
                <a:lnTo>
                  <a:pt x="33971" y="232339"/>
                </a:lnTo>
                <a:close/>
                <a:moveTo>
                  <a:pt x="147870" y="121487"/>
                </a:moveTo>
                <a:lnTo>
                  <a:pt x="150016" y="122508"/>
                </a:lnTo>
                <a:lnTo>
                  <a:pt x="146797" y="121997"/>
                </a:lnTo>
                <a:close/>
                <a:moveTo>
                  <a:pt x="68181" y="193571"/>
                </a:moveTo>
                <a:lnTo>
                  <a:pt x="69526" y="194709"/>
                </a:lnTo>
                <a:lnTo>
                  <a:pt x="67509" y="194140"/>
                </a:lnTo>
                <a:close/>
                <a:moveTo>
                  <a:pt x="131920" y="105159"/>
                </a:moveTo>
                <a:lnTo>
                  <a:pt x="132756" y="105657"/>
                </a:lnTo>
                <a:lnTo>
                  <a:pt x="131502" y="105408"/>
                </a:lnTo>
                <a:close/>
                <a:moveTo>
                  <a:pt x="139181" y="236322"/>
                </a:moveTo>
                <a:lnTo>
                  <a:pt x="141339" y="237168"/>
                </a:lnTo>
                <a:lnTo>
                  <a:pt x="138102" y="236745"/>
                </a:lnTo>
                <a:close/>
                <a:moveTo>
                  <a:pt x="278518" y="135433"/>
                </a:moveTo>
                <a:lnTo>
                  <a:pt x="280609" y="135785"/>
                </a:lnTo>
                <a:lnTo>
                  <a:pt x="277473" y="135609"/>
                </a:lnTo>
                <a:close/>
                <a:moveTo>
                  <a:pt x="2916" y="226816"/>
                </a:moveTo>
                <a:lnTo>
                  <a:pt x="3337" y="228325"/>
                </a:lnTo>
                <a:lnTo>
                  <a:pt x="2706" y="227570"/>
                </a:lnTo>
                <a:close/>
                <a:moveTo>
                  <a:pt x="202009" y="13451"/>
                </a:moveTo>
                <a:lnTo>
                  <a:pt x="203343" y="14895"/>
                </a:lnTo>
                <a:lnTo>
                  <a:pt x="201342" y="14173"/>
                </a:lnTo>
                <a:close/>
                <a:moveTo>
                  <a:pt x="74985" y="205040"/>
                </a:moveTo>
                <a:lnTo>
                  <a:pt x="75590" y="205446"/>
                </a:lnTo>
                <a:lnTo>
                  <a:pt x="74682" y="205243"/>
                </a:lnTo>
                <a:close/>
                <a:moveTo>
                  <a:pt x="233252" y="105708"/>
                </a:moveTo>
                <a:lnTo>
                  <a:pt x="233659" y="106769"/>
                </a:lnTo>
                <a:lnTo>
                  <a:pt x="233049" y="106239"/>
                </a:lnTo>
                <a:close/>
                <a:moveTo>
                  <a:pt x="16214" y="280965"/>
                </a:moveTo>
                <a:lnTo>
                  <a:pt x="18205" y="281839"/>
                </a:lnTo>
                <a:lnTo>
                  <a:pt x="15218" y="281402"/>
                </a:lnTo>
                <a:close/>
                <a:moveTo>
                  <a:pt x="163430" y="277476"/>
                </a:moveTo>
                <a:lnTo>
                  <a:pt x="165361" y="279188"/>
                </a:lnTo>
                <a:lnTo>
                  <a:pt x="162465" y="278332"/>
                </a:lnTo>
                <a:close/>
                <a:moveTo>
                  <a:pt x="41071" y="281728"/>
                </a:moveTo>
                <a:lnTo>
                  <a:pt x="42424" y="282998"/>
                </a:lnTo>
                <a:lnTo>
                  <a:pt x="40394" y="282363"/>
                </a:lnTo>
                <a:close/>
                <a:moveTo>
                  <a:pt x="227217" y="175497"/>
                </a:moveTo>
                <a:lnTo>
                  <a:pt x="228990" y="176246"/>
                </a:lnTo>
                <a:lnTo>
                  <a:pt x="226330" y="175872"/>
                </a:lnTo>
                <a:close/>
                <a:moveTo>
                  <a:pt x="150332" y="273727"/>
                </a:moveTo>
                <a:lnTo>
                  <a:pt x="151282" y="274320"/>
                </a:lnTo>
                <a:lnTo>
                  <a:pt x="149857" y="274023"/>
                </a:lnTo>
                <a:close/>
                <a:moveTo>
                  <a:pt x="137263" y="135362"/>
                </a:moveTo>
                <a:lnTo>
                  <a:pt x="137632" y="136587"/>
                </a:lnTo>
                <a:lnTo>
                  <a:pt x="137078" y="135974"/>
                </a:lnTo>
                <a:close/>
                <a:moveTo>
                  <a:pt x="6194" y="89327"/>
                </a:moveTo>
                <a:lnTo>
                  <a:pt x="8234" y="90568"/>
                </a:lnTo>
                <a:lnTo>
                  <a:pt x="5174" y="89948"/>
                </a:lnTo>
                <a:close/>
                <a:moveTo>
                  <a:pt x="203443" y="243724"/>
                </a:moveTo>
                <a:lnTo>
                  <a:pt x="204039" y="244338"/>
                </a:lnTo>
                <a:lnTo>
                  <a:pt x="203144" y="244031"/>
                </a:lnTo>
                <a:close/>
                <a:moveTo>
                  <a:pt x="257617" y="140746"/>
                </a:moveTo>
                <a:lnTo>
                  <a:pt x="259492" y="142386"/>
                </a:lnTo>
                <a:lnTo>
                  <a:pt x="256680" y="141566"/>
                </a:lnTo>
                <a:close/>
                <a:moveTo>
                  <a:pt x="75660" y="124065"/>
                </a:moveTo>
                <a:lnTo>
                  <a:pt x="77124" y="124947"/>
                </a:lnTo>
                <a:lnTo>
                  <a:pt x="74928" y="124506"/>
                </a:lnTo>
                <a:close/>
                <a:moveTo>
                  <a:pt x="258894" y="136305"/>
                </a:moveTo>
                <a:lnTo>
                  <a:pt x="260264" y="137598"/>
                </a:lnTo>
                <a:lnTo>
                  <a:pt x="258209" y="136952"/>
                </a:lnTo>
                <a:close/>
                <a:moveTo>
                  <a:pt x="287175" y="212305"/>
                </a:moveTo>
                <a:lnTo>
                  <a:pt x="288981" y="213334"/>
                </a:lnTo>
                <a:lnTo>
                  <a:pt x="286271" y="212819"/>
                </a:lnTo>
                <a:close/>
                <a:moveTo>
                  <a:pt x="265945" y="128798"/>
                </a:moveTo>
                <a:lnTo>
                  <a:pt x="267801" y="130194"/>
                </a:lnTo>
                <a:lnTo>
                  <a:pt x="265016" y="129496"/>
                </a:lnTo>
                <a:close/>
                <a:moveTo>
                  <a:pt x="158008" y="25223"/>
                </a:moveTo>
                <a:lnTo>
                  <a:pt x="158396" y="26418"/>
                </a:lnTo>
                <a:lnTo>
                  <a:pt x="157813" y="25820"/>
                </a:lnTo>
                <a:close/>
                <a:moveTo>
                  <a:pt x="120987" y="44055"/>
                </a:moveTo>
                <a:lnTo>
                  <a:pt x="122015" y="45284"/>
                </a:lnTo>
                <a:lnTo>
                  <a:pt x="120474" y="44669"/>
                </a:lnTo>
                <a:close/>
                <a:moveTo>
                  <a:pt x="214747" y="210969"/>
                </a:moveTo>
                <a:lnTo>
                  <a:pt x="215287" y="212117"/>
                </a:lnTo>
                <a:lnTo>
                  <a:pt x="214476" y="211543"/>
                </a:lnTo>
                <a:close/>
                <a:moveTo>
                  <a:pt x="162624" y="55589"/>
                </a:moveTo>
                <a:lnTo>
                  <a:pt x="164178" y="56077"/>
                </a:lnTo>
                <a:lnTo>
                  <a:pt x="161848" y="55833"/>
                </a:lnTo>
                <a:close/>
                <a:moveTo>
                  <a:pt x="178070" y="65707"/>
                </a:moveTo>
                <a:lnTo>
                  <a:pt x="179414" y="67367"/>
                </a:lnTo>
                <a:lnTo>
                  <a:pt x="177398" y="66537"/>
                </a:lnTo>
                <a:close/>
                <a:moveTo>
                  <a:pt x="112341" y="282394"/>
                </a:moveTo>
                <a:lnTo>
                  <a:pt x="113110" y="283207"/>
                </a:lnTo>
                <a:lnTo>
                  <a:pt x="111956" y="282801"/>
                </a:lnTo>
                <a:close/>
                <a:moveTo>
                  <a:pt x="152128" y="74481"/>
                </a:moveTo>
                <a:lnTo>
                  <a:pt x="152679" y="76170"/>
                </a:lnTo>
                <a:lnTo>
                  <a:pt x="151853" y="75325"/>
                </a:lnTo>
                <a:close/>
                <a:moveTo>
                  <a:pt x="251273" y="221413"/>
                </a:moveTo>
                <a:lnTo>
                  <a:pt x="252201" y="223139"/>
                </a:lnTo>
                <a:lnTo>
                  <a:pt x="250809" y="222276"/>
                </a:lnTo>
                <a:close/>
                <a:moveTo>
                  <a:pt x="40348" y="3437"/>
                </a:moveTo>
                <a:lnTo>
                  <a:pt x="42342" y="4558"/>
                </a:lnTo>
                <a:lnTo>
                  <a:pt x="39351" y="3998"/>
                </a:lnTo>
                <a:close/>
                <a:moveTo>
                  <a:pt x="244151" y="43440"/>
                </a:moveTo>
                <a:lnTo>
                  <a:pt x="245133" y="44402"/>
                </a:lnTo>
                <a:lnTo>
                  <a:pt x="243659" y="43921"/>
                </a:lnTo>
                <a:close/>
                <a:moveTo>
                  <a:pt x="93419" y="198076"/>
                </a:moveTo>
                <a:lnTo>
                  <a:pt x="94718" y="198492"/>
                </a:lnTo>
                <a:lnTo>
                  <a:pt x="92770" y="198284"/>
                </a:lnTo>
                <a:close/>
                <a:moveTo>
                  <a:pt x="94048" y="177760"/>
                </a:moveTo>
                <a:lnTo>
                  <a:pt x="94542" y="179023"/>
                </a:lnTo>
                <a:lnTo>
                  <a:pt x="93801" y="178391"/>
                </a:lnTo>
                <a:close/>
                <a:moveTo>
                  <a:pt x="17628" y="178594"/>
                </a:moveTo>
                <a:lnTo>
                  <a:pt x="18038" y="179279"/>
                </a:lnTo>
                <a:lnTo>
                  <a:pt x="17422" y="178936"/>
                </a:lnTo>
                <a:close/>
                <a:moveTo>
                  <a:pt x="41618" y="183584"/>
                </a:moveTo>
                <a:lnTo>
                  <a:pt x="42072" y="184778"/>
                </a:lnTo>
                <a:lnTo>
                  <a:pt x="41391" y="184181"/>
                </a:lnTo>
                <a:close/>
                <a:moveTo>
                  <a:pt x="173020" y="170630"/>
                </a:moveTo>
                <a:lnTo>
                  <a:pt x="175169" y="171144"/>
                </a:lnTo>
                <a:lnTo>
                  <a:pt x="171945" y="170887"/>
                </a:lnTo>
                <a:close/>
                <a:moveTo>
                  <a:pt x="162354" y="168597"/>
                </a:moveTo>
                <a:lnTo>
                  <a:pt x="164071" y="169010"/>
                </a:lnTo>
                <a:lnTo>
                  <a:pt x="161495" y="168804"/>
                </a:lnTo>
                <a:close/>
                <a:moveTo>
                  <a:pt x="266021" y="50944"/>
                </a:moveTo>
                <a:lnTo>
                  <a:pt x="266970" y="51274"/>
                </a:lnTo>
                <a:lnTo>
                  <a:pt x="265547" y="51109"/>
                </a:lnTo>
                <a:close/>
                <a:moveTo>
                  <a:pt x="78138" y="110655"/>
                </a:moveTo>
                <a:lnTo>
                  <a:pt x="79109" y="112102"/>
                </a:lnTo>
                <a:lnTo>
                  <a:pt x="77652" y="111379"/>
                </a:lnTo>
                <a:close/>
                <a:moveTo>
                  <a:pt x="201796" y="108613"/>
                </a:moveTo>
                <a:lnTo>
                  <a:pt x="203617" y="109933"/>
                </a:lnTo>
                <a:lnTo>
                  <a:pt x="200886" y="109273"/>
                </a:lnTo>
                <a:close/>
                <a:moveTo>
                  <a:pt x="256481" y="62643"/>
                </a:moveTo>
                <a:lnTo>
                  <a:pt x="258546" y="64179"/>
                </a:lnTo>
                <a:lnTo>
                  <a:pt x="255449" y="63411"/>
                </a:lnTo>
                <a:close/>
                <a:moveTo>
                  <a:pt x="251440" y="163467"/>
                </a:moveTo>
                <a:lnTo>
                  <a:pt x="251847" y="164582"/>
                </a:lnTo>
                <a:lnTo>
                  <a:pt x="251237" y="164025"/>
                </a:lnTo>
                <a:close/>
                <a:moveTo>
                  <a:pt x="132021" y="225072"/>
                </a:moveTo>
                <a:lnTo>
                  <a:pt x="133272" y="225815"/>
                </a:lnTo>
                <a:lnTo>
                  <a:pt x="131395" y="225444"/>
                </a:lnTo>
                <a:close/>
                <a:moveTo>
                  <a:pt x="205937" y="194262"/>
                </a:moveTo>
                <a:lnTo>
                  <a:pt x="206657" y="194955"/>
                </a:lnTo>
                <a:lnTo>
                  <a:pt x="205577" y="194608"/>
                </a:lnTo>
                <a:close/>
                <a:moveTo>
                  <a:pt x="17783" y="79480"/>
                </a:moveTo>
                <a:lnTo>
                  <a:pt x="18935" y="80829"/>
                </a:lnTo>
                <a:lnTo>
                  <a:pt x="17207" y="80154"/>
                </a:lnTo>
                <a:close/>
                <a:moveTo>
                  <a:pt x="253481" y="79348"/>
                </a:moveTo>
                <a:lnTo>
                  <a:pt x="255667" y="81023"/>
                </a:lnTo>
                <a:lnTo>
                  <a:pt x="252389" y="80185"/>
                </a:lnTo>
                <a:close/>
                <a:moveTo>
                  <a:pt x="253370" y="212912"/>
                </a:moveTo>
                <a:lnTo>
                  <a:pt x="255430" y="214430"/>
                </a:lnTo>
                <a:lnTo>
                  <a:pt x="252340" y="213671"/>
                </a:lnTo>
                <a:close/>
                <a:moveTo>
                  <a:pt x="18773" y="127215"/>
                </a:moveTo>
                <a:lnTo>
                  <a:pt x="20832" y="128933"/>
                </a:lnTo>
                <a:lnTo>
                  <a:pt x="17743" y="128074"/>
                </a:lnTo>
                <a:close/>
                <a:moveTo>
                  <a:pt x="215963" y="14434"/>
                </a:moveTo>
                <a:lnTo>
                  <a:pt x="217721" y="14735"/>
                </a:lnTo>
                <a:lnTo>
                  <a:pt x="215084" y="14584"/>
                </a:lnTo>
                <a:close/>
                <a:moveTo>
                  <a:pt x="18263" y="240948"/>
                </a:moveTo>
                <a:lnTo>
                  <a:pt x="20148" y="241846"/>
                </a:lnTo>
                <a:lnTo>
                  <a:pt x="17320" y="241397"/>
                </a:lnTo>
                <a:close/>
                <a:moveTo>
                  <a:pt x="12482" y="231164"/>
                </a:moveTo>
                <a:lnTo>
                  <a:pt x="14358" y="232211"/>
                </a:lnTo>
                <a:lnTo>
                  <a:pt x="11544" y="231688"/>
                </a:lnTo>
                <a:close/>
                <a:moveTo>
                  <a:pt x="123988" y="169056"/>
                </a:moveTo>
                <a:lnTo>
                  <a:pt x="124643" y="169668"/>
                </a:lnTo>
                <a:lnTo>
                  <a:pt x="123660" y="169362"/>
                </a:lnTo>
                <a:close/>
                <a:moveTo>
                  <a:pt x="278991" y="120541"/>
                </a:moveTo>
                <a:lnTo>
                  <a:pt x="280310" y="121958"/>
                </a:lnTo>
                <a:lnTo>
                  <a:pt x="278332" y="121250"/>
                </a:lnTo>
                <a:close/>
                <a:moveTo>
                  <a:pt x="193747" y="120704"/>
                </a:moveTo>
                <a:lnTo>
                  <a:pt x="195921" y="121289"/>
                </a:lnTo>
                <a:lnTo>
                  <a:pt x="192660" y="120996"/>
                </a:lnTo>
                <a:close/>
                <a:moveTo>
                  <a:pt x="156231" y="209519"/>
                </a:moveTo>
                <a:lnTo>
                  <a:pt x="157603" y="210898"/>
                </a:lnTo>
                <a:lnTo>
                  <a:pt x="155544" y="210208"/>
                </a:lnTo>
                <a:close/>
                <a:moveTo>
                  <a:pt x="54704" y="109783"/>
                </a:moveTo>
                <a:lnTo>
                  <a:pt x="55498" y="110766"/>
                </a:lnTo>
                <a:lnTo>
                  <a:pt x="54306" y="110274"/>
                </a:lnTo>
                <a:close/>
                <a:moveTo>
                  <a:pt x="200245" y="85384"/>
                </a:moveTo>
                <a:lnTo>
                  <a:pt x="201784" y="86314"/>
                </a:lnTo>
                <a:lnTo>
                  <a:pt x="199476" y="85849"/>
                </a:lnTo>
                <a:close/>
                <a:moveTo>
                  <a:pt x="282182" y="135271"/>
                </a:moveTo>
                <a:lnTo>
                  <a:pt x="283548" y="136211"/>
                </a:lnTo>
                <a:lnTo>
                  <a:pt x="281499" y="135741"/>
                </a:lnTo>
                <a:close/>
                <a:moveTo>
                  <a:pt x="210339" y="159022"/>
                </a:moveTo>
                <a:lnTo>
                  <a:pt x="210951" y="160475"/>
                </a:lnTo>
                <a:lnTo>
                  <a:pt x="210032" y="159748"/>
                </a:lnTo>
                <a:close/>
                <a:moveTo>
                  <a:pt x="232508" y="3618"/>
                </a:moveTo>
                <a:lnTo>
                  <a:pt x="234014" y="4094"/>
                </a:lnTo>
                <a:lnTo>
                  <a:pt x="231755" y="3856"/>
                </a:lnTo>
                <a:close/>
                <a:moveTo>
                  <a:pt x="237770" y="188295"/>
                </a:moveTo>
                <a:lnTo>
                  <a:pt x="239074" y="189334"/>
                </a:lnTo>
                <a:lnTo>
                  <a:pt x="237118" y="188814"/>
                </a:lnTo>
                <a:close/>
                <a:moveTo>
                  <a:pt x="68501" y="138800"/>
                </a:moveTo>
                <a:lnTo>
                  <a:pt x="69117" y="140010"/>
                </a:lnTo>
                <a:lnTo>
                  <a:pt x="68193" y="139405"/>
                </a:lnTo>
                <a:close/>
                <a:moveTo>
                  <a:pt x="146495" y="69010"/>
                </a:moveTo>
                <a:lnTo>
                  <a:pt x="147706" y="69536"/>
                </a:lnTo>
                <a:lnTo>
                  <a:pt x="145889" y="69273"/>
                </a:lnTo>
                <a:close/>
                <a:moveTo>
                  <a:pt x="55449" y="234608"/>
                </a:moveTo>
                <a:lnTo>
                  <a:pt x="55877" y="235283"/>
                </a:lnTo>
                <a:lnTo>
                  <a:pt x="55235" y="234945"/>
                </a:lnTo>
                <a:close/>
                <a:moveTo>
                  <a:pt x="39171" y="168056"/>
                </a:moveTo>
                <a:lnTo>
                  <a:pt x="40931" y="168473"/>
                </a:lnTo>
                <a:lnTo>
                  <a:pt x="38290" y="168265"/>
                </a:lnTo>
                <a:close/>
                <a:moveTo>
                  <a:pt x="223905" y="86782"/>
                </a:moveTo>
                <a:lnTo>
                  <a:pt x="224277" y="88353"/>
                </a:lnTo>
                <a:lnTo>
                  <a:pt x="223719" y="87568"/>
                </a:lnTo>
                <a:close/>
                <a:moveTo>
                  <a:pt x="166168" y="93742"/>
                </a:moveTo>
                <a:lnTo>
                  <a:pt x="167571" y="94489"/>
                </a:lnTo>
                <a:lnTo>
                  <a:pt x="165466" y="94116"/>
                </a:lnTo>
                <a:close/>
                <a:moveTo>
                  <a:pt x="84755" y="49894"/>
                </a:moveTo>
                <a:lnTo>
                  <a:pt x="86571" y="50366"/>
                </a:lnTo>
                <a:lnTo>
                  <a:pt x="83847" y="50130"/>
                </a:lnTo>
                <a:close/>
                <a:moveTo>
                  <a:pt x="257084" y="209853"/>
                </a:moveTo>
                <a:lnTo>
                  <a:pt x="258718" y="211416"/>
                </a:lnTo>
                <a:lnTo>
                  <a:pt x="256268" y="210635"/>
                </a:lnTo>
                <a:close/>
                <a:moveTo>
                  <a:pt x="78836" y="224798"/>
                </a:moveTo>
                <a:lnTo>
                  <a:pt x="80756" y="225927"/>
                </a:lnTo>
                <a:lnTo>
                  <a:pt x="77876" y="225363"/>
                </a:lnTo>
                <a:close/>
                <a:moveTo>
                  <a:pt x="185273" y="111075"/>
                </a:moveTo>
                <a:lnTo>
                  <a:pt x="186109" y="112553"/>
                </a:lnTo>
                <a:lnTo>
                  <a:pt x="184854" y="111814"/>
                </a:lnTo>
                <a:close/>
                <a:moveTo>
                  <a:pt x="60569" y="123066"/>
                </a:moveTo>
                <a:lnTo>
                  <a:pt x="61381" y="123381"/>
                </a:lnTo>
                <a:lnTo>
                  <a:pt x="60163" y="123223"/>
                </a:lnTo>
                <a:close/>
                <a:moveTo>
                  <a:pt x="136860" y="147823"/>
                </a:moveTo>
                <a:lnTo>
                  <a:pt x="139049" y="148734"/>
                </a:lnTo>
                <a:lnTo>
                  <a:pt x="135766" y="148278"/>
                </a:lnTo>
                <a:close/>
                <a:moveTo>
                  <a:pt x="124043" y="265755"/>
                </a:moveTo>
                <a:lnTo>
                  <a:pt x="125949" y="267333"/>
                </a:lnTo>
                <a:lnTo>
                  <a:pt x="123090" y="266544"/>
                </a:lnTo>
                <a:close/>
                <a:moveTo>
                  <a:pt x="122897" y="250088"/>
                </a:moveTo>
                <a:lnTo>
                  <a:pt x="124270" y="250569"/>
                </a:lnTo>
                <a:lnTo>
                  <a:pt x="122211" y="250328"/>
                </a:lnTo>
                <a:close/>
                <a:moveTo>
                  <a:pt x="219348" y="6677"/>
                </a:moveTo>
                <a:lnTo>
                  <a:pt x="221153" y="7869"/>
                </a:lnTo>
                <a:lnTo>
                  <a:pt x="218445" y="7273"/>
                </a:lnTo>
                <a:close/>
                <a:moveTo>
                  <a:pt x="185995" y="108460"/>
                </a:moveTo>
                <a:lnTo>
                  <a:pt x="186923" y="109653"/>
                </a:lnTo>
                <a:lnTo>
                  <a:pt x="185531" y="109057"/>
                </a:lnTo>
                <a:close/>
                <a:moveTo>
                  <a:pt x="119378" y="9949"/>
                </a:moveTo>
                <a:lnTo>
                  <a:pt x="121473" y="10356"/>
                </a:lnTo>
                <a:lnTo>
                  <a:pt x="118330" y="10152"/>
                </a:lnTo>
                <a:close/>
                <a:moveTo>
                  <a:pt x="72550" y="195003"/>
                </a:moveTo>
                <a:lnTo>
                  <a:pt x="74657" y="196005"/>
                </a:lnTo>
                <a:lnTo>
                  <a:pt x="71496" y="195504"/>
                </a:lnTo>
                <a:close/>
                <a:moveTo>
                  <a:pt x="121908" y="108672"/>
                </a:moveTo>
                <a:lnTo>
                  <a:pt x="122678" y="110282"/>
                </a:lnTo>
                <a:lnTo>
                  <a:pt x="121523" y="109477"/>
                </a:lnTo>
                <a:close/>
                <a:moveTo>
                  <a:pt x="170247" y="9174"/>
                </a:moveTo>
                <a:lnTo>
                  <a:pt x="171489" y="10864"/>
                </a:lnTo>
                <a:lnTo>
                  <a:pt x="169626" y="10019"/>
                </a:lnTo>
                <a:close/>
                <a:moveTo>
                  <a:pt x="13237" y="239822"/>
                </a:moveTo>
                <a:lnTo>
                  <a:pt x="14458" y="240773"/>
                </a:lnTo>
                <a:lnTo>
                  <a:pt x="12626" y="240297"/>
                </a:lnTo>
                <a:close/>
                <a:moveTo>
                  <a:pt x="137336" y="77565"/>
                </a:moveTo>
                <a:lnTo>
                  <a:pt x="137707" y="78124"/>
                </a:lnTo>
                <a:lnTo>
                  <a:pt x="137150" y="77844"/>
                </a:lnTo>
                <a:close/>
                <a:moveTo>
                  <a:pt x="134266" y="234031"/>
                </a:moveTo>
                <a:lnTo>
                  <a:pt x="135075" y="235756"/>
                </a:lnTo>
                <a:lnTo>
                  <a:pt x="133861" y="234893"/>
                </a:lnTo>
                <a:close/>
                <a:moveTo>
                  <a:pt x="91829" y="198800"/>
                </a:moveTo>
                <a:lnTo>
                  <a:pt x="93979" y="199849"/>
                </a:lnTo>
                <a:lnTo>
                  <a:pt x="90754" y="199324"/>
                </a:lnTo>
                <a:close/>
                <a:moveTo>
                  <a:pt x="221669" y="154442"/>
                </a:moveTo>
                <a:lnTo>
                  <a:pt x="223700" y="155652"/>
                </a:lnTo>
                <a:lnTo>
                  <a:pt x="220653" y="155047"/>
                </a:lnTo>
                <a:close/>
                <a:moveTo>
                  <a:pt x="111683" y="14526"/>
                </a:moveTo>
                <a:lnTo>
                  <a:pt x="113542" y="15178"/>
                </a:lnTo>
                <a:lnTo>
                  <a:pt x="110753" y="14852"/>
                </a:lnTo>
                <a:close/>
                <a:moveTo>
                  <a:pt x="281845" y="260075"/>
                </a:moveTo>
                <a:lnTo>
                  <a:pt x="282228" y="260434"/>
                </a:lnTo>
                <a:lnTo>
                  <a:pt x="281653" y="260254"/>
                </a:lnTo>
                <a:close/>
                <a:moveTo>
                  <a:pt x="273137" y="277253"/>
                </a:moveTo>
                <a:lnTo>
                  <a:pt x="274341" y="278550"/>
                </a:lnTo>
                <a:lnTo>
                  <a:pt x="272534" y="277902"/>
                </a:lnTo>
                <a:close/>
                <a:moveTo>
                  <a:pt x="208250" y="159260"/>
                </a:moveTo>
                <a:lnTo>
                  <a:pt x="209338" y="159928"/>
                </a:lnTo>
                <a:lnTo>
                  <a:pt x="207706" y="159594"/>
                </a:lnTo>
                <a:close/>
                <a:moveTo>
                  <a:pt x="239181" y="256555"/>
                </a:moveTo>
                <a:lnTo>
                  <a:pt x="240158" y="258114"/>
                </a:lnTo>
                <a:lnTo>
                  <a:pt x="238692" y="257335"/>
                </a:lnTo>
                <a:close/>
                <a:moveTo>
                  <a:pt x="4799" y="257228"/>
                </a:moveTo>
                <a:lnTo>
                  <a:pt x="5763" y="258089"/>
                </a:lnTo>
                <a:lnTo>
                  <a:pt x="4316" y="257659"/>
                </a:lnTo>
                <a:close/>
                <a:moveTo>
                  <a:pt x="157121" y="189940"/>
                </a:moveTo>
                <a:lnTo>
                  <a:pt x="159306" y="190251"/>
                </a:lnTo>
                <a:lnTo>
                  <a:pt x="156029" y="190095"/>
                </a:lnTo>
                <a:close/>
                <a:moveTo>
                  <a:pt x="126147" y="13601"/>
                </a:moveTo>
                <a:lnTo>
                  <a:pt x="127183" y="14164"/>
                </a:lnTo>
                <a:lnTo>
                  <a:pt x="125629" y="13882"/>
                </a:lnTo>
                <a:close/>
                <a:moveTo>
                  <a:pt x="162062" y="34875"/>
                </a:moveTo>
                <a:lnTo>
                  <a:pt x="162760" y="35948"/>
                </a:lnTo>
                <a:lnTo>
                  <a:pt x="161712" y="35412"/>
                </a:lnTo>
                <a:close/>
                <a:moveTo>
                  <a:pt x="66562" y="187783"/>
                </a:moveTo>
                <a:lnTo>
                  <a:pt x="67111" y="188430"/>
                </a:lnTo>
                <a:lnTo>
                  <a:pt x="66288" y="188106"/>
                </a:lnTo>
                <a:close/>
                <a:moveTo>
                  <a:pt x="56699" y="88654"/>
                </a:moveTo>
                <a:lnTo>
                  <a:pt x="57290" y="89729"/>
                </a:lnTo>
                <a:lnTo>
                  <a:pt x="56404" y="89191"/>
                </a:lnTo>
                <a:close/>
                <a:moveTo>
                  <a:pt x="268253" y="213075"/>
                </a:moveTo>
                <a:lnTo>
                  <a:pt x="268776" y="213986"/>
                </a:lnTo>
                <a:lnTo>
                  <a:pt x="267992" y="213531"/>
                </a:lnTo>
                <a:close/>
                <a:moveTo>
                  <a:pt x="197241" y="227153"/>
                </a:moveTo>
                <a:lnTo>
                  <a:pt x="198424" y="227624"/>
                </a:lnTo>
                <a:lnTo>
                  <a:pt x="196650" y="227389"/>
                </a:lnTo>
                <a:close/>
                <a:moveTo>
                  <a:pt x="134145" y="99616"/>
                </a:moveTo>
                <a:lnTo>
                  <a:pt x="136292" y="100007"/>
                </a:lnTo>
                <a:lnTo>
                  <a:pt x="133071" y="99812"/>
                </a:lnTo>
                <a:close/>
                <a:moveTo>
                  <a:pt x="93591" y="59276"/>
                </a:moveTo>
                <a:lnTo>
                  <a:pt x="94009" y="60955"/>
                </a:lnTo>
                <a:lnTo>
                  <a:pt x="93382" y="60116"/>
                </a:lnTo>
                <a:close/>
                <a:moveTo>
                  <a:pt x="145902" y="192387"/>
                </a:moveTo>
                <a:lnTo>
                  <a:pt x="147883" y="193485"/>
                </a:lnTo>
                <a:lnTo>
                  <a:pt x="144911" y="192936"/>
                </a:lnTo>
                <a:close/>
                <a:moveTo>
                  <a:pt x="99226" y="162446"/>
                </a:moveTo>
                <a:lnTo>
                  <a:pt x="99930" y="163672"/>
                </a:lnTo>
                <a:lnTo>
                  <a:pt x="98874" y="163059"/>
                </a:lnTo>
                <a:close/>
                <a:moveTo>
                  <a:pt x="5184" y="48147"/>
                </a:moveTo>
                <a:lnTo>
                  <a:pt x="6291" y="48840"/>
                </a:lnTo>
                <a:lnTo>
                  <a:pt x="4631" y="48493"/>
                </a:lnTo>
                <a:close/>
                <a:moveTo>
                  <a:pt x="136000" y="126595"/>
                </a:moveTo>
                <a:lnTo>
                  <a:pt x="136428" y="128094"/>
                </a:lnTo>
                <a:lnTo>
                  <a:pt x="135787" y="127345"/>
                </a:lnTo>
                <a:close/>
                <a:moveTo>
                  <a:pt x="140745" y="285101"/>
                </a:moveTo>
                <a:lnTo>
                  <a:pt x="141235" y="286223"/>
                </a:lnTo>
                <a:lnTo>
                  <a:pt x="140499" y="285662"/>
                </a:lnTo>
                <a:close/>
                <a:moveTo>
                  <a:pt x="75971" y="191300"/>
                </a:moveTo>
                <a:lnTo>
                  <a:pt x="78112" y="192740"/>
                </a:lnTo>
                <a:lnTo>
                  <a:pt x="74901" y="192020"/>
                </a:lnTo>
                <a:close/>
                <a:moveTo>
                  <a:pt x="24034" y="283332"/>
                </a:moveTo>
                <a:lnTo>
                  <a:pt x="24462" y="284705"/>
                </a:lnTo>
                <a:lnTo>
                  <a:pt x="23821" y="284018"/>
                </a:lnTo>
                <a:close/>
                <a:moveTo>
                  <a:pt x="197335" y="175832"/>
                </a:moveTo>
                <a:lnTo>
                  <a:pt x="198528" y="177547"/>
                </a:lnTo>
                <a:lnTo>
                  <a:pt x="196738" y="176690"/>
                </a:lnTo>
                <a:close/>
                <a:moveTo>
                  <a:pt x="198954" y="15046"/>
                </a:moveTo>
                <a:lnTo>
                  <a:pt x="199736" y="16605"/>
                </a:lnTo>
                <a:lnTo>
                  <a:pt x="198563" y="15825"/>
                </a:lnTo>
                <a:close/>
                <a:moveTo>
                  <a:pt x="275581" y="5392"/>
                </a:moveTo>
                <a:lnTo>
                  <a:pt x="277569" y="6975"/>
                </a:lnTo>
                <a:lnTo>
                  <a:pt x="274587" y="6184"/>
                </a:lnTo>
                <a:close/>
                <a:moveTo>
                  <a:pt x="198105" y="220328"/>
                </a:moveTo>
                <a:lnTo>
                  <a:pt x="199030" y="220928"/>
                </a:lnTo>
                <a:lnTo>
                  <a:pt x="197643" y="220628"/>
                </a:lnTo>
                <a:close/>
                <a:moveTo>
                  <a:pt x="244939" y="160265"/>
                </a:moveTo>
                <a:lnTo>
                  <a:pt x="245747" y="161480"/>
                </a:lnTo>
                <a:lnTo>
                  <a:pt x="244535" y="160872"/>
                </a:lnTo>
                <a:close/>
                <a:moveTo>
                  <a:pt x="116390" y="16955"/>
                </a:moveTo>
                <a:lnTo>
                  <a:pt x="117858" y="18388"/>
                </a:lnTo>
                <a:lnTo>
                  <a:pt x="115655" y="17672"/>
                </a:lnTo>
                <a:close/>
                <a:moveTo>
                  <a:pt x="99602" y="40200"/>
                </a:moveTo>
                <a:lnTo>
                  <a:pt x="101682" y="41558"/>
                </a:lnTo>
                <a:lnTo>
                  <a:pt x="98562" y="40879"/>
                </a:lnTo>
                <a:close/>
                <a:moveTo>
                  <a:pt x="23249" y="122016"/>
                </a:moveTo>
                <a:lnTo>
                  <a:pt x="24794" y="122365"/>
                </a:lnTo>
                <a:lnTo>
                  <a:pt x="22477" y="122190"/>
                </a:lnTo>
                <a:close/>
                <a:moveTo>
                  <a:pt x="199587" y="159986"/>
                </a:moveTo>
                <a:lnTo>
                  <a:pt x="200665" y="161755"/>
                </a:lnTo>
                <a:lnTo>
                  <a:pt x="199048" y="160870"/>
                </a:lnTo>
                <a:close/>
                <a:moveTo>
                  <a:pt x="147778" y="135029"/>
                </a:moveTo>
                <a:lnTo>
                  <a:pt x="148313" y="135733"/>
                </a:lnTo>
                <a:lnTo>
                  <a:pt x="147510" y="135381"/>
                </a:lnTo>
                <a:close/>
                <a:moveTo>
                  <a:pt x="172488" y="38326"/>
                </a:moveTo>
                <a:lnTo>
                  <a:pt x="173896" y="38688"/>
                </a:lnTo>
                <a:lnTo>
                  <a:pt x="171785" y="38507"/>
                </a:lnTo>
                <a:close/>
                <a:moveTo>
                  <a:pt x="148123" y="213054"/>
                </a:moveTo>
                <a:lnTo>
                  <a:pt x="149563" y="214343"/>
                </a:lnTo>
                <a:lnTo>
                  <a:pt x="147403" y="213699"/>
                </a:lnTo>
                <a:close/>
                <a:moveTo>
                  <a:pt x="274887" y="121697"/>
                </a:moveTo>
                <a:lnTo>
                  <a:pt x="275835" y="122134"/>
                </a:lnTo>
                <a:lnTo>
                  <a:pt x="274413" y="121915"/>
                </a:lnTo>
                <a:close/>
                <a:moveTo>
                  <a:pt x="5328" y="280666"/>
                </a:moveTo>
                <a:lnTo>
                  <a:pt x="6015" y="281839"/>
                </a:lnTo>
                <a:lnTo>
                  <a:pt x="4985" y="281253"/>
                </a:lnTo>
                <a:close/>
                <a:moveTo>
                  <a:pt x="58925" y="186555"/>
                </a:moveTo>
                <a:lnTo>
                  <a:pt x="59387" y="187465"/>
                </a:lnTo>
                <a:lnTo>
                  <a:pt x="58693" y="187010"/>
                </a:lnTo>
                <a:close/>
                <a:moveTo>
                  <a:pt x="275788" y="234121"/>
                </a:moveTo>
                <a:lnTo>
                  <a:pt x="276339" y="235144"/>
                </a:lnTo>
                <a:lnTo>
                  <a:pt x="275512" y="234633"/>
                </a:lnTo>
                <a:close/>
                <a:moveTo>
                  <a:pt x="239728" y="69734"/>
                </a:moveTo>
                <a:lnTo>
                  <a:pt x="240958" y="70790"/>
                </a:lnTo>
                <a:lnTo>
                  <a:pt x="239113" y="70262"/>
                </a:lnTo>
                <a:close/>
                <a:moveTo>
                  <a:pt x="171704" y="179977"/>
                </a:moveTo>
                <a:lnTo>
                  <a:pt x="172069" y="181417"/>
                </a:lnTo>
                <a:lnTo>
                  <a:pt x="171521" y="180697"/>
                </a:lnTo>
                <a:close/>
                <a:moveTo>
                  <a:pt x="75157" y="47668"/>
                </a:moveTo>
                <a:lnTo>
                  <a:pt x="75964" y="48804"/>
                </a:lnTo>
                <a:lnTo>
                  <a:pt x="74754" y="48236"/>
                </a:lnTo>
                <a:close/>
                <a:moveTo>
                  <a:pt x="192684" y="175605"/>
                </a:moveTo>
                <a:lnTo>
                  <a:pt x="193169" y="176010"/>
                </a:lnTo>
                <a:lnTo>
                  <a:pt x="192441" y="175807"/>
                </a:lnTo>
                <a:close/>
                <a:moveTo>
                  <a:pt x="98501" y="215666"/>
                </a:moveTo>
                <a:lnTo>
                  <a:pt x="100334" y="217278"/>
                </a:lnTo>
                <a:lnTo>
                  <a:pt x="97584" y="216472"/>
                </a:lnTo>
                <a:close/>
                <a:moveTo>
                  <a:pt x="40623" y="186746"/>
                </a:moveTo>
                <a:lnTo>
                  <a:pt x="41040" y="188060"/>
                </a:lnTo>
                <a:lnTo>
                  <a:pt x="40415" y="187403"/>
                </a:lnTo>
                <a:close/>
                <a:moveTo>
                  <a:pt x="205726" y="78309"/>
                </a:moveTo>
                <a:lnTo>
                  <a:pt x="206846" y="78956"/>
                </a:lnTo>
                <a:lnTo>
                  <a:pt x="205167" y="78633"/>
                </a:lnTo>
                <a:close/>
                <a:moveTo>
                  <a:pt x="84989" y="183860"/>
                </a:moveTo>
                <a:lnTo>
                  <a:pt x="86042" y="184308"/>
                </a:lnTo>
                <a:lnTo>
                  <a:pt x="84462" y="184084"/>
                </a:lnTo>
                <a:close/>
                <a:moveTo>
                  <a:pt x="277750" y="12337"/>
                </a:moveTo>
                <a:lnTo>
                  <a:pt x="279726" y="12659"/>
                </a:lnTo>
                <a:lnTo>
                  <a:pt x="276762" y="12498"/>
                </a:lnTo>
                <a:close/>
                <a:moveTo>
                  <a:pt x="253508" y="15829"/>
                </a:moveTo>
                <a:lnTo>
                  <a:pt x="255125" y="17060"/>
                </a:lnTo>
                <a:lnTo>
                  <a:pt x="252700" y="16444"/>
                </a:lnTo>
                <a:close/>
                <a:moveTo>
                  <a:pt x="106660" y="39607"/>
                </a:moveTo>
                <a:lnTo>
                  <a:pt x="108632" y="40417"/>
                </a:lnTo>
                <a:lnTo>
                  <a:pt x="105673" y="40012"/>
                </a:lnTo>
                <a:close/>
                <a:moveTo>
                  <a:pt x="146840" y="134716"/>
                </a:moveTo>
                <a:lnTo>
                  <a:pt x="148554" y="135275"/>
                </a:lnTo>
                <a:lnTo>
                  <a:pt x="145982" y="134995"/>
                </a:lnTo>
                <a:close/>
                <a:moveTo>
                  <a:pt x="54438" y="239959"/>
                </a:moveTo>
                <a:lnTo>
                  <a:pt x="55526" y="240437"/>
                </a:lnTo>
                <a:lnTo>
                  <a:pt x="53895" y="240198"/>
                </a:lnTo>
                <a:close/>
                <a:moveTo>
                  <a:pt x="1442" y="255327"/>
                </a:moveTo>
                <a:lnTo>
                  <a:pt x="2088" y="255628"/>
                </a:lnTo>
                <a:lnTo>
                  <a:pt x="1118" y="255477"/>
                </a:lnTo>
                <a:close/>
                <a:moveTo>
                  <a:pt x="26209" y="263004"/>
                </a:moveTo>
                <a:lnTo>
                  <a:pt x="27531" y="263501"/>
                </a:lnTo>
                <a:lnTo>
                  <a:pt x="25547" y="263252"/>
                </a:lnTo>
                <a:close/>
                <a:moveTo>
                  <a:pt x="6787" y="259465"/>
                </a:moveTo>
                <a:lnTo>
                  <a:pt x="8353" y="259775"/>
                </a:lnTo>
                <a:lnTo>
                  <a:pt x="6003" y="259620"/>
                </a:lnTo>
                <a:close/>
                <a:moveTo>
                  <a:pt x="276101" y="137666"/>
                </a:moveTo>
                <a:lnTo>
                  <a:pt x="277014" y="138483"/>
                </a:lnTo>
                <a:lnTo>
                  <a:pt x="275644" y="138075"/>
                </a:lnTo>
                <a:close/>
                <a:moveTo>
                  <a:pt x="112846" y="111131"/>
                </a:moveTo>
                <a:lnTo>
                  <a:pt x="114813" y="111532"/>
                </a:lnTo>
                <a:lnTo>
                  <a:pt x="111863" y="111331"/>
                </a:lnTo>
                <a:close/>
                <a:moveTo>
                  <a:pt x="163361" y="146904"/>
                </a:moveTo>
                <a:lnTo>
                  <a:pt x="165441" y="147833"/>
                </a:lnTo>
                <a:lnTo>
                  <a:pt x="162321" y="147369"/>
                </a:lnTo>
                <a:close/>
                <a:moveTo>
                  <a:pt x="165278" y="233770"/>
                </a:moveTo>
                <a:lnTo>
                  <a:pt x="166927" y="234730"/>
                </a:lnTo>
                <a:lnTo>
                  <a:pt x="164453" y="234250"/>
                </a:lnTo>
                <a:close/>
                <a:moveTo>
                  <a:pt x="119077" y="113635"/>
                </a:moveTo>
                <a:lnTo>
                  <a:pt x="120772" y="114665"/>
                </a:lnTo>
                <a:lnTo>
                  <a:pt x="118230" y="114150"/>
                </a:lnTo>
                <a:close/>
                <a:moveTo>
                  <a:pt x="74409" y="272578"/>
                </a:moveTo>
                <a:lnTo>
                  <a:pt x="75749" y="274008"/>
                </a:lnTo>
                <a:lnTo>
                  <a:pt x="73739" y="273293"/>
                </a:lnTo>
                <a:close/>
                <a:moveTo>
                  <a:pt x="103918" y="280133"/>
                </a:moveTo>
                <a:lnTo>
                  <a:pt x="106041" y="280488"/>
                </a:lnTo>
                <a:lnTo>
                  <a:pt x="102856" y="280311"/>
                </a:lnTo>
                <a:close/>
                <a:moveTo>
                  <a:pt x="166959" y="233724"/>
                </a:moveTo>
                <a:lnTo>
                  <a:pt x="168406" y="235200"/>
                </a:lnTo>
                <a:lnTo>
                  <a:pt x="166235" y="234462"/>
                </a:lnTo>
                <a:close/>
                <a:moveTo>
                  <a:pt x="6116" y="208531"/>
                </a:moveTo>
                <a:lnTo>
                  <a:pt x="7944" y="209834"/>
                </a:lnTo>
                <a:lnTo>
                  <a:pt x="5201" y="209182"/>
                </a:lnTo>
                <a:close/>
                <a:moveTo>
                  <a:pt x="90426" y="73613"/>
                </a:moveTo>
                <a:lnTo>
                  <a:pt x="91781" y="74754"/>
                </a:lnTo>
                <a:lnTo>
                  <a:pt x="89749" y="74183"/>
                </a:lnTo>
                <a:close/>
                <a:moveTo>
                  <a:pt x="22187" y="175803"/>
                </a:moveTo>
                <a:lnTo>
                  <a:pt x="23397" y="176994"/>
                </a:lnTo>
                <a:lnTo>
                  <a:pt x="21583" y="176399"/>
                </a:lnTo>
                <a:close/>
                <a:moveTo>
                  <a:pt x="135190" y="125622"/>
                </a:moveTo>
                <a:lnTo>
                  <a:pt x="137076" y="127032"/>
                </a:lnTo>
                <a:lnTo>
                  <a:pt x="134247" y="126327"/>
                </a:lnTo>
                <a:close/>
                <a:moveTo>
                  <a:pt x="89531" y="80870"/>
                </a:moveTo>
                <a:lnTo>
                  <a:pt x="90073" y="81522"/>
                </a:lnTo>
                <a:lnTo>
                  <a:pt x="89260" y="81196"/>
                </a:lnTo>
                <a:close/>
                <a:moveTo>
                  <a:pt x="28057" y="247884"/>
                </a:moveTo>
                <a:lnTo>
                  <a:pt x="29851" y="249521"/>
                </a:lnTo>
                <a:lnTo>
                  <a:pt x="27160" y="248703"/>
                </a:lnTo>
                <a:close/>
                <a:moveTo>
                  <a:pt x="272974" y="165988"/>
                </a:moveTo>
                <a:lnTo>
                  <a:pt x="273888" y="167114"/>
                </a:lnTo>
                <a:lnTo>
                  <a:pt x="272517" y="166551"/>
                </a:lnTo>
                <a:close/>
                <a:moveTo>
                  <a:pt x="208614" y="5472"/>
                </a:moveTo>
                <a:lnTo>
                  <a:pt x="208988" y="6929"/>
                </a:lnTo>
                <a:lnTo>
                  <a:pt x="208427" y="6200"/>
                </a:lnTo>
                <a:close/>
                <a:moveTo>
                  <a:pt x="160429" y="159326"/>
                </a:moveTo>
                <a:lnTo>
                  <a:pt x="162519" y="160673"/>
                </a:lnTo>
                <a:lnTo>
                  <a:pt x="159384" y="160000"/>
                </a:lnTo>
                <a:close/>
                <a:moveTo>
                  <a:pt x="233665" y="214534"/>
                </a:moveTo>
                <a:lnTo>
                  <a:pt x="235271" y="216203"/>
                </a:lnTo>
                <a:lnTo>
                  <a:pt x="232861" y="215369"/>
                </a:lnTo>
                <a:close/>
                <a:moveTo>
                  <a:pt x="116837" y="127569"/>
                </a:moveTo>
                <a:lnTo>
                  <a:pt x="118567" y="129364"/>
                </a:lnTo>
                <a:lnTo>
                  <a:pt x="115972" y="128467"/>
                </a:lnTo>
                <a:close/>
                <a:moveTo>
                  <a:pt x="165947" y="170843"/>
                </a:moveTo>
                <a:lnTo>
                  <a:pt x="166899" y="172606"/>
                </a:lnTo>
                <a:lnTo>
                  <a:pt x="165471" y="171724"/>
                </a:lnTo>
                <a:close/>
                <a:moveTo>
                  <a:pt x="114746" y="137311"/>
                </a:moveTo>
                <a:lnTo>
                  <a:pt x="115643" y="138360"/>
                </a:lnTo>
                <a:lnTo>
                  <a:pt x="114298" y="137835"/>
                </a:lnTo>
                <a:close/>
                <a:moveTo>
                  <a:pt x="59077" y="128973"/>
                </a:moveTo>
                <a:lnTo>
                  <a:pt x="60365" y="129327"/>
                </a:lnTo>
                <a:lnTo>
                  <a:pt x="58433" y="129150"/>
                </a:lnTo>
                <a:close/>
                <a:moveTo>
                  <a:pt x="125020" y="121608"/>
                </a:moveTo>
                <a:lnTo>
                  <a:pt x="125450" y="122663"/>
                </a:lnTo>
                <a:lnTo>
                  <a:pt x="124804" y="122136"/>
                </a:lnTo>
                <a:close/>
                <a:moveTo>
                  <a:pt x="191669" y="244295"/>
                </a:moveTo>
                <a:lnTo>
                  <a:pt x="193047" y="245315"/>
                </a:lnTo>
                <a:lnTo>
                  <a:pt x="190980" y="244805"/>
                </a:lnTo>
                <a:close/>
                <a:moveTo>
                  <a:pt x="170432" y="68919"/>
                </a:moveTo>
                <a:lnTo>
                  <a:pt x="171329" y="69871"/>
                </a:lnTo>
                <a:lnTo>
                  <a:pt x="169983" y="69395"/>
                </a:lnTo>
                <a:close/>
                <a:moveTo>
                  <a:pt x="223682" y="268671"/>
                </a:moveTo>
                <a:lnTo>
                  <a:pt x="224038" y="270329"/>
                </a:lnTo>
                <a:lnTo>
                  <a:pt x="223504" y="269500"/>
                </a:lnTo>
                <a:close/>
                <a:moveTo>
                  <a:pt x="198655" y="29010"/>
                </a:moveTo>
                <a:lnTo>
                  <a:pt x="200635" y="30158"/>
                </a:lnTo>
                <a:lnTo>
                  <a:pt x="197665" y="29584"/>
                </a:lnTo>
                <a:close/>
                <a:moveTo>
                  <a:pt x="159740" y="234106"/>
                </a:moveTo>
                <a:lnTo>
                  <a:pt x="161031" y="235890"/>
                </a:lnTo>
                <a:lnTo>
                  <a:pt x="159094" y="234998"/>
                </a:lnTo>
                <a:close/>
                <a:moveTo>
                  <a:pt x="123870" y="142546"/>
                </a:moveTo>
                <a:lnTo>
                  <a:pt x="125966" y="144239"/>
                </a:lnTo>
                <a:lnTo>
                  <a:pt x="122821" y="143393"/>
                </a:lnTo>
                <a:close/>
                <a:moveTo>
                  <a:pt x="123560" y="74917"/>
                </a:moveTo>
                <a:lnTo>
                  <a:pt x="124189" y="76698"/>
                </a:lnTo>
                <a:lnTo>
                  <a:pt x="123245" y="75808"/>
                </a:lnTo>
                <a:close/>
                <a:moveTo>
                  <a:pt x="121460" y="190908"/>
                </a:moveTo>
                <a:lnTo>
                  <a:pt x="121962" y="191733"/>
                </a:lnTo>
                <a:lnTo>
                  <a:pt x="121208" y="191321"/>
                </a:lnTo>
                <a:close/>
                <a:moveTo>
                  <a:pt x="102152" y="136927"/>
                </a:moveTo>
                <a:lnTo>
                  <a:pt x="104133" y="138581"/>
                </a:lnTo>
                <a:lnTo>
                  <a:pt x="101161" y="137754"/>
                </a:lnTo>
                <a:close/>
                <a:moveTo>
                  <a:pt x="130677" y="70915"/>
                </a:moveTo>
                <a:lnTo>
                  <a:pt x="131069" y="71798"/>
                </a:lnTo>
                <a:lnTo>
                  <a:pt x="130480" y="71356"/>
                </a:lnTo>
                <a:close/>
                <a:moveTo>
                  <a:pt x="99141" y="266265"/>
                </a:moveTo>
                <a:lnTo>
                  <a:pt x="100873" y="267094"/>
                </a:lnTo>
                <a:lnTo>
                  <a:pt x="98275" y="266679"/>
                </a:lnTo>
                <a:close/>
                <a:moveTo>
                  <a:pt x="61869" y="74325"/>
                </a:moveTo>
                <a:lnTo>
                  <a:pt x="63782" y="75363"/>
                </a:lnTo>
                <a:lnTo>
                  <a:pt x="60913" y="74844"/>
                </a:lnTo>
                <a:close/>
                <a:moveTo>
                  <a:pt x="86090" y="212452"/>
                </a:moveTo>
                <a:lnTo>
                  <a:pt x="87572" y="213068"/>
                </a:lnTo>
                <a:lnTo>
                  <a:pt x="85350" y="212760"/>
                </a:lnTo>
                <a:close/>
                <a:moveTo>
                  <a:pt x="134948" y="56433"/>
                </a:moveTo>
                <a:lnTo>
                  <a:pt x="135813" y="56818"/>
                </a:lnTo>
                <a:lnTo>
                  <a:pt x="134515" y="56626"/>
                </a:lnTo>
                <a:close/>
                <a:moveTo>
                  <a:pt x="159732" y="105051"/>
                </a:moveTo>
                <a:lnTo>
                  <a:pt x="161630" y="106287"/>
                </a:lnTo>
                <a:lnTo>
                  <a:pt x="158782" y="105669"/>
                </a:lnTo>
                <a:close/>
                <a:moveTo>
                  <a:pt x="25519" y="271471"/>
                </a:moveTo>
                <a:lnTo>
                  <a:pt x="26033" y="272020"/>
                </a:lnTo>
                <a:lnTo>
                  <a:pt x="25261" y="271745"/>
                </a:lnTo>
                <a:close/>
                <a:moveTo>
                  <a:pt x="285445" y="174021"/>
                </a:moveTo>
                <a:lnTo>
                  <a:pt x="287128" y="174798"/>
                </a:lnTo>
                <a:lnTo>
                  <a:pt x="284603" y="174409"/>
                </a:lnTo>
                <a:close/>
                <a:moveTo>
                  <a:pt x="96492" y="216516"/>
                </a:moveTo>
                <a:lnTo>
                  <a:pt x="97435" y="217844"/>
                </a:lnTo>
                <a:lnTo>
                  <a:pt x="96021" y="217180"/>
                </a:lnTo>
                <a:close/>
                <a:moveTo>
                  <a:pt x="44337" y="74601"/>
                </a:moveTo>
                <a:lnTo>
                  <a:pt x="45482" y="75867"/>
                </a:lnTo>
                <a:lnTo>
                  <a:pt x="43765" y="75234"/>
                </a:lnTo>
                <a:close/>
                <a:moveTo>
                  <a:pt x="55797" y="46530"/>
                </a:moveTo>
                <a:lnTo>
                  <a:pt x="56707" y="47259"/>
                </a:lnTo>
                <a:lnTo>
                  <a:pt x="55342" y="46894"/>
                </a:lnTo>
                <a:close/>
                <a:moveTo>
                  <a:pt x="19959" y="45990"/>
                </a:moveTo>
                <a:lnTo>
                  <a:pt x="22017" y="46582"/>
                </a:lnTo>
                <a:lnTo>
                  <a:pt x="18930" y="46286"/>
                </a:lnTo>
                <a:close/>
                <a:moveTo>
                  <a:pt x="55283" y="269667"/>
                </a:moveTo>
                <a:lnTo>
                  <a:pt x="56698" y="270009"/>
                </a:lnTo>
                <a:lnTo>
                  <a:pt x="54576" y="269838"/>
                </a:lnTo>
                <a:close/>
                <a:moveTo>
                  <a:pt x="250626" y="948"/>
                </a:moveTo>
                <a:lnTo>
                  <a:pt x="250991" y="2023"/>
                </a:lnTo>
                <a:lnTo>
                  <a:pt x="250444" y="1486"/>
                </a:lnTo>
                <a:close/>
                <a:moveTo>
                  <a:pt x="166162" y="40644"/>
                </a:moveTo>
                <a:lnTo>
                  <a:pt x="168250" y="41460"/>
                </a:lnTo>
                <a:lnTo>
                  <a:pt x="165117" y="41052"/>
                </a:lnTo>
                <a:close/>
                <a:moveTo>
                  <a:pt x="151878" y="203870"/>
                </a:moveTo>
                <a:lnTo>
                  <a:pt x="153448" y="204275"/>
                </a:lnTo>
                <a:lnTo>
                  <a:pt x="151093" y="204073"/>
                </a:lnTo>
                <a:close/>
                <a:moveTo>
                  <a:pt x="223640" y="171211"/>
                </a:moveTo>
                <a:lnTo>
                  <a:pt x="225838" y="172485"/>
                </a:lnTo>
                <a:lnTo>
                  <a:pt x="222541" y="171848"/>
                </a:lnTo>
                <a:close/>
                <a:moveTo>
                  <a:pt x="218380" y="41757"/>
                </a:moveTo>
                <a:lnTo>
                  <a:pt x="219797" y="42481"/>
                </a:lnTo>
                <a:lnTo>
                  <a:pt x="217672" y="42119"/>
                </a:lnTo>
                <a:close/>
                <a:moveTo>
                  <a:pt x="258042" y="74061"/>
                </a:moveTo>
                <a:lnTo>
                  <a:pt x="259899" y="74553"/>
                </a:lnTo>
                <a:lnTo>
                  <a:pt x="257114" y="74307"/>
                </a:lnTo>
                <a:close/>
                <a:moveTo>
                  <a:pt x="122007" y="56546"/>
                </a:moveTo>
                <a:lnTo>
                  <a:pt x="123210" y="57272"/>
                </a:lnTo>
                <a:lnTo>
                  <a:pt x="121406" y="56909"/>
                </a:lnTo>
                <a:close/>
                <a:moveTo>
                  <a:pt x="32476" y="176853"/>
                </a:moveTo>
                <a:lnTo>
                  <a:pt x="34030" y="178633"/>
                </a:lnTo>
                <a:lnTo>
                  <a:pt x="31699" y="177743"/>
                </a:lnTo>
                <a:close/>
                <a:moveTo>
                  <a:pt x="147061" y="146508"/>
                </a:moveTo>
                <a:lnTo>
                  <a:pt x="147678" y="148095"/>
                </a:lnTo>
                <a:lnTo>
                  <a:pt x="146752" y="147301"/>
                </a:lnTo>
                <a:close/>
                <a:moveTo>
                  <a:pt x="191225" y="241662"/>
                </a:moveTo>
                <a:lnTo>
                  <a:pt x="192446" y="243167"/>
                </a:lnTo>
                <a:lnTo>
                  <a:pt x="190614" y="242415"/>
                </a:lnTo>
                <a:close/>
                <a:moveTo>
                  <a:pt x="10328" y="149659"/>
                </a:moveTo>
                <a:lnTo>
                  <a:pt x="11440" y="151187"/>
                </a:lnTo>
                <a:lnTo>
                  <a:pt x="9772" y="150423"/>
                </a:lnTo>
                <a:close/>
                <a:moveTo>
                  <a:pt x="275591" y="7977"/>
                </a:moveTo>
                <a:lnTo>
                  <a:pt x="277504" y="9113"/>
                </a:lnTo>
                <a:lnTo>
                  <a:pt x="274634" y="8545"/>
                </a:lnTo>
                <a:close/>
                <a:moveTo>
                  <a:pt x="228272" y="32511"/>
                </a:moveTo>
                <a:lnTo>
                  <a:pt x="229508" y="33240"/>
                </a:lnTo>
                <a:lnTo>
                  <a:pt x="227655" y="32875"/>
                </a:lnTo>
                <a:close/>
                <a:moveTo>
                  <a:pt x="277193" y="260017"/>
                </a:moveTo>
                <a:lnTo>
                  <a:pt x="277634" y="261073"/>
                </a:lnTo>
                <a:lnTo>
                  <a:pt x="276972" y="260545"/>
                </a:lnTo>
                <a:close/>
                <a:moveTo>
                  <a:pt x="247201" y="153657"/>
                </a:moveTo>
                <a:lnTo>
                  <a:pt x="248184" y="154443"/>
                </a:lnTo>
                <a:lnTo>
                  <a:pt x="246710" y="154050"/>
                </a:lnTo>
                <a:close/>
                <a:moveTo>
                  <a:pt x="41303" y="97213"/>
                </a:moveTo>
                <a:lnTo>
                  <a:pt x="41708" y="98935"/>
                </a:lnTo>
                <a:lnTo>
                  <a:pt x="41101" y="98074"/>
                </a:lnTo>
                <a:close/>
                <a:moveTo>
                  <a:pt x="67086" y="55740"/>
                </a:moveTo>
                <a:lnTo>
                  <a:pt x="67456" y="56395"/>
                </a:lnTo>
                <a:lnTo>
                  <a:pt x="66901" y="56068"/>
                </a:lnTo>
                <a:close/>
                <a:moveTo>
                  <a:pt x="13818" y="45505"/>
                </a:moveTo>
                <a:lnTo>
                  <a:pt x="15411" y="46388"/>
                </a:lnTo>
                <a:lnTo>
                  <a:pt x="13022" y="45947"/>
                </a:lnTo>
                <a:close/>
                <a:moveTo>
                  <a:pt x="85552" y="177599"/>
                </a:moveTo>
                <a:lnTo>
                  <a:pt x="87274" y="178197"/>
                </a:lnTo>
                <a:lnTo>
                  <a:pt x="84691" y="177898"/>
                </a:lnTo>
                <a:close/>
                <a:moveTo>
                  <a:pt x="134323" y="211972"/>
                </a:moveTo>
                <a:lnTo>
                  <a:pt x="134801" y="212471"/>
                </a:lnTo>
                <a:lnTo>
                  <a:pt x="134085" y="212221"/>
                </a:lnTo>
                <a:close/>
                <a:moveTo>
                  <a:pt x="179883" y="159967"/>
                </a:moveTo>
                <a:lnTo>
                  <a:pt x="180327" y="160480"/>
                </a:lnTo>
                <a:lnTo>
                  <a:pt x="179662" y="160224"/>
                </a:lnTo>
                <a:close/>
                <a:moveTo>
                  <a:pt x="83870" y="283350"/>
                </a:moveTo>
                <a:lnTo>
                  <a:pt x="85790" y="283965"/>
                </a:lnTo>
                <a:lnTo>
                  <a:pt x="82911" y="283658"/>
                </a:lnTo>
                <a:close/>
                <a:moveTo>
                  <a:pt x="153934" y="17353"/>
                </a:moveTo>
                <a:lnTo>
                  <a:pt x="155960" y="18036"/>
                </a:lnTo>
                <a:lnTo>
                  <a:pt x="152921" y="17694"/>
                </a:lnTo>
                <a:close/>
                <a:moveTo>
                  <a:pt x="218498" y="164391"/>
                </a:moveTo>
                <a:lnTo>
                  <a:pt x="219819" y="164708"/>
                </a:lnTo>
                <a:lnTo>
                  <a:pt x="217837" y="164550"/>
                </a:lnTo>
                <a:close/>
                <a:moveTo>
                  <a:pt x="179543" y="117116"/>
                </a:moveTo>
                <a:lnTo>
                  <a:pt x="181483" y="117667"/>
                </a:lnTo>
                <a:lnTo>
                  <a:pt x="178572" y="117391"/>
                </a:lnTo>
                <a:close/>
                <a:moveTo>
                  <a:pt x="79325" y="4790"/>
                </a:moveTo>
                <a:lnTo>
                  <a:pt x="81395" y="5387"/>
                </a:lnTo>
                <a:lnTo>
                  <a:pt x="78290" y="5089"/>
                </a:lnTo>
                <a:close/>
                <a:moveTo>
                  <a:pt x="138345" y="235807"/>
                </a:moveTo>
                <a:lnTo>
                  <a:pt x="140205" y="236296"/>
                </a:lnTo>
                <a:lnTo>
                  <a:pt x="137414" y="236052"/>
                </a:lnTo>
                <a:close/>
                <a:moveTo>
                  <a:pt x="52062" y="225293"/>
                </a:moveTo>
                <a:lnTo>
                  <a:pt x="52731" y="226608"/>
                </a:lnTo>
                <a:lnTo>
                  <a:pt x="51727" y="225950"/>
                </a:lnTo>
                <a:close/>
                <a:moveTo>
                  <a:pt x="51945" y="187458"/>
                </a:moveTo>
                <a:lnTo>
                  <a:pt x="52682" y="187795"/>
                </a:lnTo>
                <a:lnTo>
                  <a:pt x="51577" y="187626"/>
                </a:lnTo>
                <a:close/>
                <a:moveTo>
                  <a:pt x="72964" y="15039"/>
                </a:moveTo>
                <a:lnTo>
                  <a:pt x="74555" y="15894"/>
                </a:lnTo>
                <a:lnTo>
                  <a:pt x="72168" y="15466"/>
                </a:lnTo>
                <a:close/>
                <a:moveTo>
                  <a:pt x="9384" y="170737"/>
                </a:moveTo>
                <a:lnTo>
                  <a:pt x="10769" y="171546"/>
                </a:lnTo>
                <a:lnTo>
                  <a:pt x="8692" y="171141"/>
                </a:lnTo>
                <a:close/>
                <a:moveTo>
                  <a:pt x="114317" y="57058"/>
                </a:moveTo>
                <a:lnTo>
                  <a:pt x="116400" y="57556"/>
                </a:lnTo>
                <a:lnTo>
                  <a:pt x="113275" y="57307"/>
                </a:lnTo>
                <a:close/>
                <a:moveTo>
                  <a:pt x="129091" y="15476"/>
                </a:moveTo>
                <a:lnTo>
                  <a:pt x="129756" y="16621"/>
                </a:lnTo>
                <a:lnTo>
                  <a:pt x="128758" y="16049"/>
                </a:lnTo>
                <a:close/>
                <a:moveTo>
                  <a:pt x="123122" y="266833"/>
                </a:moveTo>
                <a:lnTo>
                  <a:pt x="124217" y="267204"/>
                </a:lnTo>
                <a:lnTo>
                  <a:pt x="122574" y="267018"/>
                </a:lnTo>
                <a:close/>
                <a:moveTo>
                  <a:pt x="160323" y="10286"/>
                </a:moveTo>
                <a:lnTo>
                  <a:pt x="161283" y="10721"/>
                </a:lnTo>
                <a:lnTo>
                  <a:pt x="159843" y="10503"/>
                </a:lnTo>
                <a:close/>
                <a:moveTo>
                  <a:pt x="191830" y="268526"/>
                </a:moveTo>
                <a:lnTo>
                  <a:pt x="192497" y="269757"/>
                </a:lnTo>
                <a:lnTo>
                  <a:pt x="191496" y="269142"/>
                </a:lnTo>
                <a:close/>
                <a:moveTo>
                  <a:pt x="106976" y="234332"/>
                </a:moveTo>
                <a:lnTo>
                  <a:pt x="108038" y="235357"/>
                </a:lnTo>
                <a:lnTo>
                  <a:pt x="106445" y="234845"/>
                </a:lnTo>
                <a:close/>
                <a:moveTo>
                  <a:pt x="263703" y="172988"/>
                </a:moveTo>
                <a:lnTo>
                  <a:pt x="264959" y="174335"/>
                </a:lnTo>
                <a:lnTo>
                  <a:pt x="263074" y="173661"/>
                </a:lnTo>
                <a:close/>
                <a:moveTo>
                  <a:pt x="95256" y="209449"/>
                </a:moveTo>
                <a:lnTo>
                  <a:pt x="95964" y="210280"/>
                </a:lnTo>
                <a:lnTo>
                  <a:pt x="94902" y="209864"/>
                </a:lnTo>
                <a:close/>
                <a:moveTo>
                  <a:pt x="200775" y="149331"/>
                </a:moveTo>
                <a:lnTo>
                  <a:pt x="202363" y="151103"/>
                </a:lnTo>
                <a:lnTo>
                  <a:pt x="199982" y="150217"/>
                </a:lnTo>
                <a:close/>
                <a:moveTo>
                  <a:pt x="11173" y="65925"/>
                </a:moveTo>
                <a:lnTo>
                  <a:pt x="12408" y="66228"/>
                </a:lnTo>
                <a:lnTo>
                  <a:pt x="10555" y="66076"/>
                </a:lnTo>
                <a:close/>
                <a:moveTo>
                  <a:pt x="252359" y="105161"/>
                </a:moveTo>
                <a:lnTo>
                  <a:pt x="254099" y="105746"/>
                </a:lnTo>
                <a:lnTo>
                  <a:pt x="251489" y="105453"/>
                </a:lnTo>
                <a:close/>
                <a:moveTo>
                  <a:pt x="96525" y="37061"/>
                </a:moveTo>
                <a:lnTo>
                  <a:pt x="98080" y="37763"/>
                </a:lnTo>
                <a:lnTo>
                  <a:pt x="95748" y="37412"/>
                </a:lnTo>
                <a:close/>
                <a:moveTo>
                  <a:pt x="158297" y="41052"/>
                </a:moveTo>
                <a:lnTo>
                  <a:pt x="160280" y="41851"/>
                </a:lnTo>
                <a:lnTo>
                  <a:pt x="157305" y="41451"/>
                </a:lnTo>
                <a:close/>
                <a:moveTo>
                  <a:pt x="277829" y="214485"/>
                </a:moveTo>
                <a:lnTo>
                  <a:pt x="279867" y="215487"/>
                </a:lnTo>
                <a:lnTo>
                  <a:pt x="276809" y="214986"/>
                </a:lnTo>
                <a:close/>
                <a:moveTo>
                  <a:pt x="248977" y="123122"/>
                </a:moveTo>
                <a:lnTo>
                  <a:pt x="249582" y="124567"/>
                </a:lnTo>
                <a:lnTo>
                  <a:pt x="248675" y="123844"/>
                </a:lnTo>
                <a:close/>
                <a:moveTo>
                  <a:pt x="48098" y="188889"/>
                </a:moveTo>
                <a:lnTo>
                  <a:pt x="49008" y="190090"/>
                </a:lnTo>
                <a:lnTo>
                  <a:pt x="47643" y="189490"/>
                </a:lnTo>
                <a:close/>
                <a:moveTo>
                  <a:pt x="95246" y="168340"/>
                </a:moveTo>
                <a:lnTo>
                  <a:pt x="96702" y="169930"/>
                </a:lnTo>
                <a:lnTo>
                  <a:pt x="94518" y="169135"/>
                </a:lnTo>
                <a:close/>
                <a:moveTo>
                  <a:pt x="98730" y="201781"/>
                </a:moveTo>
                <a:lnTo>
                  <a:pt x="99140" y="203098"/>
                </a:lnTo>
                <a:lnTo>
                  <a:pt x="98524" y="202439"/>
                </a:lnTo>
                <a:close/>
                <a:moveTo>
                  <a:pt x="37163" y="108431"/>
                </a:moveTo>
                <a:lnTo>
                  <a:pt x="38958" y="109531"/>
                </a:lnTo>
                <a:lnTo>
                  <a:pt x="36266" y="108981"/>
                </a:lnTo>
                <a:close/>
                <a:moveTo>
                  <a:pt x="230795" y="142808"/>
                </a:moveTo>
                <a:lnTo>
                  <a:pt x="232801" y="143746"/>
                </a:lnTo>
                <a:lnTo>
                  <a:pt x="229792" y="143277"/>
                </a:lnTo>
                <a:close/>
                <a:moveTo>
                  <a:pt x="274333" y="260835"/>
                </a:moveTo>
                <a:lnTo>
                  <a:pt x="275398" y="261690"/>
                </a:lnTo>
                <a:lnTo>
                  <a:pt x="273801" y="261262"/>
                </a:lnTo>
                <a:close/>
                <a:moveTo>
                  <a:pt x="25613" y="181351"/>
                </a:moveTo>
                <a:lnTo>
                  <a:pt x="27567" y="182579"/>
                </a:lnTo>
                <a:lnTo>
                  <a:pt x="24636" y="181965"/>
                </a:lnTo>
                <a:close/>
                <a:moveTo>
                  <a:pt x="137355" y="153451"/>
                </a:moveTo>
                <a:lnTo>
                  <a:pt x="137779" y="154372"/>
                </a:lnTo>
                <a:lnTo>
                  <a:pt x="137143" y="153912"/>
                </a:lnTo>
                <a:close/>
                <a:moveTo>
                  <a:pt x="205315" y="92568"/>
                </a:moveTo>
                <a:lnTo>
                  <a:pt x="206041" y="93298"/>
                </a:lnTo>
                <a:lnTo>
                  <a:pt x="204952" y="92933"/>
                </a:lnTo>
                <a:close/>
                <a:moveTo>
                  <a:pt x="20415" y="27110"/>
                </a:moveTo>
                <a:lnTo>
                  <a:pt x="21073" y="28741"/>
                </a:lnTo>
                <a:lnTo>
                  <a:pt x="20086" y="27925"/>
                </a:lnTo>
                <a:close/>
                <a:moveTo>
                  <a:pt x="237362" y="247311"/>
                </a:moveTo>
                <a:lnTo>
                  <a:pt x="237761" y="248286"/>
                </a:lnTo>
                <a:lnTo>
                  <a:pt x="237162" y="247798"/>
                </a:lnTo>
                <a:close/>
                <a:moveTo>
                  <a:pt x="81300" y="18483"/>
                </a:moveTo>
                <a:lnTo>
                  <a:pt x="82006" y="19073"/>
                </a:lnTo>
                <a:lnTo>
                  <a:pt x="80947" y="18778"/>
                </a:lnTo>
                <a:close/>
                <a:moveTo>
                  <a:pt x="53084" y="135082"/>
                </a:moveTo>
                <a:lnTo>
                  <a:pt x="54169" y="136229"/>
                </a:lnTo>
                <a:lnTo>
                  <a:pt x="52541" y="135655"/>
                </a:lnTo>
                <a:close/>
                <a:moveTo>
                  <a:pt x="100659" y="154467"/>
                </a:moveTo>
                <a:lnTo>
                  <a:pt x="101486" y="155222"/>
                </a:lnTo>
                <a:lnTo>
                  <a:pt x="100245" y="154845"/>
                </a:lnTo>
                <a:close/>
                <a:moveTo>
                  <a:pt x="31604" y="181370"/>
                </a:moveTo>
                <a:lnTo>
                  <a:pt x="32253" y="182848"/>
                </a:lnTo>
                <a:lnTo>
                  <a:pt x="31279" y="182109"/>
                </a:lnTo>
                <a:close/>
                <a:moveTo>
                  <a:pt x="1995" y="278655"/>
                </a:moveTo>
                <a:lnTo>
                  <a:pt x="3033" y="279170"/>
                </a:lnTo>
                <a:lnTo>
                  <a:pt x="1476" y="278912"/>
                </a:lnTo>
                <a:close/>
                <a:moveTo>
                  <a:pt x="183296" y="267628"/>
                </a:moveTo>
                <a:lnTo>
                  <a:pt x="184797" y="268233"/>
                </a:lnTo>
                <a:lnTo>
                  <a:pt x="182546" y="267931"/>
                </a:lnTo>
                <a:close/>
                <a:moveTo>
                  <a:pt x="61048" y="107365"/>
                </a:moveTo>
                <a:lnTo>
                  <a:pt x="62911" y="108434"/>
                </a:lnTo>
                <a:lnTo>
                  <a:pt x="60116" y="107900"/>
                </a:lnTo>
                <a:close/>
                <a:moveTo>
                  <a:pt x="16641" y="235889"/>
                </a:moveTo>
                <a:lnTo>
                  <a:pt x="18027" y="237052"/>
                </a:lnTo>
                <a:lnTo>
                  <a:pt x="15948" y="236470"/>
                </a:lnTo>
                <a:close/>
                <a:moveTo>
                  <a:pt x="74983" y="199273"/>
                </a:moveTo>
                <a:lnTo>
                  <a:pt x="76908" y="199932"/>
                </a:lnTo>
                <a:lnTo>
                  <a:pt x="74020" y="199603"/>
                </a:lnTo>
                <a:close/>
                <a:moveTo>
                  <a:pt x="12518" y="16905"/>
                </a:moveTo>
                <a:lnTo>
                  <a:pt x="14621" y="18611"/>
                </a:lnTo>
                <a:lnTo>
                  <a:pt x="11466" y="17758"/>
                </a:lnTo>
                <a:close/>
                <a:moveTo>
                  <a:pt x="36571" y="264507"/>
                </a:moveTo>
                <a:lnTo>
                  <a:pt x="37875" y="265325"/>
                </a:lnTo>
                <a:lnTo>
                  <a:pt x="35919" y="264916"/>
                </a:lnTo>
                <a:close/>
                <a:moveTo>
                  <a:pt x="179960" y="286510"/>
                </a:moveTo>
                <a:lnTo>
                  <a:pt x="180945" y="288226"/>
                </a:lnTo>
                <a:lnTo>
                  <a:pt x="179467" y="287368"/>
                </a:lnTo>
                <a:close/>
                <a:moveTo>
                  <a:pt x="254557" y="9939"/>
                </a:moveTo>
                <a:lnTo>
                  <a:pt x="255939" y="11168"/>
                </a:lnTo>
                <a:lnTo>
                  <a:pt x="253866" y="10553"/>
                </a:lnTo>
                <a:close/>
                <a:moveTo>
                  <a:pt x="124634" y="43895"/>
                </a:moveTo>
                <a:lnTo>
                  <a:pt x="126081" y="45189"/>
                </a:lnTo>
                <a:lnTo>
                  <a:pt x="123910" y="44542"/>
                </a:lnTo>
                <a:close/>
                <a:moveTo>
                  <a:pt x="282238" y="279469"/>
                </a:moveTo>
                <a:lnTo>
                  <a:pt x="283000" y="280529"/>
                </a:lnTo>
                <a:lnTo>
                  <a:pt x="281857" y="279999"/>
                </a:lnTo>
                <a:close/>
                <a:moveTo>
                  <a:pt x="212937" y="273423"/>
                </a:moveTo>
                <a:lnTo>
                  <a:pt x="213506" y="274108"/>
                </a:lnTo>
                <a:lnTo>
                  <a:pt x="212653" y="273765"/>
                </a:lnTo>
                <a:close/>
                <a:moveTo>
                  <a:pt x="10782" y="113151"/>
                </a:moveTo>
                <a:lnTo>
                  <a:pt x="12311" y="114707"/>
                </a:lnTo>
                <a:lnTo>
                  <a:pt x="10017" y="113929"/>
                </a:lnTo>
                <a:close/>
                <a:moveTo>
                  <a:pt x="147354" y="115283"/>
                </a:moveTo>
                <a:lnTo>
                  <a:pt x="148065" y="116755"/>
                </a:lnTo>
                <a:lnTo>
                  <a:pt x="146998" y="116019"/>
                </a:lnTo>
                <a:close/>
                <a:moveTo>
                  <a:pt x="184273" y="213805"/>
                </a:moveTo>
                <a:lnTo>
                  <a:pt x="185065" y="214463"/>
                </a:lnTo>
                <a:lnTo>
                  <a:pt x="183878" y="214134"/>
                </a:lnTo>
                <a:close/>
                <a:moveTo>
                  <a:pt x="100577" y="161497"/>
                </a:moveTo>
                <a:lnTo>
                  <a:pt x="101980" y="163054"/>
                </a:lnTo>
                <a:lnTo>
                  <a:pt x="99876" y="162276"/>
                </a:lnTo>
                <a:close/>
                <a:moveTo>
                  <a:pt x="212163" y="25249"/>
                </a:moveTo>
                <a:lnTo>
                  <a:pt x="214066" y="26253"/>
                </a:lnTo>
                <a:lnTo>
                  <a:pt x="211211" y="25751"/>
                </a:lnTo>
                <a:close/>
                <a:moveTo>
                  <a:pt x="177100" y="282544"/>
                </a:moveTo>
                <a:lnTo>
                  <a:pt x="178407" y="283010"/>
                </a:lnTo>
                <a:lnTo>
                  <a:pt x="176446" y="282777"/>
                </a:lnTo>
                <a:close/>
                <a:moveTo>
                  <a:pt x="285810" y="211421"/>
                </a:moveTo>
                <a:lnTo>
                  <a:pt x="287903" y="211988"/>
                </a:lnTo>
                <a:lnTo>
                  <a:pt x="284764" y="211705"/>
                </a:lnTo>
                <a:close/>
                <a:moveTo>
                  <a:pt x="151306" y="181104"/>
                </a:moveTo>
                <a:lnTo>
                  <a:pt x="151946" y="182251"/>
                </a:lnTo>
                <a:lnTo>
                  <a:pt x="150986" y="181678"/>
                </a:lnTo>
                <a:close/>
                <a:moveTo>
                  <a:pt x="64753" y="175311"/>
                </a:moveTo>
                <a:lnTo>
                  <a:pt x="65403" y="176516"/>
                </a:lnTo>
                <a:lnTo>
                  <a:pt x="64428" y="175913"/>
                </a:lnTo>
                <a:close/>
                <a:moveTo>
                  <a:pt x="124090" y="170710"/>
                </a:moveTo>
                <a:lnTo>
                  <a:pt x="125164" y="172144"/>
                </a:lnTo>
                <a:lnTo>
                  <a:pt x="123552" y="171427"/>
                </a:lnTo>
                <a:close/>
                <a:moveTo>
                  <a:pt x="37860" y="165113"/>
                </a:moveTo>
                <a:lnTo>
                  <a:pt x="38288" y="166889"/>
                </a:lnTo>
                <a:lnTo>
                  <a:pt x="37647" y="166001"/>
                </a:lnTo>
                <a:close/>
                <a:moveTo>
                  <a:pt x="129575" y="284781"/>
                </a:moveTo>
                <a:lnTo>
                  <a:pt x="131742" y="286499"/>
                </a:lnTo>
                <a:lnTo>
                  <a:pt x="128491" y="285640"/>
                </a:lnTo>
                <a:close/>
                <a:moveTo>
                  <a:pt x="169660" y="79725"/>
                </a:moveTo>
                <a:lnTo>
                  <a:pt x="170620" y="80988"/>
                </a:lnTo>
                <a:lnTo>
                  <a:pt x="169179" y="80356"/>
                </a:lnTo>
                <a:close/>
                <a:moveTo>
                  <a:pt x="170363" y="156960"/>
                </a:moveTo>
                <a:lnTo>
                  <a:pt x="172260" y="158553"/>
                </a:lnTo>
                <a:lnTo>
                  <a:pt x="169415" y="157757"/>
                </a:lnTo>
                <a:close/>
                <a:moveTo>
                  <a:pt x="185130" y="71630"/>
                </a:moveTo>
                <a:lnTo>
                  <a:pt x="185928" y="71968"/>
                </a:lnTo>
                <a:lnTo>
                  <a:pt x="184730" y="71799"/>
                </a:lnTo>
                <a:close/>
                <a:moveTo>
                  <a:pt x="227528" y="196952"/>
                </a:moveTo>
                <a:lnTo>
                  <a:pt x="228569" y="197632"/>
                </a:lnTo>
                <a:lnTo>
                  <a:pt x="227007" y="197292"/>
                </a:lnTo>
                <a:close/>
                <a:moveTo>
                  <a:pt x="254177" y="51168"/>
                </a:moveTo>
                <a:lnTo>
                  <a:pt x="255850" y="52963"/>
                </a:lnTo>
                <a:lnTo>
                  <a:pt x="253341" y="52066"/>
                </a:lnTo>
                <a:close/>
                <a:moveTo>
                  <a:pt x="98732" y="104147"/>
                </a:moveTo>
                <a:lnTo>
                  <a:pt x="100152" y="105716"/>
                </a:lnTo>
                <a:lnTo>
                  <a:pt x="98022" y="104931"/>
                </a:lnTo>
                <a:close/>
                <a:moveTo>
                  <a:pt x="16602" y="127009"/>
                </a:moveTo>
                <a:lnTo>
                  <a:pt x="17654" y="128517"/>
                </a:lnTo>
                <a:lnTo>
                  <a:pt x="16076" y="127763"/>
                </a:lnTo>
                <a:close/>
                <a:moveTo>
                  <a:pt x="83287" y="277475"/>
                </a:moveTo>
                <a:lnTo>
                  <a:pt x="84505" y="278401"/>
                </a:lnTo>
                <a:lnTo>
                  <a:pt x="82677" y="277938"/>
                </a:lnTo>
                <a:close/>
                <a:moveTo>
                  <a:pt x="160025" y="105080"/>
                </a:moveTo>
                <a:lnTo>
                  <a:pt x="160934" y="105513"/>
                </a:lnTo>
                <a:lnTo>
                  <a:pt x="159571" y="105296"/>
                </a:lnTo>
                <a:close/>
                <a:moveTo>
                  <a:pt x="144687" y="111659"/>
                </a:moveTo>
                <a:lnTo>
                  <a:pt x="146534" y="113201"/>
                </a:lnTo>
                <a:lnTo>
                  <a:pt x="143764" y="112430"/>
                </a:lnTo>
                <a:close/>
                <a:moveTo>
                  <a:pt x="189873" y="34398"/>
                </a:moveTo>
                <a:lnTo>
                  <a:pt x="191758" y="35220"/>
                </a:lnTo>
                <a:lnTo>
                  <a:pt x="188930" y="34809"/>
                </a:lnTo>
                <a:close/>
                <a:moveTo>
                  <a:pt x="44362" y="281085"/>
                </a:moveTo>
                <a:lnTo>
                  <a:pt x="45346" y="282547"/>
                </a:lnTo>
                <a:lnTo>
                  <a:pt x="43870" y="281816"/>
                </a:lnTo>
                <a:close/>
                <a:moveTo>
                  <a:pt x="285357" y="41297"/>
                </a:moveTo>
                <a:lnTo>
                  <a:pt x="286803" y="42145"/>
                </a:lnTo>
                <a:lnTo>
                  <a:pt x="284633" y="41721"/>
                </a:lnTo>
                <a:close/>
                <a:moveTo>
                  <a:pt x="122893" y="244806"/>
                </a:moveTo>
                <a:lnTo>
                  <a:pt x="124016" y="245199"/>
                </a:lnTo>
                <a:lnTo>
                  <a:pt x="122331" y="245002"/>
                </a:lnTo>
                <a:close/>
                <a:moveTo>
                  <a:pt x="152308" y="239698"/>
                </a:moveTo>
                <a:lnTo>
                  <a:pt x="153353" y="240669"/>
                </a:lnTo>
                <a:lnTo>
                  <a:pt x="151785" y="240183"/>
                </a:lnTo>
                <a:close/>
                <a:moveTo>
                  <a:pt x="165057" y="13680"/>
                </a:moveTo>
                <a:lnTo>
                  <a:pt x="166553" y="15204"/>
                </a:lnTo>
                <a:lnTo>
                  <a:pt x="164309" y="14442"/>
                </a:lnTo>
                <a:close/>
                <a:moveTo>
                  <a:pt x="200231" y="149690"/>
                </a:moveTo>
                <a:lnTo>
                  <a:pt x="201942" y="150837"/>
                </a:lnTo>
                <a:lnTo>
                  <a:pt x="199375" y="150264"/>
                </a:lnTo>
                <a:close/>
                <a:moveTo>
                  <a:pt x="232199" y="126"/>
                </a:moveTo>
                <a:lnTo>
                  <a:pt x="232572" y="451"/>
                </a:lnTo>
                <a:lnTo>
                  <a:pt x="232012" y="288"/>
                </a:lnTo>
                <a:close/>
                <a:moveTo>
                  <a:pt x="128588" y="265172"/>
                </a:moveTo>
                <a:lnTo>
                  <a:pt x="130281" y="266362"/>
                </a:lnTo>
                <a:lnTo>
                  <a:pt x="127742" y="265767"/>
                </a:lnTo>
                <a:close/>
                <a:moveTo>
                  <a:pt x="96382" y="49993"/>
                </a:moveTo>
                <a:lnTo>
                  <a:pt x="97220" y="51277"/>
                </a:lnTo>
                <a:lnTo>
                  <a:pt x="95963" y="50635"/>
                </a:lnTo>
                <a:close/>
                <a:moveTo>
                  <a:pt x="202994" y="112367"/>
                </a:moveTo>
                <a:lnTo>
                  <a:pt x="204221" y="112702"/>
                </a:lnTo>
                <a:lnTo>
                  <a:pt x="202381" y="112535"/>
                </a:lnTo>
                <a:close/>
                <a:moveTo>
                  <a:pt x="137968" y="210802"/>
                </a:moveTo>
                <a:lnTo>
                  <a:pt x="138798" y="212595"/>
                </a:lnTo>
                <a:lnTo>
                  <a:pt x="137553" y="211699"/>
                </a:lnTo>
                <a:close/>
                <a:moveTo>
                  <a:pt x="190123" y="229978"/>
                </a:moveTo>
                <a:lnTo>
                  <a:pt x="190626" y="231478"/>
                </a:lnTo>
                <a:lnTo>
                  <a:pt x="189871" y="230728"/>
                </a:lnTo>
                <a:close/>
                <a:moveTo>
                  <a:pt x="8526" y="78336"/>
                </a:moveTo>
                <a:lnTo>
                  <a:pt x="10562" y="79049"/>
                </a:lnTo>
                <a:lnTo>
                  <a:pt x="7509" y="78692"/>
                </a:lnTo>
                <a:close/>
                <a:moveTo>
                  <a:pt x="280404" y="232919"/>
                </a:moveTo>
                <a:lnTo>
                  <a:pt x="282128" y="233358"/>
                </a:lnTo>
                <a:lnTo>
                  <a:pt x="279541" y="233138"/>
                </a:lnTo>
                <a:close/>
                <a:moveTo>
                  <a:pt x="232131" y="206726"/>
                </a:moveTo>
                <a:lnTo>
                  <a:pt x="232658" y="207740"/>
                </a:lnTo>
                <a:lnTo>
                  <a:pt x="231867" y="207233"/>
                </a:lnTo>
                <a:close/>
                <a:moveTo>
                  <a:pt x="274185" y="13970"/>
                </a:moveTo>
                <a:lnTo>
                  <a:pt x="275864" y="15550"/>
                </a:lnTo>
                <a:lnTo>
                  <a:pt x="273345" y="14760"/>
                </a:lnTo>
                <a:close/>
                <a:moveTo>
                  <a:pt x="52899" y="246850"/>
                </a:moveTo>
                <a:lnTo>
                  <a:pt x="54106" y="247719"/>
                </a:lnTo>
                <a:lnTo>
                  <a:pt x="52296" y="247284"/>
                </a:lnTo>
                <a:close/>
                <a:moveTo>
                  <a:pt x="93867" y="174727"/>
                </a:moveTo>
                <a:lnTo>
                  <a:pt x="95233" y="176079"/>
                </a:lnTo>
                <a:lnTo>
                  <a:pt x="93183" y="175403"/>
                </a:lnTo>
                <a:close/>
                <a:moveTo>
                  <a:pt x="128985" y="221045"/>
                </a:moveTo>
                <a:lnTo>
                  <a:pt x="129689" y="221775"/>
                </a:lnTo>
                <a:lnTo>
                  <a:pt x="128634" y="221410"/>
                </a:lnTo>
                <a:close/>
                <a:moveTo>
                  <a:pt x="162585" y="55692"/>
                </a:moveTo>
                <a:lnTo>
                  <a:pt x="163747" y="56119"/>
                </a:lnTo>
                <a:lnTo>
                  <a:pt x="162004" y="55905"/>
                </a:lnTo>
                <a:close/>
                <a:moveTo>
                  <a:pt x="174095" y="138039"/>
                </a:moveTo>
                <a:lnTo>
                  <a:pt x="175479" y="139225"/>
                </a:lnTo>
                <a:lnTo>
                  <a:pt x="173404" y="138632"/>
                </a:lnTo>
                <a:close/>
                <a:moveTo>
                  <a:pt x="134681" y="64285"/>
                </a:moveTo>
                <a:lnTo>
                  <a:pt x="136754" y="65686"/>
                </a:lnTo>
                <a:lnTo>
                  <a:pt x="133645" y="64985"/>
                </a:lnTo>
                <a:close/>
                <a:moveTo>
                  <a:pt x="222699" y="208667"/>
                </a:moveTo>
                <a:lnTo>
                  <a:pt x="223682" y="209035"/>
                </a:lnTo>
                <a:lnTo>
                  <a:pt x="222208" y="208851"/>
                </a:lnTo>
                <a:close/>
                <a:moveTo>
                  <a:pt x="85741" y="92918"/>
                </a:moveTo>
                <a:lnTo>
                  <a:pt x="87757" y="93465"/>
                </a:lnTo>
                <a:lnTo>
                  <a:pt x="84733" y="93191"/>
                </a:lnTo>
                <a:close/>
                <a:moveTo>
                  <a:pt x="270501" y="35547"/>
                </a:moveTo>
                <a:lnTo>
                  <a:pt x="271416" y="36966"/>
                </a:lnTo>
                <a:lnTo>
                  <a:pt x="270044" y="36256"/>
                </a:lnTo>
                <a:close/>
                <a:moveTo>
                  <a:pt x="114863" y="102018"/>
                </a:moveTo>
                <a:lnTo>
                  <a:pt x="116518" y="102854"/>
                </a:lnTo>
                <a:lnTo>
                  <a:pt x="114036" y="102436"/>
                </a:lnTo>
                <a:close/>
                <a:moveTo>
                  <a:pt x="211855" y="112799"/>
                </a:moveTo>
                <a:lnTo>
                  <a:pt x="213390" y="113277"/>
                </a:lnTo>
                <a:lnTo>
                  <a:pt x="211087" y="113038"/>
                </a:lnTo>
                <a:close/>
                <a:moveTo>
                  <a:pt x="123187" y="81970"/>
                </a:moveTo>
                <a:lnTo>
                  <a:pt x="124693" y="83613"/>
                </a:lnTo>
                <a:lnTo>
                  <a:pt x="122434" y="82791"/>
                </a:lnTo>
                <a:close/>
                <a:moveTo>
                  <a:pt x="19997" y="268155"/>
                </a:moveTo>
                <a:lnTo>
                  <a:pt x="20745" y="268518"/>
                </a:lnTo>
                <a:lnTo>
                  <a:pt x="19624" y="268336"/>
                </a:lnTo>
                <a:close/>
                <a:moveTo>
                  <a:pt x="226335" y="118953"/>
                </a:moveTo>
                <a:lnTo>
                  <a:pt x="228290" y="120300"/>
                </a:lnTo>
                <a:lnTo>
                  <a:pt x="225358" y="119627"/>
                </a:lnTo>
                <a:close/>
                <a:moveTo>
                  <a:pt x="65485" y="136159"/>
                </a:moveTo>
                <a:lnTo>
                  <a:pt x="66237" y="136853"/>
                </a:lnTo>
                <a:lnTo>
                  <a:pt x="65108" y="136506"/>
                </a:lnTo>
                <a:close/>
                <a:moveTo>
                  <a:pt x="18292" y="208357"/>
                </a:moveTo>
                <a:lnTo>
                  <a:pt x="18847" y="209827"/>
                </a:lnTo>
                <a:lnTo>
                  <a:pt x="18015" y="209092"/>
                </a:lnTo>
                <a:close/>
                <a:moveTo>
                  <a:pt x="181864" y="128310"/>
                </a:moveTo>
                <a:lnTo>
                  <a:pt x="183281" y="128636"/>
                </a:lnTo>
                <a:lnTo>
                  <a:pt x="181155" y="128473"/>
                </a:lnTo>
                <a:close/>
                <a:moveTo>
                  <a:pt x="162849" y="107728"/>
                </a:moveTo>
                <a:lnTo>
                  <a:pt x="163586" y="108671"/>
                </a:lnTo>
                <a:lnTo>
                  <a:pt x="162480" y="108199"/>
                </a:lnTo>
                <a:close/>
                <a:moveTo>
                  <a:pt x="281030" y="31009"/>
                </a:moveTo>
                <a:lnTo>
                  <a:pt x="281831" y="32721"/>
                </a:lnTo>
                <a:lnTo>
                  <a:pt x="280630" y="31865"/>
                </a:lnTo>
                <a:close/>
                <a:moveTo>
                  <a:pt x="244176" y="142835"/>
                </a:moveTo>
                <a:lnTo>
                  <a:pt x="245909" y="144495"/>
                </a:lnTo>
                <a:lnTo>
                  <a:pt x="243309" y="143665"/>
                </a:lnTo>
                <a:close/>
                <a:moveTo>
                  <a:pt x="180043" y="78379"/>
                </a:moveTo>
                <a:lnTo>
                  <a:pt x="181835" y="78762"/>
                </a:lnTo>
                <a:lnTo>
                  <a:pt x="179146" y="78571"/>
                </a:lnTo>
                <a:close/>
                <a:moveTo>
                  <a:pt x="70346" y="223860"/>
                </a:moveTo>
                <a:lnTo>
                  <a:pt x="72416" y="225638"/>
                </a:lnTo>
                <a:lnTo>
                  <a:pt x="69311" y="224749"/>
                </a:lnTo>
                <a:close/>
                <a:moveTo>
                  <a:pt x="248475" y="32320"/>
                </a:moveTo>
                <a:lnTo>
                  <a:pt x="249257" y="33843"/>
                </a:lnTo>
                <a:lnTo>
                  <a:pt x="248084" y="33082"/>
                </a:lnTo>
                <a:close/>
                <a:moveTo>
                  <a:pt x="105016" y="100100"/>
                </a:moveTo>
                <a:lnTo>
                  <a:pt x="107093" y="101443"/>
                </a:lnTo>
                <a:lnTo>
                  <a:pt x="103978" y="100772"/>
                </a:lnTo>
                <a:close/>
                <a:moveTo>
                  <a:pt x="164278" y="62419"/>
                </a:moveTo>
                <a:lnTo>
                  <a:pt x="166013" y="62787"/>
                </a:lnTo>
                <a:lnTo>
                  <a:pt x="163410" y="62603"/>
                </a:lnTo>
                <a:close/>
                <a:moveTo>
                  <a:pt x="271586" y="12496"/>
                </a:moveTo>
                <a:lnTo>
                  <a:pt x="273102" y="13171"/>
                </a:lnTo>
                <a:lnTo>
                  <a:pt x="270828" y="12834"/>
                </a:lnTo>
                <a:close/>
                <a:moveTo>
                  <a:pt x="263451" y="73056"/>
                </a:moveTo>
                <a:lnTo>
                  <a:pt x="265507" y="73927"/>
                </a:lnTo>
                <a:lnTo>
                  <a:pt x="262423" y="73492"/>
                </a:lnTo>
                <a:close/>
                <a:moveTo>
                  <a:pt x="267529" y="227348"/>
                </a:moveTo>
                <a:lnTo>
                  <a:pt x="268485" y="228228"/>
                </a:lnTo>
                <a:lnTo>
                  <a:pt x="267051" y="227788"/>
                </a:lnTo>
                <a:close/>
                <a:moveTo>
                  <a:pt x="118209" y="86351"/>
                </a:moveTo>
                <a:lnTo>
                  <a:pt x="118862" y="87550"/>
                </a:lnTo>
                <a:lnTo>
                  <a:pt x="117882" y="86951"/>
                </a:lnTo>
                <a:close/>
                <a:moveTo>
                  <a:pt x="188163" y="223808"/>
                </a:moveTo>
                <a:lnTo>
                  <a:pt x="189334" y="224323"/>
                </a:lnTo>
                <a:lnTo>
                  <a:pt x="187578" y="224065"/>
                </a:lnTo>
                <a:close/>
                <a:moveTo>
                  <a:pt x="49079" y="53531"/>
                </a:moveTo>
                <a:lnTo>
                  <a:pt x="50317" y="54837"/>
                </a:lnTo>
                <a:lnTo>
                  <a:pt x="48459" y="54184"/>
                </a:lnTo>
                <a:close/>
                <a:moveTo>
                  <a:pt x="240832" y="70847"/>
                </a:moveTo>
                <a:lnTo>
                  <a:pt x="242997" y="72030"/>
                </a:lnTo>
                <a:lnTo>
                  <a:pt x="239750" y="71438"/>
                </a:lnTo>
                <a:close/>
                <a:moveTo>
                  <a:pt x="55879" y="114435"/>
                </a:moveTo>
                <a:lnTo>
                  <a:pt x="57842" y="115851"/>
                </a:lnTo>
                <a:lnTo>
                  <a:pt x="54897" y="115143"/>
                </a:lnTo>
                <a:close/>
                <a:moveTo>
                  <a:pt x="138700" y="143869"/>
                </a:moveTo>
                <a:lnTo>
                  <a:pt x="139899" y="145362"/>
                </a:lnTo>
                <a:lnTo>
                  <a:pt x="138101" y="144615"/>
                </a:lnTo>
                <a:close/>
                <a:moveTo>
                  <a:pt x="38937" y="44735"/>
                </a:moveTo>
                <a:lnTo>
                  <a:pt x="40799" y="46329"/>
                </a:lnTo>
                <a:lnTo>
                  <a:pt x="38006" y="45532"/>
                </a:lnTo>
                <a:close/>
                <a:moveTo>
                  <a:pt x="119133" y="265073"/>
                </a:moveTo>
                <a:lnTo>
                  <a:pt x="120516" y="266377"/>
                </a:lnTo>
                <a:lnTo>
                  <a:pt x="118441" y="265725"/>
                </a:lnTo>
                <a:close/>
                <a:moveTo>
                  <a:pt x="15146" y="74408"/>
                </a:moveTo>
                <a:lnTo>
                  <a:pt x="16614" y="75302"/>
                </a:lnTo>
                <a:lnTo>
                  <a:pt x="14412" y="74855"/>
                </a:lnTo>
                <a:close/>
                <a:moveTo>
                  <a:pt x="129835" y="37410"/>
                </a:moveTo>
                <a:lnTo>
                  <a:pt x="130631" y="38108"/>
                </a:lnTo>
                <a:lnTo>
                  <a:pt x="129437" y="37759"/>
                </a:lnTo>
                <a:close/>
                <a:moveTo>
                  <a:pt x="40881" y="126517"/>
                </a:moveTo>
                <a:lnTo>
                  <a:pt x="41249" y="127470"/>
                </a:lnTo>
                <a:lnTo>
                  <a:pt x="40696" y="126993"/>
                </a:lnTo>
                <a:close/>
                <a:moveTo>
                  <a:pt x="274726" y="183227"/>
                </a:moveTo>
                <a:lnTo>
                  <a:pt x="276575" y="183793"/>
                </a:lnTo>
                <a:lnTo>
                  <a:pt x="273801" y="183510"/>
                </a:lnTo>
                <a:close/>
                <a:moveTo>
                  <a:pt x="116995" y="184788"/>
                </a:moveTo>
                <a:lnTo>
                  <a:pt x="118685" y="186396"/>
                </a:lnTo>
                <a:lnTo>
                  <a:pt x="116150" y="185592"/>
                </a:lnTo>
                <a:close/>
                <a:moveTo>
                  <a:pt x="31769" y="94406"/>
                </a:moveTo>
                <a:lnTo>
                  <a:pt x="32716" y="96083"/>
                </a:lnTo>
                <a:lnTo>
                  <a:pt x="31295" y="95244"/>
                </a:lnTo>
                <a:close/>
                <a:moveTo>
                  <a:pt x="261527" y="241712"/>
                </a:moveTo>
                <a:lnTo>
                  <a:pt x="263331" y="242570"/>
                </a:lnTo>
                <a:lnTo>
                  <a:pt x="260624" y="242141"/>
                </a:lnTo>
                <a:close/>
                <a:moveTo>
                  <a:pt x="160419" y="122152"/>
                </a:moveTo>
                <a:lnTo>
                  <a:pt x="161476" y="123328"/>
                </a:lnTo>
                <a:lnTo>
                  <a:pt x="159891" y="122740"/>
                </a:lnTo>
                <a:close/>
                <a:moveTo>
                  <a:pt x="110513" y="74035"/>
                </a:moveTo>
                <a:lnTo>
                  <a:pt x="110974" y="74431"/>
                </a:lnTo>
                <a:lnTo>
                  <a:pt x="110283" y="74233"/>
                </a:lnTo>
                <a:close/>
                <a:moveTo>
                  <a:pt x="131505" y="162187"/>
                </a:moveTo>
                <a:lnTo>
                  <a:pt x="133208" y="162920"/>
                </a:lnTo>
                <a:lnTo>
                  <a:pt x="130653" y="162554"/>
                </a:lnTo>
                <a:close/>
                <a:moveTo>
                  <a:pt x="271077" y="213222"/>
                </a:moveTo>
                <a:lnTo>
                  <a:pt x="271818" y="213674"/>
                </a:lnTo>
                <a:lnTo>
                  <a:pt x="270707" y="213448"/>
                </a:lnTo>
                <a:close/>
                <a:moveTo>
                  <a:pt x="94919" y="220451"/>
                </a:moveTo>
                <a:lnTo>
                  <a:pt x="95812" y="221939"/>
                </a:lnTo>
                <a:lnTo>
                  <a:pt x="94472" y="221195"/>
                </a:lnTo>
                <a:close/>
                <a:moveTo>
                  <a:pt x="31013" y="128600"/>
                </a:moveTo>
                <a:lnTo>
                  <a:pt x="32476" y="129389"/>
                </a:lnTo>
                <a:lnTo>
                  <a:pt x="30281" y="128995"/>
                </a:lnTo>
                <a:close/>
                <a:moveTo>
                  <a:pt x="215262" y="135980"/>
                </a:moveTo>
                <a:lnTo>
                  <a:pt x="216776" y="137009"/>
                </a:lnTo>
                <a:lnTo>
                  <a:pt x="214506" y="136494"/>
                </a:lnTo>
                <a:close/>
                <a:moveTo>
                  <a:pt x="261005" y="19399"/>
                </a:moveTo>
                <a:lnTo>
                  <a:pt x="262993" y="19862"/>
                </a:lnTo>
                <a:lnTo>
                  <a:pt x="260012" y="19631"/>
                </a:lnTo>
                <a:close/>
                <a:moveTo>
                  <a:pt x="189433" y="85022"/>
                </a:moveTo>
                <a:lnTo>
                  <a:pt x="191207" y="85520"/>
                </a:lnTo>
                <a:lnTo>
                  <a:pt x="188546" y="85271"/>
                </a:lnTo>
                <a:close/>
                <a:moveTo>
                  <a:pt x="53248" y="142493"/>
                </a:moveTo>
                <a:lnTo>
                  <a:pt x="55118" y="143023"/>
                </a:lnTo>
                <a:lnTo>
                  <a:pt x="52314" y="142758"/>
                </a:lnTo>
                <a:close/>
                <a:moveTo>
                  <a:pt x="210380" y="190053"/>
                </a:moveTo>
                <a:lnTo>
                  <a:pt x="212512" y="191176"/>
                </a:lnTo>
                <a:lnTo>
                  <a:pt x="209315" y="190615"/>
                </a:lnTo>
                <a:close/>
                <a:moveTo>
                  <a:pt x="246759" y="280766"/>
                </a:moveTo>
                <a:lnTo>
                  <a:pt x="248582" y="282446"/>
                </a:lnTo>
                <a:lnTo>
                  <a:pt x="245847" y="281606"/>
                </a:lnTo>
                <a:close/>
                <a:moveTo>
                  <a:pt x="272203" y="188845"/>
                </a:moveTo>
                <a:lnTo>
                  <a:pt x="273065" y="189387"/>
                </a:lnTo>
                <a:lnTo>
                  <a:pt x="271772" y="189116"/>
                </a:lnTo>
                <a:close/>
                <a:moveTo>
                  <a:pt x="265459" y="111686"/>
                </a:moveTo>
                <a:lnTo>
                  <a:pt x="267526" y="112384"/>
                </a:lnTo>
                <a:lnTo>
                  <a:pt x="264426" y="112035"/>
                </a:lnTo>
                <a:close/>
                <a:moveTo>
                  <a:pt x="33727" y="44215"/>
                </a:moveTo>
                <a:lnTo>
                  <a:pt x="34644" y="45537"/>
                </a:lnTo>
                <a:lnTo>
                  <a:pt x="33269" y="44876"/>
                </a:lnTo>
                <a:close/>
                <a:moveTo>
                  <a:pt x="148924" y="23411"/>
                </a:moveTo>
                <a:lnTo>
                  <a:pt x="149956" y="24143"/>
                </a:lnTo>
                <a:lnTo>
                  <a:pt x="148407" y="23777"/>
                </a:lnTo>
                <a:close/>
                <a:moveTo>
                  <a:pt x="170913" y="68185"/>
                </a:moveTo>
                <a:lnTo>
                  <a:pt x="172735" y="69844"/>
                </a:lnTo>
                <a:lnTo>
                  <a:pt x="170001" y="69015"/>
                </a:lnTo>
                <a:close/>
                <a:moveTo>
                  <a:pt x="43033" y="137726"/>
                </a:moveTo>
                <a:lnTo>
                  <a:pt x="44649" y="138701"/>
                </a:lnTo>
                <a:lnTo>
                  <a:pt x="42225" y="138213"/>
                </a:lnTo>
                <a:close/>
                <a:moveTo>
                  <a:pt x="137783" y="120218"/>
                </a:moveTo>
                <a:lnTo>
                  <a:pt x="139514" y="121027"/>
                </a:lnTo>
                <a:lnTo>
                  <a:pt x="136917" y="120622"/>
                </a:lnTo>
                <a:close/>
                <a:moveTo>
                  <a:pt x="191033" y="74407"/>
                </a:moveTo>
                <a:lnTo>
                  <a:pt x="191845" y="75611"/>
                </a:lnTo>
                <a:lnTo>
                  <a:pt x="190627" y="75009"/>
                </a:lnTo>
                <a:close/>
                <a:moveTo>
                  <a:pt x="232696" y="244423"/>
                </a:moveTo>
                <a:lnTo>
                  <a:pt x="234671" y="246172"/>
                </a:lnTo>
                <a:lnTo>
                  <a:pt x="231708" y="245298"/>
                </a:lnTo>
                <a:close/>
                <a:moveTo>
                  <a:pt x="121513" y="37467"/>
                </a:moveTo>
                <a:lnTo>
                  <a:pt x="122782" y="38579"/>
                </a:lnTo>
                <a:lnTo>
                  <a:pt x="120879" y="38023"/>
                </a:lnTo>
                <a:close/>
                <a:moveTo>
                  <a:pt x="108663" y="282899"/>
                </a:moveTo>
                <a:lnTo>
                  <a:pt x="110139" y="283641"/>
                </a:lnTo>
                <a:lnTo>
                  <a:pt x="107925" y="283270"/>
                </a:lnTo>
                <a:close/>
                <a:moveTo>
                  <a:pt x="232623" y="79179"/>
                </a:moveTo>
                <a:lnTo>
                  <a:pt x="234235" y="80067"/>
                </a:lnTo>
                <a:lnTo>
                  <a:pt x="231816" y="79623"/>
                </a:lnTo>
                <a:close/>
                <a:moveTo>
                  <a:pt x="204752" y="190224"/>
                </a:moveTo>
                <a:lnTo>
                  <a:pt x="206217" y="191519"/>
                </a:lnTo>
                <a:lnTo>
                  <a:pt x="204019" y="190871"/>
                </a:lnTo>
                <a:close/>
                <a:moveTo>
                  <a:pt x="187288" y="61499"/>
                </a:moveTo>
                <a:lnTo>
                  <a:pt x="188245" y="63101"/>
                </a:lnTo>
                <a:lnTo>
                  <a:pt x="186809" y="62300"/>
                </a:lnTo>
                <a:close/>
                <a:moveTo>
                  <a:pt x="48670" y="48234"/>
                </a:moveTo>
                <a:lnTo>
                  <a:pt x="49098" y="49551"/>
                </a:lnTo>
                <a:lnTo>
                  <a:pt x="48457" y="48892"/>
                </a:lnTo>
                <a:close/>
                <a:moveTo>
                  <a:pt x="180324" y="91405"/>
                </a:moveTo>
                <a:lnTo>
                  <a:pt x="181135" y="93031"/>
                </a:lnTo>
                <a:lnTo>
                  <a:pt x="179918" y="92218"/>
                </a:lnTo>
                <a:close/>
                <a:moveTo>
                  <a:pt x="1943" y="120615"/>
                </a:moveTo>
                <a:lnTo>
                  <a:pt x="4063" y="121627"/>
                </a:lnTo>
                <a:lnTo>
                  <a:pt x="883" y="121121"/>
                </a:lnTo>
                <a:close/>
                <a:moveTo>
                  <a:pt x="237031" y="256543"/>
                </a:moveTo>
                <a:lnTo>
                  <a:pt x="238618" y="258159"/>
                </a:lnTo>
                <a:lnTo>
                  <a:pt x="236238" y="257351"/>
                </a:lnTo>
                <a:close/>
                <a:moveTo>
                  <a:pt x="105490" y="99996"/>
                </a:moveTo>
                <a:lnTo>
                  <a:pt x="105886" y="101006"/>
                </a:lnTo>
                <a:lnTo>
                  <a:pt x="105292" y="100501"/>
                </a:lnTo>
                <a:close/>
                <a:moveTo>
                  <a:pt x="29541" y="258580"/>
                </a:moveTo>
                <a:lnTo>
                  <a:pt x="31025" y="258926"/>
                </a:lnTo>
                <a:lnTo>
                  <a:pt x="28799" y="258753"/>
                </a:lnTo>
                <a:close/>
                <a:moveTo>
                  <a:pt x="198397" y="54212"/>
                </a:moveTo>
                <a:lnTo>
                  <a:pt x="199382" y="55433"/>
                </a:lnTo>
                <a:lnTo>
                  <a:pt x="197905" y="54822"/>
                </a:lnTo>
                <a:close/>
                <a:moveTo>
                  <a:pt x="271635" y="186493"/>
                </a:moveTo>
                <a:lnTo>
                  <a:pt x="272182" y="186970"/>
                </a:lnTo>
                <a:lnTo>
                  <a:pt x="271362" y="186731"/>
                </a:lnTo>
                <a:close/>
                <a:moveTo>
                  <a:pt x="121056" y="209503"/>
                </a:moveTo>
                <a:lnTo>
                  <a:pt x="122208" y="210266"/>
                </a:lnTo>
                <a:lnTo>
                  <a:pt x="120480" y="209885"/>
                </a:lnTo>
                <a:close/>
                <a:moveTo>
                  <a:pt x="112255" y="47979"/>
                </a:moveTo>
                <a:lnTo>
                  <a:pt x="114028" y="48301"/>
                </a:lnTo>
                <a:lnTo>
                  <a:pt x="111369" y="48140"/>
                </a:lnTo>
                <a:close/>
                <a:moveTo>
                  <a:pt x="147160" y="255477"/>
                </a:moveTo>
                <a:lnTo>
                  <a:pt x="148097" y="255974"/>
                </a:lnTo>
                <a:lnTo>
                  <a:pt x="146692" y="255725"/>
                </a:lnTo>
                <a:close/>
                <a:moveTo>
                  <a:pt x="204473" y="137515"/>
                </a:moveTo>
                <a:lnTo>
                  <a:pt x="205475" y="137930"/>
                </a:lnTo>
                <a:lnTo>
                  <a:pt x="203973" y="137723"/>
                </a:lnTo>
                <a:close/>
                <a:moveTo>
                  <a:pt x="181457" y="181058"/>
                </a:moveTo>
                <a:lnTo>
                  <a:pt x="182880" y="182195"/>
                </a:lnTo>
                <a:lnTo>
                  <a:pt x="180746" y="181626"/>
                </a:lnTo>
                <a:close/>
                <a:moveTo>
                  <a:pt x="31132" y="203223"/>
                </a:moveTo>
                <a:lnTo>
                  <a:pt x="32307" y="204746"/>
                </a:lnTo>
                <a:lnTo>
                  <a:pt x="30545" y="203985"/>
                </a:lnTo>
                <a:close/>
                <a:moveTo>
                  <a:pt x="247349" y="40366"/>
                </a:moveTo>
                <a:lnTo>
                  <a:pt x="247917" y="41398"/>
                </a:lnTo>
                <a:lnTo>
                  <a:pt x="247064" y="40882"/>
                </a:lnTo>
                <a:close/>
                <a:moveTo>
                  <a:pt x="62029" y="266077"/>
                </a:moveTo>
                <a:lnTo>
                  <a:pt x="63761" y="266465"/>
                </a:lnTo>
                <a:lnTo>
                  <a:pt x="61163" y="266271"/>
                </a:lnTo>
                <a:close/>
                <a:moveTo>
                  <a:pt x="140507" y="226565"/>
                </a:moveTo>
                <a:lnTo>
                  <a:pt x="141847" y="227640"/>
                </a:lnTo>
                <a:lnTo>
                  <a:pt x="139837" y="227102"/>
                </a:lnTo>
                <a:close/>
                <a:moveTo>
                  <a:pt x="142774" y="57787"/>
                </a:moveTo>
                <a:lnTo>
                  <a:pt x="143499" y="59132"/>
                </a:lnTo>
                <a:lnTo>
                  <a:pt x="142412" y="58459"/>
                </a:lnTo>
                <a:close/>
                <a:moveTo>
                  <a:pt x="82607" y="221974"/>
                </a:moveTo>
                <a:lnTo>
                  <a:pt x="83727" y="222921"/>
                </a:lnTo>
                <a:lnTo>
                  <a:pt x="82047" y="222447"/>
                </a:lnTo>
                <a:close/>
                <a:moveTo>
                  <a:pt x="238585" y="108978"/>
                </a:moveTo>
                <a:lnTo>
                  <a:pt x="239167" y="110028"/>
                </a:lnTo>
                <a:lnTo>
                  <a:pt x="238294" y="109503"/>
                </a:lnTo>
                <a:close/>
                <a:moveTo>
                  <a:pt x="14070" y="122479"/>
                </a:moveTo>
                <a:lnTo>
                  <a:pt x="14597" y="123142"/>
                </a:lnTo>
                <a:lnTo>
                  <a:pt x="13806" y="122810"/>
                </a:lnTo>
                <a:close/>
                <a:moveTo>
                  <a:pt x="130753" y="143334"/>
                </a:moveTo>
                <a:lnTo>
                  <a:pt x="131758" y="144056"/>
                </a:lnTo>
                <a:lnTo>
                  <a:pt x="130250" y="143695"/>
                </a:lnTo>
                <a:close/>
                <a:moveTo>
                  <a:pt x="21961" y="270216"/>
                </a:moveTo>
                <a:lnTo>
                  <a:pt x="23662" y="270597"/>
                </a:lnTo>
                <a:lnTo>
                  <a:pt x="21110" y="270407"/>
                </a:lnTo>
                <a:close/>
                <a:moveTo>
                  <a:pt x="191530" y="211382"/>
                </a:moveTo>
                <a:lnTo>
                  <a:pt x="193583" y="211732"/>
                </a:lnTo>
                <a:lnTo>
                  <a:pt x="190504" y="211557"/>
                </a:lnTo>
                <a:close/>
                <a:moveTo>
                  <a:pt x="261904" y="199821"/>
                </a:moveTo>
                <a:lnTo>
                  <a:pt x="262620" y="200392"/>
                </a:lnTo>
                <a:lnTo>
                  <a:pt x="261546" y="200107"/>
                </a:lnTo>
                <a:close/>
                <a:moveTo>
                  <a:pt x="45727" y="186480"/>
                </a:moveTo>
                <a:lnTo>
                  <a:pt x="47151" y="187493"/>
                </a:lnTo>
                <a:lnTo>
                  <a:pt x="45015" y="186986"/>
                </a:lnTo>
                <a:close/>
                <a:moveTo>
                  <a:pt x="261276" y="202305"/>
                </a:moveTo>
                <a:lnTo>
                  <a:pt x="262821" y="203955"/>
                </a:lnTo>
                <a:lnTo>
                  <a:pt x="260503" y="203130"/>
                </a:lnTo>
                <a:close/>
                <a:moveTo>
                  <a:pt x="30482" y="88611"/>
                </a:moveTo>
                <a:lnTo>
                  <a:pt x="32624" y="89598"/>
                </a:lnTo>
                <a:lnTo>
                  <a:pt x="29412" y="89104"/>
                </a:lnTo>
                <a:close/>
                <a:moveTo>
                  <a:pt x="178065" y="134968"/>
                </a:moveTo>
                <a:lnTo>
                  <a:pt x="180069" y="135808"/>
                </a:lnTo>
                <a:lnTo>
                  <a:pt x="177063" y="135388"/>
                </a:lnTo>
                <a:close/>
                <a:moveTo>
                  <a:pt x="218369" y="112437"/>
                </a:moveTo>
                <a:lnTo>
                  <a:pt x="219459" y="113442"/>
                </a:lnTo>
                <a:lnTo>
                  <a:pt x="217824" y="112939"/>
                </a:lnTo>
                <a:close/>
                <a:moveTo>
                  <a:pt x="123879" y="226497"/>
                </a:moveTo>
                <a:lnTo>
                  <a:pt x="125639" y="227766"/>
                </a:lnTo>
                <a:lnTo>
                  <a:pt x="122998" y="227132"/>
                </a:lnTo>
                <a:close/>
                <a:moveTo>
                  <a:pt x="138503" y="156519"/>
                </a:moveTo>
                <a:lnTo>
                  <a:pt x="139437" y="158082"/>
                </a:lnTo>
                <a:lnTo>
                  <a:pt x="138036" y="157300"/>
                </a:lnTo>
                <a:close/>
                <a:moveTo>
                  <a:pt x="155201" y="273229"/>
                </a:moveTo>
                <a:lnTo>
                  <a:pt x="156782" y="274274"/>
                </a:lnTo>
                <a:lnTo>
                  <a:pt x="154411" y="273751"/>
                </a:lnTo>
                <a:close/>
                <a:moveTo>
                  <a:pt x="207769" y="139682"/>
                </a:moveTo>
                <a:lnTo>
                  <a:pt x="209931" y="141297"/>
                </a:lnTo>
                <a:lnTo>
                  <a:pt x="206687" y="140490"/>
                </a:lnTo>
                <a:close/>
                <a:moveTo>
                  <a:pt x="4297" y="90361"/>
                </a:moveTo>
                <a:lnTo>
                  <a:pt x="4832" y="91908"/>
                </a:lnTo>
                <a:lnTo>
                  <a:pt x="4030" y="91135"/>
                </a:lnTo>
                <a:close/>
                <a:moveTo>
                  <a:pt x="94610" y="7378"/>
                </a:moveTo>
                <a:lnTo>
                  <a:pt x="95674" y="8722"/>
                </a:lnTo>
                <a:lnTo>
                  <a:pt x="94078" y="8050"/>
                </a:lnTo>
                <a:close/>
                <a:moveTo>
                  <a:pt x="22404" y="274637"/>
                </a:moveTo>
                <a:lnTo>
                  <a:pt x="23249" y="275420"/>
                </a:lnTo>
                <a:lnTo>
                  <a:pt x="21981" y="275029"/>
                </a:lnTo>
                <a:close/>
                <a:moveTo>
                  <a:pt x="272551" y="80501"/>
                </a:moveTo>
                <a:lnTo>
                  <a:pt x="274592" y="81658"/>
                </a:lnTo>
                <a:lnTo>
                  <a:pt x="271530" y="81079"/>
                </a:lnTo>
                <a:close/>
                <a:moveTo>
                  <a:pt x="254028" y="275720"/>
                </a:moveTo>
                <a:lnTo>
                  <a:pt x="256153" y="277258"/>
                </a:lnTo>
                <a:lnTo>
                  <a:pt x="252966" y="276489"/>
                </a:lnTo>
                <a:close/>
                <a:moveTo>
                  <a:pt x="256292" y="95675"/>
                </a:moveTo>
                <a:lnTo>
                  <a:pt x="257389" y="96970"/>
                </a:lnTo>
                <a:lnTo>
                  <a:pt x="255743" y="96323"/>
                </a:lnTo>
                <a:close/>
                <a:moveTo>
                  <a:pt x="229075" y="146763"/>
                </a:moveTo>
                <a:lnTo>
                  <a:pt x="229976" y="148372"/>
                </a:lnTo>
                <a:lnTo>
                  <a:pt x="228624" y="147568"/>
                </a:lnTo>
                <a:close/>
                <a:moveTo>
                  <a:pt x="232473" y="190775"/>
                </a:moveTo>
                <a:lnTo>
                  <a:pt x="234294" y="192308"/>
                </a:lnTo>
                <a:lnTo>
                  <a:pt x="231563" y="191541"/>
                </a:lnTo>
                <a:close/>
                <a:moveTo>
                  <a:pt x="157493" y="246206"/>
                </a:moveTo>
                <a:lnTo>
                  <a:pt x="158781" y="247435"/>
                </a:lnTo>
                <a:lnTo>
                  <a:pt x="156849" y="246820"/>
                </a:lnTo>
                <a:close/>
                <a:moveTo>
                  <a:pt x="252410" y="268198"/>
                </a:moveTo>
                <a:lnTo>
                  <a:pt x="254135" y="269842"/>
                </a:lnTo>
                <a:lnTo>
                  <a:pt x="251548" y="269020"/>
                </a:lnTo>
                <a:close/>
                <a:moveTo>
                  <a:pt x="121282" y="277178"/>
                </a:moveTo>
                <a:lnTo>
                  <a:pt x="123161" y="278194"/>
                </a:lnTo>
                <a:lnTo>
                  <a:pt x="120342" y="277686"/>
                </a:lnTo>
                <a:close/>
                <a:moveTo>
                  <a:pt x="177878" y="32869"/>
                </a:moveTo>
                <a:lnTo>
                  <a:pt x="178467" y="34105"/>
                </a:lnTo>
                <a:lnTo>
                  <a:pt x="177583" y="33487"/>
                </a:lnTo>
                <a:close/>
                <a:moveTo>
                  <a:pt x="257923" y="201936"/>
                </a:moveTo>
                <a:lnTo>
                  <a:pt x="258825" y="203558"/>
                </a:lnTo>
                <a:lnTo>
                  <a:pt x="257472" y="202747"/>
                </a:lnTo>
                <a:close/>
                <a:moveTo>
                  <a:pt x="239981" y="82830"/>
                </a:moveTo>
                <a:lnTo>
                  <a:pt x="241063" y="84419"/>
                </a:lnTo>
                <a:lnTo>
                  <a:pt x="239440" y="83625"/>
                </a:lnTo>
                <a:close/>
                <a:moveTo>
                  <a:pt x="160863" y="38827"/>
                </a:moveTo>
                <a:lnTo>
                  <a:pt x="162916" y="39364"/>
                </a:lnTo>
                <a:lnTo>
                  <a:pt x="159837" y="39096"/>
                </a:lnTo>
                <a:close/>
                <a:moveTo>
                  <a:pt x="250781" y="46615"/>
                </a:moveTo>
                <a:lnTo>
                  <a:pt x="252519" y="48289"/>
                </a:lnTo>
                <a:lnTo>
                  <a:pt x="249912" y="47452"/>
                </a:lnTo>
                <a:close/>
                <a:moveTo>
                  <a:pt x="114118" y="69541"/>
                </a:moveTo>
                <a:lnTo>
                  <a:pt x="114858" y="70372"/>
                </a:lnTo>
                <a:lnTo>
                  <a:pt x="113748" y="69956"/>
                </a:lnTo>
                <a:close/>
                <a:moveTo>
                  <a:pt x="240492" y="284929"/>
                </a:moveTo>
                <a:lnTo>
                  <a:pt x="241621" y="286159"/>
                </a:lnTo>
                <a:lnTo>
                  <a:pt x="239928" y="285544"/>
                </a:lnTo>
                <a:close/>
                <a:moveTo>
                  <a:pt x="165217" y="86058"/>
                </a:moveTo>
                <a:lnTo>
                  <a:pt x="166320" y="87257"/>
                </a:lnTo>
                <a:lnTo>
                  <a:pt x="164666" y="86658"/>
                </a:lnTo>
                <a:close/>
                <a:moveTo>
                  <a:pt x="236626" y="75450"/>
                </a:moveTo>
                <a:lnTo>
                  <a:pt x="237682" y="76479"/>
                </a:lnTo>
                <a:lnTo>
                  <a:pt x="236099" y="75965"/>
                </a:lnTo>
                <a:close/>
                <a:moveTo>
                  <a:pt x="53095" y="150920"/>
                </a:moveTo>
                <a:lnTo>
                  <a:pt x="54298" y="152649"/>
                </a:lnTo>
                <a:lnTo>
                  <a:pt x="52494" y="151784"/>
                </a:lnTo>
                <a:close/>
                <a:moveTo>
                  <a:pt x="206561" y="146115"/>
                </a:moveTo>
                <a:lnTo>
                  <a:pt x="208695" y="146769"/>
                </a:lnTo>
                <a:lnTo>
                  <a:pt x="205494" y="146442"/>
                </a:lnTo>
                <a:close/>
                <a:moveTo>
                  <a:pt x="211725" y="23387"/>
                </a:moveTo>
                <a:lnTo>
                  <a:pt x="213915" y="24623"/>
                </a:lnTo>
                <a:lnTo>
                  <a:pt x="210629" y="24005"/>
                </a:lnTo>
                <a:close/>
                <a:moveTo>
                  <a:pt x="249675" y="266132"/>
                </a:moveTo>
                <a:lnTo>
                  <a:pt x="251624" y="267188"/>
                </a:lnTo>
                <a:lnTo>
                  <a:pt x="248700" y="266660"/>
                </a:lnTo>
                <a:close/>
                <a:moveTo>
                  <a:pt x="286588" y="169792"/>
                </a:moveTo>
                <a:lnTo>
                  <a:pt x="288550" y="171241"/>
                </a:lnTo>
                <a:lnTo>
                  <a:pt x="285608" y="170517"/>
                </a:lnTo>
                <a:close/>
                <a:moveTo>
                  <a:pt x="233038" y="213001"/>
                </a:moveTo>
                <a:lnTo>
                  <a:pt x="235120" y="213567"/>
                </a:lnTo>
                <a:lnTo>
                  <a:pt x="231996" y="213284"/>
                </a:lnTo>
                <a:close/>
                <a:moveTo>
                  <a:pt x="227255" y="263196"/>
                </a:moveTo>
                <a:lnTo>
                  <a:pt x="228456" y="263822"/>
                </a:lnTo>
                <a:lnTo>
                  <a:pt x="226654" y="263509"/>
                </a:lnTo>
                <a:close/>
                <a:moveTo>
                  <a:pt x="43558" y="92598"/>
                </a:moveTo>
                <a:lnTo>
                  <a:pt x="45415" y="93786"/>
                </a:lnTo>
                <a:lnTo>
                  <a:pt x="42630" y="93192"/>
                </a:lnTo>
                <a:close/>
                <a:moveTo>
                  <a:pt x="17940" y="74602"/>
                </a:moveTo>
                <a:lnTo>
                  <a:pt x="18583" y="75545"/>
                </a:lnTo>
                <a:lnTo>
                  <a:pt x="17618" y="75073"/>
                </a:lnTo>
                <a:close/>
                <a:moveTo>
                  <a:pt x="58107" y="246516"/>
                </a:moveTo>
                <a:lnTo>
                  <a:pt x="59164" y="246886"/>
                </a:lnTo>
                <a:lnTo>
                  <a:pt x="57578" y="246701"/>
                </a:lnTo>
                <a:close/>
                <a:moveTo>
                  <a:pt x="127182" y="71182"/>
                </a:moveTo>
                <a:lnTo>
                  <a:pt x="128251" y="72179"/>
                </a:lnTo>
                <a:lnTo>
                  <a:pt x="126647" y="71680"/>
                </a:lnTo>
                <a:close/>
                <a:moveTo>
                  <a:pt x="206435" y="27570"/>
                </a:moveTo>
                <a:lnTo>
                  <a:pt x="208488" y="28076"/>
                </a:lnTo>
                <a:lnTo>
                  <a:pt x="205408" y="27823"/>
                </a:lnTo>
                <a:close/>
                <a:moveTo>
                  <a:pt x="134350" y="248626"/>
                </a:moveTo>
                <a:lnTo>
                  <a:pt x="135989" y="250265"/>
                </a:lnTo>
                <a:lnTo>
                  <a:pt x="133531" y="249445"/>
                </a:lnTo>
                <a:close/>
                <a:moveTo>
                  <a:pt x="231747" y="167331"/>
                </a:moveTo>
                <a:lnTo>
                  <a:pt x="232317" y="169083"/>
                </a:lnTo>
                <a:lnTo>
                  <a:pt x="231463" y="168207"/>
                </a:lnTo>
                <a:close/>
                <a:moveTo>
                  <a:pt x="175034" y="276702"/>
                </a:moveTo>
                <a:lnTo>
                  <a:pt x="177032" y="277810"/>
                </a:lnTo>
                <a:lnTo>
                  <a:pt x="174035" y="277256"/>
                </a:lnTo>
                <a:close/>
                <a:moveTo>
                  <a:pt x="153724" y="7564"/>
                </a:moveTo>
                <a:lnTo>
                  <a:pt x="154891" y="8916"/>
                </a:lnTo>
                <a:lnTo>
                  <a:pt x="153140" y="8240"/>
                </a:lnTo>
                <a:close/>
                <a:moveTo>
                  <a:pt x="259535" y="144399"/>
                </a:moveTo>
                <a:lnTo>
                  <a:pt x="259991" y="145925"/>
                </a:lnTo>
                <a:lnTo>
                  <a:pt x="259307" y="145162"/>
                </a:lnTo>
                <a:close/>
                <a:moveTo>
                  <a:pt x="205344" y="286505"/>
                </a:moveTo>
                <a:lnTo>
                  <a:pt x="206182" y="286943"/>
                </a:lnTo>
                <a:lnTo>
                  <a:pt x="204925" y="286724"/>
                </a:lnTo>
                <a:close/>
                <a:moveTo>
                  <a:pt x="232587" y="246573"/>
                </a:moveTo>
                <a:lnTo>
                  <a:pt x="233072" y="248293"/>
                </a:lnTo>
                <a:lnTo>
                  <a:pt x="232344" y="247433"/>
                </a:lnTo>
                <a:close/>
                <a:moveTo>
                  <a:pt x="226103" y="223189"/>
                </a:moveTo>
                <a:lnTo>
                  <a:pt x="227233" y="224700"/>
                </a:lnTo>
                <a:lnTo>
                  <a:pt x="225538" y="223944"/>
                </a:lnTo>
                <a:close/>
                <a:moveTo>
                  <a:pt x="104466" y="253858"/>
                </a:moveTo>
                <a:lnTo>
                  <a:pt x="105438" y="255364"/>
                </a:lnTo>
                <a:lnTo>
                  <a:pt x="103980" y="254611"/>
                </a:lnTo>
                <a:close/>
                <a:moveTo>
                  <a:pt x="57304" y="235500"/>
                </a:moveTo>
                <a:lnTo>
                  <a:pt x="58459" y="237285"/>
                </a:lnTo>
                <a:lnTo>
                  <a:pt x="56726" y="236392"/>
                </a:lnTo>
                <a:close/>
                <a:moveTo>
                  <a:pt x="73217" y="260138"/>
                </a:moveTo>
                <a:lnTo>
                  <a:pt x="75377" y="261445"/>
                </a:lnTo>
                <a:lnTo>
                  <a:pt x="72137" y="260792"/>
                </a:lnTo>
                <a:close/>
                <a:moveTo>
                  <a:pt x="138319" y="192386"/>
                </a:moveTo>
                <a:lnTo>
                  <a:pt x="139315" y="193232"/>
                </a:lnTo>
                <a:lnTo>
                  <a:pt x="137820" y="192809"/>
                </a:lnTo>
                <a:close/>
                <a:moveTo>
                  <a:pt x="262455" y="278084"/>
                </a:moveTo>
                <a:lnTo>
                  <a:pt x="263295" y="278920"/>
                </a:lnTo>
                <a:lnTo>
                  <a:pt x="262036" y="278502"/>
                </a:lnTo>
                <a:close/>
                <a:moveTo>
                  <a:pt x="263701" y="274353"/>
                </a:moveTo>
                <a:lnTo>
                  <a:pt x="264704" y="276128"/>
                </a:lnTo>
                <a:lnTo>
                  <a:pt x="263199" y="275241"/>
                </a:lnTo>
                <a:close/>
                <a:moveTo>
                  <a:pt x="225781" y="45389"/>
                </a:moveTo>
                <a:lnTo>
                  <a:pt x="226937" y="46424"/>
                </a:lnTo>
                <a:lnTo>
                  <a:pt x="225204" y="45907"/>
                </a:lnTo>
                <a:close/>
                <a:moveTo>
                  <a:pt x="205538" y="32312"/>
                </a:moveTo>
                <a:lnTo>
                  <a:pt x="206986" y="32672"/>
                </a:lnTo>
                <a:lnTo>
                  <a:pt x="204814" y="32492"/>
                </a:lnTo>
                <a:close/>
                <a:moveTo>
                  <a:pt x="166374" y="253579"/>
                </a:moveTo>
                <a:lnTo>
                  <a:pt x="167192" y="254990"/>
                </a:lnTo>
                <a:lnTo>
                  <a:pt x="165966" y="254284"/>
                </a:lnTo>
                <a:close/>
                <a:moveTo>
                  <a:pt x="187294" y="178640"/>
                </a:moveTo>
                <a:lnTo>
                  <a:pt x="187686" y="179540"/>
                </a:lnTo>
                <a:lnTo>
                  <a:pt x="187098" y="179090"/>
                </a:lnTo>
                <a:close/>
                <a:moveTo>
                  <a:pt x="125820" y="217476"/>
                </a:moveTo>
                <a:lnTo>
                  <a:pt x="127693" y="218587"/>
                </a:lnTo>
                <a:lnTo>
                  <a:pt x="124883" y="218031"/>
                </a:lnTo>
                <a:close/>
                <a:moveTo>
                  <a:pt x="242398" y="233489"/>
                </a:moveTo>
                <a:lnTo>
                  <a:pt x="244089" y="235055"/>
                </a:lnTo>
                <a:lnTo>
                  <a:pt x="241552" y="234272"/>
                </a:lnTo>
                <a:close/>
                <a:moveTo>
                  <a:pt x="205978" y="99138"/>
                </a:moveTo>
                <a:lnTo>
                  <a:pt x="207605" y="99767"/>
                </a:lnTo>
                <a:lnTo>
                  <a:pt x="205164" y="99453"/>
                </a:lnTo>
                <a:close/>
                <a:moveTo>
                  <a:pt x="149395" y="65238"/>
                </a:moveTo>
                <a:lnTo>
                  <a:pt x="150534" y="65794"/>
                </a:lnTo>
                <a:lnTo>
                  <a:pt x="148826" y="65516"/>
                </a:lnTo>
                <a:close/>
                <a:moveTo>
                  <a:pt x="32847" y="67132"/>
                </a:moveTo>
                <a:lnTo>
                  <a:pt x="34355" y="67518"/>
                </a:lnTo>
                <a:lnTo>
                  <a:pt x="32093" y="67325"/>
                </a:lnTo>
                <a:close/>
                <a:moveTo>
                  <a:pt x="85617" y="114083"/>
                </a:moveTo>
                <a:lnTo>
                  <a:pt x="87350" y="115350"/>
                </a:lnTo>
                <a:lnTo>
                  <a:pt x="84750" y="114717"/>
                </a:lnTo>
                <a:close/>
                <a:moveTo>
                  <a:pt x="112885" y="284664"/>
                </a:moveTo>
                <a:lnTo>
                  <a:pt x="114914" y="286069"/>
                </a:lnTo>
                <a:lnTo>
                  <a:pt x="111871" y="285367"/>
                </a:lnTo>
                <a:close/>
                <a:moveTo>
                  <a:pt x="90038" y="97884"/>
                </a:moveTo>
                <a:lnTo>
                  <a:pt x="90712" y="98333"/>
                </a:lnTo>
                <a:lnTo>
                  <a:pt x="89700" y="98109"/>
                </a:lnTo>
                <a:close/>
                <a:moveTo>
                  <a:pt x="17167" y="243617"/>
                </a:moveTo>
                <a:lnTo>
                  <a:pt x="19231" y="244933"/>
                </a:lnTo>
                <a:lnTo>
                  <a:pt x="16135" y="244275"/>
                </a:lnTo>
                <a:close/>
                <a:moveTo>
                  <a:pt x="13665" y="53654"/>
                </a:moveTo>
                <a:lnTo>
                  <a:pt x="14128" y="54043"/>
                </a:lnTo>
                <a:lnTo>
                  <a:pt x="13434" y="53849"/>
                </a:lnTo>
                <a:close/>
                <a:moveTo>
                  <a:pt x="109549" y="253899"/>
                </a:moveTo>
                <a:lnTo>
                  <a:pt x="111359" y="255493"/>
                </a:lnTo>
                <a:lnTo>
                  <a:pt x="108643" y="254696"/>
                </a:lnTo>
                <a:close/>
                <a:moveTo>
                  <a:pt x="135908" y="211415"/>
                </a:moveTo>
                <a:lnTo>
                  <a:pt x="137198" y="212319"/>
                </a:lnTo>
                <a:lnTo>
                  <a:pt x="135263" y="211867"/>
                </a:lnTo>
                <a:close/>
                <a:moveTo>
                  <a:pt x="66280" y="38741"/>
                </a:moveTo>
                <a:lnTo>
                  <a:pt x="68111" y="39804"/>
                </a:lnTo>
                <a:lnTo>
                  <a:pt x="65364" y="39272"/>
                </a:lnTo>
                <a:close/>
                <a:moveTo>
                  <a:pt x="171217" y="229047"/>
                </a:moveTo>
                <a:lnTo>
                  <a:pt x="172874" y="229439"/>
                </a:lnTo>
                <a:lnTo>
                  <a:pt x="170389" y="229243"/>
                </a:lnTo>
                <a:close/>
                <a:moveTo>
                  <a:pt x="45591" y="112809"/>
                </a:moveTo>
                <a:lnTo>
                  <a:pt x="47664" y="113348"/>
                </a:lnTo>
                <a:lnTo>
                  <a:pt x="44555" y="113078"/>
                </a:lnTo>
                <a:close/>
                <a:moveTo>
                  <a:pt x="266644" y="29385"/>
                </a:moveTo>
                <a:lnTo>
                  <a:pt x="267310" y="31165"/>
                </a:lnTo>
                <a:lnTo>
                  <a:pt x="266312" y="30275"/>
                </a:lnTo>
                <a:close/>
                <a:moveTo>
                  <a:pt x="82405" y="161551"/>
                </a:moveTo>
                <a:lnTo>
                  <a:pt x="83707" y="161904"/>
                </a:lnTo>
                <a:lnTo>
                  <a:pt x="81754" y="161728"/>
                </a:lnTo>
                <a:close/>
                <a:moveTo>
                  <a:pt x="66913" y="120506"/>
                </a:moveTo>
                <a:lnTo>
                  <a:pt x="68426" y="122113"/>
                </a:lnTo>
                <a:lnTo>
                  <a:pt x="66157" y="121310"/>
                </a:lnTo>
                <a:close/>
                <a:moveTo>
                  <a:pt x="214638" y="227917"/>
                </a:moveTo>
                <a:lnTo>
                  <a:pt x="216215" y="229027"/>
                </a:lnTo>
                <a:lnTo>
                  <a:pt x="213849" y="228472"/>
                </a:lnTo>
                <a:close/>
                <a:moveTo>
                  <a:pt x="176791" y="53515"/>
                </a:moveTo>
                <a:lnTo>
                  <a:pt x="177717" y="54812"/>
                </a:lnTo>
                <a:lnTo>
                  <a:pt x="176328" y="54164"/>
                </a:lnTo>
                <a:close/>
                <a:moveTo>
                  <a:pt x="119891" y="122793"/>
                </a:moveTo>
                <a:lnTo>
                  <a:pt x="121676" y="123786"/>
                </a:lnTo>
                <a:lnTo>
                  <a:pt x="118998" y="123290"/>
                </a:lnTo>
                <a:close/>
                <a:moveTo>
                  <a:pt x="88884" y="36660"/>
                </a:moveTo>
                <a:lnTo>
                  <a:pt x="89631" y="37500"/>
                </a:lnTo>
                <a:lnTo>
                  <a:pt x="88510" y="37080"/>
                </a:lnTo>
                <a:close/>
                <a:moveTo>
                  <a:pt x="159859" y="53243"/>
                </a:moveTo>
                <a:lnTo>
                  <a:pt x="160869" y="53866"/>
                </a:lnTo>
                <a:lnTo>
                  <a:pt x="159354" y="53555"/>
                </a:lnTo>
                <a:close/>
                <a:moveTo>
                  <a:pt x="236838" y="276844"/>
                </a:moveTo>
                <a:lnTo>
                  <a:pt x="237718" y="278038"/>
                </a:lnTo>
                <a:lnTo>
                  <a:pt x="236398" y="277441"/>
                </a:lnTo>
                <a:close/>
                <a:moveTo>
                  <a:pt x="109181" y="81068"/>
                </a:moveTo>
                <a:lnTo>
                  <a:pt x="110203" y="81945"/>
                </a:lnTo>
                <a:lnTo>
                  <a:pt x="108670" y="81506"/>
                </a:lnTo>
                <a:close/>
                <a:moveTo>
                  <a:pt x="75860" y="36108"/>
                </a:moveTo>
                <a:lnTo>
                  <a:pt x="77152" y="36978"/>
                </a:lnTo>
                <a:lnTo>
                  <a:pt x="75214" y="36543"/>
                </a:lnTo>
                <a:close/>
                <a:moveTo>
                  <a:pt x="238763" y="268647"/>
                </a:moveTo>
                <a:lnTo>
                  <a:pt x="240016" y="269062"/>
                </a:lnTo>
                <a:lnTo>
                  <a:pt x="238137" y="268855"/>
                </a:lnTo>
                <a:close/>
                <a:moveTo>
                  <a:pt x="235365" y="219536"/>
                </a:moveTo>
                <a:lnTo>
                  <a:pt x="237468" y="221062"/>
                </a:lnTo>
                <a:lnTo>
                  <a:pt x="234314" y="220299"/>
                </a:lnTo>
                <a:close/>
                <a:moveTo>
                  <a:pt x="202109" y="257122"/>
                </a:moveTo>
                <a:lnTo>
                  <a:pt x="203186" y="258217"/>
                </a:lnTo>
                <a:lnTo>
                  <a:pt x="201570" y="257670"/>
                </a:lnTo>
                <a:close/>
                <a:moveTo>
                  <a:pt x="51543" y="237607"/>
                </a:moveTo>
                <a:lnTo>
                  <a:pt x="52726" y="239289"/>
                </a:lnTo>
                <a:lnTo>
                  <a:pt x="50951" y="238448"/>
                </a:lnTo>
                <a:close/>
                <a:moveTo>
                  <a:pt x="235618" y="233816"/>
                </a:moveTo>
                <a:lnTo>
                  <a:pt x="237038" y="234900"/>
                </a:lnTo>
                <a:lnTo>
                  <a:pt x="234908" y="234358"/>
                </a:lnTo>
                <a:close/>
                <a:moveTo>
                  <a:pt x="1015" y="273063"/>
                </a:moveTo>
                <a:lnTo>
                  <a:pt x="3044" y="274592"/>
                </a:lnTo>
                <a:lnTo>
                  <a:pt x="0" y="273827"/>
                </a:lnTo>
                <a:close/>
                <a:moveTo>
                  <a:pt x="29351" y="138798"/>
                </a:moveTo>
                <a:lnTo>
                  <a:pt x="30485" y="139959"/>
                </a:lnTo>
                <a:lnTo>
                  <a:pt x="28784" y="139379"/>
                </a:lnTo>
                <a:close/>
                <a:moveTo>
                  <a:pt x="203565" y="64690"/>
                </a:moveTo>
                <a:lnTo>
                  <a:pt x="205095" y="66367"/>
                </a:lnTo>
                <a:lnTo>
                  <a:pt x="202799" y="65528"/>
                </a:lnTo>
                <a:close/>
                <a:moveTo>
                  <a:pt x="20825" y="79609"/>
                </a:moveTo>
                <a:lnTo>
                  <a:pt x="21673" y="81373"/>
                </a:lnTo>
                <a:lnTo>
                  <a:pt x="20401" y="80491"/>
                </a:lnTo>
                <a:close/>
                <a:moveTo>
                  <a:pt x="269430" y="48380"/>
                </a:moveTo>
                <a:lnTo>
                  <a:pt x="270622" y="49448"/>
                </a:lnTo>
                <a:lnTo>
                  <a:pt x="268834" y="48914"/>
                </a:lnTo>
                <a:close/>
                <a:moveTo>
                  <a:pt x="65241" y="33714"/>
                </a:moveTo>
                <a:lnTo>
                  <a:pt x="65827" y="34173"/>
                </a:lnTo>
                <a:lnTo>
                  <a:pt x="64948" y="33944"/>
                </a:lnTo>
                <a:close/>
                <a:moveTo>
                  <a:pt x="16817" y="125292"/>
                </a:moveTo>
                <a:lnTo>
                  <a:pt x="18880" y="126377"/>
                </a:lnTo>
                <a:lnTo>
                  <a:pt x="15786" y="125835"/>
                </a:lnTo>
                <a:close/>
                <a:moveTo>
                  <a:pt x="39268" y="226768"/>
                </a:moveTo>
                <a:lnTo>
                  <a:pt x="40212" y="227735"/>
                </a:lnTo>
                <a:lnTo>
                  <a:pt x="38797" y="227252"/>
                </a:lnTo>
                <a:close/>
                <a:moveTo>
                  <a:pt x="44744" y="239284"/>
                </a:moveTo>
                <a:lnTo>
                  <a:pt x="46802" y="240474"/>
                </a:lnTo>
                <a:lnTo>
                  <a:pt x="43715" y="239879"/>
                </a:lnTo>
                <a:close/>
                <a:moveTo>
                  <a:pt x="84179" y="192542"/>
                </a:moveTo>
                <a:lnTo>
                  <a:pt x="85399" y="194316"/>
                </a:lnTo>
                <a:lnTo>
                  <a:pt x="83569" y="193429"/>
                </a:lnTo>
                <a:close/>
                <a:moveTo>
                  <a:pt x="116410" y="188607"/>
                </a:moveTo>
                <a:lnTo>
                  <a:pt x="116787" y="190354"/>
                </a:lnTo>
                <a:lnTo>
                  <a:pt x="116222" y="189481"/>
                </a:lnTo>
                <a:close/>
                <a:moveTo>
                  <a:pt x="130538" y="170786"/>
                </a:moveTo>
                <a:lnTo>
                  <a:pt x="132519" y="171992"/>
                </a:lnTo>
                <a:lnTo>
                  <a:pt x="129548" y="171389"/>
                </a:lnTo>
                <a:close/>
                <a:moveTo>
                  <a:pt x="193532" y="180056"/>
                </a:moveTo>
                <a:lnTo>
                  <a:pt x="195570" y="181001"/>
                </a:lnTo>
                <a:lnTo>
                  <a:pt x="192513" y="180529"/>
                </a:lnTo>
                <a:close/>
                <a:moveTo>
                  <a:pt x="69936" y="244752"/>
                </a:moveTo>
                <a:lnTo>
                  <a:pt x="71967" y="245709"/>
                </a:lnTo>
                <a:lnTo>
                  <a:pt x="68920" y="245230"/>
                </a:lnTo>
                <a:close/>
                <a:moveTo>
                  <a:pt x="61786" y="197047"/>
                </a:moveTo>
                <a:lnTo>
                  <a:pt x="62429" y="197365"/>
                </a:lnTo>
                <a:lnTo>
                  <a:pt x="61465" y="197206"/>
                </a:lnTo>
                <a:close/>
                <a:moveTo>
                  <a:pt x="113768" y="152902"/>
                </a:moveTo>
                <a:lnTo>
                  <a:pt x="115863" y="154542"/>
                </a:lnTo>
                <a:lnTo>
                  <a:pt x="112720" y="153722"/>
                </a:lnTo>
                <a:close/>
                <a:moveTo>
                  <a:pt x="202842" y="261249"/>
                </a:moveTo>
                <a:lnTo>
                  <a:pt x="203835" y="262625"/>
                </a:lnTo>
                <a:lnTo>
                  <a:pt x="202346" y="261937"/>
                </a:lnTo>
                <a:close/>
                <a:moveTo>
                  <a:pt x="167759" y="188574"/>
                </a:moveTo>
                <a:lnTo>
                  <a:pt x="168559" y="189994"/>
                </a:lnTo>
                <a:lnTo>
                  <a:pt x="167359" y="189284"/>
                </a:lnTo>
                <a:close/>
                <a:moveTo>
                  <a:pt x="148096" y="175231"/>
                </a:moveTo>
                <a:lnTo>
                  <a:pt x="149690" y="175811"/>
                </a:lnTo>
                <a:lnTo>
                  <a:pt x="147298" y="175521"/>
                </a:lnTo>
                <a:close/>
                <a:moveTo>
                  <a:pt x="215138" y="176814"/>
                </a:moveTo>
                <a:lnTo>
                  <a:pt x="215959" y="177395"/>
                </a:lnTo>
                <a:lnTo>
                  <a:pt x="214727" y="177104"/>
                </a:lnTo>
                <a:close/>
                <a:moveTo>
                  <a:pt x="60224" y="137973"/>
                </a:moveTo>
                <a:lnTo>
                  <a:pt x="61605" y="139182"/>
                </a:lnTo>
                <a:lnTo>
                  <a:pt x="59533" y="138578"/>
                </a:lnTo>
                <a:close/>
                <a:moveTo>
                  <a:pt x="123334" y="30216"/>
                </a:moveTo>
                <a:lnTo>
                  <a:pt x="124627" y="30752"/>
                </a:lnTo>
                <a:lnTo>
                  <a:pt x="122687" y="30484"/>
                </a:lnTo>
                <a:close/>
                <a:moveTo>
                  <a:pt x="153151" y="206188"/>
                </a:moveTo>
                <a:lnTo>
                  <a:pt x="154232" y="207747"/>
                </a:lnTo>
                <a:lnTo>
                  <a:pt x="152611" y="206967"/>
                </a:lnTo>
                <a:close/>
                <a:moveTo>
                  <a:pt x="279186" y="3265"/>
                </a:moveTo>
                <a:lnTo>
                  <a:pt x="280047" y="4189"/>
                </a:lnTo>
                <a:lnTo>
                  <a:pt x="278756" y="3727"/>
                </a:lnTo>
                <a:close/>
                <a:moveTo>
                  <a:pt x="172582" y="402"/>
                </a:moveTo>
                <a:lnTo>
                  <a:pt x="173129" y="1471"/>
                </a:lnTo>
                <a:lnTo>
                  <a:pt x="172309" y="936"/>
                </a:lnTo>
                <a:close/>
                <a:moveTo>
                  <a:pt x="190978" y="155489"/>
                </a:moveTo>
                <a:lnTo>
                  <a:pt x="191474" y="156991"/>
                </a:lnTo>
                <a:lnTo>
                  <a:pt x="190730" y="156240"/>
                </a:lnTo>
                <a:close/>
                <a:moveTo>
                  <a:pt x="173276" y="34531"/>
                </a:moveTo>
                <a:lnTo>
                  <a:pt x="174656" y="35807"/>
                </a:lnTo>
                <a:lnTo>
                  <a:pt x="172586" y="35169"/>
                </a:lnTo>
                <a:close/>
                <a:moveTo>
                  <a:pt x="273698" y="123514"/>
                </a:moveTo>
                <a:lnTo>
                  <a:pt x="274222" y="124942"/>
                </a:lnTo>
                <a:lnTo>
                  <a:pt x="273436" y="124228"/>
                </a:lnTo>
                <a:close/>
                <a:moveTo>
                  <a:pt x="249517" y="180465"/>
                </a:moveTo>
                <a:lnTo>
                  <a:pt x="251656" y="181661"/>
                </a:lnTo>
                <a:lnTo>
                  <a:pt x="248448" y="181063"/>
                </a:lnTo>
                <a:close/>
                <a:moveTo>
                  <a:pt x="267916" y="152539"/>
                </a:moveTo>
                <a:lnTo>
                  <a:pt x="269216" y="154172"/>
                </a:lnTo>
                <a:lnTo>
                  <a:pt x="267266" y="153355"/>
                </a:lnTo>
                <a:close/>
                <a:moveTo>
                  <a:pt x="104651" y="39745"/>
                </a:moveTo>
                <a:lnTo>
                  <a:pt x="105194" y="40618"/>
                </a:lnTo>
                <a:lnTo>
                  <a:pt x="104380" y="40182"/>
                </a:lnTo>
                <a:close/>
                <a:moveTo>
                  <a:pt x="161375" y="169894"/>
                </a:moveTo>
                <a:lnTo>
                  <a:pt x="163351" y="171095"/>
                </a:lnTo>
                <a:lnTo>
                  <a:pt x="160387" y="170494"/>
                </a:lnTo>
                <a:close/>
                <a:moveTo>
                  <a:pt x="253173" y="205164"/>
                </a:moveTo>
                <a:lnTo>
                  <a:pt x="254109" y="206700"/>
                </a:lnTo>
                <a:lnTo>
                  <a:pt x="252705" y="205932"/>
                </a:lnTo>
                <a:close/>
                <a:moveTo>
                  <a:pt x="255311" y="117846"/>
                </a:moveTo>
                <a:lnTo>
                  <a:pt x="256736" y="118540"/>
                </a:lnTo>
                <a:lnTo>
                  <a:pt x="254599" y="118193"/>
                </a:lnTo>
                <a:close/>
                <a:moveTo>
                  <a:pt x="100846" y="71389"/>
                </a:moveTo>
                <a:lnTo>
                  <a:pt x="102816" y="73036"/>
                </a:lnTo>
                <a:lnTo>
                  <a:pt x="99861" y="72212"/>
                </a:lnTo>
                <a:close/>
                <a:moveTo>
                  <a:pt x="75100" y="247471"/>
                </a:moveTo>
                <a:lnTo>
                  <a:pt x="76994" y="248518"/>
                </a:lnTo>
                <a:lnTo>
                  <a:pt x="74153" y="247994"/>
                </a:lnTo>
                <a:close/>
                <a:moveTo>
                  <a:pt x="121394" y="56575"/>
                </a:moveTo>
                <a:lnTo>
                  <a:pt x="122941" y="57935"/>
                </a:lnTo>
                <a:lnTo>
                  <a:pt x="120620" y="57255"/>
                </a:lnTo>
                <a:close/>
                <a:moveTo>
                  <a:pt x="160722" y="69153"/>
                </a:moveTo>
                <a:lnTo>
                  <a:pt x="162565" y="70595"/>
                </a:lnTo>
                <a:lnTo>
                  <a:pt x="159800" y="69874"/>
                </a:lnTo>
                <a:close/>
                <a:moveTo>
                  <a:pt x="58682" y="215992"/>
                </a:moveTo>
                <a:lnTo>
                  <a:pt x="59562" y="216752"/>
                </a:lnTo>
                <a:lnTo>
                  <a:pt x="58243" y="216372"/>
                </a:lnTo>
                <a:close/>
                <a:moveTo>
                  <a:pt x="158379" y="154679"/>
                </a:moveTo>
                <a:lnTo>
                  <a:pt x="159756" y="155346"/>
                </a:lnTo>
                <a:lnTo>
                  <a:pt x="157691" y="155013"/>
                </a:lnTo>
                <a:close/>
                <a:moveTo>
                  <a:pt x="206764" y="128272"/>
                </a:moveTo>
                <a:lnTo>
                  <a:pt x="207579" y="129458"/>
                </a:lnTo>
                <a:lnTo>
                  <a:pt x="206356" y="128865"/>
                </a:lnTo>
                <a:close/>
                <a:moveTo>
                  <a:pt x="24568" y="1388"/>
                </a:moveTo>
                <a:lnTo>
                  <a:pt x="25502" y="2568"/>
                </a:lnTo>
                <a:lnTo>
                  <a:pt x="24101" y="1978"/>
                </a:lnTo>
                <a:close/>
                <a:moveTo>
                  <a:pt x="242901" y="140738"/>
                </a:moveTo>
                <a:lnTo>
                  <a:pt x="243784" y="141393"/>
                </a:lnTo>
                <a:lnTo>
                  <a:pt x="242460" y="141066"/>
                </a:lnTo>
                <a:close/>
                <a:moveTo>
                  <a:pt x="234749" y="258261"/>
                </a:moveTo>
                <a:lnTo>
                  <a:pt x="236234" y="259512"/>
                </a:lnTo>
                <a:lnTo>
                  <a:pt x="234007" y="258887"/>
                </a:lnTo>
                <a:close/>
                <a:moveTo>
                  <a:pt x="119739" y="83757"/>
                </a:moveTo>
                <a:lnTo>
                  <a:pt x="121765" y="85430"/>
                </a:lnTo>
                <a:lnTo>
                  <a:pt x="118726" y="84593"/>
                </a:lnTo>
                <a:close/>
                <a:moveTo>
                  <a:pt x="213920" y="245677"/>
                </a:moveTo>
                <a:lnTo>
                  <a:pt x="215183" y="246098"/>
                </a:lnTo>
                <a:lnTo>
                  <a:pt x="213288" y="245887"/>
                </a:lnTo>
                <a:close/>
                <a:moveTo>
                  <a:pt x="104581" y="143464"/>
                </a:moveTo>
                <a:lnTo>
                  <a:pt x="105437" y="144700"/>
                </a:lnTo>
                <a:lnTo>
                  <a:pt x="104153" y="144082"/>
                </a:lnTo>
                <a:close/>
                <a:moveTo>
                  <a:pt x="62349" y="138083"/>
                </a:moveTo>
                <a:lnTo>
                  <a:pt x="62860" y="139245"/>
                </a:lnTo>
                <a:lnTo>
                  <a:pt x="62093" y="138664"/>
                </a:lnTo>
                <a:close/>
                <a:moveTo>
                  <a:pt x="77946" y="153149"/>
                </a:moveTo>
                <a:lnTo>
                  <a:pt x="78583" y="154870"/>
                </a:lnTo>
                <a:lnTo>
                  <a:pt x="77627" y="154009"/>
                </a:lnTo>
                <a:close/>
                <a:moveTo>
                  <a:pt x="56162" y="86503"/>
                </a:moveTo>
                <a:lnTo>
                  <a:pt x="58172" y="86961"/>
                </a:lnTo>
                <a:lnTo>
                  <a:pt x="55158" y="86732"/>
                </a:lnTo>
                <a:close/>
                <a:moveTo>
                  <a:pt x="78099" y="149975"/>
                </a:moveTo>
                <a:lnTo>
                  <a:pt x="79084" y="151127"/>
                </a:lnTo>
                <a:lnTo>
                  <a:pt x="77607" y="150551"/>
                </a:lnTo>
                <a:close/>
                <a:moveTo>
                  <a:pt x="17138" y="263194"/>
                </a:moveTo>
                <a:lnTo>
                  <a:pt x="17863" y="264781"/>
                </a:lnTo>
                <a:lnTo>
                  <a:pt x="16776" y="263988"/>
                </a:lnTo>
                <a:close/>
                <a:moveTo>
                  <a:pt x="25226" y="208666"/>
                </a:moveTo>
                <a:lnTo>
                  <a:pt x="25869" y="210416"/>
                </a:lnTo>
                <a:lnTo>
                  <a:pt x="24904" y="209541"/>
                </a:lnTo>
                <a:close/>
                <a:moveTo>
                  <a:pt x="154592" y="114699"/>
                </a:moveTo>
                <a:lnTo>
                  <a:pt x="155662" y="116477"/>
                </a:lnTo>
                <a:lnTo>
                  <a:pt x="154056" y="115588"/>
                </a:lnTo>
                <a:close/>
                <a:moveTo>
                  <a:pt x="201206" y="101834"/>
                </a:moveTo>
                <a:lnTo>
                  <a:pt x="202185" y="102905"/>
                </a:lnTo>
                <a:lnTo>
                  <a:pt x="200716" y="102369"/>
                </a:lnTo>
                <a:close/>
                <a:moveTo>
                  <a:pt x="180127" y="140359"/>
                </a:moveTo>
                <a:lnTo>
                  <a:pt x="182319" y="140877"/>
                </a:lnTo>
                <a:lnTo>
                  <a:pt x="179031" y="140618"/>
                </a:lnTo>
                <a:close/>
                <a:moveTo>
                  <a:pt x="114448" y="26173"/>
                </a:moveTo>
                <a:lnTo>
                  <a:pt x="116535" y="27933"/>
                </a:lnTo>
                <a:lnTo>
                  <a:pt x="113404" y="27053"/>
                </a:lnTo>
                <a:close/>
                <a:moveTo>
                  <a:pt x="185850" y="219017"/>
                </a:moveTo>
                <a:lnTo>
                  <a:pt x="187984" y="220542"/>
                </a:lnTo>
                <a:lnTo>
                  <a:pt x="184784" y="219779"/>
                </a:lnTo>
                <a:close/>
                <a:moveTo>
                  <a:pt x="120542" y="15315"/>
                </a:moveTo>
                <a:lnTo>
                  <a:pt x="120907" y="16111"/>
                </a:lnTo>
                <a:lnTo>
                  <a:pt x="120359" y="15713"/>
                </a:lnTo>
                <a:close/>
                <a:moveTo>
                  <a:pt x="77860" y="266420"/>
                </a:moveTo>
                <a:lnTo>
                  <a:pt x="78424" y="267455"/>
                </a:lnTo>
                <a:lnTo>
                  <a:pt x="77578" y="266937"/>
                </a:lnTo>
                <a:close/>
                <a:moveTo>
                  <a:pt x="87441" y="177412"/>
                </a:moveTo>
                <a:lnTo>
                  <a:pt x="88963" y="178166"/>
                </a:lnTo>
                <a:lnTo>
                  <a:pt x="86680" y="177789"/>
                </a:lnTo>
                <a:close/>
                <a:moveTo>
                  <a:pt x="157687" y="177576"/>
                </a:moveTo>
                <a:lnTo>
                  <a:pt x="159385" y="178147"/>
                </a:lnTo>
                <a:lnTo>
                  <a:pt x="156839" y="177861"/>
                </a:lnTo>
                <a:close/>
                <a:moveTo>
                  <a:pt x="194741" y="256754"/>
                </a:moveTo>
                <a:lnTo>
                  <a:pt x="195856" y="257143"/>
                </a:lnTo>
                <a:lnTo>
                  <a:pt x="194184" y="256949"/>
                </a:lnTo>
                <a:close/>
                <a:moveTo>
                  <a:pt x="36353" y="245791"/>
                </a:moveTo>
                <a:lnTo>
                  <a:pt x="37581" y="247188"/>
                </a:lnTo>
                <a:lnTo>
                  <a:pt x="35739" y="246489"/>
                </a:lnTo>
                <a:close/>
                <a:moveTo>
                  <a:pt x="276734" y="164526"/>
                </a:moveTo>
                <a:lnTo>
                  <a:pt x="277159" y="165491"/>
                </a:lnTo>
                <a:lnTo>
                  <a:pt x="276521" y="165008"/>
                </a:lnTo>
                <a:close/>
                <a:moveTo>
                  <a:pt x="78877" y="262678"/>
                </a:moveTo>
                <a:lnTo>
                  <a:pt x="80490" y="263923"/>
                </a:lnTo>
                <a:lnTo>
                  <a:pt x="78071" y="263301"/>
                </a:lnTo>
                <a:close/>
                <a:moveTo>
                  <a:pt x="87023" y="77489"/>
                </a:moveTo>
                <a:lnTo>
                  <a:pt x="89137" y="78543"/>
                </a:lnTo>
                <a:lnTo>
                  <a:pt x="85967" y="78016"/>
                </a:lnTo>
                <a:close/>
                <a:moveTo>
                  <a:pt x="205927" y="142897"/>
                </a:moveTo>
                <a:lnTo>
                  <a:pt x="207376" y="144515"/>
                </a:lnTo>
                <a:lnTo>
                  <a:pt x="205202" y="143706"/>
                </a:lnTo>
                <a:close/>
                <a:moveTo>
                  <a:pt x="235996" y="49064"/>
                </a:moveTo>
                <a:lnTo>
                  <a:pt x="238004" y="50104"/>
                </a:lnTo>
                <a:lnTo>
                  <a:pt x="234991" y="49584"/>
                </a:lnTo>
                <a:close/>
                <a:moveTo>
                  <a:pt x="178144" y="167245"/>
                </a:moveTo>
                <a:lnTo>
                  <a:pt x="179339" y="168303"/>
                </a:lnTo>
                <a:lnTo>
                  <a:pt x="177547" y="167774"/>
                </a:lnTo>
                <a:close/>
                <a:moveTo>
                  <a:pt x="49579" y="122767"/>
                </a:moveTo>
                <a:lnTo>
                  <a:pt x="51670" y="123591"/>
                </a:lnTo>
                <a:lnTo>
                  <a:pt x="48533" y="123179"/>
                </a:lnTo>
                <a:close/>
                <a:moveTo>
                  <a:pt x="235479" y="143146"/>
                </a:moveTo>
                <a:lnTo>
                  <a:pt x="236332" y="143604"/>
                </a:lnTo>
                <a:lnTo>
                  <a:pt x="235052" y="143375"/>
                </a:lnTo>
                <a:close/>
                <a:moveTo>
                  <a:pt x="181814" y="236108"/>
                </a:moveTo>
                <a:lnTo>
                  <a:pt x="183728" y="236838"/>
                </a:lnTo>
                <a:lnTo>
                  <a:pt x="180857" y="236473"/>
                </a:lnTo>
                <a:close/>
                <a:moveTo>
                  <a:pt x="223609" y="187905"/>
                </a:moveTo>
                <a:lnTo>
                  <a:pt x="225475" y="188886"/>
                </a:lnTo>
                <a:lnTo>
                  <a:pt x="222676" y="188395"/>
                </a:lnTo>
                <a:close/>
                <a:moveTo>
                  <a:pt x="55805" y="280429"/>
                </a:moveTo>
                <a:lnTo>
                  <a:pt x="57579" y="280931"/>
                </a:lnTo>
                <a:lnTo>
                  <a:pt x="54918" y="280680"/>
                </a:lnTo>
                <a:close/>
                <a:moveTo>
                  <a:pt x="68339" y="127108"/>
                </a:moveTo>
                <a:lnTo>
                  <a:pt x="70522" y="128462"/>
                </a:lnTo>
                <a:lnTo>
                  <a:pt x="67248" y="127785"/>
                </a:lnTo>
                <a:close/>
                <a:moveTo>
                  <a:pt x="120808" y="257624"/>
                </a:moveTo>
                <a:lnTo>
                  <a:pt x="122452" y="258449"/>
                </a:lnTo>
                <a:lnTo>
                  <a:pt x="119986" y="258036"/>
                </a:lnTo>
                <a:close/>
                <a:moveTo>
                  <a:pt x="42354" y="22182"/>
                </a:moveTo>
                <a:lnTo>
                  <a:pt x="44409" y="23859"/>
                </a:lnTo>
                <a:lnTo>
                  <a:pt x="41326" y="23020"/>
                </a:lnTo>
                <a:close/>
                <a:moveTo>
                  <a:pt x="203557" y="271590"/>
                </a:moveTo>
                <a:lnTo>
                  <a:pt x="204075" y="273024"/>
                </a:lnTo>
                <a:lnTo>
                  <a:pt x="203298" y="272307"/>
                </a:lnTo>
                <a:close/>
                <a:moveTo>
                  <a:pt x="80602" y="107347"/>
                </a:moveTo>
                <a:lnTo>
                  <a:pt x="81151" y="108306"/>
                </a:lnTo>
                <a:lnTo>
                  <a:pt x="80328" y="107827"/>
                </a:lnTo>
                <a:close/>
                <a:moveTo>
                  <a:pt x="238460" y="91780"/>
                </a:moveTo>
                <a:lnTo>
                  <a:pt x="239585" y="92958"/>
                </a:lnTo>
                <a:lnTo>
                  <a:pt x="237898" y="92369"/>
                </a:lnTo>
                <a:close/>
                <a:moveTo>
                  <a:pt x="87673" y="38079"/>
                </a:moveTo>
                <a:lnTo>
                  <a:pt x="88410" y="38591"/>
                </a:lnTo>
                <a:lnTo>
                  <a:pt x="87305" y="38335"/>
                </a:lnTo>
                <a:close/>
                <a:moveTo>
                  <a:pt x="178789" y="171998"/>
                </a:moveTo>
                <a:lnTo>
                  <a:pt x="180625" y="172814"/>
                </a:lnTo>
                <a:lnTo>
                  <a:pt x="177871" y="172406"/>
                </a:lnTo>
                <a:close/>
                <a:moveTo>
                  <a:pt x="262303" y="4792"/>
                </a:moveTo>
                <a:lnTo>
                  <a:pt x="264200" y="5578"/>
                </a:lnTo>
                <a:lnTo>
                  <a:pt x="261354" y="5185"/>
                </a:lnTo>
                <a:close/>
                <a:moveTo>
                  <a:pt x="193593" y="96975"/>
                </a:moveTo>
                <a:lnTo>
                  <a:pt x="194869" y="98018"/>
                </a:lnTo>
                <a:lnTo>
                  <a:pt x="192955" y="97496"/>
                </a:lnTo>
                <a:close/>
                <a:moveTo>
                  <a:pt x="261426" y="73716"/>
                </a:moveTo>
                <a:lnTo>
                  <a:pt x="263036" y="74285"/>
                </a:lnTo>
                <a:lnTo>
                  <a:pt x="260622" y="74001"/>
                </a:lnTo>
                <a:close/>
                <a:moveTo>
                  <a:pt x="102759" y="169021"/>
                </a:moveTo>
                <a:lnTo>
                  <a:pt x="103904" y="169459"/>
                </a:lnTo>
                <a:lnTo>
                  <a:pt x="102187" y="169240"/>
                </a:lnTo>
                <a:close/>
                <a:moveTo>
                  <a:pt x="147969" y="110947"/>
                </a:moveTo>
                <a:lnTo>
                  <a:pt x="148470" y="111838"/>
                </a:lnTo>
                <a:lnTo>
                  <a:pt x="147718" y="111393"/>
                </a:lnTo>
                <a:close/>
                <a:moveTo>
                  <a:pt x="184561" y="61353"/>
                </a:moveTo>
                <a:lnTo>
                  <a:pt x="186531" y="62086"/>
                </a:lnTo>
                <a:lnTo>
                  <a:pt x="183576" y="61720"/>
                </a:lnTo>
                <a:close/>
                <a:moveTo>
                  <a:pt x="22197" y="98266"/>
                </a:moveTo>
                <a:lnTo>
                  <a:pt x="22937" y="99240"/>
                </a:lnTo>
                <a:lnTo>
                  <a:pt x="21827" y="98753"/>
                </a:lnTo>
                <a:close/>
                <a:moveTo>
                  <a:pt x="191851" y="30642"/>
                </a:moveTo>
                <a:lnTo>
                  <a:pt x="194007" y="31730"/>
                </a:lnTo>
                <a:lnTo>
                  <a:pt x="190774" y="31186"/>
                </a:lnTo>
                <a:close/>
                <a:moveTo>
                  <a:pt x="215465" y="168130"/>
                </a:moveTo>
                <a:lnTo>
                  <a:pt x="216881" y="169331"/>
                </a:lnTo>
                <a:lnTo>
                  <a:pt x="214756" y="168730"/>
                </a:lnTo>
                <a:close/>
                <a:moveTo>
                  <a:pt x="192222" y="112280"/>
                </a:moveTo>
                <a:lnTo>
                  <a:pt x="193529" y="113332"/>
                </a:lnTo>
                <a:lnTo>
                  <a:pt x="191568" y="112806"/>
                </a:lnTo>
                <a:close/>
                <a:moveTo>
                  <a:pt x="97579" y="129095"/>
                </a:moveTo>
                <a:lnTo>
                  <a:pt x="98427" y="129825"/>
                </a:lnTo>
                <a:lnTo>
                  <a:pt x="97156" y="129460"/>
                </a:lnTo>
                <a:close/>
                <a:moveTo>
                  <a:pt x="190611" y="174282"/>
                </a:moveTo>
                <a:lnTo>
                  <a:pt x="191695" y="175847"/>
                </a:lnTo>
                <a:lnTo>
                  <a:pt x="190069" y="175065"/>
                </a:lnTo>
                <a:close/>
                <a:moveTo>
                  <a:pt x="258683" y="67657"/>
                </a:moveTo>
                <a:lnTo>
                  <a:pt x="259633" y="69186"/>
                </a:lnTo>
                <a:lnTo>
                  <a:pt x="258209" y="68422"/>
                </a:lnTo>
                <a:close/>
                <a:moveTo>
                  <a:pt x="220257" y="166482"/>
                </a:moveTo>
                <a:lnTo>
                  <a:pt x="220801" y="168127"/>
                </a:lnTo>
                <a:lnTo>
                  <a:pt x="219985" y="167305"/>
                </a:lnTo>
                <a:close/>
                <a:moveTo>
                  <a:pt x="195219" y="5369"/>
                </a:moveTo>
                <a:lnTo>
                  <a:pt x="196433" y="6391"/>
                </a:lnTo>
                <a:lnTo>
                  <a:pt x="194612" y="5880"/>
                </a:lnTo>
                <a:close/>
                <a:moveTo>
                  <a:pt x="238031" y="181641"/>
                </a:moveTo>
                <a:lnTo>
                  <a:pt x="239706" y="183336"/>
                </a:lnTo>
                <a:lnTo>
                  <a:pt x="237193" y="182489"/>
                </a:lnTo>
                <a:close/>
                <a:moveTo>
                  <a:pt x="222589" y="71931"/>
                </a:moveTo>
                <a:lnTo>
                  <a:pt x="223698" y="72562"/>
                </a:lnTo>
                <a:lnTo>
                  <a:pt x="222035" y="72247"/>
                </a:lnTo>
                <a:close/>
                <a:moveTo>
                  <a:pt x="279084" y="234905"/>
                </a:moveTo>
                <a:lnTo>
                  <a:pt x="280764" y="235853"/>
                </a:lnTo>
                <a:lnTo>
                  <a:pt x="278244" y="235379"/>
                </a:lnTo>
                <a:close/>
                <a:moveTo>
                  <a:pt x="13701" y="174872"/>
                </a:moveTo>
                <a:lnTo>
                  <a:pt x="14846" y="176410"/>
                </a:lnTo>
                <a:lnTo>
                  <a:pt x="13128" y="175641"/>
                </a:lnTo>
                <a:close/>
                <a:moveTo>
                  <a:pt x="57619" y="62380"/>
                </a:moveTo>
                <a:lnTo>
                  <a:pt x="58298" y="63558"/>
                </a:lnTo>
                <a:lnTo>
                  <a:pt x="57280" y="62969"/>
                </a:lnTo>
                <a:close/>
                <a:moveTo>
                  <a:pt x="125458" y="81286"/>
                </a:moveTo>
                <a:lnTo>
                  <a:pt x="127003" y="82197"/>
                </a:lnTo>
                <a:lnTo>
                  <a:pt x="124685" y="81741"/>
                </a:lnTo>
                <a:close/>
                <a:moveTo>
                  <a:pt x="239826" y="0"/>
                </a:moveTo>
                <a:lnTo>
                  <a:pt x="241252" y="424"/>
                </a:lnTo>
                <a:lnTo>
                  <a:pt x="239113" y="212"/>
                </a:lnTo>
                <a:close/>
                <a:moveTo>
                  <a:pt x="193523" y="237861"/>
                </a:moveTo>
                <a:lnTo>
                  <a:pt x="195451" y="239513"/>
                </a:lnTo>
                <a:lnTo>
                  <a:pt x="192559" y="238687"/>
                </a:lnTo>
                <a:close/>
                <a:moveTo>
                  <a:pt x="259013" y="241116"/>
                </a:moveTo>
                <a:lnTo>
                  <a:pt x="259456" y="242173"/>
                </a:lnTo>
                <a:lnTo>
                  <a:pt x="258792" y="241645"/>
                </a:lnTo>
                <a:close/>
                <a:moveTo>
                  <a:pt x="246418" y="104986"/>
                </a:moveTo>
                <a:lnTo>
                  <a:pt x="247165" y="106689"/>
                </a:lnTo>
                <a:lnTo>
                  <a:pt x="246045" y="105837"/>
                </a:lnTo>
                <a:close/>
                <a:moveTo>
                  <a:pt x="2858" y="141927"/>
                </a:moveTo>
                <a:lnTo>
                  <a:pt x="3255" y="143253"/>
                </a:lnTo>
                <a:lnTo>
                  <a:pt x="2660" y="142590"/>
                </a:lnTo>
                <a:close/>
                <a:moveTo>
                  <a:pt x="4021" y="135079"/>
                </a:moveTo>
                <a:lnTo>
                  <a:pt x="5954" y="136541"/>
                </a:lnTo>
                <a:lnTo>
                  <a:pt x="3054" y="135810"/>
                </a:lnTo>
                <a:close/>
                <a:moveTo>
                  <a:pt x="54957" y="210452"/>
                </a:moveTo>
                <a:lnTo>
                  <a:pt x="56002" y="211009"/>
                </a:lnTo>
                <a:lnTo>
                  <a:pt x="54434" y="210730"/>
                </a:lnTo>
                <a:close/>
                <a:moveTo>
                  <a:pt x="106129" y="258450"/>
                </a:moveTo>
                <a:lnTo>
                  <a:pt x="106897" y="258977"/>
                </a:lnTo>
                <a:lnTo>
                  <a:pt x="105746" y="258714"/>
                </a:lnTo>
                <a:close/>
                <a:moveTo>
                  <a:pt x="232442" y="224815"/>
                </a:moveTo>
                <a:lnTo>
                  <a:pt x="232948" y="225293"/>
                </a:lnTo>
                <a:lnTo>
                  <a:pt x="232189" y="225054"/>
                </a:lnTo>
                <a:close/>
                <a:moveTo>
                  <a:pt x="106445" y="191423"/>
                </a:moveTo>
                <a:lnTo>
                  <a:pt x="107219" y="192323"/>
                </a:lnTo>
                <a:lnTo>
                  <a:pt x="106058" y="191873"/>
                </a:lnTo>
                <a:close/>
                <a:moveTo>
                  <a:pt x="17453" y="192034"/>
                </a:moveTo>
                <a:lnTo>
                  <a:pt x="18340" y="193476"/>
                </a:lnTo>
                <a:lnTo>
                  <a:pt x="17009" y="192755"/>
                </a:lnTo>
                <a:close/>
                <a:moveTo>
                  <a:pt x="161065" y="48786"/>
                </a:moveTo>
                <a:lnTo>
                  <a:pt x="161830" y="50019"/>
                </a:lnTo>
                <a:lnTo>
                  <a:pt x="160683" y="49402"/>
                </a:lnTo>
                <a:close/>
                <a:moveTo>
                  <a:pt x="282888" y="11562"/>
                </a:moveTo>
                <a:lnTo>
                  <a:pt x="283755" y="12281"/>
                </a:lnTo>
                <a:lnTo>
                  <a:pt x="282454" y="11921"/>
                </a:lnTo>
                <a:close/>
                <a:moveTo>
                  <a:pt x="170788" y="140400"/>
                </a:moveTo>
                <a:lnTo>
                  <a:pt x="172461" y="141747"/>
                </a:lnTo>
                <a:lnTo>
                  <a:pt x="169952" y="141074"/>
                </a:lnTo>
                <a:close/>
                <a:moveTo>
                  <a:pt x="2748" y="39700"/>
                </a:moveTo>
                <a:lnTo>
                  <a:pt x="4029" y="41303"/>
                </a:lnTo>
                <a:lnTo>
                  <a:pt x="2107" y="40502"/>
                </a:lnTo>
                <a:close/>
                <a:moveTo>
                  <a:pt x="258578" y="167396"/>
                </a:moveTo>
                <a:lnTo>
                  <a:pt x="259997" y="167982"/>
                </a:lnTo>
                <a:lnTo>
                  <a:pt x="257868" y="167689"/>
                </a:lnTo>
                <a:close/>
                <a:moveTo>
                  <a:pt x="284321" y="281374"/>
                </a:moveTo>
                <a:lnTo>
                  <a:pt x="284743" y="282063"/>
                </a:lnTo>
                <a:lnTo>
                  <a:pt x="284110" y="281718"/>
                </a:lnTo>
                <a:close/>
                <a:moveTo>
                  <a:pt x="49309" y="238862"/>
                </a:moveTo>
                <a:lnTo>
                  <a:pt x="50641" y="239626"/>
                </a:lnTo>
                <a:lnTo>
                  <a:pt x="48644" y="239244"/>
                </a:lnTo>
                <a:close/>
                <a:moveTo>
                  <a:pt x="243356" y="265319"/>
                </a:moveTo>
                <a:lnTo>
                  <a:pt x="243813" y="266014"/>
                </a:lnTo>
                <a:lnTo>
                  <a:pt x="243128" y="265667"/>
                </a:lnTo>
                <a:close/>
                <a:moveTo>
                  <a:pt x="116149" y="232485"/>
                </a:moveTo>
                <a:lnTo>
                  <a:pt x="118347" y="233775"/>
                </a:lnTo>
                <a:lnTo>
                  <a:pt x="115049" y="233130"/>
                </a:lnTo>
                <a:close/>
                <a:moveTo>
                  <a:pt x="139766" y="12535"/>
                </a:moveTo>
                <a:lnTo>
                  <a:pt x="140501" y="14311"/>
                </a:lnTo>
                <a:lnTo>
                  <a:pt x="139399" y="13423"/>
                </a:lnTo>
                <a:close/>
                <a:moveTo>
                  <a:pt x="156189" y="76396"/>
                </a:moveTo>
                <a:lnTo>
                  <a:pt x="156793" y="78173"/>
                </a:lnTo>
                <a:lnTo>
                  <a:pt x="155888" y="77285"/>
                </a:lnTo>
                <a:close/>
                <a:moveTo>
                  <a:pt x="196237" y="43737"/>
                </a:moveTo>
                <a:lnTo>
                  <a:pt x="197067" y="45510"/>
                </a:lnTo>
                <a:lnTo>
                  <a:pt x="195823" y="44624"/>
                </a:lnTo>
                <a:close/>
                <a:moveTo>
                  <a:pt x="194914" y="174739"/>
                </a:moveTo>
                <a:lnTo>
                  <a:pt x="195845" y="176339"/>
                </a:lnTo>
                <a:lnTo>
                  <a:pt x="194448" y="175539"/>
                </a:lnTo>
                <a:close/>
                <a:moveTo>
                  <a:pt x="27858" y="221901"/>
                </a:moveTo>
                <a:lnTo>
                  <a:pt x="28210" y="223414"/>
                </a:lnTo>
                <a:lnTo>
                  <a:pt x="27682" y="222657"/>
                </a:lnTo>
                <a:close/>
                <a:moveTo>
                  <a:pt x="51612" y="13161"/>
                </a:moveTo>
                <a:lnTo>
                  <a:pt x="53028" y="14640"/>
                </a:lnTo>
                <a:lnTo>
                  <a:pt x="50904" y="13901"/>
                </a:lnTo>
                <a:close/>
                <a:moveTo>
                  <a:pt x="203170" y="138455"/>
                </a:moveTo>
                <a:lnTo>
                  <a:pt x="204314" y="140147"/>
                </a:lnTo>
                <a:lnTo>
                  <a:pt x="202597" y="139301"/>
                </a:lnTo>
                <a:close/>
                <a:moveTo>
                  <a:pt x="58538" y="261753"/>
                </a:moveTo>
                <a:lnTo>
                  <a:pt x="59382" y="262112"/>
                </a:lnTo>
                <a:lnTo>
                  <a:pt x="58116" y="261932"/>
                </a:lnTo>
                <a:close/>
                <a:moveTo>
                  <a:pt x="99681" y="54248"/>
                </a:moveTo>
                <a:lnTo>
                  <a:pt x="101819" y="55633"/>
                </a:lnTo>
                <a:lnTo>
                  <a:pt x="98612" y="54941"/>
                </a:lnTo>
                <a:close/>
                <a:moveTo>
                  <a:pt x="11684" y="16307"/>
                </a:moveTo>
                <a:lnTo>
                  <a:pt x="13086" y="17326"/>
                </a:lnTo>
                <a:lnTo>
                  <a:pt x="10984" y="16817"/>
                </a:lnTo>
                <a:close/>
                <a:moveTo>
                  <a:pt x="180235" y="143943"/>
                </a:moveTo>
                <a:lnTo>
                  <a:pt x="180989" y="145619"/>
                </a:lnTo>
                <a:lnTo>
                  <a:pt x="179858" y="144781"/>
                </a:lnTo>
                <a:close/>
                <a:moveTo>
                  <a:pt x="158498" y="111925"/>
                </a:moveTo>
                <a:lnTo>
                  <a:pt x="159257" y="113283"/>
                </a:lnTo>
                <a:lnTo>
                  <a:pt x="158119" y="112604"/>
                </a:lnTo>
                <a:close/>
                <a:moveTo>
                  <a:pt x="104009" y="78299"/>
                </a:moveTo>
                <a:lnTo>
                  <a:pt x="105883" y="79658"/>
                </a:lnTo>
                <a:lnTo>
                  <a:pt x="103072" y="78978"/>
                </a:lnTo>
                <a:close/>
                <a:moveTo>
                  <a:pt x="56565" y="222640"/>
                </a:moveTo>
                <a:lnTo>
                  <a:pt x="57014" y="224414"/>
                </a:lnTo>
                <a:lnTo>
                  <a:pt x="56340" y="223527"/>
                </a:lnTo>
                <a:close/>
                <a:moveTo>
                  <a:pt x="177655" y="249926"/>
                </a:moveTo>
                <a:lnTo>
                  <a:pt x="179080" y="250972"/>
                </a:lnTo>
                <a:lnTo>
                  <a:pt x="176943" y="250449"/>
                </a:lnTo>
                <a:close/>
                <a:moveTo>
                  <a:pt x="63808" y="79603"/>
                </a:moveTo>
                <a:lnTo>
                  <a:pt x="64422" y="80565"/>
                </a:lnTo>
                <a:lnTo>
                  <a:pt x="63501" y="80084"/>
                </a:lnTo>
                <a:close/>
                <a:moveTo>
                  <a:pt x="266295" y="232460"/>
                </a:moveTo>
                <a:lnTo>
                  <a:pt x="268415" y="233527"/>
                </a:lnTo>
                <a:lnTo>
                  <a:pt x="265236" y="232993"/>
                </a:lnTo>
                <a:close/>
                <a:moveTo>
                  <a:pt x="46449" y="6505"/>
                </a:moveTo>
                <a:lnTo>
                  <a:pt x="48266" y="7803"/>
                </a:lnTo>
                <a:lnTo>
                  <a:pt x="45540" y="7154"/>
                </a:lnTo>
                <a:close/>
                <a:moveTo>
                  <a:pt x="106638" y="45681"/>
                </a:moveTo>
                <a:lnTo>
                  <a:pt x="108681" y="46933"/>
                </a:lnTo>
                <a:lnTo>
                  <a:pt x="105616" y="46307"/>
                </a:lnTo>
                <a:close/>
                <a:moveTo>
                  <a:pt x="286338" y="156262"/>
                </a:moveTo>
                <a:lnTo>
                  <a:pt x="287009" y="157846"/>
                </a:lnTo>
                <a:lnTo>
                  <a:pt x="286003" y="157054"/>
                </a:lnTo>
                <a:close/>
                <a:moveTo>
                  <a:pt x="117096" y="128234"/>
                </a:moveTo>
                <a:lnTo>
                  <a:pt x="118923" y="129787"/>
                </a:lnTo>
                <a:lnTo>
                  <a:pt x="116183" y="129010"/>
                </a:lnTo>
                <a:close/>
                <a:moveTo>
                  <a:pt x="136373" y="207645"/>
                </a:moveTo>
                <a:lnTo>
                  <a:pt x="136809" y="207990"/>
                </a:lnTo>
                <a:lnTo>
                  <a:pt x="136155" y="207818"/>
                </a:lnTo>
                <a:close/>
                <a:moveTo>
                  <a:pt x="85619" y="246399"/>
                </a:moveTo>
                <a:lnTo>
                  <a:pt x="86454" y="246812"/>
                </a:lnTo>
                <a:lnTo>
                  <a:pt x="85201" y="246605"/>
                </a:lnTo>
                <a:close/>
                <a:moveTo>
                  <a:pt x="202150" y="181757"/>
                </a:moveTo>
                <a:lnTo>
                  <a:pt x="203868" y="182655"/>
                </a:lnTo>
                <a:lnTo>
                  <a:pt x="201291" y="182206"/>
                </a:lnTo>
                <a:close/>
                <a:moveTo>
                  <a:pt x="56029" y="19643"/>
                </a:moveTo>
                <a:lnTo>
                  <a:pt x="57047" y="20606"/>
                </a:lnTo>
                <a:lnTo>
                  <a:pt x="55520" y="20125"/>
                </a:lnTo>
                <a:close/>
                <a:moveTo>
                  <a:pt x="44920" y="35058"/>
                </a:moveTo>
                <a:lnTo>
                  <a:pt x="45530" y="35787"/>
                </a:lnTo>
                <a:lnTo>
                  <a:pt x="44615" y="35423"/>
                </a:lnTo>
                <a:close/>
                <a:moveTo>
                  <a:pt x="152061" y="199473"/>
                </a:moveTo>
                <a:lnTo>
                  <a:pt x="152623" y="200324"/>
                </a:lnTo>
                <a:lnTo>
                  <a:pt x="151780" y="199898"/>
                </a:lnTo>
                <a:close/>
                <a:moveTo>
                  <a:pt x="252872" y="30031"/>
                </a:moveTo>
                <a:lnTo>
                  <a:pt x="253336" y="31612"/>
                </a:lnTo>
                <a:lnTo>
                  <a:pt x="252640" y="30822"/>
                </a:lnTo>
                <a:close/>
                <a:moveTo>
                  <a:pt x="245711" y="218367"/>
                </a:moveTo>
                <a:lnTo>
                  <a:pt x="246592" y="218801"/>
                </a:lnTo>
                <a:lnTo>
                  <a:pt x="245270" y="218584"/>
                </a:lnTo>
                <a:close/>
                <a:moveTo>
                  <a:pt x="21223" y="146901"/>
                </a:moveTo>
                <a:lnTo>
                  <a:pt x="22820" y="148291"/>
                </a:lnTo>
                <a:lnTo>
                  <a:pt x="20424" y="147596"/>
                </a:lnTo>
                <a:close/>
                <a:moveTo>
                  <a:pt x="267432" y="114322"/>
                </a:moveTo>
                <a:lnTo>
                  <a:pt x="268506" y="115503"/>
                </a:lnTo>
                <a:lnTo>
                  <a:pt x="266895" y="114913"/>
                </a:lnTo>
                <a:close/>
                <a:moveTo>
                  <a:pt x="235709" y="215965"/>
                </a:moveTo>
                <a:lnTo>
                  <a:pt x="236526" y="216503"/>
                </a:lnTo>
                <a:lnTo>
                  <a:pt x="235301" y="216234"/>
                </a:lnTo>
                <a:close/>
                <a:moveTo>
                  <a:pt x="70892" y="170997"/>
                </a:moveTo>
                <a:lnTo>
                  <a:pt x="71784" y="172405"/>
                </a:lnTo>
                <a:lnTo>
                  <a:pt x="70446" y="171701"/>
                </a:lnTo>
                <a:close/>
                <a:moveTo>
                  <a:pt x="229394" y="79310"/>
                </a:moveTo>
                <a:lnTo>
                  <a:pt x="230093" y="79972"/>
                </a:lnTo>
                <a:lnTo>
                  <a:pt x="229044" y="79641"/>
                </a:lnTo>
                <a:close/>
                <a:moveTo>
                  <a:pt x="151088" y="167131"/>
                </a:moveTo>
                <a:lnTo>
                  <a:pt x="152012" y="168156"/>
                </a:lnTo>
                <a:lnTo>
                  <a:pt x="150625" y="167643"/>
                </a:lnTo>
                <a:close/>
                <a:moveTo>
                  <a:pt x="238512" y="41778"/>
                </a:moveTo>
                <a:lnTo>
                  <a:pt x="239511" y="43366"/>
                </a:lnTo>
                <a:lnTo>
                  <a:pt x="238013" y="42572"/>
                </a:lnTo>
                <a:close/>
                <a:moveTo>
                  <a:pt x="227038" y="114145"/>
                </a:moveTo>
                <a:lnTo>
                  <a:pt x="227861" y="114536"/>
                </a:lnTo>
                <a:lnTo>
                  <a:pt x="226626" y="114341"/>
                </a:lnTo>
                <a:close/>
                <a:moveTo>
                  <a:pt x="219151" y="58681"/>
                </a:moveTo>
                <a:lnTo>
                  <a:pt x="220481" y="59474"/>
                </a:lnTo>
                <a:lnTo>
                  <a:pt x="218485" y="59077"/>
                </a:lnTo>
                <a:close/>
                <a:moveTo>
                  <a:pt x="97740" y="178199"/>
                </a:moveTo>
                <a:lnTo>
                  <a:pt x="99678" y="179130"/>
                </a:lnTo>
                <a:lnTo>
                  <a:pt x="96771" y="178664"/>
                </a:lnTo>
                <a:close/>
                <a:moveTo>
                  <a:pt x="81820" y="184805"/>
                </a:moveTo>
                <a:lnTo>
                  <a:pt x="82873" y="186557"/>
                </a:lnTo>
                <a:lnTo>
                  <a:pt x="81294" y="185681"/>
                </a:lnTo>
                <a:close/>
                <a:moveTo>
                  <a:pt x="66537" y="157245"/>
                </a:moveTo>
                <a:lnTo>
                  <a:pt x="67476" y="158179"/>
                </a:lnTo>
                <a:lnTo>
                  <a:pt x="66067" y="157712"/>
                </a:lnTo>
                <a:close/>
                <a:moveTo>
                  <a:pt x="205467" y="210106"/>
                </a:moveTo>
                <a:lnTo>
                  <a:pt x="206212" y="210833"/>
                </a:lnTo>
                <a:lnTo>
                  <a:pt x="205095" y="210469"/>
                </a:lnTo>
                <a:close/>
                <a:moveTo>
                  <a:pt x="216162" y="129891"/>
                </a:moveTo>
                <a:lnTo>
                  <a:pt x="217562" y="131612"/>
                </a:lnTo>
                <a:lnTo>
                  <a:pt x="215462" y="130752"/>
                </a:lnTo>
                <a:close/>
                <a:moveTo>
                  <a:pt x="194267" y="176177"/>
                </a:moveTo>
                <a:lnTo>
                  <a:pt x="195470" y="176782"/>
                </a:lnTo>
                <a:lnTo>
                  <a:pt x="193665" y="176480"/>
                </a:lnTo>
                <a:close/>
                <a:moveTo>
                  <a:pt x="84648" y="172220"/>
                </a:moveTo>
                <a:lnTo>
                  <a:pt x="85584" y="173753"/>
                </a:lnTo>
                <a:lnTo>
                  <a:pt x="84180" y="172986"/>
                </a:lnTo>
                <a:close/>
                <a:moveTo>
                  <a:pt x="99617" y="142286"/>
                </a:moveTo>
                <a:lnTo>
                  <a:pt x="101629" y="142856"/>
                </a:lnTo>
                <a:lnTo>
                  <a:pt x="98612" y="142571"/>
                </a:lnTo>
                <a:close/>
                <a:moveTo>
                  <a:pt x="212636" y="183164"/>
                </a:moveTo>
                <a:lnTo>
                  <a:pt x="213828" y="184938"/>
                </a:lnTo>
                <a:lnTo>
                  <a:pt x="212040" y="184051"/>
                </a:lnTo>
                <a:close/>
                <a:moveTo>
                  <a:pt x="13005" y="208730"/>
                </a:moveTo>
                <a:lnTo>
                  <a:pt x="14145" y="209452"/>
                </a:lnTo>
                <a:lnTo>
                  <a:pt x="12435" y="209091"/>
                </a:lnTo>
                <a:close/>
                <a:moveTo>
                  <a:pt x="111080" y="113671"/>
                </a:moveTo>
                <a:lnTo>
                  <a:pt x="112593" y="114075"/>
                </a:lnTo>
                <a:lnTo>
                  <a:pt x="110324" y="113873"/>
                </a:lnTo>
                <a:close/>
                <a:moveTo>
                  <a:pt x="12003" y="1280"/>
                </a:moveTo>
                <a:lnTo>
                  <a:pt x="12763" y="2158"/>
                </a:lnTo>
                <a:lnTo>
                  <a:pt x="11623" y="1719"/>
                </a:lnTo>
                <a:close/>
                <a:moveTo>
                  <a:pt x="213168" y="127467"/>
                </a:moveTo>
                <a:lnTo>
                  <a:pt x="214738" y="128824"/>
                </a:lnTo>
                <a:lnTo>
                  <a:pt x="212383" y="128145"/>
                </a:lnTo>
                <a:close/>
                <a:moveTo>
                  <a:pt x="125599" y="206516"/>
                </a:moveTo>
                <a:lnTo>
                  <a:pt x="125952" y="206837"/>
                </a:lnTo>
                <a:lnTo>
                  <a:pt x="125423" y="206676"/>
                </a:lnTo>
                <a:close/>
                <a:moveTo>
                  <a:pt x="95812" y="195791"/>
                </a:moveTo>
                <a:lnTo>
                  <a:pt x="96282" y="196767"/>
                </a:lnTo>
                <a:lnTo>
                  <a:pt x="95578" y="196279"/>
                </a:lnTo>
                <a:close/>
                <a:moveTo>
                  <a:pt x="55764" y="199390"/>
                </a:moveTo>
                <a:lnTo>
                  <a:pt x="57267" y="200623"/>
                </a:lnTo>
                <a:lnTo>
                  <a:pt x="55013" y="200006"/>
                </a:lnTo>
                <a:close/>
                <a:moveTo>
                  <a:pt x="103607" y="180511"/>
                </a:moveTo>
                <a:lnTo>
                  <a:pt x="104221" y="182238"/>
                </a:lnTo>
                <a:lnTo>
                  <a:pt x="103301" y="181374"/>
                </a:lnTo>
                <a:close/>
                <a:moveTo>
                  <a:pt x="210437" y="21903"/>
                </a:moveTo>
                <a:lnTo>
                  <a:pt x="212317" y="23150"/>
                </a:lnTo>
                <a:lnTo>
                  <a:pt x="209496" y="22527"/>
                </a:lnTo>
                <a:close/>
                <a:moveTo>
                  <a:pt x="160037" y="93369"/>
                </a:moveTo>
                <a:lnTo>
                  <a:pt x="161141" y="94020"/>
                </a:lnTo>
                <a:lnTo>
                  <a:pt x="159485" y="93694"/>
                </a:lnTo>
                <a:close/>
                <a:moveTo>
                  <a:pt x="211733" y="233483"/>
                </a:moveTo>
                <a:lnTo>
                  <a:pt x="212554" y="234496"/>
                </a:lnTo>
                <a:lnTo>
                  <a:pt x="211322" y="233989"/>
                </a:lnTo>
                <a:close/>
                <a:moveTo>
                  <a:pt x="19992" y="231969"/>
                </a:moveTo>
                <a:lnTo>
                  <a:pt x="21018" y="233431"/>
                </a:lnTo>
                <a:lnTo>
                  <a:pt x="19479" y="232700"/>
                </a:lnTo>
                <a:close/>
                <a:moveTo>
                  <a:pt x="156208" y="26623"/>
                </a:moveTo>
                <a:lnTo>
                  <a:pt x="157685" y="27700"/>
                </a:lnTo>
                <a:lnTo>
                  <a:pt x="155469" y="27162"/>
                </a:lnTo>
                <a:close/>
                <a:moveTo>
                  <a:pt x="83640" y="164731"/>
                </a:moveTo>
                <a:lnTo>
                  <a:pt x="85767" y="166105"/>
                </a:lnTo>
                <a:lnTo>
                  <a:pt x="82576" y="165418"/>
                </a:lnTo>
                <a:close/>
                <a:moveTo>
                  <a:pt x="10685" y="14975"/>
                </a:moveTo>
                <a:lnTo>
                  <a:pt x="11818" y="16457"/>
                </a:lnTo>
                <a:lnTo>
                  <a:pt x="10118" y="15716"/>
                </a:lnTo>
                <a:close/>
                <a:moveTo>
                  <a:pt x="64007" y="188380"/>
                </a:moveTo>
                <a:lnTo>
                  <a:pt x="66150" y="189333"/>
                </a:lnTo>
                <a:lnTo>
                  <a:pt x="62935" y="188857"/>
                </a:lnTo>
                <a:close/>
                <a:moveTo>
                  <a:pt x="87576" y="259681"/>
                </a:moveTo>
                <a:lnTo>
                  <a:pt x="89023" y="261297"/>
                </a:lnTo>
                <a:lnTo>
                  <a:pt x="86853" y="260489"/>
                </a:lnTo>
                <a:close/>
                <a:moveTo>
                  <a:pt x="238576" y="261137"/>
                </a:moveTo>
                <a:lnTo>
                  <a:pt x="240411" y="262494"/>
                </a:lnTo>
                <a:lnTo>
                  <a:pt x="237658" y="261815"/>
                </a:lnTo>
                <a:close/>
                <a:moveTo>
                  <a:pt x="160709" y="189437"/>
                </a:moveTo>
                <a:lnTo>
                  <a:pt x="162446" y="190350"/>
                </a:lnTo>
                <a:lnTo>
                  <a:pt x="159840" y="189893"/>
                </a:lnTo>
                <a:close/>
                <a:moveTo>
                  <a:pt x="136974" y="39713"/>
                </a:moveTo>
                <a:lnTo>
                  <a:pt x="138646" y="40212"/>
                </a:lnTo>
                <a:lnTo>
                  <a:pt x="136137" y="39963"/>
                </a:lnTo>
                <a:close/>
                <a:moveTo>
                  <a:pt x="285343" y="180165"/>
                </a:moveTo>
                <a:lnTo>
                  <a:pt x="286510" y="181008"/>
                </a:lnTo>
                <a:lnTo>
                  <a:pt x="284760" y="180586"/>
                </a:lnTo>
                <a:close/>
                <a:moveTo>
                  <a:pt x="216351" y="149407"/>
                </a:moveTo>
                <a:lnTo>
                  <a:pt x="216722" y="150527"/>
                </a:lnTo>
                <a:lnTo>
                  <a:pt x="216166" y="149967"/>
                </a:lnTo>
                <a:close/>
                <a:moveTo>
                  <a:pt x="173369" y="231714"/>
                </a:moveTo>
                <a:lnTo>
                  <a:pt x="175017" y="232392"/>
                </a:lnTo>
                <a:lnTo>
                  <a:pt x="172545" y="232053"/>
                </a:lnTo>
                <a:close/>
                <a:moveTo>
                  <a:pt x="28014" y="223694"/>
                </a:moveTo>
                <a:lnTo>
                  <a:pt x="29035" y="224754"/>
                </a:lnTo>
                <a:lnTo>
                  <a:pt x="27503" y="224224"/>
                </a:lnTo>
                <a:close/>
                <a:moveTo>
                  <a:pt x="192213" y="250899"/>
                </a:moveTo>
                <a:lnTo>
                  <a:pt x="194378" y="252261"/>
                </a:lnTo>
                <a:lnTo>
                  <a:pt x="191131" y="251580"/>
                </a:lnTo>
                <a:close/>
                <a:moveTo>
                  <a:pt x="45472" y="37257"/>
                </a:moveTo>
                <a:lnTo>
                  <a:pt x="47233" y="38300"/>
                </a:lnTo>
                <a:lnTo>
                  <a:pt x="44591" y="37778"/>
                </a:lnTo>
                <a:close/>
                <a:moveTo>
                  <a:pt x="215992" y="153034"/>
                </a:moveTo>
                <a:lnTo>
                  <a:pt x="217694" y="153849"/>
                </a:lnTo>
                <a:lnTo>
                  <a:pt x="215141" y="153441"/>
                </a:lnTo>
                <a:close/>
                <a:moveTo>
                  <a:pt x="35148" y="260941"/>
                </a:moveTo>
                <a:lnTo>
                  <a:pt x="36542" y="262036"/>
                </a:lnTo>
                <a:lnTo>
                  <a:pt x="34450" y="261489"/>
                </a:lnTo>
                <a:close/>
                <a:moveTo>
                  <a:pt x="34667" y="240411"/>
                </a:moveTo>
                <a:lnTo>
                  <a:pt x="35149" y="241778"/>
                </a:lnTo>
                <a:lnTo>
                  <a:pt x="34425" y="241094"/>
                </a:lnTo>
                <a:close/>
                <a:moveTo>
                  <a:pt x="73647" y="100802"/>
                </a:moveTo>
                <a:lnTo>
                  <a:pt x="75621" y="101673"/>
                </a:lnTo>
                <a:lnTo>
                  <a:pt x="72660" y="101238"/>
                </a:lnTo>
                <a:close/>
                <a:moveTo>
                  <a:pt x="91329" y="6836"/>
                </a:moveTo>
                <a:lnTo>
                  <a:pt x="93372" y="8569"/>
                </a:lnTo>
                <a:lnTo>
                  <a:pt x="90308" y="7702"/>
                </a:lnTo>
                <a:close/>
                <a:moveTo>
                  <a:pt x="262341" y="180286"/>
                </a:moveTo>
                <a:lnTo>
                  <a:pt x="263337" y="181926"/>
                </a:lnTo>
                <a:lnTo>
                  <a:pt x="261843" y="181106"/>
                </a:lnTo>
                <a:close/>
                <a:moveTo>
                  <a:pt x="149633" y="86278"/>
                </a:moveTo>
                <a:lnTo>
                  <a:pt x="150196" y="87722"/>
                </a:lnTo>
                <a:lnTo>
                  <a:pt x="149352" y="87000"/>
                </a:lnTo>
                <a:close/>
                <a:moveTo>
                  <a:pt x="97496" y="159610"/>
                </a:moveTo>
                <a:lnTo>
                  <a:pt x="98710" y="160397"/>
                </a:lnTo>
                <a:lnTo>
                  <a:pt x="96890" y="160004"/>
                </a:lnTo>
                <a:close/>
                <a:moveTo>
                  <a:pt x="186884" y="261939"/>
                </a:moveTo>
                <a:lnTo>
                  <a:pt x="188871" y="263587"/>
                </a:lnTo>
                <a:lnTo>
                  <a:pt x="185890" y="262763"/>
                </a:lnTo>
                <a:close/>
                <a:moveTo>
                  <a:pt x="216425" y="245577"/>
                </a:moveTo>
                <a:lnTo>
                  <a:pt x="216868" y="246997"/>
                </a:lnTo>
                <a:lnTo>
                  <a:pt x="216203" y="246287"/>
                </a:lnTo>
                <a:close/>
                <a:moveTo>
                  <a:pt x="19766" y="175038"/>
                </a:moveTo>
                <a:lnTo>
                  <a:pt x="20364" y="176195"/>
                </a:lnTo>
                <a:lnTo>
                  <a:pt x="19466" y="175617"/>
                </a:lnTo>
                <a:close/>
                <a:moveTo>
                  <a:pt x="283842" y="205082"/>
                </a:moveTo>
                <a:lnTo>
                  <a:pt x="285533" y="206706"/>
                </a:lnTo>
                <a:lnTo>
                  <a:pt x="282997" y="205894"/>
                </a:lnTo>
                <a:close/>
                <a:moveTo>
                  <a:pt x="111728" y="204092"/>
                </a:moveTo>
                <a:lnTo>
                  <a:pt x="112219" y="205442"/>
                </a:lnTo>
                <a:lnTo>
                  <a:pt x="111482" y="204767"/>
                </a:lnTo>
                <a:close/>
                <a:moveTo>
                  <a:pt x="70534" y="12877"/>
                </a:moveTo>
                <a:lnTo>
                  <a:pt x="70956" y="13204"/>
                </a:lnTo>
                <a:lnTo>
                  <a:pt x="70322" y="13041"/>
                </a:lnTo>
                <a:close/>
                <a:moveTo>
                  <a:pt x="72360" y="225645"/>
                </a:moveTo>
                <a:lnTo>
                  <a:pt x="73853" y="227164"/>
                </a:lnTo>
                <a:lnTo>
                  <a:pt x="71613" y="226404"/>
                </a:lnTo>
                <a:close/>
                <a:moveTo>
                  <a:pt x="186613" y="72397"/>
                </a:moveTo>
                <a:lnTo>
                  <a:pt x="188532" y="73002"/>
                </a:lnTo>
                <a:lnTo>
                  <a:pt x="185653" y="72700"/>
                </a:lnTo>
                <a:close/>
                <a:moveTo>
                  <a:pt x="254283" y="284162"/>
                </a:moveTo>
                <a:lnTo>
                  <a:pt x="255576" y="284875"/>
                </a:lnTo>
                <a:lnTo>
                  <a:pt x="253636" y="284519"/>
                </a:lnTo>
                <a:close/>
                <a:moveTo>
                  <a:pt x="25561" y="48875"/>
                </a:moveTo>
                <a:lnTo>
                  <a:pt x="27488" y="50367"/>
                </a:lnTo>
                <a:lnTo>
                  <a:pt x="24598" y="49621"/>
                </a:lnTo>
                <a:close/>
                <a:moveTo>
                  <a:pt x="215149" y="285448"/>
                </a:moveTo>
                <a:lnTo>
                  <a:pt x="217090" y="285775"/>
                </a:lnTo>
                <a:lnTo>
                  <a:pt x="214179" y="285611"/>
                </a:lnTo>
                <a:close/>
                <a:moveTo>
                  <a:pt x="1904" y="207372"/>
                </a:moveTo>
                <a:lnTo>
                  <a:pt x="2678" y="208298"/>
                </a:lnTo>
                <a:lnTo>
                  <a:pt x="1517" y="207835"/>
                </a:lnTo>
                <a:close/>
                <a:moveTo>
                  <a:pt x="21333" y="251086"/>
                </a:moveTo>
                <a:lnTo>
                  <a:pt x="22989" y="251547"/>
                </a:lnTo>
                <a:lnTo>
                  <a:pt x="20505" y="251316"/>
                </a:lnTo>
                <a:close/>
                <a:moveTo>
                  <a:pt x="274058" y="38231"/>
                </a:moveTo>
                <a:lnTo>
                  <a:pt x="275671" y="38936"/>
                </a:lnTo>
                <a:lnTo>
                  <a:pt x="273252" y="38584"/>
                </a:lnTo>
                <a:close/>
                <a:moveTo>
                  <a:pt x="95014" y="145198"/>
                </a:moveTo>
                <a:lnTo>
                  <a:pt x="96266" y="146980"/>
                </a:lnTo>
                <a:lnTo>
                  <a:pt x="94388" y="146089"/>
                </a:lnTo>
                <a:close/>
                <a:moveTo>
                  <a:pt x="98288" y="194368"/>
                </a:moveTo>
                <a:lnTo>
                  <a:pt x="99418" y="195208"/>
                </a:lnTo>
                <a:lnTo>
                  <a:pt x="97723" y="194788"/>
                </a:lnTo>
                <a:close/>
                <a:moveTo>
                  <a:pt x="133798" y="236937"/>
                </a:moveTo>
                <a:lnTo>
                  <a:pt x="135071" y="237985"/>
                </a:lnTo>
                <a:lnTo>
                  <a:pt x="133161" y="237461"/>
                </a:lnTo>
                <a:close/>
                <a:moveTo>
                  <a:pt x="236898" y="283705"/>
                </a:moveTo>
                <a:lnTo>
                  <a:pt x="237902" y="285176"/>
                </a:lnTo>
                <a:lnTo>
                  <a:pt x="236396" y="284440"/>
                </a:lnTo>
                <a:close/>
                <a:moveTo>
                  <a:pt x="258658" y="102"/>
                </a:moveTo>
                <a:lnTo>
                  <a:pt x="260730" y="1431"/>
                </a:lnTo>
                <a:lnTo>
                  <a:pt x="257622" y="766"/>
                </a:lnTo>
                <a:close/>
                <a:moveTo>
                  <a:pt x="156567" y="212294"/>
                </a:moveTo>
                <a:lnTo>
                  <a:pt x="157461" y="212851"/>
                </a:lnTo>
                <a:lnTo>
                  <a:pt x="156119" y="212572"/>
                </a:lnTo>
                <a:close/>
                <a:moveTo>
                  <a:pt x="247948" y="273536"/>
                </a:moveTo>
                <a:lnTo>
                  <a:pt x="248638" y="274392"/>
                </a:lnTo>
                <a:lnTo>
                  <a:pt x="247604" y="273964"/>
                </a:lnTo>
                <a:close/>
                <a:moveTo>
                  <a:pt x="224778" y="199412"/>
                </a:moveTo>
                <a:lnTo>
                  <a:pt x="226466" y="200198"/>
                </a:lnTo>
                <a:lnTo>
                  <a:pt x="223934" y="199805"/>
                </a:lnTo>
                <a:close/>
                <a:moveTo>
                  <a:pt x="97137" y="203743"/>
                </a:moveTo>
                <a:lnTo>
                  <a:pt x="98922" y="205407"/>
                </a:lnTo>
                <a:lnTo>
                  <a:pt x="96244" y="204575"/>
                </a:lnTo>
                <a:close/>
                <a:moveTo>
                  <a:pt x="157530" y="277967"/>
                </a:moveTo>
                <a:lnTo>
                  <a:pt x="159033" y="278831"/>
                </a:lnTo>
                <a:lnTo>
                  <a:pt x="156779" y="278399"/>
                </a:lnTo>
                <a:close/>
                <a:moveTo>
                  <a:pt x="151256" y="53497"/>
                </a:moveTo>
                <a:lnTo>
                  <a:pt x="153128" y="54042"/>
                </a:lnTo>
                <a:lnTo>
                  <a:pt x="150320" y="53769"/>
                </a:lnTo>
                <a:close/>
                <a:moveTo>
                  <a:pt x="217080" y="33026"/>
                </a:moveTo>
                <a:lnTo>
                  <a:pt x="217676" y="33855"/>
                </a:lnTo>
                <a:lnTo>
                  <a:pt x="216782" y="33441"/>
                </a:lnTo>
                <a:close/>
                <a:moveTo>
                  <a:pt x="156693" y="184487"/>
                </a:moveTo>
                <a:lnTo>
                  <a:pt x="157607" y="185915"/>
                </a:lnTo>
                <a:lnTo>
                  <a:pt x="156236" y="185201"/>
                </a:lnTo>
                <a:close/>
                <a:moveTo>
                  <a:pt x="34726" y="134390"/>
                </a:moveTo>
                <a:lnTo>
                  <a:pt x="36127" y="134941"/>
                </a:lnTo>
                <a:lnTo>
                  <a:pt x="34025" y="134666"/>
                </a:lnTo>
                <a:close/>
                <a:moveTo>
                  <a:pt x="269959" y="238678"/>
                </a:moveTo>
                <a:lnTo>
                  <a:pt x="270426" y="239509"/>
                </a:lnTo>
                <a:lnTo>
                  <a:pt x="269726" y="239094"/>
                </a:lnTo>
                <a:close/>
                <a:moveTo>
                  <a:pt x="169786" y="154761"/>
                </a:moveTo>
                <a:lnTo>
                  <a:pt x="171285" y="156554"/>
                </a:lnTo>
                <a:lnTo>
                  <a:pt x="169037" y="155658"/>
                </a:lnTo>
                <a:close/>
                <a:moveTo>
                  <a:pt x="254462" y="173679"/>
                </a:moveTo>
                <a:lnTo>
                  <a:pt x="255518" y="175340"/>
                </a:lnTo>
                <a:lnTo>
                  <a:pt x="253934" y="174510"/>
                </a:lnTo>
                <a:close/>
                <a:moveTo>
                  <a:pt x="149657" y="146403"/>
                </a:moveTo>
                <a:lnTo>
                  <a:pt x="151497" y="148023"/>
                </a:lnTo>
                <a:lnTo>
                  <a:pt x="148737" y="147213"/>
                </a:lnTo>
                <a:close/>
                <a:moveTo>
                  <a:pt x="164853" y="182143"/>
                </a:moveTo>
                <a:lnTo>
                  <a:pt x="166727" y="183720"/>
                </a:lnTo>
                <a:lnTo>
                  <a:pt x="163916" y="182931"/>
                </a:lnTo>
                <a:close/>
                <a:moveTo>
                  <a:pt x="171104" y="86800"/>
                </a:moveTo>
                <a:lnTo>
                  <a:pt x="172125" y="88536"/>
                </a:lnTo>
                <a:lnTo>
                  <a:pt x="170593" y="87668"/>
                </a:lnTo>
                <a:close/>
                <a:moveTo>
                  <a:pt x="152803" y="228328"/>
                </a:moveTo>
                <a:lnTo>
                  <a:pt x="153843" y="229826"/>
                </a:lnTo>
                <a:lnTo>
                  <a:pt x="152283" y="229077"/>
                </a:lnTo>
                <a:close/>
                <a:moveTo>
                  <a:pt x="222622" y="140948"/>
                </a:moveTo>
                <a:lnTo>
                  <a:pt x="224600" y="142463"/>
                </a:lnTo>
                <a:lnTo>
                  <a:pt x="221632" y="141705"/>
                </a:lnTo>
                <a:close/>
                <a:moveTo>
                  <a:pt x="206594" y="237165"/>
                </a:moveTo>
                <a:lnTo>
                  <a:pt x="208644" y="238892"/>
                </a:lnTo>
                <a:lnTo>
                  <a:pt x="205568" y="238029"/>
                </a:lnTo>
                <a:close/>
                <a:moveTo>
                  <a:pt x="41620" y="266026"/>
                </a:moveTo>
                <a:lnTo>
                  <a:pt x="43656" y="267095"/>
                </a:lnTo>
                <a:lnTo>
                  <a:pt x="40603" y="266561"/>
                </a:lnTo>
                <a:close/>
                <a:moveTo>
                  <a:pt x="203327" y="105848"/>
                </a:moveTo>
                <a:lnTo>
                  <a:pt x="205396" y="106590"/>
                </a:lnTo>
                <a:lnTo>
                  <a:pt x="202292" y="106219"/>
                </a:lnTo>
                <a:close/>
                <a:moveTo>
                  <a:pt x="180025" y="149885"/>
                </a:moveTo>
                <a:lnTo>
                  <a:pt x="181943" y="151131"/>
                </a:lnTo>
                <a:lnTo>
                  <a:pt x="179066" y="150508"/>
                </a:lnTo>
                <a:close/>
                <a:moveTo>
                  <a:pt x="212545" y="123110"/>
                </a:moveTo>
                <a:lnTo>
                  <a:pt x="213308" y="124524"/>
                </a:lnTo>
                <a:lnTo>
                  <a:pt x="212163" y="123817"/>
                </a:lnTo>
                <a:close/>
                <a:moveTo>
                  <a:pt x="176344" y="163661"/>
                </a:moveTo>
                <a:lnTo>
                  <a:pt x="176866" y="165213"/>
                </a:lnTo>
                <a:lnTo>
                  <a:pt x="176083" y="164437"/>
                </a:lnTo>
                <a:close/>
                <a:moveTo>
                  <a:pt x="269834" y="92499"/>
                </a:moveTo>
                <a:lnTo>
                  <a:pt x="271753" y="93201"/>
                </a:lnTo>
                <a:lnTo>
                  <a:pt x="268874" y="92850"/>
                </a:lnTo>
                <a:close/>
                <a:moveTo>
                  <a:pt x="186199" y="163022"/>
                </a:moveTo>
                <a:lnTo>
                  <a:pt x="188276" y="163819"/>
                </a:lnTo>
                <a:lnTo>
                  <a:pt x="185161" y="163420"/>
                </a:lnTo>
                <a:close/>
                <a:moveTo>
                  <a:pt x="43452" y="187761"/>
                </a:moveTo>
                <a:lnTo>
                  <a:pt x="45645" y="189191"/>
                </a:lnTo>
                <a:lnTo>
                  <a:pt x="42355" y="188476"/>
                </a:lnTo>
                <a:close/>
                <a:moveTo>
                  <a:pt x="99331" y="77495"/>
                </a:moveTo>
                <a:lnTo>
                  <a:pt x="101125" y="78273"/>
                </a:lnTo>
                <a:lnTo>
                  <a:pt x="98435" y="77884"/>
                </a:lnTo>
                <a:close/>
                <a:moveTo>
                  <a:pt x="209640" y="95227"/>
                </a:moveTo>
                <a:lnTo>
                  <a:pt x="211836" y="96703"/>
                </a:lnTo>
                <a:lnTo>
                  <a:pt x="208542" y="95965"/>
                </a:lnTo>
                <a:close/>
                <a:moveTo>
                  <a:pt x="231728" y="47987"/>
                </a:moveTo>
                <a:lnTo>
                  <a:pt x="232112" y="49549"/>
                </a:lnTo>
                <a:lnTo>
                  <a:pt x="231536" y="48768"/>
                </a:lnTo>
                <a:close/>
                <a:moveTo>
                  <a:pt x="47370" y="132139"/>
                </a:moveTo>
                <a:lnTo>
                  <a:pt x="48672" y="133066"/>
                </a:lnTo>
                <a:lnTo>
                  <a:pt x="46719" y="132603"/>
                </a:lnTo>
                <a:close/>
                <a:moveTo>
                  <a:pt x="161449" y="88876"/>
                </a:moveTo>
                <a:lnTo>
                  <a:pt x="163605" y="89307"/>
                </a:lnTo>
                <a:lnTo>
                  <a:pt x="160370" y="89092"/>
                </a:lnTo>
                <a:close/>
                <a:moveTo>
                  <a:pt x="149026" y="45568"/>
                </a:moveTo>
                <a:lnTo>
                  <a:pt x="150699" y="46703"/>
                </a:lnTo>
                <a:lnTo>
                  <a:pt x="148189" y="46135"/>
                </a:lnTo>
                <a:close/>
                <a:moveTo>
                  <a:pt x="223405" y="133507"/>
                </a:moveTo>
                <a:lnTo>
                  <a:pt x="225183" y="134670"/>
                </a:lnTo>
                <a:lnTo>
                  <a:pt x="222516" y="134089"/>
                </a:lnTo>
                <a:close/>
                <a:moveTo>
                  <a:pt x="33915" y="248425"/>
                </a:moveTo>
                <a:lnTo>
                  <a:pt x="34307" y="249367"/>
                </a:lnTo>
                <a:lnTo>
                  <a:pt x="33719" y="248896"/>
                </a:lnTo>
                <a:close/>
                <a:moveTo>
                  <a:pt x="227197" y="174995"/>
                </a:moveTo>
                <a:lnTo>
                  <a:pt x="228348" y="175571"/>
                </a:lnTo>
                <a:lnTo>
                  <a:pt x="226621" y="175283"/>
                </a:lnTo>
                <a:close/>
                <a:moveTo>
                  <a:pt x="24730" y="110861"/>
                </a:moveTo>
                <a:lnTo>
                  <a:pt x="26542" y="112620"/>
                </a:lnTo>
                <a:lnTo>
                  <a:pt x="23823" y="111741"/>
                </a:lnTo>
                <a:close/>
                <a:moveTo>
                  <a:pt x="237096" y="4859"/>
                </a:moveTo>
                <a:lnTo>
                  <a:pt x="238564" y="6655"/>
                </a:lnTo>
                <a:lnTo>
                  <a:pt x="236362" y="5757"/>
                </a:lnTo>
                <a:close/>
                <a:moveTo>
                  <a:pt x="81401" y="274470"/>
                </a:moveTo>
                <a:lnTo>
                  <a:pt x="82558" y="275511"/>
                </a:lnTo>
                <a:lnTo>
                  <a:pt x="80823" y="274991"/>
                </a:lnTo>
                <a:close/>
                <a:moveTo>
                  <a:pt x="257475" y="156487"/>
                </a:moveTo>
                <a:lnTo>
                  <a:pt x="258520" y="157039"/>
                </a:lnTo>
                <a:lnTo>
                  <a:pt x="256953" y="156763"/>
                </a:lnTo>
                <a:close/>
                <a:moveTo>
                  <a:pt x="151679" y="225034"/>
                </a:moveTo>
                <a:lnTo>
                  <a:pt x="153457" y="226489"/>
                </a:lnTo>
                <a:lnTo>
                  <a:pt x="150790" y="225761"/>
                </a:lnTo>
                <a:close/>
                <a:moveTo>
                  <a:pt x="76773" y="209188"/>
                </a:moveTo>
                <a:lnTo>
                  <a:pt x="78364" y="209958"/>
                </a:lnTo>
                <a:lnTo>
                  <a:pt x="75978" y="209573"/>
                </a:lnTo>
                <a:close/>
                <a:moveTo>
                  <a:pt x="92278" y="207179"/>
                </a:moveTo>
                <a:lnTo>
                  <a:pt x="94242" y="208317"/>
                </a:lnTo>
                <a:lnTo>
                  <a:pt x="91296" y="207748"/>
                </a:lnTo>
                <a:close/>
                <a:moveTo>
                  <a:pt x="57670" y="239744"/>
                </a:moveTo>
                <a:lnTo>
                  <a:pt x="59784" y="240315"/>
                </a:lnTo>
                <a:lnTo>
                  <a:pt x="56612" y="240029"/>
                </a:lnTo>
                <a:close/>
                <a:moveTo>
                  <a:pt x="196990" y="231852"/>
                </a:moveTo>
                <a:lnTo>
                  <a:pt x="198412" y="233481"/>
                </a:lnTo>
                <a:lnTo>
                  <a:pt x="196279" y="232667"/>
                </a:lnTo>
                <a:close/>
                <a:moveTo>
                  <a:pt x="72605" y="99264"/>
                </a:moveTo>
                <a:lnTo>
                  <a:pt x="74234" y="100748"/>
                </a:lnTo>
                <a:lnTo>
                  <a:pt x="71790" y="100006"/>
                </a:lnTo>
                <a:close/>
                <a:moveTo>
                  <a:pt x="216795" y="191190"/>
                </a:moveTo>
                <a:lnTo>
                  <a:pt x="218484" y="191513"/>
                </a:lnTo>
                <a:lnTo>
                  <a:pt x="215951" y="191351"/>
                </a:lnTo>
                <a:close/>
                <a:moveTo>
                  <a:pt x="49460" y="58332"/>
                </a:moveTo>
                <a:lnTo>
                  <a:pt x="50523" y="58692"/>
                </a:lnTo>
                <a:lnTo>
                  <a:pt x="48928" y="58512"/>
                </a:lnTo>
                <a:close/>
                <a:moveTo>
                  <a:pt x="25805" y="146652"/>
                </a:moveTo>
                <a:lnTo>
                  <a:pt x="26841" y="148151"/>
                </a:lnTo>
                <a:lnTo>
                  <a:pt x="25288" y="147402"/>
                </a:lnTo>
                <a:close/>
                <a:moveTo>
                  <a:pt x="6249" y="157084"/>
                </a:moveTo>
                <a:lnTo>
                  <a:pt x="7548" y="158876"/>
                </a:lnTo>
                <a:lnTo>
                  <a:pt x="5600" y="157980"/>
                </a:lnTo>
                <a:close/>
                <a:moveTo>
                  <a:pt x="54335" y="103392"/>
                </a:moveTo>
                <a:lnTo>
                  <a:pt x="54688" y="103719"/>
                </a:lnTo>
                <a:lnTo>
                  <a:pt x="54159" y="103556"/>
                </a:lnTo>
                <a:close/>
                <a:moveTo>
                  <a:pt x="198890" y="267394"/>
                </a:moveTo>
                <a:lnTo>
                  <a:pt x="199981" y="268856"/>
                </a:lnTo>
                <a:lnTo>
                  <a:pt x="198344" y="268125"/>
                </a:lnTo>
                <a:close/>
                <a:moveTo>
                  <a:pt x="115339" y="73844"/>
                </a:moveTo>
                <a:lnTo>
                  <a:pt x="116154" y="74921"/>
                </a:lnTo>
                <a:lnTo>
                  <a:pt x="114931" y="74383"/>
                </a:lnTo>
                <a:close/>
                <a:moveTo>
                  <a:pt x="257503" y="91363"/>
                </a:moveTo>
                <a:lnTo>
                  <a:pt x="258440" y="91699"/>
                </a:lnTo>
                <a:lnTo>
                  <a:pt x="257035" y="91531"/>
                </a:lnTo>
                <a:close/>
                <a:moveTo>
                  <a:pt x="226143" y="3945"/>
                </a:moveTo>
                <a:lnTo>
                  <a:pt x="226659" y="4375"/>
                </a:lnTo>
                <a:lnTo>
                  <a:pt x="225885" y="4160"/>
                </a:lnTo>
                <a:close/>
                <a:moveTo>
                  <a:pt x="284666" y="175849"/>
                </a:moveTo>
                <a:lnTo>
                  <a:pt x="285623" y="177411"/>
                </a:lnTo>
                <a:lnTo>
                  <a:pt x="284187" y="176630"/>
                </a:lnTo>
                <a:close/>
                <a:moveTo>
                  <a:pt x="254718" y="82381"/>
                </a:moveTo>
                <a:lnTo>
                  <a:pt x="255348" y="83763"/>
                </a:lnTo>
                <a:lnTo>
                  <a:pt x="254402" y="83072"/>
                </a:lnTo>
                <a:close/>
                <a:moveTo>
                  <a:pt x="271483" y="37169"/>
                </a:moveTo>
                <a:lnTo>
                  <a:pt x="271962" y="38196"/>
                </a:lnTo>
                <a:lnTo>
                  <a:pt x="271244" y="37683"/>
                </a:lnTo>
                <a:close/>
                <a:moveTo>
                  <a:pt x="185477" y="214846"/>
                </a:moveTo>
                <a:lnTo>
                  <a:pt x="186914" y="216603"/>
                </a:lnTo>
                <a:lnTo>
                  <a:pt x="184759" y="215724"/>
                </a:lnTo>
                <a:close/>
                <a:moveTo>
                  <a:pt x="130014" y="169453"/>
                </a:moveTo>
                <a:lnTo>
                  <a:pt x="130712" y="170248"/>
                </a:lnTo>
                <a:lnTo>
                  <a:pt x="129665" y="169851"/>
                </a:lnTo>
                <a:close/>
                <a:moveTo>
                  <a:pt x="77219" y="185275"/>
                </a:moveTo>
                <a:lnTo>
                  <a:pt x="79398" y="185869"/>
                </a:lnTo>
                <a:lnTo>
                  <a:pt x="76129" y="185572"/>
                </a:lnTo>
                <a:close/>
                <a:moveTo>
                  <a:pt x="62266" y="31502"/>
                </a:moveTo>
                <a:lnTo>
                  <a:pt x="62850" y="33214"/>
                </a:lnTo>
                <a:lnTo>
                  <a:pt x="61974" y="32358"/>
                </a:lnTo>
                <a:close/>
                <a:moveTo>
                  <a:pt x="27672" y="156840"/>
                </a:moveTo>
                <a:lnTo>
                  <a:pt x="29386" y="157996"/>
                </a:lnTo>
                <a:lnTo>
                  <a:pt x="26815" y="157418"/>
                </a:lnTo>
                <a:close/>
                <a:moveTo>
                  <a:pt x="3269" y="147352"/>
                </a:moveTo>
                <a:lnTo>
                  <a:pt x="3979" y="148264"/>
                </a:lnTo>
                <a:lnTo>
                  <a:pt x="2915" y="147808"/>
                </a:lnTo>
                <a:close/>
                <a:moveTo>
                  <a:pt x="24115" y="227903"/>
                </a:moveTo>
                <a:lnTo>
                  <a:pt x="25177" y="228302"/>
                </a:lnTo>
                <a:lnTo>
                  <a:pt x="23585" y="228103"/>
                </a:lnTo>
                <a:close/>
                <a:moveTo>
                  <a:pt x="31444" y="263065"/>
                </a:moveTo>
                <a:lnTo>
                  <a:pt x="32921" y="263877"/>
                </a:lnTo>
                <a:lnTo>
                  <a:pt x="30705" y="263471"/>
                </a:lnTo>
                <a:close/>
                <a:moveTo>
                  <a:pt x="187505" y="189565"/>
                </a:moveTo>
                <a:lnTo>
                  <a:pt x="188038" y="190473"/>
                </a:lnTo>
                <a:lnTo>
                  <a:pt x="187238" y="190019"/>
                </a:lnTo>
                <a:close/>
                <a:moveTo>
                  <a:pt x="273078" y="282887"/>
                </a:moveTo>
                <a:lnTo>
                  <a:pt x="275063" y="284055"/>
                </a:lnTo>
                <a:lnTo>
                  <a:pt x="272085" y="283471"/>
                </a:lnTo>
                <a:close/>
                <a:moveTo>
                  <a:pt x="133973" y="95032"/>
                </a:moveTo>
                <a:lnTo>
                  <a:pt x="135192" y="96122"/>
                </a:lnTo>
                <a:lnTo>
                  <a:pt x="133364" y="95577"/>
                </a:lnTo>
                <a:close/>
                <a:moveTo>
                  <a:pt x="234619" y="206569"/>
                </a:moveTo>
                <a:lnTo>
                  <a:pt x="235721" y="207942"/>
                </a:lnTo>
                <a:lnTo>
                  <a:pt x="234068" y="207256"/>
                </a:lnTo>
                <a:close/>
                <a:moveTo>
                  <a:pt x="253425" y="242807"/>
                </a:moveTo>
                <a:lnTo>
                  <a:pt x="254856" y="243821"/>
                </a:lnTo>
                <a:lnTo>
                  <a:pt x="252709" y="243314"/>
                </a:lnTo>
                <a:close/>
                <a:moveTo>
                  <a:pt x="83207" y="59845"/>
                </a:moveTo>
                <a:lnTo>
                  <a:pt x="83938" y="60544"/>
                </a:lnTo>
                <a:lnTo>
                  <a:pt x="82841" y="60194"/>
                </a:lnTo>
                <a:close/>
                <a:moveTo>
                  <a:pt x="218091" y="108606"/>
                </a:moveTo>
                <a:lnTo>
                  <a:pt x="218566" y="110246"/>
                </a:lnTo>
                <a:lnTo>
                  <a:pt x="217853" y="109426"/>
                </a:lnTo>
                <a:close/>
                <a:moveTo>
                  <a:pt x="232630" y="4486"/>
                </a:moveTo>
                <a:lnTo>
                  <a:pt x="233407" y="5542"/>
                </a:lnTo>
                <a:lnTo>
                  <a:pt x="232242" y="5014"/>
                </a:lnTo>
                <a:close/>
                <a:moveTo>
                  <a:pt x="264600" y="217080"/>
                </a:moveTo>
                <a:lnTo>
                  <a:pt x="266372" y="218105"/>
                </a:lnTo>
                <a:lnTo>
                  <a:pt x="263714" y="217592"/>
                </a:lnTo>
                <a:close/>
                <a:moveTo>
                  <a:pt x="286661" y="100425"/>
                </a:moveTo>
                <a:lnTo>
                  <a:pt x="288438" y="100962"/>
                </a:lnTo>
                <a:lnTo>
                  <a:pt x="285772" y="100694"/>
                </a:lnTo>
                <a:close/>
                <a:moveTo>
                  <a:pt x="183085" y="86610"/>
                </a:moveTo>
                <a:lnTo>
                  <a:pt x="184666" y="87853"/>
                </a:lnTo>
                <a:lnTo>
                  <a:pt x="182295" y="87231"/>
                </a:lnTo>
                <a:close/>
                <a:moveTo>
                  <a:pt x="38054" y="269280"/>
                </a:moveTo>
                <a:lnTo>
                  <a:pt x="38757" y="269642"/>
                </a:lnTo>
                <a:lnTo>
                  <a:pt x="37703" y="269461"/>
                </a:lnTo>
                <a:close/>
                <a:moveTo>
                  <a:pt x="49337" y="97373"/>
                </a:moveTo>
                <a:lnTo>
                  <a:pt x="50064" y="99129"/>
                </a:lnTo>
                <a:lnTo>
                  <a:pt x="48973" y="98251"/>
                </a:lnTo>
                <a:close/>
                <a:moveTo>
                  <a:pt x="266972" y="57605"/>
                </a:moveTo>
                <a:lnTo>
                  <a:pt x="267994" y="57930"/>
                </a:lnTo>
                <a:lnTo>
                  <a:pt x="266461" y="57767"/>
                </a:lnTo>
                <a:close/>
                <a:moveTo>
                  <a:pt x="58099" y="37902"/>
                </a:moveTo>
                <a:lnTo>
                  <a:pt x="58822" y="39439"/>
                </a:lnTo>
                <a:lnTo>
                  <a:pt x="57737" y="38671"/>
                </a:lnTo>
                <a:close/>
                <a:moveTo>
                  <a:pt x="109429" y="18066"/>
                </a:moveTo>
                <a:lnTo>
                  <a:pt x="110000" y="18910"/>
                </a:lnTo>
                <a:lnTo>
                  <a:pt x="109143" y="18488"/>
                </a:lnTo>
                <a:close/>
                <a:moveTo>
                  <a:pt x="248101" y="264896"/>
                </a:moveTo>
                <a:lnTo>
                  <a:pt x="248766" y="265588"/>
                </a:lnTo>
                <a:lnTo>
                  <a:pt x="247769" y="265242"/>
                </a:lnTo>
                <a:close/>
                <a:moveTo>
                  <a:pt x="179255" y="218388"/>
                </a:moveTo>
                <a:lnTo>
                  <a:pt x="181002" y="220109"/>
                </a:lnTo>
                <a:lnTo>
                  <a:pt x="178381" y="219249"/>
                </a:lnTo>
                <a:close/>
                <a:moveTo>
                  <a:pt x="180316" y="2065"/>
                </a:moveTo>
                <a:lnTo>
                  <a:pt x="181675" y="3108"/>
                </a:lnTo>
                <a:lnTo>
                  <a:pt x="179637" y="2587"/>
                </a:lnTo>
                <a:close/>
                <a:moveTo>
                  <a:pt x="121774" y="57155"/>
                </a:moveTo>
                <a:lnTo>
                  <a:pt x="122578" y="57768"/>
                </a:lnTo>
                <a:lnTo>
                  <a:pt x="121372" y="57462"/>
                </a:lnTo>
                <a:close/>
                <a:moveTo>
                  <a:pt x="40125" y="67049"/>
                </a:moveTo>
                <a:lnTo>
                  <a:pt x="41496" y="68195"/>
                </a:lnTo>
                <a:lnTo>
                  <a:pt x="39439" y="67622"/>
                </a:lnTo>
                <a:close/>
                <a:moveTo>
                  <a:pt x="265628" y="57744"/>
                </a:moveTo>
                <a:lnTo>
                  <a:pt x="267741" y="58221"/>
                </a:lnTo>
                <a:lnTo>
                  <a:pt x="264572" y="57982"/>
                </a:lnTo>
                <a:close/>
                <a:moveTo>
                  <a:pt x="168734" y="79948"/>
                </a:moveTo>
                <a:lnTo>
                  <a:pt x="169496" y="80327"/>
                </a:lnTo>
                <a:lnTo>
                  <a:pt x="168352" y="80138"/>
                </a:lnTo>
                <a:close/>
                <a:moveTo>
                  <a:pt x="10487" y="94062"/>
                </a:moveTo>
                <a:lnTo>
                  <a:pt x="10899" y="94878"/>
                </a:lnTo>
                <a:lnTo>
                  <a:pt x="10281" y="94470"/>
                </a:lnTo>
                <a:close/>
                <a:moveTo>
                  <a:pt x="189069" y="168144"/>
                </a:moveTo>
                <a:lnTo>
                  <a:pt x="191173" y="169367"/>
                </a:lnTo>
                <a:lnTo>
                  <a:pt x="188017" y="168756"/>
                </a:lnTo>
                <a:close/>
                <a:moveTo>
                  <a:pt x="106121" y="232675"/>
                </a:moveTo>
                <a:lnTo>
                  <a:pt x="108150" y="233435"/>
                </a:lnTo>
                <a:lnTo>
                  <a:pt x="105107" y="233055"/>
                </a:lnTo>
                <a:close/>
                <a:moveTo>
                  <a:pt x="138273" y="235736"/>
                </a:moveTo>
                <a:lnTo>
                  <a:pt x="140239" y="237380"/>
                </a:lnTo>
                <a:lnTo>
                  <a:pt x="137290" y="236558"/>
                </a:lnTo>
                <a:close/>
                <a:moveTo>
                  <a:pt x="59329" y="92457"/>
                </a:moveTo>
                <a:lnTo>
                  <a:pt x="60822" y="93842"/>
                </a:lnTo>
                <a:lnTo>
                  <a:pt x="58583" y="93150"/>
                </a:lnTo>
                <a:close/>
                <a:moveTo>
                  <a:pt x="52461" y="244454"/>
                </a:moveTo>
                <a:lnTo>
                  <a:pt x="52822" y="244836"/>
                </a:lnTo>
                <a:lnTo>
                  <a:pt x="52280" y="244645"/>
                </a:lnTo>
                <a:close/>
                <a:moveTo>
                  <a:pt x="15085" y="266391"/>
                </a:moveTo>
                <a:lnTo>
                  <a:pt x="16431" y="267695"/>
                </a:lnTo>
                <a:lnTo>
                  <a:pt x="14412" y="267043"/>
                </a:lnTo>
                <a:close/>
                <a:moveTo>
                  <a:pt x="207762" y="101923"/>
                </a:moveTo>
                <a:lnTo>
                  <a:pt x="208203" y="102907"/>
                </a:lnTo>
                <a:lnTo>
                  <a:pt x="207541" y="102415"/>
                </a:lnTo>
                <a:close/>
                <a:moveTo>
                  <a:pt x="240731" y="18923"/>
                </a:moveTo>
                <a:lnTo>
                  <a:pt x="241184" y="20506"/>
                </a:lnTo>
                <a:lnTo>
                  <a:pt x="240505" y="19714"/>
                </a:lnTo>
                <a:close/>
                <a:moveTo>
                  <a:pt x="192081" y="36644"/>
                </a:moveTo>
                <a:lnTo>
                  <a:pt x="193773" y="38170"/>
                </a:lnTo>
                <a:lnTo>
                  <a:pt x="191236" y="37407"/>
                </a:lnTo>
                <a:close/>
                <a:moveTo>
                  <a:pt x="73943" y="216086"/>
                </a:moveTo>
                <a:lnTo>
                  <a:pt x="75460" y="216790"/>
                </a:lnTo>
                <a:lnTo>
                  <a:pt x="73185" y="216438"/>
                </a:lnTo>
                <a:close/>
                <a:moveTo>
                  <a:pt x="130953" y="1276"/>
                </a:moveTo>
                <a:lnTo>
                  <a:pt x="132078" y="2366"/>
                </a:lnTo>
                <a:lnTo>
                  <a:pt x="130390" y="1821"/>
                </a:lnTo>
                <a:close/>
                <a:moveTo>
                  <a:pt x="189342" y="187870"/>
                </a:moveTo>
                <a:lnTo>
                  <a:pt x="191063" y="189310"/>
                </a:lnTo>
                <a:lnTo>
                  <a:pt x="188481" y="188590"/>
                </a:lnTo>
                <a:close/>
                <a:moveTo>
                  <a:pt x="237495" y="230599"/>
                </a:moveTo>
                <a:lnTo>
                  <a:pt x="239108" y="232107"/>
                </a:lnTo>
                <a:lnTo>
                  <a:pt x="236689" y="231353"/>
                </a:lnTo>
                <a:close/>
                <a:moveTo>
                  <a:pt x="78312" y="117673"/>
                </a:moveTo>
                <a:lnTo>
                  <a:pt x="79690" y="119061"/>
                </a:lnTo>
                <a:lnTo>
                  <a:pt x="77623" y="118367"/>
                </a:lnTo>
                <a:close/>
                <a:moveTo>
                  <a:pt x="183628" y="132265"/>
                </a:moveTo>
                <a:lnTo>
                  <a:pt x="184734" y="132802"/>
                </a:lnTo>
                <a:lnTo>
                  <a:pt x="183075" y="132534"/>
                </a:lnTo>
                <a:close/>
                <a:moveTo>
                  <a:pt x="181750" y="92406"/>
                </a:moveTo>
                <a:lnTo>
                  <a:pt x="183571" y="93346"/>
                </a:lnTo>
                <a:lnTo>
                  <a:pt x="180840" y="92876"/>
                </a:lnTo>
                <a:close/>
                <a:moveTo>
                  <a:pt x="183112" y="201090"/>
                </a:moveTo>
                <a:lnTo>
                  <a:pt x="184958" y="201511"/>
                </a:lnTo>
                <a:lnTo>
                  <a:pt x="182189" y="201301"/>
                </a:lnTo>
                <a:close/>
                <a:moveTo>
                  <a:pt x="209648" y="117388"/>
                </a:moveTo>
                <a:lnTo>
                  <a:pt x="210940" y="119029"/>
                </a:lnTo>
                <a:lnTo>
                  <a:pt x="209003" y="118209"/>
                </a:lnTo>
                <a:close/>
                <a:moveTo>
                  <a:pt x="179662" y="197416"/>
                </a:moveTo>
                <a:lnTo>
                  <a:pt x="180433" y="197977"/>
                </a:lnTo>
                <a:lnTo>
                  <a:pt x="179276" y="197697"/>
                </a:lnTo>
                <a:close/>
                <a:moveTo>
                  <a:pt x="4733" y="151378"/>
                </a:moveTo>
                <a:lnTo>
                  <a:pt x="6614" y="153071"/>
                </a:lnTo>
                <a:lnTo>
                  <a:pt x="3793" y="152225"/>
                </a:lnTo>
                <a:close/>
                <a:moveTo>
                  <a:pt x="174641" y="58860"/>
                </a:moveTo>
                <a:lnTo>
                  <a:pt x="175104" y="59670"/>
                </a:lnTo>
                <a:lnTo>
                  <a:pt x="174410" y="59265"/>
                </a:lnTo>
                <a:close/>
                <a:moveTo>
                  <a:pt x="259844" y="29689"/>
                </a:moveTo>
                <a:lnTo>
                  <a:pt x="261267" y="30710"/>
                </a:lnTo>
                <a:lnTo>
                  <a:pt x="259132" y="30199"/>
                </a:lnTo>
                <a:close/>
                <a:moveTo>
                  <a:pt x="213025" y="278498"/>
                </a:moveTo>
                <a:lnTo>
                  <a:pt x="214717" y="279436"/>
                </a:lnTo>
                <a:lnTo>
                  <a:pt x="212178" y="278967"/>
                </a:lnTo>
                <a:close/>
                <a:moveTo>
                  <a:pt x="197900" y="170280"/>
                </a:moveTo>
                <a:lnTo>
                  <a:pt x="198500" y="171894"/>
                </a:lnTo>
                <a:lnTo>
                  <a:pt x="197600" y="171087"/>
                </a:lnTo>
                <a:close/>
                <a:moveTo>
                  <a:pt x="52431" y="17525"/>
                </a:moveTo>
                <a:lnTo>
                  <a:pt x="53079" y="17957"/>
                </a:lnTo>
                <a:lnTo>
                  <a:pt x="52107" y="17741"/>
                </a:lnTo>
                <a:close/>
                <a:moveTo>
                  <a:pt x="155375" y="188705"/>
                </a:moveTo>
                <a:lnTo>
                  <a:pt x="156596" y="190042"/>
                </a:lnTo>
                <a:lnTo>
                  <a:pt x="154764" y="189373"/>
                </a:lnTo>
                <a:close/>
                <a:moveTo>
                  <a:pt x="241974" y="20437"/>
                </a:moveTo>
                <a:lnTo>
                  <a:pt x="242344" y="20920"/>
                </a:lnTo>
                <a:lnTo>
                  <a:pt x="241788" y="20679"/>
                </a:lnTo>
                <a:close/>
                <a:moveTo>
                  <a:pt x="35937" y="263058"/>
                </a:moveTo>
                <a:lnTo>
                  <a:pt x="37181" y="263854"/>
                </a:lnTo>
                <a:lnTo>
                  <a:pt x="35315" y="263456"/>
                </a:lnTo>
                <a:close/>
                <a:moveTo>
                  <a:pt x="275889" y="90198"/>
                </a:moveTo>
                <a:lnTo>
                  <a:pt x="276331" y="91197"/>
                </a:lnTo>
                <a:lnTo>
                  <a:pt x="275668" y="90698"/>
                </a:lnTo>
                <a:close/>
                <a:moveTo>
                  <a:pt x="16020" y="53709"/>
                </a:moveTo>
                <a:lnTo>
                  <a:pt x="17532" y="55176"/>
                </a:lnTo>
                <a:lnTo>
                  <a:pt x="15263" y="54443"/>
                </a:lnTo>
                <a:close/>
                <a:moveTo>
                  <a:pt x="189657" y="122795"/>
                </a:moveTo>
                <a:lnTo>
                  <a:pt x="191165" y="123769"/>
                </a:lnTo>
                <a:lnTo>
                  <a:pt x="188903" y="123282"/>
                </a:lnTo>
                <a:close/>
                <a:moveTo>
                  <a:pt x="104754" y="132132"/>
                </a:moveTo>
                <a:lnTo>
                  <a:pt x="105187" y="132447"/>
                </a:lnTo>
                <a:lnTo>
                  <a:pt x="104538" y="132289"/>
                </a:lnTo>
                <a:close/>
                <a:moveTo>
                  <a:pt x="229700" y="244798"/>
                </a:moveTo>
                <a:lnTo>
                  <a:pt x="231064" y="246157"/>
                </a:lnTo>
                <a:lnTo>
                  <a:pt x="229018" y="245478"/>
                </a:lnTo>
                <a:close/>
                <a:moveTo>
                  <a:pt x="124855" y="73079"/>
                </a:moveTo>
                <a:lnTo>
                  <a:pt x="125219" y="74123"/>
                </a:lnTo>
                <a:lnTo>
                  <a:pt x="124673" y="73601"/>
                </a:lnTo>
                <a:close/>
                <a:moveTo>
                  <a:pt x="164109" y="11922"/>
                </a:moveTo>
                <a:lnTo>
                  <a:pt x="165109" y="12324"/>
                </a:lnTo>
                <a:lnTo>
                  <a:pt x="163610" y="12123"/>
                </a:lnTo>
                <a:close/>
                <a:moveTo>
                  <a:pt x="221093" y="261550"/>
                </a:moveTo>
                <a:lnTo>
                  <a:pt x="221934" y="262621"/>
                </a:lnTo>
                <a:lnTo>
                  <a:pt x="220672" y="262085"/>
                </a:lnTo>
                <a:close/>
                <a:moveTo>
                  <a:pt x="164113" y="68263"/>
                </a:moveTo>
                <a:lnTo>
                  <a:pt x="166148" y="69178"/>
                </a:lnTo>
                <a:lnTo>
                  <a:pt x="163095" y="68720"/>
                </a:lnTo>
                <a:close/>
                <a:moveTo>
                  <a:pt x="134517" y="101722"/>
                </a:moveTo>
                <a:lnTo>
                  <a:pt x="135943" y="102101"/>
                </a:lnTo>
                <a:lnTo>
                  <a:pt x="133803" y="101911"/>
                </a:lnTo>
                <a:close/>
                <a:moveTo>
                  <a:pt x="182411" y="57730"/>
                </a:moveTo>
                <a:lnTo>
                  <a:pt x="184522" y="58145"/>
                </a:lnTo>
                <a:lnTo>
                  <a:pt x="181355" y="57937"/>
                </a:lnTo>
                <a:close/>
                <a:moveTo>
                  <a:pt x="162121" y="285552"/>
                </a:moveTo>
                <a:lnTo>
                  <a:pt x="163223" y="287132"/>
                </a:lnTo>
                <a:lnTo>
                  <a:pt x="161571" y="286342"/>
                </a:lnTo>
                <a:close/>
                <a:moveTo>
                  <a:pt x="46695" y="261378"/>
                </a:moveTo>
                <a:lnTo>
                  <a:pt x="47377" y="262273"/>
                </a:lnTo>
                <a:lnTo>
                  <a:pt x="46355" y="261825"/>
                </a:lnTo>
                <a:close/>
                <a:moveTo>
                  <a:pt x="93367" y="131707"/>
                </a:moveTo>
                <a:lnTo>
                  <a:pt x="95368" y="132911"/>
                </a:lnTo>
                <a:lnTo>
                  <a:pt x="92367" y="132309"/>
                </a:lnTo>
                <a:close/>
                <a:moveTo>
                  <a:pt x="60629" y="286055"/>
                </a:moveTo>
                <a:lnTo>
                  <a:pt x="62160" y="287278"/>
                </a:lnTo>
                <a:lnTo>
                  <a:pt x="59864" y="286667"/>
                </a:lnTo>
                <a:close/>
                <a:moveTo>
                  <a:pt x="127691" y="25233"/>
                </a:moveTo>
                <a:lnTo>
                  <a:pt x="129182" y="26529"/>
                </a:lnTo>
                <a:lnTo>
                  <a:pt x="126946" y="25881"/>
                </a:lnTo>
                <a:close/>
                <a:moveTo>
                  <a:pt x="60189" y="202766"/>
                </a:moveTo>
                <a:lnTo>
                  <a:pt x="61783" y="203903"/>
                </a:lnTo>
                <a:lnTo>
                  <a:pt x="59392" y="203334"/>
                </a:lnTo>
                <a:close/>
                <a:moveTo>
                  <a:pt x="153758" y="134694"/>
                </a:moveTo>
                <a:lnTo>
                  <a:pt x="154134" y="135495"/>
                </a:lnTo>
                <a:lnTo>
                  <a:pt x="153570" y="135095"/>
                </a:lnTo>
                <a:close/>
                <a:moveTo>
                  <a:pt x="3345" y="245623"/>
                </a:moveTo>
                <a:lnTo>
                  <a:pt x="4900" y="247151"/>
                </a:lnTo>
                <a:lnTo>
                  <a:pt x="2567" y="246387"/>
                </a:lnTo>
                <a:close/>
                <a:moveTo>
                  <a:pt x="174313" y="122209"/>
                </a:moveTo>
                <a:lnTo>
                  <a:pt x="174784" y="123861"/>
                </a:lnTo>
                <a:lnTo>
                  <a:pt x="174077" y="123035"/>
                </a:lnTo>
                <a:close/>
                <a:moveTo>
                  <a:pt x="104299" y="196893"/>
                </a:moveTo>
                <a:lnTo>
                  <a:pt x="106478" y="197233"/>
                </a:lnTo>
                <a:lnTo>
                  <a:pt x="103210" y="197063"/>
                </a:lnTo>
                <a:close/>
                <a:moveTo>
                  <a:pt x="67639" y="9619"/>
                </a:moveTo>
                <a:lnTo>
                  <a:pt x="68802" y="9938"/>
                </a:lnTo>
                <a:lnTo>
                  <a:pt x="67057" y="9778"/>
                </a:lnTo>
                <a:close/>
                <a:moveTo>
                  <a:pt x="210378" y="189578"/>
                </a:moveTo>
                <a:lnTo>
                  <a:pt x="211776" y="190745"/>
                </a:lnTo>
                <a:lnTo>
                  <a:pt x="209679" y="190161"/>
                </a:lnTo>
                <a:close/>
                <a:moveTo>
                  <a:pt x="242811" y="68244"/>
                </a:moveTo>
                <a:lnTo>
                  <a:pt x="243632" y="69967"/>
                </a:lnTo>
                <a:lnTo>
                  <a:pt x="242400" y="69105"/>
                </a:lnTo>
                <a:close/>
                <a:moveTo>
                  <a:pt x="45068" y="690"/>
                </a:moveTo>
                <a:lnTo>
                  <a:pt x="46780" y="1205"/>
                </a:lnTo>
                <a:lnTo>
                  <a:pt x="44212" y="947"/>
                </a:lnTo>
                <a:close/>
                <a:moveTo>
                  <a:pt x="151406" y="24900"/>
                </a:moveTo>
                <a:lnTo>
                  <a:pt x="152635" y="25672"/>
                </a:lnTo>
                <a:lnTo>
                  <a:pt x="150792" y="25286"/>
                </a:lnTo>
                <a:close/>
                <a:moveTo>
                  <a:pt x="151911" y="19477"/>
                </a:moveTo>
                <a:lnTo>
                  <a:pt x="153607" y="20117"/>
                </a:lnTo>
                <a:lnTo>
                  <a:pt x="151063" y="19797"/>
                </a:lnTo>
                <a:close/>
                <a:moveTo>
                  <a:pt x="10635" y="60441"/>
                </a:moveTo>
                <a:lnTo>
                  <a:pt x="11130" y="62135"/>
                </a:lnTo>
                <a:lnTo>
                  <a:pt x="10388" y="61288"/>
                </a:lnTo>
                <a:close/>
                <a:moveTo>
                  <a:pt x="94916" y="222859"/>
                </a:moveTo>
                <a:lnTo>
                  <a:pt x="95764" y="224650"/>
                </a:lnTo>
                <a:lnTo>
                  <a:pt x="94491" y="223755"/>
                </a:lnTo>
                <a:close/>
                <a:moveTo>
                  <a:pt x="89718" y="266520"/>
                </a:moveTo>
                <a:lnTo>
                  <a:pt x="90186" y="266983"/>
                </a:lnTo>
                <a:lnTo>
                  <a:pt x="89484" y="266751"/>
                </a:lnTo>
                <a:close/>
                <a:moveTo>
                  <a:pt x="248752" y="133988"/>
                </a:moveTo>
                <a:lnTo>
                  <a:pt x="249121" y="135096"/>
                </a:lnTo>
                <a:lnTo>
                  <a:pt x="248567" y="134542"/>
                </a:lnTo>
                <a:close/>
                <a:moveTo>
                  <a:pt x="69186" y="84102"/>
                </a:moveTo>
                <a:lnTo>
                  <a:pt x="71270" y="84891"/>
                </a:lnTo>
                <a:lnTo>
                  <a:pt x="68145" y="84496"/>
                </a:lnTo>
                <a:close/>
                <a:moveTo>
                  <a:pt x="186560" y="265059"/>
                </a:moveTo>
                <a:lnTo>
                  <a:pt x="186946" y="266030"/>
                </a:lnTo>
                <a:lnTo>
                  <a:pt x="186367" y="265545"/>
                </a:lnTo>
                <a:close/>
                <a:moveTo>
                  <a:pt x="82896" y="4394"/>
                </a:moveTo>
                <a:lnTo>
                  <a:pt x="84752" y="4822"/>
                </a:lnTo>
                <a:lnTo>
                  <a:pt x="81968" y="4608"/>
                </a:lnTo>
                <a:close/>
                <a:moveTo>
                  <a:pt x="32306" y="129434"/>
                </a:moveTo>
                <a:lnTo>
                  <a:pt x="34091" y="130996"/>
                </a:lnTo>
                <a:lnTo>
                  <a:pt x="31413" y="130215"/>
                </a:lnTo>
                <a:close/>
                <a:moveTo>
                  <a:pt x="50369" y="97183"/>
                </a:moveTo>
                <a:lnTo>
                  <a:pt x="50732" y="98617"/>
                </a:lnTo>
                <a:lnTo>
                  <a:pt x="50187" y="97900"/>
                </a:lnTo>
                <a:close/>
                <a:moveTo>
                  <a:pt x="249064" y="145280"/>
                </a:moveTo>
                <a:lnTo>
                  <a:pt x="251133" y="147063"/>
                </a:lnTo>
                <a:lnTo>
                  <a:pt x="248030" y="146171"/>
                </a:lnTo>
                <a:close/>
                <a:moveTo>
                  <a:pt x="136522" y="238417"/>
                </a:moveTo>
                <a:lnTo>
                  <a:pt x="138015" y="239562"/>
                </a:lnTo>
                <a:lnTo>
                  <a:pt x="135776" y="238990"/>
                </a:lnTo>
                <a:close/>
                <a:moveTo>
                  <a:pt x="127357" y="30763"/>
                </a:moveTo>
                <a:lnTo>
                  <a:pt x="128214" y="31702"/>
                </a:lnTo>
                <a:lnTo>
                  <a:pt x="126929" y="31233"/>
                </a:lnTo>
                <a:close/>
                <a:moveTo>
                  <a:pt x="10512" y="168433"/>
                </a:moveTo>
                <a:lnTo>
                  <a:pt x="11022" y="169935"/>
                </a:lnTo>
                <a:lnTo>
                  <a:pt x="10257" y="169184"/>
                </a:lnTo>
                <a:close/>
                <a:moveTo>
                  <a:pt x="232499" y="166327"/>
                </a:moveTo>
                <a:lnTo>
                  <a:pt x="234257" y="166639"/>
                </a:lnTo>
                <a:lnTo>
                  <a:pt x="231620" y="166483"/>
                </a:lnTo>
                <a:close/>
                <a:moveTo>
                  <a:pt x="81643" y="124146"/>
                </a:moveTo>
                <a:lnTo>
                  <a:pt x="83544" y="124951"/>
                </a:lnTo>
                <a:lnTo>
                  <a:pt x="80693" y="124548"/>
                </a:lnTo>
                <a:close/>
                <a:moveTo>
                  <a:pt x="135330" y="209182"/>
                </a:moveTo>
                <a:lnTo>
                  <a:pt x="137290" y="210359"/>
                </a:lnTo>
                <a:lnTo>
                  <a:pt x="134350" y="209771"/>
                </a:lnTo>
                <a:close/>
                <a:moveTo>
                  <a:pt x="194947" y="99831"/>
                </a:moveTo>
                <a:lnTo>
                  <a:pt x="196034" y="101245"/>
                </a:lnTo>
                <a:lnTo>
                  <a:pt x="194403" y="100538"/>
                </a:lnTo>
                <a:close/>
                <a:moveTo>
                  <a:pt x="123842" y="102035"/>
                </a:moveTo>
                <a:lnTo>
                  <a:pt x="124858" y="103666"/>
                </a:lnTo>
                <a:lnTo>
                  <a:pt x="123334" y="102850"/>
                </a:lnTo>
                <a:close/>
                <a:moveTo>
                  <a:pt x="228219" y="136850"/>
                </a:moveTo>
                <a:lnTo>
                  <a:pt x="229450" y="137917"/>
                </a:lnTo>
                <a:lnTo>
                  <a:pt x="227604" y="137383"/>
                </a:lnTo>
                <a:close/>
                <a:moveTo>
                  <a:pt x="40154" y="10491"/>
                </a:moveTo>
                <a:lnTo>
                  <a:pt x="40726" y="11115"/>
                </a:lnTo>
                <a:lnTo>
                  <a:pt x="39868" y="10803"/>
                </a:lnTo>
                <a:close/>
                <a:moveTo>
                  <a:pt x="168673" y="68402"/>
                </a:moveTo>
                <a:lnTo>
                  <a:pt x="169539" y="69817"/>
                </a:lnTo>
                <a:lnTo>
                  <a:pt x="168240" y="69110"/>
                </a:lnTo>
                <a:close/>
                <a:moveTo>
                  <a:pt x="84408" y="275227"/>
                </a:moveTo>
                <a:lnTo>
                  <a:pt x="85668" y="276846"/>
                </a:lnTo>
                <a:lnTo>
                  <a:pt x="83777" y="276036"/>
                </a:lnTo>
                <a:close/>
                <a:moveTo>
                  <a:pt x="10239" y="193736"/>
                </a:moveTo>
                <a:lnTo>
                  <a:pt x="12007" y="194956"/>
                </a:lnTo>
                <a:lnTo>
                  <a:pt x="9356" y="194346"/>
                </a:lnTo>
                <a:close/>
                <a:moveTo>
                  <a:pt x="122511" y="112684"/>
                </a:moveTo>
                <a:lnTo>
                  <a:pt x="123851" y="114349"/>
                </a:lnTo>
                <a:lnTo>
                  <a:pt x="121841" y="113516"/>
                </a:lnTo>
                <a:close/>
                <a:moveTo>
                  <a:pt x="79474" y="268645"/>
                </a:moveTo>
                <a:lnTo>
                  <a:pt x="80586" y="269378"/>
                </a:lnTo>
                <a:lnTo>
                  <a:pt x="78918" y="269011"/>
                </a:lnTo>
                <a:close/>
                <a:moveTo>
                  <a:pt x="125116" y="136563"/>
                </a:moveTo>
                <a:lnTo>
                  <a:pt x="126178" y="137445"/>
                </a:lnTo>
                <a:lnTo>
                  <a:pt x="124585" y="137004"/>
                </a:lnTo>
                <a:close/>
                <a:moveTo>
                  <a:pt x="144183" y="47098"/>
                </a:moveTo>
                <a:lnTo>
                  <a:pt x="146314" y="48826"/>
                </a:lnTo>
                <a:lnTo>
                  <a:pt x="143118" y="47962"/>
                </a:lnTo>
                <a:close/>
                <a:moveTo>
                  <a:pt x="73380" y="274756"/>
                </a:moveTo>
                <a:lnTo>
                  <a:pt x="74966" y="275229"/>
                </a:lnTo>
                <a:lnTo>
                  <a:pt x="72586" y="274992"/>
                </a:lnTo>
                <a:close/>
                <a:moveTo>
                  <a:pt x="124634" y="6764"/>
                </a:moveTo>
                <a:lnTo>
                  <a:pt x="126601" y="8315"/>
                </a:lnTo>
                <a:lnTo>
                  <a:pt x="123651" y="7539"/>
                </a:lnTo>
                <a:close/>
                <a:moveTo>
                  <a:pt x="221142" y="174517"/>
                </a:moveTo>
                <a:lnTo>
                  <a:pt x="223072" y="175365"/>
                </a:lnTo>
                <a:lnTo>
                  <a:pt x="220178" y="174941"/>
                </a:lnTo>
                <a:close/>
                <a:moveTo>
                  <a:pt x="220107" y="43029"/>
                </a:moveTo>
                <a:lnTo>
                  <a:pt x="222238" y="44078"/>
                </a:lnTo>
                <a:lnTo>
                  <a:pt x="219041" y="43554"/>
                </a:lnTo>
                <a:close/>
                <a:moveTo>
                  <a:pt x="257489" y="236854"/>
                </a:moveTo>
                <a:lnTo>
                  <a:pt x="259627" y="237991"/>
                </a:lnTo>
                <a:lnTo>
                  <a:pt x="256420" y="237423"/>
                </a:lnTo>
                <a:close/>
                <a:moveTo>
                  <a:pt x="36239" y="128334"/>
                </a:moveTo>
                <a:lnTo>
                  <a:pt x="38076" y="129337"/>
                </a:lnTo>
                <a:lnTo>
                  <a:pt x="35321" y="128835"/>
                </a:lnTo>
                <a:close/>
                <a:moveTo>
                  <a:pt x="89168" y="114669"/>
                </a:moveTo>
                <a:lnTo>
                  <a:pt x="91321" y="116212"/>
                </a:lnTo>
                <a:lnTo>
                  <a:pt x="88091" y="115441"/>
                </a:lnTo>
                <a:close/>
                <a:moveTo>
                  <a:pt x="177163" y="225881"/>
                </a:moveTo>
                <a:lnTo>
                  <a:pt x="178297" y="226985"/>
                </a:lnTo>
                <a:lnTo>
                  <a:pt x="176596" y="226433"/>
                </a:lnTo>
                <a:close/>
                <a:moveTo>
                  <a:pt x="108632" y="60237"/>
                </a:moveTo>
                <a:lnTo>
                  <a:pt x="110331" y="61663"/>
                </a:lnTo>
                <a:lnTo>
                  <a:pt x="107782" y="60950"/>
                </a:lnTo>
                <a:close/>
                <a:moveTo>
                  <a:pt x="18635" y="238754"/>
                </a:moveTo>
                <a:lnTo>
                  <a:pt x="19799" y="239667"/>
                </a:lnTo>
                <a:lnTo>
                  <a:pt x="18053" y="239210"/>
                </a:lnTo>
                <a:close/>
                <a:moveTo>
                  <a:pt x="4897" y="77585"/>
                </a:moveTo>
                <a:lnTo>
                  <a:pt x="6509" y="77943"/>
                </a:lnTo>
                <a:lnTo>
                  <a:pt x="4090" y="77764"/>
                </a:lnTo>
                <a:close/>
                <a:moveTo>
                  <a:pt x="98451" y="130434"/>
                </a:moveTo>
                <a:lnTo>
                  <a:pt x="99236" y="131164"/>
                </a:lnTo>
                <a:lnTo>
                  <a:pt x="98058" y="130799"/>
                </a:lnTo>
                <a:close/>
                <a:moveTo>
                  <a:pt x="228868" y="28934"/>
                </a:moveTo>
                <a:lnTo>
                  <a:pt x="230507" y="29356"/>
                </a:lnTo>
                <a:lnTo>
                  <a:pt x="228048" y="29145"/>
                </a:lnTo>
                <a:close/>
                <a:moveTo>
                  <a:pt x="24885" y="192950"/>
                </a:moveTo>
                <a:lnTo>
                  <a:pt x="25466" y="194247"/>
                </a:lnTo>
                <a:lnTo>
                  <a:pt x="24595" y="193598"/>
                </a:lnTo>
                <a:close/>
                <a:moveTo>
                  <a:pt x="105099" y="166845"/>
                </a:moveTo>
                <a:lnTo>
                  <a:pt x="106529" y="168549"/>
                </a:lnTo>
                <a:lnTo>
                  <a:pt x="104384" y="167697"/>
                </a:lnTo>
                <a:close/>
                <a:moveTo>
                  <a:pt x="62412" y="278960"/>
                </a:moveTo>
                <a:lnTo>
                  <a:pt x="63537" y="280432"/>
                </a:lnTo>
                <a:lnTo>
                  <a:pt x="61849" y="279696"/>
                </a:lnTo>
                <a:close/>
                <a:moveTo>
                  <a:pt x="41894" y="5742"/>
                </a:moveTo>
                <a:lnTo>
                  <a:pt x="42704" y="7366"/>
                </a:lnTo>
                <a:lnTo>
                  <a:pt x="41490" y="6554"/>
                </a:lnTo>
                <a:close/>
                <a:moveTo>
                  <a:pt x="146538" y="133170"/>
                </a:moveTo>
                <a:lnTo>
                  <a:pt x="146941" y="134375"/>
                </a:lnTo>
                <a:lnTo>
                  <a:pt x="146337" y="133773"/>
                </a:lnTo>
                <a:close/>
                <a:moveTo>
                  <a:pt x="135226" y="244507"/>
                </a:moveTo>
                <a:lnTo>
                  <a:pt x="137192" y="244934"/>
                </a:lnTo>
                <a:lnTo>
                  <a:pt x="134243" y="244721"/>
                </a:lnTo>
                <a:close/>
                <a:moveTo>
                  <a:pt x="62802" y="231198"/>
                </a:moveTo>
                <a:lnTo>
                  <a:pt x="64707" y="232591"/>
                </a:lnTo>
                <a:lnTo>
                  <a:pt x="61849" y="231894"/>
                </a:lnTo>
                <a:close/>
                <a:moveTo>
                  <a:pt x="13369" y="90547"/>
                </a:moveTo>
                <a:lnTo>
                  <a:pt x="14701" y="90847"/>
                </a:lnTo>
                <a:lnTo>
                  <a:pt x="12704" y="90697"/>
                </a:lnTo>
                <a:close/>
                <a:moveTo>
                  <a:pt x="98461" y="81181"/>
                </a:moveTo>
                <a:lnTo>
                  <a:pt x="99005" y="82717"/>
                </a:lnTo>
                <a:lnTo>
                  <a:pt x="98189" y="81949"/>
                </a:lnTo>
                <a:close/>
                <a:moveTo>
                  <a:pt x="51217" y="214066"/>
                </a:moveTo>
                <a:lnTo>
                  <a:pt x="52686" y="214616"/>
                </a:lnTo>
                <a:lnTo>
                  <a:pt x="50483" y="214341"/>
                </a:lnTo>
                <a:close/>
                <a:moveTo>
                  <a:pt x="202672" y="208844"/>
                </a:moveTo>
                <a:lnTo>
                  <a:pt x="204824" y="209543"/>
                </a:lnTo>
                <a:lnTo>
                  <a:pt x="201595" y="209193"/>
                </a:lnTo>
                <a:close/>
                <a:moveTo>
                  <a:pt x="128870" y="107677"/>
                </a:moveTo>
                <a:lnTo>
                  <a:pt x="130962" y="108827"/>
                </a:lnTo>
                <a:lnTo>
                  <a:pt x="127824" y="108252"/>
                </a:lnTo>
                <a:close/>
                <a:moveTo>
                  <a:pt x="86143" y="141199"/>
                </a:moveTo>
                <a:lnTo>
                  <a:pt x="87318" y="142925"/>
                </a:lnTo>
                <a:lnTo>
                  <a:pt x="85555" y="142062"/>
                </a:lnTo>
                <a:close/>
                <a:moveTo>
                  <a:pt x="275879" y="211280"/>
                </a:moveTo>
                <a:lnTo>
                  <a:pt x="277921" y="211714"/>
                </a:lnTo>
                <a:lnTo>
                  <a:pt x="274858" y="211497"/>
                </a:lnTo>
                <a:close/>
                <a:moveTo>
                  <a:pt x="101127" y="177557"/>
                </a:moveTo>
                <a:lnTo>
                  <a:pt x="102907" y="178639"/>
                </a:lnTo>
                <a:lnTo>
                  <a:pt x="100237" y="178098"/>
                </a:lnTo>
                <a:close/>
                <a:moveTo>
                  <a:pt x="240123" y="118657"/>
                </a:moveTo>
                <a:lnTo>
                  <a:pt x="240884" y="118993"/>
                </a:lnTo>
                <a:lnTo>
                  <a:pt x="239743" y="118825"/>
                </a:lnTo>
                <a:close/>
                <a:moveTo>
                  <a:pt x="44790" y="205855"/>
                </a:moveTo>
                <a:lnTo>
                  <a:pt x="45661" y="207263"/>
                </a:lnTo>
                <a:lnTo>
                  <a:pt x="44355" y="206559"/>
                </a:lnTo>
                <a:close/>
                <a:moveTo>
                  <a:pt x="83664" y="97432"/>
                </a:moveTo>
                <a:lnTo>
                  <a:pt x="84355" y="98870"/>
                </a:lnTo>
                <a:lnTo>
                  <a:pt x="83318" y="98151"/>
                </a:lnTo>
                <a:close/>
                <a:moveTo>
                  <a:pt x="276636" y="100574"/>
                </a:moveTo>
                <a:lnTo>
                  <a:pt x="278290" y="101363"/>
                </a:lnTo>
                <a:lnTo>
                  <a:pt x="275809" y="100969"/>
                </a:lnTo>
                <a:close/>
                <a:moveTo>
                  <a:pt x="30332" y="284812"/>
                </a:moveTo>
                <a:lnTo>
                  <a:pt x="31488" y="286580"/>
                </a:lnTo>
                <a:lnTo>
                  <a:pt x="29754" y="285696"/>
                </a:lnTo>
                <a:close/>
                <a:moveTo>
                  <a:pt x="75237" y="196539"/>
                </a:moveTo>
                <a:lnTo>
                  <a:pt x="75692" y="197412"/>
                </a:lnTo>
                <a:lnTo>
                  <a:pt x="75009" y="196975"/>
                </a:lnTo>
                <a:close/>
                <a:moveTo>
                  <a:pt x="138710" y="103529"/>
                </a:moveTo>
                <a:lnTo>
                  <a:pt x="139125" y="104452"/>
                </a:lnTo>
                <a:lnTo>
                  <a:pt x="138502" y="103990"/>
                </a:lnTo>
                <a:close/>
                <a:moveTo>
                  <a:pt x="47993" y="156167"/>
                </a:moveTo>
                <a:lnTo>
                  <a:pt x="50126" y="156571"/>
                </a:lnTo>
                <a:lnTo>
                  <a:pt x="46926" y="156369"/>
                </a:lnTo>
                <a:close/>
                <a:moveTo>
                  <a:pt x="92320" y="140911"/>
                </a:moveTo>
                <a:lnTo>
                  <a:pt x="93729" y="142210"/>
                </a:lnTo>
                <a:lnTo>
                  <a:pt x="91615" y="141561"/>
                </a:lnTo>
                <a:close/>
                <a:moveTo>
                  <a:pt x="210468" y="19221"/>
                </a:moveTo>
                <a:lnTo>
                  <a:pt x="211380" y="20004"/>
                </a:lnTo>
                <a:lnTo>
                  <a:pt x="210012" y="19613"/>
                </a:lnTo>
                <a:close/>
                <a:moveTo>
                  <a:pt x="242336" y="182085"/>
                </a:moveTo>
                <a:lnTo>
                  <a:pt x="243438" y="183043"/>
                </a:lnTo>
                <a:lnTo>
                  <a:pt x="241784" y="182564"/>
                </a:lnTo>
                <a:close/>
                <a:moveTo>
                  <a:pt x="88679" y="95615"/>
                </a:moveTo>
                <a:lnTo>
                  <a:pt x="89773" y="96020"/>
                </a:lnTo>
                <a:lnTo>
                  <a:pt x="88132" y="95818"/>
                </a:lnTo>
                <a:close/>
                <a:moveTo>
                  <a:pt x="60920" y="38461"/>
                </a:moveTo>
                <a:lnTo>
                  <a:pt x="61740" y="40069"/>
                </a:lnTo>
                <a:lnTo>
                  <a:pt x="60510" y="39265"/>
                </a:lnTo>
                <a:close/>
                <a:moveTo>
                  <a:pt x="272467" y="36952"/>
                </a:moveTo>
                <a:lnTo>
                  <a:pt x="273381" y="38641"/>
                </a:lnTo>
                <a:lnTo>
                  <a:pt x="272011" y="37796"/>
                </a:lnTo>
                <a:close/>
                <a:moveTo>
                  <a:pt x="24933" y="1565"/>
                </a:moveTo>
                <a:lnTo>
                  <a:pt x="25953" y="1870"/>
                </a:lnTo>
                <a:lnTo>
                  <a:pt x="24424" y="1718"/>
                </a:lnTo>
                <a:close/>
                <a:moveTo>
                  <a:pt x="255111" y="286703"/>
                </a:moveTo>
                <a:lnTo>
                  <a:pt x="255900" y="287006"/>
                </a:lnTo>
                <a:lnTo>
                  <a:pt x="254716" y="286855"/>
                </a:lnTo>
                <a:close/>
                <a:moveTo>
                  <a:pt x="217512" y="213981"/>
                </a:moveTo>
                <a:lnTo>
                  <a:pt x="219151" y="215486"/>
                </a:lnTo>
                <a:lnTo>
                  <a:pt x="216692" y="214733"/>
                </a:lnTo>
                <a:close/>
                <a:moveTo>
                  <a:pt x="149514" y="257092"/>
                </a:moveTo>
                <a:lnTo>
                  <a:pt x="151532" y="257608"/>
                </a:lnTo>
                <a:lnTo>
                  <a:pt x="148506" y="257350"/>
                </a:lnTo>
                <a:close/>
                <a:moveTo>
                  <a:pt x="77983" y="227419"/>
                </a:moveTo>
                <a:lnTo>
                  <a:pt x="79327" y="228511"/>
                </a:lnTo>
                <a:lnTo>
                  <a:pt x="77311" y="227965"/>
                </a:lnTo>
                <a:close/>
                <a:moveTo>
                  <a:pt x="31208" y="134610"/>
                </a:moveTo>
                <a:lnTo>
                  <a:pt x="32890" y="135758"/>
                </a:lnTo>
                <a:lnTo>
                  <a:pt x="30367" y="135184"/>
                </a:lnTo>
                <a:close/>
                <a:moveTo>
                  <a:pt x="23339" y="231116"/>
                </a:moveTo>
                <a:lnTo>
                  <a:pt x="25398" y="231565"/>
                </a:lnTo>
                <a:lnTo>
                  <a:pt x="22309" y="231340"/>
                </a:lnTo>
                <a:close/>
                <a:moveTo>
                  <a:pt x="140072" y="184856"/>
                </a:moveTo>
                <a:lnTo>
                  <a:pt x="140993" y="186255"/>
                </a:lnTo>
                <a:lnTo>
                  <a:pt x="139612" y="185556"/>
                </a:lnTo>
                <a:close/>
                <a:moveTo>
                  <a:pt x="129572" y="233361"/>
                </a:moveTo>
                <a:lnTo>
                  <a:pt x="130176" y="234345"/>
                </a:lnTo>
                <a:lnTo>
                  <a:pt x="129270" y="233853"/>
                </a:lnTo>
                <a:close/>
                <a:moveTo>
                  <a:pt x="126233" y="34481"/>
                </a:moveTo>
                <a:lnTo>
                  <a:pt x="127261" y="35833"/>
                </a:lnTo>
                <a:lnTo>
                  <a:pt x="125719" y="35157"/>
                </a:lnTo>
                <a:close/>
                <a:moveTo>
                  <a:pt x="72870" y="58274"/>
                </a:moveTo>
                <a:lnTo>
                  <a:pt x="74254" y="59524"/>
                </a:lnTo>
                <a:lnTo>
                  <a:pt x="72178" y="58899"/>
                </a:lnTo>
                <a:close/>
                <a:moveTo>
                  <a:pt x="137272" y="98854"/>
                </a:moveTo>
                <a:lnTo>
                  <a:pt x="137826" y="100334"/>
                </a:lnTo>
                <a:lnTo>
                  <a:pt x="136994" y="99594"/>
                </a:lnTo>
                <a:close/>
                <a:moveTo>
                  <a:pt x="49842" y="196204"/>
                </a:moveTo>
                <a:lnTo>
                  <a:pt x="51226" y="196845"/>
                </a:lnTo>
                <a:lnTo>
                  <a:pt x="49150" y="196524"/>
                </a:lnTo>
                <a:close/>
                <a:moveTo>
                  <a:pt x="39945" y="207271"/>
                </a:moveTo>
                <a:lnTo>
                  <a:pt x="41368" y="208665"/>
                </a:lnTo>
                <a:lnTo>
                  <a:pt x="39233" y="207968"/>
                </a:lnTo>
                <a:close/>
                <a:moveTo>
                  <a:pt x="50061" y="42163"/>
                </a:moveTo>
                <a:lnTo>
                  <a:pt x="51216" y="42553"/>
                </a:lnTo>
                <a:lnTo>
                  <a:pt x="49484" y="42358"/>
                </a:lnTo>
                <a:close/>
                <a:moveTo>
                  <a:pt x="73624" y="192274"/>
                </a:moveTo>
                <a:lnTo>
                  <a:pt x="75243" y="193567"/>
                </a:lnTo>
                <a:lnTo>
                  <a:pt x="72814" y="192921"/>
                </a:lnTo>
                <a:close/>
                <a:moveTo>
                  <a:pt x="271165" y="42487"/>
                </a:moveTo>
                <a:lnTo>
                  <a:pt x="272927" y="43845"/>
                </a:lnTo>
                <a:lnTo>
                  <a:pt x="270284" y="43166"/>
                </a:lnTo>
                <a:close/>
                <a:moveTo>
                  <a:pt x="169152" y="133293"/>
                </a:moveTo>
                <a:lnTo>
                  <a:pt x="170640" y="133981"/>
                </a:lnTo>
                <a:lnTo>
                  <a:pt x="168408" y="133637"/>
                </a:lnTo>
                <a:close/>
                <a:moveTo>
                  <a:pt x="158256" y="146248"/>
                </a:moveTo>
                <a:lnTo>
                  <a:pt x="158740" y="148016"/>
                </a:lnTo>
                <a:lnTo>
                  <a:pt x="158014" y="147132"/>
                </a:lnTo>
                <a:close/>
                <a:moveTo>
                  <a:pt x="227853" y="118671"/>
                </a:moveTo>
                <a:lnTo>
                  <a:pt x="229606" y="119145"/>
                </a:lnTo>
                <a:lnTo>
                  <a:pt x="226977" y="118908"/>
                </a:lnTo>
                <a:close/>
                <a:moveTo>
                  <a:pt x="79929" y="35732"/>
                </a:moveTo>
                <a:lnTo>
                  <a:pt x="80702" y="36908"/>
                </a:lnTo>
                <a:lnTo>
                  <a:pt x="79543" y="36320"/>
                </a:lnTo>
                <a:close/>
                <a:moveTo>
                  <a:pt x="146495" y="258933"/>
                </a:moveTo>
                <a:lnTo>
                  <a:pt x="148279" y="259844"/>
                </a:lnTo>
                <a:lnTo>
                  <a:pt x="145603" y="259389"/>
                </a:lnTo>
                <a:close/>
                <a:moveTo>
                  <a:pt x="99583" y="260188"/>
                </a:moveTo>
                <a:lnTo>
                  <a:pt x="100295" y="261356"/>
                </a:lnTo>
                <a:lnTo>
                  <a:pt x="99227" y="260772"/>
                </a:lnTo>
                <a:close/>
                <a:moveTo>
                  <a:pt x="180014" y="219153"/>
                </a:moveTo>
                <a:lnTo>
                  <a:pt x="181342" y="220620"/>
                </a:lnTo>
                <a:lnTo>
                  <a:pt x="179350" y="219887"/>
                </a:lnTo>
                <a:close/>
                <a:moveTo>
                  <a:pt x="192736" y="70509"/>
                </a:moveTo>
                <a:lnTo>
                  <a:pt x="193303" y="71500"/>
                </a:lnTo>
                <a:lnTo>
                  <a:pt x="192452" y="71005"/>
                </a:lnTo>
                <a:close/>
                <a:moveTo>
                  <a:pt x="20918" y="252370"/>
                </a:moveTo>
                <a:lnTo>
                  <a:pt x="21518" y="253409"/>
                </a:lnTo>
                <a:lnTo>
                  <a:pt x="20617" y="252890"/>
                </a:lnTo>
                <a:close/>
                <a:moveTo>
                  <a:pt x="204750" y="90495"/>
                </a:moveTo>
                <a:lnTo>
                  <a:pt x="205450" y="91909"/>
                </a:lnTo>
                <a:lnTo>
                  <a:pt x="204400" y="91202"/>
                </a:lnTo>
                <a:close/>
                <a:moveTo>
                  <a:pt x="27653" y="6398"/>
                </a:moveTo>
                <a:lnTo>
                  <a:pt x="29702" y="7126"/>
                </a:lnTo>
                <a:lnTo>
                  <a:pt x="26629" y="6762"/>
                </a:lnTo>
                <a:close/>
                <a:moveTo>
                  <a:pt x="68913" y="65096"/>
                </a:moveTo>
                <a:lnTo>
                  <a:pt x="70898" y="66457"/>
                </a:lnTo>
                <a:lnTo>
                  <a:pt x="67920" y="65776"/>
                </a:lnTo>
                <a:close/>
                <a:moveTo>
                  <a:pt x="217885" y="184716"/>
                </a:moveTo>
                <a:lnTo>
                  <a:pt x="219698" y="185900"/>
                </a:lnTo>
                <a:lnTo>
                  <a:pt x="216978" y="185308"/>
                </a:lnTo>
                <a:close/>
                <a:moveTo>
                  <a:pt x="192867" y="279013"/>
                </a:moveTo>
                <a:lnTo>
                  <a:pt x="193598" y="280198"/>
                </a:lnTo>
                <a:lnTo>
                  <a:pt x="192502" y="279606"/>
                </a:lnTo>
                <a:close/>
                <a:moveTo>
                  <a:pt x="108377" y="81146"/>
                </a:moveTo>
                <a:lnTo>
                  <a:pt x="108987" y="82797"/>
                </a:lnTo>
                <a:lnTo>
                  <a:pt x="108072" y="81971"/>
                </a:lnTo>
                <a:close/>
                <a:moveTo>
                  <a:pt x="253507" y="26485"/>
                </a:moveTo>
                <a:lnTo>
                  <a:pt x="254389" y="27496"/>
                </a:lnTo>
                <a:lnTo>
                  <a:pt x="253067" y="26991"/>
                </a:lnTo>
                <a:close/>
                <a:moveTo>
                  <a:pt x="116429" y="248724"/>
                </a:moveTo>
                <a:lnTo>
                  <a:pt x="118296" y="249045"/>
                </a:lnTo>
                <a:lnTo>
                  <a:pt x="115496" y="248885"/>
                </a:lnTo>
                <a:close/>
                <a:moveTo>
                  <a:pt x="267429" y="28578"/>
                </a:moveTo>
                <a:lnTo>
                  <a:pt x="268697" y="29424"/>
                </a:lnTo>
                <a:lnTo>
                  <a:pt x="266795" y="29001"/>
                </a:lnTo>
                <a:close/>
                <a:moveTo>
                  <a:pt x="246122" y="184274"/>
                </a:moveTo>
                <a:lnTo>
                  <a:pt x="247763" y="185070"/>
                </a:lnTo>
                <a:lnTo>
                  <a:pt x="245302" y="184672"/>
                </a:lnTo>
                <a:close/>
                <a:moveTo>
                  <a:pt x="139976" y="33831"/>
                </a:moveTo>
                <a:lnTo>
                  <a:pt x="140848" y="35206"/>
                </a:lnTo>
                <a:lnTo>
                  <a:pt x="139540" y="34519"/>
                </a:lnTo>
                <a:close/>
                <a:moveTo>
                  <a:pt x="278808" y="157780"/>
                </a:moveTo>
                <a:lnTo>
                  <a:pt x="280636" y="158493"/>
                </a:lnTo>
                <a:lnTo>
                  <a:pt x="277894" y="158137"/>
                </a:lnTo>
                <a:close/>
                <a:moveTo>
                  <a:pt x="258994" y="95661"/>
                </a:moveTo>
                <a:lnTo>
                  <a:pt x="260199" y="96167"/>
                </a:lnTo>
                <a:lnTo>
                  <a:pt x="258391" y="95914"/>
                </a:lnTo>
                <a:close/>
                <a:moveTo>
                  <a:pt x="272931" y="136314"/>
                </a:moveTo>
                <a:lnTo>
                  <a:pt x="274510" y="136823"/>
                </a:lnTo>
                <a:lnTo>
                  <a:pt x="272141" y="136568"/>
                </a:lnTo>
                <a:close/>
                <a:moveTo>
                  <a:pt x="871" y="272463"/>
                </a:moveTo>
                <a:lnTo>
                  <a:pt x="1932" y="273151"/>
                </a:lnTo>
                <a:lnTo>
                  <a:pt x="340" y="272807"/>
                </a:lnTo>
                <a:close/>
                <a:moveTo>
                  <a:pt x="186886" y="87319"/>
                </a:moveTo>
                <a:lnTo>
                  <a:pt x="187308" y="88276"/>
                </a:lnTo>
                <a:lnTo>
                  <a:pt x="186675" y="87798"/>
                </a:lnTo>
                <a:close/>
                <a:moveTo>
                  <a:pt x="211717" y="59278"/>
                </a:moveTo>
                <a:lnTo>
                  <a:pt x="212979" y="60315"/>
                </a:lnTo>
                <a:lnTo>
                  <a:pt x="211085" y="59797"/>
                </a:lnTo>
                <a:close/>
                <a:moveTo>
                  <a:pt x="150003" y="113716"/>
                </a:moveTo>
                <a:lnTo>
                  <a:pt x="150843" y="114195"/>
                </a:lnTo>
                <a:lnTo>
                  <a:pt x="149583" y="113955"/>
                </a:lnTo>
                <a:close/>
                <a:moveTo>
                  <a:pt x="184596" y="42948"/>
                </a:moveTo>
                <a:lnTo>
                  <a:pt x="185486" y="43514"/>
                </a:lnTo>
                <a:lnTo>
                  <a:pt x="184151" y="43231"/>
                </a:lnTo>
                <a:close/>
                <a:moveTo>
                  <a:pt x="138968" y="238713"/>
                </a:moveTo>
                <a:lnTo>
                  <a:pt x="139374" y="240175"/>
                </a:lnTo>
                <a:lnTo>
                  <a:pt x="138765" y="239444"/>
                </a:lnTo>
                <a:close/>
                <a:moveTo>
                  <a:pt x="255370" y="95613"/>
                </a:moveTo>
                <a:lnTo>
                  <a:pt x="255821" y="96638"/>
                </a:lnTo>
                <a:lnTo>
                  <a:pt x="255144" y="96125"/>
                </a:lnTo>
                <a:close/>
                <a:moveTo>
                  <a:pt x="90818" y="222466"/>
                </a:moveTo>
                <a:lnTo>
                  <a:pt x="91183" y="223595"/>
                </a:lnTo>
                <a:lnTo>
                  <a:pt x="90636" y="223030"/>
                </a:lnTo>
                <a:close/>
                <a:moveTo>
                  <a:pt x="64465" y="222540"/>
                </a:moveTo>
                <a:lnTo>
                  <a:pt x="66576" y="223329"/>
                </a:lnTo>
                <a:lnTo>
                  <a:pt x="63410" y="222935"/>
                </a:lnTo>
                <a:close/>
                <a:moveTo>
                  <a:pt x="111449" y="45288"/>
                </a:moveTo>
                <a:lnTo>
                  <a:pt x="113474" y="45794"/>
                </a:lnTo>
                <a:lnTo>
                  <a:pt x="110437" y="45541"/>
                </a:lnTo>
                <a:close/>
                <a:moveTo>
                  <a:pt x="147147" y="238121"/>
                </a:moveTo>
                <a:lnTo>
                  <a:pt x="149074" y="239086"/>
                </a:lnTo>
                <a:lnTo>
                  <a:pt x="146184" y="238603"/>
                </a:lnTo>
                <a:close/>
                <a:moveTo>
                  <a:pt x="143702" y="130119"/>
                </a:moveTo>
                <a:lnTo>
                  <a:pt x="144916" y="130907"/>
                </a:lnTo>
                <a:lnTo>
                  <a:pt x="143095" y="130513"/>
                </a:lnTo>
                <a:close/>
                <a:moveTo>
                  <a:pt x="74705" y="154292"/>
                </a:moveTo>
                <a:lnTo>
                  <a:pt x="75342" y="154616"/>
                </a:lnTo>
                <a:lnTo>
                  <a:pt x="74387" y="154454"/>
                </a:lnTo>
                <a:close/>
                <a:moveTo>
                  <a:pt x="191854" y="270262"/>
                </a:moveTo>
                <a:lnTo>
                  <a:pt x="192703" y="270787"/>
                </a:lnTo>
                <a:lnTo>
                  <a:pt x="191430" y="270525"/>
                </a:lnTo>
                <a:close/>
                <a:moveTo>
                  <a:pt x="109597" y="217677"/>
                </a:moveTo>
                <a:lnTo>
                  <a:pt x="111690" y="218829"/>
                </a:lnTo>
                <a:lnTo>
                  <a:pt x="108550" y="218253"/>
                </a:lnTo>
                <a:close/>
                <a:moveTo>
                  <a:pt x="176497" y="164788"/>
                </a:moveTo>
                <a:lnTo>
                  <a:pt x="178043" y="165905"/>
                </a:lnTo>
                <a:lnTo>
                  <a:pt x="175724" y="165347"/>
                </a:lnTo>
                <a:close/>
                <a:moveTo>
                  <a:pt x="220162" y="44675"/>
                </a:moveTo>
                <a:lnTo>
                  <a:pt x="222079" y="45485"/>
                </a:lnTo>
                <a:lnTo>
                  <a:pt x="219204" y="45080"/>
                </a:lnTo>
                <a:close/>
                <a:moveTo>
                  <a:pt x="276696" y="197271"/>
                </a:moveTo>
                <a:lnTo>
                  <a:pt x="277173" y="198240"/>
                </a:lnTo>
                <a:lnTo>
                  <a:pt x="276457" y="197756"/>
                </a:lnTo>
                <a:close/>
                <a:moveTo>
                  <a:pt x="219842" y="158150"/>
                </a:moveTo>
                <a:lnTo>
                  <a:pt x="221632" y="159311"/>
                </a:lnTo>
                <a:lnTo>
                  <a:pt x="218947" y="158730"/>
                </a:lnTo>
                <a:close/>
                <a:moveTo>
                  <a:pt x="48911" y="284325"/>
                </a:moveTo>
                <a:lnTo>
                  <a:pt x="51075" y="284723"/>
                </a:lnTo>
                <a:lnTo>
                  <a:pt x="47829" y="284524"/>
                </a:lnTo>
                <a:close/>
                <a:moveTo>
                  <a:pt x="199203" y="193917"/>
                </a:moveTo>
                <a:lnTo>
                  <a:pt x="199868" y="195288"/>
                </a:lnTo>
                <a:lnTo>
                  <a:pt x="198870" y="194603"/>
                </a:lnTo>
                <a:close/>
                <a:moveTo>
                  <a:pt x="113518" y="127874"/>
                </a:moveTo>
                <a:lnTo>
                  <a:pt x="115544" y="129354"/>
                </a:lnTo>
                <a:lnTo>
                  <a:pt x="112504" y="128614"/>
                </a:lnTo>
                <a:close/>
                <a:moveTo>
                  <a:pt x="171784" y="215710"/>
                </a:moveTo>
                <a:lnTo>
                  <a:pt x="172405" y="216804"/>
                </a:lnTo>
                <a:lnTo>
                  <a:pt x="171474" y="216257"/>
                </a:lnTo>
                <a:close/>
                <a:moveTo>
                  <a:pt x="146524" y="108555"/>
                </a:moveTo>
                <a:lnTo>
                  <a:pt x="147781" y="109478"/>
                </a:lnTo>
                <a:lnTo>
                  <a:pt x="145896" y="109016"/>
                </a:lnTo>
                <a:close/>
                <a:moveTo>
                  <a:pt x="175940" y="11754"/>
                </a:moveTo>
                <a:lnTo>
                  <a:pt x="176520" y="12380"/>
                </a:lnTo>
                <a:lnTo>
                  <a:pt x="175651" y="12067"/>
                </a:lnTo>
                <a:close/>
                <a:moveTo>
                  <a:pt x="150061" y="136864"/>
                </a:moveTo>
                <a:lnTo>
                  <a:pt x="151281" y="137342"/>
                </a:lnTo>
                <a:lnTo>
                  <a:pt x="149451" y="137103"/>
                </a:lnTo>
                <a:close/>
                <a:moveTo>
                  <a:pt x="42090" y="32862"/>
                </a:moveTo>
                <a:lnTo>
                  <a:pt x="43204" y="33280"/>
                </a:lnTo>
                <a:lnTo>
                  <a:pt x="41533" y="33071"/>
                </a:lnTo>
                <a:close/>
                <a:moveTo>
                  <a:pt x="38395" y="15509"/>
                </a:moveTo>
                <a:lnTo>
                  <a:pt x="39410" y="17158"/>
                </a:lnTo>
                <a:lnTo>
                  <a:pt x="37888" y="16333"/>
                </a:lnTo>
                <a:close/>
                <a:moveTo>
                  <a:pt x="26437" y="198773"/>
                </a:moveTo>
                <a:lnTo>
                  <a:pt x="27992" y="199822"/>
                </a:lnTo>
                <a:lnTo>
                  <a:pt x="25659" y="199297"/>
                </a:lnTo>
                <a:close/>
                <a:moveTo>
                  <a:pt x="243128" y="55768"/>
                </a:moveTo>
                <a:lnTo>
                  <a:pt x="244754" y="57110"/>
                </a:lnTo>
                <a:lnTo>
                  <a:pt x="242316" y="56439"/>
                </a:lnTo>
                <a:close/>
                <a:moveTo>
                  <a:pt x="175374" y="108149"/>
                </a:moveTo>
                <a:lnTo>
                  <a:pt x="176251" y="109072"/>
                </a:lnTo>
                <a:lnTo>
                  <a:pt x="174936" y="108611"/>
                </a:lnTo>
                <a:close/>
                <a:moveTo>
                  <a:pt x="251573" y="193305"/>
                </a:moveTo>
                <a:lnTo>
                  <a:pt x="253204" y="194973"/>
                </a:lnTo>
                <a:lnTo>
                  <a:pt x="250757" y="194139"/>
                </a:lnTo>
                <a:close/>
                <a:moveTo>
                  <a:pt x="239306" y="209563"/>
                </a:moveTo>
                <a:lnTo>
                  <a:pt x="240124" y="211159"/>
                </a:lnTo>
                <a:lnTo>
                  <a:pt x="238897" y="210361"/>
                </a:lnTo>
                <a:close/>
                <a:moveTo>
                  <a:pt x="73195" y="189923"/>
                </a:moveTo>
                <a:lnTo>
                  <a:pt x="74191" y="190880"/>
                </a:lnTo>
                <a:lnTo>
                  <a:pt x="72696" y="190402"/>
                </a:lnTo>
                <a:close/>
                <a:moveTo>
                  <a:pt x="89670" y="235392"/>
                </a:moveTo>
                <a:lnTo>
                  <a:pt x="91154" y="235810"/>
                </a:lnTo>
                <a:lnTo>
                  <a:pt x="88928" y="235601"/>
                </a:lnTo>
                <a:close/>
                <a:moveTo>
                  <a:pt x="272013" y="276940"/>
                </a:moveTo>
                <a:lnTo>
                  <a:pt x="273135" y="277294"/>
                </a:lnTo>
                <a:lnTo>
                  <a:pt x="271452" y="277117"/>
                </a:lnTo>
                <a:close/>
                <a:moveTo>
                  <a:pt x="104516" y="31549"/>
                </a:moveTo>
                <a:lnTo>
                  <a:pt x="105614" y="33115"/>
                </a:lnTo>
                <a:lnTo>
                  <a:pt x="103968" y="32332"/>
                </a:lnTo>
                <a:close/>
                <a:moveTo>
                  <a:pt x="208833" y="168625"/>
                </a:moveTo>
                <a:lnTo>
                  <a:pt x="209283" y="168947"/>
                </a:lnTo>
                <a:lnTo>
                  <a:pt x="208607" y="168786"/>
                </a:lnTo>
                <a:close/>
                <a:moveTo>
                  <a:pt x="107726" y="47515"/>
                </a:moveTo>
                <a:lnTo>
                  <a:pt x="109147" y="48817"/>
                </a:lnTo>
                <a:lnTo>
                  <a:pt x="107015" y="48166"/>
                </a:lnTo>
                <a:close/>
                <a:moveTo>
                  <a:pt x="126425" y="277894"/>
                </a:moveTo>
                <a:lnTo>
                  <a:pt x="127509" y="278421"/>
                </a:lnTo>
                <a:lnTo>
                  <a:pt x="125883" y="278157"/>
                </a:lnTo>
                <a:close/>
                <a:moveTo>
                  <a:pt x="215433" y="86046"/>
                </a:moveTo>
                <a:lnTo>
                  <a:pt x="215956" y="86371"/>
                </a:lnTo>
                <a:lnTo>
                  <a:pt x="215172" y="86209"/>
                </a:lnTo>
                <a:close/>
                <a:moveTo>
                  <a:pt x="182755" y="1008"/>
                </a:moveTo>
                <a:lnTo>
                  <a:pt x="183476" y="2531"/>
                </a:lnTo>
                <a:lnTo>
                  <a:pt x="182395" y="1769"/>
                </a:lnTo>
                <a:close/>
                <a:moveTo>
                  <a:pt x="129030" y="143035"/>
                </a:moveTo>
                <a:lnTo>
                  <a:pt x="129682" y="144250"/>
                </a:lnTo>
                <a:lnTo>
                  <a:pt x="128703" y="143642"/>
                </a:lnTo>
                <a:close/>
                <a:moveTo>
                  <a:pt x="53715" y="91701"/>
                </a:moveTo>
                <a:lnTo>
                  <a:pt x="54635" y="93240"/>
                </a:lnTo>
                <a:lnTo>
                  <a:pt x="53255" y="92471"/>
                </a:lnTo>
                <a:close/>
                <a:moveTo>
                  <a:pt x="239095" y="92956"/>
                </a:moveTo>
                <a:lnTo>
                  <a:pt x="239847" y="93511"/>
                </a:lnTo>
                <a:lnTo>
                  <a:pt x="238719" y="93234"/>
                </a:lnTo>
                <a:close/>
                <a:moveTo>
                  <a:pt x="46111" y="273251"/>
                </a:moveTo>
                <a:lnTo>
                  <a:pt x="47649" y="273554"/>
                </a:lnTo>
                <a:lnTo>
                  <a:pt x="45342" y="273402"/>
                </a:lnTo>
                <a:close/>
                <a:moveTo>
                  <a:pt x="9083" y="79420"/>
                </a:moveTo>
                <a:lnTo>
                  <a:pt x="11236" y="80369"/>
                </a:lnTo>
                <a:lnTo>
                  <a:pt x="8007" y="79894"/>
                </a:lnTo>
                <a:close/>
                <a:moveTo>
                  <a:pt x="164761" y="150025"/>
                </a:moveTo>
                <a:lnTo>
                  <a:pt x="166134" y="151398"/>
                </a:lnTo>
                <a:lnTo>
                  <a:pt x="164075" y="150711"/>
                </a:lnTo>
                <a:close/>
                <a:moveTo>
                  <a:pt x="138674" y="112288"/>
                </a:moveTo>
                <a:lnTo>
                  <a:pt x="139387" y="113691"/>
                </a:lnTo>
                <a:lnTo>
                  <a:pt x="138317" y="112990"/>
                </a:lnTo>
                <a:close/>
                <a:moveTo>
                  <a:pt x="2169" y="196201"/>
                </a:moveTo>
                <a:lnTo>
                  <a:pt x="3442" y="196750"/>
                </a:lnTo>
                <a:lnTo>
                  <a:pt x="1533" y="196476"/>
                </a:lnTo>
                <a:close/>
                <a:moveTo>
                  <a:pt x="265553" y="148930"/>
                </a:moveTo>
                <a:lnTo>
                  <a:pt x="266955" y="149926"/>
                </a:lnTo>
                <a:lnTo>
                  <a:pt x="264852" y="149428"/>
                </a:lnTo>
                <a:close/>
                <a:moveTo>
                  <a:pt x="164659" y="135920"/>
                </a:moveTo>
                <a:lnTo>
                  <a:pt x="166639" y="136874"/>
                </a:lnTo>
                <a:lnTo>
                  <a:pt x="163668" y="136397"/>
                </a:lnTo>
                <a:close/>
                <a:moveTo>
                  <a:pt x="270291" y="127031"/>
                </a:moveTo>
                <a:lnTo>
                  <a:pt x="271974" y="127602"/>
                </a:lnTo>
                <a:lnTo>
                  <a:pt x="269449" y="127317"/>
                </a:lnTo>
                <a:close/>
                <a:moveTo>
                  <a:pt x="203677" y="125026"/>
                </a:moveTo>
                <a:lnTo>
                  <a:pt x="204765" y="125617"/>
                </a:lnTo>
                <a:lnTo>
                  <a:pt x="203133" y="125321"/>
                </a:lnTo>
                <a:close/>
                <a:moveTo>
                  <a:pt x="132999" y="284011"/>
                </a:moveTo>
                <a:lnTo>
                  <a:pt x="134478" y="285052"/>
                </a:lnTo>
                <a:lnTo>
                  <a:pt x="132260" y="284531"/>
                </a:lnTo>
                <a:close/>
                <a:moveTo>
                  <a:pt x="21064" y="197300"/>
                </a:moveTo>
                <a:lnTo>
                  <a:pt x="21897" y="199070"/>
                </a:lnTo>
                <a:lnTo>
                  <a:pt x="20648" y="198185"/>
                </a:lnTo>
                <a:close/>
                <a:moveTo>
                  <a:pt x="264785" y="259209"/>
                </a:moveTo>
                <a:lnTo>
                  <a:pt x="266729" y="259742"/>
                </a:lnTo>
                <a:lnTo>
                  <a:pt x="263814" y="259476"/>
                </a:lnTo>
                <a:close/>
                <a:moveTo>
                  <a:pt x="229604" y="238649"/>
                </a:moveTo>
                <a:lnTo>
                  <a:pt x="231064" y="239218"/>
                </a:lnTo>
                <a:lnTo>
                  <a:pt x="228874" y="238934"/>
                </a:lnTo>
                <a:close/>
                <a:moveTo>
                  <a:pt x="49171" y="217005"/>
                </a:moveTo>
                <a:lnTo>
                  <a:pt x="51278" y="218353"/>
                </a:lnTo>
                <a:lnTo>
                  <a:pt x="48118" y="217679"/>
                </a:lnTo>
                <a:close/>
                <a:moveTo>
                  <a:pt x="60385" y="252688"/>
                </a:moveTo>
                <a:lnTo>
                  <a:pt x="62472" y="254230"/>
                </a:lnTo>
                <a:lnTo>
                  <a:pt x="59341" y="253459"/>
                </a:lnTo>
                <a:close/>
                <a:moveTo>
                  <a:pt x="22851" y="117983"/>
                </a:moveTo>
                <a:lnTo>
                  <a:pt x="24578" y="118939"/>
                </a:lnTo>
                <a:lnTo>
                  <a:pt x="21988" y="118461"/>
                </a:lnTo>
                <a:close/>
                <a:moveTo>
                  <a:pt x="89725" y="48206"/>
                </a:moveTo>
                <a:lnTo>
                  <a:pt x="90450" y="49837"/>
                </a:lnTo>
                <a:lnTo>
                  <a:pt x="89363" y="49021"/>
                </a:lnTo>
                <a:close/>
                <a:moveTo>
                  <a:pt x="273561" y="284794"/>
                </a:moveTo>
                <a:lnTo>
                  <a:pt x="275217" y="285203"/>
                </a:lnTo>
                <a:lnTo>
                  <a:pt x="272733" y="284998"/>
                </a:lnTo>
                <a:close/>
                <a:moveTo>
                  <a:pt x="133927" y="235708"/>
                </a:moveTo>
                <a:lnTo>
                  <a:pt x="134633" y="236999"/>
                </a:lnTo>
                <a:lnTo>
                  <a:pt x="133574" y="236354"/>
                </a:lnTo>
                <a:close/>
                <a:moveTo>
                  <a:pt x="223812" y="242616"/>
                </a:moveTo>
                <a:lnTo>
                  <a:pt x="225761" y="243257"/>
                </a:lnTo>
                <a:lnTo>
                  <a:pt x="222837" y="242937"/>
                </a:lnTo>
                <a:close/>
                <a:moveTo>
                  <a:pt x="197967" y="157517"/>
                </a:moveTo>
                <a:lnTo>
                  <a:pt x="199686" y="157952"/>
                </a:lnTo>
                <a:lnTo>
                  <a:pt x="197108" y="157734"/>
                </a:lnTo>
                <a:close/>
                <a:moveTo>
                  <a:pt x="186398" y="194101"/>
                </a:moveTo>
                <a:lnTo>
                  <a:pt x="187767" y="194708"/>
                </a:lnTo>
                <a:lnTo>
                  <a:pt x="185714" y="194404"/>
                </a:lnTo>
                <a:close/>
                <a:moveTo>
                  <a:pt x="123289" y="75959"/>
                </a:moveTo>
                <a:lnTo>
                  <a:pt x="124246" y="76596"/>
                </a:lnTo>
                <a:lnTo>
                  <a:pt x="122811" y="76277"/>
                </a:lnTo>
                <a:close/>
                <a:moveTo>
                  <a:pt x="200369" y="250854"/>
                </a:moveTo>
                <a:lnTo>
                  <a:pt x="201739" y="251367"/>
                </a:lnTo>
                <a:lnTo>
                  <a:pt x="199684" y="251110"/>
                </a:lnTo>
                <a:close/>
                <a:moveTo>
                  <a:pt x="34655" y="53811"/>
                </a:moveTo>
                <a:lnTo>
                  <a:pt x="36657" y="54397"/>
                </a:lnTo>
                <a:lnTo>
                  <a:pt x="33654" y="54104"/>
                </a:lnTo>
                <a:close/>
                <a:moveTo>
                  <a:pt x="199516" y="201955"/>
                </a:moveTo>
                <a:lnTo>
                  <a:pt x="200972" y="203243"/>
                </a:lnTo>
                <a:lnTo>
                  <a:pt x="198788" y="202599"/>
                </a:lnTo>
                <a:close/>
                <a:moveTo>
                  <a:pt x="175827" y="71986"/>
                </a:moveTo>
                <a:lnTo>
                  <a:pt x="177852" y="73671"/>
                </a:lnTo>
                <a:lnTo>
                  <a:pt x="174815" y="72829"/>
                </a:lnTo>
                <a:close/>
                <a:moveTo>
                  <a:pt x="273674" y="192604"/>
                </a:moveTo>
                <a:lnTo>
                  <a:pt x="274966" y="193128"/>
                </a:lnTo>
                <a:lnTo>
                  <a:pt x="273028" y="192866"/>
                </a:lnTo>
                <a:close/>
                <a:moveTo>
                  <a:pt x="236923" y="66312"/>
                </a:moveTo>
                <a:lnTo>
                  <a:pt x="238871" y="67759"/>
                </a:lnTo>
                <a:lnTo>
                  <a:pt x="235950" y="67035"/>
                </a:lnTo>
                <a:close/>
                <a:moveTo>
                  <a:pt x="231442" y="34357"/>
                </a:moveTo>
                <a:lnTo>
                  <a:pt x="233144" y="35369"/>
                </a:lnTo>
                <a:lnTo>
                  <a:pt x="230590" y="34863"/>
                </a:lnTo>
                <a:close/>
                <a:moveTo>
                  <a:pt x="139075" y="78446"/>
                </a:moveTo>
                <a:lnTo>
                  <a:pt x="141238" y="79766"/>
                </a:lnTo>
                <a:lnTo>
                  <a:pt x="137993" y="79106"/>
                </a:lnTo>
                <a:close/>
                <a:moveTo>
                  <a:pt x="245170" y="24706"/>
                </a:moveTo>
                <a:lnTo>
                  <a:pt x="246742" y="25510"/>
                </a:lnTo>
                <a:lnTo>
                  <a:pt x="244384" y="25108"/>
                </a:lnTo>
                <a:close/>
                <a:moveTo>
                  <a:pt x="200557" y="70173"/>
                </a:moveTo>
                <a:lnTo>
                  <a:pt x="202010" y="71090"/>
                </a:lnTo>
                <a:lnTo>
                  <a:pt x="199831" y="70631"/>
                </a:lnTo>
                <a:close/>
                <a:moveTo>
                  <a:pt x="63523" y="42628"/>
                </a:moveTo>
                <a:lnTo>
                  <a:pt x="64551" y="44282"/>
                </a:lnTo>
                <a:lnTo>
                  <a:pt x="63010" y="43455"/>
                </a:lnTo>
                <a:close/>
                <a:moveTo>
                  <a:pt x="279298" y="87681"/>
                </a:moveTo>
                <a:lnTo>
                  <a:pt x="281204" y="88661"/>
                </a:lnTo>
                <a:lnTo>
                  <a:pt x="278345" y="88171"/>
                </a:lnTo>
                <a:close/>
                <a:moveTo>
                  <a:pt x="149246" y="239078"/>
                </a:moveTo>
                <a:lnTo>
                  <a:pt x="151246" y="239659"/>
                </a:lnTo>
                <a:lnTo>
                  <a:pt x="148246" y="239369"/>
                </a:lnTo>
                <a:close/>
                <a:moveTo>
                  <a:pt x="233210" y="68991"/>
                </a:moveTo>
                <a:lnTo>
                  <a:pt x="233815" y="70376"/>
                </a:lnTo>
                <a:lnTo>
                  <a:pt x="232908" y="69683"/>
                </a:lnTo>
                <a:close/>
                <a:moveTo>
                  <a:pt x="116511" y="13911"/>
                </a:moveTo>
                <a:lnTo>
                  <a:pt x="116956" y="15501"/>
                </a:lnTo>
                <a:lnTo>
                  <a:pt x="116289" y="14706"/>
                </a:lnTo>
                <a:close/>
                <a:moveTo>
                  <a:pt x="263468" y="150117"/>
                </a:moveTo>
                <a:lnTo>
                  <a:pt x="264252" y="151588"/>
                </a:lnTo>
                <a:lnTo>
                  <a:pt x="263076" y="150853"/>
                </a:lnTo>
                <a:close/>
                <a:moveTo>
                  <a:pt x="175471" y="49619"/>
                </a:moveTo>
                <a:lnTo>
                  <a:pt x="177553" y="50078"/>
                </a:lnTo>
                <a:lnTo>
                  <a:pt x="174430" y="49848"/>
                </a:lnTo>
                <a:close/>
                <a:moveTo>
                  <a:pt x="252676" y="159992"/>
                </a:moveTo>
                <a:lnTo>
                  <a:pt x="253669" y="161158"/>
                </a:lnTo>
                <a:lnTo>
                  <a:pt x="252179" y="160575"/>
                </a:lnTo>
                <a:close/>
                <a:moveTo>
                  <a:pt x="170310" y="209054"/>
                </a:moveTo>
                <a:lnTo>
                  <a:pt x="172029" y="210682"/>
                </a:lnTo>
                <a:lnTo>
                  <a:pt x="169450" y="209868"/>
                </a:lnTo>
                <a:close/>
                <a:moveTo>
                  <a:pt x="287597" y="20008"/>
                </a:moveTo>
                <a:lnTo>
                  <a:pt x="289612" y="21106"/>
                </a:lnTo>
                <a:lnTo>
                  <a:pt x="286590" y="20557"/>
                </a:lnTo>
                <a:close/>
                <a:moveTo>
                  <a:pt x="141496" y="110766"/>
                </a:moveTo>
                <a:lnTo>
                  <a:pt x="141999" y="111176"/>
                </a:lnTo>
                <a:lnTo>
                  <a:pt x="141244" y="110971"/>
                </a:lnTo>
                <a:close/>
                <a:moveTo>
                  <a:pt x="86758" y="224031"/>
                </a:moveTo>
                <a:lnTo>
                  <a:pt x="87545" y="224433"/>
                </a:lnTo>
                <a:lnTo>
                  <a:pt x="86365" y="224232"/>
                </a:lnTo>
                <a:close/>
                <a:moveTo>
                  <a:pt x="63723" y="71843"/>
                </a:moveTo>
                <a:lnTo>
                  <a:pt x="64295" y="72910"/>
                </a:lnTo>
                <a:lnTo>
                  <a:pt x="63438" y="72377"/>
                </a:lnTo>
                <a:close/>
                <a:moveTo>
                  <a:pt x="121677" y="205544"/>
                </a:moveTo>
                <a:lnTo>
                  <a:pt x="123177" y="207025"/>
                </a:lnTo>
                <a:lnTo>
                  <a:pt x="120926" y="206284"/>
                </a:lnTo>
                <a:close/>
                <a:moveTo>
                  <a:pt x="47409" y="110804"/>
                </a:moveTo>
                <a:lnTo>
                  <a:pt x="49092" y="112535"/>
                </a:lnTo>
                <a:lnTo>
                  <a:pt x="46568" y="111669"/>
                </a:lnTo>
                <a:close/>
                <a:moveTo>
                  <a:pt x="44737" y="31213"/>
                </a:moveTo>
                <a:lnTo>
                  <a:pt x="45917" y="31545"/>
                </a:lnTo>
                <a:lnTo>
                  <a:pt x="44148" y="31379"/>
                </a:lnTo>
                <a:close/>
                <a:moveTo>
                  <a:pt x="189255" y="231508"/>
                </a:moveTo>
                <a:lnTo>
                  <a:pt x="190993" y="233278"/>
                </a:lnTo>
                <a:lnTo>
                  <a:pt x="188386" y="232393"/>
                </a:lnTo>
                <a:close/>
                <a:moveTo>
                  <a:pt x="270092" y="235826"/>
                </a:moveTo>
                <a:lnTo>
                  <a:pt x="272267" y="236809"/>
                </a:lnTo>
                <a:lnTo>
                  <a:pt x="269004" y="236317"/>
                </a:lnTo>
                <a:close/>
                <a:moveTo>
                  <a:pt x="74325" y="23806"/>
                </a:moveTo>
                <a:lnTo>
                  <a:pt x="76460" y="24761"/>
                </a:lnTo>
                <a:lnTo>
                  <a:pt x="73257" y="24283"/>
                </a:lnTo>
                <a:close/>
                <a:moveTo>
                  <a:pt x="66774" y="121006"/>
                </a:moveTo>
                <a:lnTo>
                  <a:pt x="68405" y="121383"/>
                </a:lnTo>
                <a:lnTo>
                  <a:pt x="65959" y="121195"/>
                </a:lnTo>
                <a:close/>
                <a:moveTo>
                  <a:pt x="10362" y="113351"/>
                </a:moveTo>
                <a:lnTo>
                  <a:pt x="12356" y="114466"/>
                </a:lnTo>
                <a:lnTo>
                  <a:pt x="9364" y="113909"/>
                </a:lnTo>
                <a:close/>
                <a:moveTo>
                  <a:pt x="867" y="192148"/>
                </a:moveTo>
                <a:lnTo>
                  <a:pt x="2411" y="193009"/>
                </a:lnTo>
                <a:lnTo>
                  <a:pt x="94" y="192578"/>
                </a:lnTo>
                <a:close/>
                <a:moveTo>
                  <a:pt x="83628" y="267281"/>
                </a:moveTo>
                <a:lnTo>
                  <a:pt x="85345" y="268330"/>
                </a:lnTo>
                <a:lnTo>
                  <a:pt x="82770" y="267805"/>
                </a:lnTo>
                <a:close/>
                <a:moveTo>
                  <a:pt x="137627" y="179709"/>
                </a:moveTo>
                <a:lnTo>
                  <a:pt x="138736" y="181101"/>
                </a:lnTo>
                <a:lnTo>
                  <a:pt x="137073" y="180405"/>
                </a:lnTo>
                <a:close/>
                <a:moveTo>
                  <a:pt x="167845" y="157264"/>
                </a:moveTo>
                <a:lnTo>
                  <a:pt x="169034" y="158377"/>
                </a:lnTo>
                <a:lnTo>
                  <a:pt x="167251" y="157820"/>
                </a:lnTo>
                <a:close/>
                <a:moveTo>
                  <a:pt x="128208" y="18553"/>
                </a:moveTo>
                <a:lnTo>
                  <a:pt x="129603" y="20053"/>
                </a:lnTo>
                <a:lnTo>
                  <a:pt x="127511" y="19303"/>
                </a:lnTo>
                <a:close/>
                <a:moveTo>
                  <a:pt x="76997" y="11872"/>
                </a:moveTo>
                <a:lnTo>
                  <a:pt x="77969" y="12879"/>
                </a:lnTo>
                <a:lnTo>
                  <a:pt x="76511" y="12375"/>
                </a:lnTo>
                <a:close/>
                <a:moveTo>
                  <a:pt x="24900" y="101369"/>
                </a:moveTo>
                <a:lnTo>
                  <a:pt x="26627" y="101724"/>
                </a:lnTo>
                <a:lnTo>
                  <a:pt x="24036" y="101547"/>
                </a:lnTo>
                <a:close/>
                <a:moveTo>
                  <a:pt x="114062" y="255716"/>
                </a:moveTo>
                <a:lnTo>
                  <a:pt x="115648" y="256723"/>
                </a:lnTo>
                <a:lnTo>
                  <a:pt x="113269" y="256219"/>
                </a:lnTo>
                <a:close/>
                <a:moveTo>
                  <a:pt x="110572" y="232176"/>
                </a:moveTo>
                <a:lnTo>
                  <a:pt x="111206" y="233343"/>
                </a:lnTo>
                <a:lnTo>
                  <a:pt x="110255" y="232760"/>
                </a:lnTo>
                <a:close/>
                <a:moveTo>
                  <a:pt x="207299" y="230945"/>
                </a:moveTo>
                <a:lnTo>
                  <a:pt x="208487" y="231403"/>
                </a:lnTo>
                <a:lnTo>
                  <a:pt x="206706" y="231174"/>
                </a:lnTo>
                <a:close/>
                <a:moveTo>
                  <a:pt x="19812" y="259770"/>
                </a:moveTo>
                <a:lnTo>
                  <a:pt x="21627" y="260702"/>
                </a:lnTo>
                <a:lnTo>
                  <a:pt x="18905" y="260236"/>
                </a:lnTo>
                <a:close/>
                <a:moveTo>
                  <a:pt x="104047" y="46658"/>
                </a:moveTo>
                <a:lnTo>
                  <a:pt x="106147" y="47037"/>
                </a:lnTo>
                <a:lnTo>
                  <a:pt x="102996" y="46848"/>
                </a:lnTo>
                <a:close/>
                <a:moveTo>
                  <a:pt x="125875" y="230632"/>
                </a:moveTo>
                <a:lnTo>
                  <a:pt x="127447" y="231668"/>
                </a:lnTo>
                <a:lnTo>
                  <a:pt x="125089" y="231150"/>
                </a:lnTo>
                <a:close/>
                <a:moveTo>
                  <a:pt x="256383" y="281967"/>
                </a:moveTo>
                <a:lnTo>
                  <a:pt x="258516" y="282897"/>
                </a:lnTo>
                <a:lnTo>
                  <a:pt x="255316" y="282432"/>
                </a:lnTo>
                <a:close/>
                <a:moveTo>
                  <a:pt x="85872" y="160405"/>
                </a:moveTo>
                <a:lnTo>
                  <a:pt x="86577" y="161641"/>
                </a:lnTo>
                <a:lnTo>
                  <a:pt x="85519" y="161023"/>
                </a:lnTo>
                <a:close/>
                <a:moveTo>
                  <a:pt x="90389" y="207608"/>
                </a:moveTo>
                <a:lnTo>
                  <a:pt x="92057" y="208826"/>
                </a:lnTo>
                <a:lnTo>
                  <a:pt x="89555" y="208217"/>
                </a:lnTo>
                <a:close/>
                <a:moveTo>
                  <a:pt x="260198" y="21981"/>
                </a:moveTo>
                <a:lnTo>
                  <a:pt x="261611" y="22365"/>
                </a:lnTo>
                <a:lnTo>
                  <a:pt x="259492" y="22173"/>
                </a:lnTo>
                <a:close/>
                <a:moveTo>
                  <a:pt x="218000" y="154359"/>
                </a:moveTo>
                <a:lnTo>
                  <a:pt x="219339" y="156066"/>
                </a:lnTo>
                <a:lnTo>
                  <a:pt x="217330" y="155212"/>
                </a:lnTo>
                <a:close/>
                <a:moveTo>
                  <a:pt x="70905" y="251614"/>
                </a:moveTo>
                <a:lnTo>
                  <a:pt x="72786" y="252801"/>
                </a:lnTo>
                <a:lnTo>
                  <a:pt x="69965" y="252208"/>
                </a:lnTo>
                <a:close/>
                <a:moveTo>
                  <a:pt x="220837" y="272170"/>
                </a:moveTo>
                <a:lnTo>
                  <a:pt x="221897" y="273556"/>
                </a:lnTo>
                <a:lnTo>
                  <a:pt x="220307" y="272863"/>
                </a:lnTo>
                <a:close/>
                <a:moveTo>
                  <a:pt x="36860" y="31820"/>
                </a:moveTo>
                <a:lnTo>
                  <a:pt x="37669" y="33370"/>
                </a:lnTo>
                <a:lnTo>
                  <a:pt x="36455" y="32595"/>
                </a:lnTo>
                <a:close/>
                <a:moveTo>
                  <a:pt x="184687" y="212439"/>
                </a:moveTo>
                <a:lnTo>
                  <a:pt x="185254" y="212870"/>
                </a:lnTo>
                <a:lnTo>
                  <a:pt x="184404" y="212654"/>
                </a:lnTo>
                <a:close/>
                <a:moveTo>
                  <a:pt x="1766" y="264184"/>
                </a:moveTo>
                <a:lnTo>
                  <a:pt x="2251" y="265675"/>
                </a:lnTo>
                <a:lnTo>
                  <a:pt x="1524" y="264929"/>
                </a:lnTo>
                <a:close/>
                <a:moveTo>
                  <a:pt x="220499" y="266132"/>
                </a:moveTo>
                <a:lnTo>
                  <a:pt x="221141" y="267701"/>
                </a:lnTo>
                <a:lnTo>
                  <a:pt x="220179" y="266917"/>
                </a:lnTo>
                <a:close/>
                <a:moveTo>
                  <a:pt x="273944" y="102069"/>
                </a:moveTo>
                <a:lnTo>
                  <a:pt x="274615" y="102793"/>
                </a:lnTo>
                <a:lnTo>
                  <a:pt x="273609" y="102431"/>
                </a:lnTo>
                <a:close/>
                <a:moveTo>
                  <a:pt x="197345" y="128098"/>
                </a:moveTo>
                <a:lnTo>
                  <a:pt x="198569" y="129880"/>
                </a:lnTo>
                <a:lnTo>
                  <a:pt x="196732" y="128989"/>
                </a:lnTo>
                <a:close/>
                <a:moveTo>
                  <a:pt x="112714" y="11613"/>
                </a:moveTo>
                <a:lnTo>
                  <a:pt x="113951" y="13015"/>
                </a:lnTo>
                <a:lnTo>
                  <a:pt x="112095" y="12314"/>
                </a:lnTo>
                <a:close/>
                <a:moveTo>
                  <a:pt x="272465" y="100315"/>
                </a:moveTo>
                <a:lnTo>
                  <a:pt x="273188" y="102049"/>
                </a:lnTo>
                <a:lnTo>
                  <a:pt x="272104" y="101182"/>
                </a:lnTo>
                <a:close/>
                <a:moveTo>
                  <a:pt x="267698" y="221345"/>
                </a:moveTo>
                <a:lnTo>
                  <a:pt x="269826" y="222477"/>
                </a:lnTo>
                <a:lnTo>
                  <a:pt x="266634" y="221911"/>
                </a:lnTo>
                <a:close/>
                <a:moveTo>
                  <a:pt x="216910" y="198937"/>
                </a:moveTo>
                <a:lnTo>
                  <a:pt x="217627" y="199908"/>
                </a:lnTo>
                <a:lnTo>
                  <a:pt x="216551" y="199422"/>
                </a:lnTo>
                <a:close/>
                <a:moveTo>
                  <a:pt x="184082" y="187858"/>
                </a:moveTo>
                <a:lnTo>
                  <a:pt x="184699" y="188710"/>
                </a:lnTo>
                <a:lnTo>
                  <a:pt x="183773" y="188284"/>
                </a:lnTo>
                <a:close/>
                <a:moveTo>
                  <a:pt x="107969" y="82764"/>
                </a:moveTo>
                <a:lnTo>
                  <a:pt x="109297" y="83237"/>
                </a:lnTo>
                <a:lnTo>
                  <a:pt x="107306" y="83000"/>
                </a:lnTo>
                <a:close/>
                <a:moveTo>
                  <a:pt x="1535" y="158449"/>
                </a:moveTo>
                <a:lnTo>
                  <a:pt x="3498" y="159268"/>
                </a:lnTo>
                <a:lnTo>
                  <a:pt x="554" y="158859"/>
                </a:lnTo>
                <a:close/>
                <a:moveTo>
                  <a:pt x="49061" y="157856"/>
                </a:moveTo>
                <a:lnTo>
                  <a:pt x="50444" y="159149"/>
                </a:lnTo>
                <a:lnTo>
                  <a:pt x="48369" y="158503"/>
                </a:lnTo>
                <a:close/>
                <a:moveTo>
                  <a:pt x="38049" y="232361"/>
                </a:moveTo>
                <a:lnTo>
                  <a:pt x="39109" y="234122"/>
                </a:lnTo>
                <a:lnTo>
                  <a:pt x="37519" y="233242"/>
                </a:lnTo>
                <a:close/>
                <a:moveTo>
                  <a:pt x="281290" y="151923"/>
                </a:moveTo>
                <a:lnTo>
                  <a:pt x="282321" y="153475"/>
                </a:lnTo>
                <a:lnTo>
                  <a:pt x="280774" y="152699"/>
                </a:lnTo>
                <a:close/>
                <a:moveTo>
                  <a:pt x="201010" y="250256"/>
                </a:moveTo>
                <a:lnTo>
                  <a:pt x="203209" y="251607"/>
                </a:lnTo>
                <a:lnTo>
                  <a:pt x="199910" y="250931"/>
                </a:lnTo>
                <a:close/>
                <a:moveTo>
                  <a:pt x="175653" y="46032"/>
                </a:moveTo>
                <a:lnTo>
                  <a:pt x="177275" y="47156"/>
                </a:lnTo>
                <a:lnTo>
                  <a:pt x="174842" y="46594"/>
                </a:lnTo>
                <a:close/>
                <a:moveTo>
                  <a:pt x="275947" y="20251"/>
                </a:moveTo>
                <a:lnTo>
                  <a:pt x="278114" y="20665"/>
                </a:lnTo>
                <a:lnTo>
                  <a:pt x="274864" y="20458"/>
                </a:lnTo>
                <a:close/>
                <a:moveTo>
                  <a:pt x="241456" y="209345"/>
                </a:moveTo>
                <a:lnTo>
                  <a:pt x="243318" y="210479"/>
                </a:lnTo>
                <a:lnTo>
                  <a:pt x="240526" y="209912"/>
                </a:lnTo>
                <a:close/>
                <a:moveTo>
                  <a:pt x="101961" y="136688"/>
                </a:moveTo>
                <a:lnTo>
                  <a:pt x="103712" y="138169"/>
                </a:lnTo>
                <a:lnTo>
                  <a:pt x="101086" y="137428"/>
                </a:lnTo>
                <a:close/>
                <a:moveTo>
                  <a:pt x="135361" y="409"/>
                </a:moveTo>
                <a:lnTo>
                  <a:pt x="137416" y="1485"/>
                </a:lnTo>
                <a:lnTo>
                  <a:pt x="134334" y="947"/>
                </a:lnTo>
                <a:close/>
                <a:moveTo>
                  <a:pt x="93720" y="111591"/>
                </a:moveTo>
                <a:lnTo>
                  <a:pt x="94715" y="112319"/>
                </a:lnTo>
                <a:lnTo>
                  <a:pt x="93222" y="111955"/>
                </a:lnTo>
                <a:close/>
                <a:moveTo>
                  <a:pt x="94014" y="162635"/>
                </a:moveTo>
                <a:lnTo>
                  <a:pt x="94859" y="163488"/>
                </a:lnTo>
                <a:lnTo>
                  <a:pt x="93592" y="163062"/>
                </a:lnTo>
                <a:close/>
                <a:moveTo>
                  <a:pt x="43439" y="141322"/>
                </a:moveTo>
                <a:lnTo>
                  <a:pt x="44116" y="142438"/>
                </a:lnTo>
                <a:lnTo>
                  <a:pt x="43101" y="141880"/>
                </a:lnTo>
                <a:close/>
                <a:moveTo>
                  <a:pt x="203454" y="238142"/>
                </a:moveTo>
                <a:lnTo>
                  <a:pt x="205338" y="239119"/>
                </a:lnTo>
                <a:lnTo>
                  <a:pt x="202511" y="238630"/>
                </a:lnTo>
                <a:close/>
                <a:moveTo>
                  <a:pt x="230236" y="208395"/>
                </a:moveTo>
                <a:lnTo>
                  <a:pt x="231355" y="210076"/>
                </a:lnTo>
                <a:lnTo>
                  <a:pt x="229677" y="209236"/>
                </a:lnTo>
                <a:close/>
                <a:moveTo>
                  <a:pt x="7143" y="8528"/>
                </a:moveTo>
                <a:lnTo>
                  <a:pt x="8759" y="9385"/>
                </a:lnTo>
                <a:lnTo>
                  <a:pt x="6336" y="8957"/>
                </a:lnTo>
                <a:close/>
                <a:moveTo>
                  <a:pt x="102997" y="126446"/>
                </a:moveTo>
                <a:lnTo>
                  <a:pt x="104753" y="128162"/>
                </a:lnTo>
                <a:lnTo>
                  <a:pt x="102119" y="127304"/>
                </a:lnTo>
                <a:close/>
                <a:moveTo>
                  <a:pt x="192265" y="61737"/>
                </a:moveTo>
                <a:lnTo>
                  <a:pt x="193202" y="63476"/>
                </a:lnTo>
                <a:lnTo>
                  <a:pt x="191796" y="62606"/>
                </a:lnTo>
                <a:close/>
                <a:moveTo>
                  <a:pt x="165939" y="38160"/>
                </a:moveTo>
                <a:lnTo>
                  <a:pt x="166511" y="38810"/>
                </a:lnTo>
                <a:lnTo>
                  <a:pt x="165653" y="38485"/>
                </a:lnTo>
                <a:close/>
                <a:moveTo>
                  <a:pt x="148126" y="82278"/>
                </a:moveTo>
                <a:lnTo>
                  <a:pt x="149285" y="83614"/>
                </a:lnTo>
                <a:lnTo>
                  <a:pt x="147547" y="82946"/>
                </a:lnTo>
                <a:close/>
                <a:moveTo>
                  <a:pt x="238451" y="157070"/>
                </a:moveTo>
                <a:lnTo>
                  <a:pt x="239191" y="157973"/>
                </a:lnTo>
                <a:lnTo>
                  <a:pt x="238081" y="157522"/>
                </a:lnTo>
                <a:close/>
                <a:moveTo>
                  <a:pt x="98137" y="226641"/>
                </a:moveTo>
                <a:lnTo>
                  <a:pt x="98573" y="228207"/>
                </a:lnTo>
                <a:lnTo>
                  <a:pt x="97919" y="227424"/>
                </a:lnTo>
                <a:close/>
                <a:moveTo>
                  <a:pt x="264580" y="133553"/>
                </a:moveTo>
                <a:lnTo>
                  <a:pt x="265641" y="135113"/>
                </a:lnTo>
                <a:lnTo>
                  <a:pt x="264049" y="134333"/>
                </a:lnTo>
                <a:close/>
                <a:moveTo>
                  <a:pt x="1067" y="177092"/>
                </a:moveTo>
                <a:lnTo>
                  <a:pt x="2660" y="178361"/>
                </a:lnTo>
                <a:lnTo>
                  <a:pt x="270" y="177727"/>
                </a:lnTo>
                <a:close/>
                <a:moveTo>
                  <a:pt x="220669" y="102879"/>
                </a:moveTo>
                <a:lnTo>
                  <a:pt x="222808" y="104496"/>
                </a:lnTo>
                <a:lnTo>
                  <a:pt x="219600" y="103687"/>
                </a:lnTo>
                <a:close/>
                <a:moveTo>
                  <a:pt x="69988" y="52303"/>
                </a:moveTo>
                <a:lnTo>
                  <a:pt x="71164" y="53836"/>
                </a:lnTo>
                <a:lnTo>
                  <a:pt x="69401" y="53070"/>
                </a:lnTo>
                <a:close/>
                <a:moveTo>
                  <a:pt x="151636" y="247698"/>
                </a:moveTo>
                <a:lnTo>
                  <a:pt x="153096" y="249392"/>
                </a:lnTo>
                <a:lnTo>
                  <a:pt x="150906" y="248545"/>
                </a:lnTo>
                <a:close/>
                <a:moveTo>
                  <a:pt x="114100" y="272871"/>
                </a:moveTo>
                <a:lnTo>
                  <a:pt x="114832" y="273239"/>
                </a:lnTo>
                <a:lnTo>
                  <a:pt x="113735" y="273055"/>
                </a:lnTo>
                <a:close/>
                <a:moveTo>
                  <a:pt x="43722" y="69036"/>
                </a:moveTo>
                <a:lnTo>
                  <a:pt x="45352" y="70192"/>
                </a:lnTo>
                <a:lnTo>
                  <a:pt x="42907" y="69614"/>
                </a:lnTo>
                <a:close/>
                <a:moveTo>
                  <a:pt x="75317" y="83300"/>
                </a:moveTo>
                <a:lnTo>
                  <a:pt x="75745" y="84315"/>
                </a:lnTo>
                <a:lnTo>
                  <a:pt x="75103" y="83808"/>
                </a:lnTo>
                <a:close/>
                <a:moveTo>
                  <a:pt x="207898" y="225828"/>
                </a:moveTo>
                <a:lnTo>
                  <a:pt x="209974" y="226666"/>
                </a:lnTo>
                <a:lnTo>
                  <a:pt x="206860" y="226247"/>
                </a:lnTo>
                <a:close/>
                <a:moveTo>
                  <a:pt x="69356" y="227514"/>
                </a:moveTo>
                <a:lnTo>
                  <a:pt x="71104" y="228752"/>
                </a:lnTo>
                <a:lnTo>
                  <a:pt x="68482" y="228133"/>
                </a:lnTo>
                <a:close/>
                <a:moveTo>
                  <a:pt x="277761" y="30866"/>
                </a:moveTo>
                <a:lnTo>
                  <a:pt x="278874" y="32369"/>
                </a:lnTo>
                <a:lnTo>
                  <a:pt x="277204" y="31617"/>
                </a:lnTo>
                <a:close/>
                <a:moveTo>
                  <a:pt x="108726" y="271579"/>
                </a:moveTo>
                <a:lnTo>
                  <a:pt x="109460" y="272238"/>
                </a:lnTo>
                <a:lnTo>
                  <a:pt x="108358" y="271909"/>
                </a:lnTo>
                <a:close/>
                <a:moveTo>
                  <a:pt x="58148" y="219568"/>
                </a:moveTo>
                <a:lnTo>
                  <a:pt x="59589" y="220990"/>
                </a:lnTo>
                <a:lnTo>
                  <a:pt x="57427" y="220279"/>
                </a:lnTo>
                <a:close/>
                <a:moveTo>
                  <a:pt x="125986" y="71045"/>
                </a:moveTo>
                <a:lnTo>
                  <a:pt x="126356" y="71451"/>
                </a:lnTo>
                <a:lnTo>
                  <a:pt x="125800" y="71248"/>
                </a:lnTo>
                <a:close/>
                <a:moveTo>
                  <a:pt x="255800" y="135280"/>
                </a:moveTo>
                <a:lnTo>
                  <a:pt x="256601" y="137020"/>
                </a:lnTo>
                <a:lnTo>
                  <a:pt x="255399" y="136150"/>
                </a:lnTo>
                <a:close/>
                <a:moveTo>
                  <a:pt x="257827" y="79850"/>
                </a:moveTo>
                <a:lnTo>
                  <a:pt x="259726" y="81139"/>
                </a:lnTo>
                <a:lnTo>
                  <a:pt x="256877" y="80495"/>
                </a:lnTo>
                <a:close/>
                <a:moveTo>
                  <a:pt x="150474" y="124997"/>
                </a:moveTo>
                <a:lnTo>
                  <a:pt x="152574" y="126142"/>
                </a:lnTo>
                <a:lnTo>
                  <a:pt x="149424" y="125570"/>
                </a:lnTo>
                <a:close/>
                <a:moveTo>
                  <a:pt x="47690" y="34206"/>
                </a:moveTo>
                <a:lnTo>
                  <a:pt x="49125" y="35668"/>
                </a:lnTo>
                <a:lnTo>
                  <a:pt x="46972" y="34937"/>
                </a:lnTo>
                <a:close/>
                <a:moveTo>
                  <a:pt x="210668" y="153414"/>
                </a:moveTo>
                <a:lnTo>
                  <a:pt x="211909" y="154477"/>
                </a:lnTo>
                <a:lnTo>
                  <a:pt x="210048" y="153945"/>
                </a:lnTo>
                <a:close/>
                <a:moveTo>
                  <a:pt x="143574" y="143488"/>
                </a:moveTo>
                <a:lnTo>
                  <a:pt x="145686" y="144840"/>
                </a:lnTo>
                <a:lnTo>
                  <a:pt x="142517" y="144164"/>
                </a:lnTo>
                <a:close/>
                <a:moveTo>
                  <a:pt x="94380" y="276034"/>
                </a:moveTo>
                <a:lnTo>
                  <a:pt x="94849" y="277663"/>
                </a:lnTo>
                <a:lnTo>
                  <a:pt x="94145" y="276848"/>
                </a:lnTo>
                <a:close/>
                <a:moveTo>
                  <a:pt x="114415" y="121959"/>
                </a:moveTo>
                <a:lnTo>
                  <a:pt x="115978" y="122641"/>
                </a:lnTo>
                <a:lnTo>
                  <a:pt x="113633" y="122300"/>
                </a:lnTo>
                <a:close/>
                <a:moveTo>
                  <a:pt x="40398" y="246242"/>
                </a:moveTo>
                <a:lnTo>
                  <a:pt x="41873" y="247258"/>
                </a:lnTo>
                <a:lnTo>
                  <a:pt x="39660" y="246750"/>
                </a:lnTo>
                <a:close/>
                <a:moveTo>
                  <a:pt x="50518" y="248848"/>
                </a:moveTo>
                <a:lnTo>
                  <a:pt x="52329" y="250525"/>
                </a:lnTo>
                <a:lnTo>
                  <a:pt x="49612" y="249687"/>
                </a:lnTo>
                <a:close/>
                <a:moveTo>
                  <a:pt x="54189" y="161327"/>
                </a:moveTo>
                <a:lnTo>
                  <a:pt x="55217" y="162973"/>
                </a:lnTo>
                <a:lnTo>
                  <a:pt x="53675" y="162150"/>
                </a:lnTo>
                <a:close/>
                <a:moveTo>
                  <a:pt x="77407" y="198853"/>
                </a:moveTo>
                <a:lnTo>
                  <a:pt x="77758" y="199439"/>
                </a:lnTo>
                <a:lnTo>
                  <a:pt x="77231" y="199146"/>
                </a:lnTo>
                <a:close/>
                <a:moveTo>
                  <a:pt x="172011" y="206098"/>
                </a:moveTo>
                <a:lnTo>
                  <a:pt x="173823" y="207828"/>
                </a:lnTo>
                <a:lnTo>
                  <a:pt x="171105" y="206963"/>
                </a:lnTo>
                <a:close/>
                <a:moveTo>
                  <a:pt x="112877" y="155027"/>
                </a:moveTo>
                <a:lnTo>
                  <a:pt x="114221" y="156463"/>
                </a:lnTo>
                <a:lnTo>
                  <a:pt x="112205" y="155745"/>
                </a:lnTo>
                <a:close/>
                <a:moveTo>
                  <a:pt x="244637" y="90137"/>
                </a:moveTo>
                <a:lnTo>
                  <a:pt x="245089" y="91734"/>
                </a:lnTo>
                <a:lnTo>
                  <a:pt x="244411" y="90935"/>
                </a:lnTo>
                <a:close/>
                <a:moveTo>
                  <a:pt x="152301" y="81732"/>
                </a:moveTo>
                <a:lnTo>
                  <a:pt x="152943" y="82738"/>
                </a:lnTo>
                <a:lnTo>
                  <a:pt x="151981" y="82235"/>
                </a:lnTo>
                <a:close/>
                <a:moveTo>
                  <a:pt x="116827" y="281787"/>
                </a:moveTo>
                <a:lnTo>
                  <a:pt x="117816" y="282797"/>
                </a:lnTo>
                <a:lnTo>
                  <a:pt x="116333" y="282292"/>
                </a:lnTo>
                <a:close/>
                <a:moveTo>
                  <a:pt x="218337" y="205218"/>
                </a:moveTo>
                <a:lnTo>
                  <a:pt x="219186" y="206943"/>
                </a:lnTo>
                <a:lnTo>
                  <a:pt x="217913" y="206081"/>
                </a:lnTo>
                <a:close/>
                <a:moveTo>
                  <a:pt x="35637" y="3577"/>
                </a:moveTo>
                <a:lnTo>
                  <a:pt x="37780" y="3991"/>
                </a:lnTo>
                <a:lnTo>
                  <a:pt x="34566" y="3784"/>
                </a:lnTo>
                <a:close/>
                <a:moveTo>
                  <a:pt x="94818" y="197573"/>
                </a:moveTo>
                <a:lnTo>
                  <a:pt x="95997" y="197929"/>
                </a:lnTo>
                <a:lnTo>
                  <a:pt x="94229" y="197751"/>
                </a:lnTo>
                <a:close/>
                <a:moveTo>
                  <a:pt x="24856" y="249369"/>
                </a:moveTo>
                <a:lnTo>
                  <a:pt x="26024" y="250191"/>
                </a:lnTo>
                <a:lnTo>
                  <a:pt x="24272" y="249780"/>
                </a:lnTo>
                <a:close/>
                <a:moveTo>
                  <a:pt x="224257" y="190253"/>
                </a:moveTo>
                <a:lnTo>
                  <a:pt x="224676" y="191773"/>
                </a:lnTo>
                <a:lnTo>
                  <a:pt x="224048" y="191013"/>
                </a:lnTo>
                <a:close/>
                <a:moveTo>
                  <a:pt x="70386" y="266225"/>
                </a:moveTo>
                <a:lnTo>
                  <a:pt x="71167" y="266764"/>
                </a:lnTo>
                <a:lnTo>
                  <a:pt x="69995" y="266494"/>
                </a:lnTo>
                <a:close/>
                <a:moveTo>
                  <a:pt x="231045" y="72277"/>
                </a:moveTo>
                <a:lnTo>
                  <a:pt x="233025" y="72592"/>
                </a:lnTo>
                <a:lnTo>
                  <a:pt x="230055" y="72435"/>
                </a:lnTo>
                <a:close/>
                <a:moveTo>
                  <a:pt x="120747" y="99436"/>
                </a:moveTo>
                <a:lnTo>
                  <a:pt x="122918" y="101054"/>
                </a:lnTo>
                <a:lnTo>
                  <a:pt x="119662" y="100245"/>
                </a:lnTo>
                <a:close/>
                <a:moveTo>
                  <a:pt x="251852" y="131369"/>
                </a:moveTo>
                <a:lnTo>
                  <a:pt x="253426" y="131982"/>
                </a:lnTo>
                <a:lnTo>
                  <a:pt x="251065" y="131675"/>
                </a:lnTo>
                <a:close/>
                <a:moveTo>
                  <a:pt x="243493" y="220168"/>
                </a:moveTo>
                <a:lnTo>
                  <a:pt x="244418" y="221247"/>
                </a:lnTo>
                <a:lnTo>
                  <a:pt x="243030" y="220707"/>
                </a:lnTo>
                <a:close/>
                <a:moveTo>
                  <a:pt x="153014" y="60099"/>
                </a:moveTo>
                <a:lnTo>
                  <a:pt x="154961" y="61202"/>
                </a:lnTo>
                <a:lnTo>
                  <a:pt x="152041" y="60650"/>
                </a:lnTo>
                <a:close/>
                <a:moveTo>
                  <a:pt x="271880" y="113843"/>
                </a:moveTo>
                <a:lnTo>
                  <a:pt x="272877" y="114771"/>
                </a:lnTo>
                <a:lnTo>
                  <a:pt x="271382" y="114307"/>
                </a:lnTo>
                <a:close/>
                <a:moveTo>
                  <a:pt x="264713" y="228419"/>
                </a:moveTo>
                <a:lnTo>
                  <a:pt x="266174" y="229999"/>
                </a:lnTo>
                <a:lnTo>
                  <a:pt x="263983" y="229209"/>
                </a:lnTo>
                <a:close/>
                <a:moveTo>
                  <a:pt x="29097" y="186544"/>
                </a:moveTo>
                <a:lnTo>
                  <a:pt x="29902" y="187367"/>
                </a:lnTo>
                <a:lnTo>
                  <a:pt x="28694" y="186956"/>
                </a:lnTo>
                <a:close/>
                <a:moveTo>
                  <a:pt x="158058" y="113676"/>
                </a:moveTo>
                <a:lnTo>
                  <a:pt x="158996" y="114791"/>
                </a:lnTo>
                <a:lnTo>
                  <a:pt x="157589" y="114233"/>
                </a:lnTo>
                <a:close/>
                <a:moveTo>
                  <a:pt x="119903" y="213536"/>
                </a:moveTo>
                <a:lnTo>
                  <a:pt x="121250" y="214033"/>
                </a:lnTo>
                <a:lnTo>
                  <a:pt x="119230" y="213785"/>
                </a:lnTo>
                <a:close/>
                <a:moveTo>
                  <a:pt x="234457" y="249609"/>
                </a:moveTo>
                <a:lnTo>
                  <a:pt x="235913" y="250585"/>
                </a:lnTo>
                <a:lnTo>
                  <a:pt x="233729" y="250097"/>
                </a:lnTo>
                <a:close/>
                <a:moveTo>
                  <a:pt x="31326" y="99146"/>
                </a:moveTo>
                <a:lnTo>
                  <a:pt x="31847" y="100819"/>
                </a:lnTo>
                <a:lnTo>
                  <a:pt x="31066" y="99982"/>
                </a:lnTo>
                <a:close/>
                <a:moveTo>
                  <a:pt x="184215" y="120041"/>
                </a:moveTo>
                <a:lnTo>
                  <a:pt x="186093" y="121369"/>
                </a:lnTo>
                <a:lnTo>
                  <a:pt x="183276" y="120705"/>
                </a:lnTo>
                <a:close/>
                <a:moveTo>
                  <a:pt x="217824" y="109042"/>
                </a:moveTo>
                <a:lnTo>
                  <a:pt x="218225" y="110753"/>
                </a:lnTo>
                <a:lnTo>
                  <a:pt x="217623" y="109897"/>
                </a:lnTo>
                <a:close/>
                <a:moveTo>
                  <a:pt x="1558" y="78843"/>
                </a:moveTo>
                <a:lnTo>
                  <a:pt x="2924" y="80201"/>
                </a:lnTo>
                <a:lnTo>
                  <a:pt x="875" y="79522"/>
                </a:lnTo>
                <a:close/>
                <a:moveTo>
                  <a:pt x="107797" y="97291"/>
                </a:moveTo>
                <a:lnTo>
                  <a:pt x="109059" y="99088"/>
                </a:lnTo>
                <a:lnTo>
                  <a:pt x="107167" y="98189"/>
                </a:lnTo>
                <a:close/>
                <a:moveTo>
                  <a:pt x="52872" y="130328"/>
                </a:moveTo>
                <a:lnTo>
                  <a:pt x="54382" y="130989"/>
                </a:lnTo>
                <a:lnTo>
                  <a:pt x="52118" y="130658"/>
                </a:lnTo>
                <a:close/>
                <a:moveTo>
                  <a:pt x="29205" y="255682"/>
                </a:moveTo>
                <a:lnTo>
                  <a:pt x="30594" y="256617"/>
                </a:lnTo>
                <a:lnTo>
                  <a:pt x="28510" y="256150"/>
                </a:lnTo>
                <a:close/>
                <a:moveTo>
                  <a:pt x="107488" y="209917"/>
                </a:moveTo>
                <a:lnTo>
                  <a:pt x="109516" y="211467"/>
                </a:lnTo>
                <a:lnTo>
                  <a:pt x="106474" y="210692"/>
                </a:lnTo>
                <a:close/>
                <a:moveTo>
                  <a:pt x="282136" y="173033"/>
                </a:moveTo>
                <a:lnTo>
                  <a:pt x="283181" y="173648"/>
                </a:lnTo>
                <a:lnTo>
                  <a:pt x="281613" y="173341"/>
                </a:lnTo>
                <a:close/>
                <a:moveTo>
                  <a:pt x="223419" y="252205"/>
                </a:moveTo>
                <a:lnTo>
                  <a:pt x="224914" y="253628"/>
                </a:lnTo>
                <a:lnTo>
                  <a:pt x="222671" y="252917"/>
                </a:lnTo>
                <a:close/>
                <a:moveTo>
                  <a:pt x="93680" y="66348"/>
                </a:moveTo>
                <a:lnTo>
                  <a:pt x="95700" y="67299"/>
                </a:lnTo>
                <a:lnTo>
                  <a:pt x="92670" y="66823"/>
                </a:lnTo>
                <a:close/>
                <a:moveTo>
                  <a:pt x="50763" y="2505"/>
                </a:moveTo>
                <a:lnTo>
                  <a:pt x="52638" y="3167"/>
                </a:lnTo>
                <a:lnTo>
                  <a:pt x="49826" y="2836"/>
                </a:lnTo>
                <a:close/>
                <a:moveTo>
                  <a:pt x="145503" y="40290"/>
                </a:moveTo>
                <a:lnTo>
                  <a:pt x="145879" y="40717"/>
                </a:lnTo>
                <a:lnTo>
                  <a:pt x="145315" y="40504"/>
                </a:lnTo>
                <a:close/>
                <a:moveTo>
                  <a:pt x="20853" y="66011"/>
                </a:moveTo>
                <a:lnTo>
                  <a:pt x="22087" y="67276"/>
                </a:lnTo>
                <a:lnTo>
                  <a:pt x="20237" y="66644"/>
                </a:lnTo>
                <a:close/>
                <a:moveTo>
                  <a:pt x="158580" y="59576"/>
                </a:moveTo>
                <a:lnTo>
                  <a:pt x="159133" y="60998"/>
                </a:lnTo>
                <a:lnTo>
                  <a:pt x="158304" y="60287"/>
                </a:lnTo>
                <a:close/>
                <a:moveTo>
                  <a:pt x="40150" y="187092"/>
                </a:moveTo>
                <a:lnTo>
                  <a:pt x="41537" y="188352"/>
                </a:lnTo>
                <a:lnTo>
                  <a:pt x="39457" y="187722"/>
                </a:lnTo>
                <a:close/>
                <a:moveTo>
                  <a:pt x="275883" y="81414"/>
                </a:moveTo>
                <a:lnTo>
                  <a:pt x="277860" y="82848"/>
                </a:lnTo>
                <a:lnTo>
                  <a:pt x="274895" y="82131"/>
                </a:lnTo>
                <a:close/>
                <a:moveTo>
                  <a:pt x="220078" y="87790"/>
                </a:moveTo>
                <a:lnTo>
                  <a:pt x="222146" y="88829"/>
                </a:lnTo>
                <a:lnTo>
                  <a:pt x="219043" y="88309"/>
                </a:lnTo>
                <a:close/>
                <a:moveTo>
                  <a:pt x="157011" y="194992"/>
                </a:moveTo>
                <a:lnTo>
                  <a:pt x="158975" y="195955"/>
                </a:lnTo>
                <a:lnTo>
                  <a:pt x="156028" y="195474"/>
                </a:lnTo>
                <a:close/>
                <a:moveTo>
                  <a:pt x="23860" y="252476"/>
                </a:moveTo>
                <a:lnTo>
                  <a:pt x="24717" y="254225"/>
                </a:lnTo>
                <a:lnTo>
                  <a:pt x="23432" y="253351"/>
                </a:lnTo>
                <a:close/>
                <a:moveTo>
                  <a:pt x="186416" y="179081"/>
                </a:moveTo>
                <a:lnTo>
                  <a:pt x="187649" y="179712"/>
                </a:lnTo>
                <a:lnTo>
                  <a:pt x="185800" y="179396"/>
                </a:lnTo>
                <a:close/>
                <a:moveTo>
                  <a:pt x="211078" y="31463"/>
                </a:moveTo>
                <a:lnTo>
                  <a:pt x="212018" y="32689"/>
                </a:lnTo>
                <a:lnTo>
                  <a:pt x="210608" y="32076"/>
                </a:lnTo>
                <a:close/>
                <a:moveTo>
                  <a:pt x="124541" y="115776"/>
                </a:moveTo>
                <a:lnTo>
                  <a:pt x="126497" y="117178"/>
                </a:lnTo>
                <a:lnTo>
                  <a:pt x="123563" y="116477"/>
                </a:lnTo>
                <a:close/>
                <a:moveTo>
                  <a:pt x="72268" y="226149"/>
                </a:moveTo>
                <a:lnTo>
                  <a:pt x="74053" y="226878"/>
                </a:lnTo>
                <a:lnTo>
                  <a:pt x="71376" y="226513"/>
                </a:lnTo>
                <a:close/>
                <a:moveTo>
                  <a:pt x="39940" y="102715"/>
                </a:moveTo>
                <a:lnTo>
                  <a:pt x="40361" y="104412"/>
                </a:lnTo>
                <a:lnTo>
                  <a:pt x="39730" y="103564"/>
                </a:lnTo>
                <a:close/>
                <a:moveTo>
                  <a:pt x="164347" y="87929"/>
                </a:moveTo>
                <a:lnTo>
                  <a:pt x="166185" y="88916"/>
                </a:lnTo>
                <a:lnTo>
                  <a:pt x="163428" y="88422"/>
                </a:lnTo>
                <a:close/>
                <a:moveTo>
                  <a:pt x="221282" y="171489"/>
                </a:moveTo>
                <a:lnTo>
                  <a:pt x="221945" y="172115"/>
                </a:lnTo>
                <a:lnTo>
                  <a:pt x="220950" y="171802"/>
                </a:lnTo>
                <a:close/>
                <a:moveTo>
                  <a:pt x="276271" y="144780"/>
                </a:moveTo>
                <a:lnTo>
                  <a:pt x="277866" y="145575"/>
                </a:lnTo>
                <a:lnTo>
                  <a:pt x="275474" y="145177"/>
                </a:lnTo>
                <a:close/>
                <a:moveTo>
                  <a:pt x="204077" y="9342"/>
                </a:moveTo>
                <a:lnTo>
                  <a:pt x="204799" y="9667"/>
                </a:lnTo>
                <a:lnTo>
                  <a:pt x="203716" y="9505"/>
                </a:lnTo>
                <a:close/>
                <a:moveTo>
                  <a:pt x="231769" y="74550"/>
                </a:moveTo>
                <a:lnTo>
                  <a:pt x="233961" y="75971"/>
                </a:lnTo>
                <a:lnTo>
                  <a:pt x="230673" y="75260"/>
                </a:lnTo>
                <a:close/>
                <a:moveTo>
                  <a:pt x="32337" y="196519"/>
                </a:moveTo>
                <a:lnTo>
                  <a:pt x="33036" y="197372"/>
                </a:lnTo>
                <a:lnTo>
                  <a:pt x="31987" y="196945"/>
                </a:lnTo>
                <a:close/>
                <a:moveTo>
                  <a:pt x="115780" y="112537"/>
                </a:moveTo>
                <a:lnTo>
                  <a:pt x="117550" y="113946"/>
                </a:lnTo>
                <a:lnTo>
                  <a:pt x="114896" y="113241"/>
                </a:lnTo>
                <a:close/>
                <a:moveTo>
                  <a:pt x="76260" y="214604"/>
                </a:moveTo>
                <a:lnTo>
                  <a:pt x="78050" y="216366"/>
                </a:lnTo>
                <a:lnTo>
                  <a:pt x="75365" y="215485"/>
                </a:lnTo>
                <a:close/>
                <a:moveTo>
                  <a:pt x="193592" y="226055"/>
                </a:moveTo>
                <a:lnTo>
                  <a:pt x="195679" y="227737"/>
                </a:lnTo>
                <a:lnTo>
                  <a:pt x="192548" y="226896"/>
                </a:lnTo>
                <a:close/>
              </a:path>
            </a:pathLst>
          </a:custGeom>
          <a:solidFill>
            <a:srgbClr val="FFFFFF">
              <a:alpha val="20000"/>
            </a:srgbClr>
          </a:solidFill>
          <a:ln w="0" cap="rnd" cmpd="sng" algn="ctr">
            <a:solidFill>
              <a:srgbClr val="FFFFFF">
                <a:alpha val="0"/>
              </a:srgbClr>
            </a:solidFill>
            <a:round/>
            <a:headEnd type="none"/>
            <a:tailEnd type="none"/>
          </a:ln>
        </p:spPr>
      </p:sp>
      <p:sp>
        <p:nvSpPr>
          <p:cNvPr id="1091" name="synchronisation / 1073 selected synchronisation cell"/>
          <p:cNvSpPr/>
          <p:nvPr/>
        </p:nvSpPr>
        <p:spPr>
          <a:xfrm>
            <a:off x="6163056" y="8055864"/>
            <a:ext cx="658368" cy="658368"/>
          </a:xfrm>
          <a:custGeom>
            <a:avLst/>
            <a:gdLst/>
            <a:ahLst/>
            <a:cxnLst/>
            <a:rect l="0" t="0" r="r" b="b"/>
            <a:pathLst>
              <a:path w="72000" h="72000" fill="norm" stroke="1" extrusionOk="0">
                <a:moveTo>
                  <a:pt x="0" y="0"/>
                </a:moveTo>
                <a:lnTo>
                  <a:pt x="72000" y="0"/>
                </a:lnTo>
                <a:lnTo>
                  <a:pt x="72000" y="72000"/>
                </a:lnTo>
                <a:lnTo>
                  <a:pt x="0" y="72000"/>
                </a:lnTo>
                <a:close/>
              </a:path>
            </a:pathLst>
          </a:custGeom>
          <a:gradFill rotWithShape="1">
            <a:gsLst>
              <a:gs pos="0">
                <a:srgbClr val="62FF00"/>
              </a:gs>
              <a:gs pos="100000">
                <a:srgbClr val="00EFD1"/>
              </a:gs>
            </a:gsLst>
            <a:lin ang="5400000" scaled="1"/>
            <a:tileRect/>
          </a:gradFill>
          <a:ln w="0" cap="rnd" cmpd="sng" algn="ctr">
            <a:solidFill>
              <a:srgbClr val="FFFFFF">
                <a:alpha val="0"/>
              </a:srgbClr>
            </a:solidFill>
            <a:round/>
            <a:headEnd type="none"/>
            <a:tailEnd type="none"/>
          </a:ln>
        </p:spPr>
      </p:sp>
      <p:sp>
        <p:nvSpPr>
          <p:cNvPr id="1092" name="synchronisation / 1074 matrix column"/>
          <p:cNvSpPr/>
          <p:nvPr/>
        </p:nvSpPr>
        <p:spPr>
          <a:xfrm>
            <a:off x="5495544" y="7379208"/>
            <a:ext cx="914" cy="2651760"/>
          </a:xfrm>
          <a:custGeom>
            <a:avLst/>
            <a:gdLst/>
            <a:ahLst/>
            <a:cxnLst/>
            <a:rect l="0" t="0" r="r" b="b"/>
            <a:pathLst>
              <a:path w="100" h="290000" fill="none" stroke="1" extrusionOk="0">
                <a:moveTo>
                  <a:pt x="0" y="0"/>
                </a:moveTo>
                <a:lnTo>
                  <a:pt x="0" y="290000"/>
                </a:lnTo>
              </a:path>
            </a:pathLst>
          </a:custGeom>
          <a:noFill/>
          <a:ln w="36576" cap="rnd" cmpd="sng" algn="ctr">
            <a:solidFill>
              <a:srgbClr val="000000"/>
            </a:solidFill>
            <a:round/>
            <a:headEnd type="none"/>
            <a:tailEnd type="none"/>
          </a:ln>
        </p:spPr>
      </p:sp>
      <p:sp>
        <p:nvSpPr>
          <p:cNvPr id="1093" name="synchronisation / 1075 matrix row"/>
          <p:cNvSpPr/>
          <p:nvPr/>
        </p:nvSpPr>
        <p:spPr>
          <a:xfrm>
            <a:off x="4828032" y="8046720"/>
            <a:ext cx="2651760" cy="914"/>
          </a:xfrm>
          <a:custGeom>
            <a:avLst/>
            <a:gdLst/>
            <a:ahLst/>
            <a:cxnLst/>
            <a:rect l="0" t="0" r="r" b="b"/>
            <a:pathLst>
              <a:path w="290000" h="100" fill="none" stroke="1" extrusionOk="0">
                <a:moveTo>
                  <a:pt x="0" y="0"/>
                </a:moveTo>
                <a:lnTo>
                  <a:pt x="290000" y="0"/>
                </a:lnTo>
              </a:path>
            </a:pathLst>
          </a:custGeom>
          <a:noFill/>
          <a:ln w="36576" cap="rnd" cmpd="sng" algn="ctr">
            <a:solidFill>
              <a:srgbClr val="000000"/>
            </a:solidFill>
            <a:round/>
            <a:headEnd type="none"/>
            <a:tailEnd type="none"/>
          </a:ln>
        </p:spPr>
      </p:sp>
      <p:sp>
        <p:nvSpPr>
          <p:cNvPr id="1094" name="synchronisation / 1076 matrix column"/>
          <p:cNvSpPr/>
          <p:nvPr/>
        </p:nvSpPr>
        <p:spPr>
          <a:xfrm>
            <a:off x="6163056" y="7379208"/>
            <a:ext cx="914" cy="2651760"/>
          </a:xfrm>
          <a:custGeom>
            <a:avLst/>
            <a:gdLst/>
            <a:ahLst/>
            <a:cxnLst/>
            <a:rect l="0" t="0" r="r" b="b"/>
            <a:pathLst>
              <a:path w="100" h="290000" fill="none" stroke="1" extrusionOk="0">
                <a:moveTo>
                  <a:pt x="0" y="0"/>
                </a:moveTo>
                <a:lnTo>
                  <a:pt x="0" y="290000"/>
                </a:lnTo>
              </a:path>
            </a:pathLst>
          </a:custGeom>
          <a:noFill/>
          <a:ln w="36576" cap="rnd" cmpd="sng" algn="ctr">
            <a:solidFill>
              <a:srgbClr val="000000"/>
            </a:solidFill>
            <a:round/>
            <a:headEnd type="none"/>
            <a:tailEnd type="none"/>
          </a:ln>
        </p:spPr>
      </p:sp>
      <p:sp>
        <p:nvSpPr>
          <p:cNvPr id="1095" name="synchronisation / 1077 matrix row"/>
          <p:cNvSpPr/>
          <p:nvPr/>
        </p:nvSpPr>
        <p:spPr>
          <a:xfrm>
            <a:off x="4828032" y="8714232"/>
            <a:ext cx="2651760" cy="914"/>
          </a:xfrm>
          <a:custGeom>
            <a:avLst/>
            <a:gdLst/>
            <a:ahLst/>
            <a:cxnLst/>
            <a:rect l="0" t="0" r="r" b="b"/>
            <a:pathLst>
              <a:path w="290000" h="100" fill="none" stroke="1" extrusionOk="0">
                <a:moveTo>
                  <a:pt x="0" y="0"/>
                </a:moveTo>
                <a:lnTo>
                  <a:pt x="290000" y="0"/>
                </a:lnTo>
              </a:path>
            </a:pathLst>
          </a:custGeom>
          <a:noFill/>
          <a:ln w="36576" cap="rnd" cmpd="sng" algn="ctr">
            <a:solidFill>
              <a:srgbClr val="000000"/>
            </a:solidFill>
            <a:round/>
            <a:headEnd type="none"/>
            <a:tailEnd type="none"/>
          </a:ln>
        </p:spPr>
      </p:sp>
      <p:sp>
        <p:nvSpPr>
          <p:cNvPr id="1096" name="synchronisation / 1078 matrix column"/>
          <p:cNvSpPr/>
          <p:nvPr/>
        </p:nvSpPr>
        <p:spPr>
          <a:xfrm>
            <a:off x="6830568" y="7379208"/>
            <a:ext cx="914" cy="2651760"/>
          </a:xfrm>
          <a:custGeom>
            <a:avLst/>
            <a:gdLst/>
            <a:ahLst/>
            <a:cxnLst/>
            <a:rect l="0" t="0" r="r" b="b"/>
            <a:pathLst>
              <a:path w="100" h="290000" fill="none" stroke="1" extrusionOk="0">
                <a:moveTo>
                  <a:pt x="0" y="0"/>
                </a:moveTo>
                <a:lnTo>
                  <a:pt x="0" y="290000"/>
                </a:lnTo>
              </a:path>
            </a:pathLst>
          </a:custGeom>
          <a:noFill/>
          <a:ln w="36576" cap="rnd" cmpd="sng" algn="ctr">
            <a:solidFill>
              <a:srgbClr val="000000"/>
            </a:solidFill>
            <a:round/>
            <a:headEnd type="none"/>
            <a:tailEnd type="none"/>
          </a:ln>
        </p:spPr>
      </p:sp>
      <p:sp>
        <p:nvSpPr>
          <p:cNvPr id="1097" name="synchronisation / 1079 matrix row"/>
          <p:cNvSpPr/>
          <p:nvPr/>
        </p:nvSpPr>
        <p:spPr>
          <a:xfrm>
            <a:off x="4828032" y="9381744"/>
            <a:ext cx="2651760" cy="914"/>
          </a:xfrm>
          <a:custGeom>
            <a:avLst/>
            <a:gdLst/>
            <a:ahLst/>
            <a:cxnLst/>
            <a:rect l="0" t="0" r="r" b="b"/>
            <a:pathLst>
              <a:path w="290000" h="100" fill="none" stroke="1" extrusionOk="0">
                <a:moveTo>
                  <a:pt x="0" y="0"/>
                </a:moveTo>
                <a:lnTo>
                  <a:pt x="290000" y="0"/>
                </a:lnTo>
              </a:path>
            </a:pathLst>
          </a:custGeom>
          <a:noFill/>
          <a:ln w="36576" cap="rnd" cmpd="sng" algn="ctr">
            <a:solidFill>
              <a:srgbClr val="000000"/>
            </a:solidFill>
            <a:round/>
            <a:headEnd type="none"/>
            <a:tailEnd type="none"/>
          </a:ln>
        </p:spPr>
      </p:sp>
      <p:sp>
        <p:nvSpPr>
          <p:cNvPr id="1098" name="synchronisation / 1080 selected triangle soft edge"/>
          <p:cNvSpPr/>
          <p:nvPr/>
        </p:nvSpPr>
        <p:spPr>
          <a:xfrm>
            <a:off x="4736592" y="7315200"/>
            <a:ext cx="2807208" cy="2788920"/>
          </a:xfrm>
          <a:custGeom>
            <a:avLst/>
            <a:gdLst/>
            <a:ahLst/>
            <a:cxnLst/>
            <a:rect l="0" t="0" r="r" b="b"/>
            <a:pathLst>
              <a:path w="307000" h="305000" fill="none" stroke="1" extrusionOk="0">
                <a:moveTo>
                  <a:pt x="0" y="0"/>
                </a:moveTo>
                <a:lnTo>
                  <a:pt x="307000" y="0"/>
                </a:lnTo>
                <a:lnTo>
                  <a:pt x="307000" y="305000"/>
                </a:lnTo>
                <a:lnTo>
                  <a:pt x="224000" y="305000"/>
                </a:lnTo>
                <a:lnTo>
                  <a:pt x="224000" y="236000"/>
                </a:lnTo>
                <a:lnTo>
                  <a:pt x="149000" y="236000"/>
                </a:lnTo>
                <a:lnTo>
                  <a:pt x="149000" y="161000"/>
                </a:lnTo>
                <a:lnTo>
                  <a:pt x="76000" y="161000"/>
                </a:lnTo>
                <a:lnTo>
                  <a:pt x="76000" y="88000"/>
                </a:lnTo>
                <a:lnTo>
                  <a:pt x="0" y="88000"/>
                </a:lnTo>
                <a:close/>
              </a:path>
            </a:pathLst>
          </a:custGeom>
          <a:noFill/>
          <a:ln w="164592" cap="rnd" cmpd="sng" algn="ctr">
            <a:solidFill>
              <a:srgbClr val="777777">
                <a:alpha val="36000"/>
              </a:srgbClr>
            </a:solidFill>
            <a:round/>
            <a:headEnd type="none"/>
            <a:tailEnd type="none"/>
          </a:ln>
        </p:spPr>
      </p:sp>
      <p:sp>
        <p:nvSpPr>
          <p:cNvPr id="1099" name="synchronisation / 1081 selected triangle outline"/>
          <p:cNvSpPr/>
          <p:nvPr/>
        </p:nvSpPr>
        <p:spPr>
          <a:xfrm>
            <a:off x="4736592" y="7315200"/>
            <a:ext cx="2807208" cy="2788920"/>
          </a:xfrm>
          <a:custGeom>
            <a:avLst/>
            <a:gdLst/>
            <a:ahLst/>
            <a:cxnLst/>
            <a:rect l="0" t="0" r="r" b="b"/>
            <a:pathLst>
              <a:path w="307000" h="305000" fill="none" stroke="1" extrusionOk="0">
                <a:moveTo>
                  <a:pt x="0" y="0"/>
                </a:moveTo>
                <a:lnTo>
                  <a:pt x="307000" y="0"/>
                </a:lnTo>
                <a:lnTo>
                  <a:pt x="307000" y="305000"/>
                </a:lnTo>
                <a:lnTo>
                  <a:pt x="224000" y="305000"/>
                </a:lnTo>
                <a:lnTo>
                  <a:pt x="224000" y="236000"/>
                </a:lnTo>
                <a:lnTo>
                  <a:pt x="149000" y="236000"/>
                </a:lnTo>
                <a:lnTo>
                  <a:pt x="149000" y="161000"/>
                </a:lnTo>
                <a:lnTo>
                  <a:pt x="76000" y="161000"/>
                </a:lnTo>
                <a:lnTo>
                  <a:pt x="76000" y="88000"/>
                </a:lnTo>
                <a:lnTo>
                  <a:pt x="0" y="88000"/>
                </a:lnTo>
                <a:close/>
              </a:path>
            </a:pathLst>
          </a:custGeom>
          <a:noFill/>
          <a:ln w="128016" cap="rnd" cmpd="sng" algn="ctr">
            <a:solidFill>
              <a:srgbClr val="333333"/>
            </a:solidFill>
            <a:round/>
            <a:headEnd type="none"/>
            <a:tailEnd type="none"/>
          </a:ln>
        </p:spPr>
      </p:sp>
      <p:sp>
        <p:nvSpPr>
          <p:cNvPr id="1100" name="synchronisation / 1082 selected triangle green trace"/>
          <p:cNvSpPr/>
          <p:nvPr/>
        </p:nvSpPr>
        <p:spPr>
          <a:xfrm>
            <a:off x="4736592" y="7315200"/>
            <a:ext cx="2807208" cy="2788920"/>
          </a:xfrm>
          <a:custGeom>
            <a:avLst/>
            <a:gdLst/>
            <a:ahLst/>
            <a:cxnLst/>
            <a:rect l="0" t="0" r="r" b="b"/>
            <a:pathLst>
              <a:path w="307000" h="305000" fill="none" stroke="1" extrusionOk="0">
                <a:moveTo>
                  <a:pt x="0" y="0"/>
                </a:moveTo>
                <a:lnTo>
                  <a:pt x="307000" y="0"/>
                </a:lnTo>
                <a:lnTo>
                  <a:pt x="307000" y="305000"/>
                </a:lnTo>
                <a:lnTo>
                  <a:pt x="224000" y="305000"/>
                </a:lnTo>
                <a:lnTo>
                  <a:pt x="224000" y="236000"/>
                </a:lnTo>
                <a:lnTo>
                  <a:pt x="149000" y="236000"/>
                </a:lnTo>
                <a:lnTo>
                  <a:pt x="149000" y="161000"/>
                </a:lnTo>
                <a:lnTo>
                  <a:pt x="76000" y="161000"/>
                </a:lnTo>
                <a:lnTo>
                  <a:pt x="76000" y="88000"/>
                </a:lnTo>
                <a:lnTo>
                  <a:pt x="0" y="88000"/>
                </a:lnTo>
                <a:close/>
              </a:path>
            </a:pathLst>
          </a:custGeom>
          <a:noFill/>
          <a:ln w="73152" cap="rnd" cmpd="sng" algn="ctr">
            <a:solidFill>
              <a:srgbClr val="68FF08"/>
            </a:solidFill>
            <a:round/>
            <a:headEnd type="none"/>
            <a:tailEnd type="none"/>
          </a:ln>
        </p:spPr>
      </p:sp>
      <p:sp>
        <p:nvSpPr>
          <p:cNvPr id="1101" name="synchronisation / 1083 variable S — white text backing"/>
          <p:cNvSpPr/>
          <p:nvPr/>
        </p:nvSpPr>
        <p:spPr>
          <a:xfrm>
            <a:off x="5965321" y="7736985"/>
            <a:ext cx="425245" cy="620506"/>
          </a:xfrm>
          <a:custGeom>
            <a:avLst/>
            <a:gdLst/>
            <a:ahLst/>
            <a:cxnLst/>
            <a:rect l="0" t="0" r="r" b="b"/>
            <a:pathLst>
              <a:path w="46505" h="67859" fill="norm" stroke="1" extrusionOk="0">
                <a:moveTo>
                  <a:pt x="0" y="46604"/>
                </a:moveTo>
                <a:lnTo>
                  <a:pt x="4340" y="46604"/>
                </a:lnTo>
                <a:lnTo>
                  <a:pt x="6559" y="57207"/>
                </a:lnTo>
                <a:quadBezTo>
                  <a:pt x="8630" y="59624"/>
                  <a:pt x="12822" y="61251"/>
                </a:quadBezTo>
                <a:quadBezTo>
                  <a:pt x="17014" y="62878"/>
                  <a:pt x="21502" y="62878"/>
                </a:quadBezTo>
                <a:quadBezTo>
                  <a:pt x="35656" y="62878"/>
                  <a:pt x="35656" y="51240"/>
                </a:quadBezTo>
                <a:quadBezTo>
                  <a:pt x="35656" y="47590"/>
                  <a:pt x="32968" y="45075"/>
                </a:quadBezTo>
                <a:quadBezTo>
                  <a:pt x="30280" y="42560"/>
                  <a:pt x="24510" y="40587"/>
                </a:quadBezTo>
                <a:quadBezTo>
                  <a:pt x="16028" y="37776"/>
                  <a:pt x="12304" y="36026"/>
                </a:quadBezTo>
                <a:quadBezTo>
                  <a:pt x="8581" y="34275"/>
                  <a:pt x="6017" y="31908"/>
                </a:quadBezTo>
                <a:quadBezTo>
                  <a:pt x="3452" y="29541"/>
                  <a:pt x="1923" y="26162"/>
                </a:quadBezTo>
                <a:quadBezTo>
                  <a:pt x="395" y="22784"/>
                  <a:pt x="395" y="17853"/>
                </a:quadBezTo>
                <a:quadBezTo>
                  <a:pt x="395" y="9124"/>
                  <a:pt x="6337" y="4562"/>
                </a:quadBezTo>
                <a:quadBezTo>
                  <a:pt x="12280" y="0"/>
                  <a:pt x="23721" y="0"/>
                </a:quadBezTo>
                <a:quadBezTo>
                  <a:pt x="32006" y="0"/>
                  <a:pt x="42067" y="2121"/>
                </a:quadBezTo>
                <a:lnTo>
                  <a:pt x="42067" y="17853"/>
                </a:lnTo>
                <a:lnTo>
                  <a:pt x="37678" y="17853"/>
                </a:lnTo>
                <a:lnTo>
                  <a:pt x="35458" y="8778"/>
                </a:lnTo>
                <a:quadBezTo>
                  <a:pt x="30428" y="5129"/>
                  <a:pt x="23721" y="5129"/>
                </a:quadBezTo>
                <a:quadBezTo>
                  <a:pt x="17655" y="5129"/>
                  <a:pt x="14400" y="7373"/>
                </a:quadBezTo>
                <a:quadBezTo>
                  <a:pt x="11146" y="9617"/>
                  <a:pt x="11146" y="14252"/>
                </a:quadBezTo>
                <a:quadBezTo>
                  <a:pt x="11146" y="17557"/>
                  <a:pt x="13858" y="19899"/>
                </a:quadBezTo>
                <a:quadBezTo>
                  <a:pt x="16570" y="22242"/>
                  <a:pt x="22340" y="24066"/>
                </a:quadBezTo>
                <a:quadBezTo>
                  <a:pt x="33634" y="27765"/>
                  <a:pt x="37850" y="30502"/>
                </a:quadBezTo>
                <a:quadBezTo>
                  <a:pt x="42067" y="33239"/>
                  <a:pt x="44286" y="37283"/>
                </a:quadBezTo>
                <a:quadBezTo>
                  <a:pt x="46505" y="41327"/>
                  <a:pt x="46505" y="46801"/>
                </a:quadBezTo>
                <a:quadBezTo>
                  <a:pt x="46505" y="67859"/>
                  <a:pt x="21699" y="67859"/>
                </a:quadBezTo>
                <a:quadBezTo>
                  <a:pt x="16028" y="67859"/>
                  <a:pt x="10135" y="66898"/>
                </a:quadBezTo>
                <a:quadBezTo>
                  <a:pt x="4241" y="65936"/>
                  <a:pt x="0" y="64358"/>
                </a:quadBezTo>
                <a:close/>
              </a:path>
            </a:pathLst>
          </a:custGeom>
          <a:solidFill>
            <a:srgbClr val="FFFFFF"/>
          </a:solidFill>
          <a:ln w="73152" cap="rnd" cmpd="sng" algn="ctr">
            <a:solidFill>
              <a:srgbClr val="FFFFFF"/>
            </a:solidFill>
            <a:round/>
            <a:headEnd type="none"/>
            <a:tailEnd type="none"/>
          </a:ln>
        </p:spPr>
      </p:sp>
      <p:sp>
        <p:nvSpPr>
          <p:cNvPr id="1102" name="synchronisation / 1083 variable S"/>
          <p:cNvSpPr txBox="1"/>
          <p:nvPr/>
        </p:nvSpPr>
        <p:spPr>
          <a:xfrm>
            <a:off x="5916168" y="7424928"/>
            <a:ext cx="650796" cy="1246784"/>
          </a:xfrm>
          <a:prstGeom prst="rect">
            <a:avLst/>
          </a:prstGeom>
          <a:noFill/>
        </p:spPr>
        <p:txBody>
          <a:bodyPr wrap="none" lIns="0" rIns="0" tIns="0" bIns="0" anchor="t">
            <a:noAutofit/>
          </a:bodyPr>
          <a:lstStyle/>
          <a:p>
            <a:pPr>
              <a:spcBef>
                <a:spcPts val="0"/>
              </a:spcBef>
              <a:spcAft>
                <a:spcPts val="0"/>
              </a:spcAft>
            </a:pPr>
            <a:r>
              <a:rPr sz="7272" b="1" i="0" dirty="0" spc="0">
                <a:solidFill>
                  <a:srgbClr val="000000"/>
                </a:solidFill>
                <a:latin typeface="Liberation Serif"/>
                <a:ea typeface="Liberation Serif"/>
                <a:cs typeface="Liberation Serif"/>
              </a:rPr>
              <a:t>S</a:t>
            </a:r>
          </a:p>
        </p:txBody>
      </p:sp>
      <p:sp>
        <p:nvSpPr>
          <p:cNvPr id="1103" name="synchronisation / 1084 S superscript — white text backing"/>
          <p:cNvSpPr/>
          <p:nvPr/>
        </p:nvSpPr>
        <p:spPr>
          <a:xfrm>
            <a:off x="6432739" y="7630218"/>
            <a:ext cx="103177" cy="232744"/>
          </a:xfrm>
          <a:custGeom>
            <a:avLst/>
            <a:gdLst/>
            <a:ahLst/>
            <a:cxnLst/>
            <a:rect l="0" t="0" r="r" b="b"/>
            <a:pathLst>
              <a:path w="11284" h="25453" fill="norm" stroke="1" extrusionOk="0">
                <a:moveTo>
                  <a:pt x="3776" y="21244"/>
                </a:moveTo>
                <a:quadBezTo>
                  <a:pt x="3776" y="22220"/>
                  <a:pt x="4264" y="22708"/>
                </a:quadBezTo>
                <a:quadBezTo>
                  <a:pt x="4752" y="23196"/>
                  <a:pt x="5512" y="23196"/>
                </a:quadBezTo>
                <a:quadBezTo>
                  <a:pt x="7096" y="23196"/>
                  <a:pt x="8810" y="22545"/>
                </a:quadBezTo>
                <a:lnTo>
                  <a:pt x="9266" y="23565"/>
                </a:lnTo>
                <a:quadBezTo>
                  <a:pt x="6597" y="25453"/>
                  <a:pt x="3862" y="25453"/>
                </a:quadBezTo>
                <a:quadBezTo>
                  <a:pt x="2148" y="25453"/>
                  <a:pt x="1161" y="24412"/>
                </a:quadBezTo>
                <a:quadBezTo>
                  <a:pt x="174" y="23370"/>
                  <a:pt x="174" y="21504"/>
                </a:quadBezTo>
                <a:quadBezTo>
                  <a:pt x="174" y="20875"/>
                  <a:pt x="293" y="20018"/>
                </a:quadBezTo>
                <a:quadBezTo>
                  <a:pt x="412" y="19160"/>
                  <a:pt x="2669" y="6445"/>
                </a:quadBezTo>
                <a:lnTo>
                  <a:pt x="0" y="6445"/>
                </a:lnTo>
                <a:lnTo>
                  <a:pt x="174" y="5468"/>
                </a:lnTo>
                <a:lnTo>
                  <a:pt x="3060" y="4622"/>
                </a:lnTo>
                <a:lnTo>
                  <a:pt x="6032" y="0"/>
                </a:lnTo>
                <a:lnTo>
                  <a:pt x="7421" y="0"/>
                </a:lnTo>
                <a:lnTo>
                  <a:pt x="6618" y="4622"/>
                </a:lnTo>
                <a:lnTo>
                  <a:pt x="11284" y="4622"/>
                </a:lnTo>
                <a:lnTo>
                  <a:pt x="10936" y="6445"/>
                </a:lnTo>
                <a:lnTo>
                  <a:pt x="6271" y="6445"/>
                </a:lnTo>
                <a:lnTo>
                  <a:pt x="4166" y="18358"/>
                </a:lnTo>
                <a:quadBezTo>
                  <a:pt x="3776" y="20354"/>
                  <a:pt x="3776" y="21244"/>
                </a:quadBezTo>
                <a:close/>
              </a:path>
            </a:pathLst>
          </a:custGeom>
          <a:solidFill>
            <a:srgbClr val="FFFFFF"/>
          </a:solidFill>
          <a:ln w="36576" cap="rnd" cmpd="sng" algn="ctr">
            <a:solidFill>
              <a:srgbClr val="FFFFFF"/>
            </a:solidFill>
            <a:round/>
            <a:headEnd type="none"/>
            <a:tailEnd type="none"/>
          </a:ln>
        </p:spPr>
      </p:sp>
      <p:sp>
        <p:nvSpPr>
          <p:cNvPr id="1104" name="synchronisation / 1084 S superscript"/>
          <p:cNvSpPr txBox="1"/>
          <p:nvPr/>
        </p:nvSpPr>
        <p:spPr>
          <a:xfrm>
            <a:off x="6414882" y="7452634"/>
            <a:ext cx="249960" cy="548585"/>
          </a:xfrm>
          <a:prstGeom prst="rect">
            <a:avLst/>
          </a:prstGeom>
          <a:noFill/>
        </p:spPr>
        <p:txBody>
          <a:bodyPr wrap="none" lIns="0" rIns="0" tIns="0" bIns="0" anchor="t">
            <a:noAutofit/>
          </a:bodyPr>
          <a:lstStyle/>
          <a:p>
            <a:pPr>
              <a:spcBef>
                <a:spcPts val="0"/>
              </a:spcBef>
              <a:spcAft>
                <a:spcPts val="0"/>
              </a:spcAft>
            </a:pPr>
            <a:r>
              <a:rPr sz="3199" b="0" i="1" dirty="0" spc="0">
                <a:solidFill>
                  <a:srgbClr val="000000"/>
                </a:solidFill>
                <a:latin typeface="Liberation Serif"/>
                <a:ea typeface="Liberation Serif"/>
                <a:cs typeface="Liberation Serif"/>
              </a:rPr>
              <a:t>t</a:t>
            </a:r>
          </a:p>
        </p:txBody>
      </p:sp>
      <p:sp>
        <p:nvSpPr>
          <p:cNvPr id="1105" name="synchronisation / 1085 summation top bracket"/>
          <p:cNvSpPr/>
          <p:nvPr/>
        </p:nvSpPr>
        <p:spPr>
          <a:xfrm>
            <a:off x="8348472" y="7498080"/>
            <a:ext cx="2551176" cy="548640"/>
          </a:xfrm>
          <a:custGeom>
            <a:avLst/>
            <a:gdLst/>
            <a:ahLst/>
            <a:cxnLst/>
            <a:rect l="0" t="0" r="r" b="b"/>
            <a:pathLst>
              <a:path w="279000" h="60000" fill="none" stroke="1" extrusionOk="0">
                <a:moveTo>
                  <a:pt x="0" y="0"/>
                </a:moveTo>
                <a:lnTo>
                  <a:pt x="275000" y="0"/>
                </a:lnTo>
                <a:cubicBezTo>
                  <a:pt x="279000" y="0"/>
                  <a:pt x="279000" y="0"/>
                  <a:pt x="279000" y="6000"/>
                </a:cubicBezTo>
                <a:lnTo>
                  <a:pt x="279000" y="60000"/>
                </a:lnTo>
              </a:path>
            </a:pathLst>
          </a:custGeom>
          <a:noFill/>
          <a:ln w="128016" cap="rnd" cmpd="sng" algn="ctr">
            <a:solidFill>
              <a:srgbClr val="000000"/>
            </a:solidFill>
            <a:round/>
            <a:headEnd type="none"/>
            <a:tailEnd type="none"/>
          </a:ln>
        </p:spPr>
      </p:sp>
      <p:sp>
        <p:nvSpPr>
          <p:cNvPr id="1106" name="synchronisation / 1086 summation sigma and bottom bracket"/>
          <p:cNvSpPr/>
          <p:nvPr/>
        </p:nvSpPr>
        <p:spPr>
          <a:xfrm>
            <a:off x="7845552" y="7863840"/>
            <a:ext cx="3054096" cy="2039112"/>
          </a:xfrm>
          <a:custGeom>
            <a:avLst/>
            <a:gdLst/>
            <a:ahLst/>
            <a:cxnLst/>
            <a:rect l="0" t="0" r="r" b="b"/>
            <a:pathLst>
              <a:path w="334000" h="223000" fill="none" stroke="1" extrusionOk="0">
                <a:moveTo>
                  <a:pt x="0" y="0"/>
                </a:moveTo>
                <a:lnTo>
                  <a:pt x="58000" y="92000"/>
                </a:lnTo>
                <a:lnTo>
                  <a:pt x="4000" y="176000"/>
                </a:lnTo>
                <a:lnTo>
                  <a:pt x="4000" y="223000"/>
                </a:lnTo>
                <a:lnTo>
                  <a:pt x="334000" y="223000"/>
                </a:lnTo>
                <a:lnTo>
                  <a:pt x="334000" y="161000"/>
                </a:lnTo>
              </a:path>
            </a:pathLst>
          </a:custGeom>
          <a:noFill/>
          <a:ln w="128016" cap="rnd" cmpd="sng" algn="ctr">
            <a:solidFill>
              <a:srgbClr val="000000"/>
            </a:solidFill>
            <a:round/>
            <a:headEnd type="none"/>
            <a:tailEnd type="none"/>
          </a:ln>
        </p:spPr>
      </p:sp>
      <p:sp>
        <p:nvSpPr>
          <p:cNvPr id="1107" name="synchronisation / 1087 pairwise product sample"/>
          <p:cNvSpPr/>
          <p:nvPr/>
        </p:nvSpPr>
        <p:spPr>
          <a:xfrm>
            <a:off x="8014716" y="8214882"/>
            <a:ext cx="45720" cy="1453341"/>
          </a:xfrm>
          <a:custGeom>
            <a:avLst/>
            <a:gdLst/>
            <a:ahLst/>
            <a:cxnLst/>
            <a:rect l="0" t="0" r="r" b="b"/>
            <a:pathLst>
              <a:path w="5000" h="158939" fill="norm" stroke="1" extrusionOk="0">
                <a:moveTo>
                  <a:pt x="0" y="0"/>
                </a:moveTo>
                <a:lnTo>
                  <a:pt x="5000" y="0"/>
                </a:lnTo>
                <a:lnTo>
                  <a:pt x="5000" y="158939"/>
                </a:lnTo>
                <a:lnTo>
                  <a:pt x="0" y="158939"/>
                </a:lnTo>
                <a:close/>
              </a:path>
            </a:pathLst>
          </a:custGeom>
          <a:gradFill rotWithShape="1">
            <a:gsLst>
              <a:gs pos="0">
                <a:srgbClr val="39FF00">
                  <a:alpha val="97000"/>
                </a:srgbClr>
              </a:gs>
              <a:gs pos="100000">
                <a:srgbClr val="00FFD1">
                  <a:alpha val="97000"/>
                </a:srgbClr>
              </a:gs>
            </a:gsLst>
            <a:lin ang="5400000" scaled="1"/>
            <a:tileRect/>
          </a:gradFill>
          <a:ln w="0" cap="rnd" cmpd="sng" algn="ctr">
            <a:solidFill>
              <a:srgbClr val="FFFFFF">
                <a:alpha val="0"/>
              </a:srgbClr>
            </a:solidFill>
            <a:round/>
            <a:headEnd type="none"/>
            <a:tailEnd type="none"/>
          </a:ln>
        </p:spPr>
      </p:sp>
      <p:sp>
        <p:nvSpPr>
          <p:cNvPr id="1108" name="synchronisation / 1088 pairwise product sample"/>
          <p:cNvSpPr/>
          <p:nvPr/>
        </p:nvSpPr>
        <p:spPr>
          <a:xfrm>
            <a:off x="8161020" y="8205054"/>
            <a:ext cx="45720" cy="1136984"/>
          </a:xfrm>
          <a:custGeom>
            <a:avLst/>
            <a:gdLst/>
            <a:ahLst/>
            <a:cxnLst/>
            <a:rect l="0" t="0" r="r" b="b"/>
            <a:pathLst>
              <a:path w="5000" h="124342" fill="norm" stroke="1" extrusionOk="0">
                <a:moveTo>
                  <a:pt x="0" y="0"/>
                </a:moveTo>
                <a:lnTo>
                  <a:pt x="5000" y="0"/>
                </a:lnTo>
                <a:lnTo>
                  <a:pt x="5000" y="124342"/>
                </a:lnTo>
                <a:lnTo>
                  <a:pt x="0" y="124342"/>
                </a:lnTo>
                <a:close/>
              </a:path>
            </a:pathLst>
          </a:custGeom>
          <a:gradFill rotWithShape="1">
            <a:gsLst>
              <a:gs pos="0">
                <a:srgbClr val="39FF00">
                  <a:alpha val="97000"/>
                </a:srgbClr>
              </a:gs>
              <a:gs pos="100000">
                <a:srgbClr val="00FFD1">
                  <a:alpha val="97000"/>
                </a:srgbClr>
              </a:gs>
            </a:gsLst>
            <a:lin ang="5400000" scaled="1"/>
            <a:tileRect/>
          </a:gradFill>
          <a:ln w="0" cap="rnd" cmpd="sng" algn="ctr">
            <a:solidFill>
              <a:srgbClr val="FFFFFF">
                <a:alpha val="0"/>
              </a:srgbClr>
            </a:solidFill>
            <a:round/>
            <a:headEnd type="none"/>
            <a:tailEnd type="none"/>
          </a:ln>
        </p:spPr>
      </p:sp>
      <p:sp>
        <p:nvSpPr>
          <p:cNvPr id="1109" name="synchronisation / 1089 pairwise product sample"/>
          <p:cNvSpPr/>
          <p:nvPr/>
        </p:nvSpPr>
        <p:spPr>
          <a:xfrm>
            <a:off x="8307324" y="8083296"/>
            <a:ext cx="45720" cy="1060704"/>
          </a:xfrm>
          <a:custGeom>
            <a:avLst/>
            <a:gdLst/>
            <a:ahLst/>
            <a:cxnLst/>
            <a:rect l="0" t="0" r="r" b="b"/>
            <a:pathLst>
              <a:path w="5000" h="116000" fill="norm" stroke="1" extrusionOk="0">
                <a:moveTo>
                  <a:pt x="0" y="0"/>
                </a:moveTo>
                <a:lnTo>
                  <a:pt x="5000" y="0"/>
                </a:lnTo>
                <a:lnTo>
                  <a:pt x="5000" y="116000"/>
                </a:lnTo>
                <a:lnTo>
                  <a:pt x="0" y="116000"/>
                </a:lnTo>
                <a:close/>
              </a:path>
            </a:pathLst>
          </a:custGeom>
          <a:gradFill rotWithShape="1">
            <a:gsLst>
              <a:gs pos="0">
                <a:srgbClr val="39FF00">
                  <a:alpha val="97000"/>
                </a:srgbClr>
              </a:gs>
              <a:gs pos="100000">
                <a:srgbClr val="00FFD1">
                  <a:alpha val="97000"/>
                </a:srgbClr>
              </a:gs>
            </a:gsLst>
            <a:lin ang="5400000" scaled="1"/>
            <a:tileRect/>
          </a:gradFill>
          <a:ln w="0" cap="rnd" cmpd="sng" algn="ctr">
            <a:solidFill>
              <a:srgbClr val="FFFFFF">
                <a:alpha val="0"/>
              </a:srgbClr>
            </a:solidFill>
            <a:round/>
            <a:headEnd type="none"/>
            <a:tailEnd type="none"/>
          </a:ln>
        </p:spPr>
      </p:sp>
      <p:sp>
        <p:nvSpPr>
          <p:cNvPr id="1110" name="synchronisation / 1090 pairwise product sample"/>
          <p:cNvSpPr/>
          <p:nvPr/>
        </p:nvSpPr>
        <p:spPr>
          <a:xfrm>
            <a:off x="8453628" y="8157453"/>
            <a:ext cx="45720" cy="1128581"/>
          </a:xfrm>
          <a:custGeom>
            <a:avLst/>
            <a:gdLst/>
            <a:ahLst/>
            <a:cxnLst/>
            <a:rect l="0" t="0" r="r" b="b"/>
            <a:pathLst>
              <a:path w="5000" h="123423" fill="norm" stroke="1" extrusionOk="0">
                <a:moveTo>
                  <a:pt x="0" y="0"/>
                </a:moveTo>
                <a:lnTo>
                  <a:pt x="5000" y="0"/>
                </a:lnTo>
                <a:lnTo>
                  <a:pt x="5000" y="123423"/>
                </a:lnTo>
                <a:lnTo>
                  <a:pt x="0" y="123423"/>
                </a:lnTo>
                <a:close/>
              </a:path>
            </a:pathLst>
          </a:custGeom>
          <a:gradFill rotWithShape="1">
            <a:gsLst>
              <a:gs pos="0">
                <a:srgbClr val="39FF00">
                  <a:alpha val="97000"/>
                </a:srgbClr>
              </a:gs>
              <a:gs pos="100000">
                <a:srgbClr val="00FFD1">
                  <a:alpha val="97000"/>
                </a:srgbClr>
              </a:gs>
            </a:gsLst>
            <a:lin ang="5400000" scaled="1"/>
            <a:tileRect/>
          </a:gradFill>
          <a:ln w="0" cap="rnd" cmpd="sng" algn="ctr">
            <a:solidFill>
              <a:srgbClr val="FFFFFF">
                <a:alpha val="0"/>
              </a:srgbClr>
            </a:solidFill>
            <a:round/>
            <a:headEnd type="none"/>
            <a:tailEnd type="none"/>
          </a:ln>
        </p:spPr>
      </p:sp>
      <p:sp>
        <p:nvSpPr>
          <p:cNvPr id="1111" name="synchronisation / 1091 pairwise product sample"/>
          <p:cNvSpPr/>
          <p:nvPr/>
        </p:nvSpPr>
        <p:spPr>
          <a:xfrm>
            <a:off x="8599932" y="8076094"/>
            <a:ext cx="45720" cy="1200864"/>
          </a:xfrm>
          <a:custGeom>
            <a:avLst/>
            <a:gdLst/>
            <a:ahLst/>
            <a:cxnLst/>
            <a:rect l="0" t="0" r="r" b="b"/>
            <a:pathLst>
              <a:path w="5000" h="131328" fill="norm" stroke="1" extrusionOk="0">
                <a:moveTo>
                  <a:pt x="0" y="0"/>
                </a:moveTo>
                <a:lnTo>
                  <a:pt x="5000" y="0"/>
                </a:lnTo>
                <a:lnTo>
                  <a:pt x="5000" y="131328"/>
                </a:lnTo>
                <a:lnTo>
                  <a:pt x="0" y="131328"/>
                </a:lnTo>
                <a:close/>
              </a:path>
            </a:pathLst>
          </a:custGeom>
          <a:gradFill rotWithShape="1">
            <a:gsLst>
              <a:gs pos="0">
                <a:srgbClr val="39FF00">
                  <a:alpha val="97000"/>
                </a:srgbClr>
              </a:gs>
              <a:gs pos="100000">
                <a:srgbClr val="00FFD1">
                  <a:alpha val="97000"/>
                </a:srgbClr>
              </a:gs>
            </a:gsLst>
            <a:lin ang="5400000" scaled="1"/>
            <a:tileRect/>
          </a:gradFill>
          <a:ln w="0" cap="rnd" cmpd="sng" algn="ctr">
            <a:solidFill>
              <a:srgbClr val="FFFFFF">
                <a:alpha val="0"/>
              </a:srgbClr>
            </a:solidFill>
            <a:round/>
            <a:headEnd type="none"/>
            <a:tailEnd type="none"/>
          </a:ln>
        </p:spPr>
      </p:sp>
      <p:sp>
        <p:nvSpPr>
          <p:cNvPr id="1112" name="synchronisation / 1092 pairwise product sample"/>
          <p:cNvSpPr/>
          <p:nvPr/>
        </p:nvSpPr>
        <p:spPr>
          <a:xfrm>
            <a:off x="8746236" y="8260337"/>
            <a:ext cx="45720" cy="1089162"/>
          </a:xfrm>
          <a:custGeom>
            <a:avLst/>
            <a:gdLst/>
            <a:ahLst/>
            <a:cxnLst/>
            <a:rect l="0" t="0" r="r" b="b"/>
            <a:pathLst>
              <a:path w="5000" h="119112" fill="norm" stroke="1" extrusionOk="0">
                <a:moveTo>
                  <a:pt x="0" y="0"/>
                </a:moveTo>
                <a:lnTo>
                  <a:pt x="5000" y="0"/>
                </a:lnTo>
                <a:lnTo>
                  <a:pt x="5000" y="119112"/>
                </a:lnTo>
                <a:lnTo>
                  <a:pt x="0" y="119112"/>
                </a:lnTo>
                <a:close/>
              </a:path>
            </a:pathLst>
          </a:custGeom>
          <a:gradFill rotWithShape="1">
            <a:gsLst>
              <a:gs pos="0">
                <a:srgbClr val="39FF00">
                  <a:alpha val="97000"/>
                </a:srgbClr>
              </a:gs>
              <a:gs pos="100000">
                <a:srgbClr val="00FFD1">
                  <a:alpha val="97000"/>
                </a:srgbClr>
              </a:gs>
            </a:gsLst>
            <a:lin ang="5400000" scaled="1"/>
            <a:tileRect/>
          </a:gradFill>
          <a:ln w="0" cap="rnd" cmpd="sng" algn="ctr">
            <a:solidFill>
              <a:srgbClr val="FFFFFF">
                <a:alpha val="0"/>
              </a:srgbClr>
            </a:solidFill>
            <a:round/>
            <a:headEnd type="none"/>
            <a:tailEnd type="none"/>
          </a:ln>
        </p:spPr>
      </p:sp>
      <p:sp>
        <p:nvSpPr>
          <p:cNvPr id="1113" name="synchronisation / 1093 pairwise product sample"/>
          <p:cNvSpPr/>
          <p:nvPr/>
        </p:nvSpPr>
        <p:spPr>
          <a:xfrm>
            <a:off x="8892540" y="8214068"/>
            <a:ext cx="45720" cy="1313980"/>
          </a:xfrm>
          <a:custGeom>
            <a:avLst/>
            <a:gdLst/>
            <a:ahLst/>
            <a:cxnLst/>
            <a:rect l="0" t="0" r="r" b="b"/>
            <a:pathLst>
              <a:path w="5000" h="143699" fill="norm" stroke="1" extrusionOk="0">
                <a:moveTo>
                  <a:pt x="0" y="0"/>
                </a:moveTo>
                <a:lnTo>
                  <a:pt x="5000" y="0"/>
                </a:lnTo>
                <a:lnTo>
                  <a:pt x="5000" y="143699"/>
                </a:lnTo>
                <a:lnTo>
                  <a:pt x="0" y="143699"/>
                </a:lnTo>
                <a:close/>
              </a:path>
            </a:pathLst>
          </a:custGeom>
          <a:gradFill rotWithShape="1">
            <a:gsLst>
              <a:gs pos="0">
                <a:srgbClr val="39FF00">
                  <a:alpha val="97000"/>
                </a:srgbClr>
              </a:gs>
              <a:gs pos="100000">
                <a:srgbClr val="00FFD1">
                  <a:alpha val="97000"/>
                </a:srgbClr>
              </a:gs>
            </a:gsLst>
            <a:lin ang="5400000" scaled="1"/>
            <a:tileRect/>
          </a:gradFill>
          <a:ln w="0" cap="rnd" cmpd="sng" algn="ctr">
            <a:solidFill>
              <a:srgbClr val="FFFFFF">
                <a:alpha val="0"/>
              </a:srgbClr>
            </a:solidFill>
            <a:round/>
            <a:headEnd type="none"/>
            <a:tailEnd type="none"/>
          </a:ln>
        </p:spPr>
      </p:sp>
      <p:sp>
        <p:nvSpPr>
          <p:cNvPr id="1114" name="synchronisation / 1094 pairwise product sample"/>
          <p:cNvSpPr/>
          <p:nvPr/>
        </p:nvSpPr>
        <p:spPr>
          <a:xfrm>
            <a:off x="9038844" y="7645490"/>
            <a:ext cx="45720" cy="1577021"/>
          </a:xfrm>
          <a:custGeom>
            <a:avLst/>
            <a:gdLst/>
            <a:ahLst/>
            <a:cxnLst/>
            <a:rect l="0" t="0" r="r" b="b"/>
            <a:pathLst>
              <a:path w="5000" h="172465" fill="norm" stroke="1" extrusionOk="0">
                <a:moveTo>
                  <a:pt x="0" y="0"/>
                </a:moveTo>
                <a:lnTo>
                  <a:pt x="5000" y="0"/>
                </a:lnTo>
                <a:lnTo>
                  <a:pt x="5000" y="172465"/>
                </a:lnTo>
                <a:lnTo>
                  <a:pt x="0" y="172465"/>
                </a:lnTo>
                <a:close/>
              </a:path>
            </a:pathLst>
          </a:custGeom>
          <a:gradFill rotWithShape="1">
            <a:gsLst>
              <a:gs pos="0">
                <a:srgbClr val="39FF00">
                  <a:alpha val="97000"/>
                </a:srgbClr>
              </a:gs>
              <a:gs pos="100000">
                <a:srgbClr val="00FFD1">
                  <a:alpha val="97000"/>
                </a:srgbClr>
              </a:gs>
            </a:gsLst>
            <a:lin ang="5400000" scaled="1"/>
            <a:tileRect/>
          </a:gradFill>
          <a:ln w="0" cap="rnd" cmpd="sng" algn="ctr">
            <a:solidFill>
              <a:srgbClr val="FFFFFF">
                <a:alpha val="0"/>
              </a:srgbClr>
            </a:solidFill>
            <a:round/>
            <a:headEnd type="none"/>
            <a:tailEnd type="none"/>
          </a:ln>
        </p:spPr>
      </p:sp>
      <p:sp>
        <p:nvSpPr>
          <p:cNvPr id="1115" name="synchronisation / 1095 pairwise product sample"/>
          <p:cNvSpPr/>
          <p:nvPr/>
        </p:nvSpPr>
        <p:spPr>
          <a:xfrm>
            <a:off x="9185148" y="7756481"/>
            <a:ext cx="45720" cy="1308840"/>
          </a:xfrm>
          <a:custGeom>
            <a:avLst/>
            <a:gdLst/>
            <a:ahLst/>
            <a:cxnLst/>
            <a:rect l="0" t="0" r="r" b="b"/>
            <a:pathLst>
              <a:path w="5000" h="143137" fill="norm" stroke="1" extrusionOk="0">
                <a:moveTo>
                  <a:pt x="0" y="0"/>
                </a:moveTo>
                <a:lnTo>
                  <a:pt x="5000" y="0"/>
                </a:lnTo>
                <a:lnTo>
                  <a:pt x="5000" y="143137"/>
                </a:lnTo>
                <a:lnTo>
                  <a:pt x="0" y="143137"/>
                </a:lnTo>
                <a:close/>
              </a:path>
            </a:pathLst>
          </a:custGeom>
          <a:gradFill rotWithShape="1">
            <a:gsLst>
              <a:gs pos="0">
                <a:srgbClr val="39FF00">
                  <a:alpha val="97000"/>
                </a:srgbClr>
              </a:gs>
              <a:gs pos="100000">
                <a:srgbClr val="00FFD1">
                  <a:alpha val="97000"/>
                </a:srgbClr>
              </a:gs>
            </a:gsLst>
            <a:lin ang="5400000" scaled="1"/>
            <a:tileRect/>
          </a:gradFill>
          <a:ln w="0" cap="rnd" cmpd="sng" algn="ctr">
            <a:solidFill>
              <a:srgbClr val="FFFFFF">
                <a:alpha val="0"/>
              </a:srgbClr>
            </a:solidFill>
            <a:round/>
            <a:headEnd type="none"/>
            <a:tailEnd type="none"/>
          </a:ln>
        </p:spPr>
      </p:sp>
      <p:sp>
        <p:nvSpPr>
          <p:cNvPr id="1116" name="synchronisation / 1096 pairwise product sample"/>
          <p:cNvSpPr/>
          <p:nvPr/>
        </p:nvSpPr>
        <p:spPr>
          <a:xfrm>
            <a:off x="9331452" y="8326685"/>
            <a:ext cx="45720" cy="777806"/>
          </a:xfrm>
          <a:custGeom>
            <a:avLst/>
            <a:gdLst/>
            <a:ahLst/>
            <a:cxnLst/>
            <a:rect l="0" t="0" r="r" b="b"/>
            <a:pathLst>
              <a:path w="5000" h="85062" fill="norm" stroke="1" extrusionOk="0">
                <a:moveTo>
                  <a:pt x="0" y="0"/>
                </a:moveTo>
                <a:lnTo>
                  <a:pt x="5000" y="0"/>
                </a:lnTo>
                <a:lnTo>
                  <a:pt x="5000" y="85062"/>
                </a:lnTo>
                <a:lnTo>
                  <a:pt x="0" y="85062"/>
                </a:lnTo>
                <a:close/>
              </a:path>
            </a:pathLst>
          </a:custGeom>
          <a:gradFill rotWithShape="1">
            <a:gsLst>
              <a:gs pos="0">
                <a:srgbClr val="39FF00">
                  <a:alpha val="97000"/>
                </a:srgbClr>
              </a:gs>
              <a:gs pos="100000">
                <a:srgbClr val="00FFD1">
                  <a:alpha val="97000"/>
                </a:srgbClr>
              </a:gs>
            </a:gsLst>
            <a:lin ang="5400000" scaled="1"/>
            <a:tileRect/>
          </a:gradFill>
          <a:ln w="0" cap="rnd" cmpd="sng" algn="ctr">
            <a:solidFill>
              <a:srgbClr val="FFFFFF">
                <a:alpha val="0"/>
              </a:srgbClr>
            </a:solidFill>
            <a:round/>
            <a:headEnd type="none"/>
            <a:tailEnd type="none"/>
          </a:ln>
        </p:spPr>
      </p:sp>
      <p:sp>
        <p:nvSpPr>
          <p:cNvPr id="1117" name="synchronisation / 1097 pairwise product sample"/>
          <p:cNvSpPr/>
          <p:nvPr/>
        </p:nvSpPr>
        <p:spPr>
          <a:xfrm>
            <a:off x="9477756" y="8088638"/>
            <a:ext cx="45720" cy="1144704"/>
          </a:xfrm>
          <a:custGeom>
            <a:avLst/>
            <a:gdLst/>
            <a:ahLst/>
            <a:cxnLst/>
            <a:rect l="0" t="0" r="r" b="b"/>
            <a:pathLst>
              <a:path w="5000" h="125186" fill="norm" stroke="1" extrusionOk="0">
                <a:moveTo>
                  <a:pt x="0" y="0"/>
                </a:moveTo>
                <a:lnTo>
                  <a:pt x="5000" y="0"/>
                </a:lnTo>
                <a:lnTo>
                  <a:pt x="5000" y="125186"/>
                </a:lnTo>
                <a:lnTo>
                  <a:pt x="0" y="125186"/>
                </a:lnTo>
                <a:close/>
              </a:path>
            </a:pathLst>
          </a:custGeom>
          <a:gradFill rotWithShape="1">
            <a:gsLst>
              <a:gs pos="0">
                <a:srgbClr val="39FF00">
                  <a:alpha val="97000"/>
                </a:srgbClr>
              </a:gs>
              <a:gs pos="100000">
                <a:srgbClr val="00FFD1">
                  <a:alpha val="97000"/>
                </a:srgbClr>
              </a:gs>
            </a:gsLst>
            <a:lin ang="5400000" scaled="1"/>
            <a:tileRect/>
          </a:gradFill>
          <a:ln w="0" cap="rnd" cmpd="sng" algn="ctr">
            <a:solidFill>
              <a:srgbClr val="FFFFFF">
                <a:alpha val="0"/>
              </a:srgbClr>
            </a:solidFill>
            <a:round/>
            <a:headEnd type="none"/>
            <a:tailEnd type="none"/>
          </a:ln>
        </p:spPr>
      </p:sp>
      <p:sp>
        <p:nvSpPr>
          <p:cNvPr id="1118" name="synchronisation / 1098 pairwise product sample"/>
          <p:cNvSpPr/>
          <p:nvPr/>
        </p:nvSpPr>
        <p:spPr>
          <a:xfrm>
            <a:off x="9624060" y="8169972"/>
            <a:ext cx="45720" cy="1200080"/>
          </a:xfrm>
          <a:custGeom>
            <a:avLst/>
            <a:gdLst/>
            <a:ahLst/>
            <a:cxnLst/>
            <a:rect l="0" t="0" r="r" b="b"/>
            <a:pathLst>
              <a:path w="5000" h="131242" fill="norm" stroke="1" extrusionOk="0">
                <a:moveTo>
                  <a:pt x="0" y="0"/>
                </a:moveTo>
                <a:lnTo>
                  <a:pt x="5000" y="0"/>
                </a:lnTo>
                <a:lnTo>
                  <a:pt x="5000" y="131242"/>
                </a:lnTo>
                <a:lnTo>
                  <a:pt x="0" y="131242"/>
                </a:lnTo>
                <a:close/>
              </a:path>
            </a:pathLst>
          </a:custGeom>
          <a:gradFill rotWithShape="1">
            <a:gsLst>
              <a:gs pos="0">
                <a:srgbClr val="39FF00">
                  <a:alpha val="97000"/>
                </a:srgbClr>
              </a:gs>
              <a:gs pos="100000">
                <a:srgbClr val="00FFD1">
                  <a:alpha val="97000"/>
                </a:srgbClr>
              </a:gs>
            </a:gsLst>
            <a:lin ang="5400000" scaled="1"/>
            <a:tileRect/>
          </a:gradFill>
          <a:ln w="0" cap="rnd" cmpd="sng" algn="ctr">
            <a:solidFill>
              <a:srgbClr val="FFFFFF">
                <a:alpha val="0"/>
              </a:srgbClr>
            </a:solidFill>
            <a:round/>
            <a:headEnd type="none"/>
            <a:tailEnd type="none"/>
          </a:ln>
        </p:spPr>
      </p:sp>
      <p:sp>
        <p:nvSpPr>
          <p:cNvPr id="1119" name="synchronisation / 1099 pairwise product sample"/>
          <p:cNvSpPr/>
          <p:nvPr/>
        </p:nvSpPr>
        <p:spPr>
          <a:xfrm>
            <a:off x="9770364" y="8231471"/>
            <a:ext cx="45720" cy="1083966"/>
          </a:xfrm>
          <a:custGeom>
            <a:avLst/>
            <a:gdLst/>
            <a:ahLst/>
            <a:cxnLst/>
            <a:rect l="0" t="0" r="r" b="b"/>
            <a:pathLst>
              <a:path w="5000" h="118544" fill="norm" stroke="1" extrusionOk="0">
                <a:moveTo>
                  <a:pt x="0" y="0"/>
                </a:moveTo>
                <a:lnTo>
                  <a:pt x="5000" y="0"/>
                </a:lnTo>
                <a:lnTo>
                  <a:pt x="5000" y="118544"/>
                </a:lnTo>
                <a:lnTo>
                  <a:pt x="0" y="118544"/>
                </a:lnTo>
                <a:close/>
              </a:path>
            </a:pathLst>
          </a:custGeom>
          <a:gradFill rotWithShape="1">
            <a:gsLst>
              <a:gs pos="0">
                <a:srgbClr val="39FF00">
                  <a:alpha val="97000"/>
                </a:srgbClr>
              </a:gs>
              <a:gs pos="100000">
                <a:srgbClr val="00FFD1">
                  <a:alpha val="97000"/>
                </a:srgbClr>
              </a:gs>
            </a:gsLst>
            <a:lin ang="5400000" scaled="1"/>
            <a:tileRect/>
          </a:gradFill>
          <a:ln w="0" cap="rnd" cmpd="sng" algn="ctr">
            <a:solidFill>
              <a:srgbClr val="FFFFFF">
                <a:alpha val="0"/>
              </a:srgbClr>
            </a:solidFill>
            <a:round/>
            <a:headEnd type="none"/>
            <a:tailEnd type="none"/>
          </a:ln>
        </p:spPr>
      </p:sp>
      <p:sp>
        <p:nvSpPr>
          <p:cNvPr id="1120" name="synchronisation / 1100 pairwise product sample"/>
          <p:cNvSpPr/>
          <p:nvPr/>
        </p:nvSpPr>
        <p:spPr>
          <a:xfrm>
            <a:off x="9916668" y="8078483"/>
            <a:ext cx="45720" cy="1255134"/>
          </a:xfrm>
          <a:custGeom>
            <a:avLst/>
            <a:gdLst/>
            <a:ahLst/>
            <a:cxnLst/>
            <a:rect l="0" t="0" r="r" b="b"/>
            <a:pathLst>
              <a:path w="5000" h="137263" fill="norm" stroke="1" extrusionOk="0">
                <a:moveTo>
                  <a:pt x="0" y="0"/>
                </a:moveTo>
                <a:lnTo>
                  <a:pt x="5000" y="0"/>
                </a:lnTo>
                <a:lnTo>
                  <a:pt x="5000" y="137263"/>
                </a:lnTo>
                <a:lnTo>
                  <a:pt x="0" y="137263"/>
                </a:lnTo>
                <a:close/>
              </a:path>
            </a:pathLst>
          </a:custGeom>
          <a:gradFill rotWithShape="1">
            <a:gsLst>
              <a:gs pos="0">
                <a:srgbClr val="39FF00">
                  <a:alpha val="97000"/>
                </a:srgbClr>
              </a:gs>
              <a:gs pos="100000">
                <a:srgbClr val="00FFD1">
                  <a:alpha val="97000"/>
                </a:srgbClr>
              </a:gs>
            </a:gsLst>
            <a:lin ang="5400000" scaled="1"/>
            <a:tileRect/>
          </a:gradFill>
          <a:ln w="0" cap="rnd" cmpd="sng" algn="ctr">
            <a:solidFill>
              <a:srgbClr val="FFFFFF">
                <a:alpha val="0"/>
              </a:srgbClr>
            </a:solidFill>
            <a:round/>
            <a:headEnd type="none"/>
            <a:tailEnd type="none"/>
          </a:ln>
        </p:spPr>
      </p:sp>
      <p:sp>
        <p:nvSpPr>
          <p:cNvPr id="1121" name="synchronisation / 1101 pairwise product sample"/>
          <p:cNvSpPr/>
          <p:nvPr/>
        </p:nvSpPr>
        <p:spPr>
          <a:xfrm>
            <a:off x="10062972" y="8209957"/>
            <a:ext cx="45720" cy="1164648"/>
          </a:xfrm>
          <a:custGeom>
            <a:avLst/>
            <a:gdLst/>
            <a:ahLst/>
            <a:cxnLst/>
            <a:rect l="0" t="0" r="r" b="b"/>
            <a:pathLst>
              <a:path w="5000" h="127367" fill="norm" stroke="1" extrusionOk="0">
                <a:moveTo>
                  <a:pt x="0" y="0"/>
                </a:moveTo>
                <a:lnTo>
                  <a:pt x="5000" y="0"/>
                </a:lnTo>
                <a:lnTo>
                  <a:pt x="5000" y="127367"/>
                </a:lnTo>
                <a:lnTo>
                  <a:pt x="0" y="127367"/>
                </a:lnTo>
                <a:close/>
              </a:path>
            </a:pathLst>
          </a:custGeom>
          <a:gradFill rotWithShape="1">
            <a:gsLst>
              <a:gs pos="0">
                <a:srgbClr val="39FF00">
                  <a:alpha val="97000"/>
                </a:srgbClr>
              </a:gs>
              <a:gs pos="100000">
                <a:srgbClr val="00FFD1">
                  <a:alpha val="97000"/>
                </a:srgbClr>
              </a:gs>
            </a:gsLst>
            <a:lin ang="5400000" scaled="1"/>
            <a:tileRect/>
          </a:gradFill>
          <a:ln w="0" cap="rnd" cmpd="sng" algn="ctr">
            <a:solidFill>
              <a:srgbClr val="FFFFFF">
                <a:alpha val="0"/>
              </a:srgbClr>
            </a:solidFill>
            <a:round/>
            <a:headEnd type="none"/>
            <a:tailEnd type="none"/>
          </a:ln>
        </p:spPr>
      </p:sp>
      <p:sp>
        <p:nvSpPr>
          <p:cNvPr id="1122" name="synchronisation / 1102 pairwise product sample"/>
          <p:cNvSpPr/>
          <p:nvPr/>
        </p:nvSpPr>
        <p:spPr>
          <a:xfrm>
            <a:off x="10209276" y="8075233"/>
            <a:ext cx="45720" cy="1188863"/>
          </a:xfrm>
          <a:custGeom>
            <a:avLst/>
            <a:gdLst/>
            <a:ahLst/>
            <a:cxnLst/>
            <a:rect l="0" t="0" r="r" b="b"/>
            <a:pathLst>
              <a:path w="5000" h="130016" fill="norm" stroke="1" extrusionOk="0">
                <a:moveTo>
                  <a:pt x="0" y="0"/>
                </a:moveTo>
                <a:lnTo>
                  <a:pt x="5000" y="0"/>
                </a:lnTo>
                <a:lnTo>
                  <a:pt x="5000" y="130016"/>
                </a:lnTo>
                <a:lnTo>
                  <a:pt x="0" y="130016"/>
                </a:lnTo>
                <a:close/>
              </a:path>
            </a:pathLst>
          </a:custGeom>
          <a:gradFill rotWithShape="1">
            <a:gsLst>
              <a:gs pos="0">
                <a:srgbClr val="39FF00">
                  <a:alpha val="97000"/>
                </a:srgbClr>
              </a:gs>
              <a:gs pos="100000">
                <a:srgbClr val="00FFD1">
                  <a:alpha val="97000"/>
                </a:srgbClr>
              </a:gs>
            </a:gsLst>
            <a:lin ang="5400000" scaled="1"/>
            <a:tileRect/>
          </a:gradFill>
          <a:ln w="0" cap="rnd" cmpd="sng" algn="ctr">
            <a:solidFill>
              <a:srgbClr val="FFFFFF">
                <a:alpha val="0"/>
              </a:srgbClr>
            </a:solidFill>
            <a:round/>
            <a:headEnd type="none"/>
            <a:tailEnd type="none"/>
          </a:ln>
        </p:spPr>
      </p:sp>
      <p:sp>
        <p:nvSpPr>
          <p:cNvPr id="1123" name="synchronisation / 1103 pairwise product sample"/>
          <p:cNvSpPr/>
          <p:nvPr/>
        </p:nvSpPr>
        <p:spPr>
          <a:xfrm>
            <a:off x="10355580" y="8210461"/>
            <a:ext cx="45720" cy="1163573"/>
          </a:xfrm>
          <a:custGeom>
            <a:avLst/>
            <a:gdLst/>
            <a:ahLst/>
            <a:cxnLst/>
            <a:rect l="0" t="0" r="r" b="b"/>
            <a:pathLst>
              <a:path w="5000" h="127250" fill="norm" stroke="1" extrusionOk="0">
                <a:moveTo>
                  <a:pt x="0" y="0"/>
                </a:moveTo>
                <a:lnTo>
                  <a:pt x="5000" y="0"/>
                </a:lnTo>
                <a:lnTo>
                  <a:pt x="5000" y="127250"/>
                </a:lnTo>
                <a:lnTo>
                  <a:pt x="0" y="127250"/>
                </a:lnTo>
                <a:close/>
              </a:path>
            </a:pathLst>
          </a:custGeom>
          <a:gradFill rotWithShape="1">
            <a:gsLst>
              <a:gs pos="0">
                <a:srgbClr val="39FF00">
                  <a:alpha val="97000"/>
                </a:srgbClr>
              </a:gs>
              <a:gs pos="100000">
                <a:srgbClr val="00FFD1">
                  <a:alpha val="97000"/>
                </a:srgbClr>
              </a:gs>
            </a:gsLst>
            <a:lin ang="5400000" scaled="1"/>
            <a:tileRect/>
          </a:gradFill>
          <a:ln w="0" cap="rnd" cmpd="sng" algn="ctr">
            <a:solidFill>
              <a:srgbClr val="FFFFFF">
                <a:alpha val="0"/>
              </a:srgbClr>
            </a:solidFill>
            <a:round/>
            <a:headEnd type="none"/>
            <a:tailEnd type="none"/>
          </a:ln>
        </p:spPr>
      </p:sp>
      <p:sp>
        <p:nvSpPr>
          <p:cNvPr id="1124" name="synchronisation / 1104 pairwise product sample"/>
          <p:cNvSpPr/>
          <p:nvPr/>
        </p:nvSpPr>
        <p:spPr>
          <a:xfrm>
            <a:off x="10501884" y="8280591"/>
            <a:ext cx="45720" cy="1137377"/>
          </a:xfrm>
          <a:custGeom>
            <a:avLst/>
            <a:gdLst/>
            <a:ahLst/>
            <a:cxnLst/>
            <a:rect l="0" t="0" r="r" b="b"/>
            <a:pathLst>
              <a:path w="5000" h="124385" fill="norm" stroke="1" extrusionOk="0">
                <a:moveTo>
                  <a:pt x="0" y="0"/>
                </a:moveTo>
                <a:lnTo>
                  <a:pt x="5000" y="0"/>
                </a:lnTo>
                <a:lnTo>
                  <a:pt x="5000" y="124385"/>
                </a:lnTo>
                <a:lnTo>
                  <a:pt x="0" y="124385"/>
                </a:lnTo>
                <a:close/>
              </a:path>
            </a:pathLst>
          </a:custGeom>
          <a:gradFill rotWithShape="1">
            <a:gsLst>
              <a:gs pos="0">
                <a:srgbClr val="39FF00">
                  <a:alpha val="97000"/>
                </a:srgbClr>
              </a:gs>
              <a:gs pos="100000">
                <a:srgbClr val="00FFD1">
                  <a:alpha val="97000"/>
                </a:srgbClr>
              </a:gs>
            </a:gsLst>
            <a:lin ang="5400000" scaled="1"/>
            <a:tileRect/>
          </a:gradFill>
          <a:ln w="0" cap="rnd" cmpd="sng" algn="ctr">
            <a:solidFill>
              <a:srgbClr val="FFFFFF">
                <a:alpha val="0"/>
              </a:srgbClr>
            </a:solidFill>
            <a:round/>
            <a:headEnd type="none"/>
            <a:tailEnd type="none"/>
          </a:ln>
        </p:spPr>
      </p:sp>
      <p:sp>
        <p:nvSpPr>
          <p:cNvPr id="1125" name="synchronisation / 1105 pairwise product sample"/>
          <p:cNvSpPr/>
          <p:nvPr/>
        </p:nvSpPr>
        <p:spPr>
          <a:xfrm>
            <a:off x="10648188" y="8202168"/>
            <a:ext cx="45720" cy="1170432"/>
          </a:xfrm>
          <a:custGeom>
            <a:avLst/>
            <a:gdLst/>
            <a:ahLst/>
            <a:cxnLst/>
            <a:rect l="0" t="0" r="r" b="b"/>
            <a:pathLst>
              <a:path w="5000" h="128000" fill="norm" stroke="1" extrusionOk="0">
                <a:moveTo>
                  <a:pt x="0" y="0"/>
                </a:moveTo>
                <a:lnTo>
                  <a:pt x="5000" y="0"/>
                </a:lnTo>
                <a:lnTo>
                  <a:pt x="5000" y="128000"/>
                </a:lnTo>
                <a:lnTo>
                  <a:pt x="0" y="128000"/>
                </a:lnTo>
                <a:close/>
              </a:path>
            </a:pathLst>
          </a:custGeom>
          <a:gradFill rotWithShape="1">
            <a:gsLst>
              <a:gs pos="0">
                <a:srgbClr val="39FF00">
                  <a:alpha val="97000"/>
                </a:srgbClr>
              </a:gs>
              <a:gs pos="100000">
                <a:srgbClr val="00FFD1">
                  <a:alpha val="97000"/>
                </a:srgbClr>
              </a:gs>
            </a:gsLst>
            <a:lin ang="5400000" scaled="1"/>
            <a:tileRect/>
          </a:gradFill>
          <a:ln w="0" cap="rnd" cmpd="sng" algn="ctr">
            <a:solidFill>
              <a:srgbClr val="FFFFFF">
                <a:alpha val="0"/>
              </a:srgbClr>
            </a:solidFill>
            <a:round/>
            <a:headEnd type="none"/>
            <a:tailEnd type="none"/>
          </a:ln>
        </p:spPr>
      </p:sp>
      <p:sp>
        <p:nvSpPr>
          <p:cNvPr id="1126" name="synchronisation / 1106 synchronisation first waveform"/>
          <p:cNvSpPr/>
          <p:nvPr/>
        </p:nvSpPr>
        <p:spPr>
          <a:xfrm>
            <a:off x="7991856" y="8165592"/>
            <a:ext cx="109728" cy="100584"/>
          </a:xfrm>
          <a:custGeom>
            <a:avLst/>
            <a:gdLst/>
            <a:ahLst/>
            <a:cxnLst/>
            <a:rect l="0" t="0" r="r" b="b"/>
            <a:pathLst>
              <a:path w="12000" h="11000" fill="none" stroke="1" extrusionOk="0">
                <a:moveTo>
                  <a:pt x="0" y="11000"/>
                </a:moveTo>
                <a:cubicBezTo>
                  <a:pt x="2000" y="9167"/>
                  <a:pt x="7833" y="1000"/>
                  <a:pt x="12000" y="0"/>
                </a:cubicBezTo>
              </a:path>
            </a:pathLst>
          </a:custGeom>
          <a:noFill/>
          <a:ln w="12802" cap="rnd" cmpd="sng" algn="ctr">
            <a:solidFill>
              <a:srgbClr val="000000"/>
            </a:solidFill>
            <a:round/>
            <a:headEnd type="none"/>
            <a:tailEnd type="none"/>
          </a:ln>
        </p:spPr>
      </p:sp>
      <p:sp>
        <p:nvSpPr>
          <p:cNvPr id="1127" name="synchronisation / 1107 synchronisation first waveform"/>
          <p:cNvSpPr/>
          <p:nvPr/>
        </p:nvSpPr>
        <p:spPr>
          <a:xfrm>
            <a:off x="8101584" y="8156448"/>
            <a:ext cx="118872" cy="68580"/>
          </a:xfrm>
          <a:custGeom>
            <a:avLst/>
            <a:gdLst/>
            <a:ahLst/>
            <a:cxnLst/>
            <a:rect l="0" t="0" r="r" b="b"/>
            <a:pathLst>
              <a:path w="13000" h="7500" fill="none" stroke="1" extrusionOk="0">
                <a:moveTo>
                  <a:pt x="0" y="1000"/>
                </a:moveTo>
                <a:cubicBezTo>
                  <a:pt x="4167" y="0"/>
                  <a:pt x="8833" y="7500"/>
                  <a:pt x="13000" y="6000"/>
                </a:cubicBezTo>
              </a:path>
            </a:pathLst>
          </a:custGeom>
          <a:noFill/>
          <a:ln w="15814" cap="rnd" cmpd="sng" algn="ctr">
            <a:solidFill>
              <a:srgbClr val="000000"/>
            </a:solidFill>
            <a:round/>
            <a:headEnd type="none"/>
            <a:tailEnd type="none"/>
          </a:ln>
        </p:spPr>
      </p:sp>
      <p:sp>
        <p:nvSpPr>
          <p:cNvPr id="1128" name="synchronisation / 1108 synchronisation first waveform"/>
          <p:cNvSpPr/>
          <p:nvPr/>
        </p:nvSpPr>
        <p:spPr>
          <a:xfrm>
            <a:off x="8220456" y="8083296"/>
            <a:ext cx="109728" cy="128016"/>
          </a:xfrm>
          <a:custGeom>
            <a:avLst/>
            <a:gdLst/>
            <a:ahLst/>
            <a:cxnLst/>
            <a:rect l="0" t="0" r="r" b="b"/>
            <a:pathLst>
              <a:path w="12000" h="14000" fill="none" stroke="1" extrusionOk="0">
                <a:moveTo>
                  <a:pt x="0" y="14000"/>
                </a:moveTo>
                <a:cubicBezTo>
                  <a:pt x="4167" y="12500"/>
                  <a:pt x="8000" y="500"/>
                  <a:pt x="12000" y="0"/>
                </a:cubicBezTo>
              </a:path>
            </a:pathLst>
          </a:custGeom>
          <a:noFill/>
          <a:ln w="18826" cap="rnd" cmpd="sng" algn="ctr">
            <a:solidFill>
              <a:srgbClr val="000000"/>
            </a:solidFill>
            <a:round/>
            <a:headEnd type="none"/>
            <a:tailEnd type="none"/>
          </a:ln>
        </p:spPr>
      </p:sp>
      <p:sp>
        <p:nvSpPr>
          <p:cNvPr id="1129" name="synchronisation / 1109 synchronisation first waveform"/>
          <p:cNvSpPr/>
          <p:nvPr/>
        </p:nvSpPr>
        <p:spPr>
          <a:xfrm>
            <a:off x="8330184" y="8078724"/>
            <a:ext cx="109728" cy="109728"/>
          </a:xfrm>
          <a:custGeom>
            <a:avLst/>
            <a:gdLst/>
            <a:ahLst/>
            <a:cxnLst/>
            <a:rect l="0" t="0" r="r" b="b"/>
            <a:pathLst>
              <a:path w="12000" h="12000" fill="none" stroke="1" extrusionOk="0">
                <a:moveTo>
                  <a:pt x="0" y="500"/>
                </a:moveTo>
                <a:cubicBezTo>
                  <a:pt x="4000" y="0"/>
                  <a:pt x="7500" y="12000"/>
                  <a:pt x="12000" y="11500"/>
                </a:cubicBezTo>
              </a:path>
            </a:pathLst>
          </a:custGeom>
          <a:noFill/>
          <a:ln w="21838" cap="rnd" cmpd="sng" algn="ctr">
            <a:solidFill>
              <a:srgbClr val="000000"/>
            </a:solidFill>
            <a:round/>
            <a:headEnd type="none"/>
            <a:tailEnd type="none"/>
          </a:ln>
        </p:spPr>
      </p:sp>
      <p:sp>
        <p:nvSpPr>
          <p:cNvPr id="1130" name="synchronisation / 1110 synchronisation first waveform"/>
          <p:cNvSpPr/>
          <p:nvPr/>
        </p:nvSpPr>
        <p:spPr>
          <a:xfrm>
            <a:off x="8439912" y="8055864"/>
            <a:ext cx="137160" cy="128016"/>
          </a:xfrm>
          <a:custGeom>
            <a:avLst/>
            <a:gdLst/>
            <a:ahLst/>
            <a:cxnLst/>
            <a:rect l="0" t="0" r="r" b="b"/>
            <a:pathLst>
              <a:path w="15000" h="14000" fill="none" stroke="1" extrusionOk="0">
                <a:moveTo>
                  <a:pt x="0" y="14000"/>
                </a:moveTo>
                <a:cubicBezTo>
                  <a:pt x="4500" y="13500"/>
                  <a:pt x="10000" y="167"/>
                  <a:pt x="15000" y="0"/>
                </a:cubicBezTo>
              </a:path>
            </a:pathLst>
          </a:custGeom>
          <a:noFill/>
          <a:ln w="24850" cap="rnd" cmpd="sng" algn="ctr">
            <a:solidFill>
              <a:srgbClr val="000000"/>
            </a:solidFill>
            <a:round/>
            <a:headEnd type="none"/>
            <a:tailEnd type="none"/>
          </a:ln>
        </p:spPr>
      </p:sp>
      <p:sp>
        <p:nvSpPr>
          <p:cNvPr id="1131" name="synchronisation / 1111 synchronisation first waveform"/>
          <p:cNvSpPr/>
          <p:nvPr/>
        </p:nvSpPr>
        <p:spPr>
          <a:xfrm>
            <a:off x="8577072" y="8054340"/>
            <a:ext cx="137160" cy="120396"/>
          </a:xfrm>
          <a:custGeom>
            <a:avLst/>
            <a:gdLst/>
            <a:ahLst/>
            <a:cxnLst/>
            <a:rect l="0" t="0" r="r" b="b"/>
            <a:pathLst>
              <a:path w="15000" h="13167" fill="none" stroke="1" extrusionOk="0">
                <a:moveTo>
                  <a:pt x="0" y="167"/>
                </a:moveTo>
                <a:cubicBezTo>
                  <a:pt x="5000" y="0"/>
                  <a:pt x="9667" y="8000"/>
                  <a:pt x="15000" y="13167"/>
                </a:cubicBezTo>
              </a:path>
            </a:pathLst>
          </a:custGeom>
          <a:noFill/>
          <a:ln w="27862" cap="rnd" cmpd="sng" algn="ctr">
            <a:solidFill>
              <a:srgbClr val="000000"/>
            </a:solidFill>
            <a:round/>
            <a:headEnd type="none"/>
            <a:tailEnd type="none"/>
          </a:ln>
        </p:spPr>
      </p:sp>
      <p:sp>
        <p:nvSpPr>
          <p:cNvPr id="1132" name="synchronisation / 1112 synchronisation first waveform"/>
          <p:cNvSpPr/>
          <p:nvPr/>
        </p:nvSpPr>
        <p:spPr>
          <a:xfrm>
            <a:off x="8714232" y="8174736"/>
            <a:ext cx="155448" cy="230124"/>
          </a:xfrm>
          <a:custGeom>
            <a:avLst/>
            <a:gdLst/>
            <a:ahLst/>
            <a:cxnLst/>
            <a:rect l="0" t="0" r="r" b="b"/>
            <a:pathLst>
              <a:path w="17000" h="25167" fill="none" stroke="1" extrusionOk="0">
                <a:moveTo>
                  <a:pt x="0" y="0"/>
                </a:moveTo>
                <a:cubicBezTo>
                  <a:pt x="5333" y="5167"/>
                  <a:pt x="11500" y="25167"/>
                  <a:pt x="17000" y="18000"/>
                </a:cubicBezTo>
              </a:path>
            </a:pathLst>
          </a:custGeom>
          <a:noFill/>
          <a:ln w="30874" cap="rnd" cmpd="sng" algn="ctr">
            <a:solidFill>
              <a:srgbClr val="000000"/>
            </a:solidFill>
            <a:round/>
            <a:headEnd type="none"/>
            <a:tailEnd type="none"/>
          </a:ln>
        </p:spPr>
      </p:sp>
      <p:sp>
        <p:nvSpPr>
          <p:cNvPr id="1133" name="synchronisation / 1113 synchronisation first waveform"/>
          <p:cNvSpPr/>
          <p:nvPr/>
        </p:nvSpPr>
        <p:spPr>
          <a:xfrm>
            <a:off x="8869680" y="7781544"/>
            <a:ext cx="146304" cy="557784"/>
          </a:xfrm>
          <a:custGeom>
            <a:avLst/>
            <a:gdLst/>
            <a:ahLst/>
            <a:cxnLst/>
            <a:rect l="0" t="0" r="r" b="b"/>
            <a:pathLst>
              <a:path w="16000" h="61000" fill="none" stroke="1" extrusionOk="0">
                <a:moveTo>
                  <a:pt x="0" y="61000"/>
                </a:moveTo>
                <a:cubicBezTo>
                  <a:pt x="5500" y="53833"/>
                  <a:pt x="11167" y="14667"/>
                  <a:pt x="16000" y="0"/>
                </a:cubicBezTo>
              </a:path>
            </a:pathLst>
          </a:custGeom>
          <a:noFill/>
          <a:ln w="33887" cap="rnd" cmpd="sng" algn="ctr">
            <a:solidFill>
              <a:srgbClr val="000000"/>
            </a:solidFill>
            <a:round/>
            <a:headEnd type="none"/>
            <a:tailEnd type="none"/>
          </a:ln>
        </p:spPr>
      </p:sp>
      <p:sp>
        <p:nvSpPr>
          <p:cNvPr id="1134" name="synchronisation / 1114 synchronisation first waveform"/>
          <p:cNvSpPr/>
          <p:nvPr/>
        </p:nvSpPr>
        <p:spPr>
          <a:xfrm>
            <a:off x="9015984" y="7520940"/>
            <a:ext cx="118872" cy="260604"/>
          </a:xfrm>
          <a:custGeom>
            <a:avLst/>
            <a:gdLst/>
            <a:ahLst/>
            <a:cxnLst/>
            <a:rect l="0" t="0" r="r" b="b"/>
            <a:pathLst>
              <a:path w="13000" h="28500" fill="none" stroke="1" extrusionOk="0">
                <a:moveTo>
                  <a:pt x="0" y="28500"/>
                </a:moveTo>
                <a:cubicBezTo>
                  <a:pt x="4833" y="13833"/>
                  <a:pt x="9000" y="0"/>
                  <a:pt x="13000" y="1500"/>
                </a:cubicBezTo>
              </a:path>
            </a:pathLst>
          </a:custGeom>
          <a:noFill/>
          <a:ln w="36899" cap="rnd" cmpd="sng" algn="ctr">
            <a:solidFill>
              <a:srgbClr val="000000"/>
            </a:solidFill>
            <a:round/>
            <a:headEnd type="none"/>
            <a:tailEnd type="none"/>
          </a:ln>
        </p:spPr>
      </p:sp>
      <p:sp>
        <p:nvSpPr>
          <p:cNvPr id="1135" name="synchronisation / 1115 synchronisation first waveform"/>
          <p:cNvSpPr/>
          <p:nvPr/>
        </p:nvSpPr>
        <p:spPr>
          <a:xfrm>
            <a:off x="9134856" y="7534656"/>
            <a:ext cx="100584" cy="329184"/>
          </a:xfrm>
          <a:custGeom>
            <a:avLst/>
            <a:gdLst/>
            <a:ahLst/>
            <a:cxnLst/>
            <a:rect l="0" t="0" r="r" b="b"/>
            <a:pathLst>
              <a:path w="11000" h="36000" fill="none" stroke="1" extrusionOk="0">
                <a:moveTo>
                  <a:pt x="0" y="0"/>
                </a:moveTo>
                <a:cubicBezTo>
                  <a:pt x="4000" y="1500"/>
                  <a:pt x="6667" y="21167"/>
                  <a:pt x="11000" y="36000"/>
                </a:cubicBezTo>
              </a:path>
            </a:pathLst>
          </a:custGeom>
          <a:noFill/>
          <a:ln w="39911" cap="rnd" cmpd="sng" algn="ctr">
            <a:solidFill>
              <a:srgbClr val="000000"/>
            </a:solidFill>
            <a:round/>
            <a:headEnd type="none"/>
            <a:tailEnd type="none"/>
          </a:ln>
        </p:spPr>
      </p:sp>
      <p:sp>
        <p:nvSpPr>
          <p:cNvPr id="1136" name="synchronisation / 1116 synchronisation first waveform"/>
          <p:cNvSpPr/>
          <p:nvPr/>
        </p:nvSpPr>
        <p:spPr>
          <a:xfrm>
            <a:off x="9235440" y="7863840"/>
            <a:ext cx="137160" cy="484632"/>
          </a:xfrm>
          <a:custGeom>
            <a:avLst/>
            <a:gdLst/>
            <a:ahLst/>
            <a:cxnLst/>
            <a:rect l="0" t="0" r="r" b="b"/>
            <a:pathLst>
              <a:path w="15000" h="53000" fill="none" stroke="1" extrusionOk="0">
                <a:moveTo>
                  <a:pt x="0" y="0"/>
                </a:moveTo>
                <a:cubicBezTo>
                  <a:pt x="4333" y="14833"/>
                  <a:pt x="9333" y="50000"/>
                  <a:pt x="15000" y="53000"/>
                </a:cubicBezTo>
              </a:path>
            </a:pathLst>
          </a:custGeom>
          <a:noFill/>
          <a:ln w="42923" cap="rnd" cmpd="sng" algn="ctr">
            <a:solidFill>
              <a:srgbClr val="000000"/>
            </a:solidFill>
            <a:round/>
            <a:headEnd type="none"/>
            <a:tailEnd type="none"/>
          </a:ln>
        </p:spPr>
      </p:sp>
      <p:sp>
        <p:nvSpPr>
          <p:cNvPr id="1137" name="synchronisation / 1117 synchronisation first waveform"/>
          <p:cNvSpPr/>
          <p:nvPr/>
        </p:nvSpPr>
        <p:spPr>
          <a:xfrm>
            <a:off x="9372600" y="8028432"/>
            <a:ext cx="173736" cy="347472"/>
          </a:xfrm>
          <a:custGeom>
            <a:avLst/>
            <a:gdLst/>
            <a:ahLst/>
            <a:cxnLst/>
            <a:rect l="0" t="0" r="r" b="b"/>
            <a:pathLst>
              <a:path w="19000" h="38000" fill="none" stroke="1" extrusionOk="0">
                <a:moveTo>
                  <a:pt x="0" y="35000"/>
                </a:moveTo>
                <a:cubicBezTo>
                  <a:pt x="5667" y="38000"/>
                  <a:pt x="12500" y="1167"/>
                  <a:pt x="19000" y="0"/>
                </a:cubicBezTo>
              </a:path>
            </a:pathLst>
          </a:custGeom>
          <a:noFill/>
          <a:ln w="45935" cap="rnd" cmpd="sng" algn="ctr">
            <a:solidFill>
              <a:srgbClr val="000000"/>
            </a:solidFill>
            <a:round/>
            <a:headEnd type="none"/>
            <a:tailEnd type="none"/>
          </a:ln>
        </p:spPr>
      </p:sp>
      <p:sp>
        <p:nvSpPr>
          <p:cNvPr id="1138" name="synchronisation / 1118 synchronisation first waveform"/>
          <p:cNvSpPr/>
          <p:nvPr/>
        </p:nvSpPr>
        <p:spPr>
          <a:xfrm>
            <a:off x="9546336" y="8017764"/>
            <a:ext cx="182880" cy="266700"/>
          </a:xfrm>
          <a:custGeom>
            <a:avLst/>
            <a:gdLst/>
            <a:ahLst/>
            <a:cxnLst/>
            <a:rect l="0" t="0" r="r" b="b"/>
            <a:pathLst>
              <a:path w="20000" h="29167" fill="none" stroke="1" extrusionOk="0">
                <a:moveTo>
                  <a:pt x="0" y="1167"/>
                </a:moveTo>
                <a:cubicBezTo>
                  <a:pt x="6500" y="0"/>
                  <a:pt x="13333" y="28333"/>
                  <a:pt x="20000" y="29167"/>
                </a:cubicBezTo>
              </a:path>
            </a:pathLst>
          </a:custGeom>
          <a:noFill/>
          <a:ln w="48947" cap="rnd" cmpd="sng" algn="ctr">
            <a:solidFill>
              <a:srgbClr val="000000"/>
            </a:solidFill>
            <a:round/>
            <a:headEnd type="none"/>
            <a:tailEnd type="none"/>
          </a:ln>
        </p:spPr>
      </p:sp>
      <p:sp>
        <p:nvSpPr>
          <p:cNvPr id="1139" name="synchronisation / 1119 synchronisation first waveform"/>
          <p:cNvSpPr/>
          <p:nvPr/>
        </p:nvSpPr>
        <p:spPr>
          <a:xfrm>
            <a:off x="9729216" y="8074152"/>
            <a:ext cx="182880" cy="217932"/>
          </a:xfrm>
          <a:custGeom>
            <a:avLst/>
            <a:gdLst/>
            <a:ahLst/>
            <a:cxnLst/>
            <a:rect l="0" t="0" r="r" b="b"/>
            <a:pathLst>
              <a:path w="20000" h="23833" fill="none" stroke="1" extrusionOk="0">
                <a:moveTo>
                  <a:pt x="0" y="23000"/>
                </a:moveTo>
                <a:cubicBezTo>
                  <a:pt x="6667" y="23833"/>
                  <a:pt x="13333" y="1333"/>
                  <a:pt x="20000" y="0"/>
                </a:cubicBezTo>
              </a:path>
            </a:pathLst>
          </a:custGeom>
          <a:noFill/>
          <a:ln w="51959" cap="rnd" cmpd="sng" algn="ctr">
            <a:solidFill>
              <a:srgbClr val="000000"/>
            </a:solidFill>
            <a:round/>
            <a:headEnd type="none"/>
            <a:tailEnd type="none"/>
          </a:ln>
        </p:spPr>
      </p:sp>
      <p:sp>
        <p:nvSpPr>
          <p:cNvPr id="1140" name="synchronisation / 1120 synchronisation first waveform"/>
          <p:cNvSpPr/>
          <p:nvPr/>
        </p:nvSpPr>
        <p:spPr>
          <a:xfrm>
            <a:off x="9912096" y="8061960"/>
            <a:ext cx="182880" cy="149352"/>
          </a:xfrm>
          <a:custGeom>
            <a:avLst/>
            <a:gdLst/>
            <a:ahLst/>
            <a:cxnLst/>
            <a:rect l="0" t="0" r="r" b="b"/>
            <a:pathLst>
              <a:path w="20000" h="16333" fill="none" stroke="1" extrusionOk="0">
                <a:moveTo>
                  <a:pt x="0" y="1333"/>
                </a:moveTo>
                <a:cubicBezTo>
                  <a:pt x="6667" y="0"/>
                  <a:pt x="13833" y="16333"/>
                  <a:pt x="20000" y="16333"/>
                </a:cubicBezTo>
              </a:path>
            </a:pathLst>
          </a:custGeom>
          <a:noFill/>
          <a:ln w="54972" cap="rnd" cmpd="sng" algn="ctr">
            <a:solidFill>
              <a:srgbClr val="000000"/>
            </a:solidFill>
            <a:round/>
            <a:headEnd type="none"/>
            <a:tailEnd type="none"/>
          </a:ln>
        </p:spPr>
      </p:sp>
      <p:sp>
        <p:nvSpPr>
          <p:cNvPr id="1141" name="synchronisation / 1121 synchronisation first waveform"/>
          <p:cNvSpPr/>
          <p:nvPr/>
        </p:nvSpPr>
        <p:spPr>
          <a:xfrm>
            <a:off x="10094976" y="8061960"/>
            <a:ext cx="155448" cy="149352"/>
          </a:xfrm>
          <a:custGeom>
            <a:avLst/>
            <a:gdLst/>
            <a:ahLst/>
            <a:cxnLst/>
            <a:rect l="0" t="0" r="r" b="b"/>
            <a:pathLst>
              <a:path w="17000" h="16333" fill="none" stroke="1" extrusionOk="0">
                <a:moveTo>
                  <a:pt x="0" y="16333"/>
                </a:moveTo>
                <a:cubicBezTo>
                  <a:pt x="6167" y="16333"/>
                  <a:pt x="10333" y="0"/>
                  <a:pt x="17000" y="1333"/>
                </a:cubicBezTo>
              </a:path>
            </a:pathLst>
          </a:custGeom>
          <a:noFill/>
          <a:ln w="57984" cap="rnd" cmpd="sng" algn="ctr">
            <a:solidFill>
              <a:srgbClr val="000000"/>
            </a:solidFill>
            <a:round/>
            <a:headEnd type="none"/>
            <a:tailEnd type="none"/>
          </a:ln>
        </p:spPr>
      </p:sp>
      <p:sp>
        <p:nvSpPr>
          <p:cNvPr id="1142" name="synchronisation / 1122 synchronisation first waveform"/>
          <p:cNvSpPr/>
          <p:nvPr/>
        </p:nvSpPr>
        <p:spPr>
          <a:xfrm>
            <a:off x="10250424" y="8074152"/>
            <a:ext cx="210312" cy="210312"/>
          </a:xfrm>
          <a:custGeom>
            <a:avLst/>
            <a:gdLst/>
            <a:ahLst/>
            <a:cxnLst/>
            <a:rect l="0" t="0" r="r" b="b"/>
            <a:pathLst>
              <a:path w="23000" h="23000" fill="none" stroke="1" extrusionOk="0">
                <a:moveTo>
                  <a:pt x="0" y="0"/>
                </a:moveTo>
                <a:cubicBezTo>
                  <a:pt x="6667" y="1333"/>
                  <a:pt x="15333" y="20667"/>
                  <a:pt x="23000" y="23000"/>
                </a:cubicBezTo>
              </a:path>
            </a:pathLst>
          </a:custGeom>
          <a:noFill/>
          <a:ln w="60996" cap="rnd" cmpd="sng" algn="ctr">
            <a:solidFill>
              <a:srgbClr val="000000"/>
            </a:solidFill>
            <a:round/>
            <a:headEnd type="none"/>
            <a:tailEnd type="none"/>
          </a:ln>
        </p:spPr>
      </p:sp>
      <p:sp>
        <p:nvSpPr>
          <p:cNvPr id="1143" name="synchronisation / 1123 synchronisation first waveform"/>
          <p:cNvSpPr/>
          <p:nvPr/>
        </p:nvSpPr>
        <p:spPr>
          <a:xfrm>
            <a:off x="10460736" y="8202168"/>
            <a:ext cx="210312" cy="103632"/>
          </a:xfrm>
          <a:custGeom>
            <a:avLst/>
            <a:gdLst/>
            <a:ahLst/>
            <a:cxnLst/>
            <a:rect l="0" t="0" r="r" b="b"/>
            <a:pathLst>
              <a:path w="23000" h="11333" fill="none" stroke="1" extrusionOk="0">
                <a:moveTo>
                  <a:pt x="0" y="9000"/>
                </a:moveTo>
                <a:cubicBezTo>
                  <a:pt x="7667" y="11333"/>
                  <a:pt x="19167" y="1500"/>
                  <a:pt x="23000" y="0"/>
                </a:cubicBezTo>
              </a:path>
            </a:pathLst>
          </a:custGeom>
          <a:noFill/>
          <a:ln w="64008" cap="rnd" cmpd="sng" algn="ctr">
            <a:solidFill>
              <a:srgbClr val="000000"/>
            </a:solidFill>
            <a:round/>
            <a:headEnd type="none"/>
            <a:tailEnd type="none"/>
          </a:ln>
        </p:spPr>
      </p:sp>
      <p:sp>
        <p:nvSpPr>
          <p:cNvPr id="1144" name="synchronisation / 1124 synchronisation second waveform"/>
          <p:cNvSpPr/>
          <p:nvPr/>
        </p:nvSpPr>
        <p:spPr>
          <a:xfrm>
            <a:off x="7991856" y="9546336"/>
            <a:ext cx="91440" cy="199644"/>
          </a:xfrm>
          <a:custGeom>
            <a:avLst/>
            <a:gdLst/>
            <a:ahLst/>
            <a:cxnLst/>
            <a:rect l="0" t="0" r="r" b="b"/>
            <a:pathLst>
              <a:path w="10000" h="21833" fill="none" stroke="1" extrusionOk="0">
                <a:moveTo>
                  <a:pt x="0" y="0"/>
                </a:moveTo>
                <a:cubicBezTo>
                  <a:pt x="1667" y="2667"/>
                  <a:pt x="5833" y="21833"/>
                  <a:pt x="10000" y="16000"/>
                </a:cubicBezTo>
              </a:path>
            </a:pathLst>
          </a:custGeom>
          <a:noFill/>
          <a:ln w="12802" cap="rnd" cmpd="sng" algn="ctr">
            <a:solidFill>
              <a:srgbClr val="000000"/>
            </a:solidFill>
            <a:round/>
            <a:headEnd type="none"/>
            <a:tailEnd type="none"/>
          </a:ln>
        </p:spPr>
      </p:sp>
      <p:sp>
        <p:nvSpPr>
          <p:cNvPr id="1145" name="synchronisation / 1125 synchronisation second waveform"/>
          <p:cNvSpPr/>
          <p:nvPr/>
        </p:nvSpPr>
        <p:spPr>
          <a:xfrm>
            <a:off x="8083296" y="9226296"/>
            <a:ext cx="137160" cy="466344"/>
          </a:xfrm>
          <a:custGeom>
            <a:avLst/>
            <a:gdLst/>
            <a:ahLst/>
            <a:cxnLst/>
            <a:rect l="0" t="0" r="r" b="b"/>
            <a:pathLst>
              <a:path w="15000" h="51000" fill="none" stroke="1" extrusionOk="0">
                <a:moveTo>
                  <a:pt x="0" y="51000"/>
                </a:moveTo>
                <a:cubicBezTo>
                  <a:pt x="4167" y="45167"/>
                  <a:pt x="10500" y="10000"/>
                  <a:pt x="15000" y="0"/>
                </a:cubicBezTo>
              </a:path>
            </a:pathLst>
          </a:custGeom>
          <a:noFill/>
          <a:ln w="15806" cap="rnd" cmpd="sng" algn="ctr">
            <a:solidFill>
              <a:srgbClr val="000000"/>
            </a:solidFill>
            <a:round/>
            <a:headEnd type="none"/>
            <a:tailEnd type="none"/>
          </a:ln>
        </p:spPr>
      </p:sp>
      <p:sp>
        <p:nvSpPr>
          <p:cNvPr id="1146" name="synchronisation / 1126 synchronisation second waveform"/>
          <p:cNvSpPr/>
          <p:nvPr/>
        </p:nvSpPr>
        <p:spPr>
          <a:xfrm>
            <a:off x="8220456" y="9130284"/>
            <a:ext cx="109728" cy="96012"/>
          </a:xfrm>
          <a:custGeom>
            <a:avLst/>
            <a:gdLst/>
            <a:ahLst/>
            <a:cxnLst/>
            <a:rect l="0" t="0" r="r" b="b"/>
            <a:pathLst>
              <a:path w="12000" h="10500" fill="none" stroke="1" extrusionOk="0">
                <a:moveTo>
                  <a:pt x="0" y="10500"/>
                </a:moveTo>
                <a:cubicBezTo>
                  <a:pt x="4500" y="500"/>
                  <a:pt x="6667" y="0"/>
                  <a:pt x="12000" y="1500"/>
                </a:cubicBezTo>
              </a:path>
            </a:pathLst>
          </a:custGeom>
          <a:noFill/>
          <a:ln w="18811" cap="rnd" cmpd="sng" algn="ctr">
            <a:solidFill>
              <a:srgbClr val="000000"/>
            </a:solidFill>
            <a:round/>
            <a:headEnd type="none"/>
            <a:tailEnd type="none"/>
          </a:ln>
        </p:spPr>
      </p:sp>
      <p:sp>
        <p:nvSpPr>
          <p:cNvPr id="1147" name="synchronisation / 1127 synchronisation second waveform"/>
          <p:cNvSpPr/>
          <p:nvPr/>
        </p:nvSpPr>
        <p:spPr>
          <a:xfrm>
            <a:off x="8330184" y="9144000"/>
            <a:ext cx="182880" cy="164592"/>
          </a:xfrm>
          <a:custGeom>
            <a:avLst/>
            <a:gdLst/>
            <a:ahLst/>
            <a:cxnLst/>
            <a:rect l="0" t="0" r="r" b="b"/>
            <a:pathLst>
              <a:path w="20000" h="18000" fill="none" stroke="1" extrusionOk="0">
                <a:moveTo>
                  <a:pt x="0" y="0"/>
                </a:moveTo>
                <a:cubicBezTo>
                  <a:pt x="5333" y="1500"/>
                  <a:pt x="13167" y="15667"/>
                  <a:pt x="20000" y="18000"/>
                </a:cubicBezTo>
              </a:path>
            </a:pathLst>
          </a:custGeom>
          <a:noFill/>
          <a:ln w="21815" cap="rnd" cmpd="sng" algn="ctr">
            <a:solidFill>
              <a:srgbClr val="000000"/>
            </a:solidFill>
            <a:round/>
            <a:headEnd type="none"/>
            <a:tailEnd type="none"/>
          </a:ln>
        </p:spPr>
      </p:sp>
      <p:sp>
        <p:nvSpPr>
          <p:cNvPr id="1148" name="synchronisation / 1128 synchronisation second waveform"/>
          <p:cNvSpPr/>
          <p:nvPr/>
        </p:nvSpPr>
        <p:spPr>
          <a:xfrm>
            <a:off x="8513064" y="9235440"/>
            <a:ext cx="192024" cy="94488"/>
          </a:xfrm>
          <a:custGeom>
            <a:avLst/>
            <a:gdLst/>
            <a:ahLst/>
            <a:cxnLst/>
            <a:rect l="0" t="0" r="r" b="b"/>
            <a:pathLst>
              <a:path w="21000" h="10333" fill="none" stroke="1" extrusionOk="0">
                <a:moveTo>
                  <a:pt x="0" y="8000"/>
                </a:moveTo>
                <a:cubicBezTo>
                  <a:pt x="6833" y="10333"/>
                  <a:pt x="13667" y="0"/>
                  <a:pt x="21000" y="4000"/>
                </a:cubicBezTo>
              </a:path>
            </a:pathLst>
          </a:custGeom>
          <a:noFill/>
          <a:ln w="24819" cap="rnd" cmpd="sng" algn="ctr">
            <a:solidFill>
              <a:srgbClr val="000000"/>
            </a:solidFill>
            <a:round/>
            <a:headEnd type="none"/>
            <a:tailEnd type="none"/>
          </a:ln>
        </p:spPr>
      </p:sp>
      <p:sp>
        <p:nvSpPr>
          <p:cNvPr id="1149" name="synchronisation / 1129 synchronisation second waveform"/>
          <p:cNvSpPr/>
          <p:nvPr/>
        </p:nvSpPr>
        <p:spPr>
          <a:xfrm>
            <a:off x="8705088" y="9272016"/>
            <a:ext cx="210312" cy="275844"/>
          </a:xfrm>
          <a:custGeom>
            <a:avLst/>
            <a:gdLst/>
            <a:ahLst/>
            <a:cxnLst/>
            <a:rect l="0" t="0" r="r" b="b"/>
            <a:pathLst>
              <a:path w="23000" h="30167" fill="none" stroke="1" extrusionOk="0">
                <a:moveTo>
                  <a:pt x="0" y="0"/>
                </a:moveTo>
                <a:cubicBezTo>
                  <a:pt x="7333" y="4000"/>
                  <a:pt x="15833" y="30167"/>
                  <a:pt x="23000" y="28000"/>
                </a:cubicBezTo>
              </a:path>
            </a:pathLst>
          </a:custGeom>
          <a:noFill/>
          <a:ln w="27824" cap="rnd" cmpd="sng" algn="ctr">
            <a:solidFill>
              <a:srgbClr val="000000"/>
            </a:solidFill>
            <a:round/>
            <a:headEnd type="none"/>
            <a:tailEnd type="none"/>
          </a:ln>
        </p:spPr>
      </p:sp>
      <p:sp>
        <p:nvSpPr>
          <p:cNvPr id="1150" name="synchronisation / 1130 synchronisation second waveform"/>
          <p:cNvSpPr/>
          <p:nvPr/>
        </p:nvSpPr>
        <p:spPr>
          <a:xfrm>
            <a:off x="8915400" y="9153144"/>
            <a:ext cx="182880" cy="374904"/>
          </a:xfrm>
          <a:custGeom>
            <a:avLst/>
            <a:gdLst/>
            <a:ahLst/>
            <a:cxnLst/>
            <a:rect l="0" t="0" r="r" b="b"/>
            <a:pathLst>
              <a:path w="20000" h="41000" fill="none" stroke="1" extrusionOk="0">
                <a:moveTo>
                  <a:pt x="0" y="41000"/>
                </a:moveTo>
                <a:cubicBezTo>
                  <a:pt x="7167" y="38833"/>
                  <a:pt x="13500" y="8500"/>
                  <a:pt x="20000" y="0"/>
                </a:cubicBezTo>
              </a:path>
            </a:pathLst>
          </a:custGeom>
          <a:noFill/>
          <a:ln w="30828" cap="rnd" cmpd="sng" algn="ctr">
            <a:solidFill>
              <a:srgbClr val="000000"/>
            </a:solidFill>
            <a:round/>
            <a:headEnd type="none"/>
            <a:tailEnd type="none"/>
          </a:ln>
        </p:spPr>
      </p:sp>
      <p:sp>
        <p:nvSpPr>
          <p:cNvPr id="1151" name="synchronisation / 1131 synchronisation second waveform"/>
          <p:cNvSpPr/>
          <p:nvPr/>
        </p:nvSpPr>
        <p:spPr>
          <a:xfrm>
            <a:off x="9098280" y="9052560"/>
            <a:ext cx="173736" cy="100584"/>
          </a:xfrm>
          <a:custGeom>
            <a:avLst/>
            <a:gdLst/>
            <a:ahLst/>
            <a:cxnLst/>
            <a:rect l="0" t="0" r="r" b="b"/>
            <a:pathLst>
              <a:path w="19000" h="11000" fill="none" stroke="1" extrusionOk="0">
                <a:moveTo>
                  <a:pt x="0" y="11000"/>
                </a:moveTo>
                <a:cubicBezTo>
                  <a:pt x="6500" y="2500"/>
                  <a:pt x="12167" y="0"/>
                  <a:pt x="19000" y="1000"/>
                </a:cubicBezTo>
              </a:path>
            </a:pathLst>
          </a:custGeom>
          <a:noFill/>
          <a:ln w="33833" cap="rnd" cmpd="sng" algn="ctr">
            <a:solidFill>
              <a:srgbClr val="000000"/>
            </a:solidFill>
            <a:round/>
            <a:headEnd type="none"/>
            <a:tailEnd type="none"/>
          </a:ln>
        </p:spPr>
      </p:sp>
      <p:sp>
        <p:nvSpPr>
          <p:cNvPr id="1152" name="synchronisation / 1132 synchronisation second waveform"/>
          <p:cNvSpPr/>
          <p:nvPr/>
        </p:nvSpPr>
        <p:spPr>
          <a:xfrm>
            <a:off x="9272016" y="9061704"/>
            <a:ext cx="201168" cy="146304"/>
          </a:xfrm>
          <a:custGeom>
            <a:avLst/>
            <a:gdLst/>
            <a:ahLst/>
            <a:cxnLst/>
            <a:rect l="0" t="0" r="r" b="b"/>
            <a:pathLst>
              <a:path w="22000" h="16000" fill="none" stroke="1" extrusionOk="0">
                <a:moveTo>
                  <a:pt x="0" y="0"/>
                </a:moveTo>
                <a:cubicBezTo>
                  <a:pt x="6833" y="1000"/>
                  <a:pt x="15000" y="10333"/>
                  <a:pt x="22000" y="16000"/>
                </a:cubicBezTo>
              </a:path>
            </a:pathLst>
          </a:custGeom>
          <a:noFill/>
          <a:ln w="36837" cap="rnd" cmpd="sng" algn="ctr">
            <a:solidFill>
              <a:srgbClr val="000000"/>
            </a:solidFill>
            <a:round/>
            <a:headEnd type="none"/>
            <a:tailEnd type="none"/>
          </a:ln>
        </p:spPr>
      </p:sp>
      <p:sp>
        <p:nvSpPr>
          <p:cNvPr id="1153" name="synchronisation / 1133 synchronisation second waveform"/>
          <p:cNvSpPr/>
          <p:nvPr/>
        </p:nvSpPr>
        <p:spPr>
          <a:xfrm>
            <a:off x="9473184" y="9208008"/>
            <a:ext cx="182880" cy="164592"/>
          </a:xfrm>
          <a:custGeom>
            <a:avLst/>
            <a:gdLst/>
            <a:ahLst/>
            <a:cxnLst/>
            <a:rect l="0" t="0" r="r" b="b"/>
            <a:pathLst>
              <a:path w="20000" h="18000" fill="none" stroke="1" extrusionOk="0">
                <a:moveTo>
                  <a:pt x="0" y="0"/>
                </a:moveTo>
                <a:cubicBezTo>
                  <a:pt x="7000" y="5667"/>
                  <a:pt x="12833" y="16500"/>
                  <a:pt x="20000" y="18000"/>
                </a:cubicBezTo>
              </a:path>
            </a:pathLst>
          </a:custGeom>
          <a:noFill/>
          <a:ln w="39842" cap="rnd" cmpd="sng" algn="ctr">
            <a:solidFill>
              <a:srgbClr val="000000"/>
            </a:solidFill>
            <a:round/>
            <a:headEnd type="none"/>
            <a:tailEnd type="none"/>
          </a:ln>
        </p:spPr>
      </p:sp>
      <p:sp>
        <p:nvSpPr>
          <p:cNvPr id="1154" name="synchronisation / 1134 synchronisation second waveform"/>
          <p:cNvSpPr/>
          <p:nvPr/>
        </p:nvSpPr>
        <p:spPr>
          <a:xfrm>
            <a:off x="9656064" y="9285732"/>
            <a:ext cx="210312" cy="100584"/>
          </a:xfrm>
          <a:custGeom>
            <a:avLst/>
            <a:gdLst/>
            <a:ahLst/>
            <a:cxnLst/>
            <a:rect l="0" t="0" r="r" b="b"/>
            <a:pathLst>
              <a:path w="23000" h="11000" fill="none" stroke="1" extrusionOk="0">
                <a:moveTo>
                  <a:pt x="0" y="9500"/>
                </a:moveTo>
                <a:cubicBezTo>
                  <a:pt x="7167" y="11000"/>
                  <a:pt x="16000" y="0"/>
                  <a:pt x="23000" y="500"/>
                </a:cubicBezTo>
              </a:path>
            </a:pathLst>
          </a:custGeom>
          <a:noFill/>
          <a:ln w="42846" cap="rnd" cmpd="sng" algn="ctr">
            <a:solidFill>
              <a:srgbClr val="000000"/>
            </a:solidFill>
            <a:round/>
            <a:headEnd type="none"/>
            <a:tailEnd type="none"/>
          </a:ln>
        </p:spPr>
      </p:sp>
      <p:sp>
        <p:nvSpPr>
          <p:cNvPr id="1155" name="synchronisation / 1135 synchronisation second waveform"/>
          <p:cNvSpPr/>
          <p:nvPr/>
        </p:nvSpPr>
        <p:spPr>
          <a:xfrm>
            <a:off x="9866376" y="9290304"/>
            <a:ext cx="173736" cy="114300"/>
          </a:xfrm>
          <a:custGeom>
            <a:avLst/>
            <a:gdLst/>
            <a:ahLst/>
            <a:cxnLst/>
            <a:rect l="0" t="0" r="r" b="b"/>
            <a:pathLst>
              <a:path w="19000" h="12500" fill="none" stroke="1" extrusionOk="0">
                <a:moveTo>
                  <a:pt x="0" y="0"/>
                </a:moveTo>
                <a:cubicBezTo>
                  <a:pt x="7000" y="500"/>
                  <a:pt x="12500" y="12500"/>
                  <a:pt x="19000" y="12000"/>
                </a:cubicBezTo>
              </a:path>
            </a:pathLst>
          </a:custGeom>
          <a:noFill/>
          <a:ln w="45851" cap="rnd" cmpd="sng" algn="ctr">
            <a:solidFill>
              <a:srgbClr val="000000"/>
            </a:solidFill>
            <a:round/>
            <a:headEnd type="none"/>
            <a:tailEnd type="none"/>
          </a:ln>
        </p:spPr>
      </p:sp>
      <p:sp>
        <p:nvSpPr>
          <p:cNvPr id="1156" name="synchronisation / 1136 synchronisation second waveform"/>
          <p:cNvSpPr/>
          <p:nvPr/>
        </p:nvSpPr>
        <p:spPr>
          <a:xfrm>
            <a:off x="10040112" y="9259824"/>
            <a:ext cx="182880" cy="140208"/>
          </a:xfrm>
          <a:custGeom>
            <a:avLst/>
            <a:gdLst/>
            <a:ahLst/>
            <a:cxnLst/>
            <a:rect l="0" t="0" r="r" b="b"/>
            <a:pathLst>
              <a:path w="20000" h="15333" fill="none" stroke="1" extrusionOk="0">
                <a:moveTo>
                  <a:pt x="0" y="15333"/>
                </a:moveTo>
                <a:cubicBezTo>
                  <a:pt x="6500" y="14833"/>
                  <a:pt x="12500" y="0"/>
                  <a:pt x="20000" y="333"/>
                </a:cubicBezTo>
              </a:path>
            </a:pathLst>
          </a:custGeom>
          <a:noFill/>
          <a:ln w="48855" cap="rnd" cmpd="sng" algn="ctr">
            <a:solidFill>
              <a:srgbClr val="000000"/>
            </a:solidFill>
            <a:round/>
            <a:headEnd type="none"/>
            <a:tailEnd type="none"/>
          </a:ln>
        </p:spPr>
      </p:sp>
      <p:sp>
        <p:nvSpPr>
          <p:cNvPr id="1157" name="synchronisation / 1137 synchronisation second waveform"/>
          <p:cNvSpPr/>
          <p:nvPr/>
        </p:nvSpPr>
        <p:spPr>
          <a:xfrm>
            <a:off x="10222992" y="9262872"/>
            <a:ext cx="228600" cy="155448"/>
          </a:xfrm>
          <a:custGeom>
            <a:avLst/>
            <a:gdLst/>
            <a:ahLst/>
            <a:cxnLst/>
            <a:rect l="0" t="0" r="r" b="b"/>
            <a:pathLst>
              <a:path w="25000" h="17000" fill="none" stroke="1" extrusionOk="0">
                <a:moveTo>
                  <a:pt x="0" y="0"/>
                </a:moveTo>
                <a:cubicBezTo>
                  <a:pt x="7500" y="333"/>
                  <a:pt x="16833" y="15000"/>
                  <a:pt x="25000" y="17000"/>
                </a:cubicBezTo>
              </a:path>
            </a:pathLst>
          </a:custGeom>
          <a:noFill/>
          <a:ln w="51860" cap="rnd" cmpd="sng" algn="ctr">
            <a:solidFill>
              <a:srgbClr val="000000"/>
            </a:solidFill>
            <a:round/>
            <a:headEnd type="none"/>
            <a:tailEnd type="none"/>
          </a:ln>
        </p:spPr>
      </p:sp>
      <p:sp>
        <p:nvSpPr>
          <p:cNvPr id="1158" name="synchronisation / 1138 synchronisation second waveform"/>
          <p:cNvSpPr/>
          <p:nvPr/>
        </p:nvSpPr>
        <p:spPr>
          <a:xfrm>
            <a:off x="10451592" y="9372600"/>
            <a:ext cx="219456" cy="64008"/>
          </a:xfrm>
          <a:custGeom>
            <a:avLst/>
            <a:gdLst/>
            <a:ahLst/>
            <a:cxnLst/>
            <a:rect l="0" t="0" r="r" b="b"/>
            <a:pathLst>
              <a:path w="24000" h="7000" fill="none" stroke="1" extrusionOk="0">
                <a:moveTo>
                  <a:pt x="0" y="5000"/>
                </a:moveTo>
                <a:cubicBezTo>
                  <a:pt x="8167" y="7000"/>
                  <a:pt x="20000" y="833"/>
                  <a:pt x="24000" y="0"/>
                </a:cubicBezTo>
              </a:path>
            </a:pathLst>
          </a:custGeom>
          <a:noFill/>
          <a:ln w="54864" cap="rnd" cmpd="sng" algn="ctr">
            <a:solidFill>
              <a:srgbClr val="000000"/>
            </a:solidFill>
            <a:round/>
            <a:headEnd type="none"/>
            <a:tailEnd type="none"/>
          </a:ln>
        </p:spPr>
      </p:sp>
      <p:sp>
        <p:nvSpPr>
          <p:cNvPr id="1159" name="synchronisation / 1139 multiplication slash"/>
          <p:cNvSpPr/>
          <p:nvPr/>
        </p:nvSpPr>
        <p:spPr>
          <a:xfrm>
            <a:off x="9226296" y="8540496"/>
            <a:ext cx="347472" cy="356616"/>
          </a:xfrm>
          <a:custGeom>
            <a:avLst/>
            <a:gdLst/>
            <a:ahLst/>
            <a:cxnLst/>
            <a:rect l="0" t="0" r="r" b="b"/>
            <a:pathLst>
              <a:path w="38000" h="39000" fill="none" stroke="1" extrusionOk="0">
                <a:moveTo>
                  <a:pt x="0" y="0"/>
                </a:moveTo>
                <a:lnTo>
                  <a:pt x="38000" y="39000"/>
                </a:lnTo>
              </a:path>
            </a:pathLst>
          </a:custGeom>
          <a:noFill/>
          <a:ln w="54864" cap="rnd" cmpd="sng" algn="ctr">
            <a:solidFill>
              <a:srgbClr val="000000"/>
            </a:solidFill>
            <a:round/>
            <a:headEnd type="none"/>
            <a:tailEnd type="none"/>
          </a:ln>
        </p:spPr>
      </p:sp>
      <p:sp>
        <p:nvSpPr>
          <p:cNvPr id="1160" name="synchronisation / 1140 multiplication backslash"/>
          <p:cNvSpPr/>
          <p:nvPr/>
        </p:nvSpPr>
        <p:spPr>
          <a:xfrm>
            <a:off x="9226296" y="8540496"/>
            <a:ext cx="347472" cy="356616"/>
          </a:xfrm>
          <a:custGeom>
            <a:avLst/>
            <a:gdLst/>
            <a:ahLst/>
            <a:cxnLst/>
            <a:rect l="0" t="0" r="r" b="b"/>
            <a:pathLst>
              <a:path w="38000" h="39000" fill="none" stroke="1" extrusionOk="0">
                <a:moveTo>
                  <a:pt x="38000" y="0"/>
                </a:moveTo>
                <a:lnTo>
                  <a:pt x="0" y="39000"/>
                </a:lnTo>
              </a:path>
            </a:pathLst>
          </a:custGeom>
          <a:noFill/>
          <a:ln w="54864" cap="rnd" cmpd="sng" algn="ctr">
            <a:solidFill>
              <a:srgbClr val="000000"/>
            </a:solidFill>
            <a:round/>
            <a:headEnd type="none"/>
            <a:tailEnd type="none"/>
          </a:ln>
        </p:spPr>
      </p:sp>
      <p:sp>
        <p:nvSpPr>
          <p:cNvPr id="1161" name="synchronisation / 1141 equals top"/>
          <p:cNvSpPr/>
          <p:nvPr/>
        </p:nvSpPr>
        <p:spPr>
          <a:xfrm>
            <a:off x="10652760" y="8577072"/>
            <a:ext cx="402336" cy="914"/>
          </a:xfrm>
          <a:custGeom>
            <a:avLst/>
            <a:gdLst/>
            <a:ahLst/>
            <a:cxnLst/>
            <a:rect l="0" t="0" r="r" b="b"/>
            <a:pathLst>
              <a:path w="44000" h="100" fill="none" stroke="1" extrusionOk="0">
                <a:moveTo>
                  <a:pt x="0" y="0"/>
                </a:moveTo>
                <a:lnTo>
                  <a:pt x="44000" y="0"/>
                </a:lnTo>
              </a:path>
            </a:pathLst>
          </a:custGeom>
          <a:noFill/>
          <a:ln w="54864" cap="rnd" cmpd="sng" algn="ctr">
            <a:solidFill>
              <a:srgbClr val="000000"/>
            </a:solidFill>
            <a:round/>
            <a:headEnd type="none"/>
            <a:tailEnd type="none"/>
          </a:ln>
        </p:spPr>
      </p:sp>
      <p:sp>
        <p:nvSpPr>
          <p:cNvPr id="1162" name="synchronisation / 1142 equals bottom"/>
          <p:cNvSpPr/>
          <p:nvPr/>
        </p:nvSpPr>
        <p:spPr>
          <a:xfrm>
            <a:off x="10652760" y="8796528"/>
            <a:ext cx="402336" cy="914"/>
          </a:xfrm>
          <a:custGeom>
            <a:avLst/>
            <a:gdLst/>
            <a:ahLst/>
            <a:cxnLst/>
            <a:rect l="0" t="0" r="r" b="b"/>
            <a:pathLst>
              <a:path w="44000" h="100" fill="none" stroke="1" extrusionOk="0">
                <a:moveTo>
                  <a:pt x="0" y="0"/>
                </a:moveTo>
                <a:lnTo>
                  <a:pt x="44000" y="0"/>
                </a:lnTo>
              </a:path>
            </a:pathLst>
          </a:custGeom>
          <a:noFill/>
          <a:ln w="54864" cap="rnd" cmpd="sng" algn="ctr">
            <a:solidFill>
              <a:srgbClr val="000000"/>
            </a:solidFill>
            <a:round/>
            <a:headEnd type="none"/>
            <a:tailEnd type="none"/>
          </a:ln>
        </p:spPr>
      </p:sp>
      <p:sp>
        <p:nvSpPr>
          <p:cNvPr id="1163" name="synchronisation / 1143 synchronisation scalar top"/>
          <p:cNvSpPr/>
          <p:nvPr/>
        </p:nvSpPr>
        <p:spPr>
          <a:xfrm>
            <a:off x="11329416" y="8220456"/>
            <a:ext cx="786384" cy="164592"/>
          </a:xfrm>
          <a:custGeom>
            <a:avLst/>
            <a:gdLst/>
            <a:ahLst/>
            <a:cxnLst/>
            <a:rect l="0" t="0" r="r" b="b"/>
            <a:pathLst>
              <a:path w="86000" h="18000" fill="norm" stroke="1" extrusionOk="0">
                <a:moveTo>
                  <a:pt x="0" y="0"/>
                </a:moveTo>
                <a:lnTo>
                  <a:pt x="66000" y="0"/>
                </a:lnTo>
                <a:lnTo>
                  <a:pt x="86000" y="17000"/>
                </a:lnTo>
                <a:lnTo>
                  <a:pt x="19000" y="18000"/>
                </a:lnTo>
                <a:close/>
              </a:path>
            </a:pathLst>
          </a:custGeom>
          <a:gradFill rotWithShape="1">
            <a:gsLst>
              <a:gs pos="0">
                <a:srgbClr val="91FF3B"/>
              </a:gs>
              <a:gs pos="100000">
                <a:srgbClr val="31FF00"/>
              </a:gs>
            </a:gsLst>
            <a:lin ang="0" scaled="1"/>
            <a:tileRect/>
          </a:gradFill>
          <a:ln w="22860" cap="rnd" cmpd="sng" algn="ctr">
            <a:solidFill>
              <a:srgbClr val="000000"/>
            </a:solidFill>
            <a:round/>
            <a:headEnd type="none"/>
            <a:tailEnd type="none"/>
          </a:ln>
        </p:spPr>
      </p:sp>
      <p:sp>
        <p:nvSpPr>
          <p:cNvPr id="1164" name="synchronisation / 1144 synchronisation scalar left"/>
          <p:cNvSpPr/>
          <p:nvPr/>
        </p:nvSpPr>
        <p:spPr>
          <a:xfrm>
            <a:off x="11329416" y="8220456"/>
            <a:ext cx="173736" cy="804672"/>
          </a:xfrm>
          <a:custGeom>
            <a:avLst/>
            <a:gdLst/>
            <a:ahLst/>
            <a:cxnLst/>
            <a:rect l="0" t="0" r="r" b="b"/>
            <a:pathLst>
              <a:path w="19000" h="88000" fill="norm" stroke="1" extrusionOk="0">
                <a:moveTo>
                  <a:pt x="0" y="0"/>
                </a:moveTo>
                <a:lnTo>
                  <a:pt x="19000" y="18000"/>
                </a:lnTo>
                <a:lnTo>
                  <a:pt x="19000" y="88000"/>
                </a:lnTo>
                <a:lnTo>
                  <a:pt x="0" y="71000"/>
                </a:lnTo>
                <a:close/>
              </a:path>
            </a:pathLst>
          </a:custGeom>
          <a:gradFill rotWithShape="1">
            <a:gsLst>
              <a:gs pos="0">
                <a:srgbClr val="62FF00"/>
              </a:gs>
              <a:gs pos="100000">
                <a:srgbClr val="00EFD1"/>
              </a:gs>
            </a:gsLst>
            <a:lin ang="5400000" scaled="1"/>
            <a:tileRect/>
          </a:gradFill>
          <a:ln w="22860" cap="rnd" cmpd="sng" algn="ctr">
            <a:solidFill>
              <a:srgbClr val="000000"/>
            </a:solidFill>
            <a:round/>
            <a:headEnd type="none"/>
            <a:tailEnd type="none"/>
          </a:ln>
        </p:spPr>
      </p:sp>
      <p:sp>
        <p:nvSpPr>
          <p:cNvPr id="1165" name="synchronisation / 1145 synchronisation scalar front"/>
          <p:cNvSpPr/>
          <p:nvPr/>
        </p:nvSpPr>
        <p:spPr>
          <a:xfrm>
            <a:off x="11503152" y="8385048"/>
            <a:ext cx="621792" cy="640080"/>
          </a:xfrm>
          <a:custGeom>
            <a:avLst/>
            <a:gdLst/>
            <a:ahLst/>
            <a:cxnLst/>
            <a:rect l="0" t="0" r="r" b="b"/>
            <a:pathLst>
              <a:path w="68000" h="70000" fill="norm" stroke="1" extrusionOk="0">
                <a:moveTo>
                  <a:pt x="0" y="0"/>
                </a:moveTo>
                <a:lnTo>
                  <a:pt x="68000" y="0"/>
                </a:lnTo>
                <a:lnTo>
                  <a:pt x="68000" y="70000"/>
                </a:lnTo>
                <a:lnTo>
                  <a:pt x="0" y="70000"/>
                </a:lnTo>
                <a:close/>
              </a:path>
            </a:pathLst>
          </a:custGeom>
          <a:gradFill rotWithShape="1">
            <a:gsLst>
              <a:gs pos="0">
                <a:srgbClr val="62FF00"/>
              </a:gs>
              <a:gs pos="100000">
                <a:srgbClr val="00EFD1"/>
              </a:gs>
            </a:gsLst>
            <a:lin ang="5400000" scaled="1"/>
            <a:tileRect/>
          </a:gradFill>
          <a:ln w="32004" cap="rnd" cmpd="sng" algn="ctr">
            <a:solidFill>
              <a:srgbClr val="000000"/>
            </a:solidFill>
            <a:round/>
            <a:headEnd type="none"/>
            <a:tailEnd type="none"/>
          </a:ln>
        </p:spPr>
      </p:sp>
      <p:sp>
        <p:nvSpPr>
          <p:cNvPr id="1166" name="synchronisation / 1146 select upper post-activation halo"/>
          <p:cNvSpPr/>
          <p:nvPr/>
        </p:nvSpPr>
        <p:spPr>
          <a:xfrm>
            <a:off x="9610344" y="6455664"/>
            <a:ext cx="3520440" cy="1563624"/>
          </a:xfrm>
          <a:custGeom>
            <a:avLst/>
            <a:gdLst/>
            <a:ahLst/>
            <a:cxnLst/>
            <a:rect l="0" t="0" r="r" b="b"/>
            <a:pathLst>
              <a:path w="385000" h="171000" fill="none" stroke="1" extrusionOk="0">
                <a:moveTo>
                  <a:pt x="385000" y="102000"/>
                </a:moveTo>
                <a:cubicBezTo>
                  <a:pt x="303000" y="0"/>
                  <a:pt x="152000" y="76000"/>
                  <a:pt x="0" y="171000"/>
                </a:cubicBezTo>
              </a:path>
            </a:pathLst>
          </a:custGeom>
          <a:noFill/>
          <a:ln w="77724" cap="rnd" cmpd="sng" algn="ctr">
            <a:solidFill>
              <a:srgbClr val="FFFFFF"/>
            </a:solidFill>
            <a:round/>
            <a:headEnd type="none"/>
            <a:tailEnd type="none"/>
          </a:ln>
        </p:spPr>
      </p:sp>
      <p:sp>
        <p:nvSpPr>
          <p:cNvPr id="1167" name="synchronisation / 1147 select upper post-activation"/>
          <p:cNvSpPr/>
          <p:nvPr/>
        </p:nvSpPr>
        <p:spPr>
          <a:xfrm>
            <a:off x="9610344" y="6455664"/>
            <a:ext cx="3520440" cy="1563624"/>
          </a:xfrm>
          <a:custGeom>
            <a:avLst/>
            <a:gdLst/>
            <a:ahLst/>
            <a:cxnLst/>
            <a:rect l="0" t="0" r="r" b="b"/>
            <a:pathLst>
              <a:path w="385000" h="171000" fill="none" stroke="1" extrusionOk="0">
                <a:moveTo>
                  <a:pt x="385000" y="102000"/>
                </a:moveTo>
                <a:cubicBezTo>
                  <a:pt x="303000" y="0"/>
                  <a:pt x="152000" y="76000"/>
                  <a:pt x="0" y="171000"/>
                </a:cubicBezTo>
              </a:path>
            </a:pathLst>
          </a:custGeom>
          <a:noFill/>
          <a:ln w="41148" cap="rnd" cmpd="sng" algn="ctr">
            <a:solidFill>
              <a:srgbClr val="000000"/>
            </a:solidFill>
            <a:round/>
            <a:headEnd type="none"/>
            <a:tailEnd type="none"/>
          </a:ln>
        </p:spPr>
      </p:sp>
      <p:sp>
        <p:nvSpPr>
          <p:cNvPr id="1168" name="synchronisation / 1148 select upper post-activation arrowhead"/>
          <p:cNvSpPr/>
          <p:nvPr/>
        </p:nvSpPr>
        <p:spPr>
          <a:xfrm>
            <a:off x="9610344" y="7832492"/>
            <a:ext cx="220701" cy="186796"/>
          </a:xfrm>
          <a:custGeom>
            <a:avLst/>
            <a:gdLst/>
            <a:ahLst/>
            <a:cxnLst/>
            <a:rect l="0" t="0" r="r" b="b"/>
            <a:pathLst>
              <a:path w="24136" h="20428" fill="norm" stroke="1" extrusionOk="0">
                <a:moveTo>
                  <a:pt x="0" y="20428"/>
                </a:moveTo>
                <a:lnTo>
                  <a:pt x="24136" y="17537"/>
                </a:lnTo>
                <a:lnTo>
                  <a:pt x="13176" y="0"/>
                </a:lnTo>
                <a:close/>
              </a:path>
            </a:pathLst>
          </a:custGeom>
          <a:solidFill>
            <a:srgbClr val="000000"/>
          </a:solidFill>
          <a:ln w="9144" cap="rnd" cmpd="sng" algn="ctr">
            <a:solidFill>
              <a:srgbClr val="000000"/>
            </a:solidFill>
            <a:round/>
            <a:headEnd type="none"/>
            <a:tailEnd type="none"/>
          </a:ln>
        </p:spPr>
      </p:sp>
      <p:sp>
        <p:nvSpPr>
          <p:cNvPr id="1169" name="synchronisation / 1149 select lower post-activation halo"/>
          <p:cNvSpPr/>
          <p:nvPr/>
        </p:nvSpPr>
        <p:spPr>
          <a:xfrm>
            <a:off x="9628632" y="9381744"/>
            <a:ext cx="2157984" cy="1335024"/>
          </a:xfrm>
          <a:custGeom>
            <a:avLst/>
            <a:gdLst/>
            <a:ahLst/>
            <a:cxnLst/>
            <a:rect l="0" t="0" r="r" b="b"/>
            <a:pathLst>
              <a:path w="236000" h="146000" fill="none" stroke="1" extrusionOk="0">
                <a:moveTo>
                  <a:pt x="236000" y="82000"/>
                </a:moveTo>
                <a:cubicBezTo>
                  <a:pt x="140000" y="146000"/>
                  <a:pt x="51000" y="90000"/>
                  <a:pt x="0" y="0"/>
                </a:cubicBezTo>
              </a:path>
            </a:pathLst>
          </a:custGeom>
          <a:noFill/>
          <a:ln w="77724" cap="rnd" cmpd="sng" algn="ctr">
            <a:solidFill>
              <a:srgbClr val="FFFFFF"/>
            </a:solidFill>
            <a:round/>
            <a:headEnd type="none"/>
            <a:tailEnd type="none"/>
          </a:ln>
        </p:spPr>
      </p:sp>
      <p:sp>
        <p:nvSpPr>
          <p:cNvPr id="1170" name="synchronisation / 1150 select lower post-activation"/>
          <p:cNvSpPr/>
          <p:nvPr/>
        </p:nvSpPr>
        <p:spPr>
          <a:xfrm>
            <a:off x="9628632" y="9381744"/>
            <a:ext cx="2157984" cy="1335024"/>
          </a:xfrm>
          <a:custGeom>
            <a:avLst/>
            <a:gdLst/>
            <a:ahLst/>
            <a:cxnLst/>
            <a:rect l="0" t="0" r="r" b="b"/>
            <a:pathLst>
              <a:path w="236000" h="146000" fill="none" stroke="1" extrusionOk="0">
                <a:moveTo>
                  <a:pt x="236000" y="82000"/>
                </a:moveTo>
                <a:cubicBezTo>
                  <a:pt x="140000" y="146000"/>
                  <a:pt x="51000" y="90000"/>
                  <a:pt x="0" y="0"/>
                </a:cubicBezTo>
              </a:path>
            </a:pathLst>
          </a:custGeom>
          <a:noFill/>
          <a:ln w="41148" cap="rnd" cmpd="sng" algn="ctr">
            <a:solidFill>
              <a:srgbClr val="000000"/>
            </a:solidFill>
            <a:round/>
            <a:headEnd type="none"/>
            <a:tailEnd type="none"/>
          </a:ln>
        </p:spPr>
      </p:sp>
      <p:sp>
        <p:nvSpPr>
          <p:cNvPr id="1171" name="synchronisation / 1151 select lower post-activation arrowhead"/>
          <p:cNvSpPr/>
          <p:nvPr/>
        </p:nvSpPr>
        <p:spPr>
          <a:xfrm>
            <a:off x="9628632" y="9381744"/>
            <a:ext cx="181438" cy="221634"/>
          </a:xfrm>
          <a:custGeom>
            <a:avLst/>
            <a:gdLst/>
            <a:ahLst/>
            <a:cxnLst/>
            <a:rect l="0" t="0" r="r" b="b"/>
            <a:pathLst>
              <a:path w="19842" h="24238" fill="norm" stroke="1" extrusionOk="0">
                <a:moveTo>
                  <a:pt x="0" y="0"/>
                </a:moveTo>
                <a:lnTo>
                  <a:pt x="1850" y="24238"/>
                </a:lnTo>
                <a:lnTo>
                  <a:pt x="19842" y="14043"/>
                </a:lnTo>
                <a:close/>
              </a:path>
            </a:pathLst>
          </a:custGeom>
          <a:solidFill>
            <a:srgbClr val="000000"/>
          </a:solidFill>
          <a:ln w="9144" cap="rnd" cmpd="sng" algn="ctr">
            <a:solidFill>
              <a:srgbClr val="000000"/>
            </a:solidFill>
            <a:round/>
            <a:headEnd type="none"/>
            <a:tailEnd type="none"/>
          </a:ln>
        </p:spPr>
      </p:sp>
      <p:sp>
        <p:nvSpPr>
          <p:cNvPr id="1172" name="synchronisation / 1152 scalar to synchronisation matrix halo"/>
          <p:cNvSpPr/>
          <p:nvPr/>
        </p:nvSpPr>
        <p:spPr>
          <a:xfrm>
            <a:off x="6501384" y="8375904"/>
            <a:ext cx="5358384" cy="2240280"/>
          </a:xfrm>
          <a:custGeom>
            <a:avLst/>
            <a:gdLst/>
            <a:ahLst/>
            <a:cxnLst/>
            <a:rect l="0" t="0" r="r" b="b"/>
            <a:pathLst>
              <a:path w="586000" h="245000" fill="none" stroke="1" extrusionOk="0">
                <a:moveTo>
                  <a:pt x="582000" y="36000"/>
                </a:moveTo>
                <a:cubicBezTo>
                  <a:pt x="586000" y="71000"/>
                  <a:pt x="556000" y="80000"/>
                  <a:pt x="534000" y="93000"/>
                </a:cubicBezTo>
                <a:cubicBezTo>
                  <a:pt x="489000" y="118000"/>
                  <a:pt x="520000" y="223000"/>
                  <a:pt x="409000" y="230000"/>
                </a:cubicBezTo>
                <a:cubicBezTo>
                  <a:pt x="350000" y="234000"/>
                  <a:pt x="265000" y="234000"/>
                  <a:pt x="188000" y="236000"/>
                </a:cubicBezTo>
                <a:cubicBezTo>
                  <a:pt x="129000" y="236000"/>
                  <a:pt x="79000" y="245000"/>
                  <a:pt x="66000" y="189000"/>
                </a:cubicBezTo>
                <a:cubicBezTo>
                  <a:pt x="55000" y="144000"/>
                  <a:pt x="82000" y="53000"/>
                  <a:pt x="0" y="0"/>
                </a:cubicBezTo>
              </a:path>
            </a:pathLst>
          </a:custGeom>
          <a:noFill/>
          <a:ln w="77724" cap="rnd" cmpd="sng" algn="ctr">
            <a:solidFill>
              <a:srgbClr val="FFFFFF"/>
            </a:solidFill>
            <a:round/>
            <a:headEnd type="none"/>
            <a:tailEnd type="none"/>
          </a:ln>
        </p:spPr>
      </p:sp>
      <p:sp>
        <p:nvSpPr>
          <p:cNvPr id="1173" name="synchronisation / 1153 scalar to synchronisation matrix"/>
          <p:cNvSpPr/>
          <p:nvPr/>
        </p:nvSpPr>
        <p:spPr>
          <a:xfrm>
            <a:off x="6501384" y="8375904"/>
            <a:ext cx="5358384" cy="2240280"/>
          </a:xfrm>
          <a:custGeom>
            <a:avLst/>
            <a:gdLst/>
            <a:ahLst/>
            <a:cxnLst/>
            <a:rect l="0" t="0" r="r" b="b"/>
            <a:pathLst>
              <a:path w="586000" h="245000" fill="none" stroke="1" extrusionOk="0">
                <a:moveTo>
                  <a:pt x="582000" y="36000"/>
                </a:moveTo>
                <a:cubicBezTo>
                  <a:pt x="586000" y="71000"/>
                  <a:pt x="556000" y="80000"/>
                  <a:pt x="534000" y="93000"/>
                </a:cubicBezTo>
                <a:cubicBezTo>
                  <a:pt x="489000" y="118000"/>
                  <a:pt x="520000" y="223000"/>
                  <a:pt x="409000" y="230000"/>
                </a:cubicBezTo>
                <a:cubicBezTo>
                  <a:pt x="350000" y="234000"/>
                  <a:pt x="265000" y="234000"/>
                  <a:pt x="188000" y="236000"/>
                </a:cubicBezTo>
                <a:cubicBezTo>
                  <a:pt x="129000" y="236000"/>
                  <a:pt x="79000" y="245000"/>
                  <a:pt x="66000" y="189000"/>
                </a:cubicBezTo>
                <a:cubicBezTo>
                  <a:pt x="55000" y="144000"/>
                  <a:pt x="82000" y="53000"/>
                  <a:pt x="0" y="0"/>
                </a:cubicBezTo>
              </a:path>
            </a:pathLst>
          </a:custGeom>
          <a:noFill/>
          <a:ln w="41148" cap="rnd" cmpd="sng" algn="ctr">
            <a:solidFill>
              <a:srgbClr val="000000"/>
            </a:solidFill>
            <a:round/>
            <a:headEnd type="none"/>
            <a:tailEnd type="none"/>
          </a:ln>
        </p:spPr>
      </p:sp>
      <p:sp>
        <p:nvSpPr>
          <p:cNvPr id="1174" name="synchronisation / 1154 scalar to synchronisation matrix arrowhead"/>
          <p:cNvSpPr/>
          <p:nvPr/>
        </p:nvSpPr>
        <p:spPr>
          <a:xfrm>
            <a:off x="6501384" y="8375904"/>
            <a:ext cx="230286" cy="197179"/>
          </a:xfrm>
          <a:custGeom>
            <a:avLst/>
            <a:gdLst/>
            <a:ahLst/>
            <a:cxnLst/>
            <a:rect l="0" t="0" r="r" b="b"/>
            <a:pathLst>
              <a:path w="25184" h="21564" fill="norm" stroke="1" extrusionOk="0">
                <a:moveTo>
                  <a:pt x="0" y="0"/>
                </a:moveTo>
                <a:lnTo>
                  <a:pt x="13448" y="21564"/>
                </a:lnTo>
                <a:lnTo>
                  <a:pt x="25184" y="3406"/>
                </a:lnTo>
                <a:close/>
              </a:path>
            </a:pathLst>
          </a:custGeom>
          <a:solidFill>
            <a:srgbClr val="000000"/>
          </a:solidFill>
          <a:ln w="9144" cap="rnd" cmpd="sng" algn="ctr">
            <a:solidFill>
              <a:srgbClr val="000000"/>
            </a:solidFill>
            <a:round/>
            <a:headEnd type="none"/>
            <a:tailEnd type="none"/>
          </a:ln>
        </p:spPr>
      </p:sp>
      <p:sp>
        <p:nvSpPr>
          <p:cNvPr id="1175" name="synchronisation / 1155 scalar output node"/>
          <p:cNvSpPr/>
          <p:nvPr/>
        </p:nvSpPr>
        <p:spPr>
          <a:xfrm>
            <a:off x="11764670" y="8646566"/>
            <a:ext cx="117043" cy="117043"/>
          </a:xfrm>
          <a:custGeom>
            <a:avLst/>
            <a:gdLst/>
            <a:ahLst/>
            <a:cxnLst/>
            <a:rect l="0" t="0" r="r" b="b"/>
            <a:pathLst>
              <a:path w="12800" h="12800" fill="norm" stroke="1" extrusionOk="0">
                <a:moveTo>
                  <a:pt x="12800" y="6400"/>
                </a:moveTo>
                <a:cubicBezTo>
                  <a:pt x="12800" y="9935"/>
                  <a:pt x="9935" y="12800"/>
                  <a:pt x="6400" y="12800"/>
                </a:cubicBezTo>
                <a:cubicBezTo>
                  <a:pt x="2865" y="12800"/>
                  <a:pt x="0" y="9935"/>
                  <a:pt x="0" y="6400"/>
                </a:cubicBezTo>
                <a:cubicBezTo>
                  <a:pt x="0" y="2865"/>
                  <a:pt x="2865" y="0"/>
                  <a:pt x="6400" y="0"/>
                </a:cubicBezTo>
                <a:cubicBezTo>
                  <a:pt x="9935" y="0"/>
                  <a:pt x="12800" y="2865"/>
                  <a:pt x="12800" y="6400"/>
                </a:cubicBezTo>
                <a:close/>
              </a:path>
            </a:pathLst>
          </a:custGeom>
          <a:solidFill>
            <a:srgbClr val="000000"/>
          </a:solidFill>
          <a:ln w="22860" cap="rnd" cmpd="sng" algn="ctr">
            <a:solidFill>
              <a:srgbClr val="FFFFFF"/>
            </a:solidFill>
            <a:round/>
            <a:headEnd type="none"/>
            <a:tailEnd type="none"/>
          </a:ln>
        </p:spPr>
      </p:sp>
      <p:sp>
        <p:nvSpPr>
          <p:cNvPr id="1176" name="synchronisation / 1156 step 6 badge"/>
          <p:cNvSpPr/>
          <p:nvPr/>
        </p:nvSpPr>
        <p:spPr>
          <a:xfrm>
            <a:off x="7680960" y="7223760"/>
            <a:ext cx="713232" cy="713232"/>
          </a:xfrm>
          <a:custGeom>
            <a:avLst/>
            <a:gdLst/>
            <a:ahLst/>
            <a:cxnLst/>
            <a:rect l="0" t="0" r="r" b="b"/>
            <a:pathLst>
              <a:path w="78000" h="78000" fill="norm" stroke="1" extrusionOk="0">
                <a:moveTo>
                  <a:pt x="78000" y="39000"/>
                </a:moveTo>
                <a:cubicBezTo>
                  <a:pt x="78000" y="60539"/>
                  <a:pt x="60539" y="78000"/>
                  <a:pt x="39000" y="78000"/>
                </a:cubicBezTo>
                <a:cubicBezTo>
                  <a:pt x="17461" y="78000"/>
                  <a:pt x="0" y="60539"/>
                  <a:pt x="0" y="39000"/>
                </a:cubicBezTo>
                <a:cubicBezTo>
                  <a:pt x="0" y="17461"/>
                  <a:pt x="17461" y="0"/>
                  <a:pt x="39000" y="0"/>
                </a:cubicBezTo>
                <a:cubicBezTo>
                  <a:pt x="60539" y="0"/>
                  <a:pt x="78000" y="17461"/>
                  <a:pt x="78000" y="39000"/>
                </a:cubicBezTo>
                <a:close/>
              </a:path>
            </a:pathLst>
          </a:custGeom>
          <a:solidFill>
            <a:srgbClr val="FFF42B"/>
          </a:solidFill>
          <a:ln w="64008" cap="rnd" cmpd="sng" algn="ctr">
            <a:solidFill>
              <a:srgbClr val="000000"/>
            </a:solidFill>
            <a:round/>
            <a:headEnd type="none"/>
            <a:tailEnd type="none"/>
          </a:ln>
        </p:spPr>
      </p:sp>
      <p:sp>
        <p:nvSpPr>
          <p:cNvPr id="1177" name="synchronisation / 1157 step 6 number"/>
          <p:cNvSpPr txBox="1"/>
          <p:nvPr/>
        </p:nvSpPr>
        <p:spPr>
          <a:xfrm>
            <a:off x="7857039" y="7159752"/>
            <a:ext cx="498234" cy="876452"/>
          </a:xfrm>
          <a:prstGeom prst="rect">
            <a:avLst/>
          </a:prstGeom>
          <a:noFill/>
        </p:spPr>
        <p:txBody>
          <a:bodyPr wrap="none" lIns="0" rIns="0" tIns="0" bIns="0" anchor="t">
            <a:noAutofit/>
          </a:bodyPr>
          <a:lstStyle/>
          <a:p>
            <a:pPr>
              <a:spcBef>
                <a:spcPts val="0"/>
              </a:spcBef>
              <a:spcAft>
                <a:spcPts val="0"/>
              </a:spcAft>
            </a:pPr>
            <a:r>
              <a:rPr sz="5112" b="0" i="0" dirty="0" spc="0">
                <a:solidFill>
                  <a:srgbClr val="000000"/>
                </a:solidFill>
                <a:latin typeface="Liberation Sans"/>
                <a:ea typeface="Liberation Sans"/>
                <a:cs typeface="Liberation Sans"/>
              </a:rPr>
              <a:t>6</a:t>
            </a:r>
          </a:p>
        </p:txBody>
      </p:sp>
      <p:sp>
        <p:nvSpPr>
          <p:cNvPr id="1178" name="latent representation and attention / 1158 selected synchrony to latent representation halo"/>
          <p:cNvSpPr/>
          <p:nvPr/>
        </p:nvSpPr>
        <p:spPr>
          <a:xfrm>
            <a:off x="4261104" y="8915400"/>
            <a:ext cx="1700784" cy="1545336"/>
          </a:xfrm>
          <a:custGeom>
            <a:avLst/>
            <a:gdLst/>
            <a:ahLst/>
            <a:cxnLst/>
            <a:rect l="0" t="0" r="r" b="b"/>
            <a:pathLst>
              <a:path w="186000" h="169000" fill="none" stroke="1" extrusionOk="0">
                <a:moveTo>
                  <a:pt x="186000" y="0"/>
                </a:moveTo>
                <a:cubicBezTo>
                  <a:pt x="130000" y="36000"/>
                  <a:pt x="153000" y="152000"/>
                  <a:pt x="0" y="169000"/>
                </a:cubicBezTo>
              </a:path>
            </a:pathLst>
          </a:custGeom>
          <a:noFill/>
          <a:ln w="77724" cap="rnd" cmpd="sng" algn="ctr">
            <a:solidFill>
              <a:srgbClr val="FFFFFF"/>
            </a:solidFill>
            <a:round/>
            <a:headEnd type="none"/>
            <a:tailEnd type="none"/>
          </a:ln>
        </p:spPr>
      </p:sp>
      <p:sp>
        <p:nvSpPr>
          <p:cNvPr id="1179" name="latent representation and attention / 1159 selected synchrony to latent representation"/>
          <p:cNvSpPr/>
          <p:nvPr/>
        </p:nvSpPr>
        <p:spPr>
          <a:xfrm>
            <a:off x="4261104" y="8915400"/>
            <a:ext cx="1700784" cy="1545336"/>
          </a:xfrm>
          <a:custGeom>
            <a:avLst/>
            <a:gdLst/>
            <a:ahLst/>
            <a:cxnLst/>
            <a:rect l="0" t="0" r="r" b="b"/>
            <a:pathLst>
              <a:path w="186000" h="169000" fill="none" stroke="1" extrusionOk="0">
                <a:moveTo>
                  <a:pt x="186000" y="0"/>
                </a:moveTo>
                <a:cubicBezTo>
                  <a:pt x="130000" y="36000"/>
                  <a:pt x="153000" y="152000"/>
                  <a:pt x="0" y="169000"/>
                </a:cubicBezTo>
              </a:path>
            </a:pathLst>
          </a:custGeom>
          <a:noFill/>
          <a:ln w="41148" cap="rnd" cmpd="sng" algn="ctr">
            <a:solidFill>
              <a:srgbClr val="000000"/>
            </a:solidFill>
            <a:round/>
            <a:headEnd type="none"/>
            <a:tailEnd type="none"/>
          </a:ln>
        </p:spPr>
      </p:sp>
      <p:sp>
        <p:nvSpPr>
          <p:cNvPr id="1180" name="latent representation and attention / 1160 selected synchrony to latent representation arrowhead"/>
          <p:cNvSpPr/>
          <p:nvPr/>
        </p:nvSpPr>
        <p:spPr>
          <a:xfrm>
            <a:off x="4261104" y="10339269"/>
            <a:ext cx="219941" cy="196484"/>
          </a:xfrm>
          <a:custGeom>
            <a:avLst/>
            <a:gdLst/>
            <a:ahLst/>
            <a:cxnLst/>
            <a:rect l="0" t="0" r="r" b="b"/>
            <a:pathLst>
              <a:path w="24053" h="21488" fill="norm" stroke="1" extrusionOk="0">
                <a:moveTo>
                  <a:pt x="0" y="13284"/>
                </a:moveTo>
                <a:lnTo>
                  <a:pt x="24053" y="21488"/>
                </a:lnTo>
                <a:lnTo>
                  <a:pt x="21666" y="0"/>
                </a:lnTo>
                <a:close/>
              </a:path>
            </a:pathLst>
          </a:custGeom>
          <a:solidFill>
            <a:srgbClr val="000000"/>
          </a:solidFill>
          <a:ln w="9144" cap="rnd" cmpd="sng" algn="ctr">
            <a:solidFill>
              <a:srgbClr val="000000"/>
            </a:solidFill>
            <a:round/>
            <a:headEnd type="none"/>
            <a:tailEnd type="none"/>
          </a:ln>
        </p:spPr>
      </p:sp>
      <p:sp>
        <p:nvSpPr>
          <p:cNvPr id="1181" name="latent representation and attention / 1161 latent representation top"/>
          <p:cNvSpPr/>
          <p:nvPr/>
        </p:nvSpPr>
        <p:spPr>
          <a:xfrm>
            <a:off x="786384" y="10012680"/>
            <a:ext cx="3401568" cy="82296"/>
          </a:xfrm>
          <a:custGeom>
            <a:avLst/>
            <a:gdLst/>
            <a:ahLst/>
            <a:cxnLst/>
            <a:rect l="0" t="0" r="r" b="b"/>
            <a:pathLst>
              <a:path w="372000" h="9000" fill="norm" stroke="1" extrusionOk="0">
                <a:moveTo>
                  <a:pt x="0" y="9000"/>
                </a:moveTo>
                <a:lnTo>
                  <a:pt x="13000" y="0"/>
                </a:lnTo>
                <a:lnTo>
                  <a:pt x="372000" y="0"/>
                </a:lnTo>
                <a:lnTo>
                  <a:pt x="363000" y="9000"/>
                </a:lnTo>
                <a:close/>
              </a:path>
            </a:pathLst>
          </a:custGeom>
          <a:gradFill rotWithShape="1">
            <a:gsLst>
              <a:gs pos="0">
                <a:srgbClr val="DEDEDE"/>
              </a:gs>
              <a:gs pos="100000">
                <a:srgbClr val="BBBBBB"/>
              </a:gs>
            </a:gsLst>
            <a:lin ang="0" scaled="1"/>
            <a:tileRect/>
          </a:gradFill>
          <a:ln w="18288" cap="rnd" cmpd="sng" algn="ctr">
            <a:solidFill>
              <a:srgbClr val="000000"/>
            </a:solidFill>
            <a:round/>
            <a:headEnd type="none"/>
            <a:tailEnd type="none"/>
          </a:ln>
        </p:spPr>
      </p:sp>
      <p:sp>
        <p:nvSpPr>
          <p:cNvPr id="1182" name="latent representation and attention / 1162 latent representation side"/>
          <p:cNvSpPr/>
          <p:nvPr/>
        </p:nvSpPr>
        <p:spPr>
          <a:xfrm>
            <a:off x="4105656" y="10012680"/>
            <a:ext cx="82296" cy="768096"/>
          </a:xfrm>
          <a:custGeom>
            <a:avLst/>
            <a:gdLst/>
            <a:ahLst/>
            <a:cxnLst/>
            <a:rect l="0" t="0" r="r" b="b"/>
            <a:pathLst>
              <a:path w="9000" h="84000" fill="norm" stroke="1" extrusionOk="0">
                <a:moveTo>
                  <a:pt x="0" y="9000"/>
                </a:moveTo>
                <a:lnTo>
                  <a:pt x="9000" y="0"/>
                </a:lnTo>
                <a:lnTo>
                  <a:pt x="9000" y="72000"/>
                </a:lnTo>
                <a:lnTo>
                  <a:pt x="0" y="84000"/>
                </a:lnTo>
                <a:close/>
              </a:path>
            </a:pathLst>
          </a:custGeom>
          <a:gradFill rotWithShape="1">
            <a:gsLst>
              <a:gs pos="0">
                <a:srgbClr val="DEDEDE"/>
              </a:gs>
              <a:gs pos="100000">
                <a:srgbClr val="BBBBBB"/>
              </a:gs>
            </a:gsLst>
            <a:lin ang="0" scaled="1"/>
            <a:tileRect/>
          </a:gradFill>
          <a:ln w="18288" cap="rnd" cmpd="sng" algn="ctr">
            <a:solidFill>
              <a:srgbClr val="000000"/>
            </a:solidFill>
            <a:round/>
            <a:headEnd type="none"/>
            <a:tailEnd type="none"/>
          </a:ln>
        </p:spPr>
      </p:sp>
      <p:sp>
        <p:nvSpPr>
          <p:cNvPr id="1183" name="latent representation and attention / 1163 latent representation vector"/>
          <p:cNvSpPr/>
          <p:nvPr/>
        </p:nvSpPr>
        <p:spPr>
          <a:xfrm>
            <a:off x="786384" y="10094976"/>
            <a:ext cx="3319272" cy="685800"/>
          </a:xfrm>
          <a:custGeom>
            <a:avLst/>
            <a:gdLst/>
            <a:ahLst/>
            <a:cxnLst/>
            <a:rect l="0" t="0" r="r" b="b"/>
            <a:pathLst>
              <a:path w="363000" h="75000" fill="norm" stroke="1" extrusionOk="0">
                <a:moveTo>
                  <a:pt x="0" y="0"/>
                </a:moveTo>
                <a:lnTo>
                  <a:pt x="363000" y="0"/>
                </a:lnTo>
                <a:lnTo>
                  <a:pt x="363000" y="75000"/>
                </a:lnTo>
                <a:lnTo>
                  <a:pt x="0" y="75000"/>
                </a:lnTo>
                <a:close/>
              </a:path>
            </a:pathLst>
          </a:custGeom>
          <a:gradFill rotWithShape="1">
            <a:gsLst>
              <a:gs pos="0">
                <a:srgbClr val="B2B2B2"/>
              </a:gs>
              <a:gs pos="100000">
                <a:srgbClr val="E4E4E4"/>
              </a:gs>
            </a:gsLst>
            <a:lin ang="5400000" scaled="1"/>
            <a:tileRect/>
          </a:gradFill>
          <a:ln w="27432" cap="rnd" cmpd="sng" algn="ctr">
            <a:solidFill>
              <a:srgbClr val="000000"/>
            </a:solidFill>
            <a:round/>
            <a:headEnd type="none"/>
            <a:tailEnd type="none"/>
          </a:ln>
        </p:spPr>
      </p:sp>
      <p:sp>
        <p:nvSpPr>
          <p:cNvPr id="1184" name="latent representation and attention / 1164 paper texture"/>
          <p:cNvSpPr/>
          <p:nvPr/>
        </p:nvSpPr>
        <p:spPr>
          <a:xfrm>
            <a:off x="789220" y="10104525"/>
            <a:ext cx="3315783" cy="670831"/>
          </a:xfrm>
          <a:custGeom>
            <a:avLst/>
            <a:gdLst/>
            <a:ahLst/>
            <a:cxnLst/>
            <a:rect l="0" t="0" r="r" b="b"/>
            <a:pathLst>
              <a:path w="362618" h="73363" fill="norm" stroke="1" extrusionOk="0">
                <a:moveTo>
                  <a:pt x="178705" y="40038"/>
                </a:moveTo>
                <a:lnTo>
                  <a:pt x="180553" y="40818"/>
                </a:lnTo>
                <a:lnTo>
                  <a:pt x="177781" y="40428"/>
                </a:lnTo>
                <a:close/>
                <a:moveTo>
                  <a:pt x="116238" y="49864"/>
                </a:moveTo>
                <a:lnTo>
                  <a:pt x="117488" y="50703"/>
                </a:lnTo>
                <a:lnTo>
                  <a:pt x="115613" y="50283"/>
                </a:lnTo>
                <a:close/>
                <a:moveTo>
                  <a:pt x="146670" y="23701"/>
                </a:moveTo>
                <a:lnTo>
                  <a:pt x="147330" y="24949"/>
                </a:lnTo>
                <a:lnTo>
                  <a:pt x="146340" y="24325"/>
                </a:lnTo>
                <a:close/>
                <a:moveTo>
                  <a:pt x="322450" y="49550"/>
                </a:moveTo>
                <a:lnTo>
                  <a:pt x="323975" y="50357"/>
                </a:lnTo>
                <a:lnTo>
                  <a:pt x="321688" y="49953"/>
                </a:lnTo>
                <a:close/>
                <a:moveTo>
                  <a:pt x="156757" y="10336"/>
                </a:moveTo>
                <a:lnTo>
                  <a:pt x="158455" y="11081"/>
                </a:lnTo>
                <a:lnTo>
                  <a:pt x="155908" y="10708"/>
                </a:lnTo>
                <a:close/>
                <a:moveTo>
                  <a:pt x="105726" y="70570"/>
                </a:moveTo>
                <a:lnTo>
                  <a:pt x="106706" y="72338"/>
                </a:lnTo>
                <a:lnTo>
                  <a:pt x="105237" y="71454"/>
                </a:lnTo>
                <a:close/>
                <a:moveTo>
                  <a:pt x="223155" y="54759"/>
                </a:moveTo>
                <a:lnTo>
                  <a:pt x="224666" y="55327"/>
                </a:lnTo>
                <a:lnTo>
                  <a:pt x="222399" y="55043"/>
                </a:lnTo>
                <a:close/>
                <a:moveTo>
                  <a:pt x="257332" y="18587"/>
                </a:moveTo>
                <a:lnTo>
                  <a:pt x="258436" y="19083"/>
                </a:lnTo>
                <a:lnTo>
                  <a:pt x="256779" y="18835"/>
                </a:lnTo>
                <a:close/>
                <a:moveTo>
                  <a:pt x="21725" y="26421"/>
                </a:moveTo>
                <a:lnTo>
                  <a:pt x="22101" y="27298"/>
                </a:lnTo>
                <a:lnTo>
                  <a:pt x="21537" y="26860"/>
                </a:lnTo>
                <a:close/>
                <a:moveTo>
                  <a:pt x="306740" y="71847"/>
                </a:moveTo>
                <a:lnTo>
                  <a:pt x="307873" y="72309"/>
                </a:lnTo>
                <a:lnTo>
                  <a:pt x="306174" y="72078"/>
                </a:lnTo>
                <a:close/>
                <a:moveTo>
                  <a:pt x="125309" y="4547"/>
                </a:moveTo>
                <a:lnTo>
                  <a:pt x="126062" y="5779"/>
                </a:lnTo>
                <a:lnTo>
                  <a:pt x="124933" y="5163"/>
                </a:lnTo>
                <a:close/>
                <a:moveTo>
                  <a:pt x="222752" y="2214"/>
                </a:moveTo>
                <a:lnTo>
                  <a:pt x="224004" y="3148"/>
                </a:lnTo>
                <a:lnTo>
                  <a:pt x="222126" y="2681"/>
                </a:lnTo>
                <a:close/>
                <a:moveTo>
                  <a:pt x="143922" y="9675"/>
                </a:moveTo>
                <a:lnTo>
                  <a:pt x="144999" y="10128"/>
                </a:lnTo>
                <a:lnTo>
                  <a:pt x="143383" y="9901"/>
                </a:lnTo>
                <a:close/>
                <a:moveTo>
                  <a:pt x="247701" y="46715"/>
                </a:moveTo>
                <a:lnTo>
                  <a:pt x="249214" y="47627"/>
                </a:lnTo>
                <a:lnTo>
                  <a:pt x="246944" y="47171"/>
                </a:lnTo>
                <a:close/>
                <a:moveTo>
                  <a:pt x="345136" y="26505"/>
                </a:moveTo>
                <a:lnTo>
                  <a:pt x="345864" y="27365"/>
                </a:lnTo>
                <a:lnTo>
                  <a:pt x="344773" y="26935"/>
                </a:lnTo>
                <a:close/>
                <a:moveTo>
                  <a:pt x="329273" y="11319"/>
                </a:moveTo>
                <a:lnTo>
                  <a:pt x="331036" y="13027"/>
                </a:lnTo>
                <a:lnTo>
                  <a:pt x="328392" y="12173"/>
                </a:lnTo>
                <a:close/>
                <a:moveTo>
                  <a:pt x="307386" y="33480"/>
                </a:moveTo>
                <a:lnTo>
                  <a:pt x="308568" y="35087"/>
                </a:lnTo>
                <a:lnTo>
                  <a:pt x="306794" y="34283"/>
                </a:lnTo>
                <a:close/>
                <a:moveTo>
                  <a:pt x="256401" y="58046"/>
                </a:moveTo>
                <a:lnTo>
                  <a:pt x="257081" y="59258"/>
                </a:lnTo>
                <a:lnTo>
                  <a:pt x="256062" y="58652"/>
                </a:lnTo>
                <a:close/>
                <a:moveTo>
                  <a:pt x="266449" y="17109"/>
                </a:moveTo>
                <a:lnTo>
                  <a:pt x="267182" y="18671"/>
                </a:lnTo>
                <a:lnTo>
                  <a:pt x="266082" y="17890"/>
                </a:lnTo>
                <a:close/>
                <a:moveTo>
                  <a:pt x="205221" y="29462"/>
                </a:moveTo>
                <a:lnTo>
                  <a:pt x="206470" y="30148"/>
                </a:lnTo>
                <a:lnTo>
                  <a:pt x="204597" y="29805"/>
                </a:lnTo>
                <a:close/>
                <a:moveTo>
                  <a:pt x="89928" y="7626"/>
                </a:moveTo>
                <a:lnTo>
                  <a:pt x="91021" y="8146"/>
                </a:lnTo>
                <a:lnTo>
                  <a:pt x="89381" y="7886"/>
                </a:lnTo>
                <a:close/>
                <a:moveTo>
                  <a:pt x="323541" y="68782"/>
                </a:moveTo>
                <a:lnTo>
                  <a:pt x="324985" y="69218"/>
                </a:lnTo>
                <a:lnTo>
                  <a:pt x="322819" y="69000"/>
                </a:lnTo>
                <a:close/>
                <a:moveTo>
                  <a:pt x="216168" y="11149"/>
                </a:moveTo>
                <a:lnTo>
                  <a:pt x="217205" y="11641"/>
                </a:lnTo>
                <a:lnTo>
                  <a:pt x="215649" y="11395"/>
                </a:lnTo>
                <a:close/>
                <a:moveTo>
                  <a:pt x="179756" y="5372"/>
                </a:moveTo>
                <a:lnTo>
                  <a:pt x="180623" y="6022"/>
                </a:lnTo>
                <a:lnTo>
                  <a:pt x="179322" y="5697"/>
                </a:lnTo>
                <a:close/>
                <a:moveTo>
                  <a:pt x="168497" y="66951"/>
                </a:moveTo>
                <a:lnTo>
                  <a:pt x="169918" y="68424"/>
                </a:lnTo>
                <a:lnTo>
                  <a:pt x="167787" y="67688"/>
                </a:lnTo>
                <a:close/>
                <a:moveTo>
                  <a:pt x="261811" y="38191"/>
                </a:moveTo>
                <a:lnTo>
                  <a:pt x="262286" y="38578"/>
                </a:lnTo>
                <a:lnTo>
                  <a:pt x="261573" y="38384"/>
                </a:lnTo>
                <a:close/>
                <a:moveTo>
                  <a:pt x="49104" y="37126"/>
                </a:moveTo>
                <a:lnTo>
                  <a:pt x="50082" y="38822"/>
                </a:lnTo>
                <a:lnTo>
                  <a:pt x="48615" y="37974"/>
                </a:lnTo>
                <a:close/>
                <a:moveTo>
                  <a:pt x="72528" y="9431"/>
                </a:moveTo>
                <a:lnTo>
                  <a:pt x="74064" y="10641"/>
                </a:lnTo>
                <a:lnTo>
                  <a:pt x="71760" y="10036"/>
                </a:lnTo>
                <a:close/>
                <a:moveTo>
                  <a:pt x="19789" y="24735"/>
                </a:moveTo>
                <a:lnTo>
                  <a:pt x="20961" y="26269"/>
                </a:lnTo>
                <a:lnTo>
                  <a:pt x="19203" y="25502"/>
                </a:lnTo>
                <a:close/>
                <a:moveTo>
                  <a:pt x="281152" y="62846"/>
                </a:moveTo>
                <a:lnTo>
                  <a:pt x="282493" y="64553"/>
                </a:lnTo>
                <a:lnTo>
                  <a:pt x="280481" y="63700"/>
                </a:lnTo>
                <a:close/>
                <a:moveTo>
                  <a:pt x="170004" y="20765"/>
                </a:moveTo>
                <a:lnTo>
                  <a:pt x="170613" y="22313"/>
                </a:lnTo>
                <a:lnTo>
                  <a:pt x="169699" y="21539"/>
                </a:lnTo>
                <a:close/>
                <a:moveTo>
                  <a:pt x="234792" y="44349"/>
                </a:moveTo>
                <a:lnTo>
                  <a:pt x="236952" y="45598"/>
                </a:lnTo>
                <a:lnTo>
                  <a:pt x="233712" y="44974"/>
                </a:lnTo>
                <a:close/>
                <a:moveTo>
                  <a:pt x="112360" y="49990"/>
                </a:moveTo>
                <a:lnTo>
                  <a:pt x="114423" y="50558"/>
                </a:lnTo>
                <a:lnTo>
                  <a:pt x="111328" y="50274"/>
                </a:lnTo>
                <a:close/>
                <a:moveTo>
                  <a:pt x="340385" y="29923"/>
                </a:moveTo>
                <a:lnTo>
                  <a:pt x="340945" y="30985"/>
                </a:lnTo>
                <a:lnTo>
                  <a:pt x="340105" y="30454"/>
                </a:lnTo>
                <a:close/>
                <a:moveTo>
                  <a:pt x="281813" y="35330"/>
                </a:moveTo>
                <a:lnTo>
                  <a:pt x="282661" y="36781"/>
                </a:lnTo>
                <a:lnTo>
                  <a:pt x="281389" y="36055"/>
                </a:lnTo>
                <a:close/>
                <a:moveTo>
                  <a:pt x="37360" y="48284"/>
                </a:moveTo>
                <a:lnTo>
                  <a:pt x="38380" y="49504"/>
                </a:lnTo>
                <a:lnTo>
                  <a:pt x="36851" y="48894"/>
                </a:lnTo>
                <a:close/>
                <a:moveTo>
                  <a:pt x="183162" y="20129"/>
                </a:moveTo>
                <a:lnTo>
                  <a:pt x="183892" y="21659"/>
                </a:lnTo>
                <a:lnTo>
                  <a:pt x="182797" y="20894"/>
                </a:lnTo>
                <a:close/>
                <a:moveTo>
                  <a:pt x="165163" y="20389"/>
                </a:moveTo>
                <a:lnTo>
                  <a:pt x="166608" y="21841"/>
                </a:lnTo>
                <a:lnTo>
                  <a:pt x="164440" y="21115"/>
                </a:lnTo>
                <a:close/>
                <a:moveTo>
                  <a:pt x="32696" y="32952"/>
                </a:moveTo>
                <a:lnTo>
                  <a:pt x="33327" y="34405"/>
                </a:lnTo>
                <a:lnTo>
                  <a:pt x="32380" y="33679"/>
                </a:lnTo>
                <a:close/>
                <a:moveTo>
                  <a:pt x="17026" y="59900"/>
                </a:moveTo>
                <a:lnTo>
                  <a:pt x="18412" y="60975"/>
                </a:lnTo>
                <a:lnTo>
                  <a:pt x="16334" y="60437"/>
                </a:lnTo>
                <a:close/>
                <a:moveTo>
                  <a:pt x="194057" y="20013"/>
                </a:moveTo>
                <a:lnTo>
                  <a:pt x="195244" y="20568"/>
                </a:lnTo>
                <a:lnTo>
                  <a:pt x="193464" y="20290"/>
                </a:lnTo>
                <a:close/>
                <a:moveTo>
                  <a:pt x="129073" y="42857"/>
                </a:moveTo>
                <a:lnTo>
                  <a:pt x="130554" y="43643"/>
                </a:lnTo>
                <a:lnTo>
                  <a:pt x="128333" y="43250"/>
                </a:lnTo>
                <a:close/>
                <a:moveTo>
                  <a:pt x="222471" y="56460"/>
                </a:moveTo>
                <a:lnTo>
                  <a:pt x="224256" y="56765"/>
                </a:lnTo>
                <a:lnTo>
                  <a:pt x="221578" y="56613"/>
                </a:lnTo>
                <a:close/>
                <a:moveTo>
                  <a:pt x="180911" y="12236"/>
                </a:moveTo>
                <a:lnTo>
                  <a:pt x="182776" y="13410"/>
                </a:lnTo>
                <a:lnTo>
                  <a:pt x="179978" y="12823"/>
                </a:lnTo>
                <a:close/>
                <a:moveTo>
                  <a:pt x="159622" y="43858"/>
                </a:moveTo>
                <a:lnTo>
                  <a:pt x="160917" y="44469"/>
                </a:lnTo>
                <a:lnTo>
                  <a:pt x="158974" y="44164"/>
                </a:lnTo>
                <a:close/>
                <a:moveTo>
                  <a:pt x="329774" y="4015"/>
                </a:moveTo>
                <a:lnTo>
                  <a:pt x="330190" y="4756"/>
                </a:lnTo>
                <a:lnTo>
                  <a:pt x="329566" y="4386"/>
                </a:lnTo>
                <a:close/>
                <a:moveTo>
                  <a:pt x="51842" y="26850"/>
                </a:moveTo>
                <a:lnTo>
                  <a:pt x="53331" y="27736"/>
                </a:lnTo>
                <a:lnTo>
                  <a:pt x="51098" y="27293"/>
                </a:lnTo>
                <a:close/>
                <a:moveTo>
                  <a:pt x="349801" y="23476"/>
                </a:moveTo>
                <a:lnTo>
                  <a:pt x="351889" y="25247"/>
                </a:lnTo>
                <a:lnTo>
                  <a:pt x="348756" y="24361"/>
                </a:lnTo>
                <a:close/>
                <a:moveTo>
                  <a:pt x="198051" y="58002"/>
                </a:moveTo>
                <a:lnTo>
                  <a:pt x="198541" y="59702"/>
                </a:lnTo>
                <a:lnTo>
                  <a:pt x="197805" y="58852"/>
                </a:lnTo>
                <a:close/>
                <a:moveTo>
                  <a:pt x="159698" y="24267"/>
                </a:moveTo>
                <a:lnTo>
                  <a:pt x="161752" y="25169"/>
                </a:lnTo>
                <a:lnTo>
                  <a:pt x="158670" y="24718"/>
                </a:lnTo>
                <a:close/>
                <a:moveTo>
                  <a:pt x="32675" y="1927"/>
                </a:moveTo>
                <a:lnTo>
                  <a:pt x="34503" y="2498"/>
                </a:lnTo>
                <a:lnTo>
                  <a:pt x="31761" y="2213"/>
                </a:lnTo>
                <a:close/>
                <a:moveTo>
                  <a:pt x="229619" y="6211"/>
                </a:moveTo>
                <a:lnTo>
                  <a:pt x="231476" y="7965"/>
                </a:lnTo>
                <a:lnTo>
                  <a:pt x="228691" y="7088"/>
                </a:lnTo>
                <a:close/>
                <a:moveTo>
                  <a:pt x="133209" y="57230"/>
                </a:moveTo>
                <a:lnTo>
                  <a:pt x="135220" y="57881"/>
                </a:lnTo>
                <a:lnTo>
                  <a:pt x="132203" y="57556"/>
                </a:lnTo>
                <a:close/>
                <a:moveTo>
                  <a:pt x="171282" y="71814"/>
                </a:moveTo>
                <a:lnTo>
                  <a:pt x="173394" y="72959"/>
                </a:lnTo>
                <a:lnTo>
                  <a:pt x="170226" y="72386"/>
                </a:lnTo>
                <a:close/>
                <a:moveTo>
                  <a:pt x="198254" y="1455"/>
                </a:moveTo>
                <a:lnTo>
                  <a:pt x="200140" y="3175"/>
                </a:lnTo>
                <a:lnTo>
                  <a:pt x="197311" y="2315"/>
                </a:lnTo>
                <a:close/>
                <a:moveTo>
                  <a:pt x="203810" y="16643"/>
                </a:moveTo>
                <a:lnTo>
                  <a:pt x="204393" y="17896"/>
                </a:lnTo>
                <a:lnTo>
                  <a:pt x="203518" y="17269"/>
                </a:lnTo>
                <a:close/>
                <a:moveTo>
                  <a:pt x="250656" y="43001"/>
                </a:moveTo>
                <a:lnTo>
                  <a:pt x="252560" y="43354"/>
                </a:lnTo>
                <a:lnTo>
                  <a:pt x="249704" y="43177"/>
                </a:lnTo>
                <a:close/>
                <a:moveTo>
                  <a:pt x="2992" y="7336"/>
                </a:moveTo>
                <a:lnTo>
                  <a:pt x="3916" y="7710"/>
                </a:lnTo>
                <a:lnTo>
                  <a:pt x="2530" y="7523"/>
                </a:lnTo>
                <a:close/>
                <a:moveTo>
                  <a:pt x="87630" y="14890"/>
                </a:moveTo>
                <a:lnTo>
                  <a:pt x="89484" y="15981"/>
                </a:lnTo>
                <a:lnTo>
                  <a:pt x="86703" y="15436"/>
                </a:lnTo>
                <a:close/>
                <a:moveTo>
                  <a:pt x="72633" y="36446"/>
                </a:moveTo>
                <a:lnTo>
                  <a:pt x="73270" y="38228"/>
                </a:lnTo>
                <a:lnTo>
                  <a:pt x="72314" y="37337"/>
                </a:lnTo>
                <a:close/>
                <a:moveTo>
                  <a:pt x="33370" y="17132"/>
                </a:moveTo>
                <a:lnTo>
                  <a:pt x="34779" y="18773"/>
                </a:lnTo>
                <a:lnTo>
                  <a:pt x="32666" y="17952"/>
                </a:lnTo>
                <a:close/>
                <a:moveTo>
                  <a:pt x="236721" y="9776"/>
                </a:moveTo>
                <a:lnTo>
                  <a:pt x="238197" y="11185"/>
                </a:lnTo>
                <a:lnTo>
                  <a:pt x="235982" y="10480"/>
                </a:lnTo>
                <a:close/>
                <a:moveTo>
                  <a:pt x="336492" y="45880"/>
                </a:moveTo>
                <a:lnTo>
                  <a:pt x="337305" y="47422"/>
                </a:lnTo>
                <a:lnTo>
                  <a:pt x="336085" y="46651"/>
                </a:lnTo>
                <a:close/>
                <a:moveTo>
                  <a:pt x="252367" y="64176"/>
                </a:moveTo>
                <a:lnTo>
                  <a:pt x="253089" y="65732"/>
                </a:lnTo>
                <a:lnTo>
                  <a:pt x="252006" y="64954"/>
                </a:lnTo>
                <a:close/>
                <a:moveTo>
                  <a:pt x="173537" y="15896"/>
                </a:moveTo>
                <a:lnTo>
                  <a:pt x="174358" y="16345"/>
                </a:lnTo>
                <a:lnTo>
                  <a:pt x="173127" y="16120"/>
                </a:lnTo>
                <a:close/>
                <a:moveTo>
                  <a:pt x="323624" y="10238"/>
                </a:moveTo>
                <a:lnTo>
                  <a:pt x="325145" y="10916"/>
                </a:lnTo>
                <a:lnTo>
                  <a:pt x="322863" y="10577"/>
                </a:lnTo>
                <a:close/>
                <a:moveTo>
                  <a:pt x="90701" y="25326"/>
                </a:moveTo>
                <a:lnTo>
                  <a:pt x="92616" y="25726"/>
                </a:lnTo>
                <a:lnTo>
                  <a:pt x="89743" y="25526"/>
                </a:lnTo>
                <a:close/>
                <a:moveTo>
                  <a:pt x="141186" y="23543"/>
                </a:moveTo>
                <a:lnTo>
                  <a:pt x="142434" y="24778"/>
                </a:lnTo>
                <a:lnTo>
                  <a:pt x="140561" y="24161"/>
                </a:lnTo>
                <a:close/>
                <a:moveTo>
                  <a:pt x="312221" y="45713"/>
                </a:moveTo>
                <a:lnTo>
                  <a:pt x="314148" y="47337"/>
                </a:lnTo>
                <a:lnTo>
                  <a:pt x="311257" y="46525"/>
                </a:lnTo>
                <a:close/>
                <a:moveTo>
                  <a:pt x="293525" y="1783"/>
                </a:moveTo>
                <a:lnTo>
                  <a:pt x="293993" y="2869"/>
                </a:lnTo>
                <a:lnTo>
                  <a:pt x="293291" y="2326"/>
                </a:lnTo>
                <a:close/>
                <a:moveTo>
                  <a:pt x="71514" y="26063"/>
                </a:moveTo>
                <a:lnTo>
                  <a:pt x="72843" y="27160"/>
                </a:lnTo>
                <a:lnTo>
                  <a:pt x="70849" y="26611"/>
                </a:lnTo>
                <a:close/>
                <a:moveTo>
                  <a:pt x="276622" y="55574"/>
                </a:moveTo>
                <a:lnTo>
                  <a:pt x="277375" y="56732"/>
                </a:lnTo>
                <a:lnTo>
                  <a:pt x="276245" y="56153"/>
                </a:lnTo>
                <a:close/>
                <a:moveTo>
                  <a:pt x="170852" y="31952"/>
                </a:moveTo>
                <a:lnTo>
                  <a:pt x="172545" y="33324"/>
                </a:lnTo>
                <a:lnTo>
                  <a:pt x="170005" y="32638"/>
                </a:lnTo>
                <a:close/>
                <a:moveTo>
                  <a:pt x="255297" y="27594"/>
                </a:moveTo>
                <a:lnTo>
                  <a:pt x="255802" y="28771"/>
                </a:lnTo>
                <a:lnTo>
                  <a:pt x="255044" y="28183"/>
                </a:lnTo>
                <a:close/>
                <a:moveTo>
                  <a:pt x="92077" y="22299"/>
                </a:moveTo>
                <a:lnTo>
                  <a:pt x="92612" y="22712"/>
                </a:lnTo>
                <a:lnTo>
                  <a:pt x="91809" y="22505"/>
                </a:lnTo>
                <a:close/>
                <a:moveTo>
                  <a:pt x="160507" y="69150"/>
                </a:moveTo>
                <a:lnTo>
                  <a:pt x="161994" y="69830"/>
                </a:lnTo>
                <a:lnTo>
                  <a:pt x="159764" y="69490"/>
                </a:lnTo>
                <a:close/>
                <a:moveTo>
                  <a:pt x="343078" y="14049"/>
                </a:moveTo>
                <a:lnTo>
                  <a:pt x="344677" y="14457"/>
                </a:lnTo>
                <a:lnTo>
                  <a:pt x="342278" y="14253"/>
                </a:lnTo>
                <a:close/>
                <a:moveTo>
                  <a:pt x="345109" y="65548"/>
                </a:moveTo>
                <a:lnTo>
                  <a:pt x="347008" y="66419"/>
                </a:lnTo>
                <a:lnTo>
                  <a:pt x="344160" y="65983"/>
                </a:lnTo>
                <a:close/>
                <a:moveTo>
                  <a:pt x="163532" y="35706"/>
                </a:moveTo>
                <a:lnTo>
                  <a:pt x="165589" y="36879"/>
                </a:lnTo>
                <a:lnTo>
                  <a:pt x="162503" y="36292"/>
                </a:lnTo>
                <a:close/>
                <a:moveTo>
                  <a:pt x="89894" y="65236"/>
                </a:moveTo>
                <a:lnTo>
                  <a:pt x="91024" y="66630"/>
                </a:lnTo>
                <a:lnTo>
                  <a:pt x="89329" y="65933"/>
                </a:lnTo>
                <a:close/>
                <a:moveTo>
                  <a:pt x="340034" y="55623"/>
                </a:moveTo>
                <a:lnTo>
                  <a:pt x="340614" y="57151"/>
                </a:lnTo>
                <a:lnTo>
                  <a:pt x="339744" y="56387"/>
                </a:lnTo>
                <a:close/>
                <a:moveTo>
                  <a:pt x="163217" y="71756"/>
                </a:moveTo>
                <a:lnTo>
                  <a:pt x="164264" y="72321"/>
                </a:lnTo>
                <a:lnTo>
                  <a:pt x="162694" y="72039"/>
                </a:lnTo>
                <a:close/>
                <a:moveTo>
                  <a:pt x="43053" y="71753"/>
                </a:moveTo>
                <a:lnTo>
                  <a:pt x="44198" y="72073"/>
                </a:lnTo>
                <a:lnTo>
                  <a:pt x="42480" y="71913"/>
                </a:lnTo>
                <a:close/>
                <a:moveTo>
                  <a:pt x="181195" y="69003"/>
                </a:moveTo>
                <a:lnTo>
                  <a:pt x="181935" y="70695"/>
                </a:lnTo>
                <a:lnTo>
                  <a:pt x="180824" y="69849"/>
                </a:lnTo>
                <a:close/>
                <a:moveTo>
                  <a:pt x="359491" y="14666"/>
                </a:moveTo>
                <a:lnTo>
                  <a:pt x="360226" y="15184"/>
                </a:lnTo>
                <a:lnTo>
                  <a:pt x="359124" y="14925"/>
                </a:lnTo>
                <a:close/>
                <a:moveTo>
                  <a:pt x="36484" y="0"/>
                </a:moveTo>
                <a:lnTo>
                  <a:pt x="37237" y="1501"/>
                </a:lnTo>
                <a:lnTo>
                  <a:pt x="36107" y="750"/>
                </a:lnTo>
                <a:close/>
                <a:moveTo>
                  <a:pt x="156977" y="29597"/>
                </a:moveTo>
                <a:lnTo>
                  <a:pt x="158480" y="30102"/>
                </a:lnTo>
                <a:lnTo>
                  <a:pt x="156225" y="29849"/>
                </a:lnTo>
                <a:close/>
                <a:moveTo>
                  <a:pt x="280413" y="18001"/>
                </a:moveTo>
                <a:lnTo>
                  <a:pt x="281722" y="18629"/>
                </a:lnTo>
                <a:lnTo>
                  <a:pt x="279759" y="18315"/>
                </a:lnTo>
                <a:close/>
                <a:moveTo>
                  <a:pt x="93816" y="10629"/>
                </a:moveTo>
                <a:lnTo>
                  <a:pt x="94892" y="11580"/>
                </a:lnTo>
                <a:lnTo>
                  <a:pt x="93279" y="11105"/>
                </a:lnTo>
                <a:close/>
                <a:moveTo>
                  <a:pt x="36063" y="59890"/>
                </a:moveTo>
                <a:lnTo>
                  <a:pt x="37030" y="61199"/>
                </a:lnTo>
                <a:lnTo>
                  <a:pt x="35580" y="60544"/>
                </a:lnTo>
                <a:close/>
                <a:moveTo>
                  <a:pt x="69123" y="3007"/>
                </a:moveTo>
                <a:lnTo>
                  <a:pt x="71282" y="3666"/>
                </a:lnTo>
                <a:lnTo>
                  <a:pt x="68044" y="3336"/>
                </a:lnTo>
                <a:close/>
                <a:moveTo>
                  <a:pt x="4924" y="66810"/>
                </a:moveTo>
                <a:lnTo>
                  <a:pt x="6061" y="67120"/>
                </a:lnTo>
                <a:lnTo>
                  <a:pt x="4355" y="66965"/>
                </a:lnTo>
                <a:close/>
                <a:moveTo>
                  <a:pt x="231080" y="24289"/>
                </a:moveTo>
                <a:lnTo>
                  <a:pt x="233221" y="25815"/>
                </a:lnTo>
                <a:lnTo>
                  <a:pt x="230009" y="25052"/>
                </a:lnTo>
                <a:close/>
                <a:moveTo>
                  <a:pt x="238907" y="50463"/>
                </a:moveTo>
                <a:lnTo>
                  <a:pt x="239850" y="52139"/>
                </a:lnTo>
                <a:lnTo>
                  <a:pt x="238436" y="51301"/>
                </a:lnTo>
                <a:close/>
                <a:moveTo>
                  <a:pt x="336461" y="17683"/>
                </a:moveTo>
                <a:lnTo>
                  <a:pt x="336906" y="18078"/>
                </a:lnTo>
                <a:lnTo>
                  <a:pt x="336238" y="17880"/>
                </a:lnTo>
                <a:close/>
                <a:moveTo>
                  <a:pt x="190183" y="44494"/>
                </a:moveTo>
                <a:lnTo>
                  <a:pt x="192023" y="46154"/>
                </a:lnTo>
                <a:lnTo>
                  <a:pt x="189262" y="45324"/>
                </a:lnTo>
                <a:close/>
                <a:moveTo>
                  <a:pt x="138689" y="31904"/>
                </a:moveTo>
                <a:lnTo>
                  <a:pt x="139775" y="33563"/>
                </a:lnTo>
                <a:lnTo>
                  <a:pt x="138146" y="32733"/>
                </a:lnTo>
                <a:close/>
                <a:moveTo>
                  <a:pt x="79242" y="9248"/>
                </a:moveTo>
                <a:lnTo>
                  <a:pt x="79955" y="10933"/>
                </a:lnTo>
                <a:lnTo>
                  <a:pt x="78885" y="10090"/>
                </a:lnTo>
                <a:close/>
                <a:moveTo>
                  <a:pt x="61932" y="71587"/>
                </a:moveTo>
                <a:lnTo>
                  <a:pt x="62743" y="72446"/>
                </a:lnTo>
                <a:lnTo>
                  <a:pt x="61527" y="72016"/>
                </a:lnTo>
                <a:close/>
                <a:moveTo>
                  <a:pt x="65764" y="70060"/>
                </a:moveTo>
                <a:lnTo>
                  <a:pt x="66259" y="70602"/>
                </a:lnTo>
                <a:lnTo>
                  <a:pt x="65517" y="70331"/>
                </a:lnTo>
                <a:close/>
                <a:moveTo>
                  <a:pt x="249854" y="34887"/>
                </a:moveTo>
                <a:lnTo>
                  <a:pt x="250928" y="35870"/>
                </a:lnTo>
                <a:lnTo>
                  <a:pt x="249318" y="35379"/>
                </a:lnTo>
                <a:close/>
                <a:moveTo>
                  <a:pt x="322322" y="10717"/>
                </a:moveTo>
                <a:lnTo>
                  <a:pt x="323700" y="11329"/>
                </a:lnTo>
                <a:lnTo>
                  <a:pt x="321633" y="11023"/>
                </a:lnTo>
                <a:close/>
                <a:moveTo>
                  <a:pt x="179647" y="27759"/>
                </a:moveTo>
                <a:lnTo>
                  <a:pt x="180761" y="28527"/>
                </a:lnTo>
                <a:lnTo>
                  <a:pt x="179090" y="28143"/>
                </a:lnTo>
                <a:close/>
                <a:moveTo>
                  <a:pt x="5234" y="14335"/>
                </a:moveTo>
                <a:lnTo>
                  <a:pt x="6940" y="15214"/>
                </a:lnTo>
                <a:lnTo>
                  <a:pt x="4381" y="14774"/>
                </a:lnTo>
                <a:close/>
                <a:moveTo>
                  <a:pt x="45322" y="7664"/>
                </a:moveTo>
                <a:lnTo>
                  <a:pt x="47010" y="8246"/>
                </a:lnTo>
                <a:lnTo>
                  <a:pt x="44478" y="7955"/>
                </a:lnTo>
                <a:close/>
                <a:moveTo>
                  <a:pt x="339586" y="37631"/>
                </a:moveTo>
                <a:lnTo>
                  <a:pt x="340054" y="38411"/>
                </a:lnTo>
                <a:lnTo>
                  <a:pt x="339352" y="38021"/>
                </a:lnTo>
                <a:close/>
                <a:moveTo>
                  <a:pt x="224566" y="71016"/>
                </a:moveTo>
                <a:lnTo>
                  <a:pt x="226613" y="71665"/>
                </a:lnTo>
                <a:lnTo>
                  <a:pt x="223543" y="71341"/>
                </a:lnTo>
                <a:close/>
                <a:moveTo>
                  <a:pt x="220744" y="41317"/>
                </a:moveTo>
                <a:lnTo>
                  <a:pt x="222725" y="41883"/>
                </a:lnTo>
                <a:lnTo>
                  <a:pt x="219753" y="41600"/>
                </a:lnTo>
                <a:close/>
                <a:moveTo>
                  <a:pt x="186598" y="41645"/>
                </a:moveTo>
                <a:lnTo>
                  <a:pt x="187846" y="42653"/>
                </a:lnTo>
                <a:lnTo>
                  <a:pt x="185974" y="42149"/>
                </a:lnTo>
                <a:close/>
                <a:moveTo>
                  <a:pt x="7442" y="12495"/>
                </a:moveTo>
                <a:lnTo>
                  <a:pt x="9556" y="13255"/>
                </a:lnTo>
                <a:lnTo>
                  <a:pt x="6385" y="12875"/>
                </a:lnTo>
                <a:close/>
                <a:moveTo>
                  <a:pt x="347672" y="771"/>
                </a:moveTo>
                <a:lnTo>
                  <a:pt x="348031" y="2353"/>
                </a:lnTo>
                <a:lnTo>
                  <a:pt x="347493" y="1562"/>
                </a:lnTo>
                <a:close/>
                <a:moveTo>
                  <a:pt x="106964" y="61419"/>
                </a:moveTo>
                <a:lnTo>
                  <a:pt x="107315" y="62631"/>
                </a:lnTo>
                <a:lnTo>
                  <a:pt x="106789" y="62025"/>
                </a:lnTo>
                <a:close/>
                <a:moveTo>
                  <a:pt x="300926" y="19323"/>
                </a:moveTo>
                <a:lnTo>
                  <a:pt x="302860" y="20712"/>
                </a:lnTo>
                <a:lnTo>
                  <a:pt x="299960" y="20018"/>
                </a:lnTo>
                <a:close/>
                <a:moveTo>
                  <a:pt x="300909" y="26824"/>
                </a:moveTo>
                <a:lnTo>
                  <a:pt x="301606" y="27699"/>
                </a:lnTo>
                <a:lnTo>
                  <a:pt x="300561" y="27262"/>
                </a:lnTo>
                <a:close/>
                <a:moveTo>
                  <a:pt x="116394" y="17232"/>
                </a:moveTo>
                <a:lnTo>
                  <a:pt x="118397" y="17796"/>
                </a:lnTo>
                <a:lnTo>
                  <a:pt x="115393" y="17514"/>
                </a:lnTo>
                <a:close/>
                <a:moveTo>
                  <a:pt x="228363" y="33491"/>
                </a:moveTo>
                <a:lnTo>
                  <a:pt x="229584" y="34537"/>
                </a:lnTo>
                <a:lnTo>
                  <a:pt x="227753" y="34014"/>
                </a:lnTo>
                <a:close/>
                <a:moveTo>
                  <a:pt x="178821" y="68159"/>
                </a:moveTo>
                <a:lnTo>
                  <a:pt x="180417" y="69666"/>
                </a:lnTo>
                <a:lnTo>
                  <a:pt x="178023" y="68912"/>
                </a:lnTo>
                <a:close/>
                <a:moveTo>
                  <a:pt x="90232" y="36695"/>
                </a:moveTo>
                <a:lnTo>
                  <a:pt x="91916" y="38034"/>
                </a:lnTo>
                <a:lnTo>
                  <a:pt x="89390" y="37365"/>
                </a:lnTo>
                <a:close/>
                <a:moveTo>
                  <a:pt x="293638" y="2377"/>
                </a:moveTo>
                <a:lnTo>
                  <a:pt x="294169" y="3892"/>
                </a:lnTo>
                <a:lnTo>
                  <a:pt x="293372" y="3134"/>
                </a:lnTo>
                <a:close/>
                <a:moveTo>
                  <a:pt x="142162" y="15835"/>
                </a:moveTo>
                <a:lnTo>
                  <a:pt x="143323" y="16385"/>
                </a:lnTo>
                <a:lnTo>
                  <a:pt x="141582" y="16110"/>
                </a:lnTo>
                <a:close/>
                <a:moveTo>
                  <a:pt x="266056" y="29768"/>
                </a:moveTo>
                <a:lnTo>
                  <a:pt x="267937" y="30772"/>
                </a:lnTo>
                <a:lnTo>
                  <a:pt x="265115" y="30270"/>
                </a:lnTo>
                <a:close/>
                <a:moveTo>
                  <a:pt x="358723" y="2529"/>
                </a:moveTo>
                <a:lnTo>
                  <a:pt x="360664" y="2979"/>
                </a:lnTo>
                <a:lnTo>
                  <a:pt x="357753" y="2754"/>
                </a:lnTo>
                <a:close/>
                <a:moveTo>
                  <a:pt x="177226" y="16938"/>
                </a:moveTo>
                <a:lnTo>
                  <a:pt x="178324" y="18577"/>
                </a:lnTo>
                <a:lnTo>
                  <a:pt x="176676" y="17758"/>
                </a:lnTo>
                <a:close/>
                <a:moveTo>
                  <a:pt x="82369" y="28756"/>
                </a:moveTo>
                <a:lnTo>
                  <a:pt x="83701" y="29212"/>
                </a:lnTo>
                <a:lnTo>
                  <a:pt x="81703" y="28984"/>
                </a:lnTo>
                <a:close/>
                <a:moveTo>
                  <a:pt x="187574" y="22128"/>
                </a:moveTo>
                <a:lnTo>
                  <a:pt x="189735" y="23790"/>
                </a:lnTo>
                <a:lnTo>
                  <a:pt x="186494" y="22959"/>
                </a:lnTo>
                <a:close/>
                <a:moveTo>
                  <a:pt x="187360" y="67091"/>
                </a:moveTo>
                <a:lnTo>
                  <a:pt x="187869" y="67421"/>
                </a:lnTo>
                <a:lnTo>
                  <a:pt x="187106" y="67256"/>
                </a:lnTo>
                <a:close/>
                <a:moveTo>
                  <a:pt x="147767" y="64573"/>
                </a:moveTo>
                <a:lnTo>
                  <a:pt x="149789" y="66350"/>
                </a:lnTo>
                <a:lnTo>
                  <a:pt x="146756" y="65462"/>
                </a:lnTo>
                <a:close/>
                <a:moveTo>
                  <a:pt x="292358" y="28708"/>
                </a:moveTo>
                <a:lnTo>
                  <a:pt x="294131" y="30142"/>
                </a:lnTo>
                <a:lnTo>
                  <a:pt x="291471" y="29425"/>
                </a:lnTo>
                <a:close/>
                <a:moveTo>
                  <a:pt x="178193" y="58887"/>
                </a:moveTo>
                <a:lnTo>
                  <a:pt x="179907" y="59461"/>
                </a:lnTo>
                <a:lnTo>
                  <a:pt x="177336" y="59174"/>
                </a:lnTo>
                <a:close/>
                <a:moveTo>
                  <a:pt x="21047" y="16170"/>
                </a:moveTo>
                <a:lnTo>
                  <a:pt x="22857" y="17090"/>
                </a:lnTo>
                <a:lnTo>
                  <a:pt x="20142" y="16630"/>
                </a:lnTo>
                <a:close/>
                <a:moveTo>
                  <a:pt x="114582" y="53400"/>
                </a:moveTo>
                <a:lnTo>
                  <a:pt x="115272" y="54074"/>
                </a:lnTo>
                <a:lnTo>
                  <a:pt x="114237" y="53737"/>
                </a:lnTo>
                <a:close/>
                <a:moveTo>
                  <a:pt x="47573" y="65210"/>
                </a:moveTo>
                <a:lnTo>
                  <a:pt x="48375" y="66089"/>
                </a:lnTo>
                <a:lnTo>
                  <a:pt x="47172" y="65649"/>
                </a:lnTo>
                <a:close/>
                <a:moveTo>
                  <a:pt x="200134" y="13209"/>
                </a:moveTo>
                <a:lnTo>
                  <a:pt x="202142" y="14710"/>
                </a:lnTo>
                <a:lnTo>
                  <a:pt x="199130" y="13959"/>
                </a:lnTo>
                <a:close/>
                <a:moveTo>
                  <a:pt x="37609" y="11547"/>
                </a:moveTo>
                <a:lnTo>
                  <a:pt x="39519" y="12167"/>
                </a:lnTo>
                <a:lnTo>
                  <a:pt x="36654" y="11857"/>
                </a:lnTo>
                <a:close/>
                <a:moveTo>
                  <a:pt x="137949" y="60769"/>
                </a:moveTo>
                <a:lnTo>
                  <a:pt x="138850" y="61878"/>
                </a:lnTo>
                <a:lnTo>
                  <a:pt x="137498" y="61323"/>
                </a:lnTo>
                <a:close/>
                <a:moveTo>
                  <a:pt x="153239" y="51657"/>
                </a:moveTo>
                <a:lnTo>
                  <a:pt x="154975" y="53163"/>
                </a:lnTo>
                <a:lnTo>
                  <a:pt x="152372" y="52410"/>
                </a:lnTo>
                <a:close/>
                <a:moveTo>
                  <a:pt x="80006" y="44885"/>
                </a:moveTo>
                <a:lnTo>
                  <a:pt x="80697" y="46640"/>
                </a:lnTo>
                <a:lnTo>
                  <a:pt x="79661" y="45763"/>
                </a:lnTo>
                <a:close/>
                <a:moveTo>
                  <a:pt x="102459" y="39298"/>
                </a:moveTo>
                <a:lnTo>
                  <a:pt x="103261" y="40444"/>
                </a:lnTo>
                <a:lnTo>
                  <a:pt x="102058" y="39871"/>
                </a:lnTo>
                <a:close/>
                <a:moveTo>
                  <a:pt x="109352" y="3849"/>
                </a:moveTo>
                <a:lnTo>
                  <a:pt x="109723" y="5218"/>
                </a:lnTo>
                <a:lnTo>
                  <a:pt x="109167" y="4534"/>
                </a:lnTo>
                <a:close/>
                <a:moveTo>
                  <a:pt x="85090" y="10169"/>
                </a:moveTo>
                <a:lnTo>
                  <a:pt x="86751" y="11697"/>
                </a:lnTo>
                <a:lnTo>
                  <a:pt x="84259" y="10933"/>
                </a:lnTo>
                <a:close/>
                <a:moveTo>
                  <a:pt x="93898" y="40462"/>
                </a:moveTo>
                <a:lnTo>
                  <a:pt x="95914" y="42055"/>
                </a:lnTo>
                <a:lnTo>
                  <a:pt x="92890" y="41259"/>
                </a:lnTo>
                <a:close/>
                <a:moveTo>
                  <a:pt x="168872" y="49693"/>
                </a:moveTo>
                <a:lnTo>
                  <a:pt x="170333" y="51142"/>
                </a:lnTo>
                <a:lnTo>
                  <a:pt x="168141" y="50418"/>
                </a:lnTo>
                <a:close/>
                <a:moveTo>
                  <a:pt x="338615" y="15229"/>
                </a:moveTo>
                <a:lnTo>
                  <a:pt x="339686" y="16953"/>
                </a:lnTo>
                <a:lnTo>
                  <a:pt x="338079" y="16091"/>
                </a:lnTo>
                <a:close/>
                <a:moveTo>
                  <a:pt x="98466" y="20937"/>
                </a:moveTo>
                <a:lnTo>
                  <a:pt x="100346" y="21714"/>
                </a:lnTo>
                <a:lnTo>
                  <a:pt x="97526" y="21326"/>
                </a:lnTo>
                <a:close/>
                <a:moveTo>
                  <a:pt x="213641" y="5216"/>
                </a:moveTo>
                <a:lnTo>
                  <a:pt x="215812" y="6407"/>
                </a:lnTo>
                <a:lnTo>
                  <a:pt x="212555" y="5811"/>
                </a:lnTo>
                <a:close/>
                <a:moveTo>
                  <a:pt x="27034" y="10331"/>
                </a:moveTo>
                <a:lnTo>
                  <a:pt x="27565" y="11452"/>
                </a:lnTo>
                <a:lnTo>
                  <a:pt x="26769" y="10891"/>
                </a:lnTo>
                <a:close/>
                <a:moveTo>
                  <a:pt x="254436" y="41930"/>
                </a:moveTo>
                <a:lnTo>
                  <a:pt x="256181" y="43516"/>
                </a:lnTo>
                <a:lnTo>
                  <a:pt x="253564" y="42723"/>
                </a:lnTo>
                <a:close/>
                <a:moveTo>
                  <a:pt x="183704" y="36969"/>
                </a:moveTo>
                <a:lnTo>
                  <a:pt x="185249" y="38325"/>
                </a:lnTo>
                <a:lnTo>
                  <a:pt x="182931" y="37647"/>
                </a:lnTo>
                <a:close/>
                <a:moveTo>
                  <a:pt x="316545" y="44897"/>
                </a:moveTo>
                <a:lnTo>
                  <a:pt x="317646" y="46171"/>
                </a:lnTo>
                <a:lnTo>
                  <a:pt x="315994" y="45534"/>
                </a:lnTo>
                <a:close/>
                <a:moveTo>
                  <a:pt x="288914" y="42920"/>
                </a:moveTo>
                <a:lnTo>
                  <a:pt x="289850" y="43986"/>
                </a:lnTo>
                <a:lnTo>
                  <a:pt x="288447" y="43453"/>
                </a:lnTo>
                <a:close/>
                <a:moveTo>
                  <a:pt x="193061" y="14057"/>
                </a:moveTo>
                <a:lnTo>
                  <a:pt x="195034" y="14442"/>
                </a:lnTo>
                <a:lnTo>
                  <a:pt x="192074" y="14250"/>
                </a:lnTo>
                <a:close/>
                <a:moveTo>
                  <a:pt x="314127" y="17389"/>
                </a:moveTo>
                <a:lnTo>
                  <a:pt x="315054" y="19039"/>
                </a:lnTo>
                <a:lnTo>
                  <a:pt x="313663" y="18214"/>
                </a:lnTo>
                <a:close/>
                <a:moveTo>
                  <a:pt x="156204" y="42861"/>
                </a:moveTo>
                <a:lnTo>
                  <a:pt x="156648" y="43875"/>
                </a:lnTo>
                <a:lnTo>
                  <a:pt x="155982" y="43368"/>
                </a:lnTo>
                <a:close/>
                <a:moveTo>
                  <a:pt x="206412" y="38564"/>
                </a:moveTo>
                <a:lnTo>
                  <a:pt x="207407" y="38938"/>
                </a:lnTo>
                <a:lnTo>
                  <a:pt x="205914" y="38751"/>
                </a:lnTo>
                <a:close/>
                <a:moveTo>
                  <a:pt x="21308" y="9206"/>
                </a:moveTo>
                <a:lnTo>
                  <a:pt x="23047" y="10105"/>
                </a:lnTo>
                <a:lnTo>
                  <a:pt x="20438" y="9656"/>
                </a:lnTo>
                <a:close/>
                <a:moveTo>
                  <a:pt x="326577" y="53833"/>
                </a:moveTo>
                <a:lnTo>
                  <a:pt x="327830" y="55092"/>
                </a:lnTo>
                <a:lnTo>
                  <a:pt x="325950" y="54463"/>
                </a:lnTo>
                <a:close/>
                <a:moveTo>
                  <a:pt x="262108" y="62392"/>
                </a:moveTo>
                <a:lnTo>
                  <a:pt x="262606" y="63347"/>
                </a:lnTo>
                <a:lnTo>
                  <a:pt x="261859" y="62869"/>
                </a:lnTo>
                <a:close/>
                <a:moveTo>
                  <a:pt x="35884" y="53211"/>
                </a:moveTo>
                <a:lnTo>
                  <a:pt x="37111" y="54736"/>
                </a:lnTo>
                <a:lnTo>
                  <a:pt x="35270" y="53973"/>
                </a:lnTo>
                <a:close/>
                <a:moveTo>
                  <a:pt x="37548" y="61113"/>
                </a:moveTo>
                <a:lnTo>
                  <a:pt x="38120" y="61517"/>
                </a:lnTo>
                <a:lnTo>
                  <a:pt x="37262" y="61315"/>
                </a:lnTo>
                <a:close/>
                <a:moveTo>
                  <a:pt x="98635" y="22298"/>
                </a:moveTo>
                <a:lnTo>
                  <a:pt x="99142" y="23859"/>
                </a:lnTo>
                <a:lnTo>
                  <a:pt x="98381" y="23079"/>
                </a:lnTo>
                <a:close/>
                <a:moveTo>
                  <a:pt x="349224" y="46405"/>
                </a:moveTo>
                <a:lnTo>
                  <a:pt x="350496" y="47305"/>
                </a:lnTo>
                <a:lnTo>
                  <a:pt x="348588" y="46855"/>
                </a:lnTo>
                <a:close/>
                <a:moveTo>
                  <a:pt x="102261" y="33383"/>
                </a:moveTo>
                <a:lnTo>
                  <a:pt x="103576" y="34797"/>
                </a:lnTo>
                <a:lnTo>
                  <a:pt x="101604" y="34090"/>
                </a:lnTo>
                <a:close/>
                <a:moveTo>
                  <a:pt x="133769" y="27595"/>
                </a:moveTo>
                <a:lnTo>
                  <a:pt x="135668" y="28955"/>
                </a:lnTo>
                <a:lnTo>
                  <a:pt x="132819" y="28275"/>
                </a:lnTo>
                <a:close/>
                <a:moveTo>
                  <a:pt x="29608" y="34369"/>
                </a:moveTo>
                <a:lnTo>
                  <a:pt x="30583" y="35049"/>
                </a:lnTo>
                <a:lnTo>
                  <a:pt x="29121" y="34709"/>
                </a:lnTo>
                <a:close/>
                <a:moveTo>
                  <a:pt x="194112" y="16625"/>
                </a:moveTo>
                <a:lnTo>
                  <a:pt x="195445" y="17171"/>
                </a:lnTo>
                <a:lnTo>
                  <a:pt x="193446" y="16898"/>
                </a:lnTo>
                <a:close/>
                <a:moveTo>
                  <a:pt x="98649" y="13860"/>
                </a:moveTo>
                <a:lnTo>
                  <a:pt x="100234" y="14483"/>
                </a:lnTo>
                <a:lnTo>
                  <a:pt x="97857" y="14172"/>
                </a:lnTo>
                <a:close/>
                <a:moveTo>
                  <a:pt x="302392" y="16758"/>
                </a:moveTo>
                <a:lnTo>
                  <a:pt x="302948" y="17191"/>
                </a:lnTo>
                <a:lnTo>
                  <a:pt x="302114" y="16974"/>
                </a:lnTo>
                <a:close/>
                <a:moveTo>
                  <a:pt x="301113" y="40496"/>
                </a:moveTo>
                <a:lnTo>
                  <a:pt x="302265" y="40937"/>
                </a:lnTo>
                <a:lnTo>
                  <a:pt x="300538" y="40717"/>
                </a:lnTo>
                <a:close/>
                <a:moveTo>
                  <a:pt x="250374" y="14629"/>
                </a:moveTo>
                <a:lnTo>
                  <a:pt x="252358" y="15972"/>
                </a:lnTo>
                <a:lnTo>
                  <a:pt x="249382" y="15300"/>
                </a:lnTo>
                <a:close/>
                <a:moveTo>
                  <a:pt x="217548" y="25563"/>
                </a:moveTo>
                <a:lnTo>
                  <a:pt x="219416" y="26666"/>
                </a:lnTo>
                <a:lnTo>
                  <a:pt x="216614" y="26115"/>
                </a:lnTo>
                <a:close/>
                <a:moveTo>
                  <a:pt x="114511" y="45272"/>
                </a:moveTo>
                <a:lnTo>
                  <a:pt x="116154" y="46865"/>
                </a:lnTo>
                <a:lnTo>
                  <a:pt x="113689" y="46069"/>
                </a:lnTo>
                <a:close/>
                <a:moveTo>
                  <a:pt x="239026" y="49930"/>
                </a:moveTo>
                <a:lnTo>
                  <a:pt x="239725" y="51514"/>
                </a:lnTo>
                <a:lnTo>
                  <a:pt x="238677" y="50722"/>
                </a:lnTo>
                <a:close/>
                <a:moveTo>
                  <a:pt x="200370" y="18019"/>
                </a:moveTo>
                <a:lnTo>
                  <a:pt x="202370" y="18557"/>
                </a:lnTo>
                <a:lnTo>
                  <a:pt x="199369" y="18288"/>
                </a:lnTo>
                <a:close/>
                <a:moveTo>
                  <a:pt x="205946" y="68987"/>
                </a:moveTo>
                <a:lnTo>
                  <a:pt x="208069" y="69972"/>
                </a:lnTo>
                <a:lnTo>
                  <a:pt x="204885" y="69479"/>
                </a:lnTo>
                <a:close/>
                <a:moveTo>
                  <a:pt x="332938" y="65731"/>
                </a:moveTo>
                <a:lnTo>
                  <a:pt x="334014" y="66221"/>
                </a:lnTo>
                <a:lnTo>
                  <a:pt x="332400" y="65976"/>
                </a:lnTo>
                <a:close/>
                <a:moveTo>
                  <a:pt x="33854" y="65568"/>
                </a:moveTo>
                <a:lnTo>
                  <a:pt x="34216" y="66601"/>
                </a:lnTo>
                <a:lnTo>
                  <a:pt x="33673" y="66085"/>
                </a:lnTo>
                <a:close/>
                <a:moveTo>
                  <a:pt x="142901" y="10927"/>
                </a:moveTo>
                <a:lnTo>
                  <a:pt x="143778" y="11306"/>
                </a:lnTo>
                <a:lnTo>
                  <a:pt x="142463" y="11116"/>
                </a:lnTo>
                <a:close/>
                <a:moveTo>
                  <a:pt x="100267" y="45548"/>
                </a:moveTo>
                <a:lnTo>
                  <a:pt x="101025" y="46510"/>
                </a:lnTo>
                <a:lnTo>
                  <a:pt x="99888" y="46029"/>
                </a:lnTo>
                <a:close/>
                <a:moveTo>
                  <a:pt x="55963" y="52108"/>
                </a:moveTo>
                <a:lnTo>
                  <a:pt x="57316" y="53589"/>
                </a:lnTo>
                <a:lnTo>
                  <a:pt x="55286" y="52848"/>
                </a:lnTo>
                <a:close/>
                <a:moveTo>
                  <a:pt x="115756" y="8735"/>
                </a:moveTo>
                <a:lnTo>
                  <a:pt x="117866" y="9208"/>
                </a:lnTo>
                <a:lnTo>
                  <a:pt x="114701" y="8972"/>
                </a:lnTo>
                <a:close/>
                <a:moveTo>
                  <a:pt x="201333" y="52934"/>
                </a:moveTo>
                <a:lnTo>
                  <a:pt x="202773" y="53260"/>
                </a:lnTo>
                <a:lnTo>
                  <a:pt x="200613" y="53097"/>
                </a:lnTo>
                <a:close/>
                <a:moveTo>
                  <a:pt x="351701" y="63601"/>
                </a:moveTo>
                <a:lnTo>
                  <a:pt x="352339" y="64613"/>
                </a:lnTo>
                <a:lnTo>
                  <a:pt x="351381" y="64107"/>
                </a:lnTo>
                <a:close/>
                <a:moveTo>
                  <a:pt x="280056" y="7704"/>
                </a:moveTo>
                <a:lnTo>
                  <a:pt x="280922" y="9362"/>
                </a:lnTo>
                <a:lnTo>
                  <a:pt x="279623" y="8533"/>
                </a:lnTo>
                <a:close/>
                <a:moveTo>
                  <a:pt x="176350" y="57784"/>
                </a:moveTo>
                <a:lnTo>
                  <a:pt x="177842" y="59120"/>
                </a:lnTo>
                <a:lnTo>
                  <a:pt x="175605" y="58452"/>
                </a:lnTo>
                <a:close/>
                <a:moveTo>
                  <a:pt x="93822" y="50505"/>
                </a:moveTo>
                <a:lnTo>
                  <a:pt x="94181" y="51216"/>
                </a:lnTo>
                <a:lnTo>
                  <a:pt x="93643" y="50860"/>
                </a:lnTo>
                <a:close/>
                <a:moveTo>
                  <a:pt x="342653" y="60916"/>
                </a:moveTo>
                <a:lnTo>
                  <a:pt x="343172" y="62198"/>
                </a:lnTo>
                <a:lnTo>
                  <a:pt x="342394" y="61557"/>
                </a:lnTo>
                <a:close/>
                <a:moveTo>
                  <a:pt x="354246" y="60912"/>
                </a:moveTo>
                <a:lnTo>
                  <a:pt x="356243" y="61444"/>
                </a:lnTo>
                <a:lnTo>
                  <a:pt x="353247" y="61178"/>
                </a:lnTo>
                <a:close/>
                <a:moveTo>
                  <a:pt x="278343" y="44958"/>
                </a:moveTo>
                <a:lnTo>
                  <a:pt x="278843" y="45651"/>
                </a:lnTo>
                <a:lnTo>
                  <a:pt x="278094" y="45305"/>
                </a:lnTo>
                <a:close/>
                <a:moveTo>
                  <a:pt x="319438" y="10398"/>
                </a:moveTo>
                <a:lnTo>
                  <a:pt x="320802" y="11080"/>
                </a:lnTo>
                <a:lnTo>
                  <a:pt x="318757" y="10739"/>
                </a:lnTo>
                <a:close/>
                <a:moveTo>
                  <a:pt x="354585" y="53662"/>
                </a:moveTo>
                <a:lnTo>
                  <a:pt x="355856" y="54491"/>
                </a:lnTo>
                <a:lnTo>
                  <a:pt x="353949" y="54076"/>
                </a:lnTo>
                <a:close/>
                <a:moveTo>
                  <a:pt x="299677" y="67368"/>
                </a:moveTo>
                <a:lnTo>
                  <a:pt x="301539" y="68770"/>
                </a:lnTo>
                <a:lnTo>
                  <a:pt x="298745" y="68069"/>
                </a:lnTo>
                <a:close/>
                <a:moveTo>
                  <a:pt x="174583" y="40351"/>
                </a:moveTo>
                <a:lnTo>
                  <a:pt x="175397" y="40990"/>
                </a:lnTo>
                <a:lnTo>
                  <a:pt x="174176" y="40670"/>
                </a:lnTo>
                <a:close/>
                <a:moveTo>
                  <a:pt x="167267" y="42096"/>
                </a:moveTo>
                <a:lnTo>
                  <a:pt x="167716" y="43069"/>
                </a:lnTo>
                <a:lnTo>
                  <a:pt x="167043" y="42582"/>
                </a:lnTo>
                <a:close/>
                <a:moveTo>
                  <a:pt x="144133" y="66350"/>
                </a:moveTo>
                <a:lnTo>
                  <a:pt x="145043" y="67752"/>
                </a:lnTo>
                <a:lnTo>
                  <a:pt x="143678" y="67051"/>
                </a:lnTo>
                <a:close/>
                <a:moveTo>
                  <a:pt x="312126" y="64369"/>
                </a:moveTo>
                <a:lnTo>
                  <a:pt x="313643" y="66125"/>
                </a:lnTo>
                <a:lnTo>
                  <a:pt x="311368" y="65247"/>
                </a:lnTo>
                <a:close/>
                <a:moveTo>
                  <a:pt x="357090" y="6422"/>
                </a:moveTo>
                <a:lnTo>
                  <a:pt x="357947" y="7856"/>
                </a:lnTo>
                <a:lnTo>
                  <a:pt x="356661" y="7139"/>
                </a:lnTo>
                <a:close/>
                <a:moveTo>
                  <a:pt x="215822" y="27563"/>
                </a:moveTo>
                <a:lnTo>
                  <a:pt x="216787" y="29161"/>
                </a:lnTo>
                <a:lnTo>
                  <a:pt x="215339" y="28362"/>
                </a:lnTo>
                <a:close/>
                <a:moveTo>
                  <a:pt x="37771" y="71879"/>
                </a:moveTo>
                <a:lnTo>
                  <a:pt x="38317" y="72984"/>
                </a:lnTo>
                <a:lnTo>
                  <a:pt x="37498" y="72431"/>
                </a:lnTo>
                <a:close/>
                <a:moveTo>
                  <a:pt x="209670" y="71889"/>
                </a:moveTo>
                <a:lnTo>
                  <a:pt x="210807" y="73105"/>
                </a:lnTo>
                <a:lnTo>
                  <a:pt x="209101" y="72497"/>
                </a:lnTo>
                <a:close/>
                <a:moveTo>
                  <a:pt x="88118" y="38635"/>
                </a:moveTo>
                <a:lnTo>
                  <a:pt x="88819" y="39032"/>
                </a:lnTo>
                <a:lnTo>
                  <a:pt x="87767" y="38834"/>
                </a:lnTo>
                <a:close/>
                <a:moveTo>
                  <a:pt x="241675" y="59509"/>
                </a:moveTo>
                <a:lnTo>
                  <a:pt x="243024" y="61249"/>
                </a:lnTo>
                <a:lnTo>
                  <a:pt x="241001" y="60379"/>
                </a:lnTo>
                <a:close/>
                <a:moveTo>
                  <a:pt x="66507" y="53019"/>
                </a:moveTo>
                <a:lnTo>
                  <a:pt x="67771" y="54292"/>
                </a:lnTo>
                <a:lnTo>
                  <a:pt x="65874" y="53655"/>
                </a:lnTo>
                <a:close/>
                <a:moveTo>
                  <a:pt x="200994" y="33026"/>
                </a:moveTo>
                <a:lnTo>
                  <a:pt x="202718" y="34506"/>
                </a:lnTo>
                <a:lnTo>
                  <a:pt x="200132" y="33766"/>
                </a:lnTo>
                <a:close/>
                <a:moveTo>
                  <a:pt x="204922" y="14711"/>
                </a:moveTo>
                <a:lnTo>
                  <a:pt x="206990" y="15147"/>
                </a:lnTo>
                <a:lnTo>
                  <a:pt x="203888" y="14929"/>
                </a:lnTo>
                <a:close/>
                <a:moveTo>
                  <a:pt x="38325" y="37345"/>
                </a:moveTo>
                <a:lnTo>
                  <a:pt x="39408" y="38601"/>
                </a:lnTo>
                <a:lnTo>
                  <a:pt x="37784" y="37973"/>
                </a:lnTo>
                <a:close/>
                <a:moveTo>
                  <a:pt x="22671" y="40649"/>
                </a:moveTo>
                <a:lnTo>
                  <a:pt x="23055" y="41503"/>
                </a:lnTo>
                <a:lnTo>
                  <a:pt x="22479" y="41076"/>
                </a:lnTo>
                <a:close/>
                <a:moveTo>
                  <a:pt x="271016" y="18623"/>
                </a:moveTo>
                <a:lnTo>
                  <a:pt x="271959" y="19829"/>
                </a:lnTo>
                <a:lnTo>
                  <a:pt x="270544" y="19226"/>
                </a:lnTo>
                <a:close/>
                <a:moveTo>
                  <a:pt x="64113" y="41354"/>
                </a:moveTo>
                <a:lnTo>
                  <a:pt x="64739" y="42711"/>
                </a:lnTo>
                <a:lnTo>
                  <a:pt x="63800" y="42033"/>
                </a:lnTo>
                <a:close/>
                <a:moveTo>
                  <a:pt x="135148" y="42834"/>
                </a:moveTo>
                <a:lnTo>
                  <a:pt x="137156" y="44020"/>
                </a:lnTo>
                <a:lnTo>
                  <a:pt x="134143" y="43427"/>
                </a:lnTo>
                <a:close/>
                <a:moveTo>
                  <a:pt x="223544" y="51909"/>
                </a:moveTo>
                <a:lnTo>
                  <a:pt x="225712" y="52432"/>
                </a:lnTo>
                <a:lnTo>
                  <a:pt x="222459" y="52170"/>
                </a:lnTo>
                <a:close/>
                <a:moveTo>
                  <a:pt x="83866" y="48056"/>
                </a:moveTo>
                <a:lnTo>
                  <a:pt x="85687" y="48379"/>
                </a:lnTo>
                <a:lnTo>
                  <a:pt x="82955" y="48217"/>
                </a:lnTo>
                <a:close/>
                <a:moveTo>
                  <a:pt x="148025" y="20509"/>
                </a:moveTo>
                <a:lnTo>
                  <a:pt x="148647" y="21646"/>
                </a:lnTo>
                <a:lnTo>
                  <a:pt x="147715" y="21078"/>
                </a:lnTo>
                <a:close/>
                <a:moveTo>
                  <a:pt x="112837" y="22455"/>
                </a:moveTo>
                <a:lnTo>
                  <a:pt x="114885" y="23331"/>
                </a:lnTo>
                <a:lnTo>
                  <a:pt x="111813" y="22893"/>
                </a:lnTo>
                <a:close/>
                <a:moveTo>
                  <a:pt x="205022" y="69889"/>
                </a:moveTo>
                <a:lnTo>
                  <a:pt x="206871" y="70689"/>
                </a:lnTo>
                <a:lnTo>
                  <a:pt x="204097" y="70289"/>
                </a:lnTo>
                <a:close/>
                <a:moveTo>
                  <a:pt x="75006" y="15018"/>
                </a:moveTo>
                <a:lnTo>
                  <a:pt x="76755" y="15551"/>
                </a:lnTo>
                <a:lnTo>
                  <a:pt x="74132" y="15284"/>
                </a:lnTo>
                <a:close/>
                <a:moveTo>
                  <a:pt x="281489" y="55511"/>
                </a:moveTo>
                <a:lnTo>
                  <a:pt x="281897" y="57060"/>
                </a:lnTo>
                <a:lnTo>
                  <a:pt x="281286" y="56286"/>
                </a:lnTo>
                <a:close/>
                <a:moveTo>
                  <a:pt x="247169" y="5761"/>
                </a:moveTo>
                <a:lnTo>
                  <a:pt x="247761" y="7034"/>
                </a:lnTo>
                <a:lnTo>
                  <a:pt x="246872" y="6397"/>
                </a:lnTo>
                <a:close/>
                <a:moveTo>
                  <a:pt x="247688" y="16259"/>
                </a:moveTo>
                <a:lnTo>
                  <a:pt x="249520" y="17868"/>
                </a:lnTo>
                <a:lnTo>
                  <a:pt x="246771" y="17064"/>
                </a:lnTo>
                <a:close/>
                <a:moveTo>
                  <a:pt x="101070" y="35709"/>
                </a:moveTo>
                <a:lnTo>
                  <a:pt x="102001" y="36299"/>
                </a:lnTo>
                <a:lnTo>
                  <a:pt x="100605" y="36004"/>
                </a:lnTo>
                <a:close/>
                <a:moveTo>
                  <a:pt x="262788" y="20215"/>
                </a:moveTo>
                <a:lnTo>
                  <a:pt x="264248" y="21301"/>
                </a:lnTo>
                <a:lnTo>
                  <a:pt x="262059" y="20758"/>
                </a:lnTo>
                <a:close/>
                <a:moveTo>
                  <a:pt x="92051" y="6721"/>
                </a:moveTo>
                <a:lnTo>
                  <a:pt x="93733" y="8413"/>
                </a:lnTo>
                <a:lnTo>
                  <a:pt x="91209" y="7567"/>
                </a:lnTo>
                <a:close/>
                <a:moveTo>
                  <a:pt x="299580" y="65296"/>
                </a:moveTo>
                <a:lnTo>
                  <a:pt x="300920" y="66422"/>
                </a:lnTo>
                <a:lnTo>
                  <a:pt x="298910" y="65859"/>
                </a:lnTo>
                <a:close/>
                <a:moveTo>
                  <a:pt x="227397" y="38994"/>
                </a:moveTo>
                <a:lnTo>
                  <a:pt x="229459" y="40293"/>
                </a:lnTo>
                <a:lnTo>
                  <a:pt x="226366" y="39644"/>
                </a:lnTo>
                <a:close/>
                <a:moveTo>
                  <a:pt x="38396" y="5824"/>
                </a:moveTo>
                <a:lnTo>
                  <a:pt x="38887" y="6528"/>
                </a:lnTo>
                <a:lnTo>
                  <a:pt x="38151" y="6176"/>
                </a:lnTo>
                <a:close/>
                <a:moveTo>
                  <a:pt x="143572" y="45833"/>
                </a:moveTo>
                <a:lnTo>
                  <a:pt x="145001" y="47071"/>
                </a:lnTo>
                <a:lnTo>
                  <a:pt x="142857" y="46452"/>
                </a:lnTo>
                <a:close/>
                <a:moveTo>
                  <a:pt x="287002" y="29340"/>
                </a:moveTo>
                <a:lnTo>
                  <a:pt x="287715" y="29987"/>
                </a:lnTo>
                <a:lnTo>
                  <a:pt x="286646" y="29664"/>
                </a:lnTo>
                <a:close/>
                <a:moveTo>
                  <a:pt x="32597" y="14845"/>
                </a:moveTo>
                <a:lnTo>
                  <a:pt x="33089" y="15738"/>
                </a:lnTo>
                <a:lnTo>
                  <a:pt x="32352" y="15291"/>
                </a:lnTo>
                <a:close/>
                <a:moveTo>
                  <a:pt x="208931" y="54103"/>
                </a:moveTo>
                <a:lnTo>
                  <a:pt x="209699" y="55541"/>
                </a:lnTo>
                <a:lnTo>
                  <a:pt x="208548" y="54822"/>
                </a:lnTo>
                <a:close/>
                <a:moveTo>
                  <a:pt x="293335" y="14553"/>
                </a:moveTo>
                <a:lnTo>
                  <a:pt x="295280" y="15705"/>
                </a:lnTo>
                <a:lnTo>
                  <a:pt x="292362" y="15129"/>
                </a:lnTo>
                <a:close/>
                <a:moveTo>
                  <a:pt x="270325" y="67827"/>
                </a:moveTo>
                <a:lnTo>
                  <a:pt x="271170" y="68582"/>
                </a:lnTo>
                <a:lnTo>
                  <a:pt x="269903" y="68205"/>
                </a:lnTo>
                <a:close/>
                <a:moveTo>
                  <a:pt x="93456" y="61345"/>
                </a:moveTo>
                <a:lnTo>
                  <a:pt x="94728" y="61893"/>
                </a:lnTo>
                <a:lnTo>
                  <a:pt x="92820" y="61619"/>
                </a:lnTo>
                <a:close/>
                <a:moveTo>
                  <a:pt x="54431" y="9834"/>
                </a:moveTo>
                <a:lnTo>
                  <a:pt x="55466" y="11611"/>
                </a:lnTo>
                <a:lnTo>
                  <a:pt x="53913" y="10722"/>
                </a:lnTo>
                <a:close/>
                <a:moveTo>
                  <a:pt x="345084" y="45786"/>
                </a:moveTo>
                <a:lnTo>
                  <a:pt x="346016" y="46971"/>
                </a:lnTo>
                <a:lnTo>
                  <a:pt x="344618" y="46378"/>
                </a:lnTo>
                <a:close/>
                <a:moveTo>
                  <a:pt x="202667" y="9738"/>
                </a:moveTo>
                <a:lnTo>
                  <a:pt x="204039" y="10562"/>
                </a:lnTo>
                <a:lnTo>
                  <a:pt x="201982" y="10150"/>
                </a:lnTo>
                <a:close/>
                <a:moveTo>
                  <a:pt x="112111" y="47471"/>
                </a:moveTo>
                <a:lnTo>
                  <a:pt x="113932" y="48257"/>
                </a:lnTo>
                <a:lnTo>
                  <a:pt x="111200" y="47864"/>
                </a:lnTo>
                <a:close/>
                <a:moveTo>
                  <a:pt x="87865" y="36795"/>
                </a:moveTo>
                <a:lnTo>
                  <a:pt x="89821" y="38084"/>
                </a:lnTo>
                <a:lnTo>
                  <a:pt x="86887" y="37440"/>
                </a:lnTo>
                <a:close/>
                <a:moveTo>
                  <a:pt x="348985" y="14843"/>
                </a:moveTo>
                <a:lnTo>
                  <a:pt x="349793" y="15252"/>
                </a:lnTo>
                <a:lnTo>
                  <a:pt x="348582" y="15047"/>
                </a:lnTo>
                <a:close/>
                <a:moveTo>
                  <a:pt x="147689" y="32897"/>
                </a:moveTo>
                <a:lnTo>
                  <a:pt x="149074" y="34017"/>
                </a:lnTo>
                <a:lnTo>
                  <a:pt x="146997" y="33457"/>
                </a:lnTo>
                <a:close/>
                <a:moveTo>
                  <a:pt x="252180" y="69962"/>
                </a:moveTo>
                <a:lnTo>
                  <a:pt x="252733" y="71566"/>
                </a:lnTo>
                <a:lnTo>
                  <a:pt x="251904" y="70764"/>
                </a:lnTo>
                <a:close/>
                <a:moveTo>
                  <a:pt x="163469" y="57630"/>
                </a:moveTo>
                <a:lnTo>
                  <a:pt x="164537" y="58295"/>
                </a:lnTo>
                <a:lnTo>
                  <a:pt x="162935" y="57963"/>
                </a:lnTo>
                <a:close/>
                <a:moveTo>
                  <a:pt x="228643" y="65189"/>
                </a:moveTo>
                <a:lnTo>
                  <a:pt x="229155" y="65593"/>
                </a:lnTo>
                <a:lnTo>
                  <a:pt x="228387" y="65391"/>
                </a:lnTo>
                <a:close/>
                <a:moveTo>
                  <a:pt x="329476" y="33516"/>
                </a:moveTo>
                <a:lnTo>
                  <a:pt x="329827" y="34624"/>
                </a:lnTo>
                <a:lnTo>
                  <a:pt x="329300" y="34070"/>
                </a:lnTo>
                <a:close/>
                <a:moveTo>
                  <a:pt x="340395" y="35215"/>
                </a:moveTo>
                <a:lnTo>
                  <a:pt x="341867" y="35691"/>
                </a:lnTo>
                <a:lnTo>
                  <a:pt x="339660" y="35453"/>
                </a:lnTo>
                <a:close/>
                <a:moveTo>
                  <a:pt x="243926" y="39273"/>
                </a:moveTo>
                <a:lnTo>
                  <a:pt x="245551" y="39617"/>
                </a:lnTo>
                <a:lnTo>
                  <a:pt x="243114" y="39445"/>
                </a:lnTo>
                <a:close/>
                <a:moveTo>
                  <a:pt x="51490" y="35411"/>
                </a:moveTo>
                <a:lnTo>
                  <a:pt x="52805" y="36784"/>
                </a:lnTo>
                <a:lnTo>
                  <a:pt x="50832" y="36098"/>
                </a:lnTo>
                <a:close/>
                <a:moveTo>
                  <a:pt x="70203" y="27549"/>
                </a:moveTo>
                <a:lnTo>
                  <a:pt x="72283" y="29074"/>
                </a:lnTo>
                <a:lnTo>
                  <a:pt x="69163" y="28311"/>
                </a:lnTo>
                <a:close/>
                <a:moveTo>
                  <a:pt x="99315" y="42669"/>
                </a:moveTo>
                <a:lnTo>
                  <a:pt x="99865" y="43826"/>
                </a:lnTo>
                <a:lnTo>
                  <a:pt x="99041" y="43247"/>
                </a:lnTo>
                <a:close/>
                <a:moveTo>
                  <a:pt x="246777" y="64760"/>
                </a:moveTo>
                <a:lnTo>
                  <a:pt x="248383" y="65493"/>
                </a:lnTo>
                <a:lnTo>
                  <a:pt x="245974" y="65127"/>
                </a:lnTo>
                <a:close/>
                <a:moveTo>
                  <a:pt x="276424" y="3740"/>
                </a:moveTo>
                <a:lnTo>
                  <a:pt x="278443" y="5407"/>
                </a:lnTo>
                <a:lnTo>
                  <a:pt x="275414" y="4573"/>
                </a:lnTo>
                <a:close/>
                <a:moveTo>
                  <a:pt x="309677" y="15659"/>
                </a:moveTo>
                <a:lnTo>
                  <a:pt x="311318" y="16283"/>
                </a:lnTo>
                <a:lnTo>
                  <a:pt x="308856" y="15971"/>
                </a:lnTo>
                <a:close/>
                <a:moveTo>
                  <a:pt x="86727" y="67226"/>
                </a:moveTo>
                <a:lnTo>
                  <a:pt x="87110" y="67705"/>
                </a:lnTo>
                <a:lnTo>
                  <a:pt x="86535" y="67466"/>
                </a:lnTo>
                <a:close/>
                <a:moveTo>
                  <a:pt x="287329" y="48710"/>
                </a:moveTo>
                <a:lnTo>
                  <a:pt x="289065" y="49431"/>
                </a:lnTo>
                <a:lnTo>
                  <a:pt x="286460" y="49070"/>
                </a:lnTo>
                <a:close/>
                <a:moveTo>
                  <a:pt x="141910" y="66356"/>
                </a:moveTo>
                <a:lnTo>
                  <a:pt x="143490" y="67957"/>
                </a:lnTo>
                <a:lnTo>
                  <a:pt x="141120" y="67157"/>
                </a:lnTo>
                <a:close/>
                <a:moveTo>
                  <a:pt x="39434" y="12159"/>
                </a:moveTo>
                <a:lnTo>
                  <a:pt x="40543" y="13494"/>
                </a:lnTo>
                <a:lnTo>
                  <a:pt x="38880" y="12827"/>
                </a:lnTo>
                <a:close/>
                <a:moveTo>
                  <a:pt x="306783" y="55158"/>
                </a:moveTo>
                <a:lnTo>
                  <a:pt x="307388" y="55719"/>
                </a:lnTo>
                <a:lnTo>
                  <a:pt x="306481" y="55439"/>
                </a:lnTo>
                <a:close/>
                <a:moveTo>
                  <a:pt x="306833" y="60205"/>
                </a:moveTo>
                <a:lnTo>
                  <a:pt x="308592" y="61729"/>
                </a:lnTo>
                <a:lnTo>
                  <a:pt x="305954" y="60967"/>
                </a:lnTo>
                <a:close/>
                <a:moveTo>
                  <a:pt x="96889" y="10642"/>
                </a:moveTo>
                <a:lnTo>
                  <a:pt x="97469" y="11659"/>
                </a:lnTo>
                <a:lnTo>
                  <a:pt x="96599" y="11151"/>
                </a:lnTo>
                <a:close/>
                <a:moveTo>
                  <a:pt x="172213" y="20840"/>
                </a:moveTo>
                <a:lnTo>
                  <a:pt x="173666" y="22279"/>
                </a:lnTo>
                <a:lnTo>
                  <a:pt x="171486" y="21559"/>
                </a:lnTo>
                <a:close/>
                <a:moveTo>
                  <a:pt x="315933" y="3811"/>
                </a:moveTo>
                <a:lnTo>
                  <a:pt x="316899" y="4785"/>
                </a:lnTo>
                <a:lnTo>
                  <a:pt x="315450" y="4298"/>
                </a:lnTo>
                <a:close/>
                <a:moveTo>
                  <a:pt x="355553" y="50749"/>
                </a:moveTo>
                <a:lnTo>
                  <a:pt x="356853" y="51859"/>
                </a:lnTo>
                <a:lnTo>
                  <a:pt x="354903" y="51304"/>
                </a:lnTo>
                <a:close/>
                <a:moveTo>
                  <a:pt x="95900" y="8464"/>
                </a:moveTo>
                <a:lnTo>
                  <a:pt x="97153" y="10028"/>
                </a:lnTo>
                <a:lnTo>
                  <a:pt x="95273" y="9246"/>
                </a:lnTo>
                <a:close/>
                <a:moveTo>
                  <a:pt x="21307" y="69560"/>
                </a:moveTo>
                <a:lnTo>
                  <a:pt x="21672" y="69995"/>
                </a:lnTo>
                <a:lnTo>
                  <a:pt x="21125" y="69778"/>
                </a:lnTo>
                <a:close/>
                <a:moveTo>
                  <a:pt x="56539" y="53771"/>
                </a:moveTo>
                <a:lnTo>
                  <a:pt x="57313" y="55179"/>
                </a:lnTo>
                <a:lnTo>
                  <a:pt x="56152" y="54475"/>
                </a:lnTo>
                <a:close/>
                <a:moveTo>
                  <a:pt x="327998" y="10330"/>
                </a:moveTo>
                <a:lnTo>
                  <a:pt x="329235" y="10741"/>
                </a:lnTo>
                <a:lnTo>
                  <a:pt x="327380" y="10536"/>
                </a:lnTo>
                <a:close/>
                <a:moveTo>
                  <a:pt x="267436" y="68004"/>
                </a:moveTo>
                <a:lnTo>
                  <a:pt x="268068" y="68553"/>
                </a:lnTo>
                <a:lnTo>
                  <a:pt x="267120" y="68278"/>
                </a:lnTo>
                <a:close/>
                <a:moveTo>
                  <a:pt x="205036" y="12915"/>
                </a:moveTo>
                <a:lnTo>
                  <a:pt x="205466" y="14144"/>
                </a:lnTo>
                <a:lnTo>
                  <a:pt x="204822" y="13529"/>
                </a:lnTo>
                <a:close/>
                <a:moveTo>
                  <a:pt x="3202" y="10393"/>
                </a:moveTo>
                <a:lnTo>
                  <a:pt x="4255" y="10751"/>
                </a:lnTo>
                <a:lnTo>
                  <a:pt x="2675" y="10572"/>
                </a:lnTo>
                <a:close/>
                <a:moveTo>
                  <a:pt x="145828" y="10398"/>
                </a:moveTo>
                <a:lnTo>
                  <a:pt x="147794" y="11785"/>
                </a:lnTo>
                <a:lnTo>
                  <a:pt x="144844" y="11091"/>
                </a:lnTo>
                <a:close/>
                <a:moveTo>
                  <a:pt x="270744" y="62033"/>
                </a:moveTo>
                <a:lnTo>
                  <a:pt x="271924" y="62732"/>
                </a:lnTo>
                <a:lnTo>
                  <a:pt x="270155" y="62383"/>
                </a:lnTo>
                <a:close/>
                <a:moveTo>
                  <a:pt x="9029" y="44974"/>
                </a:moveTo>
                <a:lnTo>
                  <a:pt x="10834" y="45798"/>
                </a:lnTo>
                <a:lnTo>
                  <a:pt x="8126" y="45386"/>
                </a:lnTo>
                <a:close/>
                <a:moveTo>
                  <a:pt x="306298" y="23258"/>
                </a:moveTo>
                <a:lnTo>
                  <a:pt x="307895" y="24734"/>
                </a:lnTo>
                <a:lnTo>
                  <a:pt x="305499" y="23996"/>
                </a:lnTo>
                <a:close/>
                <a:moveTo>
                  <a:pt x="80872" y="68289"/>
                </a:moveTo>
                <a:lnTo>
                  <a:pt x="81798" y="69689"/>
                </a:lnTo>
                <a:lnTo>
                  <a:pt x="80410" y="68989"/>
                </a:lnTo>
                <a:close/>
                <a:moveTo>
                  <a:pt x="164097" y="40469"/>
                </a:moveTo>
                <a:lnTo>
                  <a:pt x="165274" y="41052"/>
                </a:lnTo>
                <a:lnTo>
                  <a:pt x="163509" y="40760"/>
                </a:lnTo>
                <a:close/>
                <a:moveTo>
                  <a:pt x="307418" y="30471"/>
                </a:moveTo>
                <a:lnTo>
                  <a:pt x="309318" y="31401"/>
                </a:lnTo>
                <a:lnTo>
                  <a:pt x="306468" y="30936"/>
                </a:lnTo>
                <a:close/>
                <a:moveTo>
                  <a:pt x="303795" y="45588"/>
                </a:moveTo>
                <a:lnTo>
                  <a:pt x="305591" y="47367"/>
                </a:lnTo>
                <a:lnTo>
                  <a:pt x="302898" y="46478"/>
                </a:lnTo>
                <a:close/>
                <a:moveTo>
                  <a:pt x="88809" y="48004"/>
                </a:moveTo>
                <a:lnTo>
                  <a:pt x="89684" y="48977"/>
                </a:lnTo>
                <a:lnTo>
                  <a:pt x="88372" y="48490"/>
                </a:lnTo>
                <a:close/>
                <a:moveTo>
                  <a:pt x="97623" y="27511"/>
                </a:moveTo>
                <a:lnTo>
                  <a:pt x="98035" y="28440"/>
                </a:lnTo>
                <a:lnTo>
                  <a:pt x="97417" y="27975"/>
                </a:lnTo>
                <a:close/>
                <a:moveTo>
                  <a:pt x="44504" y="3356"/>
                </a:moveTo>
                <a:lnTo>
                  <a:pt x="45401" y="4694"/>
                </a:lnTo>
                <a:lnTo>
                  <a:pt x="44055" y="4025"/>
                </a:lnTo>
                <a:close/>
                <a:moveTo>
                  <a:pt x="172686" y="65271"/>
                </a:moveTo>
                <a:lnTo>
                  <a:pt x="174515" y="66503"/>
                </a:lnTo>
                <a:lnTo>
                  <a:pt x="171772" y="65887"/>
                </a:lnTo>
                <a:close/>
                <a:moveTo>
                  <a:pt x="2100" y="54452"/>
                </a:moveTo>
                <a:lnTo>
                  <a:pt x="2745" y="56238"/>
                </a:lnTo>
                <a:lnTo>
                  <a:pt x="1778" y="55345"/>
                </a:lnTo>
                <a:close/>
                <a:moveTo>
                  <a:pt x="10151" y="49134"/>
                </a:moveTo>
                <a:lnTo>
                  <a:pt x="12104" y="50424"/>
                </a:lnTo>
                <a:lnTo>
                  <a:pt x="9174" y="49779"/>
                </a:lnTo>
                <a:close/>
                <a:moveTo>
                  <a:pt x="261311" y="66351"/>
                </a:moveTo>
                <a:lnTo>
                  <a:pt x="263088" y="67250"/>
                </a:lnTo>
                <a:lnTo>
                  <a:pt x="260423" y="66801"/>
                </a:lnTo>
                <a:close/>
                <a:moveTo>
                  <a:pt x="98340" y="15740"/>
                </a:moveTo>
                <a:lnTo>
                  <a:pt x="99867" y="16938"/>
                </a:lnTo>
                <a:lnTo>
                  <a:pt x="97576" y="16339"/>
                </a:lnTo>
                <a:close/>
                <a:moveTo>
                  <a:pt x="256666" y="48560"/>
                </a:moveTo>
                <a:lnTo>
                  <a:pt x="258790" y="50354"/>
                </a:lnTo>
                <a:lnTo>
                  <a:pt x="255604" y="49457"/>
                </a:lnTo>
                <a:close/>
                <a:moveTo>
                  <a:pt x="75095" y="44701"/>
                </a:moveTo>
                <a:lnTo>
                  <a:pt x="76992" y="46355"/>
                </a:lnTo>
                <a:lnTo>
                  <a:pt x="74147" y="45528"/>
                </a:lnTo>
                <a:close/>
                <a:moveTo>
                  <a:pt x="347506" y="32780"/>
                </a:moveTo>
                <a:lnTo>
                  <a:pt x="348207" y="34533"/>
                </a:lnTo>
                <a:lnTo>
                  <a:pt x="347155" y="33657"/>
                </a:lnTo>
                <a:close/>
                <a:moveTo>
                  <a:pt x="28153" y="541"/>
                </a:moveTo>
                <a:lnTo>
                  <a:pt x="28669" y="1117"/>
                </a:lnTo>
                <a:lnTo>
                  <a:pt x="27896" y="829"/>
                </a:lnTo>
                <a:close/>
                <a:moveTo>
                  <a:pt x="255810" y="67121"/>
                </a:moveTo>
                <a:lnTo>
                  <a:pt x="257423" y="67944"/>
                </a:lnTo>
                <a:lnTo>
                  <a:pt x="255004" y="67533"/>
                </a:lnTo>
                <a:close/>
                <a:moveTo>
                  <a:pt x="248568" y="24019"/>
                </a:moveTo>
                <a:lnTo>
                  <a:pt x="249396" y="25533"/>
                </a:lnTo>
                <a:lnTo>
                  <a:pt x="248155" y="24776"/>
                </a:lnTo>
                <a:close/>
                <a:moveTo>
                  <a:pt x="231740" y="51438"/>
                </a:moveTo>
                <a:lnTo>
                  <a:pt x="232946" y="51978"/>
                </a:lnTo>
                <a:lnTo>
                  <a:pt x="231136" y="51708"/>
                </a:lnTo>
                <a:close/>
                <a:moveTo>
                  <a:pt x="353116" y="31096"/>
                </a:moveTo>
                <a:lnTo>
                  <a:pt x="354010" y="31634"/>
                </a:lnTo>
                <a:lnTo>
                  <a:pt x="352669" y="31365"/>
                </a:lnTo>
                <a:close/>
                <a:moveTo>
                  <a:pt x="260388" y="8682"/>
                </a:moveTo>
                <a:lnTo>
                  <a:pt x="261383" y="10396"/>
                </a:lnTo>
                <a:lnTo>
                  <a:pt x="259891" y="9539"/>
                </a:lnTo>
                <a:close/>
                <a:moveTo>
                  <a:pt x="193887" y="70298"/>
                </a:moveTo>
                <a:lnTo>
                  <a:pt x="195559" y="70645"/>
                </a:lnTo>
                <a:lnTo>
                  <a:pt x="193051" y="70472"/>
                </a:lnTo>
                <a:close/>
                <a:moveTo>
                  <a:pt x="215307" y="14651"/>
                </a:moveTo>
                <a:lnTo>
                  <a:pt x="216839" y="16324"/>
                </a:lnTo>
                <a:lnTo>
                  <a:pt x="214540" y="15488"/>
                </a:lnTo>
                <a:close/>
                <a:moveTo>
                  <a:pt x="190606" y="13127"/>
                </a:moveTo>
                <a:lnTo>
                  <a:pt x="192435" y="13889"/>
                </a:lnTo>
                <a:lnTo>
                  <a:pt x="189692" y="13508"/>
                </a:lnTo>
                <a:close/>
                <a:moveTo>
                  <a:pt x="1062" y="28803"/>
                </a:moveTo>
                <a:lnTo>
                  <a:pt x="2970" y="29146"/>
                </a:lnTo>
                <a:lnTo>
                  <a:pt x="108" y="28974"/>
                </a:lnTo>
                <a:close/>
                <a:moveTo>
                  <a:pt x="78222" y="29919"/>
                </a:moveTo>
                <a:lnTo>
                  <a:pt x="79005" y="31642"/>
                </a:lnTo>
                <a:lnTo>
                  <a:pt x="77830" y="30781"/>
                </a:lnTo>
                <a:close/>
                <a:moveTo>
                  <a:pt x="318930" y="9278"/>
                </a:moveTo>
                <a:lnTo>
                  <a:pt x="321124" y="9662"/>
                </a:lnTo>
                <a:lnTo>
                  <a:pt x="317833" y="9470"/>
                </a:lnTo>
                <a:close/>
                <a:moveTo>
                  <a:pt x="166141" y="19569"/>
                </a:moveTo>
                <a:lnTo>
                  <a:pt x="167335" y="20536"/>
                </a:lnTo>
                <a:lnTo>
                  <a:pt x="165544" y="20052"/>
                </a:lnTo>
                <a:close/>
                <a:moveTo>
                  <a:pt x="8962" y="52688"/>
                </a:moveTo>
                <a:lnTo>
                  <a:pt x="9630" y="54289"/>
                </a:lnTo>
                <a:lnTo>
                  <a:pt x="8628" y="53488"/>
                </a:lnTo>
                <a:close/>
                <a:moveTo>
                  <a:pt x="233372" y="58439"/>
                </a:moveTo>
                <a:lnTo>
                  <a:pt x="234851" y="59307"/>
                </a:lnTo>
                <a:lnTo>
                  <a:pt x="232632" y="58873"/>
                </a:lnTo>
                <a:close/>
                <a:moveTo>
                  <a:pt x="51766" y="44201"/>
                </a:moveTo>
                <a:lnTo>
                  <a:pt x="52606" y="44973"/>
                </a:lnTo>
                <a:lnTo>
                  <a:pt x="51346" y="44587"/>
                </a:lnTo>
                <a:close/>
                <a:moveTo>
                  <a:pt x="330674" y="49962"/>
                </a:moveTo>
                <a:lnTo>
                  <a:pt x="332151" y="51359"/>
                </a:lnTo>
                <a:lnTo>
                  <a:pt x="329935" y="50660"/>
                </a:lnTo>
                <a:close/>
                <a:moveTo>
                  <a:pt x="257152" y="40876"/>
                </a:moveTo>
                <a:lnTo>
                  <a:pt x="257938" y="42014"/>
                </a:lnTo>
                <a:lnTo>
                  <a:pt x="256760" y="41445"/>
                </a:lnTo>
                <a:close/>
                <a:moveTo>
                  <a:pt x="294652" y="37790"/>
                </a:moveTo>
                <a:lnTo>
                  <a:pt x="296251" y="38168"/>
                </a:lnTo>
                <a:lnTo>
                  <a:pt x="293853" y="37979"/>
                </a:lnTo>
                <a:close/>
                <a:moveTo>
                  <a:pt x="64940" y="36986"/>
                </a:moveTo>
                <a:lnTo>
                  <a:pt x="66330" y="38535"/>
                </a:lnTo>
                <a:lnTo>
                  <a:pt x="64245" y="37760"/>
                </a:lnTo>
                <a:close/>
                <a:moveTo>
                  <a:pt x="179723" y="12079"/>
                </a:moveTo>
                <a:lnTo>
                  <a:pt x="181169" y="13197"/>
                </a:lnTo>
                <a:lnTo>
                  <a:pt x="179001" y="12638"/>
                </a:lnTo>
                <a:close/>
                <a:moveTo>
                  <a:pt x="281799" y="5458"/>
                </a:moveTo>
                <a:lnTo>
                  <a:pt x="282259" y="5779"/>
                </a:lnTo>
                <a:lnTo>
                  <a:pt x="281569" y="5618"/>
                </a:lnTo>
                <a:close/>
                <a:moveTo>
                  <a:pt x="266808" y="31166"/>
                </a:moveTo>
                <a:lnTo>
                  <a:pt x="267625" y="32093"/>
                </a:lnTo>
                <a:lnTo>
                  <a:pt x="266400" y="31629"/>
                </a:lnTo>
                <a:close/>
                <a:moveTo>
                  <a:pt x="311260" y="25160"/>
                </a:moveTo>
                <a:lnTo>
                  <a:pt x="311834" y="26619"/>
                </a:lnTo>
                <a:lnTo>
                  <a:pt x="310973" y="25890"/>
                </a:lnTo>
                <a:close/>
                <a:moveTo>
                  <a:pt x="226769" y="58692"/>
                </a:moveTo>
                <a:lnTo>
                  <a:pt x="228756" y="60469"/>
                </a:lnTo>
                <a:lnTo>
                  <a:pt x="225775" y="59580"/>
                </a:lnTo>
                <a:close/>
                <a:moveTo>
                  <a:pt x="118266" y="15290"/>
                </a:moveTo>
                <a:lnTo>
                  <a:pt x="119159" y="16370"/>
                </a:lnTo>
                <a:lnTo>
                  <a:pt x="117820" y="15830"/>
                </a:lnTo>
                <a:close/>
                <a:moveTo>
                  <a:pt x="153473" y="22799"/>
                </a:moveTo>
                <a:lnTo>
                  <a:pt x="155545" y="23313"/>
                </a:lnTo>
                <a:lnTo>
                  <a:pt x="152437" y="23056"/>
                </a:lnTo>
                <a:close/>
                <a:moveTo>
                  <a:pt x="153560" y="3589"/>
                </a:moveTo>
                <a:lnTo>
                  <a:pt x="155024" y="4404"/>
                </a:lnTo>
                <a:lnTo>
                  <a:pt x="152829" y="3997"/>
                </a:lnTo>
                <a:close/>
                <a:moveTo>
                  <a:pt x="261910" y="16861"/>
                </a:moveTo>
                <a:lnTo>
                  <a:pt x="263627" y="17165"/>
                </a:lnTo>
                <a:lnTo>
                  <a:pt x="261052" y="17013"/>
                </a:lnTo>
                <a:close/>
                <a:moveTo>
                  <a:pt x="97547" y="61548"/>
                </a:moveTo>
                <a:lnTo>
                  <a:pt x="98858" y="61948"/>
                </a:lnTo>
                <a:lnTo>
                  <a:pt x="96891" y="61748"/>
                </a:lnTo>
                <a:close/>
                <a:moveTo>
                  <a:pt x="21915" y="16992"/>
                </a:moveTo>
                <a:lnTo>
                  <a:pt x="24098" y="17465"/>
                </a:lnTo>
                <a:lnTo>
                  <a:pt x="20824" y="17228"/>
                </a:lnTo>
                <a:close/>
                <a:moveTo>
                  <a:pt x="179912" y="5009"/>
                </a:moveTo>
                <a:lnTo>
                  <a:pt x="180921" y="6739"/>
                </a:lnTo>
                <a:lnTo>
                  <a:pt x="179408" y="5874"/>
                </a:lnTo>
                <a:close/>
                <a:moveTo>
                  <a:pt x="120611" y="18531"/>
                </a:moveTo>
                <a:lnTo>
                  <a:pt x="120986" y="19126"/>
                </a:lnTo>
                <a:lnTo>
                  <a:pt x="120423" y="18828"/>
                </a:lnTo>
                <a:close/>
                <a:moveTo>
                  <a:pt x="350209" y="13557"/>
                </a:moveTo>
                <a:lnTo>
                  <a:pt x="351707" y="15012"/>
                </a:lnTo>
                <a:lnTo>
                  <a:pt x="349459" y="14284"/>
                </a:lnTo>
                <a:close/>
                <a:moveTo>
                  <a:pt x="296482" y="24777"/>
                </a:moveTo>
                <a:lnTo>
                  <a:pt x="298085" y="25879"/>
                </a:lnTo>
                <a:lnTo>
                  <a:pt x="295680" y="25328"/>
                </a:lnTo>
                <a:close/>
                <a:moveTo>
                  <a:pt x="99202" y="39268"/>
                </a:moveTo>
                <a:lnTo>
                  <a:pt x="100978" y="40618"/>
                </a:lnTo>
                <a:lnTo>
                  <a:pt x="98315" y="39943"/>
                </a:lnTo>
                <a:close/>
                <a:moveTo>
                  <a:pt x="297555" y="56203"/>
                </a:moveTo>
                <a:lnTo>
                  <a:pt x="299230" y="57612"/>
                </a:lnTo>
                <a:lnTo>
                  <a:pt x="296718" y="56907"/>
                </a:lnTo>
                <a:close/>
                <a:moveTo>
                  <a:pt x="244881" y="71125"/>
                </a:moveTo>
                <a:lnTo>
                  <a:pt x="246093" y="71581"/>
                </a:lnTo>
                <a:lnTo>
                  <a:pt x="244275" y="71353"/>
                </a:lnTo>
                <a:close/>
                <a:moveTo>
                  <a:pt x="121788" y="14687"/>
                </a:moveTo>
                <a:lnTo>
                  <a:pt x="122286" y="15644"/>
                </a:lnTo>
                <a:lnTo>
                  <a:pt x="121539" y="15166"/>
                </a:lnTo>
                <a:close/>
                <a:moveTo>
                  <a:pt x="260662" y="38154"/>
                </a:moveTo>
                <a:lnTo>
                  <a:pt x="262224" y="39412"/>
                </a:lnTo>
                <a:lnTo>
                  <a:pt x="259882" y="38783"/>
                </a:lnTo>
                <a:close/>
                <a:moveTo>
                  <a:pt x="227136" y="57553"/>
                </a:moveTo>
                <a:lnTo>
                  <a:pt x="228436" y="59127"/>
                </a:lnTo>
                <a:lnTo>
                  <a:pt x="226486" y="58340"/>
                </a:lnTo>
                <a:close/>
                <a:moveTo>
                  <a:pt x="75826" y="37089"/>
                </a:moveTo>
                <a:lnTo>
                  <a:pt x="77799" y="38703"/>
                </a:lnTo>
                <a:lnTo>
                  <a:pt x="74839" y="37896"/>
                </a:lnTo>
                <a:close/>
                <a:moveTo>
                  <a:pt x="37280" y="45790"/>
                </a:moveTo>
                <a:lnTo>
                  <a:pt x="38315" y="46799"/>
                </a:lnTo>
                <a:lnTo>
                  <a:pt x="36763" y="46295"/>
                </a:lnTo>
                <a:close/>
                <a:moveTo>
                  <a:pt x="182228" y="20212"/>
                </a:moveTo>
                <a:lnTo>
                  <a:pt x="183947" y="20698"/>
                </a:lnTo>
                <a:lnTo>
                  <a:pt x="181368" y="20455"/>
                </a:lnTo>
                <a:close/>
                <a:moveTo>
                  <a:pt x="79390" y="30841"/>
                </a:moveTo>
                <a:lnTo>
                  <a:pt x="80806" y="32120"/>
                </a:lnTo>
                <a:lnTo>
                  <a:pt x="78683" y="31480"/>
                </a:lnTo>
                <a:close/>
                <a:moveTo>
                  <a:pt x="356235" y="38816"/>
                </a:moveTo>
                <a:lnTo>
                  <a:pt x="357383" y="39696"/>
                </a:lnTo>
                <a:lnTo>
                  <a:pt x="355660" y="39256"/>
                </a:lnTo>
                <a:close/>
                <a:moveTo>
                  <a:pt x="302286" y="55387"/>
                </a:moveTo>
                <a:lnTo>
                  <a:pt x="302959" y="55703"/>
                </a:lnTo>
                <a:lnTo>
                  <a:pt x="301949" y="55545"/>
                </a:lnTo>
                <a:close/>
                <a:moveTo>
                  <a:pt x="252092" y="4672"/>
                </a:moveTo>
                <a:lnTo>
                  <a:pt x="253705" y="6427"/>
                </a:lnTo>
                <a:lnTo>
                  <a:pt x="251285" y="5549"/>
                </a:lnTo>
                <a:close/>
                <a:moveTo>
                  <a:pt x="329985" y="23619"/>
                </a:moveTo>
                <a:lnTo>
                  <a:pt x="331549" y="25120"/>
                </a:lnTo>
                <a:lnTo>
                  <a:pt x="329203" y="24369"/>
                </a:lnTo>
                <a:close/>
                <a:moveTo>
                  <a:pt x="231143" y="18992"/>
                </a:moveTo>
                <a:lnTo>
                  <a:pt x="231548" y="20033"/>
                </a:lnTo>
                <a:lnTo>
                  <a:pt x="230941" y="19512"/>
                </a:lnTo>
                <a:close/>
                <a:moveTo>
                  <a:pt x="259648" y="59953"/>
                </a:moveTo>
                <a:lnTo>
                  <a:pt x="260013" y="60503"/>
                </a:lnTo>
                <a:lnTo>
                  <a:pt x="259466" y="60228"/>
                </a:lnTo>
                <a:close/>
                <a:moveTo>
                  <a:pt x="263689" y="16022"/>
                </a:moveTo>
                <a:lnTo>
                  <a:pt x="265029" y="17482"/>
                </a:lnTo>
                <a:lnTo>
                  <a:pt x="263019" y="16752"/>
                </a:lnTo>
                <a:close/>
                <a:moveTo>
                  <a:pt x="324207" y="2768"/>
                </a:moveTo>
                <a:lnTo>
                  <a:pt x="325436" y="3173"/>
                </a:lnTo>
                <a:lnTo>
                  <a:pt x="323593" y="2970"/>
                </a:lnTo>
                <a:close/>
                <a:moveTo>
                  <a:pt x="157981" y="2653"/>
                </a:moveTo>
                <a:lnTo>
                  <a:pt x="159537" y="4297"/>
                </a:lnTo>
                <a:lnTo>
                  <a:pt x="157203" y="3475"/>
                </a:lnTo>
                <a:close/>
                <a:moveTo>
                  <a:pt x="325114" y="34602"/>
                </a:moveTo>
                <a:lnTo>
                  <a:pt x="327314" y="35287"/>
                </a:lnTo>
                <a:lnTo>
                  <a:pt x="324015" y="34945"/>
                </a:lnTo>
                <a:close/>
                <a:moveTo>
                  <a:pt x="277583" y="19717"/>
                </a:moveTo>
                <a:lnTo>
                  <a:pt x="279567" y="20157"/>
                </a:lnTo>
                <a:lnTo>
                  <a:pt x="276592" y="19937"/>
                </a:lnTo>
                <a:close/>
                <a:moveTo>
                  <a:pt x="204177" y="5783"/>
                </a:moveTo>
                <a:lnTo>
                  <a:pt x="204656" y="6794"/>
                </a:lnTo>
                <a:lnTo>
                  <a:pt x="203938" y="6289"/>
                </a:lnTo>
                <a:close/>
                <a:moveTo>
                  <a:pt x="174672" y="4569"/>
                </a:moveTo>
                <a:lnTo>
                  <a:pt x="175483" y="5887"/>
                </a:lnTo>
                <a:lnTo>
                  <a:pt x="174266" y="5228"/>
                </a:lnTo>
                <a:close/>
                <a:moveTo>
                  <a:pt x="259091" y="35293"/>
                </a:moveTo>
                <a:lnTo>
                  <a:pt x="259787" y="36017"/>
                </a:lnTo>
                <a:lnTo>
                  <a:pt x="258743" y="35655"/>
                </a:lnTo>
                <a:close/>
                <a:moveTo>
                  <a:pt x="158883" y="23826"/>
                </a:moveTo>
                <a:lnTo>
                  <a:pt x="159237" y="24198"/>
                </a:lnTo>
                <a:lnTo>
                  <a:pt x="158706" y="24012"/>
                </a:lnTo>
                <a:close/>
                <a:moveTo>
                  <a:pt x="208968" y="63383"/>
                </a:moveTo>
                <a:lnTo>
                  <a:pt x="209418" y="63874"/>
                </a:lnTo>
                <a:lnTo>
                  <a:pt x="208744" y="63628"/>
                </a:lnTo>
                <a:close/>
                <a:moveTo>
                  <a:pt x="11630" y="66301"/>
                </a:moveTo>
                <a:lnTo>
                  <a:pt x="12749" y="66693"/>
                </a:lnTo>
                <a:lnTo>
                  <a:pt x="11071" y="66497"/>
                </a:lnTo>
                <a:close/>
                <a:moveTo>
                  <a:pt x="225182" y="27722"/>
                </a:moveTo>
                <a:lnTo>
                  <a:pt x="226223" y="28339"/>
                </a:lnTo>
                <a:lnTo>
                  <a:pt x="224662" y="28031"/>
                </a:lnTo>
                <a:close/>
                <a:moveTo>
                  <a:pt x="262683" y="40392"/>
                </a:moveTo>
                <a:lnTo>
                  <a:pt x="263988" y="41025"/>
                </a:lnTo>
                <a:lnTo>
                  <a:pt x="262030" y="40708"/>
                </a:lnTo>
                <a:close/>
                <a:moveTo>
                  <a:pt x="48972" y="506"/>
                </a:moveTo>
                <a:lnTo>
                  <a:pt x="49522" y="1501"/>
                </a:lnTo>
                <a:lnTo>
                  <a:pt x="48697" y="1004"/>
                </a:lnTo>
                <a:close/>
                <a:moveTo>
                  <a:pt x="207653" y="25566"/>
                </a:moveTo>
                <a:lnTo>
                  <a:pt x="208317" y="27034"/>
                </a:lnTo>
                <a:lnTo>
                  <a:pt x="207321" y="26300"/>
                </a:lnTo>
                <a:close/>
                <a:moveTo>
                  <a:pt x="22059" y="45345"/>
                </a:moveTo>
                <a:lnTo>
                  <a:pt x="23932" y="46465"/>
                </a:lnTo>
                <a:lnTo>
                  <a:pt x="21122" y="45905"/>
                </a:lnTo>
                <a:close/>
                <a:moveTo>
                  <a:pt x="117253" y="26382"/>
                </a:moveTo>
                <a:lnTo>
                  <a:pt x="118545" y="27695"/>
                </a:lnTo>
                <a:lnTo>
                  <a:pt x="116606" y="27038"/>
                </a:lnTo>
                <a:close/>
                <a:moveTo>
                  <a:pt x="63866" y="61582"/>
                </a:moveTo>
                <a:lnTo>
                  <a:pt x="64993" y="62458"/>
                </a:lnTo>
                <a:lnTo>
                  <a:pt x="63303" y="62020"/>
                </a:lnTo>
                <a:close/>
                <a:moveTo>
                  <a:pt x="231814" y="66931"/>
                </a:moveTo>
                <a:lnTo>
                  <a:pt x="233064" y="68361"/>
                </a:lnTo>
                <a:lnTo>
                  <a:pt x="231189" y="67646"/>
                </a:lnTo>
                <a:close/>
                <a:moveTo>
                  <a:pt x="206541" y="70491"/>
                </a:moveTo>
                <a:lnTo>
                  <a:pt x="208152" y="71647"/>
                </a:lnTo>
                <a:lnTo>
                  <a:pt x="205735" y="71069"/>
                </a:lnTo>
                <a:close/>
                <a:moveTo>
                  <a:pt x="201969" y="5246"/>
                </a:moveTo>
                <a:lnTo>
                  <a:pt x="203757" y="5701"/>
                </a:lnTo>
                <a:lnTo>
                  <a:pt x="201076" y="5473"/>
                </a:lnTo>
                <a:close/>
                <a:moveTo>
                  <a:pt x="357759" y="1913"/>
                </a:moveTo>
                <a:lnTo>
                  <a:pt x="359857" y="3668"/>
                </a:lnTo>
                <a:lnTo>
                  <a:pt x="356710" y="2791"/>
                </a:lnTo>
                <a:close/>
                <a:moveTo>
                  <a:pt x="15289" y="62298"/>
                </a:moveTo>
                <a:lnTo>
                  <a:pt x="15671" y="63575"/>
                </a:lnTo>
                <a:lnTo>
                  <a:pt x="15099" y="62937"/>
                </a:lnTo>
                <a:close/>
                <a:moveTo>
                  <a:pt x="297383" y="32600"/>
                </a:moveTo>
                <a:lnTo>
                  <a:pt x="298733" y="33744"/>
                </a:lnTo>
                <a:lnTo>
                  <a:pt x="296708" y="33172"/>
                </a:lnTo>
                <a:close/>
                <a:moveTo>
                  <a:pt x="208162" y="28664"/>
                </a:moveTo>
                <a:lnTo>
                  <a:pt x="208512" y="29865"/>
                </a:lnTo>
                <a:lnTo>
                  <a:pt x="207987" y="29264"/>
                </a:lnTo>
                <a:close/>
                <a:moveTo>
                  <a:pt x="161555" y="36950"/>
                </a:moveTo>
                <a:lnTo>
                  <a:pt x="162571" y="37492"/>
                </a:lnTo>
                <a:lnTo>
                  <a:pt x="161047" y="37221"/>
                </a:lnTo>
                <a:close/>
                <a:moveTo>
                  <a:pt x="241985" y="1621"/>
                </a:moveTo>
                <a:lnTo>
                  <a:pt x="243887" y="2584"/>
                </a:lnTo>
                <a:lnTo>
                  <a:pt x="241034" y="2103"/>
                </a:lnTo>
                <a:close/>
                <a:moveTo>
                  <a:pt x="15412" y="18596"/>
                </a:moveTo>
                <a:lnTo>
                  <a:pt x="15879" y="18925"/>
                </a:lnTo>
                <a:lnTo>
                  <a:pt x="15178" y="18760"/>
                </a:lnTo>
                <a:close/>
                <a:moveTo>
                  <a:pt x="130844" y="35617"/>
                </a:moveTo>
                <a:lnTo>
                  <a:pt x="132734" y="37365"/>
                </a:lnTo>
                <a:lnTo>
                  <a:pt x="129899" y="36491"/>
                </a:lnTo>
                <a:close/>
                <a:moveTo>
                  <a:pt x="41346" y="5845"/>
                </a:moveTo>
                <a:lnTo>
                  <a:pt x="42963" y="7633"/>
                </a:lnTo>
                <a:lnTo>
                  <a:pt x="40538" y="6739"/>
                </a:lnTo>
                <a:close/>
                <a:moveTo>
                  <a:pt x="172149" y="51372"/>
                </a:moveTo>
                <a:lnTo>
                  <a:pt x="172717" y="52084"/>
                </a:lnTo>
                <a:lnTo>
                  <a:pt x="171865" y="51728"/>
                </a:lnTo>
                <a:close/>
                <a:moveTo>
                  <a:pt x="32511" y="36992"/>
                </a:moveTo>
                <a:lnTo>
                  <a:pt x="32926" y="37969"/>
                </a:lnTo>
                <a:lnTo>
                  <a:pt x="32303" y="37481"/>
                </a:lnTo>
                <a:close/>
                <a:moveTo>
                  <a:pt x="172943" y="11434"/>
                </a:moveTo>
                <a:lnTo>
                  <a:pt x="174190" y="11860"/>
                </a:lnTo>
                <a:lnTo>
                  <a:pt x="172320" y="11647"/>
                </a:lnTo>
                <a:close/>
                <a:moveTo>
                  <a:pt x="47654" y="31875"/>
                </a:moveTo>
                <a:lnTo>
                  <a:pt x="48577" y="32787"/>
                </a:lnTo>
                <a:lnTo>
                  <a:pt x="47193" y="32331"/>
                </a:lnTo>
                <a:close/>
                <a:moveTo>
                  <a:pt x="244493" y="28013"/>
                </a:moveTo>
                <a:lnTo>
                  <a:pt x="245087" y="28862"/>
                </a:lnTo>
                <a:lnTo>
                  <a:pt x="244197" y="28437"/>
                </a:lnTo>
                <a:close/>
                <a:moveTo>
                  <a:pt x="63183" y="70736"/>
                </a:moveTo>
                <a:lnTo>
                  <a:pt x="65357" y="72411"/>
                </a:lnTo>
                <a:lnTo>
                  <a:pt x="62097" y="71574"/>
                </a:lnTo>
                <a:close/>
                <a:moveTo>
                  <a:pt x="183953" y="58917"/>
                </a:moveTo>
                <a:lnTo>
                  <a:pt x="184923" y="60536"/>
                </a:lnTo>
                <a:lnTo>
                  <a:pt x="183468" y="59727"/>
                </a:lnTo>
                <a:close/>
                <a:moveTo>
                  <a:pt x="339432" y="37208"/>
                </a:moveTo>
                <a:lnTo>
                  <a:pt x="340626" y="38824"/>
                </a:lnTo>
                <a:lnTo>
                  <a:pt x="338835" y="38016"/>
                </a:lnTo>
                <a:close/>
                <a:moveTo>
                  <a:pt x="150260" y="58064"/>
                </a:moveTo>
                <a:lnTo>
                  <a:pt x="151156" y="59516"/>
                </a:lnTo>
                <a:lnTo>
                  <a:pt x="149812" y="58790"/>
                </a:lnTo>
                <a:close/>
                <a:moveTo>
                  <a:pt x="239421" y="58859"/>
                </a:moveTo>
                <a:lnTo>
                  <a:pt x="240390" y="59372"/>
                </a:lnTo>
                <a:lnTo>
                  <a:pt x="238937" y="59115"/>
                </a:lnTo>
                <a:close/>
                <a:moveTo>
                  <a:pt x="65342" y="7274"/>
                </a:moveTo>
                <a:lnTo>
                  <a:pt x="66221" y="8637"/>
                </a:lnTo>
                <a:lnTo>
                  <a:pt x="64902" y="7956"/>
                </a:lnTo>
                <a:close/>
                <a:moveTo>
                  <a:pt x="7874" y="49992"/>
                </a:moveTo>
                <a:lnTo>
                  <a:pt x="9471" y="51122"/>
                </a:lnTo>
                <a:lnTo>
                  <a:pt x="7076" y="50557"/>
                </a:lnTo>
                <a:close/>
                <a:moveTo>
                  <a:pt x="333170" y="58250"/>
                </a:moveTo>
                <a:lnTo>
                  <a:pt x="334061" y="59979"/>
                </a:lnTo>
                <a:lnTo>
                  <a:pt x="332725" y="59115"/>
                </a:lnTo>
                <a:close/>
                <a:moveTo>
                  <a:pt x="150586" y="45822"/>
                </a:moveTo>
                <a:lnTo>
                  <a:pt x="152020" y="46511"/>
                </a:lnTo>
                <a:lnTo>
                  <a:pt x="149869" y="46167"/>
                </a:lnTo>
                <a:close/>
                <a:moveTo>
                  <a:pt x="164840" y="57545"/>
                </a:moveTo>
                <a:lnTo>
                  <a:pt x="167016" y="58587"/>
                </a:lnTo>
                <a:lnTo>
                  <a:pt x="163752" y="58066"/>
                </a:lnTo>
                <a:close/>
                <a:moveTo>
                  <a:pt x="22798" y="18521"/>
                </a:moveTo>
                <a:lnTo>
                  <a:pt x="23281" y="20119"/>
                </a:lnTo>
                <a:lnTo>
                  <a:pt x="22557" y="19320"/>
                </a:lnTo>
                <a:close/>
                <a:moveTo>
                  <a:pt x="158701" y="48401"/>
                </a:moveTo>
                <a:lnTo>
                  <a:pt x="160218" y="49657"/>
                </a:lnTo>
                <a:lnTo>
                  <a:pt x="157942" y="49029"/>
                </a:lnTo>
                <a:close/>
                <a:moveTo>
                  <a:pt x="199716" y="67088"/>
                </a:moveTo>
                <a:lnTo>
                  <a:pt x="201501" y="67923"/>
                </a:lnTo>
                <a:lnTo>
                  <a:pt x="198823" y="67506"/>
                </a:lnTo>
                <a:close/>
                <a:moveTo>
                  <a:pt x="187450" y="70472"/>
                </a:moveTo>
                <a:lnTo>
                  <a:pt x="188351" y="70957"/>
                </a:lnTo>
                <a:lnTo>
                  <a:pt x="186999" y="70715"/>
                </a:lnTo>
                <a:close/>
                <a:moveTo>
                  <a:pt x="33187" y="1729"/>
                </a:moveTo>
                <a:lnTo>
                  <a:pt x="34344" y="3085"/>
                </a:lnTo>
                <a:lnTo>
                  <a:pt x="32608" y="2407"/>
                </a:lnTo>
                <a:close/>
                <a:moveTo>
                  <a:pt x="221185" y="8064"/>
                </a:moveTo>
                <a:lnTo>
                  <a:pt x="221940" y="9762"/>
                </a:lnTo>
                <a:lnTo>
                  <a:pt x="220807" y="8913"/>
                </a:lnTo>
                <a:close/>
                <a:moveTo>
                  <a:pt x="331141" y="10827"/>
                </a:moveTo>
                <a:lnTo>
                  <a:pt x="332937" y="11759"/>
                </a:lnTo>
                <a:lnTo>
                  <a:pt x="330243" y="11293"/>
                </a:lnTo>
                <a:close/>
                <a:moveTo>
                  <a:pt x="330922" y="56270"/>
                </a:moveTo>
                <a:lnTo>
                  <a:pt x="332784" y="57306"/>
                </a:lnTo>
                <a:lnTo>
                  <a:pt x="329991" y="56788"/>
                </a:lnTo>
                <a:close/>
                <a:moveTo>
                  <a:pt x="229367" y="56355"/>
                </a:moveTo>
                <a:lnTo>
                  <a:pt x="229720" y="56678"/>
                </a:lnTo>
                <a:lnTo>
                  <a:pt x="229191" y="56517"/>
                </a:lnTo>
                <a:close/>
                <a:moveTo>
                  <a:pt x="140865" y="1568"/>
                </a:moveTo>
                <a:lnTo>
                  <a:pt x="142988" y="2799"/>
                </a:lnTo>
                <a:lnTo>
                  <a:pt x="139804" y="2183"/>
                </a:lnTo>
                <a:close/>
                <a:moveTo>
                  <a:pt x="91147" y="47504"/>
                </a:moveTo>
                <a:lnTo>
                  <a:pt x="92460" y="48893"/>
                </a:lnTo>
                <a:lnTo>
                  <a:pt x="90491" y="48199"/>
                </a:lnTo>
                <a:close/>
                <a:moveTo>
                  <a:pt x="153403" y="1902"/>
                </a:moveTo>
                <a:lnTo>
                  <a:pt x="155187" y="3508"/>
                </a:lnTo>
                <a:lnTo>
                  <a:pt x="152511" y="2705"/>
                </a:lnTo>
                <a:close/>
                <a:moveTo>
                  <a:pt x="328364" y="19196"/>
                </a:moveTo>
                <a:lnTo>
                  <a:pt x="329636" y="19979"/>
                </a:lnTo>
                <a:lnTo>
                  <a:pt x="327729" y="19587"/>
                </a:lnTo>
                <a:close/>
                <a:moveTo>
                  <a:pt x="215625" y="49486"/>
                </a:moveTo>
                <a:lnTo>
                  <a:pt x="217429" y="51148"/>
                </a:lnTo>
                <a:lnTo>
                  <a:pt x="214722" y="50317"/>
                </a:lnTo>
                <a:close/>
                <a:moveTo>
                  <a:pt x="315778" y="10085"/>
                </a:moveTo>
                <a:lnTo>
                  <a:pt x="316584" y="10744"/>
                </a:lnTo>
                <a:lnTo>
                  <a:pt x="315375" y="10414"/>
                </a:lnTo>
                <a:close/>
                <a:moveTo>
                  <a:pt x="320290" y="26104"/>
                </a:moveTo>
                <a:lnTo>
                  <a:pt x="321176" y="26579"/>
                </a:lnTo>
                <a:lnTo>
                  <a:pt x="319847" y="26341"/>
                </a:lnTo>
                <a:close/>
                <a:moveTo>
                  <a:pt x="208769" y="58088"/>
                </a:moveTo>
                <a:lnTo>
                  <a:pt x="210680" y="58985"/>
                </a:lnTo>
                <a:lnTo>
                  <a:pt x="207813" y="58536"/>
                </a:lnTo>
                <a:close/>
                <a:moveTo>
                  <a:pt x="68287" y="70991"/>
                </a:moveTo>
                <a:lnTo>
                  <a:pt x="69635" y="72718"/>
                </a:lnTo>
                <a:lnTo>
                  <a:pt x="67613" y="71854"/>
                </a:lnTo>
                <a:close/>
                <a:moveTo>
                  <a:pt x="352788" y="39990"/>
                </a:moveTo>
                <a:lnTo>
                  <a:pt x="354533" y="40905"/>
                </a:lnTo>
                <a:lnTo>
                  <a:pt x="351916" y="40448"/>
                </a:lnTo>
                <a:close/>
                <a:moveTo>
                  <a:pt x="23222" y="37013"/>
                </a:moveTo>
                <a:lnTo>
                  <a:pt x="24720" y="37774"/>
                </a:lnTo>
                <a:lnTo>
                  <a:pt x="22472" y="37393"/>
                </a:lnTo>
                <a:close/>
                <a:moveTo>
                  <a:pt x="79406" y="12743"/>
                </a:moveTo>
                <a:lnTo>
                  <a:pt x="80622" y="13529"/>
                </a:lnTo>
                <a:lnTo>
                  <a:pt x="78798" y="13136"/>
                </a:lnTo>
                <a:close/>
                <a:moveTo>
                  <a:pt x="155572" y="1130"/>
                </a:moveTo>
                <a:lnTo>
                  <a:pt x="156365" y="2102"/>
                </a:lnTo>
                <a:lnTo>
                  <a:pt x="155176" y="1616"/>
                </a:lnTo>
                <a:close/>
                <a:moveTo>
                  <a:pt x="303346" y="5255"/>
                </a:moveTo>
                <a:lnTo>
                  <a:pt x="305205" y="5944"/>
                </a:lnTo>
                <a:lnTo>
                  <a:pt x="302417" y="5599"/>
                </a:lnTo>
                <a:close/>
                <a:moveTo>
                  <a:pt x="276520" y="15270"/>
                </a:moveTo>
                <a:lnTo>
                  <a:pt x="276911" y="16163"/>
                </a:lnTo>
                <a:lnTo>
                  <a:pt x="276325" y="15717"/>
                </a:lnTo>
                <a:close/>
                <a:moveTo>
                  <a:pt x="344731" y="14778"/>
                </a:moveTo>
                <a:lnTo>
                  <a:pt x="345540" y="15842"/>
                </a:lnTo>
                <a:lnTo>
                  <a:pt x="344326" y="15310"/>
                </a:lnTo>
                <a:close/>
                <a:moveTo>
                  <a:pt x="274219" y="69283"/>
                </a:moveTo>
                <a:lnTo>
                  <a:pt x="276032" y="70689"/>
                </a:lnTo>
                <a:lnTo>
                  <a:pt x="273313" y="69986"/>
                </a:lnTo>
                <a:close/>
                <a:moveTo>
                  <a:pt x="163175" y="69932"/>
                </a:moveTo>
                <a:lnTo>
                  <a:pt x="164580" y="70526"/>
                </a:lnTo>
                <a:lnTo>
                  <a:pt x="162472" y="70229"/>
                </a:lnTo>
                <a:close/>
                <a:moveTo>
                  <a:pt x="222082" y="20426"/>
                </a:moveTo>
                <a:lnTo>
                  <a:pt x="224259" y="22017"/>
                </a:lnTo>
                <a:lnTo>
                  <a:pt x="220994" y="21221"/>
                </a:lnTo>
                <a:close/>
                <a:moveTo>
                  <a:pt x="46996" y="1360"/>
                </a:moveTo>
                <a:lnTo>
                  <a:pt x="47929" y="2550"/>
                </a:lnTo>
                <a:lnTo>
                  <a:pt x="46529" y="1955"/>
                </a:lnTo>
                <a:close/>
                <a:moveTo>
                  <a:pt x="26583" y="66353"/>
                </a:moveTo>
                <a:lnTo>
                  <a:pt x="28264" y="67735"/>
                </a:lnTo>
                <a:lnTo>
                  <a:pt x="25743" y="67044"/>
                </a:lnTo>
                <a:close/>
                <a:moveTo>
                  <a:pt x="120647" y="2641"/>
                </a:moveTo>
                <a:lnTo>
                  <a:pt x="121635" y="4084"/>
                </a:lnTo>
                <a:lnTo>
                  <a:pt x="120152" y="3363"/>
                </a:lnTo>
                <a:close/>
                <a:moveTo>
                  <a:pt x="138852" y="69825"/>
                </a:moveTo>
                <a:lnTo>
                  <a:pt x="140694" y="70713"/>
                </a:lnTo>
                <a:lnTo>
                  <a:pt x="137930" y="70269"/>
                </a:lnTo>
                <a:close/>
                <a:moveTo>
                  <a:pt x="11429" y="63605"/>
                </a:moveTo>
                <a:lnTo>
                  <a:pt x="12876" y="64782"/>
                </a:lnTo>
                <a:lnTo>
                  <a:pt x="10706" y="64194"/>
                </a:lnTo>
                <a:close/>
                <a:moveTo>
                  <a:pt x="187382" y="12050"/>
                </a:moveTo>
                <a:lnTo>
                  <a:pt x="188174" y="12467"/>
                </a:lnTo>
                <a:lnTo>
                  <a:pt x="186986" y="12259"/>
                </a:lnTo>
                <a:close/>
                <a:moveTo>
                  <a:pt x="309753" y="43871"/>
                </a:moveTo>
                <a:lnTo>
                  <a:pt x="310467" y="45541"/>
                </a:lnTo>
                <a:lnTo>
                  <a:pt x="309395" y="44706"/>
                </a:lnTo>
                <a:close/>
                <a:moveTo>
                  <a:pt x="5464" y="22948"/>
                </a:moveTo>
                <a:lnTo>
                  <a:pt x="6603" y="24284"/>
                </a:lnTo>
                <a:lnTo>
                  <a:pt x="4895" y="23616"/>
                </a:lnTo>
                <a:close/>
                <a:moveTo>
                  <a:pt x="185517" y="32764"/>
                </a:moveTo>
                <a:lnTo>
                  <a:pt x="187400" y="33494"/>
                </a:lnTo>
                <a:lnTo>
                  <a:pt x="184576" y="33129"/>
                </a:lnTo>
                <a:close/>
                <a:moveTo>
                  <a:pt x="244044" y="22217"/>
                </a:moveTo>
                <a:lnTo>
                  <a:pt x="245624" y="23847"/>
                </a:lnTo>
                <a:lnTo>
                  <a:pt x="243253" y="23032"/>
                </a:lnTo>
                <a:close/>
                <a:moveTo>
                  <a:pt x="227027" y="27235"/>
                </a:moveTo>
                <a:lnTo>
                  <a:pt x="228907" y="28576"/>
                </a:lnTo>
                <a:lnTo>
                  <a:pt x="226087" y="27906"/>
                </a:lnTo>
                <a:close/>
                <a:moveTo>
                  <a:pt x="357056" y="5847"/>
                </a:moveTo>
                <a:lnTo>
                  <a:pt x="359217" y="6798"/>
                </a:lnTo>
                <a:lnTo>
                  <a:pt x="355975" y="6323"/>
                </a:lnTo>
                <a:close/>
                <a:moveTo>
                  <a:pt x="86447" y="8964"/>
                </a:moveTo>
                <a:lnTo>
                  <a:pt x="87531" y="10063"/>
                </a:lnTo>
                <a:lnTo>
                  <a:pt x="85905" y="9513"/>
                </a:lnTo>
                <a:close/>
                <a:moveTo>
                  <a:pt x="160336" y="55915"/>
                </a:moveTo>
                <a:lnTo>
                  <a:pt x="161873" y="56268"/>
                </a:lnTo>
                <a:lnTo>
                  <a:pt x="159568" y="56092"/>
                </a:lnTo>
                <a:close/>
                <a:moveTo>
                  <a:pt x="101014" y="29384"/>
                </a:moveTo>
                <a:lnTo>
                  <a:pt x="101723" y="30460"/>
                </a:lnTo>
                <a:lnTo>
                  <a:pt x="100660" y="29922"/>
                </a:lnTo>
                <a:close/>
                <a:moveTo>
                  <a:pt x="326394" y="47342"/>
                </a:moveTo>
                <a:lnTo>
                  <a:pt x="327293" y="48016"/>
                </a:lnTo>
                <a:lnTo>
                  <a:pt x="325945" y="47679"/>
                </a:lnTo>
                <a:close/>
                <a:moveTo>
                  <a:pt x="62633" y="11210"/>
                </a:moveTo>
                <a:lnTo>
                  <a:pt x="64008" y="12337"/>
                </a:lnTo>
                <a:lnTo>
                  <a:pt x="61946" y="11773"/>
                </a:lnTo>
                <a:close/>
                <a:moveTo>
                  <a:pt x="101629" y="23473"/>
                </a:moveTo>
                <a:lnTo>
                  <a:pt x="102050" y="25204"/>
                </a:lnTo>
                <a:lnTo>
                  <a:pt x="101418" y="24339"/>
                </a:lnTo>
                <a:close/>
                <a:moveTo>
                  <a:pt x="9318" y="23073"/>
                </a:moveTo>
                <a:lnTo>
                  <a:pt x="10033" y="24102"/>
                </a:lnTo>
                <a:lnTo>
                  <a:pt x="8960" y="23587"/>
                </a:lnTo>
                <a:close/>
                <a:moveTo>
                  <a:pt x="114830" y="15949"/>
                </a:moveTo>
                <a:lnTo>
                  <a:pt x="115749" y="16686"/>
                </a:lnTo>
                <a:lnTo>
                  <a:pt x="114370" y="16317"/>
                </a:lnTo>
                <a:close/>
                <a:moveTo>
                  <a:pt x="334006" y="55277"/>
                </a:moveTo>
                <a:lnTo>
                  <a:pt x="334678" y="56019"/>
                </a:lnTo>
                <a:lnTo>
                  <a:pt x="333670" y="55648"/>
                </a:lnTo>
                <a:close/>
                <a:moveTo>
                  <a:pt x="357149" y="19658"/>
                </a:moveTo>
                <a:lnTo>
                  <a:pt x="357564" y="20281"/>
                </a:lnTo>
                <a:lnTo>
                  <a:pt x="356942" y="19970"/>
                </a:lnTo>
                <a:close/>
                <a:moveTo>
                  <a:pt x="72582" y="62326"/>
                </a:moveTo>
                <a:lnTo>
                  <a:pt x="73893" y="62987"/>
                </a:lnTo>
                <a:lnTo>
                  <a:pt x="71927" y="62657"/>
                </a:lnTo>
                <a:close/>
                <a:moveTo>
                  <a:pt x="358216" y="70040"/>
                </a:moveTo>
                <a:lnTo>
                  <a:pt x="360312" y="70386"/>
                </a:lnTo>
                <a:lnTo>
                  <a:pt x="357167" y="70213"/>
                </a:lnTo>
                <a:close/>
                <a:moveTo>
                  <a:pt x="154113" y="28530"/>
                </a:moveTo>
                <a:lnTo>
                  <a:pt x="155296" y="29182"/>
                </a:lnTo>
                <a:lnTo>
                  <a:pt x="153522" y="28856"/>
                </a:lnTo>
                <a:close/>
                <a:moveTo>
                  <a:pt x="30265" y="23923"/>
                </a:moveTo>
                <a:lnTo>
                  <a:pt x="30927" y="25166"/>
                </a:lnTo>
                <a:lnTo>
                  <a:pt x="29934" y="24545"/>
                </a:lnTo>
                <a:close/>
                <a:moveTo>
                  <a:pt x="342244" y="47906"/>
                </a:moveTo>
                <a:lnTo>
                  <a:pt x="343915" y="48603"/>
                </a:lnTo>
                <a:lnTo>
                  <a:pt x="341408" y="48255"/>
                </a:lnTo>
                <a:close/>
                <a:moveTo>
                  <a:pt x="62736" y="52667"/>
                </a:moveTo>
                <a:lnTo>
                  <a:pt x="64912" y="54246"/>
                </a:lnTo>
                <a:lnTo>
                  <a:pt x="61648" y="53457"/>
                </a:lnTo>
                <a:close/>
                <a:moveTo>
                  <a:pt x="84703" y="53968"/>
                </a:moveTo>
                <a:lnTo>
                  <a:pt x="86165" y="55708"/>
                </a:lnTo>
                <a:lnTo>
                  <a:pt x="83971" y="54838"/>
                </a:lnTo>
                <a:close/>
                <a:moveTo>
                  <a:pt x="117370" y="26180"/>
                </a:moveTo>
                <a:lnTo>
                  <a:pt x="118661" y="27396"/>
                </a:lnTo>
                <a:lnTo>
                  <a:pt x="116724" y="26788"/>
                </a:lnTo>
                <a:close/>
                <a:moveTo>
                  <a:pt x="95708" y="21659"/>
                </a:moveTo>
                <a:lnTo>
                  <a:pt x="97778" y="22244"/>
                </a:lnTo>
                <a:lnTo>
                  <a:pt x="94674" y="21952"/>
                </a:lnTo>
                <a:close/>
                <a:moveTo>
                  <a:pt x="66625" y="7260"/>
                </a:moveTo>
                <a:lnTo>
                  <a:pt x="68309" y="8588"/>
                </a:lnTo>
                <a:lnTo>
                  <a:pt x="65783" y="7924"/>
                </a:lnTo>
                <a:close/>
                <a:moveTo>
                  <a:pt x="217701" y="70141"/>
                </a:moveTo>
                <a:lnTo>
                  <a:pt x="219140" y="71818"/>
                </a:lnTo>
                <a:lnTo>
                  <a:pt x="216982" y="70980"/>
                </a:lnTo>
                <a:close/>
                <a:moveTo>
                  <a:pt x="200921" y="7452"/>
                </a:moveTo>
                <a:lnTo>
                  <a:pt x="201950" y="7829"/>
                </a:lnTo>
                <a:lnTo>
                  <a:pt x="200407" y="7640"/>
                </a:lnTo>
                <a:close/>
                <a:moveTo>
                  <a:pt x="136934" y="39134"/>
                </a:moveTo>
                <a:lnTo>
                  <a:pt x="138064" y="39779"/>
                </a:lnTo>
                <a:lnTo>
                  <a:pt x="136369" y="39457"/>
                </a:lnTo>
                <a:close/>
                <a:moveTo>
                  <a:pt x="232521" y="1106"/>
                </a:moveTo>
                <a:lnTo>
                  <a:pt x="233555" y="1753"/>
                </a:lnTo>
                <a:lnTo>
                  <a:pt x="232004" y="1430"/>
                </a:lnTo>
                <a:close/>
                <a:moveTo>
                  <a:pt x="170548" y="60012"/>
                </a:moveTo>
                <a:lnTo>
                  <a:pt x="171274" y="61503"/>
                </a:lnTo>
                <a:lnTo>
                  <a:pt x="170185" y="60757"/>
                </a:lnTo>
                <a:close/>
                <a:moveTo>
                  <a:pt x="162229" y="59442"/>
                </a:moveTo>
                <a:lnTo>
                  <a:pt x="164159" y="60340"/>
                </a:lnTo>
                <a:lnTo>
                  <a:pt x="161265" y="59891"/>
                </a:lnTo>
                <a:close/>
                <a:moveTo>
                  <a:pt x="346119" y="55218"/>
                </a:moveTo>
                <a:lnTo>
                  <a:pt x="348039" y="56032"/>
                </a:lnTo>
                <a:lnTo>
                  <a:pt x="345158" y="55625"/>
                </a:lnTo>
                <a:close/>
                <a:moveTo>
                  <a:pt x="287658" y="9221"/>
                </a:moveTo>
                <a:lnTo>
                  <a:pt x="288704" y="9699"/>
                </a:lnTo>
                <a:lnTo>
                  <a:pt x="287135" y="9460"/>
                </a:lnTo>
                <a:close/>
                <a:moveTo>
                  <a:pt x="241162" y="46969"/>
                </a:moveTo>
                <a:lnTo>
                  <a:pt x="241656" y="47641"/>
                </a:lnTo>
                <a:lnTo>
                  <a:pt x="240915" y="47305"/>
                </a:lnTo>
                <a:close/>
                <a:moveTo>
                  <a:pt x="207336" y="32902"/>
                </a:moveTo>
                <a:lnTo>
                  <a:pt x="208553" y="34572"/>
                </a:lnTo>
                <a:lnTo>
                  <a:pt x="206728" y="33737"/>
                </a:lnTo>
                <a:close/>
                <a:moveTo>
                  <a:pt x="290021" y="16126"/>
                </a:moveTo>
                <a:lnTo>
                  <a:pt x="291607" y="17695"/>
                </a:lnTo>
                <a:lnTo>
                  <a:pt x="289228" y="16910"/>
                </a:lnTo>
                <a:close/>
                <a:moveTo>
                  <a:pt x="40802" y="41788"/>
                </a:moveTo>
                <a:lnTo>
                  <a:pt x="42732" y="43550"/>
                </a:lnTo>
                <a:lnTo>
                  <a:pt x="39836" y="42669"/>
                </a:lnTo>
                <a:close/>
                <a:moveTo>
                  <a:pt x="54484" y="36322"/>
                </a:moveTo>
                <a:lnTo>
                  <a:pt x="55611" y="36933"/>
                </a:lnTo>
                <a:lnTo>
                  <a:pt x="53921" y="36628"/>
                </a:lnTo>
                <a:close/>
                <a:moveTo>
                  <a:pt x="142328" y="38528"/>
                </a:moveTo>
                <a:lnTo>
                  <a:pt x="143456" y="39653"/>
                </a:lnTo>
                <a:lnTo>
                  <a:pt x="141764" y="39090"/>
                </a:lnTo>
                <a:close/>
                <a:moveTo>
                  <a:pt x="337245" y="49921"/>
                </a:moveTo>
                <a:lnTo>
                  <a:pt x="338614" y="51659"/>
                </a:lnTo>
                <a:lnTo>
                  <a:pt x="336561" y="50790"/>
                </a:lnTo>
                <a:close/>
                <a:moveTo>
                  <a:pt x="163151" y="62639"/>
                </a:moveTo>
                <a:lnTo>
                  <a:pt x="163956" y="63303"/>
                </a:lnTo>
                <a:lnTo>
                  <a:pt x="162748" y="62971"/>
                </a:lnTo>
                <a:close/>
                <a:moveTo>
                  <a:pt x="80011" y="46001"/>
                </a:moveTo>
                <a:lnTo>
                  <a:pt x="80501" y="46704"/>
                </a:lnTo>
                <a:lnTo>
                  <a:pt x="79766" y="46352"/>
                </a:lnTo>
                <a:close/>
                <a:moveTo>
                  <a:pt x="15211" y="35187"/>
                </a:moveTo>
                <a:lnTo>
                  <a:pt x="17063" y="35781"/>
                </a:lnTo>
                <a:lnTo>
                  <a:pt x="14285" y="35484"/>
                </a:lnTo>
                <a:close/>
                <a:moveTo>
                  <a:pt x="30789" y="38962"/>
                </a:moveTo>
                <a:lnTo>
                  <a:pt x="31385" y="40159"/>
                </a:lnTo>
                <a:lnTo>
                  <a:pt x="30491" y="39561"/>
                </a:lnTo>
                <a:close/>
                <a:moveTo>
                  <a:pt x="979" y="70460"/>
                </a:moveTo>
                <a:lnTo>
                  <a:pt x="2936" y="70817"/>
                </a:lnTo>
                <a:lnTo>
                  <a:pt x="0" y="70639"/>
                </a:lnTo>
                <a:close/>
                <a:moveTo>
                  <a:pt x="346688" y="61519"/>
                </a:moveTo>
                <a:lnTo>
                  <a:pt x="348193" y="62230"/>
                </a:lnTo>
                <a:lnTo>
                  <a:pt x="345935" y="61875"/>
                </a:lnTo>
                <a:close/>
                <a:moveTo>
                  <a:pt x="237308" y="11442"/>
                </a:moveTo>
                <a:lnTo>
                  <a:pt x="238809" y="13173"/>
                </a:lnTo>
                <a:lnTo>
                  <a:pt x="236557" y="12308"/>
                </a:lnTo>
                <a:close/>
                <a:moveTo>
                  <a:pt x="221223" y="41680"/>
                </a:moveTo>
                <a:lnTo>
                  <a:pt x="222014" y="42575"/>
                </a:lnTo>
                <a:lnTo>
                  <a:pt x="220827" y="42127"/>
                </a:lnTo>
                <a:close/>
                <a:moveTo>
                  <a:pt x="77798" y="39462"/>
                </a:moveTo>
                <a:lnTo>
                  <a:pt x="78259" y="40973"/>
                </a:lnTo>
                <a:lnTo>
                  <a:pt x="77567" y="40217"/>
                </a:lnTo>
                <a:close/>
                <a:moveTo>
                  <a:pt x="257260" y="59136"/>
                </a:moveTo>
                <a:lnTo>
                  <a:pt x="259177" y="60530"/>
                </a:lnTo>
                <a:lnTo>
                  <a:pt x="256301" y="59833"/>
                </a:lnTo>
                <a:close/>
                <a:moveTo>
                  <a:pt x="9682" y="8756"/>
                </a:moveTo>
                <a:lnTo>
                  <a:pt x="10472" y="10497"/>
                </a:lnTo>
                <a:lnTo>
                  <a:pt x="9288" y="9627"/>
                </a:lnTo>
                <a:close/>
                <a:moveTo>
                  <a:pt x="260416" y="26252"/>
                </a:moveTo>
                <a:lnTo>
                  <a:pt x="261208" y="27063"/>
                </a:lnTo>
                <a:lnTo>
                  <a:pt x="260021" y="26657"/>
                </a:lnTo>
                <a:close/>
                <a:moveTo>
                  <a:pt x="289559" y="40526"/>
                </a:moveTo>
                <a:lnTo>
                  <a:pt x="290966" y="42034"/>
                </a:lnTo>
                <a:lnTo>
                  <a:pt x="288856" y="41280"/>
                </a:lnTo>
                <a:close/>
                <a:moveTo>
                  <a:pt x="314239" y="30693"/>
                </a:moveTo>
                <a:lnTo>
                  <a:pt x="315387" y="31772"/>
                </a:lnTo>
                <a:lnTo>
                  <a:pt x="313665" y="31233"/>
                </a:lnTo>
                <a:close/>
                <a:moveTo>
                  <a:pt x="206040" y="6044"/>
                </a:moveTo>
                <a:lnTo>
                  <a:pt x="206957" y="6904"/>
                </a:lnTo>
                <a:lnTo>
                  <a:pt x="205582" y="6474"/>
                </a:lnTo>
                <a:close/>
                <a:moveTo>
                  <a:pt x="108947" y="12924"/>
                </a:moveTo>
                <a:lnTo>
                  <a:pt x="109442" y="13378"/>
                </a:lnTo>
                <a:lnTo>
                  <a:pt x="108700" y="13151"/>
                </a:lnTo>
                <a:close/>
                <a:moveTo>
                  <a:pt x="287248" y="36934"/>
                </a:moveTo>
                <a:lnTo>
                  <a:pt x="289175" y="37396"/>
                </a:lnTo>
                <a:lnTo>
                  <a:pt x="286285" y="37165"/>
                </a:lnTo>
                <a:close/>
                <a:moveTo>
                  <a:pt x="102955" y="6011"/>
                </a:moveTo>
                <a:lnTo>
                  <a:pt x="103424" y="6329"/>
                </a:lnTo>
                <a:lnTo>
                  <a:pt x="102720" y="6170"/>
                </a:lnTo>
                <a:close/>
                <a:moveTo>
                  <a:pt x="160436" y="45130"/>
                </a:moveTo>
                <a:lnTo>
                  <a:pt x="161412" y="46263"/>
                </a:lnTo>
                <a:lnTo>
                  <a:pt x="159948" y="45697"/>
                </a:lnTo>
                <a:close/>
                <a:moveTo>
                  <a:pt x="6764" y="14351"/>
                </a:moveTo>
                <a:lnTo>
                  <a:pt x="7577" y="15958"/>
                </a:lnTo>
                <a:lnTo>
                  <a:pt x="6357" y="15155"/>
                </a:lnTo>
                <a:close/>
                <a:moveTo>
                  <a:pt x="148386" y="33586"/>
                </a:moveTo>
                <a:lnTo>
                  <a:pt x="149080" y="33991"/>
                </a:lnTo>
                <a:lnTo>
                  <a:pt x="148039" y="33789"/>
                </a:lnTo>
                <a:close/>
                <a:moveTo>
                  <a:pt x="211194" y="48238"/>
                </a:moveTo>
                <a:lnTo>
                  <a:pt x="212051" y="49788"/>
                </a:lnTo>
                <a:lnTo>
                  <a:pt x="210765" y="49013"/>
                </a:lnTo>
                <a:close/>
                <a:moveTo>
                  <a:pt x="261556" y="63488"/>
                </a:moveTo>
                <a:lnTo>
                  <a:pt x="262148" y="65085"/>
                </a:lnTo>
                <a:lnTo>
                  <a:pt x="261261" y="64286"/>
                </a:lnTo>
                <a:close/>
                <a:moveTo>
                  <a:pt x="246000" y="62206"/>
                </a:moveTo>
                <a:lnTo>
                  <a:pt x="247740" y="63339"/>
                </a:lnTo>
                <a:lnTo>
                  <a:pt x="245130" y="62773"/>
                </a:lnTo>
                <a:close/>
                <a:moveTo>
                  <a:pt x="167282" y="33370"/>
                </a:moveTo>
                <a:lnTo>
                  <a:pt x="168990" y="34086"/>
                </a:lnTo>
                <a:lnTo>
                  <a:pt x="166428" y="33728"/>
                </a:lnTo>
                <a:close/>
                <a:moveTo>
                  <a:pt x="328435" y="7811"/>
                </a:moveTo>
                <a:lnTo>
                  <a:pt x="329924" y="8309"/>
                </a:lnTo>
                <a:lnTo>
                  <a:pt x="327690" y="8060"/>
                </a:lnTo>
                <a:close/>
                <a:moveTo>
                  <a:pt x="122997" y="54992"/>
                </a:moveTo>
                <a:lnTo>
                  <a:pt x="124055" y="55498"/>
                </a:lnTo>
                <a:lnTo>
                  <a:pt x="122468" y="55245"/>
                </a:lnTo>
                <a:close/>
                <a:moveTo>
                  <a:pt x="280081" y="64680"/>
                </a:moveTo>
                <a:lnTo>
                  <a:pt x="280996" y="65462"/>
                </a:lnTo>
                <a:lnTo>
                  <a:pt x="279624" y="65071"/>
                </a:lnTo>
                <a:close/>
                <a:moveTo>
                  <a:pt x="285324" y="55429"/>
                </a:moveTo>
                <a:lnTo>
                  <a:pt x="286005" y="56027"/>
                </a:lnTo>
                <a:lnTo>
                  <a:pt x="284983" y="55728"/>
                </a:lnTo>
                <a:close/>
                <a:moveTo>
                  <a:pt x="229713" y="63566"/>
                </a:moveTo>
                <a:lnTo>
                  <a:pt x="230167" y="64161"/>
                </a:lnTo>
                <a:lnTo>
                  <a:pt x="229486" y="63863"/>
                </a:lnTo>
                <a:close/>
                <a:moveTo>
                  <a:pt x="92390" y="46654"/>
                </a:moveTo>
                <a:lnTo>
                  <a:pt x="94141" y="47604"/>
                </a:lnTo>
                <a:lnTo>
                  <a:pt x="91514" y="47129"/>
                </a:lnTo>
                <a:close/>
                <a:moveTo>
                  <a:pt x="150375" y="50333"/>
                </a:moveTo>
                <a:lnTo>
                  <a:pt x="151506" y="50920"/>
                </a:lnTo>
                <a:lnTo>
                  <a:pt x="149809" y="50627"/>
                </a:lnTo>
                <a:close/>
                <a:moveTo>
                  <a:pt x="280125" y="46528"/>
                </a:moveTo>
                <a:lnTo>
                  <a:pt x="280528" y="47269"/>
                </a:lnTo>
                <a:lnTo>
                  <a:pt x="279923" y="46899"/>
                </a:lnTo>
                <a:close/>
                <a:moveTo>
                  <a:pt x="51344" y="53758"/>
                </a:moveTo>
                <a:lnTo>
                  <a:pt x="53499" y="54458"/>
                </a:lnTo>
                <a:lnTo>
                  <a:pt x="50266" y="54108"/>
                </a:lnTo>
                <a:close/>
                <a:moveTo>
                  <a:pt x="223638" y="64704"/>
                </a:moveTo>
                <a:lnTo>
                  <a:pt x="225185" y="65238"/>
                </a:lnTo>
                <a:lnTo>
                  <a:pt x="222864" y="64971"/>
                </a:lnTo>
                <a:close/>
                <a:moveTo>
                  <a:pt x="11230" y="71108"/>
                </a:moveTo>
                <a:lnTo>
                  <a:pt x="12914" y="72096"/>
                </a:lnTo>
                <a:lnTo>
                  <a:pt x="10388" y="71602"/>
                </a:lnTo>
                <a:close/>
                <a:moveTo>
                  <a:pt x="211013" y="62408"/>
                </a:moveTo>
                <a:lnTo>
                  <a:pt x="212109" y="63689"/>
                </a:lnTo>
                <a:lnTo>
                  <a:pt x="210464" y="63048"/>
                </a:lnTo>
                <a:close/>
                <a:moveTo>
                  <a:pt x="73105" y="26756"/>
                </a:moveTo>
                <a:lnTo>
                  <a:pt x="73745" y="28334"/>
                </a:lnTo>
                <a:lnTo>
                  <a:pt x="72785" y="27545"/>
                </a:lnTo>
                <a:close/>
                <a:moveTo>
                  <a:pt x="260602" y="66551"/>
                </a:moveTo>
                <a:lnTo>
                  <a:pt x="262296" y="67663"/>
                </a:lnTo>
                <a:lnTo>
                  <a:pt x="259755" y="67107"/>
                </a:lnTo>
                <a:close/>
                <a:moveTo>
                  <a:pt x="121051" y="18075"/>
                </a:moveTo>
                <a:lnTo>
                  <a:pt x="121403" y="18502"/>
                </a:lnTo>
                <a:lnTo>
                  <a:pt x="120875" y="18289"/>
                </a:lnTo>
                <a:close/>
                <a:moveTo>
                  <a:pt x="337903" y="44559"/>
                </a:moveTo>
                <a:lnTo>
                  <a:pt x="339986" y="46160"/>
                </a:lnTo>
                <a:lnTo>
                  <a:pt x="336861" y="45360"/>
                </a:lnTo>
                <a:close/>
                <a:moveTo>
                  <a:pt x="301160" y="39930"/>
                </a:moveTo>
                <a:lnTo>
                  <a:pt x="303215" y="40718"/>
                </a:lnTo>
                <a:lnTo>
                  <a:pt x="300132" y="40324"/>
                </a:lnTo>
                <a:close/>
                <a:moveTo>
                  <a:pt x="113053" y="40424"/>
                </a:moveTo>
                <a:lnTo>
                  <a:pt x="113562" y="41051"/>
                </a:lnTo>
                <a:lnTo>
                  <a:pt x="112799" y="40737"/>
                </a:lnTo>
                <a:close/>
                <a:moveTo>
                  <a:pt x="231340" y="50434"/>
                </a:moveTo>
                <a:lnTo>
                  <a:pt x="232224" y="52152"/>
                </a:lnTo>
                <a:lnTo>
                  <a:pt x="230897" y="51293"/>
                </a:lnTo>
                <a:close/>
                <a:moveTo>
                  <a:pt x="32656" y="35616"/>
                </a:moveTo>
                <a:lnTo>
                  <a:pt x="34637" y="36615"/>
                </a:lnTo>
                <a:lnTo>
                  <a:pt x="31666" y="36115"/>
                </a:lnTo>
                <a:close/>
                <a:moveTo>
                  <a:pt x="29197" y="28202"/>
                </a:moveTo>
                <a:lnTo>
                  <a:pt x="29738" y="29150"/>
                </a:lnTo>
                <a:lnTo>
                  <a:pt x="28927" y="28676"/>
                </a:lnTo>
                <a:close/>
                <a:moveTo>
                  <a:pt x="232331" y="36529"/>
                </a:moveTo>
                <a:lnTo>
                  <a:pt x="234230" y="37915"/>
                </a:lnTo>
                <a:lnTo>
                  <a:pt x="231381" y="37222"/>
                </a:lnTo>
                <a:close/>
                <a:moveTo>
                  <a:pt x="331894" y="32951"/>
                </a:moveTo>
                <a:lnTo>
                  <a:pt x="332468" y="34312"/>
                </a:lnTo>
                <a:lnTo>
                  <a:pt x="331607" y="33632"/>
                </a:lnTo>
                <a:close/>
                <a:moveTo>
                  <a:pt x="56217" y="8887"/>
                </a:moveTo>
                <a:lnTo>
                  <a:pt x="57390" y="9466"/>
                </a:lnTo>
                <a:lnTo>
                  <a:pt x="55630" y="9176"/>
                </a:lnTo>
                <a:close/>
                <a:moveTo>
                  <a:pt x="152645" y="59185"/>
                </a:moveTo>
                <a:lnTo>
                  <a:pt x="153757" y="59545"/>
                </a:lnTo>
                <a:lnTo>
                  <a:pt x="152089" y="59365"/>
                </a:lnTo>
                <a:close/>
                <a:moveTo>
                  <a:pt x="346008" y="30696"/>
                </a:moveTo>
                <a:lnTo>
                  <a:pt x="348091" y="31220"/>
                </a:lnTo>
                <a:lnTo>
                  <a:pt x="344966" y="30958"/>
                </a:lnTo>
                <a:close/>
                <a:moveTo>
                  <a:pt x="46859" y="69882"/>
                </a:moveTo>
                <a:lnTo>
                  <a:pt x="47613" y="70710"/>
                </a:lnTo>
                <a:lnTo>
                  <a:pt x="46482" y="70296"/>
                </a:lnTo>
                <a:close/>
                <a:moveTo>
                  <a:pt x="242029" y="7538"/>
                </a:moveTo>
                <a:lnTo>
                  <a:pt x="243992" y="7897"/>
                </a:lnTo>
                <a:lnTo>
                  <a:pt x="241048" y="7717"/>
                </a:lnTo>
                <a:close/>
                <a:moveTo>
                  <a:pt x="265257" y="31351"/>
                </a:moveTo>
                <a:lnTo>
                  <a:pt x="266194" y="32283"/>
                </a:lnTo>
                <a:lnTo>
                  <a:pt x="264789" y="31817"/>
                </a:lnTo>
                <a:close/>
                <a:moveTo>
                  <a:pt x="157498" y="40791"/>
                </a:moveTo>
                <a:lnTo>
                  <a:pt x="159572" y="41287"/>
                </a:lnTo>
                <a:lnTo>
                  <a:pt x="156461" y="41039"/>
                </a:lnTo>
                <a:close/>
                <a:moveTo>
                  <a:pt x="145050" y="11605"/>
                </a:moveTo>
                <a:lnTo>
                  <a:pt x="145608" y="12266"/>
                </a:lnTo>
                <a:lnTo>
                  <a:pt x="144771" y="11935"/>
                </a:lnTo>
                <a:close/>
                <a:moveTo>
                  <a:pt x="72060" y="14584"/>
                </a:moveTo>
                <a:lnTo>
                  <a:pt x="73441" y="15929"/>
                </a:lnTo>
                <a:lnTo>
                  <a:pt x="71370" y="15256"/>
                </a:lnTo>
                <a:close/>
                <a:moveTo>
                  <a:pt x="276194" y="64306"/>
                </a:moveTo>
                <a:lnTo>
                  <a:pt x="276703" y="65318"/>
                </a:lnTo>
                <a:lnTo>
                  <a:pt x="275939" y="64812"/>
                </a:lnTo>
                <a:close/>
                <a:moveTo>
                  <a:pt x="21331" y="50512"/>
                </a:moveTo>
                <a:lnTo>
                  <a:pt x="21975" y="52258"/>
                </a:lnTo>
                <a:lnTo>
                  <a:pt x="21008" y="51385"/>
                </a:lnTo>
                <a:close/>
                <a:moveTo>
                  <a:pt x="169728" y="6831"/>
                </a:moveTo>
                <a:lnTo>
                  <a:pt x="170916" y="7275"/>
                </a:lnTo>
                <a:lnTo>
                  <a:pt x="169134" y="7053"/>
                </a:lnTo>
                <a:close/>
                <a:moveTo>
                  <a:pt x="57651" y="21401"/>
                </a:moveTo>
                <a:lnTo>
                  <a:pt x="59547" y="22252"/>
                </a:lnTo>
                <a:lnTo>
                  <a:pt x="56703" y="21826"/>
                </a:lnTo>
                <a:close/>
                <a:moveTo>
                  <a:pt x="304509" y="43483"/>
                </a:moveTo>
                <a:lnTo>
                  <a:pt x="306396" y="45066"/>
                </a:lnTo>
                <a:lnTo>
                  <a:pt x="303565" y="44274"/>
                </a:lnTo>
                <a:close/>
                <a:moveTo>
                  <a:pt x="163461" y="44237"/>
                </a:moveTo>
                <a:lnTo>
                  <a:pt x="163951" y="44953"/>
                </a:lnTo>
                <a:lnTo>
                  <a:pt x="163216" y="44595"/>
                </a:lnTo>
                <a:close/>
                <a:moveTo>
                  <a:pt x="289486" y="33882"/>
                </a:moveTo>
                <a:lnTo>
                  <a:pt x="291523" y="35581"/>
                </a:lnTo>
                <a:lnTo>
                  <a:pt x="288468" y="34731"/>
                </a:lnTo>
                <a:close/>
                <a:moveTo>
                  <a:pt x="200643" y="5270"/>
                </a:moveTo>
                <a:lnTo>
                  <a:pt x="201133" y="6061"/>
                </a:lnTo>
                <a:lnTo>
                  <a:pt x="200399" y="5666"/>
                </a:lnTo>
                <a:close/>
                <a:moveTo>
                  <a:pt x="254177" y="56090"/>
                </a:moveTo>
                <a:lnTo>
                  <a:pt x="255444" y="57868"/>
                </a:lnTo>
                <a:lnTo>
                  <a:pt x="253544" y="56979"/>
                </a:lnTo>
                <a:close/>
                <a:moveTo>
                  <a:pt x="27515" y="127"/>
                </a:moveTo>
                <a:lnTo>
                  <a:pt x="29075" y="703"/>
                </a:lnTo>
                <a:lnTo>
                  <a:pt x="26735" y="415"/>
                </a:lnTo>
                <a:close/>
                <a:moveTo>
                  <a:pt x="135992" y="22980"/>
                </a:moveTo>
                <a:lnTo>
                  <a:pt x="137790" y="23458"/>
                </a:lnTo>
                <a:lnTo>
                  <a:pt x="135093" y="23219"/>
                </a:lnTo>
                <a:close/>
                <a:moveTo>
                  <a:pt x="114373" y="20558"/>
                </a:moveTo>
                <a:lnTo>
                  <a:pt x="115741" y="21304"/>
                </a:lnTo>
                <a:lnTo>
                  <a:pt x="113689" y="20931"/>
                </a:lnTo>
                <a:close/>
                <a:moveTo>
                  <a:pt x="118223" y="31399"/>
                </a:moveTo>
                <a:lnTo>
                  <a:pt x="119160" y="32858"/>
                </a:lnTo>
                <a:lnTo>
                  <a:pt x="117754" y="32129"/>
                </a:lnTo>
                <a:close/>
                <a:moveTo>
                  <a:pt x="106645" y="64397"/>
                </a:moveTo>
                <a:lnTo>
                  <a:pt x="107237" y="64858"/>
                </a:lnTo>
                <a:lnTo>
                  <a:pt x="106350" y="64627"/>
                </a:lnTo>
                <a:close/>
                <a:moveTo>
                  <a:pt x="319377" y="61482"/>
                </a:moveTo>
                <a:lnTo>
                  <a:pt x="321167" y="62436"/>
                </a:lnTo>
                <a:lnTo>
                  <a:pt x="318482" y="61959"/>
                </a:lnTo>
                <a:close/>
                <a:moveTo>
                  <a:pt x="173647" y="23183"/>
                </a:moveTo>
                <a:lnTo>
                  <a:pt x="175391" y="23638"/>
                </a:lnTo>
                <a:lnTo>
                  <a:pt x="172775" y="23410"/>
                </a:lnTo>
                <a:close/>
                <a:moveTo>
                  <a:pt x="100272" y="10310"/>
                </a:moveTo>
                <a:lnTo>
                  <a:pt x="101425" y="10776"/>
                </a:lnTo>
                <a:lnTo>
                  <a:pt x="99695" y="10543"/>
                </a:lnTo>
                <a:close/>
                <a:moveTo>
                  <a:pt x="145564" y="21002"/>
                </a:moveTo>
                <a:lnTo>
                  <a:pt x="147394" y="21344"/>
                </a:lnTo>
                <a:lnTo>
                  <a:pt x="144649" y="21173"/>
                </a:lnTo>
                <a:close/>
                <a:moveTo>
                  <a:pt x="313098" y="14113"/>
                </a:moveTo>
                <a:lnTo>
                  <a:pt x="313875" y="14529"/>
                </a:lnTo>
                <a:lnTo>
                  <a:pt x="312710" y="14321"/>
                </a:lnTo>
                <a:close/>
                <a:moveTo>
                  <a:pt x="221918" y="55045"/>
                </a:moveTo>
                <a:lnTo>
                  <a:pt x="223908" y="56183"/>
                </a:lnTo>
                <a:lnTo>
                  <a:pt x="220923" y="55614"/>
                </a:lnTo>
                <a:close/>
                <a:moveTo>
                  <a:pt x="38429" y="71603"/>
                </a:moveTo>
                <a:lnTo>
                  <a:pt x="40050" y="73363"/>
                </a:lnTo>
                <a:lnTo>
                  <a:pt x="37618" y="72483"/>
                </a:lnTo>
                <a:close/>
                <a:moveTo>
                  <a:pt x="111284" y="21638"/>
                </a:moveTo>
                <a:lnTo>
                  <a:pt x="112196" y="23018"/>
                </a:lnTo>
                <a:lnTo>
                  <a:pt x="110828" y="22328"/>
                </a:lnTo>
                <a:close/>
                <a:moveTo>
                  <a:pt x="340036" y="27457"/>
                </a:moveTo>
                <a:lnTo>
                  <a:pt x="340496" y="28717"/>
                </a:lnTo>
                <a:lnTo>
                  <a:pt x="339806" y="28087"/>
                </a:lnTo>
                <a:close/>
                <a:moveTo>
                  <a:pt x="52370" y="28594"/>
                </a:moveTo>
                <a:lnTo>
                  <a:pt x="53922" y="29549"/>
                </a:lnTo>
                <a:lnTo>
                  <a:pt x="51594" y="29071"/>
                </a:lnTo>
                <a:close/>
                <a:moveTo>
                  <a:pt x="197678" y="21475"/>
                </a:moveTo>
                <a:lnTo>
                  <a:pt x="198195" y="23205"/>
                </a:lnTo>
                <a:lnTo>
                  <a:pt x="197419" y="22340"/>
                </a:lnTo>
                <a:close/>
                <a:moveTo>
                  <a:pt x="131620" y="8790"/>
                </a:moveTo>
                <a:lnTo>
                  <a:pt x="132759" y="9394"/>
                </a:lnTo>
                <a:lnTo>
                  <a:pt x="131050" y="9092"/>
                </a:lnTo>
                <a:close/>
                <a:moveTo>
                  <a:pt x="134690" y="14382"/>
                </a:moveTo>
                <a:lnTo>
                  <a:pt x="136470" y="16057"/>
                </a:lnTo>
                <a:lnTo>
                  <a:pt x="133800" y="15219"/>
                </a:lnTo>
                <a:close/>
                <a:moveTo>
                  <a:pt x="190627" y="12539"/>
                </a:moveTo>
                <a:lnTo>
                  <a:pt x="192197" y="12966"/>
                </a:lnTo>
                <a:lnTo>
                  <a:pt x="189842" y="12752"/>
                </a:lnTo>
                <a:close/>
                <a:moveTo>
                  <a:pt x="22549" y="46467"/>
                </a:moveTo>
                <a:lnTo>
                  <a:pt x="23015" y="46794"/>
                </a:lnTo>
                <a:lnTo>
                  <a:pt x="22315" y="46630"/>
                </a:lnTo>
                <a:close/>
                <a:moveTo>
                  <a:pt x="116233" y="59922"/>
                </a:moveTo>
                <a:lnTo>
                  <a:pt x="118067" y="60808"/>
                </a:lnTo>
                <a:lnTo>
                  <a:pt x="115316" y="60365"/>
                </a:lnTo>
                <a:close/>
                <a:moveTo>
                  <a:pt x="232461" y="12880"/>
                </a:moveTo>
                <a:lnTo>
                  <a:pt x="234408" y="14050"/>
                </a:lnTo>
                <a:lnTo>
                  <a:pt x="231487" y="13465"/>
                </a:lnTo>
                <a:close/>
                <a:moveTo>
                  <a:pt x="194935" y="68200"/>
                </a:moveTo>
                <a:lnTo>
                  <a:pt x="197047" y="68813"/>
                </a:lnTo>
                <a:lnTo>
                  <a:pt x="193879" y="68506"/>
                </a:lnTo>
                <a:close/>
                <a:moveTo>
                  <a:pt x="334877" y="102"/>
                </a:moveTo>
                <a:lnTo>
                  <a:pt x="335969" y="919"/>
                </a:lnTo>
                <a:lnTo>
                  <a:pt x="334331" y="510"/>
                </a:lnTo>
                <a:close/>
                <a:moveTo>
                  <a:pt x="182384" y="7851"/>
                </a:moveTo>
                <a:lnTo>
                  <a:pt x="183244" y="9401"/>
                </a:lnTo>
                <a:lnTo>
                  <a:pt x="181954" y="8626"/>
                </a:lnTo>
                <a:close/>
                <a:moveTo>
                  <a:pt x="286279" y="69121"/>
                </a:moveTo>
                <a:lnTo>
                  <a:pt x="287619" y="69961"/>
                </a:lnTo>
                <a:lnTo>
                  <a:pt x="285608" y="69541"/>
                </a:lnTo>
                <a:close/>
                <a:moveTo>
                  <a:pt x="238144" y="41796"/>
                </a:moveTo>
                <a:lnTo>
                  <a:pt x="238877" y="42555"/>
                </a:lnTo>
                <a:lnTo>
                  <a:pt x="237777" y="42175"/>
                </a:lnTo>
                <a:close/>
                <a:moveTo>
                  <a:pt x="41490" y="24806"/>
                </a:moveTo>
                <a:lnTo>
                  <a:pt x="41944" y="25166"/>
                </a:lnTo>
                <a:lnTo>
                  <a:pt x="41263" y="24986"/>
                </a:lnTo>
                <a:close/>
                <a:moveTo>
                  <a:pt x="250839" y="46749"/>
                </a:moveTo>
                <a:lnTo>
                  <a:pt x="251620" y="47803"/>
                </a:lnTo>
                <a:lnTo>
                  <a:pt x="250449" y="47276"/>
                </a:lnTo>
                <a:close/>
                <a:moveTo>
                  <a:pt x="92117" y="59365"/>
                </a:moveTo>
                <a:lnTo>
                  <a:pt x="93972" y="60701"/>
                </a:lnTo>
                <a:lnTo>
                  <a:pt x="91190" y="60033"/>
                </a:lnTo>
                <a:close/>
                <a:moveTo>
                  <a:pt x="329375" y="9641"/>
                </a:moveTo>
                <a:lnTo>
                  <a:pt x="331492" y="10117"/>
                </a:lnTo>
                <a:lnTo>
                  <a:pt x="328316" y="9879"/>
                </a:lnTo>
                <a:close/>
                <a:moveTo>
                  <a:pt x="149525" y="42938"/>
                </a:moveTo>
                <a:lnTo>
                  <a:pt x="151309" y="44001"/>
                </a:lnTo>
                <a:lnTo>
                  <a:pt x="148633" y="43469"/>
                </a:lnTo>
                <a:close/>
                <a:moveTo>
                  <a:pt x="116368" y="30264"/>
                </a:moveTo>
                <a:lnTo>
                  <a:pt x="118200" y="31628"/>
                </a:lnTo>
                <a:lnTo>
                  <a:pt x="115452" y="30946"/>
                </a:lnTo>
                <a:close/>
                <a:moveTo>
                  <a:pt x="226689" y="61070"/>
                </a:moveTo>
                <a:lnTo>
                  <a:pt x="228154" y="61981"/>
                </a:lnTo>
                <a:lnTo>
                  <a:pt x="225956" y="61526"/>
                </a:lnTo>
                <a:close/>
                <a:moveTo>
                  <a:pt x="257084" y="21150"/>
                </a:moveTo>
                <a:lnTo>
                  <a:pt x="259191" y="22398"/>
                </a:lnTo>
                <a:lnTo>
                  <a:pt x="256031" y="21774"/>
                </a:lnTo>
                <a:close/>
                <a:moveTo>
                  <a:pt x="239036" y="13032"/>
                </a:moveTo>
                <a:lnTo>
                  <a:pt x="239975" y="14043"/>
                </a:lnTo>
                <a:lnTo>
                  <a:pt x="238566" y="13537"/>
                </a:lnTo>
                <a:close/>
                <a:moveTo>
                  <a:pt x="60211" y="65920"/>
                </a:moveTo>
                <a:lnTo>
                  <a:pt x="61328" y="67012"/>
                </a:lnTo>
                <a:lnTo>
                  <a:pt x="59653" y="66466"/>
                </a:lnTo>
                <a:close/>
                <a:moveTo>
                  <a:pt x="145590" y="19897"/>
                </a:moveTo>
                <a:lnTo>
                  <a:pt x="147119" y="20703"/>
                </a:lnTo>
                <a:lnTo>
                  <a:pt x="144825" y="20300"/>
                </a:lnTo>
                <a:close/>
                <a:moveTo>
                  <a:pt x="112972" y="35855"/>
                </a:moveTo>
                <a:lnTo>
                  <a:pt x="115003" y="37395"/>
                </a:lnTo>
                <a:lnTo>
                  <a:pt x="111956" y="36625"/>
                </a:lnTo>
                <a:close/>
                <a:moveTo>
                  <a:pt x="266033" y="13939"/>
                </a:moveTo>
                <a:lnTo>
                  <a:pt x="266837" y="15027"/>
                </a:lnTo>
                <a:lnTo>
                  <a:pt x="265631" y="14483"/>
                </a:lnTo>
                <a:close/>
                <a:moveTo>
                  <a:pt x="131108" y="12523"/>
                </a:moveTo>
                <a:lnTo>
                  <a:pt x="132222" y="14258"/>
                </a:lnTo>
                <a:lnTo>
                  <a:pt x="130551" y="13391"/>
                </a:lnTo>
                <a:close/>
                <a:moveTo>
                  <a:pt x="277403" y="59071"/>
                </a:moveTo>
                <a:lnTo>
                  <a:pt x="278097" y="60601"/>
                </a:lnTo>
                <a:lnTo>
                  <a:pt x="277056" y="59836"/>
                </a:lnTo>
                <a:close/>
                <a:moveTo>
                  <a:pt x="261277" y="63815"/>
                </a:moveTo>
                <a:lnTo>
                  <a:pt x="262769" y="64166"/>
                </a:lnTo>
                <a:lnTo>
                  <a:pt x="260531" y="63991"/>
                </a:lnTo>
                <a:close/>
                <a:moveTo>
                  <a:pt x="136653" y="13626"/>
                </a:moveTo>
                <a:lnTo>
                  <a:pt x="137832" y="14418"/>
                </a:lnTo>
                <a:lnTo>
                  <a:pt x="136064" y="14022"/>
                </a:lnTo>
                <a:close/>
                <a:moveTo>
                  <a:pt x="134095" y="7310"/>
                </a:moveTo>
                <a:lnTo>
                  <a:pt x="135267" y="7911"/>
                </a:lnTo>
                <a:lnTo>
                  <a:pt x="133509" y="7611"/>
                </a:lnTo>
                <a:close/>
                <a:moveTo>
                  <a:pt x="165368" y="51626"/>
                </a:moveTo>
                <a:lnTo>
                  <a:pt x="166792" y="52748"/>
                </a:lnTo>
                <a:lnTo>
                  <a:pt x="164656" y="52187"/>
                </a:lnTo>
                <a:close/>
                <a:moveTo>
                  <a:pt x="119374" y="3292"/>
                </a:moveTo>
                <a:lnTo>
                  <a:pt x="121390" y="3997"/>
                </a:lnTo>
                <a:lnTo>
                  <a:pt x="118366" y="3644"/>
                </a:lnTo>
                <a:close/>
                <a:moveTo>
                  <a:pt x="180957" y="27148"/>
                </a:moveTo>
                <a:lnTo>
                  <a:pt x="181381" y="28536"/>
                </a:lnTo>
                <a:lnTo>
                  <a:pt x="180746" y="27842"/>
                </a:lnTo>
                <a:close/>
                <a:moveTo>
                  <a:pt x="265629" y="50077"/>
                </a:moveTo>
                <a:lnTo>
                  <a:pt x="266770" y="51682"/>
                </a:lnTo>
                <a:lnTo>
                  <a:pt x="265059" y="50879"/>
                </a:lnTo>
                <a:close/>
                <a:moveTo>
                  <a:pt x="219982" y="14133"/>
                </a:moveTo>
                <a:lnTo>
                  <a:pt x="222089" y="15115"/>
                </a:lnTo>
                <a:lnTo>
                  <a:pt x="218928" y="14624"/>
                </a:lnTo>
                <a:close/>
                <a:moveTo>
                  <a:pt x="281819" y="15354"/>
                </a:moveTo>
                <a:lnTo>
                  <a:pt x="282458" y="16735"/>
                </a:lnTo>
                <a:lnTo>
                  <a:pt x="281500" y="16045"/>
                </a:lnTo>
                <a:close/>
                <a:moveTo>
                  <a:pt x="280311" y="21567"/>
                </a:moveTo>
                <a:lnTo>
                  <a:pt x="281906" y="23265"/>
                </a:lnTo>
                <a:lnTo>
                  <a:pt x="279514" y="22416"/>
                </a:lnTo>
                <a:close/>
                <a:moveTo>
                  <a:pt x="161620" y="71586"/>
                </a:moveTo>
                <a:lnTo>
                  <a:pt x="163381" y="71945"/>
                </a:lnTo>
                <a:lnTo>
                  <a:pt x="160739" y="71766"/>
                </a:lnTo>
                <a:close/>
                <a:moveTo>
                  <a:pt x="9254" y="27717"/>
                </a:moveTo>
                <a:lnTo>
                  <a:pt x="10368" y="29277"/>
                </a:lnTo>
                <a:lnTo>
                  <a:pt x="8698" y="28497"/>
                </a:lnTo>
                <a:close/>
                <a:moveTo>
                  <a:pt x="97690" y="7255"/>
                </a:moveTo>
                <a:lnTo>
                  <a:pt x="98782" y="7943"/>
                </a:lnTo>
                <a:lnTo>
                  <a:pt x="97145" y="7599"/>
                </a:lnTo>
                <a:close/>
                <a:moveTo>
                  <a:pt x="171375" y="5489"/>
                </a:moveTo>
                <a:lnTo>
                  <a:pt x="171832" y="6191"/>
                </a:lnTo>
                <a:lnTo>
                  <a:pt x="171146" y="5840"/>
                </a:lnTo>
                <a:close/>
                <a:moveTo>
                  <a:pt x="175449" y="38898"/>
                </a:moveTo>
                <a:lnTo>
                  <a:pt x="177309" y="39564"/>
                </a:lnTo>
                <a:lnTo>
                  <a:pt x="174519" y="39231"/>
                </a:lnTo>
                <a:close/>
                <a:moveTo>
                  <a:pt x="277931" y="46875"/>
                </a:moveTo>
                <a:lnTo>
                  <a:pt x="278770" y="48297"/>
                </a:lnTo>
                <a:lnTo>
                  <a:pt x="277512" y="47586"/>
                </a:lnTo>
                <a:close/>
                <a:moveTo>
                  <a:pt x="220897" y="30995"/>
                </a:moveTo>
                <a:lnTo>
                  <a:pt x="221418" y="32123"/>
                </a:lnTo>
                <a:lnTo>
                  <a:pt x="220637" y="31559"/>
                </a:lnTo>
                <a:close/>
                <a:moveTo>
                  <a:pt x="228338" y="66616"/>
                </a:moveTo>
                <a:lnTo>
                  <a:pt x="229128" y="67218"/>
                </a:lnTo>
                <a:lnTo>
                  <a:pt x="227944" y="66917"/>
                </a:lnTo>
                <a:close/>
                <a:moveTo>
                  <a:pt x="162500" y="13551"/>
                </a:moveTo>
                <a:lnTo>
                  <a:pt x="163900" y="14888"/>
                </a:lnTo>
                <a:lnTo>
                  <a:pt x="161800" y="14219"/>
                </a:lnTo>
                <a:close/>
                <a:moveTo>
                  <a:pt x="144226" y="59851"/>
                </a:moveTo>
                <a:lnTo>
                  <a:pt x="144952" y="61479"/>
                </a:lnTo>
                <a:lnTo>
                  <a:pt x="143863" y="60665"/>
                </a:lnTo>
                <a:close/>
                <a:moveTo>
                  <a:pt x="272005" y="1182"/>
                </a:moveTo>
                <a:lnTo>
                  <a:pt x="273742" y="2101"/>
                </a:lnTo>
                <a:lnTo>
                  <a:pt x="271137" y="1641"/>
                </a:lnTo>
                <a:close/>
                <a:moveTo>
                  <a:pt x="218037" y="54390"/>
                </a:moveTo>
                <a:lnTo>
                  <a:pt x="219526" y="55368"/>
                </a:lnTo>
                <a:lnTo>
                  <a:pt x="217293" y="54879"/>
                </a:lnTo>
                <a:close/>
                <a:moveTo>
                  <a:pt x="319517" y="16491"/>
                </a:moveTo>
                <a:lnTo>
                  <a:pt x="320484" y="17040"/>
                </a:lnTo>
                <a:lnTo>
                  <a:pt x="319033" y="16766"/>
                </a:lnTo>
                <a:close/>
                <a:moveTo>
                  <a:pt x="195445" y="9150"/>
                </a:moveTo>
                <a:lnTo>
                  <a:pt x="197535" y="10468"/>
                </a:lnTo>
                <a:lnTo>
                  <a:pt x="194399" y="9809"/>
                </a:lnTo>
                <a:close/>
                <a:moveTo>
                  <a:pt x="288711" y="69556"/>
                </a:moveTo>
                <a:lnTo>
                  <a:pt x="290468" y="70194"/>
                </a:lnTo>
                <a:lnTo>
                  <a:pt x="287833" y="69875"/>
                </a:lnTo>
                <a:close/>
                <a:moveTo>
                  <a:pt x="29014" y="60486"/>
                </a:moveTo>
                <a:lnTo>
                  <a:pt x="29769" y="61405"/>
                </a:lnTo>
                <a:lnTo>
                  <a:pt x="28636" y="60945"/>
                </a:lnTo>
                <a:close/>
                <a:moveTo>
                  <a:pt x="253854" y="62102"/>
                </a:moveTo>
                <a:lnTo>
                  <a:pt x="254306" y="63255"/>
                </a:lnTo>
                <a:lnTo>
                  <a:pt x="253628" y="62678"/>
                </a:lnTo>
                <a:close/>
                <a:moveTo>
                  <a:pt x="89112" y="46150"/>
                </a:moveTo>
                <a:lnTo>
                  <a:pt x="91071" y="47363"/>
                </a:lnTo>
                <a:lnTo>
                  <a:pt x="88133" y="46757"/>
                </a:lnTo>
                <a:close/>
                <a:moveTo>
                  <a:pt x="25966" y="68007"/>
                </a:moveTo>
                <a:lnTo>
                  <a:pt x="26783" y="69696"/>
                </a:lnTo>
                <a:lnTo>
                  <a:pt x="25557" y="68851"/>
                </a:lnTo>
                <a:close/>
                <a:moveTo>
                  <a:pt x="7703" y="33140"/>
                </a:moveTo>
                <a:lnTo>
                  <a:pt x="8547" y="34184"/>
                </a:lnTo>
                <a:lnTo>
                  <a:pt x="7281" y="33662"/>
                </a:lnTo>
                <a:close/>
                <a:moveTo>
                  <a:pt x="9639" y="50664"/>
                </a:moveTo>
                <a:lnTo>
                  <a:pt x="11139" y="51801"/>
                </a:lnTo>
                <a:lnTo>
                  <a:pt x="8889" y="51233"/>
                </a:lnTo>
                <a:close/>
                <a:moveTo>
                  <a:pt x="320198" y="58539"/>
                </a:moveTo>
                <a:lnTo>
                  <a:pt x="321563" y="60003"/>
                </a:lnTo>
                <a:lnTo>
                  <a:pt x="319516" y="59271"/>
                </a:lnTo>
                <a:close/>
                <a:moveTo>
                  <a:pt x="192563" y="38924"/>
                </a:moveTo>
                <a:lnTo>
                  <a:pt x="194126" y="39493"/>
                </a:lnTo>
                <a:lnTo>
                  <a:pt x="191782" y="39208"/>
                </a:lnTo>
                <a:close/>
                <a:moveTo>
                  <a:pt x="284447" y="813"/>
                </a:moveTo>
                <a:lnTo>
                  <a:pt x="285837" y="2413"/>
                </a:lnTo>
                <a:lnTo>
                  <a:pt x="283752" y="1613"/>
                </a:lnTo>
                <a:close/>
                <a:moveTo>
                  <a:pt x="356539" y="19470"/>
                </a:moveTo>
                <a:lnTo>
                  <a:pt x="357509" y="20285"/>
                </a:lnTo>
                <a:lnTo>
                  <a:pt x="356055" y="19877"/>
                </a:lnTo>
                <a:close/>
                <a:moveTo>
                  <a:pt x="193897" y="21608"/>
                </a:moveTo>
                <a:lnTo>
                  <a:pt x="194992" y="22165"/>
                </a:lnTo>
                <a:lnTo>
                  <a:pt x="193349" y="21886"/>
                </a:lnTo>
                <a:close/>
                <a:moveTo>
                  <a:pt x="111601" y="38194"/>
                </a:moveTo>
                <a:lnTo>
                  <a:pt x="112202" y="39650"/>
                </a:lnTo>
                <a:lnTo>
                  <a:pt x="111301" y="38922"/>
                </a:lnTo>
                <a:close/>
                <a:moveTo>
                  <a:pt x="329565" y="68453"/>
                </a:moveTo>
                <a:lnTo>
                  <a:pt x="330417" y="68948"/>
                </a:lnTo>
                <a:lnTo>
                  <a:pt x="329139" y="68701"/>
                </a:lnTo>
                <a:close/>
                <a:moveTo>
                  <a:pt x="180946" y="51178"/>
                </a:moveTo>
                <a:lnTo>
                  <a:pt x="182720" y="52293"/>
                </a:lnTo>
                <a:lnTo>
                  <a:pt x="180059" y="51735"/>
                </a:lnTo>
                <a:close/>
                <a:moveTo>
                  <a:pt x="63559" y="68892"/>
                </a:moveTo>
                <a:lnTo>
                  <a:pt x="65490" y="70152"/>
                </a:lnTo>
                <a:lnTo>
                  <a:pt x="62593" y="69522"/>
                </a:lnTo>
                <a:close/>
                <a:moveTo>
                  <a:pt x="223449" y="66272"/>
                </a:moveTo>
                <a:lnTo>
                  <a:pt x="224029" y="67418"/>
                </a:lnTo>
                <a:lnTo>
                  <a:pt x="223160" y="66845"/>
                </a:lnTo>
                <a:close/>
                <a:moveTo>
                  <a:pt x="254166" y="26984"/>
                </a:moveTo>
                <a:lnTo>
                  <a:pt x="254890" y="28354"/>
                </a:lnTo>
                <a:lnTo>
                  <a:pt x="253803" y="27669"/>
                </a:lnTo>
                <a:close/>
                <a:moveTo>
                  <a:pt x="69068" y="3490"/>
                </a:moveTo>
                <a:lnTo>
                  <a:pt x="69709" y="4152"/>
                </a:lnTo>
                <a:lnTo>
                  <a:pt x="68747" y="3821"/>
                </a:lnTo>
                <a:close/>
                <a:moveTo>
                  <a:pt x="154666" y="26184"/>
                </a:moveTo>
                <a:lnTo>
                  <a:pt x="156190" y="27237"/>
                </a:lnTo>
                <a:lnTo>
                  <a:pt x="153904" y="26710"/>
                </a:lnTo>
                <a:close/>
                <a:moveTo>
                  <a:pt x="160811" y="64497"/>
                </a:moveTo>
                <a:lnTo>
                  <a:pt x="161979" y="66278"/>
                </a:lnTo>
                <a:lnTo>
                  <a:pt x="160227" y="65388"/>
                </a:lnTo>
                <a:close/>
                <a:moveTo>
                  <a:pt x="274116" y="34007"/>
                </a:moveTo>
                <a:lnTo>
                  <a:pt x="275869" y="35344"/>
                </a:lnTo>
                <a:lnTo>
                  <a:pt x="273239" y="34676"/>
                </a:lnTo>
                <a:close/>
                <a:moveTo>
                  <a:pt x="20517" y="13807"/>
                </a:moveTo>
                <a:lnTo>
                  <a:pt x="21175" y="15247"/>
                </a:lnTo>
                <a:lnTo>
                  <a:pt x="20188" y="14527"/>
                </a:lnTo>
                <a:close/>
                <a:moveTo>
                  <a:pt x="10248" y="60910"/>
                </a:moveTo>
                <a:lnTo>
                  <a:pt x="11811" y="62337"/>
                </a:lnTo>
                <a:lnTo>
                  <a:pt x="9466" y="61624"/>
                </a:lnTo>
                <a:close/>
                <a:moveTo>
                  <a:pt x="138479" y="37327"/>
                </a:moveTo>
                <a:lnTo>
                  <a:pt x="139319" y="37929"/>
                </a:lnTo>
                <a:lnTo>
                  <a:pt x="138059" y="37628"/>
                </a:lnTo>
                <a:close/>
                <a:moveTo>
                  <a:pt x="309721" y="23636"/>
                </a:moveTo>
                <a:lnTo>
                  <a:pt x="311112" y="24594"/>
                </a:lnTo>
                <a:lnTo>
                  <a:pt x="309025" y="24115"/>
                </a:lnTo>
                <a:close/>
                <a:moveTo>
                  <a:pt x="31907" y="46350"/>
                </a:moveTo>
                <a:lnTo>
                  <a:pt x="32336" y="47988"/>
                </a:lnTo>
                <a:lnTo>
                  <a:pt x="31692" y="47169"/>
                </a:lnTo>
                <a:close/>
                <a:moveTo>
                  <a:pt x="341291" y="60138"/>
                </a:moveTo>
                <a:lnTo>
                  <a:pt x="342176" y="61336"/>
                </a:lnTo>
                <a:lnTo>
                  <a:pt x="340848" y="60737"/>
                </a:lnTo>
                <a:close/>
                <a:moveTo>
                  <a:pt x="47962" y="17784"/>
                </a:moveTo>
                <a:lnTo>
                  <a:pt x="49714" y="18920"/>
                </a:lnTo>
                <a:lnTo>
                  <a:pt x="47086" y="18352"/>
                </a:lnTo>
                <a:close/>
                <a:moveTo>
                  <a:pt x="186619" y="100"/>
                </a:moveTo>
                <a:lnTo>
                  <a:pt x="187770" y="863"/>
                </a:lnTo>
                <a:lnTo>
                  <a:pt x="186043" y="481"/>
                </a:lnTo>
                <a:close/>
                <a:moveTo>
                  <a:pt x="288543" y="27934"/>
                </a:moveTo>
                <a:lnTo>
                  <a:pt x="289003" y="28473"/>
                </a:lnTo>
                <a:lnTo>
                  <a:pt x="288314" y="28204"/>
                </a:lnTo>
                <a:close/>
                <a:moveTo>
                  <a:pt x="268420" y="68861"/>
                </a:moveTo>
                <a:lnTo>
                  <a:pt x="268846" y="69581"/>
                </a:lnTo>
                <a:lnTo>
                  <a:pt x="268206" y="69221"/>
                </a:lnTo>
                <a:close/>
                <a:moveTo>
                  <a:pt x="27509" y="16891"/>
                </a:moveTo>
                <a:lnTo>
                  <a:pt x="28240" y="18494"/>
                </a:lnTo>
                <a:lnTo>
                  <a:pt x="27144" y="17692"/>
                </a:lnTo>
                <a:close/>
                <a:moveTo>
                  <a:pt x="130394" y="44204"/>
                </a:moveTo>
                <a:lnTo>
                  <a:pt x="132575" y="45541"/>
                </a:lnTo>
                <a:lnTo>
                  <a:pt x="129304" y="44873"/>
                </a:lnTo>
                <a:close/>
                <a:moveTo>
                  <a:pt x="282823" y="7915"/>
                </a:moveTo>
                <a:lnTo>
                  <a:pt x="283570" y="8511"/>
                </a:lnTo>
                <a:lnTo>
                  <a:pt x="282449" y="8213"/>
                </a:lnTo>
                <a:close/>
                <a:moveTo>
                  <a:pt x="163943" y="60556"/>
                </a:moveTo>
                <a:lnTo>
                  <a:pt x="164994" y="61448"/>
                </a:lnTo>
                <a:lnTo>
                  <a:pt x="163417" y="61002"/>
                </a:lnTo>
                <a:close/>
                <a:moveTo>
                  <a:pt x="298256" y="18752"/>
                </a:moveTo>
                <a:lnTo>
                  <a:pt x="299189" y="19605"/>
                </a:lnTo>
                <a:lnTo>
                  <a:pt x="297789" y="19178"/>
                </a:lnTo>
                <a:close/>
                <a:moveTo>
                  <a:pt x="252683" y="37166"/>
                </a:moveTo>
                <a:lnTo>
                  <a:pt x="254871" y="37625"/>
                </a:lnTo>
                <a:lnTo>
                  <a:pt x="251589" y="37395"/>
                </a:lnTo>
                <a:close/>
                <a:moveTo>
                  <a:pt x="160691" y="45377"/>
                </a:moveTo>
                <a:lnTo>
                  <a:pt x="162057" y="46897"/>
                </a:lnTo>
                <a:lnTo>
                  <a:pt x="160008" y="46137"/>
                </a:lnTo>
                <a:close/>
                <a:moveTo>
                  <a:pt x="71744" y="61768"/>
                </a:moveTo>
                <a:lnTo>
                  <a:pt x="72467" y="62765"/>
                </a:lnTo>
                <a:lnTo>
                  <a:pt x="71382" y="62267"/>
                </a:lnTo>
                <a:close/>
                <a:moveTo>
                  <a:pt x="246725" y="41533"/>
                </a:moveTo>
                <a:lnTo>
                  <a:pt x="247100" y="41962"/>
                </a:lnTo>
                <a:lnTo>
                  <a:pt x="246538" y="41748"/>
                </a:lnTo>
                <a:close/>
                <a:moveTo>
                  <a:pt x="195573" y="62938"/>
                </a:moveTo>
                <a:lnTo>
                  <a:pt x="197165" y="63364"/>
                </a:lnTo>
                <a:lnTo>
                  <a:pt x="194776" y="63151"/>
                </a:lnTo>
                <a:close/>
                <a:moveTo>
                  <a:pt x="5181" y="49335"/>
                </a:moveTo>
                <a:lnTo>
                  <a:pt x="5801" y="50070"/>
                </a:lnTo>
                <a:lnTo>
                  <a:pt x="4871" y="49703"/>
                </a:lnTo>
                <a:close/>
                <a:moveTo>
                  <a:pt x="352045" y="45700"/>
                </a:moveTo>
                <a:lnTo>
                  <a:pt x="352871" y="46849"/>
                </a:lnTo>
                <a:lnTo>
                  <a:pt x="351632" y="46275"/>
                </a:lnTo>
                <a:close/>
                <a:moveTo>
                  <a:pt x="158259" y="56850"/>
                </a:moveTo>
                <a:lnTo>
                  <a:pt x="159542" y="57903"/>
                </a:lnTo>
                <a:lnTo>
                  <a:pt x="157618" y="57376"/>
                </a:lnTo>
                <a:close/>
                <a:moveTo>
                  <a:pt x="72744" y="48201"/>
                </a:moveTo>
                <a:lnTo>
                  <a:pt x="74536" y="49848"/>
                </a:lnTo>
                <a:lnTo>
                  <a:pt x="71848" y="49024"/>
                </a:lnTo>
                <a:close/>
                <a:moveTo>
                  <a:pt x="320209" y="68168"/>
                </a:moveTo>
                <a:lnTo>
                  <a:pt x="320893" y="69462"/>
                </a:lnTo>
                <a:lnTo>
                  <a:pt x="319867" y="68815"/>
                </a:lnTo>
                <a:close/>
                <a:moveTo>
                  <a:pt x="256150" y="35246"/>
                </a:moveTo>
                <a:lnTo>
                  <a:pt x="257829" y="35796"/>
                </a:lnTo>
                <a:lnTo>
                  <a:pt x="255310" y="35521"/>
                </a:lnTo>
                <a:close/>
                <a:moveTo>
                  <a:pt x="265741" y="27510"/>
                </a:moveTo>
                <a:lnTo>
                  <a:pt x="267605" y="29215"/>
                </a:lnTo>
                <a:lnTo>
                  <a:pt x="264809" y="28363"/>
                </a:lnTo>
                <a:close/>
                <a:moveTo>
                  <a:pt x="331486" y="25923"/>
                </a:moveTo>
                <a:lnTo>
                  <a:pt x="332402" y="27203"/>
                </a:lnTo>
                <a:lnTo>
                  <a:pt x="331028" y="26563"/>
                </a:lnTo>
                <a:close/>
                <a:moveTo>
                  <a:pt x="60646" y="32359"/>
                </a:moveTo>
                <a:lnTo>
                  <a:pt x="61383" y="34053"/>
                </a:lnTo>
                <a:lnTo>
                  <a:pt x="60278" y="33206"/>
                </a:lnTo>
                <a:close/>
                <a:moveTo>
                  <a:pt x="193307" y="55935"/>
                </a:moveTo>
                <a:lnTo>
                  <a:pt x="194768" y="56817"/>
                </a:lnTo>
                <a:lnTo>
                  <a:pt x="192577" y="56376"/>
                </a:lnTo>
                <a:close/>
                <a:moveTo>
                  <a:pt x="133839" y="53443"/>
                </a:moveTo>
                <a:lnTo>
                  <a:pt x="135860" y="54569"/>
                </a:lnTo>
                <a:lnTo>
                  <a:pt x="132829" y="54006"/>
                </a:lnTo>
                <a:close/>
                <a:moveTo>
                  <a:pt x="240567" y="51570"/>
                </a:moveTo>
                <a:lnTo>
                  <a:pt x="242013" y="52719"/>
                </a:lnTo>
                <a:lnTo>
                  <a:pt x="239844" y="52144"/>
                </a:lnTo>
                <a:close/>
                <a:moveTo>
                  <a:pt x="179700" y="32738"/>
                </a:moveTo>
                <a:lnTo>
                  <a:pt x="180239" y="34423"/>
                </a:lnTo>
                <a:lnTo>
                  <a:pt x="179430" y="33580"/>
                </a:lnTo>
                <a:close/>
                <a:moveTo>
                  <a:pt x="309524" y="68646"/>
                </a:moveTo>
                <a:lnTo>
                  <a:pt x="309958" y="69962"/>
                </a:lnTo>
                <a:lnTo>
                  <a:pt x="309308" y="69304"/>
                </a:lnTo>
                <a:close/>
                <a:moveTo>
                  <a:pt x="211126" y="22826"/>
                </a:moveTo>
                <a:lnTo>
                  <a:pt x="213066" y="23710"/>
                </a:lnTo>
                <a:lnTo>
                  <a:pt x="210156" y="23268"/>
                </a:lnTo>
                <a:close/>
                <a:moveTo>
                  <a:pt x="25692" y="13075"/>
                </a:moveTo>
                <a:lnTo>
                  <a:pt x="27573" y="14501"/>
                </a:lnTo>
                <a:lnTo>
                  <a:pt x="24751" y="13788"/>
                </a:lnTo>
                <a:close/>
                <a:moveTo>
                  <a:pt x="4939" y="7102"/>
                </a:moveTo>
                <a:lnTo>
                  <a:pt x="7079" y="7836"/>
                </a:lnTo>
                <a:lnTo>
                  <a:pt x="3869" y="7469"/>
                </a:lnTo>
                <a:close/>
                <a:moveTo>
                  <a:pt x="273970" y="32307"/>
                </a:moveTo>
                <a:lnTo>
                  <a:pt x="276125" y="33583"/>
                </a:lnTo>
                <a:lnTo>
                  <a:pt x="272892" y="32945"/>
                </a:lnTo>
                <a:close/>
                <a:moveTo>
                  <a:pt x="166269" y="33023"/>
                </a:moveTo>
                <a:lnTo>
                  <a:pt x="167621" y="33731"/>
                </a:lnTo>
                <a:lnTo>
                  <a:pt x="165593" y="33377"/>
                </a:lnTo>
                <a:close/>
                <a:moveTo>
                  <a:pt x="274895" y="17355"/>
                </a:moveTo>
                <a:lnTo>
                  <a:pt x="276310" y="18907"/>
                </a:lnTo>
                <a:lnTo>
                  <a:pt x="274187" y="18131"/>
                </a:lnTo>
                <a:close/>
                <a:moveTo>
                  <a:pt x="164379" y="16243"/>
                </a:moveTo>
                <a:lnTo>
                  <a:pt x="166478" y="17062"/>
                </a:lnTo>
                <a:lnTo>
                  <a:pt x="163330" y="16652"/>
                </a:lnTo>
                <a:close/>
                <a:moveTo>
                  <a:pt x="25164" y="35750"/>
                </a:moveTo>
                <a:lnTo>
                  <a:pt x="26639" y="37494"/>
                </a:lnTo>
                <a:lnTo>
                  <a:pt x="24427" y="36622"/>
                </a:lnTo>
                <a:close/>
                <a:moveTo>
                  <a:pt x="118373" y="12123"/>
                </a:moveTo>
                <a:lnTo>
                  <a:pt x="119244" y="13159"/>
                </a:lnTo>
                <a:lnTo>
                  <a:pt x="117937" y="12641"/>
                </a:lnTo>
                <a:close/>
                <a:moveTo>
                  <a:pt x="213382" y="49952"/>
                </a:moveTo>
                <a:lnTo>
                  <a:pt x="214481" y="51722"/>
                </a:lnTo>
                <a:lnTo>
                  <a:pt x="212833" y="50837"/>
                </a:lnTo>
                <a:close/>
                <a:moveTo>
                  <a:pt x="12786" y="1375"/>
                </a:moveTo>
                <a:lnTo>
                  <a:pt x="14963" y="2436"/>
                </a:lnTo>
                <a:lnTo>
                  <a:pt x="11697" y="1905"/>
                </a:lnTo>
                <a:close/>
                <a:moveTo>
                  <a:pt x="141254" y="70069"/>
                </a:moveTo>
                <a:lnTo>
                  <a:pt x="142436" y="70709"/>
                </a:lnTo>
                <a:lnTo>
                  <a:pt x="140664" y="70389"/>
                </a:lnTo>
                <a:close/>
                <a:moveTo>
                  <a:pt x="210748" y="64513"/>
                </a:moveTo>
                <a:lnTo>
                  <a:pt x="212702" y="64920"/>
                </a:lnTo>
                <a:lnTo>
                  <a:pt x="209772" y="64716"/>
                </a:lnTo>
                <a:close/>
                <a:moveTo>
                  <a:pt x="161771" y="27811"/>
                </a:moveTo>
                <a:lnTo>
                  <a:pt x="162754" y="29526"/>
                </a:lnTo>
                <a:lnTo>
                  <a:pt x="161279" y="28669"/>
                </a:lnTo>
                <a:close/>
                <a:moveTo>
                  <a:pt x="243040" y="63807"/>
                </a:moveTo>
                <a:lnTo>
                  <a:pt x="244988" y="64478"/>
                </a:lnTo>
                <a:lnTo>
                  <a:pt x="242066" y="64142"/>
                </a:lnTo>
                <a:close/>
                <a:moveTo>
                  <a:pt x="42288" y="68351"/>
                </a:moveTo>
                <a:lnTo>
                  <a:pt x="43127" y="68799"/>
                </a:lnTo>
                <a:lnTo>
                  <a:pt x="41869" y="68575"/>
                </a:lnTo>
                <a:close/>
                <a:moveTo>
                  <a:pt x="307845" y="44960"/>
                </a:moveTo>
                <a:lnTo>
                  <a:pt x="309848" y="46674"/>
                </a:lnTo>
                <a:lnTo>
                  <a:pt x="306844" y="45817"/>
                </a:lnTo>
                <a:close/>
                <a:moveTo>
                  <a:pt x="26527" y="45794"/>
                </a:moveTo>
                <a:lnTo>
                  <a:pt x="28481" y="46348"/>
                </a:lnTo>
                <a:lnTo>
                  <a:pt x="25550" y="46071"/>
                </a:lnTo>
                <a:close/>
                <a:moveTo>
                  <a:pt x="145231" y="59584"/>
                </a:moveTo>
                <a:lnTo>
                  <a:pt x="146838" y="60732"/>
                </a:lnTo>
                <a:lnTo>
                  <a:pt x="144428" y="60158"/>
                </a:lnTo>
                <a:close/>
                <a:moveTo>
                  <a:pt x="312405" y="44091"/>
                </a:moveTo>
                <a:lnTo>
                  <a:pt x="312801" y="45587"/>
                </a:lnTo>
                <a:lnTo>
                  <a:pt x="312207" y="44839"/>
                </a:lnTo>
                <a:close/>
                <a:moveTo>
                  <a:pt x="325477" y="33957"/>
                </a:moveTo>
                <a:lnTo>
                  <a:pt x="327406" y="34578"/>
                </a:lnTo>
                <a:lnTo>
                  <a:pt x="324512" y="34268"/>
                </a:lnTo>
                <a:close/>
                <a:moveTo>
                  <a:pt x="215819" y="3938"/>
                </a:moveTo>
                <a:lnTo>
                  <a:pt x="216826" y="4996"/>
                </a:lnTo>
                <a:lnTo>
                  <a:pt x="215315" y="4467"/>
                </a:lnTo>
                <a:close/>
                <a:moveTo>
                  <a:pt x="297814" y="8154"/>
                </a:moveTo>
                <a:lnTo>
                  <a:pt x="298931" y="9353"/>
                </a:lnTo>
                <a:lnTo>
                  <a:pt x="297256" y="8753"/>
                </a:lnTo>
                <a:close/>
                <a:moveTo>
                  <a:pt x="39140" y="43339"/>
                </a:moveTo>
                <a:lnTo>
                  <a:pt x="41118" y="45099"/>
                </a:lnTo>
                <a:lnTo>
                  <a:pt x="38151" y="44219"/>
                </a:lnTo>
                <a:close/>
                <a:moveTo>
                  <a:pt x="335391" y="48627"/>
                </a:moveTo>
                <a:lnTo>
                  <a:pt x="335851" y="50317"/>
                </a:lnTo>
                <a:lnTo>
                  <a:pt x="335162" y="49472"/>
                </a:lnTo>
                <a:close/>
                <a:moveTo>
                  <a:pt x="20042" y="40221"/>
                </a:moveTo>
                <a:lnTo>
                  <a:pt x="20796" y="41804"/>
                </a:lnTo>
                <a:lnTo>
                  <a:pt x="19666" y="41013"/>
                </a:lnTo>
                <a:close/>
                <a:moveTo>
                  <a:pt x="156211" y="68747"/>
                </a:moveTo>
                <a:lnTo>
                  <a:pt x="157482" y="70311"/>
                </a:lnTo>
                <a:lnTo>
                  <a:pt x="155575" y="69529"/>
                </a:lnTo>
                <a:close/>
                <a:moveTo>
                  <a:pt x="201649" y="24421"/>
                </a:moveTo>
                <a:lnTo>
                  <a:pt x="203239" y="25860"/>
                </a:lnTo>
                <a:lnTo>
                  <a:pt x="200854" y="25140"/>
                </a:lnTo>
                <a:close/>
                <a:moveTo>
                  <a:pt x="280804" y="37889"/>
                </a:moveTo>
                <a:lnTo>
                  <a:pt x="281632" y="39148"/>
                </a:lnTo>
                <a:lnTo>
                  <a:pt x="280390" y="38519"/>
                </a:lnTo>
                <a:close/>
                <a:moveTo>
                  <a:pt x="202915" y="3767"/>
                </a:moveTo>
                <a:lnTo>
                  <a:pt x="204286" y="4359"/>
                </a:lnTo>
                <a:lnTo>
                  <a:pt x="202229" y="4063"/>
                </a:lnTo>
                <a:close/>
                <a:moveTo>
                  <a:pt x="200999" y="53939"/>
                </a:moveTo>
                <a:lnTo>
                  <a:pt x="202712" y="55657"/>
                </a:lnTo>
                <a:lnTo>
                  <a:pt x="200143" y="54798"/>
                </a:lnTo>
                <a:close/>
                <a:moveTo>
                  <a:pt x="17335" y="10911"/>
                </a:moveTo>
                <a:lnTo>
                  <a:pt x="17782" y="11255"/>
                </a:lnTo>
                <a:lnTo>
                  <a:pt x="17111" y="11083"/>
                </a:lnTo>
                <a:close/>
                <a:moveTo>
                  <a:pt x="228064" y="33084"/>
                </a:moveTo>
                <a:lnTo>
                  <a:pt x="228959" y="34435"/>
                </a:lnTo>
                <a:lnTo>
                  <a:pt x="227616" y="33759"/>
                </a:lnTo>
                <a:close/>
                <a:moveTo>
                  <a:pt x="108901" y="21385"/>
                </a:moveTo>
                <a:lnTo>
                  <a:pt x="109793" y="22144"/>
                </a:lnTo>
                <a:lnTo>
                  <a:pt x="108455" y="21764"/>
                </a:lnTo>
                <a:close/>
                <a:moveTo>
                  <a:pt x="2272" y="23753"/>
                </a:moveTo>
                <a:lnTo>
                  <a:pt x="3645" y="24754"/>
                </a:lnTo>
                <a:lnTo>
                  <a:pt x="1586" y="24253"/>
                </a:lnTo>
                <a:close/>
                <a:moveTo>
                  <a:pt x="315393" y="33041"/>
                </a:moveTo>
                <a:lnTo>
                  <a:pt x="317118" y="34570"/>
                </a:lnTo>
                <a:lnTo>
                  <a:pt x="314530" y="33806"/>
                </a:lnTo>
                <a:close/>
                <a:moveTo>
                  <a:pt x="86296" y="14400"/>
                </a:moveTo>
                <a:lnTo>
                  <a:pt x="87736" y="15741"/>
                </a:lnTo>
                <a:lnTo>
                  <a:pt x="85576" y="15071"/>
                </a:lnTo>
                <a:close/>
                <a:moveTo>
                  <a:pt x="209759" y="70445"/>
                </a:moveTo>
                <a:lnTo>
                  <a:pt x="210810" y="72028"/>
                </a:lnTo>
                <a:lnTo>
                  <a:pt x="209234" y="71237"/>
                </a:lnTo>
                <a:close/>
                <a:moveTo>
                  <a:pt x="211803" y="14499"/>
                </a:moveTo>
                <a:lnTo>
                  <a:pt x="213048" y="15502"/>
                </a:lnTo>
                <a:lnTo>
                  <a:pt x="211181" y="15001"/>
                </a:lnTo>
                <a:close/>
                <a:moveTo>
                  <a:pt x="317087" y="46445"/>
                </a:moveTo>
                <a:lnTo>
                  <a:pt x="319018" y="46917"/>
                </a:lnTo>
                <a:lnTo>
                  <a:pt x="316122" y="46681"/>
                </a:lnTo>
                <a:close/>
                <a:moveTo>
                  <a:pt x="8688" y="63439"/>
                </a:moveTo>
                <a:lnTo>
                  <a:pt x="9102" y="63752"/>
                </a:lnTo>
                <a:lnTo>
                  <a:pt x="8481" y="63595"/>
                </a:lnTo>
                <a:close/>
                <a:moveTo>
                  <a:pt x="280582" y="41158"/>
                </a:moveTo>
                <a:lnTo>
                  <a:pt x="282088" y="42200"/>
                </a:lnTo>
                <a:lnTo>
                  <a:pt x="279829" y="41679"/>
                </a:lnTo>
                <a:close/>
                <a:moveTo>
                  <a:pt x="179172" y="65494"/>
                </a:moveTo>
                <a:lnTo>
                  <a:pt x="180289" y="66935"/>
                </a:lnTo>
                <a:lnTo>
                  <a:pt x="178613" y="66214"/>
                </a:lnTo>
                <a:close/>
                <a:moveTo>
                  <a:pt x="244571" y="41565"/>
                </a:moveTo>
                <a:lnTo>
                  <a:pt x="246280" y="42768"/>
                </a:lnTo>
                <a:lnTo>
                  <a:pt x="243716" y="42167"/>
                </a:lnTo>
                <a:close/>
                <a:moveTo>
                  <a:pt x="155851" y="12803"/>
                </a:moveTo>
                <a:lnTo>
                  <a:pt x="156782" y="13983"/>
                </a:lnTo>
                <a:lnTo>
                  <a:pt x="155386" y="13393"/>
                </a:lnTo>
                <a:close/>
                <a:moveTo>
                  <a:pt x="330227" y="44919"/>
                </a:moveTo>
                <a:lnTo>
                  <a:pt x="332427" y="46462"/>
                </a:lnTo>
                <a:lnTo>
                  <a:pt x="329127" y="45691"/>
                </a:lnTo>
                <a:close/>
                <a:moveTo>
                  <a:pt x="152595" y="4189"/>
                </a:moveTo>
                <a:lnTo>
                  <a:pt x="153631" y="4827"/>
                </a:lnTo>
                <a:lnTo>
                  <a:pt x="152077" y="4508"/>
                </a:lnTo>
                <a:close/>
                <a:moveTo>
                  <a:pt x="11938" y="69376"/>
                </a:moveTo>
                <a:lnTo>
                  <a:pt x="13000" y="69764"/>
                </a:lnTo>
                <a:lnTo>
                  <a:pt x="11406" y="69570"/>
                </a:lnTo>
                <a:close/>
                <a:moveTo>
                  <a:pt x="206990" y="2411"/>
                </a:moveTo>
                <a:lnTo>
                  <a:pt x="208295" y="3042"/>
                </a:lnTo>
                <a:lnTo>
                  <a:pt x="206338" y="2727"/>
                </a:lnTo>
                <a:close/>
                <a:moveTo>
                  <a:pt x="9974" y="60261"/>
                </a:moveTo>
                <a:lnTo>
                  <a:pt x="10438" y="60681"/>
                </a:lnTo>
                <a:lnTo>
                  <a:pt x="9741" y="60471"/>
                </a:lnTo>
                <a:close/>
                <a:moveTo>
                  <a:pt x="280929" y="56116"/>
                </a:moveTo>
                <a:lnTo>
                  <a:pt x="282971" y="56674"/>
                </a:lnTo>
                <a:lnTo>
                  <a:pt x="279908" y="56395"/>
                </a:lnTo>
                <a:close/>
                <a:moveTo>
                  <a:pt x="84492" y="37300"/>
                </a:moveTo>
                <a:lnTo>
                  <a:pt x="85932" y="38667"/>
                </a:lnTo>
                <a:lnTo>
                  <a:pt x="83772" y="37983"/>
                </a:lnTo>
                <a:close/>
                <a:moveTo>
                  <a:pt x="274884" y="61670"/>
                </a:moveTo>
                <a:lnTo>
                  <a:pt x="276304" y="62847"/>
                </a:lnTo>
                <a:lnTo>
                  <a:pt x="274174" y="62259"/>
                </a:lnTo>
                <a:close/>
                <a:moveTo>
                  <a:pt x="28372" y="64265"/>
                </a:moveTo>
                <a:lnTo>
                  <a:pt x="30488" y="65267"/>
                </a:lnTo>
                <a:lnTo>
                  <a:pt x="27313" y="64766"/>
                </a:lnTo>
                <a:close/>
                <a:moveTo>
                  <a:pt x="89044" y="67669"/>
                </a:moveTo>
                <a:lnTo>
                  <a:pt x="90526" y="68277"/>
                </a:lnTo>
                <a:lnTo>
                  <a:pt x="88302" y="67973"/>
                </a:lnTo>
                <a:close/>
                <a:moveTo>
                  <a:pt x="230253" y="37461"/>
                </a:moveTo>
                <a:lnTo>
                  <a:pt x="231490" y="38276"/>
                </a:lnTo>
                <a:lnTo>
                  <a:pt x="229634" y="37869"/>
                </a:lnTo>
                <a:close/>
                <a:moveTo>
                  <a:pt x="224568" y="45684"/>
                </a:moveTo>
                <a:lnTo>
                  <a:pt x="225519" y="47183"/>
                </a:lnTo>
                <a:lnTo>
                  <a:pt x="224093" y="46433"/>
                </a:lnTo>
                <a:close/>
                <a:moveTo>
                  <a:pt x="176839" y="51066"/>
                </a:moveTo>
                <a:lnTo>
                  <a:pt x="179017" y="51412"/>
                </a:lnTo>
                <a:lnTo>
                  <a:pt x="175749" y="51239"/>
                </a:lnTo>
                <a:close/>
                <a:moveTo>
                  <a:pt x="185015" y="13016"/>
                </a:moveTo>
                <a:lnTo>
                  <a:pt x="186570" y="14174"/>
                </a:lnTo>
                <a:lnTo>
                  <a:pt x="184237" y="13595"/>
                </a:lnTo>
                <a:close/>
                <a:moveTo>
                  <a:pt x="74538" y="22836"/>
                </a:moveTo>
                <a:lnTo>
                  <a:pt x="76344" y="24070"/>
                </a:lnTo>
                <a:lnTo>
                  <a:pt x="73635" y="23453"/>
                </a:lnTo>
                <a:close/>
                <a:moveTo>
                  <a:pt x="341607" y="36772"/>
                </a:moveTo>
                <a:lnTo>
                  <a:pt x="343508" y="38297"/>
                </a:lnTo>
                <a:lnTo>
                  <a:pt x="340656" y="37534"/>
                </a:lnTo>
                <a:close/>
                <a:moveTo>
                  <a:pt x="25618" y="42595"/>
                </a:moveTo>
                <a:lnTo>
                  <a:pt x="27736" y="42998"/>
                </a:lnTo>
                <a:lnTo>
                  <a:pt x="24559" y="42797"/>
                </a:lnTo>
                <a:close/>
                <a:moveTo>
                  <a:pt x="104975" y="37683"/>
                </a:moveTo>
                <a:lnTo>
                  <a:pt x="106169" y="38803"/>
                </a:lnTo>
                <a:lnTo>
                  <a:pt x="104378" y="38243"/>
                </a:lnTo>
                <a:close/>
                <a:moveTo>
                  <a:pt x="197819" y="49917"/>
                </a:moveTo>
                <a:lnTo>
                  <a:pt x="199319" y="51441"/>
                </a:lnTo>
                <a:lnTo>
                  <a:pt x="197069" y="50679"/>
                </a:lnTo>
                <a:close/>
                <a:moveTo>
                  <a:pt x="50672" y="15619"/>
                </a:moveTo>
                <a:lnTo>
                  <a:pt x="52279" y="16863"/>
                </a:lnTo>
                <a:lnTo>
                  <a:pt x="49869" y="16241"/>
                </a:lnTo>
                <a:close/>
                <a:moveTo>
                  <a:pt x="259859" y="8843"/>
                </a:moveTo>
                <a:lnTo>
                  <a:pt x="260424" y="10489"/>
                </a:lnTo>
                <a:lnTo>
                  <a:pt x="259576" y="9666"/>
                </a:lnTo>
                <a:close/>
                <a:moveTo>
                  <a:pt x="129011" y="60097"/>
                </a:moveTo>
                <a:lnTo>
                  <a:pt x="129645" y="60812"/>
                </a:lnTo>
                <a:lnTo>
                  <a:pt x="128693" y="60454"/>
                </a:lnTo>
                <a:close/>
                <a:moveTo>
                  <a:pt x="354125" y="13173"/>
                </a:moveTo>
                <a:lnTo>
                  <a:pt x="354892" y="14279"/>
                </a:lnTo>
                <a:lnTo>
                  <a:pt x="353741" y="13726"/>
                </a:lnTo>
                <a:close/>
                <a:moveTo>
                  <a:pt x="360586" y="52585"/>
                </a:moveTo>
                <a:lnTo>
                  <a:pt x="362618" y="53663"/>
                </a:lnTo>
                <a:lnTo>
                  <a:pt x="359569" y="53124"/>
                </a:lnTo>
                <a:close/>
                <a:moveTo>
                  <a:pt x="136365" y="62432"/>
                </a:moveTo>
                <a:lnTo>
                  <a:pt x="136995" y="62881"/>
                </a:lnTo>
                <a:lnTo>
                  <a:pt x="136050" y="62656"/>
                </a:lnTo>
                <a:close/>
                <a:moveTo>
                  <a:pt x="145816" y="9422"/>
                </a:moveTo>
                <a:lnTo>
                  <a:pt x="147813" y="9790"/>
                </a:lnTo>
                <a:lnTo>
                  <a:pt x="144818" y="9606"/>
                </a:lnTo>
                <a:close/>
                <a:moveTo>
                  <a:pt x="173113" y="18951"/>
                </a:moveTo>
                <a:lnTo>
                  <a:pt x="174865" y="19646"/>
                </a:lnTo>
                <a:lnTo>
                  <a:pt x="172237" y="19298"/>
                </a:lnTo>
                <a:close/>
                <a:moveTo>
                  <a:pt x="307445" y="57286"/>
                </a:moveTo>
                <a:lnTo>
                  <a:pt x="308317" y="57835"/>
                </a:lnTo>
                <a:lnTo>
                  <a:pt x="307010" y="57561"/>
                </a:lnTo>
                <a:close/>
                <a:moveTo>
                  <a:pt x="87901" y="21328"/>
                </a:moveTo>
                <a:lnTo>
                  <a:pt x="89659" y="22468"/>
                </a:lnTo>
                <a:lnTo>
                  <a:pt x="87022" y="21898"/>
                </a:lnTo>
                <a:close/>
                <a:moveTo>
                  <a:pt x="203000" y="46517"/>
                </a:moveTo>
                <a:lnTo>
                  <a:pt x="204904" y="47375"/>
                </a:lnTo>
                <a:lnTo>
                  <a:pt x="202048" y="46946"/>
                </a:lnTo>
                <a:close/>
                <a:moveTo>
                  <a:pt x="278839" y="24932"/>
                </a:moveTo>
                <a:lnTo>
                  <a:pt x="280984" y="25721"/>
                </a:lnTo>
                <a:lnTo>
                  <a:pt x="277766" y="25326"/>
                </a:lnTo>
                <a:close/>
                <a:moveTo>
                  <a:pt x="255581" y="30813"/>
                </a:moveTo>
                <a:lnTo>
                  <a:pt x="256370" y="32236"/>
                </a:lnTo>
                <a:lnTo>
                  <a:pt x="255187" y="31525"/>
                </a:lnTo>
                <a:close/>
                <a:moveTo>
                  <a:pt x="205555" y="29352"/>
                </a:moveTo>
                <a:lnTo>
                  <a:pt x="207285" y="30901"/>
                </a:lnTo>
                <a:lnTo>
                  <a:pt x="204690" y="30126"/>
                </a:lnTo>
                <a:close/>
                <a:moveTo>
                  <a:pt x="158524" y="29394"/>
                </a:moveTo>
                <a:lnTo>
                  <a:pt x="160063" y="30897"/>
                </a:lnTo>
                <a:lnTo>
                  <a:pt x="157754" y="30145"/>
                </a:lnTo>
                <a:close/>
                <a:moveTo>
                  <a:pt x="217189" y="36635"/>
                </a:moveTo>
                <a:lnTo>
                  <a:pt x="217593" y="37439"/>
                </a:lnTo>
                <a:lnTo>
                  <a:pt x="216988" y="37037"/>
                </a:lnTo>
                <a:close/>
                <a:moveTo>
                  <a:pt x="266320" y="61450"/>
                </a:moveTo>
                <a:lnTo>
                  <a:pt x="266998" y="62036"/>
                </a:lnTo>
                <a:lnTo>
                  <a:pt x="265981" y="61743"/>
                </a:lnTo>
                <a:close/>
                <a:moveTo>
                  <a:pt x="15098" y="1643"/>
                </a:moveTo>
                <a:lnTo>
                  <a:pt x="16201" y="2482"/>
                </a:lnTo>
                <a:lnTo>
                  <a:pt x="14547" y="2063"/>
                </a:lnTo>
                <a:close/>
                <a:moveTo>
                  <a:pt x="82873" y="40034"/>
                </a:moveTo>
                <a:lnTo>
                  <a:pt x="84358" y="41317"/>
                </a:lnTo>
                <a:lnTo>
                  <a:pt x="82130" y="40676"/>
                </a:lnTo>
                <a:close/>
                <a:moveTo>
                  <a:pt x="2306" y="30710"/>
                </a:moveTo>
                <a:lnTo>
                  <a:pt x="3032" y="31324"/>
                </a:lnTo>
                <a:lnTo>
                  <a:pt x="1943" y="31017"/>
                </a:lnTo>
                <a:close/>
                <a:moveTo>
                  <a:pt x="91234" y="55100"/>
                </a:moveTo>
                <a:lnTo>
                  <a:pt x="93269" y="56697"/>
                </a:lnTo>
                <a:lnTo>
                  <a:pt x="90216" y="55898"/>
                </a:lnTo>
                <a:close/>
                <a:moveTo>
                  <a:pt x="342857" y="8292"/>
                </a:moveTo>
                <a:lnTo>
                  <a:pt x="344315" y="9166"/>
                </a:lnTo>
                <a:lnTo>
                  <a:pt x="342128" y="8729"/>
                </a:lnTo>
                <a:close/>
                <a:moveTo>
                  <a:pt x="69123" y="31106"/>
                </a:moveTo>
                <a:lnTo>
                  <a:pt x="70241" y="31720"/>
                </a:lnTo>
                <a:lnTo>
                  <a:pt x="68564" y="31413"/>
                </a:lnTo>
                <a:close/>
                <a:moveTo>
                  <a:pt x="15310" y="43426"/>
                </a:moveTo>
                <a:lnTo>
                  <a:pt x="16452" y="44182"/>
                </a:lnTo>
                <a:lnTo>
                  <a:pt x="14739" y="43804"/>
                </a:lnTo>
                <a:close/>
                <a:moveTo>
                  <a:pt x="166242" y="68945"/>
                </a:moveTo>
                <a:lnTo>
                  <a:pt x="167132" y="70342"/>
                </a:lnTo>
                <a:lnTo>
                  <a:pt x="165798" y="69644"/>
                </a:lnTo>
                <a:close/>
                <a:moveTo>
                  <a:pt x="6226" y="14850"/>
                </a:moveTo>
                <a:lnTo>
                  <a:pt x="7272" y="16359"/>
                </a:lnTo>
                <a:lnTo>
                  <a:pt x="5704" y="15605"/>
                </a:lnTo>
                <a:close/>
                <a:moveTo>
                  <a:pt x="32685" y="28987"/>
                </a:moveTo>
                <a:lnTo>
                  <a:pt x="33492" y="30530"/>
                </a:lnTo>
                <a:lnTo>
                  <a:pt x="32282" y="29758"/>
                </a:lnTo>
                <a:close/>
                <a:moveTo>
                  <a:pt x="45931" y="4734"/>
                </a:moveTo>
                <a:lnTo>
                  <a:pt x="46758" y="5152"/>
                </a:lnTo>
                <a:lnTo>
                  <a:pt x="45517" y="4943"/>
                </a:lnTo>
                <a:close/>
                <a:moveTo>
                  <a:pt x="97282" y="48697"/>
                </a:moveTo>
                <a:lnTo>
                  <a:pt x="99404" y="49336"/>
                </a:lnTo>
                <a:lnTo>
                  <a:pt x="96221" y="49016"/>
                </a:lnTo>
                <a:close/>
                <a:moveTo>
                  <a:pt x="157404" y="63275"/>
                </a:moveTo>
                <a:lnTo>
                  <a:pt x="158374" y="63951"/>
                </a:lnTo>
                <a:lnTo>
                  <a:pt x="156919" y="63613"/>
                </a:lnTo>
                <a:close/>
                <a:moveTo>
                  <a:pt x="35285" y="21281"/>
                </a:moveTo>
                <a:lnTo>
                  <a:pt x="36244" y="22804"/>
                </a:lnTo>
                <a:lnTo>
                  <a:pt x="34805" y="22043"/>
                </a:lnTo>
                <a:close/>
                <a:moveTo>
                  <a:pt x="165002" y="28786"/>
                </a:moveTo>
                <a:lnTo>
                  <a:pt x="167149" y="30293"/>
                </a:lnTo>
                <a:lnTo>
                  <a:pt x="163929" y="29540"/>
                </a:lnTo>
                <a:close/>
                <a:moveTo>
                  <a:pt x="241841" y="33626"/>
                </a:moveTo>
                <a:lnTo>
                  <a:pt x="243839" y="34970"/>
                </a:lnTo>
                <a:lnTo>
                  <a:pt x="240842" y="34298"/>
                </a:lnTo>
                <a:close/>
                <a:moveTo>
                  <a:pt x="297538" y="37022"/>
                </a:moveTo>
                <a:lnTo>
                  <a:pt x="298859" y="38149"/>
                </a:lnTo>
                <a:lnTo>
                  <a:pt x="296877" y="37585"/>
                </a:lnTo>
                <a:close/>
                <a:moveTo>
                  <a:pt x="242680" y="37942"/>
                </a:moveTo>
                <a:lnTo>
                  <a:pt x="244784" y="39195"/>
                </a:lnTo>
                <a:lnTo>
                  <a:pt x="241627" y="38568"/>
                </a:lnTo>
                <a:close/>
                <a:moveTo>
                  <a:pt x="327932" y="11737"/>
                </a:moveTo>
                <a:lnTo>
                  <a:pt x="329057" y="12508"/>
                </a:lnTo>
                <a:lnTo>
                  <a:pt x="327370" y="12123"/>
                </a:lnTo>
                <a:close/>
                <a:moveTo>
                  <a:pt x="81899" y="64669"/>
                </a:moveTo>
                <a:lnTo>
                  <a:pt x="82663" y="65795"/>
                </a:lnTo>
                <a:lnTo>
                  <a:pt x="81517" y="65232"/>
                </a:lnTo>
                <a:close/>
                <a:moveTo>
                  <a:pt x="54091" y="24375"/>
                </a:moveTo>
                <a:lnTo>
                  <a:pt x="54800" y="25652"/>
                </a:lnTo>
                <a:lnTo>
                  <a:pt x="53737" y="25013"/>
                </a:lnTo>
                <a:close/>
                <a:moveTo>
                  <a:pt x="160830" y="35060"/>
                </a:moveTo>
                <a:lnTo>
                  <a:pt x="161543" y="35370"/>
                </a:lnTo>
                <a:lnTo>
                  <a:pt x="160474" y="35215"/>
                </a:lnTo>
                <a:close/>
                <a:moveTo>
                  <a:pt x="62006" y="58523"/>
                </a:moveTo>
                <a:lnTo>
                  <a:pt x="62658" y="59955"/>
                </a:lnTo>
                <a:lnTo>
                  <a:pt x="61679" y="59239"/>
                </a:lnTo>
                <a:close/>
                <a:moveTo>
                  <a:pt x="267138" y="29921"/>
                </a:moveTo>
                <a:lnTo>
                  <a:pt x="268826" y="31275"/>
                </a:lnTo>
                <a:lnTo>
                  <a:pt x="266294" y="30598"/>
                </a:lnTo>
                <a:close/>
                <a:moveTo>
                  <a:pt x="38906" y="54385"/>
                </a:moveTo>
                <a:lnTo>
                  <a:pt x="40133" y="55550"/>
                </a:lnTo>
                <a:lnTo>
                  <a:pt x="38292" y="54967"/>
                </a:lnTo>
                <a:close/>
                <a:moveTo>
                  <a:pt x="231810" y="52429"/>
                </a:moveTo>
                <a:lnTo>
                  <a:pt x="232499" y="53263"/>
                </a:lnTo>
                <a:lnTo>
                  <a:pt x="231465" y="52846"/>
                </a:lnTo>
                <a:close/>
                <a:moveTo>
                  <a:pt x="109064" y="49864"/>
                </a:moveTo>
                <a:lnTo>
                  <a:pt x="110790" y="51059"/>
                </a:lnTo>
                <a:lnTo>
                  <a:pt x="108201" y="50461"/>
                </a:lnTo>
                <a:close/>
                <a:moveTo>
                  <a:pt x="132636" y="933"/>
                </a:moveTo>
                <a:lnTo>
                  <a:pt x="134618" y="2392"/>
                </a:lnTo>
                <a:lnTo>
                  <a:pt x="131645" y="1663"/>
                </a:lnTo>
                <a:close/>
                <a:moveTo>
                  <a:pt x="226536" y="28033"/>
                </a:moveTo>
                <a:lnTo>
                  <a:pt x="228395" y="29494"/>
                </a:lnTo>
                <a:lnTo>
                  <a:pt x="225606" y="28763"/>
                </a:lnTo>
                <a:close/>
                <a:moveTo>
                  <a:pt x="257925" y="8193"/>
                </a:moveTo>
                <a:lnTo>
                  <a:pt x="258952" y="9724"/>
                </a:lnTo>
                <a:lnTo>
                  <a:pt x="257412" y="8959"/>
                </a:lnTo>
                <a:close/>
                <a:moveTo>
                  <a:pt x="41815" y="16451"/>
                </a:moveTo>
                <a:lnTo>
                  <a:pt x="42408" y="17826"/>
                </a:lnTo>
                <a:lnTo>
                  <a:pt x="41519" y="17138"/>
                </a:lnTo>
                <a:close/>
                <a:moveTo>
                  <a:pt x="302813" y="6450"/>
                </a:moveTo>
                <a:lnTo>
                  <a:pt x="304689" y="7566"/>
                </a:lnTo>
                <a:lnTo>
                  <a:pt x="301876" y="7008"/>
                </a:lnTo>
                <a:close/>
                <a:moveTo>
                  <a:pt x="218287" y="42556"/>
                </a:moveTo>
                <a:lnTo>
                  <a:pt x="219139" y="44268"/>
                </a:lnTo>
                <a:lnTo>
                  <a:pt x="217862" y="43412"/>
                </a:lnTo>
                <a:close/>
                <a:moveTo>
                  <a:pt x="305612" y="59967"/>
                </a:moveTo>
                <a:lnTo>
                  <a:pt x="307365" y="60933"/>
                </a:lnTo>
                <a:lnTo>
                  <a:pt x="304736" y="60450"/>
                </a:lnTo>
                <a:close/>
                <a:moveTo>
                  <a:pt x="46931" y="5229"/>
                </a:moveTo>
                <a:lnTo>
                  <a:pt x="48412" y="6756"/>
                </a:lnTo>
                <a:lnTo>
                  <a:pt x="46190" y="5993"/>
                </a:lnTo>
                <a:close/>
                <a:moveTo>
                  <a:pt x="71191" y="70152"/>
                </a:moveTo>
                <a:lnTo>
                  <a:pt x="73035" y="70498"/>
                </a:lnTo>
                <a:lnTo>
                  <a:pt x="70269" y="70325"/>
                </a:lnTo>
                <a:close/>
                <a:moveTo>
                  <a:pt x="74848" y="67166"/>
                </a:moveTo>
                <a:lnTo>
                  <a:pt x="75425" y="67472"/>
                </a:lnTo>
                <a:lnTo>
                  <a:pt x="74560" y="67319"/>
                </a:lnTo>
                <a:close/>
                <a:moveTo>
                  <a:pt x="77987" y="24232"/>
                </a:moveTo>
                <a:lnTo>
                  <a:pt x="79491" y="24713"/>
                </a:lnTo>
                <a:lnTo>
                  <a:pt x="77234" y="24473"/>
                </a:lnTo>
                <a:close/>
                <a:moveTo>
                  <a:pt x="286796" y="5010"/>
                </a:moveTo>
                <a:lnTo>
                  <a:pt x="287216" y="5741"/>
                </a:lnTo>
                <a:lnTo>
                  <a:pt x="286587" y="5375"/>
                </a:lnTo>
                <a:close/>
                <a:moveTo>
                  <a:pt x="285818" y="11712"/>
                </a:moveTo>
                <a:lnTo>
                  <a:pt x="286918" y="12676"/>
                </a:lnTo>
                <a:lnTo>
                  <a:pt x="285268" y="12194"/>
                </a:lnTo>
                <a:close/>
                <a:moveTo>
                  <a:pt x="314768" y="44456"/>
                </a:moveTo>
                <a:lnTo>
                  <a:pt x="315890" y="45227"/>
                </a:lnTo>
                <a:lnTo>
                  <a:pt x="314207" y="44842"/>
                </a:lnTo>
                <a:close/>
                <a:moveTo>
                  <a:pt x="196874" y="53618"/>
                </a:moveTo>
                <a:lnTo>
                  <a:pt x="198628" y="55069"/>
                </a:lnTo>
                <a:lnTo>
                  <a:pt x="195997" y="54344"/>
                </a:lnTo>
                <a:close/>
                <a:moveTo>
                  <a:pt x="54810" y="43273"/>
                </a:moveTo>
                <a:lnTo>
                  <a:pt x="55496" y="44110"/>
                </a:lnTo>
                <a:lnTo>
                  <a:pt x="54468" y="43692"/>
                </a:lnTo>
                <a:close/>
                <a:moveTo>
                  <a:pt x="315484" y="24421"/>
                </a:moveTo>
                <a:lnTo>
                  <a:pt x="316816" y="25239"/>
                </a:lnTo>
                <a:lnTo>
                  <a:pt x="314817" y="24830"/>
                </a:lnTo>
                <a:close/>
                <a:moveTo>
                  <a:pt x="301769" y="43932"/>
                </a:moveTo>
                <a:lnTo>
                  <a:pt x="303778" y="45043"/>
                </a:lnTo>
                <a:lnTo>
                  <a:pt x="300764" y="44488"/>
                </a:lnTo>
                <a:close/>
                <a:moveTo>
                  <a:pt x="4468" y="42590"/>
                </a:moveTo>
                <a:lnTo>
                  <a:pt x="6405" y="44113"/>
                </a:lnTo>
                <a:lnTo>
                  <a:pt x="3499" y="43351"/>
                </a:lnTo>
                <a:close/>
                <a:moveTo>
                  <a:pt x="227453" y="13397"/>
                </a:moveTo>
                <a:lnTo>
                  <a:pt x="228033" y="14413"/>
                </a:lnTo>
                <a:lnTo>
                  <a:pt x="227163" y="13905"/>
                </a:lnTo>
                <a:close/>
                <a:moveTo>
                  <a:pt x="110212" y="38418"/>
                </a:moveTo>
                <a:lnTo>
                  <a:pt x="112116" y="38925"/>
                </a:lnTo>
                <a:lnTo>
                  <a:pt x="109260" y="38672"/>
                </a:lnTo>
                <a:close/>
                <a:moveTo>
                  <a:pt x="323153" y="19690"/>
                </a:moveTo>
                <a:lnTo>
                  <a:pt x="323830" y="20044"/>
                </a:lnTo>
                <a:lnTo>
                  <a:pt x="322814" y="19867"/>
                </a:lnTo>
                <a:close/>
                <a:moveTo>
                  <a:pt x="50435" y="23128"/>
                </a:moveTo>
                <a:lnTo>
                  <a:pt x="50928" y="23430"/>
                </a:lnTo>
                <a:lnTo>
                  <a:pt x="50188" y="23279"/>
                </a:lnTo>
                <a:close/>
                <a:moveTo>
                  <a:pt x="61743" y="34624"/>
                </a:moveTo>
                <a:lnTo>
                  <a:pt x="62466" y="35399"/>
                </a:lnTo>
                <a:lnTo>
                  <a:pt x="61382" y="35011"/>
                </a:lnTo>
                <a:close/>
                <a:moveTo>
                  <a:pt x="229589" y="40352"/>
                </a:moveTo>
                <a:lnTo>
                  <a:pt x="230891" y="42103"/>
                </a:lnTo>
                <a:lnTo>
                  <a:pt x="228938" y="41227"/>
                </a:lnTo>
                <a:close/>
                <a:moveTo>
                  <a:pt x="280264" y="10553"/>
                </a:moveTo>
                <a:lnTo>
                  <a:pt x="281314" y="11798"/>
                </a:lnTo>
                <a:lnTo>
                  <a:pt x="279739" y="11176"/>
                </a:lnTo>
                <a:close/>
                <a:moveTo>
                  <a:pt x="138450" y="13521"/>
                </a:moveTo>
                <a:lnTo>
                  <a:pt x="139439" y="15239"/>
                </a:lnTo>
                <a:lnTo>
                  <a:pt x="137956" y="14380"/>
                </a:lnTo>
                <a:close/>
                <a:moveTo>
                  <a:pt x="276064" y="50252"/>
                </a:moveTo>
                <a:lnTo>
                  <a:pt x="277042" y="50894"/>
                </a:lnTo>
                <a:lnTo>
                  <a:pt x="275574" y="50573"/>
                </a:lnTo>
                <a:close/>
                <a:moveTo>
                  <a:pt x="275641" y="47086"/>
                </a:moveTo>
                <a:lnTo>
                  <a:pt x="276636" y="48186"/>
                </a:lnTo>
                <a:lnTo>
                  <a:pt x="275143" y="47636"/>
                </a:lnTo>
                <a:close/>
                <a:moveTo>
                  <a:pt x="172660" y="4608"/>
                </a:moveTo>
                <a:lnTo>
                  <a:pt x="174312" y="6317"/>
                </a:lnTo>
                <a:lnTo>
                  <a:pt x="171834" y="5462"/>
                </a:lnTo>
                <a:close/>
                <a:moveTo>
                  <a:pt x="196672" y="17171"/>
                </a:moveTo>
                <a:lnTo>
                  <a:pt x="197144" y="17795"/>
                </a:lnTo>
                <a:lnTo>
                  <a:pt x="196436" y="17483"/>
                </a:lnTo>
                <a:close/>
                <a:moveTo>
                  <a:pt x="306352" y="29436"/>
                </a:moveTo>
                <a:lnTo>
                  <a:pt x="307267" y="30016"/>
                </a:lnTo>
                <a:lnTo>
                  <a:pt x="305894" y="29726"/>
                </a:lnTo>
                <a:close/>
                <a:moveTo>
                  <a:pt x="116266" y="23825"/>
                </a:moveTo>
                <a:lnTo>
                  <a:pt x="117969" y="25279"/>
                </a:lnTo>
                <a:lnTo>
                  <a:pt x="115414" y="24552"/>
                </a:lnTo>
                <a:close/>
                <a:moveTo>
                  <a:pt x="69573" y="41415"/>
                </a:moveTo>
                <a:lnTo>
                  <a:pt x="70390" y="41972"/>
                </a:lnTo>
                <a:lnTo>
                  <a:pt x="69165" y="41693"/>
                </a:lnTo>
                <a:close/>
                <a:moveTo>
                  <a:pt x="268705" y="35617"/>
                </a:moveTo>
                <a:lnTo>
                  <a:pt x="269870" y="36000"/>
                </a:lnTo>
                <a:lnTo>
                  <a:pt x="268123" y="35808"/>
                </a:lnTo>
                <a:close/>
                <a:moveTo>
                  <a:pt x="144714" y="57668"/>
                </a:moveTo>
                <a:lnTo>
                  <a:pt x="146200" y="58257"/>
                </a:lnTo>
                <a:lnTo>
                  <a:pt x="143972" y="57962"/>
                </a:lnTo>
                <a:close/>
                <a:moveTo>
                  <a:pt x="120583" y="29618"/>
                </a:moveTo>
                <a:lnTo>
                  <a:pt x="122246" y="30422"/>
                </a:lnTo>
                <a:lnTo>
                  <a:pt x="119752" y="30020"/>
                </a:lnTo>
                <a:close/>
                <a:moveTo>
                  <a:pt x="328231" y="14335"/>
                </a:moveTo>
                <a:lnTo>
                  <a:pt x="330333" y="15923"/>
                </a:lnTo>
                <a:lnTo>
                  <a:pt x="327179" y="15129"/>
                </a:lnTo>
                <a:close/>
                <a:moveTo>
                  <a:pt x="185485" y="6758"/>
                </a:moveTo>
                <a:lnTo>
                  <a:pt x="186985" y="7337"/>
                </a:lnTo>
                <a:lnTo>
                  <a:pt x="184734" y="7048"/>
                </a:lnTo>
                <a:close/>
                <a:moveTo>
                  <a:pt x="90507" y="12568"/>
                </a:moveTo>
                <a:lnTo>
                  <a:pt x="91598" y="13093"/>
                </a:lnTo>
                <a:lnTo>
                  <a:pt x="89962" y="12831"/>
                </a:lnTo>
                <a:close/>
                <a:moveTo>
                  <a:pt x="157400" y="57164"/>
                </a:moveTo>
                <a:lnTo>
                  <a:pt x="159387" y="58705"/>
                </a:lnTo>
                <a:lnTo>
                  <a:pt x="156406" y="57934"/>
                </a:lnTo>
                <a:close/>
                <a:moveTo>
                  <a:pt x="327191" y="19712"/>
                </a:moveTo>
                <a:lnTo>
                  <a:pt x="329122" y="21283"/>
                </a:lnTo>
                <a:lnTo>
                  <a:pt x="326226" y="20497"/>
                </a:lnTo>
                <a:close/>
                <a:moveTo>
                  <a:pt x="182763" y="59894"/>
                </a:moveTo>
                <a:lnTo>
                  <a:pt x="184495" y="60588"/>
                </a:lnTo>
                <a:lnTo>
                  <a:pt x="181897" y="60241"/>
                </a:lnTo>
                <a:close/>
                <a:moveTo>
                  <a:pt x="180476" y="50828"/>
                </a:moveTo>
                <a:lnTo>
                  <a:pt x="182313" y="51581"/>
                </a:lnTo>
                <a:lnTo>
                  <a:pt x="179557" y="51204"/>
                </a:lnTo>
                <a:close/>
                <a:moveTo>
                  <a:pt x="109359" y="33665"/>
                </a:moveTo>
                <a:lnTo>
                  <a:pt x="111027" y="34761"/>
                </a:lnTo>
                <a:lnTo>
                  <a:pt x="108525" y="34213"/>
                </a:lnTo>
                <a:close/>
                <a:moveTo>
                  <a:pt x="222518" y="29012"/>
                </a:moveTo>
                <a:lnTo>
                  <a:pt x="223977" y="30731"/>
                </a:lnTo>
                <a:lnTo>
                  <a:pt x="221788" y="29871"/>
                </a:lnTo>
                <a:close/>
                <a:moveTo>
                  <a:pt x="261223" y="71469"/>
                </a:moveTo>
                <a:lnTo>
                  <a:pt x="262364" y="71862"/>
                </a:lnTo>
                <a:lnTo>
                  <a:pt x="260652" y="71665"/>
                </a:lnTo>
                <a:close/>
                <a:moveTo>
                  <a:pt x="182091" y="40235"/>
                </a:moveTo>
                <a:lnTo>
                  <a:pt x="184174" y="40891"/>
                </a:lnTo>
                <a:lnTo>
                  <a:pt x="181049" y="40563"/>
                </a:lnTo>
                <a:close/>
                <a:moveTo>
                  <a:pt x="111160" y="24366"/>
                </a:moveTo>
                <a:lnTo>
                  <a:pt x="112533" y="25981"/>
                </a:lnTo>
                <a:lnTo>
                  <a:pt x="110473" y="25173"/>
                </a:lnTo>
                <a:close/>
                <a:moveTo>
                  <a:pt x="97580" y="41669"/>
                </a:moveTo>
                <a:lnTo>
                  <a:pt x="99171" y="42585"/>
                </a:lnTo>
                <a:lnTo>
                  <a:pt x="96784" y="42127"/>
                </a:lnTo>
                <a:close/>
                <a:moveTo>
                  <a:pt x="74105" y="8347"/>
                </a:moveTo>
                <a:lnTo>
                  <a:pt x="75870" y="8901"/>
                </a:lnTo>
                <a:lnTo>
                  <a:pt x="73223" y="8624"/>
                </a:lnTo>
                <a:close/>
                <a:moveTo>
                  <a:pt x="51097" y="61196"/>
                </a:moveTo>
                <a:lnTo>
                  <a:pt x="52439" y="62402"/>
                </a:lnTo>
                <a:lnTo>
                  <a:pt x="50426" y="61799"/>
                </a:lnTo>
                <a:close/>
                <a:moveTo>
                  <a:pt x="38820" y="7016"/>
                </a:moveTo>
                <a:lnTo>
                  <a:pt x="40836" y="8571"/>
                </a:lnTo>
                <a:lnTo>
                  <a:pt x="37812" y="7794"/>
                </a:lnTo>
                <a:close/>
                <a:moveTo>
                  <a:pt x="322239" y="37932"/>
                </a:moveTo>
                <a:lnTo>
                  <a:pt x="323463" y="39404"/>
                </a:lnTo>
                <a:lnTo>
                  <a:pt x="321626" y="38668"/>
                </a:lnTo>
                <a:close/>
                <a:moveTo>
                  <a:pt x="198464" y="67561"/>
                </a:moveTo>
                <a:lnTo>
                  <a:pt x="199122" y="68779"/>
                </a:lnTo>
                <a:lnTo>
                  <a:pt x="198135" y="68170"/>
                </a:lnTo>
                <a:close/>
                <a:moveTo>
                  <a:pt x="107237" y="25160"/>
                </a:moveTo>
                <a:lnTo>
                  <a:pt x="108649" y="25485"/>
                </a:lnTo>
                <a:lnTo>
                  <a:pt x="106530" y="25322"/>
                </a:lnTo>
                <a:close/>
                <a:moveTo>
                  <a:pt x="126654" y="45648"/>
                </a:moveTo>
                <a:lnTo>
                  <a:pt x="127310" y="46415"/>
                </a:lnTo>
                <a:lnTo>
                  <a:pt x="126326" y="46032"/>
                </a:lnTo>
                <a:close/>
                <a:moveTo>
                  <a:pt x="280263" y="52399"/>
                </a:moveTo>
                <a:lnTo>
                  <a:pt x="281451" y="54010"/>
                </a:lnTo>
                <a:lnTo>
                  <a:pt x="279668" y="53205"/>
                </a:lnTo>
                <a:close/>
                <a:moveTo>
                  <a:pt x="167290" y="12738"/>
                </a:moveTo>
                <a:lnTo>
                  <a:pt x="167945" y="13747"/>
                </a:lnTo>
                <a:lnTo>
                  <a:pt x="166963" y="13242"/>
                </a:lnTo>
                <a:close/>
                <a:moveTo>
                  <a:pt x="19086" y="64209"/>
                </a:moveTo>
                <a:lnTo>
                  <a:pt x="19626" y="65768"/>
                </a:lnTo>
                <a:lnTo>
                  <a:pt x="18817" y="64989"/>
                </a:lnTo>
                <a:close/>
                <a:moveTo>
                  <a:pt x="137481" y="620"/>
                </a:moveTo>
                <a:lnTo>
                  <a:pt x="138534" y="1114"/>
                </a:lnTo>
                <a:lnTo>
                  <a:pt x="136954" y="867"/>
                </a:lnTo>
                <a:close/>
                <a:moveTo>
                  <a:pt x="95307" y="53341"/>
                </a:moveTo>
                <a:lnTo>
                  <a:pt x="96346" y="53852"/>
                </a:lnTo>
                <a:lnTo>
                  <a:pt x="94787" y="53597"/>
                </a:lnTo>
                <a:close/>
                <a:moveTo>
                  <a:pt x="300964" y="17381"/>
                </a:moveTo>
                <a:lnTo>
                  <a:pt x="302206" y="18226"/>
                </a:lnTo>
                <a:lnTo>
                  <a:pt x="300344" y="17804"/>
                </a:lnTo>
                <a:close/>
                <a:moveTo>
                  <a:pt x="300833" y="17207"/>
                </a:moveTo>
                <a:lnTo>
                  <a:pt x="301556" y="17536"/>
                </a:lnTo>
                <a:lnTo>
                  <a:pt x="300472" y="17372"/>
                </a:lnTo>
                <a:close/>
                <a:moveTo>
                  <a:pt x="248695" y="54919"/>
                </a:moveTo>
                <a:lnTo>
                  <a:pt x="250034" y="55516"/>
                </a:lnTo>
                <a:lnTo>
                  <a:pt x="248026" y="55218"/>
                </a:lnTo>
                <a:close/>
                <a:moveTo>
                  <a:pt x="242620" y="32864"/>
                </a:moveTo>
                <a:lnTo>
                  <a:pt x="244219" y="33436"/>
                </a:lnTo>
                <a:lnTo>
                  <a:pt x="241820" y="33150"/>
                </a:lnTo>
                <a:close/>
                <a:moveTo>
                  <a:pt x="181409" y="9721"/>
                </a:moveTo>
                <a:lnTo>
                  <a:pt x="182573" y="10584"/>
                </a:lnTo>
                <a:lnTo>
                  <a:pt x="180827" y="10152"/>
                </a:lnTo>
                <a:close/>
                <a:moveTo>
                  <a:pt x="250916" y="66169"/>
                </a:moveTo>
                <a:lnTo>
                  <a:pt x="252656" y="67830"/>
                </a:lnTo>
                <a:lnTo>
                  <a:pt x="250046" y="67000"/>
                </a:lnTo>
                <a:close/>
                <a:moveTo>
                  <a:pt x="197843" y="18883"/>
                </a:moveTo>
                <a:lnTo>
                  <a:pt x="198993" y="20672"/>
                </a:lnTo>
                <a:lnTo>
                  <a:pt x="197269" y="19777"/>
                </a:lnTo>
                <a:close/>
                <a:moveTo>
                  <a:pt x="263349" y="57853"/>
                </a:moveTo>
                <a:lnTo>
                  <a:pt x="264137" y="58610"/>
                </a:lnTo>
                <a:lnTo>
                  <a:pt x="262955" y="58232"/>
                </a:lnTo>
                <a:close/>
                <a:moveTo>
                  <a:pt x="287674" y="67900"/>
                </a:moveTo>
                <a:lnTo>
                  <a:pt x="288685" y="68451"/>
                </a:lnTo>
                <a:lnTo>
                  <a:pt x="287168" y="68175"/>
                </a:lnTo>
                <a:close/>
                <a:moveTo>
                  <a:pt x="200941" y="601"/>
                </a:moveTo>
                <a:lnTo>
                  <a:pt x="202779" y="1018"/>
                </a:lnTo>
                <a:lnTo>
                  <a:pt x="200022" y="809"/>
                </a:lnTo>
                <a:close/>
                <a:moveTo>
                  <a:pt x="318385" y="43799"/>
                </a:moveTo>
                <a:lnTo>
                  <a:pt x="320533" y="44364"/>
                </a:lnTo>
                <a:lnTo>
                  <a:pt x="317311" y="44081"/>
                </a:lnTo>
                <a:close/>
                <a:moveTo>
                  <a:pt x="43067" y="24336"/>
                </a:moveTo>
                <a:lnTo>
                  <a:pt x="44505" y="25948"/>
                </a:lnTo>
                <a:lnTo>
                  <a:pt x="42348" y="25142"/>
                </a:lnTo>
                <a:close/>
                <a:moveTo>
                  <a:pt x="348367" y="43963"/>
                </a:moveTo>
                <a:lnTo>
                  <a:pt x="349534" y="45309"/>
                </a:lnTo>
                <a:lnTo>
                  <a:pt x="347783" y="44636"/>
                </a:lnTo>
                <a:close/>
                <a:moveTo>
                  <a:pt x="294708" y="20881"/>
                </a:moveTo>
                <a:lnTo>
                  <a:pt x="296101" y="22452"/>
                </a:lnTo>
                <a:lnTo>
                  <a:pt x="294011" y="21667"/>
                </a:lnTo>
                <a:close/>
                <a:moveTo>
                  <a:pt x="205092" y="50676"/>
                </a:moveTo>
                <a:lnTo>
                  <a:pt x="205785" y="52109"/>
                </a:lnTo>
                <a:lnTo>
                  <a:pt x="204745" y="51392"/>
                </a:lnTo>
                <a:close/>
                <a:moveTo>
                  <a:pt x="345736" y="18182"/>
                </a:moveTo>
                <a:lnTo>
                  <a:pt x="347451" y="19670"/>
                </a:lnTo>
                <a:lnTo>
                  <a:pt x="344879" y="18926"/>
                </a:lnTo>
                <a:close/>
                <a:moveTo>
                  <a:pt x="325689" y="69309"/>
                </a:moveTo>
                <a:lnTo>
                  <a:pt x="326746" y="70353"/>
                </a:lnTo>
                <a:lnTo>
                  <a:pt x="325161" y="69831"/>
                </a:lnTo>
                <a:close/>
                <a:moveTo>
                  <a:pt x="147837" y="28266"/>
                </a:moveTo>
                <a:lnTo>
                  <a:pt x="149232" y="29470"/>
                </a:lnTo>
                <a:lnTo>
                  <a:pt x="147140" y="28868"/>
                </a:lnTo>
                <a:close/>
                <a:moveTo>
                  <a:pt x="295519" y="52443"/>
                </a:moveTo>
                <a:lnTo>
                  <a:pt x="296963" y="53168"/>
                </a:lnTo>
                <a:lnTo>
                  <a:pt x="294797" y="52806"/>
                </a:lnTo>
                <a:close/>
                <a:moveTo>
                  <a:pt x="142364" y="12811"/>
                </a:moveTo>
                <a:lnTo>
                  <a:pt x="142775" y="14324"/>
                </a:lnTo>
                <a:lnTo>
                  <a:pt x="142158" y="13568"/>
                </a:lnTo>
                <a:close/>
                <a:moveTo>
                  <a:pt x="97408" y="61623"/>
                </a:moveTo>
                <a:lnTo>
                  <a:pt x="98509" y="62101"/>
                </a:lnTo>
                <a:lnTo>
                  <a:pt x="96857" y="61862"/>
                </a:lnTo>
                <a:close/>
                <a:moveTo>
                  <a:pt x="251191" y="735"/>
                </a:moveTo>
                <a:lnTo>
                  <a:pt x="252418" y="2080"/>
                </a:lnTo>
                <a:lnTo>
                  <a:pt x="250577" y="1408"/>
                </a:lnTo>
                <a:close/>
                <a:moveTo>
                  <a:pt x="272328" y="24533"/>
                </a:moveTo>
                <a:lnTo>
                  <a:pt x="273883" y="24975"/>
                </a:lnTo>
                <a:lnTo>
                  <a:pt x="271551" y="24754"/>
                </a:lnTo>
                <a:close/>
                <a:moveTo>
                  <a:pt x="28707" y="52516"/>
                </a:moveTo>
                <a:lnTo>
                  <a:pt x="30507" y="54297"/>
                </a:lnTo>
                <a:lnTo>
                  <a:pt x="27807" y="53406"/>
                </a:lnTo>
                <a:close/>
                <a:moveTo>
                  <a:pt x="338098" y="20271"/>
                </a:moveTo>
                <a:lnTo>
                  <a:pt x="339516" y="20714"/>
                </a:lnTo>
                <a:lnTo>
                  <a:pt x="337389" y="20492"/>
                </a:lnTo>
                <a:close/>
                <a:moveTo>
                  <a:pt x="195633" y="21680"/>
                </a:moveTo>
                <a:lnTo>
                  <a:pt x="196553" y="22756"/>
                </a:lnTo>
                <a:lnTo>
                  <a:pt x="195173" y="22218"/>
                </a:lnTo>
                <a:close/>
                <a:moveTo>
                  <a:pt x="130496" y="61628"/>
                </a:moveTo>
                <a:lnTo>
                  <a:pt x="131940" y="62541"/>
                </a:lnTo>
                <a:lnTo>
                  <a:pt x="129774" y="62084"/>
                </a:lnTo>
                <a:close/>
                <a:moveTo>
                  <a:pt x="267036" y="50866"/>
                </a:moveTo>
                <a:lnTo>
                  <a:pt x="268955" y="52497"/>
                </a:lnTo>
                <a:lnTo>
                  <a:pt x="266077" y="51682"/>
                </a:lnTo>
                <a:close/>
                <a:moveTo>
                  <a:pt x="250225" y="17869"/>
                </a:moveTo>
                <a:lnTo>
                  <a:pt x="251220" y="18805"/>
                </a:lnTo>
                <a:lnTo>
                  <a:pt x="249728" y="18337"/>
                </a:lnTo>
                <a:close/>
                <a:moveTo>
                  <a:pt x="23818" y="30664"/>
                </a:moveTo>
                <a:lnTo>
                  <a:pt x="24542" y="32129"/>
                </a:lnTo>
                <a:lnTo>
                  <a:pt x="23455" y="31396"/>
                </a:lnTo>
                <a:close/>
                <a:moveTo>
                  <a:pt x="356530" y="67093"/>
                </a:moveTo>
                <a:lnTo>
                  <a:pt x="357322" y="68154"/>
                </a:lnTo>
                <a:lnTo>
                  <a:pt x="356135" y="67623"/>
                </a:lnTo>
                <a:close/>
                <a:moveTo>
                  <a:pt x="324353" y="45937"/>
                </a:moveTo>
                <a:lnTo>
                  <a:pt x="324959" y="46847"/>
                </a:lnTo>
                <a:lnTo>
                  <a:pt x="324050" y="46392"/>
                </a:lnTo>
                <a:close/>
                <a:moveTo>
                  <a:pt x="209336" y="26299"/>
                </a:moveTo>
                <a:lnTo>
                  <a:pt x="209940" y="26786"/>
                </a:lnTo>
                <a:lnTo>
                  <a:pt x="209034" y="26543"/>
                </a:lnTo>
                <a:close/>
                <a:moveTo>
                  <a:pt x="171001" y="43070"/>
                </a:moveTo>
                <a:lnTo>
                  <a:pt x="172399" y="44517"/>
                </a:lnTo>
                <a:lnTo>
                  <a:pt x="170302" y="43794"/>
                </a:lnTo>
                <a:close/>
                <a:moveTo>
                  <a:pt x="43914" y="43411"/>
                </a:moveTo>
                <a:lnTo>
                  <a:pt x="45856" y="44214"/>
                </a:lnTo>
                <a:lnTo>
                  <a:pt x="42943" y="43812"/>
                </a:lnTo>
                <a:close/>
                <a:moveTo>
                  <a:pt x="150320" y="37610"/>
                </a:moveTo>
                <a:lnTo>
                  <a:pt x="151638" y="38547"/>
                </a:lnTo>
                <a:lnTo>
                  <a:pt x="149661" y="38078"/>
                </a:lnTo>
                <a:close/>
                <a:moveTo>
                  <a:pt x="116848" y="28018"/>
                </a:moveTo>
                <a:lnTo>
                  <a:pt x="118400" y="29051"/>
                </a:lnTo>
                <a:lnTo>
                  <a:pt x="116072" y="28535"/>
                </a:lnTo>
                <a:close/>
                <a:moveTo>
                  <a:pt x="238533" y="30399"/>
                </a:moveTo>
                <a:lnTo>
                  <a:pt x="240706" y="32020"/>
                </a:lnTo>
                <a:lnTo>
                  <a:pt x="237447" y="31210"/>
                </a:lnTo>
                <a:close/>
                <a:moveTo>
                  <a:pt x="64460" y="9505"/>
                </a:moveTo>
                <a:lnTo>
                  <a:pt x="64995" y="10604"/>
                </a:lnTo>
                <a:lnTo>
                  <a:pt x="64193" y="10055"/>
                </a:lnTo>
                <a:close/>
                <a:moveTo>
                  <a:pt x="281622" y="7472"/>
                </a:moveTo>
                <a:lnTo>
                  <a:pt x="282763" y="7916"/>
                </a:lnTo>
                <a:lnTo>
                  <a:pt x="281052" y="7694"/>
                </a:lnTo>
                <a:close/>
                <a:moveTo>
                  <a:pt x="339938" y="15197"/>
                </a:moveTo>
                <a:lnTo>
                  <a:pt x="341960" y="16732"/>
                </a:lnTo>
                <a:lnTo>
                  <a:pt x="338927" y="15964"/>
                </a:lnTo>
                <a:close/>
                <a:moveTo>
                  <a:pt x="23083" y="21169"/>
                </a:moveTo>
                <a:lnTo>
                  <a:pt x="23454" y="22932"/>
                </a:lnTo>
                <a:lnTo>
                  <a:pt x="22898" y="22051"/>
                </a:lnTo>
                <a:close/>
                <a:moveTo>
                  <a:pt x="18671" y="49809"/>
                </a:moveTo>
                <a:lnTo>
                  <a:pt x="19628" y="51566"/>
                </a:lnTo>
                <a:lnTo>
                  <a:pt x="18192" y="50687"/>
                </a:lnTo>
                <a:close/>
                <a:moveTo>
                  <a:pt x="218384" y="52180"/>
                </a:moveTo>
                <a:lnTo>
                  <a:pt x="218748" y="53487"/>
                </a:lnTo>
                <a:lnTo>
                  <a:pt x="218203" y="52834"/>
                </a:lnTo>
                <a:close/>
                <a:moveTo>
                  <a:pt x="180468" y="9511"/>
                </a:moveTo>
                <a:lnTo>
                  <a:pt x="181608" y="10397"/>
                </a:lnTo>
                <a:lnTo>
                  <a:pt x="179897" y="9954"/>
                </a:lnTo>
                <a:close/>
                <a:moveTo>
                  <a:pt x="264885" y="17472"/>
                </a:moveTo>
                <a:lnTo>
                  <a:pt x="266447" y="18253"/>
                </a:lnTo>
                <a:lnTo>
                  <a:pt x="264104" y="17863"/>
                </a:lnTo>
                <a:close/>
                <a:moveTo>
                  <a:pt x="204827" y="67073"/>
                </a:moveTo>
                <a:lnTo>
                  <a:pt x="206356" y="68157"/>
                </a:lnTo>
                <a:lnTo>
                  <a:pt x="204062" y="67615"/>
                </a:lnTo>
                <a:close/>
                <a:moveTo>
                  <a:pt x="97762" y="4508"/>
                </a:moveTo>
                <a:lnTo>
                  <a:pt x="98216" y="5365"/>
                </a:lnTo>
                <a:lnTo>
                  <a:pt x="97534" y="4936"/>
                </a:lnTo>
                <a:close/>
                <a:moveTo>
                  <a:pt x="72659" y="42051"/>
                </a:moveTo>
                <a:lnTo>
                  <a:pt x="73200" y="42397"/>
                </a:lnTo>
                <a:lnTo>
                  <a:pt x="72389" y="42224"/>
                </a:lnTo>
                <a:close/>
                <a:moveTo>
                  <a:pt x="232000" y="19314"/>
                </a:moveTo>
                <a:lnTo>
                  <a:pt x="232663" y="19964"/>
                </a:lnTo>
                <a:lnTo>
                  <a:pt x="231669" y="19639"/>
                </a:lnTo>
                <a:close/>
                <a:moveTo>
                  <a:pt x="31571" y="71888"/>
                </a:moveTo>
                <a:lnTo>
                  <a:pt x="33536" y="72284"/>
                </a:lnTo>
                <a:lnTo>
                  <a:pt x="30588" y="72086"/>
                </a:lnTo>
                <a:close/>
                <a:moveTo>
                  <a:pt x="132206" y="15953"/>
                </a:moveTo>
                <a:lnTo>
                  <a:pt x="132892" y="16643"/>
                </a:lnTo>
                <a:lnTo>
                  <a:pt x="131863" y="16298"/>
                </a:lnTo>
                <a:close/>
                <a:moveTo>
                  <a:pt x="167739" y="18650"/>
                </a:moveTo>
                <a:lnTo>
                  <a:pt x="169809" y="19445"/>
                </a:lnTo>
                <a:lnTo>
                  <a:pt x="166705" y="19047"/>
                </a:lnTo>
                <a:close/>
                <a:moveTo>
                  <a:pt x="329594" y="3317"/>
                </a:moveTo>
                <a:lnTo>
                  <a:pt x="331000" y="3712"/>
                </a:lnTo>
                <a:lnTo>
                  <a:pt x="328890" y="3514"/>
                </a:lnTo>
                <a:close/>
                <a:moveTo>
                  <a:pt x="221644" y="7992"/>
                </a:moveTo>
                <a:lnTo>
                  <a:pt x="223219" y="9618"/>
                </a:lnTo>
                <a:lnTo>
                  <a:pt x="220856" y="8805"/>
                </a:lnTo>
                <a:close/>
                <a:moveTo>
                  <a:pt x="107090" y="29821"/>
                </a:moveTo>
                <a:lnTo>
                  <a:pt x="108894" y="30313"/>
                </a:lnTo>
                <a:lnTo>
                  <a:pt x="106188" y="30067"/>
                </a:lnTo>
                <a:close/>
                <a:moveTo>
                  <a:pt x="136198" y="52000"/>
                </a:moveTo>
                <a:lnTo>
                  <a:pt x="137308" y="53461"/>
                </a:lnTo>
                <a:lnTo>
                  <a:pt x="135643" y="52731"/>
                </a:lnTo>
                <a:close/>
                <a:moveTo>
                  <a:pt x="139621" y="40846"/>
                </a:moveTo>
                <a:lnTo>
                  <a:pt x="140185" y="41792"/>
                </a:lnTo>
                <a:lnTo>
                  <a:pt x="139339" y="41319"/>
                </a:lnTo>
                <a:close/>
                <a:moveTo>
                  <a:pt x="7916" y="31531"/>
                </a:moveTo>
                <a:lnTo>
                  <a:pt x="9365" y="33329"/>
                </a:lnTo>
                <a:lnTo>
                  <a:pt x="7192" y="32430"/>
                </a:lnTo>
                <a:close/>
                <a:moveTo>
                  <a:pt x="278110" y="20803"/>
                </a:moveTo>
                <a:lnTo>
                  <a:pt x="278960" y="21351"/>
                </a:lnTo>
                <a:lnTo>
                  <a:pt x="277684" y="21077"/>
                </a:lnTo>
                <a:close/>
                <a:moveTo>
                  <a:pt x="359718" y="45921"/>
                </a:moveTo>
                <a:lnTo>
                  <a:pt x="360255" y="47257"/>
                </a:lnTo>
                <a:lnTo>
                  <a:pt x="359449" y="46589"/>
                </a:lnTo>
                <a:close/>
                <a:moveTo>
                  <a:pt x="18523" y="45968"/>
                </a:moveTo>
                <a:lnTo>
                  <a:pt x="19236" y="47560"/>
                </a:lnTo>
                <a:lnTo>
                  <a:pt x="18167" y="46764"/>
                </a:lnTo>
                <a:close/>
                <a:moveTo>
                  <a:pt x="106824" y="15885"/>
                </a:moveTo>
                <a:lnTo>
                  <a:pt x="107485" y="16569"/>
                </a:lnTo>
                <a:lnTo>
                  <a:pt x="106493" y="16227"/>
                </a:lnTo>
                <a:close/>
                <a:moveTo>
                  <a:pt x="360248" y="59269"/>
                </a:moveTo>
                <a:lnTo>
                  <a:pt x="360620" y="60425"/>
                </a:lnTo>
                <a:lnTo>
                  <a:pt x="360062" y="59847"/>
                </a:lnTo>
                <a:close/>
                <a:moveTo>
                  <a:pt x="187359" y="65223"/>
                </a:moveTo>
                <a:lnTo>
                  <a:pt x="187846" y="66446"/>
                </a:lnTo>
                <a:lnTo>
                  <a:pt x="187115" y="65835"/>
                </a:lnTo>
                <a:close/>
                <a:moveTo>
                  <a:pt x="5371" y="60963"/>
                </a:moveTo>
                <a:lnTo>
                  <a:pt x="6209" y="61772"/>
                </a:lnTo>
                <a:lnTo>
                  <a:pt x="4952" y="61367"/>
                </a:lnTo>
                <a:close/>
                <a:moveTo>
                  <a:pt x="308095" y="69315"/>
                </a:moveTo>
                <a:lnTo>
                  <a:pt x="309052" y="70077"/>
                </a:lnTo>
                <a:lnTo>
                  <a:pt x="307616" y="69696"/>
                </a:lnTo>
                <a:close/>
                <a:moveTo>
                  <a:pt x="131346" y="67226"/>
                </a:moveTo>
                <a:lnTo>
                  <a:pt x="132400" y="67800"/>
                </a:lnTo>
                <a:lnTo>
                  <a:pt x="130819" y="67513"/>
                </a:lnTo>
                <a:close/>
                <a:moveTo>
                  <a:pt x="170763" y="70133"/>
                </a:moveTo>
                <a:lnTo>
                  <a:pt x="171946" y="70978"/>
                </a:lnTo>
                <a:lnTo>
                  <a:pt x="170171" y="70556"/>
                </a:lnTo>
                <a:close/>
              </a:path>
            </a:pathLst>
          </a:custGeom>
          <a:solidFill>
            <a:srgbClr val="777777">
              <a:alpha val="20000"/>
            </a:srgbClr>
          </a:solidFill>
          <a:ln w="0" cap="rnd" cmpd="sng" algn="ctr">
            <a:solidFill>
              <a:srgbClr val="FFFFFF">
                <a:alpha val="0"/>
              </a:srgbClr>
            </a:solidFill>
            <a:round/>
            <a:headEnd type="none"/>
            <a:tailEnd type="none"/>
          </a:ln>
        </p:spPr>
      </p:sp>
      <p:sp>
        <p:nvSpPr>
          <p:cNvPr id="1185" name="latent representation and attention / 1165 paper texture"/>
          <p:cNvSpPr/>
          <p:nvPr/>
        </p:nvSpPr>
        <p:spPr>
          <a:xfrm>
            <a:off x="789819" y="10104671"/>
            <a:ext cx="3312341" cy="670360"/>
          </a:xfrm>
          <a:custGeom>
            <a:avLst/>
            <a:gdLst/>
            <a:ahLst/>
            <a:cxnLst/>
            <a:rect l="0" t="0" r="r" b="b"/>
            <a:pathLst>
              <a:path w="362242" h="73311" fill="norm" stroke="1" extrusionOk="0">
                <a:moveTo>
                  <a:pt x="209801" y="19566"/>
                </a:moveTo>
                <a:lnTo>
                  <a:pt x="211923" y="20987"/>
                </a:lnTo>
                <a:lnTo>
                  <a:pt x="208740" y="20277"/>
                </a:lnTo>
                <a:close/>
                <a:moveTo>
                  <a:pt x="281667" y="3076"/>
                </a:moveTo>
                <a:lnTo>
                  <a:pt x="282188" y="4312"/>
                </a:lnTo>
                <a:lnTo>
                  <a:pt x="281407" y="3694"/>
                </a:lnTo>
                <a:close/>
                <a:moveTo>
                  <a:pt x="93528" y="3722"/>
                </a:moveTo>
                <a:lnTo>
                  <a:pt x="94231" y="4665"/>
                </a:lnTo>
                <a:lnTo>
                  <a:pt x="93177" y="4193"/>
                </a:lnTo>
                <a:close/>
                <a:moveTo>
                  <a:pt x="218129" y="54067"/>
                </a:moveTo>
                <a:lnTo>
                  <a:pt x="219402" y="54386"/>
                </a:lnTo>
                <a:lnTo>
                  <a:pt x="217492" y="54227"/>
                </a:lnTo>
                <a:close/>
                <a:moveTo>
                  <a:pt x="351148" y="55508"/>
                </a:moveTo>
                <a:lnTo>
                  <a:pt x="351954" y="57049"/>
                </a:lnTo>
                <a:lnTo>
                  <a:pt x="350746" y="56279"/>
                </a:lnTo>
                <a:close/>
                <a:moveTo>
                  <a:pt x="310000" y="46479"/>
                </a:moveTo>
                <a:lnTo>
                  <a:pt x="311603" y="47634"/>
                </a:lnTo>
                <a:lnTo>
                  <a:pt x="309198" y="47056"/>
                </a:lnTo>
                <a:close/>
                <a:moveTo>
                  <a:pt x="208855" y="23568"/>
                </a:moveTo>
                <a:lnTo>
                  <a:pt x="210075" y="24399"/>
                </a:lnTo>
                <a:lnTo>
                  <a:pt x="208245" y="23983"/>
                </a:lnTo>
                <a:close/>
                <a:moveTo>
                  <a:pt x="228727" y="4998"/>
                </a:moveTo>
                <a:lnTo>
                  <a:pt x="229905" y="5680"/>
                </a:lnTo>
                <a:lnTo>
                  <a:pt x="228138" y="5339"/>
                </a:lnTo>
                <a:close/>
                <a:moveTo>
                  <a:pt x="321769" y="70258"/>
                </a:moveTo>
                <a:lnTo>
                  <a:pt x="322501" y="71555"/>
                </a:lnTo>
                <a:lnTo>
                  <a:pt x="321403" y="70906"/>
                </a:lnTo>
                <a:close/>
                <a:moveTo>
                  <a:pt x="46307" y="56868"/>
                </a:moveTo>
                <a:lnTo>
                  <a:pt x="47718" y="58480"/>
                </a:lnTo>
                <a:lnTo>
                  <a:pt x="45601" y="57674"/>
                </a:lnTo>
                <a:close/>
                <a:moveTo>
                  <a:pt x="210634" y="40378"/>
                </a:moveTo>
                <a:lnTo>
                  <a:pt x="212722" y="41018"/>
                </a:lnTo>
                <a:lnTo>
                  <a:pt x="209590" y="40698"/>
                </a:lnTo>
                <a:close/>
                <a:moveTo>
                  <a:pt x="194241" y="22830"/>
                </a:moveTo>
                <a:lnTo>
                  <a:pt x="195523" y="23398"/>
                </a:lnTo>
                <a:lnTo>
                  <a:pt x="193600" y="23114"/>
                </a:lnTo>
                <a:close/>
                <a:moveTo>
                  <a:pt x="145451" y="30812"/>
                </a:moveTo>
                <a:lnTo>
                  <a:pt x="146254" y="32500"/>
                </a:lnTo>
                <a:lnTo>
                  <a:pt x="145050" y="31656"/>
                </a:lnTo>
                <a:close/>
                <a:moveTo>
                  <a:pt x="179982" y="5118"/>
                </a:moveTo>
                <a:lnTo>
                  <a:pt x="181184" y="6318"/>
                </a:lnTo>
                <a:lnTo>
                  <a:pt x="179381" y="5718"/>
                </a:lnTo>
                <a:close/>
                <a:moveTo>
                  <a:pt x="67663" y="56414"/>
                </a:moveTo>
                <a:lnTo>
                  <a:pt x="69775" y="57160"/>
                </a:lnTo>
                <a:lnTo>
                  <a:pt x="66607" y="56787"/>
                </a:lnTo>
                <a:close/>
                <a:moveTo>
                  <a:pt x="230955" y="41792"/>
                </a:moveTo>
                <a:lnTo>
                  <a:pt x="231558" y="42440"/>
                </a:lnTo>
                <a:lnTo>
                  <a:pt x="230653" y="42116"/>
                </a:lnTo>
                <a:close/>
                <a:moveTo>
                  <a:pt x="353992" y="47673"/>
                </a:moveTo>
                <a:lnTo>
                  <a:pt x="355192" y="48994"/>
                </a:lnTo>
                <a:lnTo>
                  <a:pt x="353392" y="48333"/>
                </a:lnTo>
                <a:close/>
                <a:moveTo>
                  <a:pt x="174627" y="10881"/>
                </a:moveTo>
                <a:lnTo>
                  <a:pt x="175261" y="12009"/>
                </a:lnTo>
                <a:lnTo>
                  <a:pt x="174310" y="11445"/>
                </a:lnTo>
                <a:close/>
                <a:moveTo>
                  <a:pt x="72364" y="21459"/>
                </a:moveTo>
                <a:lnTo>
                  <a:pt x="73946" y="22962"/>
                </a:lnTo>
                <a:lnTo>
                  <a:pt x="71574" y="22210"/>
                </a:lnTo>
                <a:close/>
                <a:moveTo>
                  <a:pt x="9240" y="33976"/>
                </a:moveTo>
                <a:lnTo>
                  <a:pt x="11211" y="35705"/>
                </a:lnTo>
                <a:lnTo>
                  <a:pt x="8254" y="34841"/>
                </a:lnTo>
                <a:close/>
                <a:moveTo>
                  <a:pt x="238889" y="19084"/>
                </a:moveTo>
                <a:lnTo>
                  <a:pt x="239876" y="19552"/>
                </a:lnTo>
                <a:lnTo>
                  <a:pt x="238396" y="19318"/>
                </a:lnTo>
                <a:close/>
                <a:moveTo>
                  <a:pt x="90842" y="38022"/>
                </a:moveTo>
                <a:lnTo>
                  <a:pt x="91598" y="39596"/>
                </a:lnTo>
                <a:lnTo>
                  <a:pt x="90464" y="38809"/>
                </a:lnTo>
                <a:close/>
                <a:moveTo>
                  <a:pt x="354025" y="15287"/>
                </a:moveTo>
                <a:lnTo>
                  <a:pt x="355660" y="17021"/>
                </a:lnTo>
                <a:lnTo>
                  <a:pt x="353208" y="16154"/>
                </a:lnTo>
                <a:close/>
                <a:moveTo>
                  <a:pt x="241002" y="45957"/>
                </a:moveTo>
                <a:lnTo>
                  <a:pt x="241608" y="46333"/>
                </a:lnTo>
                <a:lnTo>
                  <a:pt x="240699" y="46145"/>
                </a:lnTo>
                <a:close/>
                <a:moveTo>
                  <a:pt x="146657" y="3821"/>
                </a:moveTo>
                <a:lnTo>
                  <a:pt x="148149" y="5328"/>
                </a:lnTo>
                <a:lnTo>
                  <a:pt x="145911" y="4574"/>
                </a:lnTo>
                <a:close/>
                <a:moveTo>
                  <a:pt x="182294" y="10570"/>
                </a:moveTo>
                <a:lnTo>
                  <a:pt x="184461" y="12102"/>
                </a:lnTo>
                <a:lnTo>
                  <a:pt x="181211" y="11336"/>
                </a:lnTo>
                <a:close/>
                <a:moveTo>
                  <a:pt x="283241" y="14524"/>
                </a:moveTo>
                <a:lnTo>
                  <a:pt x="284515" y="16240"/>
                </a:lnTo>
                <a:lnTo>
                  <a:pt x="282605" y="15382"/>
                </a:lnTo>
                <a:close/>
                <a:moveTo>
                  <a:pt x="282215" y="14566"/>
                </a:moveTo>
                <a:lnTo>
                  <a:pt x="282819" y="15694"/>
                </a:lnTo>
                <a:lnTo>
                  <a:pt x="281912" y="15130"/>
                </a:lnTo>
                <a:close/>
                <a:moveTo>
                  <a:pt x="97541" y="32497"/>
                </a:moveTo>
                <a:lnTo>
                  <a:pt x="98528" y="33701"/>
                </a:lnTo>
                <a:lnTo>
                  <a:pt x="97048" y="33099"/>
                </a:lnTo>
                <a:close/>
                <a:moveTo>
                  <a:pt x="35258" y="62224"/>
                </a:moveTo>
                <a:lnTo>
                  <a:pt x="37079" y="64017"/>
                </a:lnTo>
                <a:lnTo>
                  <a:pt x="34348" y="63121"/>
                </a:lnTo>
                <a:close/>
                <a:moveTo>
                  <a:pt x="42975" y="69381"/>
                </a:moveTo>
                <a:lnTo>
                  <a:pt x="44780" y="70717"/>
                </a:lnTo>
                <a:lnTo>
                  <a:pt x="42073" y="70049"/>
                </a:lnTo>
                <a:close/>
                <a:moveTo>
                  <a:pt x="12099" y="35011"/>
                </a:moveTo>
                <a:lnTo>
                  <a:pt x="14002" y="36070"/>
                </a:lnTo>
                <a:lnTo>
                  <a:pt x="11147" y="35540"/>
                </a:lnTo>
                <a:close/>
                <a:moveTo>
                  <a:pt x="201765" y="48319"/>
                </a:moveTo>
                <a:lnTo>
                  <a:pt x="203106" y="49977"/>
                </a:lnTo>
                <a:lnTo>
                  <a:pt x="201095" y="49148"/>
                </a:lnTo>
                <a:close/>
                <a:moveTo>
                  <a:pt x="325508" y="57555"/>
                </a:moveTo>
                <a:lnTo>
                  <a:pt x="327146" y="58672"/>
                </a:lnTo>
                <a:lnTo>
                  <a:pt x="324689" y="58114"/>
                </a:lnTo>
                <a:close/>
                <a:moveTo>
                  <a:pt x="68210" y="69574"/>
                </a:moveTo>
                <a:lnTo>
                  <a:pt x="69359" y="71222"/>
                </a:lnTo>
                <a:lnTo>
                  <a:pt x="67636" y="70398"/>
                </a:lnTo>
                <a:close/>
                <a:moveTo>
                  <a:pt x="188062" y="33814"/>
                </a:moveTo>
                <a:lnTo>
                  <a:pt x="189921" y="34859"/>
                </a:lnTo>
                <a:lnTo>
                  <a:pt x="187133" y="34337"/>
                </a:lnTo>
                <a:close/>
                <a:moveTo>
                  <a:pt x="48829" y="11425"/>
                </a:moveTo>
                <a:lnTo>
                  <a:pt x="49237" y="12368"/>
                </a:lnTo>
                <a:lnTo>
                  <a:pt x="48626" y="11897"/>
                </a:lnTo>
                <a:close/>
                <a:moveTo>
                  <a:pt x="271690" y="21311"/>
                </a:moveTo>
                <a:lnTo>
                  <a:pt x="273581" y="23042"/>
                </a:lnTo>
                <a:lnTo>
                  <a:pt x="270744" y="22176"/>
                </a:lnTo>
                <a:close/>
                <a:moveTo>
                  <a:pt x="75277" y="44861"/>
                </a:moveTo>
                <a:lnTo>
                  <a:pt x="76526" y="45770"/>
                </a:lnTo>
                <a:lnTo>
                  <a:pt x="74652" y="45316"/>
                </a:lnTo>
                <a:close/>
                <a:moveTo>
                  <a:pt x="104787" y="17281"/>
                </a:moveTo>
                <a:lnTo>
                  <a:pt x="105238" y="18704"/>
                </a:lnTo>
                <a:lnTo>
                  <a:pt x="104562" y="17992"/>
                </a:lnTo>
                <a:close/>
                <a:moveTo>
                  <a:pt x="234535" y="15140"/>
                </a:moveTo>
                <a:lnTo>
                  <a:pt x="236391" y="16524"/>
                </a:lnTo>
                <a:lnTo>
                  <a:pt x="233606" y="15832"/>
                </a:lnTo>
                <a:close/>
                <a:moveTo>
                  <a:pt x="13259" y="71491"/>
                </a:moveTo>
                <a:lnTo>
                  <a:pt x="14366" y="73288"/>
                </a:lnTo>
                <a:lnTo>
                  <a:pt x="12705" y="72390"/>
                </a:lnTo>
                <a:close/>
                <a:moveTo>
                  <a:pt x="23067" y="63536"/>
                </a:moveTo>
                <a:lnTo>
                  <a:pt x="25164" y="63968"/>
                </a:lnTo>
                <a:lnTo>
                  <a:pt x="22019" y="63752"/>
                </a:lnTo>
                <a:close/>
                <a:moveTo>
                  <a:pt x="122265" y="60892"/>
                </a:moveTo>
                <a:lnTo>
                  <a:pt x="124344" y="61851"/>
                </a:lnTo>
                <a:lnTo>
                  <a:pt x="121226" y="61371"/>
                </a:lnTo>
                <a:close/>
                <a:moveTo>
                  <a:pt x="170052" y="49929"/>
                </a:moveTo>
                <a:lnTo>
                  <a:pt x="170840" y="51594"/>
                </a:lnTo>
                <a:lnTo>
                  <a:pt x="169658" y="50761"/>
                </a:lnTo>
                <a:close/>
                <a:moveTo>
                  <a:pt x="287290" y="7604"/>
                </a:moveTo>
                <a:lnTo>
                  <a:pt x="289348" y="8548"/>
                </a:lnTo>
                <a:lnTo>
                  <a:pt x="286261" y="8076"/>
                </a:lnTo>
                <a:close/>
                <a:moveTo>
                  <a:pt x="54460" y="18085"/>
                </a:moveTo>
                <a:lnTo>
                  <a:pt x="55764" y="19151"/>
                </a:lnTo>
                <a:lnTo>
                  <a:pt x="53808" y="18618"/>
                </a:lnTo>
                <a:close/>
                <a:moveTo>
                  <a:pt x="295535" y="43105"/>
                </a:moveTo>
                <a:lnTo>
                  <a:pt x="297719" y="44627"/>
                </a:lnTo>
                <a:lnTo>
                  <a:pt x="294443" y="43866"/>
                </a:lnTo>
                <a:close/>
                <a:moveTo>
                  <a:pt x="92152" y="63420"/>
                </a:moveTo>
                <a:lnTo>
                  <a:pt x="92567" y="64692"/>
                </a:lnTo>
                <a:lnTo>
                  <a:pt x="91945" y="64056"/>
                </a:lnTo>
                <a:close/>
                <a:moveTo>
                  <a:pt x="319488" y="52544"/>
                </a:moveTo>
                <a:lnTo>
                  <a:pt x="321203" y="53936"/>
                </a:lnTo>
                <a:lnTo>
                  <a:pt x="318631" y="53240"/>
                </a:lnTo>
                <a:close/>
                <a:moveTo>
                  <a:pt x="154957" y="44799"/>
                </a:moveTo>
                <a:lnTo>
                  <a:pt x="155508" y="46163"/>
                </a:lnTo>
                <a:lnTo>
                  <a:pt x="154681" y="45481"/>
                </a:lnTo>
                <a:close/>
                <a:moveTo>
                  <a:pt x="83792" y="5174"/>
                </a:moveTo>
                <a:lnTo>
                  <a:pt x="85836" y="6867"/>
                </a:lnTo>
                <a:lnTo>
                  <a:pt x="82770" y="6021"/>
                </a:lnTo>
                <a:close/>
                <a:moveTo>
                  <a:pt x="315576" y="42458"/>
                </a:moveTo>
                <a:lnTo>
                  <a:pt x="316333" y="42926"/>
                </a:lnTo>
                <a:lnTo>
                  <a:pt x="315198" y="42692"/>
                </a:lnTo>
                <a:close/>
                <a:moveTo>
                  <a:pt x="131919" y="22544"/>
                </a:moveTo>
                <a:lnTo>
                  <a:pt x="132725" y="24030"/>
                </a:lnTo>
                <a:lnTo>
                  <a:pt x="131516" y="23287"/>
                </a:lnTo>
                <a:close/>
                <a:moveTo>
                  <a:pt x="35304" y="64595"/>
                </a:moveTo>
                <a:lnTo>
                  <a:pt x="36840" y="65528"/>
                </a:lnTo>
                <a:lnTo>
                  <a:pt x="34535" y="65062"/>
                </a:lnTo>
                <a:close/>
                <a:moveTo>
                  <a:pt x="261416" y="45509"/>
                </a:moveTo>
                <a:lnTo>
                  <a:pt x="262714" y="46943"/>
                </a:lnTo>
                <a:lnTo>
                  <a:pt x="260766" y="46226"/>
                </a:lnTo>
                <a:close/>
                <a:moveTo>
                  <a:pt x="33379" y="35564"/>
                </a:moveTo>
                <a:lnTo>
                  <a:pt x="33741" y="35950"/>
                </a:lnTo>
                <a:lnTo>
                  <a:pt x="33199" y="35757"/>
                </a:lnTo>
                <a:close/>
                <a:moveTo>
                  <a:pt x="178781" y="1952"/>
                </a:moveTo>
                <a:lnTo>
                  <a:pt x="179256" y="2704"/>
                </a:lnTo>
                <a:lnTo>
                  <a:pt x="178543" y="2328"/>
                </a:lnTo>
                <a:close/>
                <a:moveTo>
                  <a:pt x="251600" y="52245"/>
                </a:moveTo>
                <a:lnTo>
                  <a:pt x="253194" y="53490"/>
                </a:lnTo>
                <a:lnTo>
                  <a:pt x="250804" y="52868"/>
                </a:lnTo>
                <a:close/>
                <a:moveTo>
                  <a:pt x="288424" y="1479"/>
                </a:moveTo>
                <a:lnTo>
                  <a:pt x="290355" y="2818"/>
                </a:lnTo>
                <a:lnTo>
                  <a:pt x="287458" y="2148"/>
                </a:lnTo>
                <a:close/>
                <a:moveTo>
                  <a:pt x="289991" y="53133"/>
                </a:moveTo>
                <a:lnTo>
                  <a:pt x="292083" y="54197"/>
                </a:lnTo>
                <a:lnTo>
                  <a:pt x="288944" y="53665"/>
                </a:lnTo>
                <a:close/>
                <a:moveTo>
                  <a:pt x="217290" y="51486"/>
                </a:moveTo>
                <a:lnTo>
                  <a:pt x="218913" y="52573"/>
                </a:lnTo>
                <a:lnTo>
                  <a:pt x="216479" y="52030"/>
                </a:lnTo>
                <a:close/>
                <a:moveTo>
                  <a:pt x="118226" y="64320"/>
                </a:moveTo>
                <a:lnTo>
                  <a:pt x="119801" y="65425"/>
                </a:lnTo>
                <a:lnTo>
                  <a:pt x="117439" y="64873"/>
                </a:lnTo>
                <a:close/>
                <a:moveTo>
                  <a:pt x="108000" y="15312"/>
                </a:moveTo>
                <a:lnTo>
                  <a:pt x="109211" y="15983"/>
                </a:lnTo>
                <a:lnTo>
                  <a:pt x="107395" y="15647"/>
                </a:lnTo>
                <a:close/>
                <a:moveTo>
                  <a:pt x="12167" y="61123"/>
                </a:moveTo>
                <a:lnTo>
                  <a:pt x="13579" y="61775"/>
                </a:lnTo>
                <a:lnTo>
                  <a:pt x="11461" y="61449"/>
                </a:lnTo>
                <a:close/>
                <a:moveTo>
                  <a:pt x="93787" y="2736"/>
                </a:moveTo>
                <a:lnTo>
                  <a:pt x="95487" y="4052"/>
                </a:lnTo>
                <a:lnTo>
                  <a:pt x="92937" y="3394"/>
                </a:lnTo>
                <a:close/>
                <a:moveTo>
                  <a:pt x="38262" y="28622"/>
                </a:moveTo>
                <a:lnTo>
                  <a:pt x="39706" y="29447"/>
                </a:lnTo>
                <a:lnTo>
                  <a:pt x="37539" y="29035"/>
                </a:lnTo>
                <a:close/>
                <a:moveTo>
                  <a:pt x="224771" y="54382"/>
                </a:moveTo>
                <a:lnTo>
                  <a:pt x="226177" y="55673"/>
                </a:lnTo>
                <a:lnTo>
                  <a:pt x="224068" y="55028"/>
                </a:lnTo>
                <a:close/>
                <a:moveTo>
                  <a:pt x="256339" y="38045"/>
                </a:moveTo>
                <a:lnTo>
                  <a:pt x="257967" y="38473"/>
                </a:lnTo>
                <a:lnTo>
                  <a:pt x="255525" y="38259"/>
                </a:lnTo>
                <a:close/>
                <a:moveTo>
                  <a:pt x="305550" y="17227"/>
                </a:moveTo>
                <a:lnTo>
                  <a:pt x="307252" y="18781"/>
                </a:lnTo>
                <a:lnTo>
                  <a:pt x="304699" y="18004"/>
                </a:lnTo>
                <a:close/>
                <a:moveTo>
                  <a:pt x="20040" y="40950"/>
                </a:moveTo>
                <a:lnTo>
                  <a:pt x="21004" y="42689"/>
                </a:lnTo>
                <a:lnTo>
                  <a:pt x="19558" y="41819"/>
                </a:lnTo>
                <a:close/>
                <a:moveTo>
                  <a:pt x="75892" y="5939"/>
                </a:moveTo>
                <a:lnTo>
                  <a:pt x="76752" y="6445"/>
                </a:lnTo>
                <a:lnTo>
                  <a:pt x="75462" y="6192"/>
                </a:lnTo>
                <a:close/>
                <a:moveTo>
                  <a:pt x="322036" y="39832"/>
                </a:moveTo>
                <a:lnTo>
                  <a:pt x="323122" y="41585"/>
                </a:lnTo>
                <a:lnTo>
                  <a:pt x="321493" y="40709"/>
                </a:lnTo>
                <a:close/>
                <a:moveTo>
                  <a:pt x="341529" y="56486"/>
                </a:moveTo>
                <a:lnTo>
                  <a:pt x="341931" y="57112"/>
                </a:lnTo>
                <a:lnTo>
                  <a:pt x="341328" y="56799"/>
                </a:lnTo>
                <a:close/>
                <a:moveTo>
                  <a:pt x="19255" y="119"/>
                </a:moveTo>
                <a:lnTo>
                  <a:pt x="20427" y="1604"/>
                </a:lnTo>
                <a:lnTo>
                  <a:pt x="18669" y="862"/>
                </a:lnTo>
                <a:close/>
                <a:moveTo>
                  <a:pt x="351866" y="12347"/>
                </a:moveTo>
                <a:lnTo>
                  <a:pt x="354059" y="13233"/>
                </a:lnTo>
                <a:lnTo>
                  <a:pt x="350770" y="12790"/>
                </a:lnTo>
                <a:close/>
                <a:moveTo>
                  <a:pt x="129144" y="71610"/>
                </a:moveTo>
                <a:lnTo>
                  <a:pt x="129930" y="72293"/>
                </a:lnTo>
                <a:lnTo>
                  <a:pt x="128751" y="71951"/>
                </a:lnTo>
                <a:close/>
                <a:moveTo>
                  <a:pt x="52776" y="22541"/>
                </a:moveTo>
                <a:lnTo>
                  <a:pt x="53636" y="23482"/>
                </a:lnTo>
                <a:lnTo>
                  <a:pt x="52347" y="23011"/>
                </a:lnTo>
                <a:close/>
                <a:moveTo>
                  <a:pt x="66310" y="69180"/>
                </a:moveTo>
                <a:lnTo>
                  <a:pt x="68424" y="70175"/>
                </a:lnTo>
                <a:lnTo>
                  <a:pt x="65254" y="69678"/>
                </a:lnTo>
                <a:close/>
                <a:moveTo>
                  <a:pt x="221503" y="1226"/>
                </a:moveTo>
                <a:lnTo>
                  <a:pt x="223296" y="1802"/>
                </a:lnTo>
                <a:lnTo>
                  <a:pt x="220606" y="1514"/>
                </a:lnTo>
                <a:close/>
                <a:moveTo>
                  <a:pt x="168584" y="45462"/>
                </a:moveTo>
                <a:lnTo>
                  <a:pt x="170177" y="46051"/>
                </a:lnTo>
                <a:lnTo>
                  <a:pt x="167787" y="45757"/>
                </a:lnTo>
                <a:close/>
                <a:moveTo>
                  <a:pt x="352861" y="55268"/>
                </a:moveTo>
                <a:lnTo>
                  <a:pt x="353605" y="56684"/>
                </a:lnTo>
                <a:lnTo>
                  <a:pt x="352489" y="55976"/>
                </a:lnTo>
                <a:close/>
                <a:moveTo>
                  <a:pt x="21213" y="44275"/>
                </a:moveTo>
                <a:lnTo>
                  <a:pt x="21675" y="45322"/>
                </a:lnTo>
                <a:lnTo>
                  <a:pt x="20983" y="44799"/>
                </a:lnTo>
                <a:close/>
                <a:moveTo>
                  <a:pt x="349879" y="658"/>
                </a:moveTo>
                <a:lnTo>
                  <a:pt x="351869" y="1635"/>
                </a:lnTo>
                <a:lnTo>
                  <a:pt x="348884" y="1147"/>
                </a:lnTo>
                <a:close/>
                <a:moveTo>
                  <a:pt x="187071" y="63914"/>
                </a:moveTo>
                <a:lnTo>
                  <a:pt x="189240" y="65585"/>
                </a:lnTo>
                <a:lnTo>
                  <a:pt x="185987" y="64749"/>
                </a:lnTo>
                <a:close/>
                <a:moveTo>
                  <a:pt x="355854" y="66018"/>
                </a:moveTo>
                <a:lnTo>
                  <a:pt x="356295" y="67813"/>
                </a:lnTo>
                <a:lnTo>
                  <a:pt x="355633" y="66916"/>
                </a:lnTo>
                <a:close/>
                <a:moveTo>
                  <a:pt x="122021" y="30215"/>
                </a:moveTo>
                <a:lnTo>
                  <a:pt x="122765" y="30951"/>
                </a:lnTo>
                <a:lnTo>
                  <a:pt x="121649" y="30583"/>
                </a:lnTo>
                <a:close/>
                <a:moveTo>
                  <a:pt x="207836" y="68959"/>
                </a:moveTo>
                <a:lnTo>
                  <a:pt x="208482" y="69305"/>
                </a:lnTo>
                <a:lnTo>
                  <a:pt x="207513" y="69132"/>
                </a:lnTo>
                <a:close/>
                <a:moveTo>
                  <a:pt x="306844" y="45614"/>
                </a:moveTo>
                <a:lnTo>
                  <a:pt x="307687" y="46110"/>
                </a:lnTo>
                <a:lnTo>
                  <a:pt x="306423" y="45862"/>
                </a:lnTo>
                <a:close/>
                <a:moveTo>
                  <a:pt x="259988" y="57482"/>
                </a:moveTo>
                <a:lnTo>
                  <a:pt x="261585" y="58114"/>
                </a:lnTo>
                <a:lnTo>
                  <a:pt x="259190" y="57798"/>
                </a:lnTo>
                <a:close/>
                <a:moveTo>
                  <a:pt x="90148" y="38653"/>
                </a:moveTo>
                <a:lnTo>
                  <a:pt x="92261" y="39218"/>
                </a:lnTo>
                <a:lnTo>
                  <a:pt x="89092" y="38935"/>
                </a:lnTo>
                <a:close/>
                <a:moveTo>
                  <a:pt x="6963" y="52049"/>
                </a:moveTo>
                <a:lnTo>
                  <a:pt x="7450" y="53712"/>
                </a:lnTo>
                <a:lnTo>
                  <a:pt x="6720" y="52881"/>
                </a:lnTo>
                <a:close/>
                <a:moveTo>
                  <a:pt x="220944" y="38502"/>
                </a:moveTo>
                <a:lnTo>
                  <a:pt x="222325" y="39396"/>
                </a:lnTo>
                <a:lnTo>
                  <a:pt x="220253" y="38949"/>
                </a:lnTo>
                <a:close/>
                <a:moveTo>
                  <a:pt x="160795" y="29533"/>
                </a:moveTo>
                <a:lnTo>
                  <a:pt x="161440" y="30216"/>
                </a:lnTo>
                <a:lnTo>
                  <a:pt x="160472" y="29875"/>
                </a:lnTo>
                <a:close/>
                <a:moveTo>
                  <a:pt x="107625" y="13286"/>
                </a:moveTo>
                <a:lnTo>
                  <a:pt x="108688" y="13814"/>
                </a:lnTo>
                <a:lnTo>
                  <a:pt x="107094" y="13550"/>
                </a:lnTo>
                <a:close/>
                <a:moveTo>
                  <a:pt x="22784" y="36532"/>
                </a:moveTo>
                <a:lnTo>
                  <a:pt x="23234" y="37848"/>
                </a:lnTo>
                <a:lnTo>
                  <a:pt x="22559" y="37190"/>
                </a:lnTo>
                <a:close/>
                <a:moveTo>
                  <a:pt x="6037" y="70279"/>
                </a:moveTo>
                <a:lnTo>
                  <a:pt x="7146" y="71367"/>
                </a:lnTo>
                <a:lnTo>
                  <a:pt x="5482" y="70823"/>
                </a:lnTo>
                <a:close/>
                <a:moveTo>
                  <a:pt x="174449" y="58054"/>
                </a:moveTo>
                <a:lnTo>
                  <a:pt x="174975" y="58494"/>
                </a:lnTo>
                <a:lnTo>
                  <a:pt x="174186" y="58274"/>
                </a:lnTo>
                <a:close/>
                <a:moveTo>
                  <a:pt x="200571" y="71730"/>
                </a:moveTo>
                <a:lnTo>
                  <a:pt x="201266" y="72242"/>
                </a:lnTo>
                <a:lnTo>
                  <a:pt x="200224" y="71986"/>
                </a:lnTo>
                <a:close/>
                <a:moveTo>
                  <a:pt x="281943" y="13983"/>
                </a:moveTo>
                <a:lnTo>
                  <a:pt x="284062" y="15523"/>
                </a:lnTo>
                <a:lnTo>
                  <a:pt x="280884" y="14753"/>
                </a:lnTo>
                <a:close/>
                <a:moveTo>
                  <a:pt x="282514" y="20904"/>
                </a:moveTo>
                <a:lnTo>
                  <a:pt x="283656" y="22173"/>
                </a:lnTo>
                <a:lnTo>
                  <a:pt x="281943" y="21538"/>
                </a:lnTo>
                <a:close/>
                <a:moveTo>
                  <a:pt x="174962" y="49160"/>
                </a:moveTo>
                <a:lnTo>
                  <a:pt x="176172" y="50814"/>
                </a:lnTo>
                <a:lnTo>
                  <a:pt x="174358" y="49987"/>
                </a:lnTo>
                <a:close/>
                <a:moveTo>
                  <a:pt x="29154" y="16377"/>
                </a:moveTo>
                <a:lnTo>
                  <a:pt x="30633" y="18155"/>
                </a:lnTo>
                <a:lnTo>
                  <a:pt x="28414" y="17266"/>
                </a:lnTo>
                <a:close/>
                <a:moveTo>
                  <a:pt x="152208" y="55962"/>
                </a:moveTo>
                <a:lnTo>
                  <a:pt x="153583" y="57681"/>
                </a:lnTo>
                <a:lnTo>
                  <a:pt x="151520" y="56822"/>
                </a:lnTo>
                <a:close/>
                <a:moveTo>
                  <a:pt x="88017" y="47379"/>
                </a:moveTo>
                <a:lnTo>
                  <a:pt x="89460" y="48684"/>
                </a:lnTo>
                <a:lnTo>
                  <a:pt x="87296" y="48031"/>
                </a:lnTo>
                <a:close/>
                <a:moveTo>
                  <a:pt x="218861" y="20746"/>
                </a:moveTo>
                <a:lnTo>
                  <a:pt x="219879" y="22372"/>
                </a:lnTo>
                <a:lnTo>
                  <a:pt x="218352" y="21559"/>
                </a:lnTo>
                <a:close/>
                <a:moveTo>
                  <a:pt x="96602" y="68128"/>
                </a:moveTo>
                <a:lnTo>
                  <a:pt x="98084" y="69585"/>
                </a:lnTo>
                <a:lnTo>
                  <a:pt x="95861" y="68857"/>
                </a:lnTo>
                <a:close/>
                <a:moveTo>
                  <a:pt x="266476" y="34602"/>
                </a:moveTo>
                <a:lnTo>
                  <a:pt x="267815" y="35740"/>
                </a:lnTo>
                <a:lnTo>
                  <a:pt x="265806" y="35171"/>
                </a:lnTo>
                <a:close/>
                <a:moveTo>
                  <a:pt x="287864" y="59787"/>
                </a:moveTo>
                <a:lnTo>
                  <a:pt x="288858" y="60540"/>
                </a:lnTo>
                <a:lnTo>
                  <a:pt x="287366" y="60164"/>
                </a:lnTo>
                <a:close/>
                <a:moveTo>
                  <a:pt x="321621" y="53954"/>
                </a:moveTo>
                <a:lnTo>
                  <a:pt x="323004" y="54805"/>
                </a:lnTo>
                <a:lnTo>
                  <a:pt x="320930" y="54379"/>
                </a:lnTo>
                <a:close/>
                <a:moveTo>
                  <a:pt x="99597" y="38208"/>
                </a:moveTo>
                <a:lnTo>
                  <a:pt x="100884" y="39561"/>
                </a:lnTo>
                <a:lnTo>
                  <a:pt x="98953" y="38884"/>
                </a:lnTo>
                <a:close/>
                <a:moveTo>
                  <a:pt x="239313" y="27039"/>
                </a:moveTo>
                <a:lnTo>
                  <a:pt x="240741" y="27683"/>
                </a:lnTo>
                <a:lnTo>
                  <a:pt x="238598" y="27361"/>
                </a:lnTo>
                <a:close/>
                <a:moveTo>
                  <a:pt x="266176" y="59062"/>
                </a:moveTo>
                <a:lnTo>
                  <a:pt x="267390" y="60577"/>
                </a:lnTo>
                <a:lnTo>
                  <a:pt x="265569" y="59819"/>
                </a:lnTo>
                <a:close/>
                <a:moveTo>
                  <a:pt x="19976" y="67765"/>
                </a:moveTo>
                <a:lnTo>
                  <a:pt x="20671" y="69498"/>
                </a:lnTo>
                <a:lnTo>
                  <a:pt x="19629" y="68631"/>
                </a:lnTo>
                <a:close/>
                <a:moveTo>
                  <a:pt x="288038" y="16654"/>
                </a:moveTo>
                <a:lnTo>
                  <a:pt x="289331" y="18101"/>
                </a:lnTo>
                <a:lnTo>
                  <a:pt x="287391" y="17377"/>
                </a:lnTo>
                <a:close/>
                <a:moveTo>
                  <a:pt x="20881" y="50277"/>
                </a:moveTo>
                <a:lnTo>
                  <a:pt x="22319" y="51351"/>
                </a:lnTo>
                <a:lnTo>
                  <a:pt x="20162" y="50814"/>
                </a:lnTo>
                <a:close/>
                <a:moveTo>
                  <a:pt x="168356" y="175"/>
                </a:moveTo>
                <a:lnTo>
                  <a:pt x="170362" y="1407"/>
                </a:lnTo>
                <a:lnTo>
                  <a:pt x="167354" y="791"/>
                </a:lnTo>
                <a:close/>
                <a:moveTo>
                  <a:pt x="109405" y="26815"/>
                </a:moveTo>
                <a:lnTo>
                  <a:pt x="110638" y="27300"/>
                </a:lnTo>
                <a:lnTo>
                  <a:pt x="108789" y="27058"/>
                </a:lnTo>
                <a:close/>
                <a:moveTo>
                  <a:pt x="168314" y="47520"/>
                </a:moveTo>
                <a:lnTo>
                  <a:pt x="170419" y="49312"/>
                </a:lnTo>
                <a:lnTo>
                  <a:pt x="167261" y="48416"/>
                </a:lnTo>
                <a:close/>
                <a:moveTo>
                  <a:pt x="83347" y="30351"/>
                </a:moveTo>
                <a:lnTo>
                  <a:pt x="84936" y="31689"/>
                </a:lnTo>
                <a:lnTo>
                  <a:pt x="82553" y="31020"/>
                </a:lnTo>
                <a:close/>
                <a:moveTo>
                  <a:pt x="343256" y="16316"/>
                </a:moveTo>
                <a:lnTo>
                  <a:pt x="344201" y="16673"/>
                </a:lnTo>
                <a:lnTo>
                  <a:pt x="342784" y="16494"/>
                </a:lnTo>
                <a:close/>
                <a:moveTo>
                  <a:pt x="172444" y="36507"/>
                </a:moveTo>
                <a:lnTo>
                  <a:pt x="174321" y="37032"/>
                </a:lnTo>
                <a:lnTo>
                  <a:pt x="171505" y="36769"/>
                </a:lnTo>
                <a:close/>
                <a:moveTo>
                  <a:pt x="278768" y="42754"/>
                </a:moveTo>
                <a:lnTo>
                  <a:pt x="279925" y="43131"/>
                </a:lnTo>
                <a:lnTo>
                  <a:pt x="278190" y="42942"/>
                </a:lnTo>
                <a:close/>
                <a:moveTo>
                  <a:pt x="348714" y="17044"/>
                </a:moveTo>
                <a:lnTo>
                  <a:pt x="349248" y="18239"/>
                </a:lnTo>
                <a:lnTo>
                  <a:pt x="348447" y="17642"/>
                </a:lnTo>
                <a:close/>
                <a:moveTo>
                  <a:pt x="175649" y="48254"/>
                </a:moveTo>
                <a:lnTo>
                  <a:pt x="176092" y="49694"/>
                </a:lnTo>
                <a:lnTo>
                  <a:pt x="175428" y="48974"/>
                </a:lnTo>
                <a:close/>
                <a:moveTo>
                  <a:pt x="213539" y="54823"/>
                </a:moveTo>
                <a:lnTo>
                  <a:pt x="214131" y="55142"/>
                </a:lnTo>
                <a:lnTo>
                  <a:pt x="213243" y="54983"/>
                </a:lnTo>
                <a:close/>
                <a:moveTo>
                  <a:pt x="44363" y="2653"/>
                </a:moveTo>
                <a:lnTo>
                  <a:pt x="46337" y="3283"/>
                </a:lnTo>
                <a:lnTo>
                  <a:pt x="43375" y="2968"/>
                </a:lnTo>
                <a:close/>
                <a:moveTo>
                  <a:pt x="106414" y="9816"/>
                </a:moveTo>
                <a:lnTo>
                  <a:pt x="107535" y="10222"/>
                </a:lnTo>
                <a:lnTo>
                  <a:pt x="105853" y="10019"/>
                </a:lnTo>
                <a:close/>
                <a:moveTo>
                  <a:pt x="235399" y="36237"/>
                </a:moveTo>
                <a:lnTo>
                  <a:pt x="235807" y="37481"/>
                </a:lnTo>
                <a:lnTo>
                  <a:pt x="235195" y="36859"/>
                </a:lnTo>
                <a:close/>
                <a:moveTo>
                  <a:pt x="159303" y="39038"/>
                </a:moveTo>
                <a:lnTo>
                  <a:pt x="160697" y="39616"/>
                </a:lnTo>
                <a:lnTo>
                  <a:pt x="158605" y="39327"/>
                </a:lnTo>
                <a:close/>
                <a:moveTo>
                  <a:pt x="338535" y="68730"/>
                </a:moveTo>
                <a:lnTo>
                  <a:pt x="340283" y="69179"/>
                </a:lnTo>
                <a:lnTo>
                  <a:pt x="337661" y="68954"/>
                </a:lnTo>
                <a:close/>
                <a:moveTo>
                  <a:pt x="289813" y="42716"/>
                </a:moveTo>
                <a:lnTo>
                  <a:pt x="291080" y="43272"/>
                </a:lnTo>
                <a:lnTo>
                  <a:pt x="289179" y="42994"/>
                </a:lnTo>
                <a:close/>
                <a:moveTo>
                  <a:pt x="280071" y="25265"/>
                </a:moveTo>
                <a:lnTo>
                  <a:pt x="281489" y="26057"/>
                </a:lnTo>
                <a:lnTo>
                  <a:pt x="279361" y="25661"/>
                </a:lnTo>
                <a:close/>
                <a:moveTo>
                  <a:pt x="33958" y="11862"/>
                </a:moveTo>
                <a:lnTo>
                  <a:pt x="34370" y="12773"/>
                </a:lnTo>
                <a:lnTo>
                  <a:pt x="33752" y="12318"/>
                </a:lnTo>
                <a:close/>
                <a:moveTo>
                  <a:pt x="37965" y="7514"/>
                </a:moveTo>
                <a:lnTo>
                  <a:pt x="40148" y="8910"/>
                </a:lnTo>
                <a:lnTo>
                  <a:pt x="36874" y="8212"/>
                </a:lnTo>
                <a:close/>
                <a:moveTo>
                  <a:pt x="241220" y="54579"/>
                </a:moveTo>
                <a:lnTo>
                  <a:pt x="242045" y="55149"/>
                </a:lnTo>
                <a:lnTo>
                  <a:pt x="240808" y="54864"/>
                </a:lnTo>
                <a:close/>
                <a:moveTo>
                  <a:pt x="135164" y="43147"/>
                </a:moveTo>
                <a:lnTo>
                  <a:pt x="136392" y="43688"/>
                </a:lnTo>
                <a:lnTo>
                  <a:pt x="134550" y="43417"/>
                </a:lnTo>
                <a:close/>
                <a:moveTo>
                  <a:pt x="202757" y="41980"/>
                </a:moveTo>
                <a:lnTo>
                  <a:pt x="203384" y="43332"/>
                </a:lnTo>
                <a:lnTo>
                  <a:pt x="202444" y="42656"/>
                </a:lnTo>
                <a:close/>
                <a:moveTo>
                  <a:pt x="263353" y="20639"/>
                </a:moveTo>
                <a:lnTo>
                  <a:pt x="264272" y="21053"/>
                </a:lnTo>
                <a:lnTo>
                  <a:pt x="262894" y="20846"/>
                </a:lnTo>
                <a:close/>
                <a:moveTo>
                  <a:pt x="6008" y="331"/>
                </a:moveTo>
                <a:lnTo>
                  <a:pt x="7907" y="761"/>
                </a:lnTo>
                <a:lnTo>
                  <a:pt x="5058" y="546"/>
                </a:lnTo>
                <a:close/>
                <a:moveTo>
                  <a:pt x="246891" y="16704"/>
                </a:moveTo>
                <a:lnTo>
                  <a:pt x="248627" y="18417"/>
                </a:lnTo>
                <a:lnTo>
                  <a:pt x="246024" y="17561"/>
                </a:lnTo>
                <a:close/>
                <a:moveTo>
                  <a:pt x="5115" y="24269"/>
                </a:moveTo>
                <a:lnTo>
                  <a:pt x="6062" y="25900"/>
                </a:lnTo>
                <a:lnTo>
                  <a:pt x="4641" y="25084"/>
                </a:lnTo>
                <a:close/>
                <a:moveTo>
                  <a:pt x="114277" y="62295"/>
                </a:moveTo>
                <a:lnTo>
                  <a:pt x="114933" y="63994"/>
                </a:lnTo>
                <a:lnTo>
                  <a:pt x="113949" y="63145"/>
                </a:lnTo>
                <a:close/>
                <a:moveTo>
                  <a:pt x="78346" y="58642"/>
                </a:moveTo>
                <a:lnTo>
                  <a:pt x="79025" y="60370"/>
                </a:lnTo>
                <a:lnTo>
                  <a:pt x="78007" y="59506"/>
                </a:lnTo>
                <a:close/>
                <a:moveTo>
                  <a:pt x="247029" y="18733"/>
                </a:moveTo>
                <a:lnTo>
                  <a:pt x="247650" y="19495"/>
                </a:lnTo>
                <a:lnTo>
                  <a:pt x="246719" y="19114"/>
                </a:lnTo>
                <a:close/>
                <a:moveTo>
                  <a:pt x="93384" y="41619"/>
                </a:moveTo>
                <a:lnTo>
                  <a:pt x="93985" y="42437"/>
                </a:lnTo>
                <a:lnTo>
                  <a:pt x="93084" y="42028"/>
                </a:lnTo>
                <a:close/>
                <a:moveTo>
                  <a:pt x="276113" y="54162"/>
                </a:moveTo>
                <a:lnTo>
                  <a:pt x="277835" y="55575"/>
                </a:lnTo>
                <a:lnTo>
                  <a:pt x="275252" y="54868"/>
                </a:lnTo>
                <a:close/>
                <a:moveTo>
                  <a:pt x="357556" y="60624"/>
                </a:moveTo>
                <a:lnTo>
                  <a:pt x="358837" y="62159"/>
                </a:lnTo>
                <a:lnTo>
                  <a:pt x="356915" y="61391"/>
                </a:lnTo>
                <a:close/>
                <a:moveTo>
                  <a:pt x="4856" y="30039"/>
                </a:moveTo>
                <a:lnTo>
                  <a:pt x="6479" y="31613"/>
                </a:lnTo>
                <a:lnTo>
                  <a:pt x="4045" y="30826"/>
                </a:lnTo>
                <a:close/>
                <a:moveTo>
                  <a:pt x="208915" y="20681"/>
                </a:moveTo>
                <a:lnTo>
                  <a:pt x="210000" y="22103"/>
                </a:lnTo>
                <a:lnTo>
                  <a:pt x="208373" y="21392"/>
                </a:lnTo>
                <a:close/>
                <a:moveTo>
                  <a:pt x="298308" y="23825"/>
                </a:moveTo>
                <a:lnTo>
                  <a:pt x="299200" y="25375"/>
                </a:lnTo>
                <a:lnTo>
                  <a:pt x="297862" y="24600"/>
                </a:lnTo>
                <a:close/>
                <a:moveTo>
                  <a:pt x="71752" y="28856"/>
                </a:moveTo>
                <a:lnTo>
                  <a:pt x="73882" y="29515"/>
                </a:lnTo>
                <a:lnTo>
                  <a:pt x="70688" y="29186"/>
                </a:lnTo>
                <a:close/>
                <a:moveTo>
                  <a:pt x="243606" y="26398"/>
                </a:moveTo>
                <a:lnTo>
                  <a:pt x="244018" y="28191"/>
                </a:lnTo>
                <a:lnTo>
                  <a:pt x="243399" y="27295"/>
                </a:lnTo>
                <a:close/>
                <a:moveTo>
                  <a:pt x="308076" y="14023"/>
                </a:moveTo>
                <a:lnTo>
                  <a:pt x="309733" y="14704"/>
                </a:lnTo>
                <a:lnTo>
                  <a:pt x="307247" y="14363"/>
                </a:lnTo>
                <a:close/>
                <a:moveTo>
                  <a:pt x="204050" y="8214"/>
                </a:moveTo>
                <a:lnTo>
                  <a:pt x="206238" y="9633"/>
                </a:lnTo>
                <a:lnTo>
                  <a:pt x="202956" y="8924"/>
                </a:lnTo>
                <a:close/>
                <a:moveTo>
                  <a:pt x="57502" y="7"/>
                </a:moveTo>
                <a:lnTo>
                  <a:pt x="58515" y="1378"/>
                </a:lnTo>
                <a:lnTo>
                  <a:pt x="56995" y="692"/>
                </a:lnTo>
                <a:close/>
                <a:moveTo>
                  <a:pt x="174920" y="53206"/>
                </a:moveTo>
                <a:lnTo>
                  <a:pt x="175593" y="53572"/>
                </a:lnTo>
                <a:lnTo>
                  <a:pt x="174584" y="53389"/>
                </a:lnTo>
                <a:close/>
                <a:moveTo>
                  <a:pt x="242364" y="43591"/>
                </a:moveTo>
                <a:lnTo>
                  <a:pt x="243758" y="45146"/>
                </a:lnTo>
                <a:lnTo>
                  <a:pt x="241667" y="44368"/>
                </a:lnTo>
                <a:close/>
                <a:moveTo>
                  <a:pt x="45525" y="48913"/>
                </a:moveTo>
                <a:lnTo>
                  <a:pt x="47616" y="50473"/>
                </a:lnTo>
                <a:lnTo>
                  <a:pt x="44479" y="49693"/>
                </a:lnTo>
                <a:close/>
                <a:moveTo>
                  <a:pt x="90056" y="36833"/>
                </a:moveTo>
                <a:lnTo>
                  <a:pt x="91623" y="38609"/>
                </a:lnTo>
                <a:lnTo>
                  <a:pt x="89272" y="37721"/>
                </a:lnTo>
                <a:close/>
                <a:moveTo>
                  <a:pt x="131244" y="56685"/>
                </a:moveTo>
                <a:lnTo>
                  <a:pt x="131942" y="57634"/>
                </a:lnTo>
                <a:lnTo>
                  <a:pt x="130895" y="57160"/>
                </a:lnTo>
                <a:close/>
                <a:moveTo>
                  <a:pt x="266213" y="20451"/>
                </a:moveTo>
                <a:lnTo>
                  <a:pt x="268175" y="21183"/>
                </a:lnTo>
                <a:lnTo>
                  <a:pt x="265233" y="20817"/>
                </a:lnTo>
                <a:close/>
                <a:moveTo>
                  <a:pt x="349042" y="19759"/>
                </a:moveTo>
                <a:lnTo>
                  <a:pt x="349804" y="20825"/>
                </a:lnTo>
                <a:lnTo>
                  <a:pt x="348661" y="20292"/>
                </a:lnTo>
                <a:close/>
                <a:moveTo>
                  <a:pt x="4766" y="18948"/>
                </a:moveTo>
                <a:lnTo>
                  <a:pt x="6891" y="20238"/>
                </a:lnTo>
                <a:lnTo>
                  <a:pt x="3703" y="19593"/>
                </a:lnTo>
                <a:close/>
                <a:moveTo>
                  <a:pt x="18610" y="49240"/>
                </a:moveTo>
                <a:lnTo>
                  <a:pt x="19681" y="50523"/>
                </a:lnTo>
                <a:lnTo>
                  <a:pt x="18075" y="49882"/>
                </a:lnTo>
                <a:close/>
                <a:moveTo>
                  <a:pt x="330345" y="68999"/>
                </a:moveTo>
                <a:lnTo>
                  <a:pt x="332251" y="70133"/>
                </a:lnTo>
                <a:lnTo>
                  <a:pt x="329392" y="69566"/>
                </a:lnTo>
                <a:close/>
                <a:moveTo>
                  <a:pt x="80203" y="30665"/>
                </a:moveTo>
                <a:lnTo>
                  <a:pt x="81781" y="31944"/>
                </a:lnTo>
                <a:lnTo>
                  <a:pt x="79414" y="31304"/>
                </a:lnTo>
                <a:close/>
                <a:moveTo>
                  <a:pt x="148743" y="25423"/>
                </a:moveTo>
                <a:lnTo>
                  <a:pt x="150107" y="26192"/>
                </a:lnTo>
                <a:lnTo>
                  <a:pt x="148060" y="25808"/>
                </a:lnTo>
                <a:close/>
                <a:moveTo>
                  <a:pt x="267941" y="59499"/>
                </a:moveTo>
                <a:lnTo>
                  <a:pt x="269174" y="60344"/>
                </a:lnTo>
                <a:lnTo>
                  <a:pt x="267325" y="59922"/>
                </a:lnTo>
                <a:close/>
                <a:moveTo>
                  <a:pt x="120285" y="20904"/>
                </a:moveTo>
                <a:lnTo>
                  <a:pt x="121810" y="22361"/>
                </a:lnTo>
                <a:lnTo>
                  <a:pt x="119522" y="21632"/>
                </a:lnTo>
                <a:close/>
                <a:moveTo>
                  <a:pt x="210765" y="33837"/>
                </a:moveTo>
                <a:lnTo>
                  <a:pt x="212769" y="35277"/>
                </a:lnTo>
                <a:lnTo>
                  <a:pt x="209762" y="34557"/>
                </a:lnTo>
                <a:close/>
                <a:moveTo>
                  <a:pt x="181271" y="14334"/>
                </a:moveTo>
                <a:lnTo>
                  <a:pt x="183246" y="15754"/>
                </a:lnTo>
                <a:lnTo>
                  <a:pt x="180284" y="15044"/>
                </a:lnTo>
                <a:close/>
                <a:moveTo>
                  <a:pt x="129443" y="20328"/>
                </a:moveTo>
                <a:lnTo>
                  <a:pt x="131517" y="21308"/>
                </a:lnTo>
                <a:lnTo>
                  <a:pt x="128406" y="20818"/>
                </a:lnTo>
                <a:close/>
                <a:moveTo>
                  <a:pt x="353172" y="50277"/>
                </a:moveTo>
                <a:lnTo>
                  <a:pt x="354563" y="51399"/>
                </a:lnTo>
                <a:lnTo>
                  <a:pt x="352476" y="50838"/>
                </a:lnTo>
                <a:close/>
                <a:moveTo>
                  <a:pt x="79964" y="9474"/>
                </a:moveTo>
                <a:lnTo>
                  <a:pt x="82150" y="10722"/>
                </a:lnTo>
                <a:lnTo>
                  <a:pt x="78872" y="10098"/>
                </a:lnTo>
                <a:close/>
                <a:moveTo>
                  <a:pt x="195349" y="2222"/>
                </a:moveTo>
                <a:lnTo>
                  <a:pt x="197406" y="3576"/>
                </a:lnTo>
                <a:lnTo>
                  <a:pt x="194321" y="2899"/>
                </a:lnTo>
                <a:close/>
                <a:moveTo>
                  <a:pt x="57779" y="29966"/>
                </a:moveTo>
                <a:lnTo>
                  <a:pt x="58223" y="31701"/>
                </a:lnTo>
                <a:lnTo>
                  <a:pt x="57558" y="30833"/>
                </a:lnTo>
                <a:close/>
                <a:moveTo>
                  <a:pt x="114912" y="14166"/>
                </a:moveTo>
                <a:lnTo>
                  <a:pt x="115969" y="14665"/>
                </a:lnTo>
                <a:lnTo>
                  <a:pt x="114383" y="14416"/>
                </a:lnTo>
                <a:close/>
                <a:moveTo>
                  <a:pt x="66766" y="42219"/>
                </a:moveTo>
                <a:lnTo>
                  <a:pt x="67623" y="43593"/>
                </a:lnTo>
                <a:lnTo>
                  <a:pt x="66337" y="42906"/>
                </a:lnTo>
                <a:close/>
                <a:moveTo>
                  <a:pt x="124960" y="69487"/>
                </a:moveTo>
                <a:lnTo>
                  <a:pt x="125599" y="70588"/>
                </a:lnTo>
                <a:lnTo>
                  <a:pt x="124640" y="70038"/>
                </a:lnTo>
                <a:close/>
                <a:moveTo>
                  <a:pt x="155933" y="30910"/>
                </a:moveTo>
                <a:lnTo>
                  <a:pt x="157356" y="32674"/>
                </a:lnTo>
                <a:lnTo>
                  <a:pt x="155221" y="31792"/>
                </a:lnTo>
                <a:close/>
                <a:moveTo>
                  <a:pt x="274168" y="1910"/>
                </a:moveTo>
                <a:lnTo>
                  <a:pt x="276269" y="3093"/>
                </a:lnTo>
                <a:lnTo>
                  <a:pt x="273117" y="2501"/>
                </a:lnTo>
                <a:close/>
                <a:moveTo>
                  <a:pt x="302774" y="39104"/>
                </a:moveTo>
                <a:lnTo>
                  <a:pt x="303956" y="39521"/>
                </a:lnTo>
                <a:lnTo>
                  <a:pt x="302183" y="39312"/>
                </a:lnTo>
                <a:close/>
                <a:moveTo>
                  <a:pt x="23702" y="8796"/>
                </a:moveTo>
                <a:lnTo>
                  <a:pt x="25793" y="9211"/>
                </a:lnTo>
                <a:lnTo>
                  <a:pt x="22657" y="9003"/>
                </a:lnTo>
                <a:close/>
                <a:moveTo>
                  <a:pt x="141441" y="38157"/>
                </a:moveTo>
                <a:lnTo>
                  <a:pt x="142371" y="38840"/>
                </a:lnTo>
                <a:lnTo>
                  <a:pt x="140975" y="38499"/>
                </a:lnTo>
                <a:close/>
                <a:moveTo>
                  <a:pt x="329281" y="54500"/>
                </a:moveTo>
                <a:lnTo>
                  <a:pt x="331138" y="55135"/>
                </a:lnTo>
                <a:lnTo>
                  <a:pt x="328352" y="54817"/>
                </a:lnTo>
                <a:close/>
                <a:moveTo>
                  <a:pt x="280495" y="22703"/>
                </a:moveTo>
                <a:lnTo>
                  <a:pt x="281952" y="23646"/>
                </a:lnTo>
                <a:lnTo>
                  <a:pt x="279766" y="23175"/>
                </a:lnTo>
                <a:close/>
                <a:moveTo>
                  <a:pt x="71180" y="2824"/>
                </a:moveTo>
                <a:lnTo>
                  <a:pt x="72507" y="3371"/>
                </a:lnTo>
                <a:lnTo>
                  <a:pt x="70517" y="3098"/>
                </a:lnTo>
                <a:close/>
                <a:moveTo>
                  <a:pt x="129852" y="45258"/>
                </a:moveTo>
                <a:lnTo>
                  <a:pt x="130792" y="46231"/>
                </a:lnTo>
                <a:lnTo>
                  <a:pt x="129382" y="45745"/>
                </a:lnTo>
                <a:close/>
                <a:moveTo>
                  <a:pt x="327982" y="68637"/>
                </a:moveTo>
                <a:lnTo>
                  <a:pt x="329332" y="69675"/>
                </a:lnTo>
                <a:lnTo>
                  <a:pt x="327307" y="69156"/>
                </a:lnTo>
                <a:close/>
                <a:moveTo>
                  <a:pt x="1341" y="9823"/>
                </a:moveTo>
                <a:lnTo>
                  <a:pt x="3385" y="11014"/>
                </a:lnTo>
                <a:lnTo>
                  <a:pt x="319" y="10419"/>
                </a:lnTo>
                <a:close/>
                <a:moveTo>
                  <a:pt x="335056" y="48648"/>
                </a:moveTo>
                <a:lnTo>
                  <a:pt x="336349" y="50202"/>
                </a:lnTo>
                <a:lnTo>
                  <a:pt x="334410" y="49425"/>
                </a:lnTo>
                <a:close/>
                <a:moveTo>
                  <a:pt x="67851" y="3915"/>
                </a:moveTo>
                <a:lnTo>
                  <a:pt x="69494" y="4795"/>
                </a:lnTo>
                <a:lnTo>
                  <a:pt x="67030" y="4355"/>
                </a:lnTo>
                <a:close/>
                <a:moveTo>
                  <a:pt x="138951" y="54800"/>
                </a:moveTo>
                <a:lnTo>
                  <a:pt x="140019" y="55357"/>
                </a:lnTo>
                <a:lnTo>
                  <a:pt x="138417" y="55079"/>
                </a:lnTo>
                <a:close/>
                <a:moveTo>
                  <a:pt x="245217" y="30839"/>
                </a:moveTo>
                <a:lnTo>
                  <a:pt x="246245" y="31434"/>
                </a:lnTo>
                <a:lnTo>
                  <a:pt x="244704" y="31136"/>
                </a:lnTo>
                <a:close/>
                <a:moveTo>
                  <a:pt x="164268" y="30311"/>
                </a:moveTo>
                <a:lnTo>
                  <a:pt x="165685" y="31035"/>
                </a:lnTo>
                <a:lnTo>
                  <a:pt x="163559" y="30673"/>
                </a:lnTo>
                <a:close/>
                <a:moveTo>
                  <a:pt x="312713" y="44628"/>
                </a:moveTo>
                <a:lnTo>
                  <a:pt x="314875" y="45924"/>
                </a:lnTo>
                <a:lnTo>
                  <a:pt x="311632" y="45276"/>
                </a:lnTo>
                <a:close/>
                <a:moveTo>
                  <a:pt x="155493" y="42438"/>
                </a:moveTo>
                <a:lnTo>
                  <a:pt x="157024" y="43566"/>
                </a:lnTo>
                <a:lnTo>
                  <a:pt x="154727" y="43002"/>
                </a:lnTo>
                <a:close/>
                <a:moveTo>
                  <a:pt x="248746" y="41793"/>
                </a:moveTo>
                <a:lnTo>
                  <a:pt x="249256" y="42886"/>
                </a:lnTo>
                <a:lnTo>
                  <a:pt x="248491" y="42340"/>
                </a:lnTo>
                <a:close/>
                <a:moveTo>
                  <a:pt x="57666" y="2628"/>
                </a:moveTo>
                <a:lnTo>
                  <a:pt x="59212" y="3993"/>
                </a:lnTo>
                <a:lnTo>
                  <a:pt x="56893" y="3311"/>
                </a:lnTo>
                <a:close/>
                <a:moveTo>
                  <a:pt x="239273" y="25232"/>
                </a:moveTo>
                <a:lnTo>
                  <a:pt x="240720" y="26362"/>
                </a:lnTo>
                <a:lnTo>
                  <a:pt x="238549" y="25797"/>
                </a:lnTo>
                <a:close/>
                <a:moveTo>
                  <a:pt x="337793" y="71777"/>
                </a:moveTo>
                <a:lnTo>
                  <a:pt x="338190" y="72827"/>
                </a:lnTo>
                <a:lnTo>
                  <a:pt x="337594" y="72302"/>
                </a:lnTo>
                <a:close/>
                <a:moveTo>
                  <a:pt x="160395" y="30604"/>
                </a:moveTo>
                <a:lnTo>
                  <a:pt x="161299" y="31789"/>
                </a:lnTo>
                <a:lnTo>
                  <a:pt x="159942" y="31196"/>
                </a:lnTo>
                <a:close/>
                <a:moveTo>
                  <a:pt x="258371" y="23668"/>
                </a:moveTo>
                <a:lnTo>
                  <a:pt x="259066" y="24810"/>
                </a:lnTo>
                <a:lnTo>
                  <a:pt x="258023" y="24239"/>
                </a:lnTo>
                <a:close/>
                <a:moveTo>
                  <a:pt x="160578" y="4416"/>
                </a:moveTo>
                <a:lnTo>
                  <a:pt x="161037" y="6077"/>
                </a:lnTo>
                <a:lnTo>
                  <a:pt x="160348" y="5247"/>
                </a:lnTo>
                <a:close/>
                <a:moveTo>
                  <a:pt x="267087" y="57344"/>
                </a:moveTo>
                <a:lnTo>
                  <a:pt x="269270" y="58468"/>
                </a:lnTo>
                <a:lnTo>
                  <a:pt x="265996" y="57906"/>
                </a:lnTo>
                <a:close/>
                <a:moveTo>
                  <a:pt x="38548" y="59605"/>
                </a:moveTo>
                <a:lnTo>
                  <a:pt x="39499" y="61026"/>
                </a:lnTo>
                <a:lnTo>
                  <a:pt x="38072" y="60315"/>
                </a:lnTo>
                <a:close/>
                <a:moveTo>
                  <a:pt x="54456" y="39409"/>
                </a:moveTo>
                <a:lnTo>
                  <a:pt x="55431" y="40839"/>
                </a:lnTo>
                <a:lnTo>
                  <a:pt x="53969" y="40124"/>
                </a:lnTo>
                <a:close/>
                <a:moveTo>
                  <a:pt x="155007" y="18412"/>
                </a:moveTo>
                <a:lnTo>
                  <a:pt x="157081" y="20208"/>
                </a:lnTo>
                <a:lnTo>
                  <a:pt x="153970" y="19310"/>
                </a:lnTo>
                <a:close/>
                <a:moveTo>
                  <a:pt x="253048" y="4021"/>
                </a:moveTo>
                <a:lnTo>
                  <a:pt x="254497" y="5580"/>
                </a:lnTo>
                <a:lnTo>
                  <a:pt x="252324" y="4801"/>
                </a:lnTo>
                <a:close/>
                <a:moveTo>
                  <a:pt x="242973" y="40494"/>
                </a:moveTo>
                <a:lnTo>
                  <a:pt x="244533" y="41728"/>
                </a:lnTo>
                <a:lnTo>
                  <a:pt x="242193" y="41111"/>
                </a:lnTo>
                <a:close/>
                <a:moveTo>
                  <a:pt x="122290" y="36993"/>
                </a:moveTo>
                <a:lnTo>
                  <a:pt x="123726" y="38227"/>
                </a:lnTo>
                <a:lnTo>
                  <a:pt x="121573" y="37610"/>
                </a:lnTo>
                <a:close/>
                <a:moveTo>
                  <a:pt x="267277" y="8674"/>
                </a:moveTo>
                <a:lnTo>
                  <a:pt x="269099" y="9334"/>
                </a:lnTo>
                <a:lnTo>
                  <a:pt x="266366" y="9004"/>
                </a:lnTo>
                <a:close/>
                <a:moveTo>
                  <a:pt x="55284" y="56300"/>
                </a:moveTo>
                <a:lnTo>
                  <a:pt x="56951" y="57754"/>
                </a:lnTo>
                <a:lnTo>
                  <a:pt x="54451" y="57027"/>
                </a:lnTo>
                <a:close/>
                <a:moveTo>
                  <a:pt x="233498" y="2581"/>
                </a:moveTo>
                <a:lnTo>
                  <a:pt x="234264" y="2923"/>
                </a:lnTo>
                <a:lnTo>
                  <a:pt x="233115" y="2752"/>
                </a:lnTo>
                <a:close/>
                <a:moveTo>
                  <a:pt x="261215" y="56984"/>
                </a:moveTo>
                <a:lnTo>
                  <a:pt x="262167" y="58512"/>
                </a:lnTo>
                <a:lnTo>
                  <a:pt x="260739" y="57748"/>
                </a:lnTo>
                <a:close/>
                <a:moveTo>
                  <a:pt x="168410" y="32539"/>
                </a:moveTo>
                <a:lnTo>
                  <a:pt x="170431" y="33206"/>
                </a:lnTo>
                <a:lnTo>
                  <a:pt x="167399" y="32873"/>
                </a:lnTo>
                <a:close/>
                <a:moveTo>
                  <a:pt x="130833" y="51430"/>
                </a:moveTo>
                <a:lnTo>
                  <a:pt x="132905" y="52865"/>
                </a:lnTo>
                <a:lnTo>
                  <a:pt x="129797" y="52147"/>
                </a:lnTo>
                <a:close/>
                <a:moveTo>
                  <a:pt x="11975" y="44324"/>
                </a:moveTo>
                <a:lnTo>
                  <a:pt x="13487" y="45810"/>
                </a:lnTo>
                <a:lnTo>
                  <a:pt x="11219" y="45067"/>
                </a:lnTo>
                <a:close/>
                <a:moveTo>
                  <a:pt x="178264" y="60608"/>
                </a:moveTo>
                <a:lnTo>
                  <a:pt x="178901" y="61685"/>
                </a:lnTo>
                <a:lnTo>
                  <a:pt x="177945" y="61146"/>
                </a:lnTo>
                <a:close/>
                <a:moveTo>
                  <a:pt x="158740" y="64110"/>
                </a:moveTo>
                <a:lnTo>
                  <a:pt x="160144" y="65758"/>
                </a:lnTo>
                <a:lnTo>
                  <a:pt x="158038" y="64934"/>
                </a:lnTo>
                <a:close/>
                <a:moveTo>
                  <a:pt x="51412" y="23074"/>
                </a:moveTo>
                <a:lnTo>
                  <a:pt x="51888" y="23994"/>
                </a:lnTo>
                <a:lnTo>
                  <a:pt x="51174" y="23534"/>
                </a:lnTo>
                <a:close/>
                <a:moveTo>
                  <a:pt x="183074" y="40939"/>
                </a:moveTo>
                <a:lnTo>
                  <a:pt x="185271" y="42516"/>
                </a:lnTo>
                <a:lnTo>
                  <a:pt x="181976" y="41727"/>
                </a:lnTo>
                <a:close/>
                <a:moveTo>
                  <a:pt x="34054" y="7323"/>
                </a:moveTo>
                <a:lnTo>
                  <a:pt x="36142" y="8918"/>
                </a:lnTo>
                <a:lnTo>
                  <a:pt x="33010" y="8120"/>
                </a:lnTo>
                <a:close/>
                <a:moveTo>
                  <a:pt x="199908" y="59748"/>
                </a:moveTo>
                <a:lnTo>
                  <a:pt x="201990" y="60727"/>
                </a:lnTo>
                <a:lnTo>
                  <a:pt x="198867" y="60238"/>
                </a:lnTo>
                <a:close/>
                <a:moveTo>
                  <a:pt x="353427" y="14434"/>
                </a:moveTo>
                <a:lnTo>
                  <a:pt x="354080" y="15403"/>
                </a:lnTo>
                <a:lnTo>
                  <a:pt x="353101" y="14918"/>
                </a:lnTo>
                <a:close/>
                <a:moveTo>
                  <a:pt x="288383" y="62501"/>
                </a:moveTo>
                <a:lnTo>
                  <a:pt x="289122" y="64144"/>
                </a:lnTo>
                <a:lnTo>
                  <a:pt x="288013" y="63323"/>
                </a:lnTo>
                <a:close/>
                <a:moveTo>
                  <a:pt x="325777" y="12186"/>
                </a:moveTo>
                <a:lnTo>
                  <a:pt x="326918" y="12911"/>
                </a:lnTo>
                <a:lnTo>
                  <a:pt x="325206" y="12548"/>
                </a:lnTo>
                <a:close/>
                <a:moveTo>
                  <a:pt x="342176" y="43391"/>
                </a:moveTo>
                <a:lnTo>
                  <a:pt x="343900" y="44543"/>
                </a:lnTo>
                <a:lnTo>
                  <a:pt x="341314" y="43967"/>
                </a:lnTo>
                <a:close/>
                <a:moveTo>
                  <a:pt x="881" y="66267"/>
                </a:moveTo>
                <a:lnTo>
                  <a:pt x="2644" y="67621"/>
                </a:lnTo>
                <a:lnTo>
                  <a:pt x="0" y="66944"/>
                </a:lnTo>
                <a:close/>
                <a:moveTo>
                  <a:pt x="97793" y="23938"/>
                </a:moveTo>
                <a:lnTo>
                  <a:pt x="99114" y="24343"/>
                </a:lnTo>
                <a:lnTo>
                  <a:pt x="97132" y="24140"/>
                </a:lnTo>
                <a:close/>
                <a:moveTo>
                  <a:pt x="138585" y="5928"/>
                </a:moveTo>
                <a:lnTo>
                  <a:pt x="140529" y="6570"/>
                </a:lnTo>
                <a:lnTo>
                  <a:pt x="137614" y="6249"/>
                </a:lnTo>
                <a:close/>
                <a:moveTo>
                  <a:pt x="336955" y="12906"/>
                </a:moveTo>
                <a:lnTo>
                  <a:pt x="338621" y="14177"/>
                </a:lnTo>
                <a:lnTo>
                  <a:pt x="336122" y="13542"/>
                </a:lnTo>
                <a:close/>
                <a:moveTo>
                  <a:pt x="298736" y="14584"/>
                </a:moveTo>
                <a:lnTo>
                  <a:pt x="300933" y="16036"/>
                </a:lnTo>
                <a:lnTo>
                  <a:pt x="297638" y="15310"/>
                </a:lnTo>
                <a:close/>
                <a:moveTo>
                  <a:pt x="52389" y="57565"/>
                </a:moveTo>
                <a:lnTo>
                  <a:pt x="53889" y="58679"/>
                </a:lnTo>
                <a:lnTo>
                  <a:pt x="51639" y="58122"/>
                </a:lnTo>
                <a:close/>
                <a:moveTo>
                  <a:pt x="123999" y="2980"/>
                </a:moveTo>
                <a:lnTo>
                  <a:pt x="126163" y="3510"/>
                </a:lnTo>
                <a:lnTo>
                  <a:pt x="122917" y="3245"/>
                </a:lnTo>
                <a:close/>
                <a:moveTo>
                  <a:pt x="82211" y="2064"/>
                </a:moveTo>
                <a:lnTo>
                  <a:pt x="84120" y="2707"/>
                </a:lnTo>
                <a:lnTo>
                  <a:pt x="81256" y="2386"/>
                </a:lnTo>
                <a:close/>
                <a:moveTo>
                  <a:pt x="265632" y="20187"/>
                </a:moveTo>
                <a:lnTo>
                  <a:pt x="267496" y="21413"/>
                </a:lnTo>
                <a:lnTo>
                  <a:pt x="264700" y="20800"/>
                </a:lnTo>
                <a:close/>
                <a:moveTo>
                  <a:pt x="334230" y="35152"/>
                </a:moveTo>
                <a:lnTo>
                  <a:pt x="335922" y="36284"/>
                </a:lnTo>
                <a:lnTo>
                  <a:pt x="333384" y="35718"/>
                </a:lnTo>
                <a:close/>
                <a:moveTo>
                  <a:pt x="252010" y="9760"/>
                </a:moveTo>
                <a:lnTo>
                  <a:pt x="252675" y="11145"/>
                </a:lnTo>
                <a:lnTo>
                  <a:pt x="251678" y="10453"/>
                </a:lnTo>
                <a:close/>
                <a:moveTo>
                  <a:pt x="344190" y="40879"/>
                </a:moveTo>
                <a:lnTo>
                  <a:pt x="346342" y="42359"/>
                </a:lnTo>
                <a:lnTo>
                  <a:pt x="343114" y="41619"/>
                </a:lnTo>
                <a:close/>
                <a:moveTo>
                  <a:pt x="88026" y="22037"/>
                </a:moveTo>
                <a:lnTo>
                  <a:pt x="89938" y="23057"/>
                </a:lnTo>
                <a:lnTo>
                  <a:pt x="87070" y="22547"/>
                </a:lnTo>
                <a:close/>
                <a:moveTo>
                  <a:pt x="273625" y="21056"/>
                </a:moveTo>
                <a:lnTo>
                  <a:pt x="273978" y="22402"/>
                </a:lnTo>
                <a:lnTo>
                  <a:pt x="273449" y="21729"/>
                </a:lnTo>
                <a:close/>
                <a:moveTo>
                  <a:pt x="234365" y="22393"/>
                </a:moveTo>
                <a:lnTo>
                  <a:pt x="235656" y="24073"/>
                </a:lnTo>
                <a:lnTo>
                  <a:pt x="233719" y="23233"/>
                </a:lnTo>
                <a:close/>
                <a:moveTo>
                  <a:pt x="73650" y="69808"/>
                </a:moveTo>
                <a:lnTo>
                  <a:pt x="75437" y="70596"/>
                </a:lnTo>
                <a:lnTo>
                  <a:pt x="72756" y="70202"/>
                </a:lnTo>
                <a:close/>
                <a:moveTo>
                  <a:pt x="32808" y="33525"/>
                </a:moveTo>
                <a:lnTo>
                  <a:pt x="34533" y="34365"/>
                </a:lnTo>
                <a:lnTo>
                  <a:pt x="31946" y="33945"/>
                </a:lnTo>
                <a:close/>
                <a:moveTo>
                  <a:pt x="334727" y="52482"/>
                </a:moveTo>
                <a:lnTo>
                  <a:pt x="336011" y="53995"/>
                </a:lnTo>
                <a:lnTo>
                  <a:pt x="334085" y="53239"/>
                </a:lnTo>
                <a:close/>
                <a:moveTo>
                  <a:pt x="171502" y="49651"/>
                </a:moveTo>
                <a:lnTo>
                  <a:pt x="172334" y="51428"/>
                </a:lnTo>
                <a:lnTo>
                  <a:pt x="171086" y="50540"/>
                </a:lnTo>
                <a:close/>
                <a:moveTo>
                  <a:pt x="351554" y="25871"/>
                </a:moveTo>
                <a:lnTo>
                  <a:pt x="353366" y="27364"/>
                </a:lnTo>
                <a:lnTo>
                  <a:pt x="350648" y="26617"/>
                </a:lnTo>
                <a:close/>
                <a:moveTo>
                  <a:pt x="77669" y="27466"/>
                </a:moveTo>
                <a:lnTo>
                  <a:pt x="79590" y="28567"/>
                </a:lnTo>
                <a:lnTo>
                  <a:pt x="76708" y="28017"/>
                </a:lnTo>
                <a:close/>
                <a:moveTo>
                  <a:pt x="297971" y="32664"/>
                </a:moveTo>
                <a:lnTo>
                  <a:pt x="299171" y="33316"/>
                </a:lnTo>
                <a:lnTo>
                  <a:pt x="297371" y="32990"/>
                </a:lnTo>
                <a:close/>
                <a:moveTo>
                  <a:pt x="297386" y="62527"/>
                </a:moveTo>
                <a:lnTo>
                  <a:pt x="297998" y="63703"/>
                </a:lnTo>
                <a:lnTo>
                  <a:pt x="297080" y="63115"/>
                </a:lnTo>
                <a:close/>
                <a:moveTo>
                  <a:pt x="73674" y="36161"/>
                </a:moveTo>
                <a:lnTo>
                  <a:pt x="74370" y="37933"/>
                </a:lnTo>
                <a:lnTo>
                  <a:pt x="73326" y="37047"/>
                </a:lnTo>
                <a:close/>
                <a:moveTo>
                  <a:pt x="326473" y="21975"/>
                </a:moveTo>
                <a:lnTo>
                  <a:pt x="327550" y="23390"/>
                </a:lnTo>
                <a:lnTo>
                  <a:pt x="325934" y="22682"/>
                </a:lnTo>
                <a:close/>
                <a:moveTo>
                  <a:pt x="258226" y="27178"/>
                </a:moveTo>
                <a:lnTo>
                  <a:pt x="259364" y="28220"/>
                </a:lnTo>
                <a:lnTo>
                  <a:pt x="257657" y="27699"/>
                </a:lnTo>
                <a:close/>
                <a:moveTo>
                  <a:pt x="23514" y="54952"/>
                </a:moveTo>
                <a:lnTo>
                  <a:pt x="24446" y="56694"/>
                </a:lnTo>
                <a:lnTo>
                  <a:pt x="23048" y="55823"/>
                </a:lnTo>
                <a:close/>
                <a:moveTo>
                  <a:pt x="154266" y="64498"/>
                </a:moveTo>
                <a:lnTo>
                  <a:pt x="156379" y="65309"/>
                </a:lnTo>
                <a:lnTo>
                  <a:pt x="153210" y="64904"/>
                </a:lnTo>
                <a:close/>
                <a:moveTo>
                  <a:pt x="12925" y="39594"/>
                </a:moveTo>
                <a:lnTo>
                  <a:pt x="13701" y="41119"/>
                </a:lnTo>
                <a:lnTo>
                  <a:pt x="12537" y="40357"/>
                </a:lnTo>
                <a:close/>
                <a:moveTo>
                  <a:pt x="298103" y="13727"/>
                </a:moveTo>
                <a:lnTo>
                  <a:pt x="300130" y="14560"/>
                </a:lnTo>
                <a:lnTo>
                  <a:pt x="297090" y="14144"/>
                </a:lnTo>
                <a:close/>
                <a:moveTo>
                  <a:pt x="239763" y="44972"/>
                </a:moveTo>
                <a:lnTo>
                  <a:pt x="241632" y="46142"/>
                </a:lnTo>
                <a:lnTo>
                  <a:pt x="238829" y="45557"/>
                </a:lnTo>
                <a:close/>
                <a:moveTo>
                  <a:pt x="188415" y="13616"/>
                </a:moveTo>
                <a:lnTo>
                  <a:pt x="189115" y="15345"/>
                </a:lnTo>
                <a:lnTo>
                  <a:pt x="188066" y="14480"/>
                </a:lnTo>
                <a:close/>
                <a:moveTo>
                  <a:pt x="142255" y="21047"/>
                </a:moveTo>
                <a:lnTo>
                  <a:pt x="143020" y="22110"/>
                </a:lnTo>
                <a:lnTo>
                  <a:pt x="141873" y="21578"/>
                </a:lnTo>
                <a:close/>
                <a:moveTo>
                  <a:pt x="169174" y="48369"/>
                </a:moveTo>
                <a:lnTo>
                  <a:pt x="171245" y="49772"/>
                </a:lnTo>
                <a:lnTo>
                  <a:pt x="168139" y="49070"/>
                </a:lnTo>
                <a:close/>
                <a:moveTo>
                  <a:pt x="36568" y="17306"/>
                </a:moveTo>
                <a:lnTo>
                  <a:pt x="36943" y="18519"/>
                </a:lnTo>
                <a:lnTo>
                  <a:pt x="36380" y="17913"/>
                </a:lnTo>
                <a:close/>
                <a:moveTo>
                  <a:pt x="197837" y="39881"/>
                </a:moveTo>
                <a:lnTo>
                  <a:pt x="198482" y="41000"/>
                </a:lnTo>
                <a:lnTo>
                  <a:pt x="197514" y="40441"/>
                </a:lnTo>
                <a:close/>
                <a:moveTo>
                  <a:pt x="189441" y="16116"/>
                </a:moveTo>
                <a:lnTo>
                  <a:pt x="190497" y="17179"/>
                </a:lnTo>
                <a:lnTo>
                  <a:pt x="188913" y="16648"/>
                </a:lnTo>
                <a:close/>
                <a:moveTo>
                  <a:pt x="203565" y="38141"/>
                </a:moveTo>
                <a:lnTo>
                  <a:pt x="204483" y="39729"/>
                </a:lnTo>
                <a:lnTo>
                  <a:pt x="203106" y="38935"/>
                </a:lnTo>
                <a:close/>
                <a:moveTo>
                  <a:pt x="293539" y="44318"/>
                </a:moveTo>
                <a:lnTo>
                  <a:pt x="295473" y="44812"/>
                </a:lnTo>
                <a:lnTo>
                  <a:pt x="292572" y="44565"/>
                </a:lnTo>
                <a:close/>
                <a:moveTo>
                  <a:pt x="65684" y="2139"/>
                </a:moveTo>
                <a:lnTo>
                  <a:pt x="66940" y="3100"/>
                </a:lnTo>
                <a:lnTo>
                  <a:pt x="65055" y="2619"/>
                </a:lnTo>
                <a:close/>
                <a:moveTo>
                  <a:pt x="159585" y="57766"/>
                </a:moveTo>
                <a:lnTo>
                  <a:pt x="161616" y="59390"/>
                </a:lnTo>
                <a:lnTo>
                  <a:pt x="158570" y="58578"/>
                </a:lnTo>
                <a:close/>
                <a:moveTo>
                  <a:pt x="288997" y="14756"/>
                </a:moveTo>
                <a:lnTo>
                  <a:pt x="290151" y="16019"/>
                </a:lnTo>
                <a:lnTo>
                  <a:pt x="288420" y="15387"/>
                </a:lnTo>
                <a:close/>
                <a:moveTo>
                  <a:pt x="200831" y="38899"/>
                </a:moveTo>
                <a:lnTo>
                  <a:pt x="202740" y="40089"/>
                </a:lnTo>
                <a:lnTo>
                  <a:pt x="199876" y="39494"/>
                </a:lnTo>
                <a:close/>
                <a:moveTo>
                  <a:pt x="270075" y="56850"/>
                </a:moveTo>
                <a:lnTo>
                  <a:pt x="270737" y="57677"/>
                </a:lnTo>
                <a:lnTo>
                  <a:pt x="269745" y="57264"/>
                </a:lnTo>
                <a:close/>
                <a:moveTo>
                  <a:pt x="170018" y="61080"/>
                </a:moveTo>
                <a:lnTo>
                  <a:pt x="171965" y="61512"/>
                </a:lnTo>
                <a:lnTo>
                  <a:pt x="169044" y="61296"/>
                </a:lnTo>
                <a:close/>
                <a:moveTo>
                  <a:pt x="105382" y="50497"/>
                </a:moveTo>
                <a:lnTo>
                  <a:pt x="106710" y="50937"/>
                </a:lnTo>
                <a:lnTo>
                  <a:pt x="104718" y="50717"/>
                </a:lnTo>
                <a:close/>
                <a:moveTo>
                  <a:pt x="49429" y="58174"/>
                </a:moveTo>
                <a:lnTo>
                  <a:pt x="51410" y="58531"/>
                </a:lnTo>
                <a:lnTo>
                  <a:pt x="48439" y="58353"/>
                </a:lnTo>
                <a:close/>
                <a:moveTo>
                  <a:pt x="178966" y="3160"/>
                </a:moveTo>
                <a:lnTo>
                  <a:pt x="181024" y="4641"/>
                </a:lnTo>
                <a:lnTo>
                  <a:pt x="177937" y="3901"/>
                </a:lnTo>
                <a:close/>
                <a:moveTo>
                  <a:pt x="12372" y="31676"/>
                </a:moveTo>
                <a:lnTo>
                  <a:pt x="13368" y="33408"/>
                </a:lnTo>
                <a:lnTo>
                  <a:pt x="11875" y="32542"/>
                </a:lnTo>
                <a:close/>
                <a:moveTo>
                  <a:pt x="106193" y="24303"/>
                </a:moveTo>
                <a:lnTo>
                  <a:pt x="108004" y="24958"/>
                </a:lnTo>
                <a:lnTo>
                  <a:pt x="105288" y="24631"/>
                </a:lnTo>
                <a:close/>
                <a:moveTo>
                  <a:pt x="231403" y="18685"/>
                </a:moveTo>
                <a:lnTo>
                  <a:pt x="232896" y="19291"/>
                </a:lnTo>
                <a:lnTo>
                  <a:pt x="230657" y="18988"/>
                </a:lnTo>
                <a:close/>
                <a:moveTo>
                  <a:pt x="107087" y="27034"/>
                </a:moveTo>
                <a:lnTo>
                  <a:pt x="109238" y="28204"/>
                </a:lnTo>
                <a:lnTo>
                  <a:pt x="106011" y="27619"/>
                </a:lnTo>
                <a:close/>
                <a:moveTo>
                  <a:pt x="230046" y="2025"/>
                </a:moveTo>
                <a:lnTo>
                  <a:pt x="232187" y="3279"/>
                </a:lnTo>
                <a:lnTo>
                  <a:pt x="228976" y="2652"/>
                </a:lnTo>
                <a:close/>
                <a:moveTo>
                  <a:pt x="93319" y="1814"/>
                </a:moveTo>
                <a:lnTo>
                  <a:pt x="95159" y="2962"/>
                </a:lnTo>
                <a:lnTo>
                  <a:pt x="92399" y="2388"/>
                </a:lnTo>
                <a:close/>
                <a:moveTo>
                  <a:pt x="217379" y="57406"/>
                </a:moveTo>
                <a:lnTo>
                  <a:pt x="219524" y="58905"/>
                </a:lnTo>
                <a:lnTo>
                  <a:pt x="216306" y="58156"/>
                </a:lnTo>
                <a:close/>
                <a:moveTo>
                  <a:pt x="281651" y="67138"/>
                </a:moveTo>
                <a:lnTo>
                  <a:pt x="282357" y="67493"/>
                </a:lnTo>
                <a:lnTo>
                  <a:pt x="281299" y="67315"/>
                </a:lnTo>
                <a:close/>
                <a:moveTo>
                  <a:pt x="49020" y="65119"/>
                </a:moveTo>
                <a:lnTo>
                  <a:pt x="49744" y="65538"/>
                </a:lnTo>
                <a:lnTo>
                  <a:pt x="48658" y="65329"/>
                </a:lnTo>
                <a:close/>
                <a:moveTo>
                  <a:pt x="175956" y="40434"/>
                </a:moveTo>
                <a:lnTo>
                  <a:pt x="177442" y="41137"/>
                </a:lnTo>
                <a:lnTo>
                  <a:pt x="175213" y="40785"/>
                </a:lnTo>
                <a:close/>
                <a:moveTo>
                  <a:pt x="238988" y="12090"/>
                </a:moveTo>
                <a:lnTo>
                  <a:pt x="240486" y="13097"/>
                </a:lnTo>
                <a:lnTo>
                  <a:pt x="238239" y="12594"/>
                </a:lnTo>
                <a:close/>
                <a:moveTo>
                  <a:pt x="289026" y="1628"/>
                </a:moveTo>
                <a:lnTo>
                  <a:pt x="289674" y="2606"/>
                </a:lnTo>
                <a:lnTo>
                  <a:pt x="288702" y="2117"/>
                </a:lnTo>
                <a:close/>
                <a:moveTo>
                  <a:pt x="97569" y="51973"/>
                </a:moveTo>
                <a:lnTo>
                  <a:pt x="99373" y="53181"/>
                </a:lnTo>
                <a:lnTo>
                  <a:pt x="96668" y="52577"/>
                </a:lnTo>
                <a:close/>
                <a:moveTo>
                  <a:pt x="322121" y="2359"/>
                </a:moveTo>
                <a:lnTo>
                  <a:pt x="323963" y="3558"/>
                </a:lnTo>
                <a:lnTo>
                  <a:pt x="321200" y="2958"/>
                </a:lnTo>
                <a:close/>
                <a:moveTo>
                  <a:pt x="326300" y="53239"/>
                </a:moveTo>
                <a:lnTo>
                  <a:pt x="327184" y="54991"/>
                </a:lnTo>
                <a:lnTo>
                  <a:pt x="325858" y="54115"/>
                </a:lnTo>
                <a:close/>
                <a:moveTo>
                  <a:pt x="93380" y="59945"/>
                </a:moveTo>
                <a:lnTo>
                  <a:pt x="95310" y="60567"/>
                </a:lnTo>
                <a:lnTo>
                  <a:pt x="92414" y="60256"/>
                </a:lnTo>
                <a:close/>
                <a:moveTo>
                  <a:pt x="181187" y="7685"/>
                </a:moveTo>
                <a:lnTo>
                  <a:pt x="181959" y="9340"/>
                </a:lnTo>
                <a:lnTo>
                  <a:pt x="180800" y="8513"/>
                </a:lnTo>
                <a:close/>
                <a:moveTo>
                  <a:pt x="96929" y="16961"/>
                </a:moveTo>
                <a:lnTo>
                  <a:pt x="98196" y="18574"/>
                </a:lnTo>
                <a:lnTo>
                  <a:pt x="96295" y="17768"/>
                </a:lnTo>
                <a:close/>
                <a:moveTo>
                  <a:pt x="302523" y="54031"/>
                </a:moveTo>
                <a:lnTo>
                  <a:pt x="303419" y="55239"/>
                </a:lnTo>
                <a:lnTo>
                  <a:pt x="302074" y="54635"/>
                </a:lnTo>
                <a:close/>
                <a:moveTo>
                  <a:pt x="149057" y="38384"/>
                </a:moveTo>
                <a:lnTo>
                  <a:pt x="150884" y="39514"/>
                </a:lnTo>
                <a:lnTo>
                  <a:pt x="148144" y="38949"/>
                </a:lnTo>
                <a:close/>
                <a:moveTo>
                  <a:pt x="354694" y="63143"/>
                </a:moveTo>
                <a:lnTo>
                  <a:pt x="356081" y="64047"/>
                </a:lnTo>
                <a:lnTo>
                  <a:pt x="354000" y="63595"/>
                </a:lnTo>
                <a:close/>
                <a:moveTo>
                  <a:pt x="64001" y="5833"/>
                </a:moveTo>
                <a:lnTo>
                  <a:pt x="64516" y="7578"/>
                </a:lnTo>
                <a:lnTo>
                  <a:pt x="63743" y="6706"/>
                </a:lnTo>
                <a:close/>
                <a:moveTo>
                  <a:pt x="342226" y="35950"/>
                </a:moveTo>
                <a:lnTo>
                  <a:pt x="342881" y="36929"/>
                </a:lnTo>
                <a:lnTo>
                  <a:pt x="341898" y="36439"/>
                </a:lnTo>
                <a:close/>
                <a:moveTo>
                  <a:pt x="201154" y="49533"/>
                </a:moveTo>
                <a:lnTo>
                  <a:pt x="202655" y="50585"/>
                </a:lnTo>
                <a:lnTo>
                  <a:pt x="200404" y="50059"/>
                </a:lnTo>
                <a:close/>
                <a:moveTo>
                  <a:pt x="72124" y="53568"/>
                </a:moveTo>
                <a:lnTo>
                  <a:pt x="72714" y="54786"/>
                </a:lnTo>
                <a:lnTo>
                  <a:pt x="71829" y="54177"/>
                </a:lnTo>
                <a:close/>
                <a:moveTo>
                  <a:pt x="60552" y="4545"/>
                </a:moveTo>
                <a:lnTo>
                  <a:pt x="61896" y="6285"/>
                </a:lnTo>
                <a:lnTo>
                  <a:pt x="59879" y="5415"/>
                </a:lnTo>
                <a:close/>
                <a:moveTo>
                  <a:pt x="261425" y="32173"/>
                </a:moveTo>
                <a:lnTo>
                  <a:pt x="263351" y="32831"/>
                </a:lnTo>
                <a:lnTo>
                  <a:pt x="260461" y="32502"/>
                </a:lnTo>
                <a:close/>
                <a:moveTo>
                  <a:pt x="237662" y="70433"/>
                </a:moveTo>
                <a:lnTo>
                  <a:pt x="239004" y="71882"/>
                </a:lnTo>
                <a:lnTo>
                  <a:pt x="236992" y="71158"/>
                </a:lnTo>
                <a:close/>
                <a:moveTo>
                  <a:pt x="172530" y="4674"/>
                </a:moveTo>
                <a:lnTo>
                  <a:pt x="174456" y="5407"/>
                </a:lnTo>
                <a:lnTo>
                  <a:pt x="171568" y="5040"/>
                </a:lnTo>
                <a:close/>
                <a:moveTo>
                  <a:pt x="144585" y="52745"/>
                </a:moveTo>
                <a:lnTo>
                  <a:pt x="146272" y="53484"/>
                </a:lnTo>
                <a:lnTo>
                  <a:pt x="143741" y="53115"/>
                </a:lnTo>
                <a:close/>
                <a:moveTo>
                  <a:pt x="323037" y="47143"/>
                </a:moveTo>
                <a:lnTo>
                  <a:pt x="324468" y="48590"/>
                </a:lnTo>
                <a:lnTo>
                  <a:pt x="322321" y="47867"/>
                </a:lnTo>
                <a:close/>
                <a:moveTo>
                  <a:pt x="184120" y="65731"/>
                </a:moveTo>
                <a:lnTo>
                  <a:pt x="185770" y="66674"/>
                </a:lnTo>
                <a:lnTo>
                  <a:pt x="183296" y="66202"/>
                </a:lnTo>
                <a:close/>
                <a:moveTo>
                  <a:pt x="72616" y="40951"/>
                </a:moveTo>
                <a:lnTo>
                  <a:pt x="74502" y="42274"/>
                </a:lnTo>
                <a:lnTo>
                  <a:pt x="71673" y="41612"/>
                </a:lnTo>
                <a:close/>
                <a:moveTo>
                  <a:pt x="240374" y="64621"/>
                </a:moveTo>
                <a:lnTo>
                  <a:pt x="241326" y="65803"/>
                </a:lnTo>
                <a:lnTo>
                  <a:pt x="239898" y="65212"/>
                </a:lnTo>
                <a:close/>
                <a:moveTo>
                  <a:pt x="56840" y="51825"/>
                </a:moveTo>
                <a:lnTo>
                  <a:pt x="58013" y="52941"/>
                </a:lnTo>
                <a:lnTo>
                  <a:pt x="56253" y="52383"/>
                </a:lnTo>
                <a:close/>
                <a:moveTo>
                  <a:pt x="162533" y="18824"/>
                </a:moveTo>
                <a:lnTo>
                  <a:pt x="163596" y="19186"/>
                </a:lnTo>
                <a:lnTo>
                  <a:pt x="162001" y="19005"/>
                </a:lnTo>
                <a:close/>
                <a:moveTo>
                  <a:pt x="167169" y="2327"/>
                </a:moveTo>
                <a:lnTo>
                  <a:pt x="168510" y="2975"/>
                </a:lnTo>
                <a:lnTo>
                  <a:pt x="166498" y="2651"/>
                </a:lnTo>
                <a:close/>
                <a:moveTo>
                  <a:pt x="315532" y="27335"/>
                </a:moveTo>
                <a:lnTo>
                  <a:pt x="316317" y="28896"/>
                </a:lnTo>
                <a:lnTo>
                  <a:pt x="315140" y="28116"/>
                </a:lnTo>
                <a:close/>
                <a:moveTo>
                  <a:pt x="117232" y="17437"/>
                </a:moveTo>
                <a:lnTo>
                  <a:pt x="118468" y="18007"/>
                </a:lnTo>
                <a:lnTo>
                  <a:pt x="116614" y="17722"/>
                </a:lnTo>
                <a:close/>
                <a:moveTo>
                  <a:pt x="265778" y="63259"/>
                </a:moveTo>
                <a:lnTo>
                  <a:pt x="266349" y="64966"/>
                </a:lnTo>
                <a:lnTo>
                  <a:pt x="265492" y="64112"/>
                </a:lnTo>
                <a:close/>
                <a:moveTo>
                  <a:pt x="138124" y="70471"/>
                </a:moveTo>
                <a:lnTo>
                  <a:pt x="139086" y="71267"/>
                </a:lnTo>
                <a:lnTo>
                  <a:pt x="137643" y="70869"/>
                </a:lnTo>
                <a:close/>
                <a:moveTo>
                  <a:pt x="340538" y="48000"/>
                </a:moveTo>
                <a:lnTo>
                  <a:pt x="341720" y="49330"/>
                </a:lnTo>
                <a:lnTo>
                  <a:pt x="339947" y="48665"/>
                </a:lnTo>
                <a:close/>
                <a:moveTo>
                  <a:pt x="167689" y="22684"/>
                </a:moveTo>
                <a:lnTo>
                  <a:pt x="168921" y="23804"/>
                </a:lnTo>
                <a:lnTo>
                  <a:pt x="167073" y="23244"/>
                </a:lnTo>
                <a:close/>
                <a:moveTo>
                  <a:pt x="147488" y="24589"/>
                </a:moveTo>
                <a:lnTo>
                  <a:pt x="149422" y="25724"/>
                </a:lnTo>
                <a:lnTo>
                  <a:pt x="146521" y="25156"/>
                </a:lnTo>
                <a:close/>
                <a:moveTo>
                  <a:pt x="45085" y="43442"/>
                </a:moveTo>
                <a:lnTo>
                  <a:pt x="46424" y="44968"/>
                </a:lnTo>
                <a:lnTo>
                  <a:pt x="44416" y="44205"/>
                </a:lnTo>
                <a:close/>
                <a:moveTo>
                  <a:pt x="101054" y="7562"/>
                </a:moveTo>
                <a:lnTo>
                  <a:pt x="101881" y="9288"/>
                </a:lnTo>
                <a:lnTo>
                  <a:pt x="100641" y="8425"/>
                </a:lnTo>
                <a:close/>
                <a:moveTo>
                  <a:pt x="93216" y="14467"/>
                </a:moveTo>
                <a:lnTo>
                  <a:pt x="94883" y="15095"/>
                </a:lnTo>
                <a:lnTo>
                  <a:pt x="92383" y="14781"/>
                </a:lnTo>
                <a:close/>
                <a:moveTo>
                  <a:pt x="58129" y="22845"/>
                </a:moveTo>
                <a:lnTo>
                  <a:pt x="59277" y="24300"/>
                </a:lnTo>
                <a:lnTo>
                  <a:pt x="57555" y="23572"/>
                </a:lnTo>
                <a:close/>
                <a:moveTo>
                  <a:pt x="9573" y="62746"/>
                </a:moveTo>
                <a:lnTo>
                  <a:pt x="10176" y="63072"/>
                </a:lnTo>
                <a:lnTo>
                  <a:pt x="9272" y="62909"/>
                </a:lnTo>
                <a:close/>
                <a:moveTo>
                  <a:pt x="341561" y="50660"/>
                </a:moveTo>
                <a:lnTo>
                  <a:pt x="342723" y="51800"/>
                </a:lnTo>
                <a:lnTo>
                  <a:pt x="340980" y="51230"/>
                </a:lnTo>
                <a:close/>
                <a:moveTo>
                  <a:pt x="248280" y="64374"/>
                </a:moveTo>
                <a:lnTo>
                  <a:pt x="248908" y="65620"/>
                </a:lnTo>
                <a:lnTo>
                  <a:pt x="247966" y="64997"/>
                </a:lnTo>
                <a:close/>
                <a:moveTo>
                  <a:pt x="202782" y="58425"/>
                </a:moveTo>
                <a:lnTo>
                  <a:pt x="204022" y="60084"/>
                </a:lnTo>
                <a:lnTo>
                  <a:pt x="202162" y="59255"/>
                </a:lnTo>
                <a:close/>
                <a:moveTo>
                  <a:pt x="143493" y="62794"/>
                </a:moveTo>
                <a:lnTo>
                  <a:pt x="145257" y="63931"/>
                </a:lnTo>
                <a:lnTo>
                  <a:pt x="142611" y="63363"/>
                </a:lnTo>
                <a:close/>
                <a:moveTo>
                  <a:pt x="178788" y="19842"/>
                </a:moveTo>
                <a:lnTo>
                  <a:pt x="180976" y="20291"/>
                </a:lnTo>
                <a:lnTo>
                  <a:pt x="177694" y="20067"/>
                </a:lnTo>
                <a:close/>
                <a:moveTo>
                  <a:pt x="38537" y="57519"/>
                </a:moveTo>
                <a:lnTo>
                  <a:pt x="39088" y="58683"/>
                </a:lnTo>
                <a:lnTo>
                  <a:pt x="38262" y="58101"/>
                </a:lnTo>
                <a:close/>
                <a:moveTo>
                  <a:pt x="67057" y="21718"/>
                </a:moveTo>
                <a:lnTo>
                  <a:pt x="68258" y="22833"/>
                </a:lnTo>
                <a:lnTo>
                  <a:pt x="66456" y="22276"/>
                </a:lnTo>
                <a:close/>
                <a:moveTo>
                  <a:pt x="254407" y="50319"/>
                </a:moveTo>
                <a:lnTo>
                  <a:pt x="255355" y="51461"/>
                </a:lnTo>
                <a:lnTo>
                  <a:pt x="253933" y="50890"/>
                </a:lnTo>
                <a:close/>
                <a:moveTo>
                  <a:pt x="86968" y="62430"/>
                </a:moveTo>
                <a:lnTo>
                  <a:pt x="88757" y="62803"/>
                </a:lnTo>
                <a:lnTo>
                  <a:pt x="86073" y="62617"/>
                </a:lnTo>
                <a:close/>
                <a:moveTo>
                  <a:pt x="273882" y="23654"/>
                </a:moveTo>
                <a:lnTo>
                  <a:pt x="275822" y="24055"/>
                </a:lnTo>
                <a:lnTo>
                  <a:pt x="272912" y="23854"/>
                </a:lnTo>
                <a:close/>
                <a:moveTo>
                  <a:pt x="13460" y="70672"/>
                </a:moveTo>
                <a:lnTo>
                  <a:pt x="14026" y="71206"/>
                </a:lnTo>
                <a:lnTo>
                  <a:pt x="13176" y="70939"/>
                </a:lnTo>
                <a:close/>
                <a:moveTo>
                  <a:pt x="137299" y="48449"/>
                </a:moveTo>
                <a:lnTo>
                  <a:pt x="138039" y="50240"/>
                </a:lnTo>
                <a:lnTo>
                  <a:pt x="136929" y="49345"/>
                </a:lnTo>
                <a:close/>
                <a:moveTo>
                  <a:pt x="317222" y="62041"/>
                </a:moveTo>
                <a:lnTo>
                  <a:pt x="318227" y="63344"/>
                </a:lnTo>
                <a:lnTo>
                  <a:pt x="316720" y="62692"/>
                </a:lnTo>
                <a:close/>
                <a:moveTo>
                  <a:pt x="16254" y="59704"/>
                </a:moveTo>
                <a:lnTo>
                  <a:pt x="17736" y="60363"/>
                </a:lnTo>
                <a:lnTo>
                  <a:pt x="15514" y="60033"/>
                </a:lnTo>
                <a:close/>
                <a:moveTo>
                  <a:pt x="298060" y="56862"/>
                </a:moveTo>
                <a:lnTo>
                  <a:pt x="299236" y="58418"/>
                </a:lnTo>
                <a:lnTo>
                  <a:pt x="297472" y="57640"/>
                </a:lnTo>
                <a:close/>
                <a:moveTo>
                  <a:pt x="183963" y="52710"/>
                </a:moveTo>
                <a:lnTo>
                  <a:pt x="184533" y="54050"/>
                </a:lnTo>
                <a:lnTo>
                  <a:pt x="183679" y="53380"/>
                </a:lnTo>
                <a:close/>
                <a:moveTo>
                  <a:pt x="111224" y="57031"/>
                </a:moveTo>
                <a:lnTo>
                  <a:pt x="111961" y="58569"/>
                </a:lnTo>
                <a:lnTo>
                  <a:pt x="110855" y="57800"/>
                </a:lnTo>
                <a:close/>
                <a:moveTo>
                  <a:pt x="79226" y="37459"/>
                </a:moveTo>
                <a:lnTo>
                  <a:pt x="80579" y="38943"/>
                </a:lnTo>
                <a:lnTo>
                  <a:pt x="78550" y="38201"/>
                </a:lnTo>
                <a:close/>
                <a:moveTo>
                  <a:pt x="4262" y="43439"/>
                </a:moveTo>
                <a:lnTo>
                  <a:pt x="4881" y="44814"/>
                </a:lnTo>
                <a:lnTo>
                  <a:pt x="3952" y="44126"/>
                </a:lnTo>
                <a:close/>
                <a:moveTo>
                  <a:pt x="130609" y="57240"/>
                </a:moveTo>
                <a:lnTo>
                  <a:pt x="132337" y="58421"/>
                </a:lnTo>
                <a:lnTo>
                  <a:pt x="129745" y="57830"/>
                </a:lnTo>
                <a:close/>
                <a:moveTo>
                  <a:pt x="62441" y="12652"/>
                </a:moveTo>
                <a:lnTo>
                  <a:pt x="64280" y="13629"/>
                </a:lnTo>
                <a:lnTo>
                  <a:pt x="61521" y="13141"/>
                </a:lnTo>
                <a:close/>
                <a:moveTo>
                  <a:pt x="329704" y="1466"/>
                </a:moveTo>
                <a:lnTo>
                  <a:pt x="331892" y="2748"/>
                </a:lnTo>
                <a:lnTo>
                  <a:pt x="328609" y="2107"/>
                </a:lnTo>
                <a:close/>
                <a:moveTo>
                  <a:pt x="232075" y="41279"/>
                </a:moveTo>
                <a:lnTo>
                  <a:pt x="233453" y="42223"/>
                </a:lnTo>
                <a:lnTo>
                  <a:pt x="231386" y="41751"/>
                </a:lnTo>
                <a:close/>
                <a:moveTo>
                  <a:pt x="346491" y="58686"/>
                </a:moveTo>
                <a:lnTo>
                  <a:pt x="347156" y="60009"/>
                </a:lnTo>
                <a:lnTo>
                  <a:pt x="346159" y="59347"/>
                </a:lnTo>
                <a:close/>
                <a:moveTo>
                  <a:pt x="134873" y="48627"/>
                </a:moveTo>
                <a:lnTo>
                  <a:pt x="135230" y="49749"/>
                </a:lnTo>
                <a:lnTo>
                  <a:pt x="134694" y="49188"/>
                </a:lnTo>
                <a:close/>
                <a:moveTo>
                  <a:pt x="73097" y="38259"/>
                </a:moveTo>
                <a:lnTo>
                  <a:pt x="73681" y="39963"/>
                </a:lnTo>
                <a:lnTo>
                  <a:pt x="72806" y="39111"/>
                </a:lnTo>
                <a:close/>
                <a:moveTo>
                  <a:pt x="310222" y="28019"/>
                </a:moveTo>
                <a:lnTo>
                  <a:pt x="311441" y="28550"/>
                </a:lnTo>
                <a:lnTo>
                  <a:pt x="309613" y="28284"/>
                </a:lnTo>
                <a:close/>
                <a:moveTo>
                  <a:pt x="30369" y="42242"/>
                </a:moveTo>
                <a:lnTo>
                  <a:pt x="31645" y="43016"/>
                </a:lnTo>
                <a:lnTo>
                  <a:pt x="29731" y="42629"/>
                </a:lnTo>
                <a:close/>
                <a:moveTo>
                  <a:pt x="286471" y="31432"/>
                </a:moveTo>
                <a:lnTo>
                  <a:pt x="288118" y="33171"/>
                </a:lnTo>
                <a:lnTo>
                  <a:pt x="285648" y="32302"/>
                </a:lnTo>
                <a:close/>
                <a:moveTo>
                  <a:pt x="122430" y="57898"/>
                </a:moveTo>
                <a:lnTo>
                  <a:pt x="123746" y="59114"/>
                </a:lnTo>
                <a:lnTo>
                  <a:pt x="121772" y="58506"/>
                </a:lnTo>
                <a:close/>
                <a:moveTo>
                  <a:pt x="76789" y="31575"/>
                </a:moveTo>
                <a:lnTo>
                  <a:pt x="77560" y="33035"/>
                </a:lnTo>
                <a:lnTo>
                  <a:pt x="76404" y="32305"/>
                </a:lnTo>
                <a:close/>
                <a:moveTo>
                  <a:pt x="133318" y="18271"/>
                </a:moveTo>
                <a:lnTo>
                  <a:pt x="135488" y="19252"/>
                </a:lnTo>
                <a:lnTo>
                  <a:pt x="132233" y="18761"/>
                </a:lnTo>
                <a:close/>
                <a:moveTo>
                  <a:pt x="131168" y="9892"/>
                </a:moveTo>
                <a:lnTo>
                  <a:pt x="132094" y="10346"/>
                </a:lnTo>
                <a:lnTo>
                  <a:pt x="130705" y="10119"/>
                </a:lnTo>
                <a:close/>
                <a:moveTo>
                  <a:pt x="188083" y="28741"/>
                </a:moveTo>
                <a:lnTo>
                  <a:pt x="189413" y="29338"/>
                </a:lnTo>
                <a:lnTo>
                  <a:pt x="187418" y="29039"/>
                </a:lnTo>
                <a:close/>
                <a:moveTo>
                  <a:pt x="338437" y="59885"/>
                </a:moveTo>
                <a:lnTo>
                  <a:pt x="340293" y="60976"/>
                </a:lnTo>
                <a:lnTo>
                  <a:pt x="337508" y="60430"/>
                </a:lnTo>
                <a:close/>
                <a:moveTo>
                  <a:pt x="198094" y="43404"/>
                </a:moveTo>
                <a:lnTo>
                  <a:pt x="198937" y="44853"/>
                </a:lnTo>
                <a:lnTo>
                  <a:pt x="197673" y="44129"/>
                </a:lnTo>
                <a:close/>
                <a:moveTo>
                  <a:pt x="232247" y="15938"/>
                </a:moveTo>
                <a:lnTo>
                  <a:pt x="233356" y="16393"/>
                </a:lnTo>
                <a:lnTo>
                  <a:pt x="231693" y="16165"/>
                </a:lnTo>
                <a:close/>
                <a:moveTo>
                  <a:pt x="205326" y="52475"/>
                </a:moveTo>
                <a:lnTo>
                  <a:pt x="207368" y="53787"/>
                </a:lnTo>
                <a:lnTo>
                  <a:pt x="204304" y="53131"/>
                </a:lnTo>
                <a:close/>
                <a:moveTo>
                  <a:pt x="15243" y="32408"/>
                </a:moveTo>
                <a:lnTo>
                  <a:pt x="17119" y="32863"/>
                </a:lnTo>
                <a:lnTo>
                  <a:pt x="14305" y="32635"/>
                </a:lnTo>
                <a:close/>
                <a:moveTo>
                  <a:pt x="23253" y="27866"/>
                </a:moveTo>
                <a:lnTo>
                  <a:pt x="24234" y="28458"/>
                </a:lnTo>
                <a:lnTo>
                  <a:pt x="22762" y="28162"/>
                </a:lnTo>
                <a:close/>
                <a:moveTo>
                  <a:pt x="55566" y="44559"/>
                </a:moveTo>
                <a:lnTo>
                  <a:pt x="57195" y="45544"/>
                </a:lnTo>
                <a:lnTo>
                  <a:pt x="54751" y="45051"/>
                </a:lnTo>
                <a:close/>
                <a:moveTo>
                  <a:pt x="353619" y="14083"/>
                </a:moveTo>
                <a:lnTo>
                  <a:pt x="354827" y="14949"/>
                </a:lnTo>
                <a:lnTo>
                  <a:pt x="353015" y="14516"/>
                </a:lnTo>
                <a:close/>
                <a:moveTo>
                  <a:pt x="134898" y="71045"/>
                </a:moveTo>
                <a:lnTo>
                  <a:pt x="135957" y="71566"/>
                </a:lnTo>
                <a:lnTo>
                  <a:pt x="134368" y="71305"/>
                </a:lnTo>
                <a:close/>
                <a:moveTo>
                  <a:pt x="137571" y="62602"/>
                </a:moveTo>
                <a:lnTo>
                  <a:pt x="138773" y="64347"/>
                </a:lnTo>
                <a:lnTo>
                  <a:pt x="136970" y="63475"/>
                </a:lnTo>
                <a:close/>
                <a:moveTo>
                  <a:pt x="241090" y="44574"/>
                </a:moveTo>
                <a:lnTo>
                  <a:pt x="241747" y="46188"/>
                </a:lnTo>
                <a:lnTo>
                  <a:pt x="240762" y="45381"/>
                </a:lnTo>
                <a:close/>
                <a:moveTo>
                  <a:pt x="144482" y="18353"/>
                </a:moveTo>
                <a:lnTo>
                  <a:pt x="146031" y="19567"/>
                </a:lnTo>
                <a:lnTo>
                  <a:pt x="143707" y="18960"/>
                </a:lnTo>
                <a:close/>
                <a:moveTo>
                  <a:pt x="276362" y="40976"/>
                </a:moveTo>
                <a:lnTo>
                  <a:pt x="277723" y="41843"/>
                </a:lnTo>
                <a:lnTo>
                  <a:pt x="275681" y="41410"/>
                </a:lnTo>
                <a:close/>
                <a:moveTo>
                  <a:pt x="124011" y="41247"/>
                </a:moveTo>
                <a:lnTo>
                  <a:pt x="126116" y="42316"/>
                </a:lnTo>
                <a:lnTo>
                  <a:pt x="122958" y="41782"/>
                </a:lnTo>
                <a:close/>
                <a:moveTo>
                  <a:pt x="33307" y="11985"/>
                </a:moveTo>
                <a:lnTo>
                  <a:pt x="34527" y="13244"/>
                </a:lnTo>
                <a:lnTo>
                  <a:pt x="32697" y="12614"/>
                </a:lnTo>
                <a:close/>
                <a:moveTo>
                  <a:pt x="35161" y="5055"/>
                </a:moveTo>
                <a:lnTo>
                  <a:pt x="36040" y="6598"/>
                </a:lnTo>
                <a:lnTo>
                  <a:pt x="34722" y="5827"/>
                </a:lnTo>
                <a:close/>
                <a:moveTo>
                  <a:pt x="180448" y="56471"/>
                </a:moveTo>
                <a:lnTo>
                  <a:pt x="182402" y="57614"/>
                </a:lnTo>
                <a:lnTo>
                  <a:pt x="179472" y="57042"/>
                </a:lnTo>
                <a:close/>
                <a:moveTo>
                  <a:pt x="255594" y="11683"/>
                </a:moveTo>
                <a:lnTo>
                  <a:pt x="256812" y="12049"/>
                </a:lnTo>
                <a:lnTo>
                  <a:pt x="254985" y="11866"/>
                </a:lnTo>
                <a:close/>
                <a:moveTo>
                  <a:pt x="219206" y="52396"/>
                </a:moveTo>
                <a:lnTo>
                  <a:pt x="220321" y="53784"/>
                </a:lnTo>
                <a:lnTo>
                  <a:pt x="218648" y="53090"/>
                </a:lnTo>
                <a:close/>
                <a:moveTo>
                  <a:pt x="273504" y="59144"/>
                </a:moveTo>
                <a:lnTo>
                  <a:pt x="274802" y="60115"/>
                </a:lnTo>
                <a:lnTo>
                  <a:pt x="272855" y="59630"/>
                </a:lnTo>
                <a:close/>
                <a:moveTo>
                  <a:pt x="174390" y="42596"/>
                </a:moveTo>
                <a:lnTo>
                  <a:pt x="176105" y="44301"/>
                </a:lnTo>
                <a:lnTo>
                  <a:pt x="173532" y="43448"/>
                </a:lnTo>
                <a:close/>
                <a:moveTo>
                  <a:pt x="1176" y="56428"/>
                </a:moveTo>
                <a:lnTo>
                  <a:pt x="2714" y="57972"/>
                </a:lnTo>
                <a:lnTo>
                  <a:pt x="406" y="57200"/>
                </a:lnTo>
                <a:close/>
                <a:moveTo>
                  <a:pt x="131276" y="16897"/>
                </a:moveTo>
                <a:lnTo>
                  <a:pt x="131642" y="17926"/>
                </a:lnTo>
                <a:lnTo>
                  <a:pt x="131093" y="17411"/>
                </a:lnTo>
                <a:close/>
                <a:moveTo>
                  <a:pt x="224036" y="34697"/>
                </a:moveTo>
                <a:lnTo>
                  <a:pt x="224813" y="35383"/>
                </a:lnTo>
                <a:lnTo>
                  <a:pt x="223647" y="35040"/>
                </a:lnTo>
                <a:close/>
                <a:moveTo>
                  <a:pt x="337489" y="60871"/>
                </a:moveTo>
                <a:lnTo>
                  <a:pt x="338517" y="61653"/>
                </a:lnTo>
                <a:lnTo>
                  <a:pt x="336975" y="61262"/>
                </a:lnTo>
                <a:close/>
                <a:moveTo>
                  <a:pt x="118538" y="54626"/>
                </a:moveTo>
                <a:lnTo>
                  <a:pt x="119322" y="55736"/>
                </a:lnTo>
                <a:lnTo>
                  <a:pt x="118146" y="55181"/>
                </a:lnTo>
                <a:close/>
                <a:moveTo>
                  <a:pt x="172674" y="49164"/>
                </a:moveTo>
                <a:lnTo>
                  <a:pt x="174234" y="50368"/>
                </a:lnTo>
                <a:lnTo>
                  <a:pt x="171894" y="49766"/>
                </a:lnTo>
                <a:close/>
                <a:moveTo>
                  <a:pt x="98619" y="31556"/>
                </a:moveTo>
                <a:lnTo>
                  <a:pt x="99238" y="32678"/>
                </a:lnTo>
                <a:lnTo>
                  <a:pt x="98309" y="32117"/>
                </a:lnTo>
                <a:close/>
                <a:moveTo>
                  <a:pt x="29965" y="46873"/>
                </a:moveTo>
                <a:lnTo>
                  <a:pt x="30733" y="47662"/>
                </a:lnTo>
                <a:lnTo>
                  <a:pt x="29582" y="47268"/>
                </a:lnTo>
                <a:close/>
                <a:moveTo>
                  <a:pt x="80589" y="6728"/>
                </a:moveTo>
                <a:lnTo>
                  <a:pt x="80971" y="7146"/>
                </a:lnTo>
                <a:lnTo>
                  <a:pt x="80399" y="6937"/>
                </a:lnTo>
                <a:close/>
                <a:moveTo>
                  <a:pt x="44006" y="16791"/>
                </a:moveTo>
                <a:lnTo>
                  <a:pt x="44977" y="18099"/>
                </a:lnTo>
                <a:lnTo>
                  <a:pt x="43521" y="17445"/>
                </a:lnTo>
                <a:close/>
                <a:moveTo>
                  <a:pt x="255699" y="13206"/>
                </a:moveTo>
                <a:lnTo>
                  <a:pt x="256199" y="14292"/>
                </a:lnTo>
                <a:lnTo>
                  <a:pt x="255449" y="13749"/>
                </a:lnTo>
                <a:close/>
                <a:moveTo>
                  <a:pt x="282485" y="35095"/>
                </a:moveTo>
                <a:lnTo>
                  <a:pt x="284373" y="36296"/>
                </a:lnTo>
                <a:lnTo>
                  <a:pt x="281541" y="35695"/>
                </a:lnTo>
                <a:close/>
                <a:moveTo>
                  <a:pt x="270017" y="28381"/>
                </a:moveTo>
                <a:lnTo>
                  <a:pt x="270953" y="28943"/>
                </a:lnTo>
                <a:lnTo>
                  <a:pt x="269548" y="28662"/>
                </a:lnTo>
                <a:close/>
                <a:moveTo>
                  <a:pt x="223601" y="5309"/>
                </a:moveTo>
                <a:lnTo>
                  <a:pt x="225021" y="6754"/>
                </a:lnTo>
                <a:lnTo>
                  <a:pt x="222891" y="6031"/>
                </a:lnTo>
                <a:close/>
                <a:moveTo>
                  <a:pt x="102723" y="7701"/>
                </a:moveTo>
                <a:lnTo>
                  <a:pt x="103120" y="8553"/>
                </a:lnTo>
                <a:lnTo>
                  <a:pt x="102525" y="8127"/>
                </a:lnTo>
                <a:close/>
                <a:moveTo>
                  <a:pt x="258064" y="40769"/>
                </a:moveTo>
                <a:lnTo>
                  <a:pt x="258654" y="42335"/>
                </a:lnTo>
                <a:lnTo>
                  <a:pt x="257769" y="41552"/>
                </a:lnTo>
                <a:close/>
                <a:moveTo>
                  <a:pt x="192137" y="68327"/>
                </a:moveTo>
                <a:lnTo>
                  <a:pt x="193601" y="69311"/>
                </a:lnTo>
                <a:lnTo>
                  <a:pt x="191405" y="68819"/>
                </a:lnTo>
                <a:close/>
                <a:moveTo>
                  <a:pt x="21574" y="48836"/>
                </a:moveTo>
                <a:lnTo>
                  <a:pt x="22062" y="49604"/>
                </a:lnTo>
                <a:lnTo>
                  <a:pt x="21330" y="49220"/>
                </a:lnTo>
                <a:close/>
                <a:moveTo>
                  <a:pt x="75692" y="17760"/>
                </a:moveTo>
                <a:lnTo>
                  <a:pt x="77677" y="18873"/>
                </a:lnTo>
                <a:lnTo>
                  <a:pt x="74700" y="18317"/>
                </a:lnTo>
                <a:close/>
                <a:moveTo>
                  <a:pt x="12807" y="66377"/>
                </a:moveTo>
                <a:lnTo>
                  <a:pt x="13901" y="67047"/>
                </a:lnTo>
                <a:lnTo>
                  <a:pt x="12260" y="66712"/>
                </a:lnTo>
                <a:close/>
                <a:moveTo>
                  <a:pt x="290265" y="46336"/>
                </a:moveTo>
                <a:lnTo>
                  <a:pt x="291665" y="47806"/>
                </a:lnTo>
                <a:lnTo>
                  <a:pt x="289565" y="47071"/>
                </a:lnTo>
                <a:close/>
                <a:moveTo>
                  <a:pt x="3934" y="37744"/>
                </a:moveTo>
                <a:lnTo>
                  <a:pt x="4657" y="38089"/>
                </a:lnTo>
                <a:lnTo>
                  <a:pt x="3572" y="37917"/>
                </a:lnTo>
                <a:close/>
                <a:moveTo>
                  <a:pt x="359952" y="2138"/>
                </a:moveTo>
                <a:lnTo>
                  <a:pt x="361833" y="2877"/>
                </a:lnTo>
                <a:lnTo>
                  <a:pt x="359012" y="2507"/>
                </a:lnTo>
                <a:close/>
                <a:moveTo>
                  <a:pt x="20805" y="70161"/>
                </a:moveTo>
                <a:lnTo>
                  <a:pt x="22059" y="70630"/>
                </a:lnTo>
                <a:lnTo>
                  <a:pt x="20178" y="70396"/>
                </a:lnTo>
                <a:close/>
                <a:moveTo>
                  <a:pt x="91356" y="54094"/>
                </a:moveTo>
                <a:lnTo>
                  <a:pt x="92361" y="54415"/>
                </a:lnTo>
                <a:lnTo>
                  <a:pt x="90854" y="54255"/>
                </a:lnTo>
                <a:close/>
                <a:moveTo>
                  <a:pt x="301129" y="27783"/>
                </a:moveTo>
                <a:lnTo>
                  <a:pt x="301607" y="29504"/>
                </a:lnTo>
                <a:lnTo>
                  <a:pt x="300889" y="28643"/>
                </a:lnTo>
                <a:close/>
                <a:moveTo>
                  <a:pt x="24418" y="3398"/>
                </a:moveTo>
                <a:lnTo>
                  <a:pt x="24977" y="4632"/>
                </a:lnTo>
                <a:lnTo>
                  <a:pt x="24139" y="4015"/>
                </a:lnTo>
                <a:close/>
                <a:moveTo>
                  <a:pt x="130832" y="3469"/>
                </a:moveTo>
                <a:lnTo>
                  <a:pt x="131526" y="4368"/>
                </a:lnTo>
                <a:lnTo>
                  <a:pt x="130484" y="3919"/>
                </a:lnTo>
                <a:close/>
                <a:moveTo>
                  <a:pt x="355736" y="59282"/>
                </a:moveTo>
                <a:lnTo>
                  <a:pt x="357835" y="60877"/>
                </a:lnTo>
                <a:lnTo>
                  <a:pt x="354687" y="60080"/>
                </a:lnTo>
                <a:close/>
                <a:moveTo>
                  <a:pt x="161028" y="49554"/>
                </a:moveTo>
                <a:lnTo>
                  <a:pt x="161792" y="51142"/>
                </a:lnTo>
                <a:lnTo>
                  <a:pt x="160646" y="50348"/>
                </a:lnTo>
                <a:close/>
                <a:moveTo>
                  <a:pt x="238075" y="69842"/>
                </a:moveTo>
                <a:lnTo>
                  <a:pt x="239180" y="71013"/>
                </a:lnTo>
                <a:lnTo>
                  <a:pt x="237523" y="70427"/>
                </a:lnTo>
                <a:close/>
                <a:moveTo>
                  <a:pt x="156799" y="56415"/>
                </a:moveTo>
                <a:lnTo>
                  <a:pt x="157701" y="57334"/>
                </a:lnTo>
                <a:lnTo>
                  <a:pt x="156348" y="56875"/>
                </a:lnTo>
                <a:close/>
                <a:moveTo>
                  <a:pt x="235395" y="12315"/>
                </a:moveTo>
                <a:lnTo>
                  <a:pt x="237104" y="12883"/>
                </a:lnTo>
                <a:lnTo>
                  <a:pt x="234541" y="12599"/>
                </a:lnTo>
                <a:close/>
                <a:moveTo>
                  <a:pt x="203271" y="39056"/>
                </a:moveTo>
                <a:lnTo>
                  <a:pt x="204915" y="39538"/>
                </a:lnTo>
                <a:lnTo>
                  <a:pt x="202448" y="39297"/>
                </a:lnTo>
                <a:close/>
                <a:moveTo>
                  <a:pt x="115200" y="61210"/>
                </a:moveTo>
                <a:lnTo>
                  <a:pt x="115952" y="62227"/>
                </a:lnTo>
                <a:lnTo>
                  <a:pt x="114823" y="61718"/>
                </a:lnTo>
                <a:close/>
                <a:moveTo>
                  <a:pt x="40183" y="23083"/>
                </a:moveTo>
                <a:lnTo>
                  <a:pt x="41492" y="24078"/>
                </a:lnTo>
                <a:lnTo>
                  <a:pt x="39528" y="23581"/>
                </a:lnTo>
                <a:close/>
                <a:moveTo>
                  <a:pt x="325006" y="25679"/>
                </a:moveTo>
                <a:lnTo>
                  <a:pt x="326527" y="26322"/>
                </a:lnTo>
                <a:lnTo>
                  <a:pt x="324246" y="26001"/>
                </a:lnTo>
                <a:close/>
                <a:moveTo>
                  <a:pt x="60382" y="1909"/>
                </a:moveTo>
                <a:lnTo>
                  <a:pt x="61613" y="2212"/>
                </a:lnTo>
                <a:lnTo>
                  <a:pt x="59767" y="2060"/>
                </a:lnTo>
                <a:close/>
                <a:moveTo>
                  <a:pt x="112337" y="2477"/>
                </a:moveTo>
                <a:lnTo>
                  <a:pt x="113515" y="4104"/>
                </a:lnTo>
                <a:lnTo>
                  <a:pt x="111748" y="3290"/>
                </a:lnTo>
                <a:close/>
                <a:moveTo>
                  <a:pt x="179110" y="57714"/>
                </a:moveTo>
                <a:lnTo>
                  <a:pt x="179656" y="58634"/>
                </a:lnTo>
                <a:lnTo>
                  <a:pt x="178837" y="58174"/>
                </a:lnTo>
                <a:close/>
                <a:moveTo>
                  <a:pt x="156152" y="54700"/>
                </a:moveTo>
                <a:lnTo>
                  <a:pt x="156905" y="55908"/>
                </a:lnTo>
                <a:lnTo>
                  <a:pt x="155776" y="55304"/>
                </a:lnTo>
                <a:close/>
                <a:moveTo>
                  <a:pt x="131749" y="15699"/>
                </a:moveTo>
                <a:lnTo>
                  <a:pt x="132391" y="17345"/>
                </a:lnTo>
                <a:lnTo>
                  <a:pt x="131428" y="16522"/>
                </a:lnTo>
                <a:close/>
                <a:moveTo>
                  <a:pt x="203981" y="50737"/>
                </a:moveTo>
                <a:lnTo>
                  <a:pt x="205850" y="51096"/>
                </a:lnTo>
                <a:lnTo>
                  <a:pt x="203047" y="50916"/>
                </a:lnTo>
                <a:close/>
                <a:moveTo>
                  <a:pt x="312200" y="31520"/>
                </a:moveTo>
                <a:lnTo>
                  <a:pt x="313053" y="31964"/>
                </a:lnTo>
                <a:lnTo>
                  <a:pt x="311774" y="31742"/>
                </a:lnTo>
                <a:close/>
                <a:moveTo>
                  <a:pt x="73998" y="69809"/>
                </a:moveTo>
                <a:lnTo>
                  <a:pt x="75971" y="70579"/>
                </a:lnTo>
                <a:lnTo>
                  <a:pt x="73012" y="70194"/>
                </a:lnTo>
                <a:close/>
                <a:moveTo>
                  <a:pt x="701" y="11652"/>
                </a:moveTo>
                <a:lnTo>
                  <a:pt x="1864" y="13153"/>
                </a:lnTo>
                <a:lnTo>
                  <a:pt x="119" y="12402"/>
                </a:lnTo>
                <a:close/>
                <a:moveTo>
                  <a:pt x="23729" y="39758"/>
                </a:moveTo>
                <a:lnTo>
                  <a:pt x="25691" y="41322"/>
                </a:lnTo>
                <a:lnTo>
                  <a:pt x="22748" y="40540"/>
                </a:lnTo>
                <a:close/>
                <a:moveTo>
                  <a:pt x="36695" y="64563"/>
                </a:moveTo>
                <a:lnTo>
                  <a:pt x="37338" y="64868"/>
                </a:lnTo>
                <a:lnTo>
                  <a:pt x="36374" y="64716"/>
                </a:lnTo>
                <a:close/>
                <a:moveTo>
                  <a:pt x="216080" y="24896"/>
                </a:moveTo>
                <a:lnTo>
                  <a:pt x="217300" y="26243"/>
                </a:lnTo>
                <a:lnTo>
                  <a:pt x="215470" y="25569"/>
                </a:lnTo>
                <a:close/>
                <a:moveTo>
                  <a:pt x="64399" y="56340"/>
                </a:moveTo>
                <a:lnTo>
                  <a:pt x="65576" y="57625"/>
                </a:lnTo>
                <a:lnTo>
                  <a:pt x="63811" y="56983"/>
                </a:lnTo>
                <a:close/>
                <a:moveTo>
                  <a:pt x="179886" y="71393"/>
                </a:moveTo>
                <a:lnTo>
                  <a:pt x="180792" y="72183"/>
                </a:lnTo>
                <a:lnTo>
                  <a:pt x="179433" y="71788"/>
                </a:lnTo>
                <a:close/>
                <a:moveTo>
                  <a:pt x="311834" y="63718"/>
                </a:moveTo>
                <a:lnTo>
                  <a:pt x="314009" y="64746"/>
                </a:lnTo>
                <a:lnTo>
                  <a:pt x="310746" y="64232"/>
                </a:lnTo>
                <a:close/>
                <a:moveTo>
                  <a:pt x="251280" y="58402"/>
                </a:moveTo>
                <a:lnTo>
                  <a:pt x="252632" y="59091"/>
                </a:lnTo>
                <a:lnTo>
                  <a:pt x="250604" y="58747"/>
                </a:lnTo>
                <a:close/>
                <a:moveTo>
                  <a:pt x="155516" y="47163"/>
                </a:moveTo>
                <a:lnTo>
                  <a:pt x="156987" y="48766"/>
                </a:lnTo>
                <a:lnTo>
                  <a:pt x="154780" y="47964"/>
                </a:lnTo>
                <a:close/>
                <a:moveTo>
                  <a:pt x="22659" y="62026"/>
                </a:moveTo>
                <a:lnTo>
                  <a:pt x="24645" y="63094"/>
                </a:lnTo>
                <a:lnTo>
                  <a:pt x="21665" y="62560"/>
                </a:lnTo>
                <a:close/>
                <a:moveTo>
                  <a:pt x="192258" y="2276"/>
                </a:moveTo>
                <a:lnTo>
                  <a:pt x="194028" y="3033"/>
                </a:lnTo>
                <a:lnTo>
                  <a:pt x="191373" y="2655"/>
                </a:lnTo>
                <a:close/>
                <a:moveTo>
                  <a:pt x="245448" y="19730"/>
                </a:moveTo>
                <a:lnTo>
                  <a:pt x="246347" y="21268"/>
                </a:lnTo>
                <a:lnTo>
                  <a:pt x="244999" y="20499"/>
                </a:lnTo>
                <a:close/>
                <a:moveTo>
                  <a:pt x="306616" y="48517"/>
                </a:moveTo>
                <a:lnTo>
                  <a:pt x="308143" y="49396"/>
                </a:lnTo>
                <a:lnTo>
                  <a:pt x="305852" y="48957"/>
                </a:lnTo>
                <a:close/>
                <a:moveTo>
                  <a:pt x="294679" y="15240"/>
                </a:moveTo>
                <a:lnTo>
                  <a:pt x="296046" y="16522"/>
                </a:lnTo>
                <a:lnTo>
                  <a:pt x="293996" y="15881"/>
                </a:lnTo>
                <a:close/>
                <a:moveTo>
                  <a:pt x="331508" y="59169"/>
                </a:moveTo>
                <a:lnTo>
                  <a:pt x="332797" y="60773"/>
                </a:lnTo>
                <a:lnTo>
                  <a:pt x="330864" y="59971"/>
                </a:lnTo>
                <a:close/>
                <a:moveTo>
                  <a:pt x="282314" y="38976"/>
                </a:moveTo>
                <a:lnTo>
                  <a:pt x="284245" y="39725"/>
                </a:lnTo>
                <a:lnTo>
                  <a:pt x="281349" y="39350"/>
                </a:lnTo>
                <a:close/>
                <a:moveTo>
                  <a:pt x="199992" y="7596"/>
                </a:moveTo>
                <a:lnTo>
                  <a:pt x="201819" y="8935"/>
                </a:lnTo>
                <a:lnTo>
                  <a:pt x="199079" y="8266"/>
                </a:lnTo>
                <a:close/>
                <a:moveTo>
                  <a:pt x="144121" y="2411"/>
                </a:moveTo>
                <a:lnTo>
                  <a:pt x="145137" y="3890"/>
                </a:lnTo>
                <a:lnTo>
                  <a:pt x="143613" y="3151"/>
                </a:lnTo>
                <a:close/>
                <a:moveTo>
                  <a:pt x="211104" y="39236"/>
                </a:moveTo>
                <a:lnTo>
                  <a:pt x="211531" y="39623"/>
                </a:lnTo>
                <a:lnTo>
                  <a:pt x="210891" y="39430"/>
                </a:lnTo>
                <a:close/>
                <a:moveTo>
                  <a:pt x="166295" y="67138"/>
                </a:moveTo>
                <a:lnTo>
                  <a:pt x="167498" y="68862"/>
                </a:lnTo>
                <a:lnTo>
                  <a:pt x="165694" y="68000"/>
                </a:lnTo>
                <a:close/>
                <a:moveTo>
                  <a:pt x="104886" y="45503"/>
                </a:moveTo>
                <a:lnTo>
                  <a:pt x="105418" y="46926"/>
                </a:lnTo>
                <a:lnTo>
                  <a:pt x="104620" y="46215"/>
                </a:lnTo>
                <a:close/>
                <a:moveTo>
                  <a:pt x="283389" y="53107"/>
                </a:moveTo>
                <a:lnTo>
                  <a:pt x="284668" y="53961"/>
                </a:lnTo>
                <a:lnTo>
                  <a:pt x="282750" y="53534"/>
                </a:lnTo>
                <a:close/>
                <a:moveTo>
                  <a:pt x="237289" y="3040"/>
                </a:moveTo>
                <a:lnTo>
                  <a:pt x="237999" y="4284"/>
                </a:lnTo>
                <a:lnTo>
                  <a:pt x="236934" y="3662"/>
                </a:lnTo>
                <a:close/>
                <a:moveTo>
                  <a:pt x="214519" y="54936"/>
                </a:moveTo>
                <a:lnTo>
                  <a:pt x="215409" y="55417"/>
                </a:lnTo>
                <a:lnTo>
                  <a:pt x="214074" y="55176"/>
                </a:lnTo>
                <a:close/>
                <a:moveTo>
                  <a:pt x="26556" y="66634"/>
                </a:moveTo>
                <a:lnTo>
                  <a:pt x="28152" y="68230"/>
                </a:lnTo>
                <a:lnTo>
                  <a:pt x="25758" y="67432"/>
                </a:lnTo>
                <a:close/>
                <a:moveTo>
                  <a:pt x="184287" y="3982"/>
                </a:moveTo>
                <a:lnTo>
                  <a:pt x="185615" y="4545"/>
                </a:lnTo>
                <a:lnTo>
                  <a:pt x="183623" y="4263"/>
                </a:lnTo>
                <a:close/>
                <a:moveTo>
                  <a:pt x="36651" y="51726"/>
                </a:moveTo>
                <a:lnTo>
                  <a:pt x="38468" y="52101"/>
                </a:lnTo>
                <a:lnTo>
                  <a:pt x="35743" y="51914"/>
                </a:lnTo>
                <a:close/>
                <a:moveTo>
                  <a:pt x="58674" y="31221"/>
                </a:moveTo>
                <a:lnTo>
                  <a:pt x="59404" y="32690"/>
                </a:lnTo>
                <a:lnTo>
                  <a:pt x="58309" y="31955"/>
                </a:lnTo>
                <a:close/>
                <a:moveTo>
                  <a:pt x="260585" y="15365"/>
                </a:moveTo>
                <a:lnTo>
                  <a:pt x="261817" y="16132"/>
                </a:lnTo>
                <a:lnTo>
                  <a:pt x="259969" y="15748"/>
                </a:lnTo>
                <a:close/>
                <a:moveTo>
                  <a:pt x="207182" y="56528"/>
                </a:moveTo>
                <a:lnTo>
                  <a:pt x="208607" y="57143"/>
                </a:lnTo>
                <a:lnTo>
                  <a:pt x="206470" y="56836"/>
                </a:lnTo>
                <a:close/>
                <a:moveTo>
                  <a:pt x="106095" y="68662"/>
                </a:moveTo>
                <a:lnTo>
                  <a:pt x="107583" y="69319"/>
                </a:lnTo>
                <a:lnTo>
                  <a:pt x="105351" y="68991"/>
                </a:lnTo>
                <a:close/>
                <a:moveTo>
                  <a:pt x="88177" y="32250"/>
                </a:moveTo>
                <a:lnTo>
                  <a:pt x="88683" y="34023"/>
                </a:lnTo>
                <a:lnTo>
                  <a:pt x="87925" y="33136"/>
                </a:lnTo>
                <a:close/>
                <a:moveTo>
                  <a:pt x="187651" y="15533"/>
                </a:moveTo>
                <a:lnTo>
                  <a:pt x="188148" y="17004"/>
                </a:lnTo>
                <a:lnTo>
                  <a:pt x="187403" y="16269"/>
                </a:lnTo>
                <a:close/>
                <a:moveTo>
                  <a:pt x="15757" y="66569"/>
                </a:moveTo>
                <a:lnTo>
                  <a:pt x="17932" y="68208"/>
                </a:lnTo>
                <a:lnTo>
                  <a:pt x="14670" y="67389"/>
                </a:lnTo>
                <a:close/>
                <a:moveTo>
                  <a:pt x="164514" y="20036"/>
                </a:moveTo>
                <a:lnTo>
                  <a:pt x="165313" y="20694"/>
                </a:lnTo>
                <a:lnTo>
                  <a:pt x="164114" y="20365"/>
                </a:lnTo>
                <a:close/>
                <a:moveTo>
                  <a:pt x="299947" y="51781"/>
                </a:moveTo>
                <a:lnTo>
                  <a:pt x="301949" y="53550"/>
                </a:lnTo>
                <a:lnTo>
                  <a:pt x="298946" y="52665"/>
                </a:lnTo>
                <a:close/>
                <a:moveTo>
                  <a:pt x="292128" y="29071"/>
                </a:moveTo>
                <a:lnTo>
                  <a:pt x="294224" y="29685"/>
                </a:lnTo>
                <a:lnTo>
                  <a:pt x="291080" y="29378"/>
                </a:lnTo>
                <a:close/>
                <a:moveTo>
                  <a:pt x="222974" y="57198"/>
                </a:moveTo>
                <a:lnTo>
                  <a:pt x="225164" y="58340"/>
                </a:lnTo>
                <a:lnTo>
                  <a:pt x="221879" y="57769"/>
                </a:lnTo>
                <a:close/>
                <a:moveTo>
                  <a:pt x="9802" y="38698"/>
                </a:moveTo>
                <a:lnTo>
                  <a:pt x="11262" y="39128"/>
                </a:lnTo>
                <a:lnTo>
                  <a:pt x="9072" y="38913"/>
                </a:lnTo>
                <a:close/>
                <a:moveTo>
                  <a:pt x="354159" y="40884"/>
                </a:moveTo>
                <a:lnTo>
                  <a:pt x="355694" y="41585"/>
                </a:lnTo>
                <a:lnTo>
                  <a:pt x="353391" y="41235"/>
                </a:lnTo>
                <a:close/>
                <a:moveTo>
                  <a:pt x="175296" y="41839"/>
                </a:moveTo>
                <a:lnTo>
                  <a:pt x="176899" y="42324"/>
                </a:lnTo>
                <a:lnTo>
                  <a:pt x="174495" y="42081"/>
                </a:lnTo>
                <a:close/>
                <a:moveTo>
                  <a:pt x="357498" y="44116"/>
                </a:moveTo>
                <a:lnTo>
                  <a:pt x="358547" y="45145"/>
                </a:lnTo>
                <a:lnTo>
                  <a:pt x="356974" y="44631"/>
                </a:lnTo>
                <a:close/>
                <a:moveTo>
                  <a:pt x="51772" y="68838"/>
                </a:moveTo>
                <a:lnTo>
                  <a:pt x="53861" y="69481"/>
                </a:lnTo>
                <a:lnTo>
                  <a:pt x="50727" y="69160"/>
                </a:lnTo>
                <a:close/>
                <a:moveTo>
                  <a:pt x="247074" y="49303"/>
                </a:moveTo>
                <a:lnTo>
                  <a:pt x="248749" y="50069"/>
                </a:lnTo>
                <a:lnTo>
                  <a:pt x="246237" y="49686"/>
                </a:lnTo>
                <a:close/>
                <a:moveTo>
                  <a:pt x="315448" y="16912"/>
                </a:moveTo>
                <a:lnTo>
                  <a:pt x="317040" y="18087"/>
                </a:lnTo>
                <a:lnTo>
                  <a:pt x="314652" y="17500"/>
                </a:lnTo>
                <a:close/>
                <a:moveTo>
                  <a:pt x="230180" y="34409"/>
                </a:moveTo>
                <a:lnTo>
                  <a:pt x="230984" y="34974"/>
                </a:lnTo>
                <a:lnTo>
                  <a:pt x="229778" y="34691"/>
                </a:lnTo>
                <a:close/>
                <a:moveTo>
                  <a:pt x="350818" y="40566"/>
                </a:moveTo>
                <a:lnTo>
                  <a:pt x="352333" y="42055"/>
                </a:lnTo>
                <a:lnTo>
                  <a:pt x="350060" y="41310"/>
                </a:lnTo>
                <a:close/>
                <a:moveTo>
                  <a:pt x="171908" y="19318"/>
                </a:moveTo>
                <a:lnTo>
                  <a:pt x="173770" y="19620"/>
                </a:lnTo>
                <a:lnTo>
                  <a:pt x="170978" y="19469"/>
                </a:lnTo>
                <a:close/>
                <a:moveTo>
                  <a:pt x="116510" y="21633"/>
                </a:moveTo>
                <a:lnTo>
                  <a:pt x="118120" y="23366"/>
                </a:lnTo>
                <a:lnTo>
                  <a:pt x="115705" y="22500"/>
                </a:lnTo>
                <a:close/>
                <a:moveTo>
                  <a:pt x="194676" y="40873"/>
                </a:moveTo>
                <a:lnTo>
                  <a:pt x="195284" y="42262"/>
                </a:lnTo>
                <a:lnTo>
                  <a:pt x="194372" y="41567"/>
                </a:lnTo>
                <a:close/>
                <a:moveTo>
                  <a:pt x="302055" y="62756"/>
                </a:moveTo>
                <a:lnTo>
                  <a:pt x="303732" y="63937"/>
                </a:lnTo>
                <a:lnTo>
                  <a:pt x="301216" y="63347"/>
                </a:lnTo>
                <a:close/>
                <a:moveTo>
                  <a:pt x="16491" y="21684"/>
                </a:moveTo>
                <a:lnTo>
                  <a:pt x="16894" y="22052"/>
                </a:lnTo>
                <a:lnTo>
                  <a:pt x="16289" y="21868"/>
                </a:lnTo>
                <a:close/>
                <a:moveTo>
                  <a:pt x="86660" y="37082"/>
                </a:moveTo>
                <a:lnTo>
                  <a:pt x="88053" y="38333"/>
                </a:lnTo>
                <a:lnTo>
                  <a:pt x="85963" y="37708"/>
                </a:lnTo>
                <a:close/>
                <a:moveTo>
                  <a:pt x="201823" y="29381"/>
                </a:moveTo>
                <a:lnTo>
                  <a:pt x="203950" y="30424"/>
                </a:lnTo>
                <a:lnTo>
                  <a:pt x="200759" y="29902"/>
                </a:lnTo>
                <a:close/>
                <a:moveTo>
                  <a:pt x="230158" y="43212"/>
                </a:moveTo>
                <a:lnTo>
                  <a:pt x="231609" y="44857"/>
                </a:lnTo>
                <a:lnTo>
                  <a:pt x="229432" y="44035"/>
                </a:lnTo>
                <a:close/>
                <a:moveTo>
                  <a:pt x="236207" y="20215"/>
                </a:moveTo>
                <a:lnTo>
                  <a:pt x="237807" y="21603"/>
                </a:lnTo>
                <a:lnTo>
                  <a:pt x="235407" y="20909"/>
                </a:lnTo>
                <a:close/>
                <a:moveTo>
                  <a:pt x="74859" y="10927"/>
                </a:moveTo>
                <a:lnTo>
                  <a:pt x="76010" y="12108"/>
                </a:lnTo>
                <a:lnTo>
                  <a:pt x="74283" y="11518"/>
                </a:lnTo>
                <a:close/>
                <a:moveTo>
                  <a:pt x="105174" y="44745"/>
                </a:moveTo>
                <a:lnTo>
                  <a:pt x="106375" y="46291"/>
                </a:lnTo>
                <a:lnTo>
                  <a:pt x="104573" y="45518"/>
                </a:lnTo>
                <a:close/>
                <a:moveTo>
                  <a:pt x="349837" y="1333"/>
                </a:moveTo>
                <a:lnTo>
                  <a:pt x="350550" y="2439"/>
                </a:lnTo>
                <a:lnTo>
                  <a:pt x="349480" y="1886"/>
                </a:lnTo>
                <a:close/>
                <a:moveTo>
                  <a:pt x="193379" y="57856"/>
                </a:moveTo>
                <a:lnTo>
                  <a:pt x="194137" y="58576"/>
                </a:lnTo>
                <a:lnTo>
                  <a:pt x="193000" y="58216"/>
                </a:lnTo>
                <a:close/>
                <a:moveTo>
                  <a:pt x="30753" y="23150"/>
                </a:moveTo>
                <a:lnTo>
                  <a:pt x="31988" y="24476"/>
                </a:lnTo>
                <a:lnTo>
                  <a:pt x="30135" y="23813"/>
                </a:lnTo>
                <a:close/>
                <a:moveTo>
                  <a:pt x="247603" y="35931"/>
                </a:moveTo>
                <a:lnTo>
                  <a:pt x="249648" y="36398"/>
                </a:lnTo>
                <a:lnTo>
                  <a:pt x="246581" y="36165"/>
                </a:lnTo>
                <a:close/>
                <a:moveTo>
                  <a:pt x="56103" y="46050"/>
                </a:moveTo>
                <a:lnTo>
                  <a:pt x="57526" y="47154"/>
                </a:lnTo>
                <a:lnTo>
                  <a:pt x="55392" y="46602"/>
                </a:lnTo>
                <a:close/>
                <a:moveTo>
                  <a:pt x="72149" y="36178"/>
                </a:moveTo>
                <a:lnTo>
                  <a:pt x="74334" y="37516"/>
                </a:lnTo>
                <a:lnTo>
                  <a:pt x="71057" y="36847"/>
                </a:lnTo>
                <a:close/>
                <a:moveTo>
                  <a:pt x="237929" y="65717"/>
                </a:moveTo>
                <a:lnTo>
                  <a:pt x="239288" y="67128"/>
                </a:lnTo>
                <a:lnTo>
                  <a:pt x="237249" y="66423"/>
                </a:lnTo>
                <a:close/>
                <a:moveTo>
                  <a:pt x="302528" y="1093"/>
                </a:moveTo>
                <a:lnTo>
                  <a:pt x="304478" y="1447"/>
                </a:lnTo>
                <a:lnTo>
                  <a:pt x="301553" y="1270"/>
                </a:lnTo>
                <a:close/>
                <a:moveTo>
                  <a:pt x="297534" y="39809"/>
                </a:moveTo>
                <a:lnTo>
                  <a:pt x="299469" y="40824"/>
                </a:lnTo>
                <a:lnTo>
                  <a:pt x="296566" y="40316"/>
                </a:lnTo>
                <a:close/>
                <a:moveTo>
                  <a:pt x="243347" y="44862"/>
                </a:moveTo>
                <a:lnTo>
                  <a:pt x="245135" y="46140"/>
                </a:lnTo>
                <a:lnTo>
                  <a:pt x="242453" y="45501"/>
                </a:lnTo>
                <a:close/>
                <a:moveTo>
                  <a:pt x="135456" y="25265"/>
                </a:moveTo>
                <a:lnTo>
                  <a:pt x="136715" y="26202"/>
                </a:lnTo>
                <a:lnTo>
                  <a:pt x="134827" y="25733"/>
                </a:lnTo>
                <a:close/>
                <a:moveTo>
                  <a:pt x="24792" y="28861"/>
                </a:moveTo>
                <a:lnTo>
                  <a:pt x="26502" y="30399"/>
                </a:lnTo>
                <a:lnTo>
                  <a:pt x="23937" y="29630"/>
                </a:lnTo>
                <a:close/>
                <a:moveTo>
                  <a:pt x="35064" y="1341"/>
                </a:moveTo>
                <a:lnTo>
                  <a:pt x="36829" y="1880"/>
                </a:lnTo>
                <a:lnTo>
                  <a:pt x="34182" y="1611"/>
                </a:lnTo>
                <a:close/>
                <a:moveTo>
                  <a:pt x="321289" y="16170"/>
                </a:moveTo>
                <a:lnTo>
                  <a:pt x="321802" y="16534"/>
                </a:lnTo>
                <a:lnTo>
                  <a:pt x="321032" y="16352"/>
                </a:lnTo>
                <a:close/>
                <a:moveTo>
                  <a:pt x="305610" y="35977"/>
                </a:moveTo>
                <a:lnTo>
                  <a:pt x="306983" y="37111"/>
                </a:lnTo>
                <a:lnTo>
                  <a:pt x="304924" y="36544"/>
                </a:lnTo>
                <a:close/>
                <a:moveTo>
                  <a:pt x="93617" y="54394"/>
                </a:moveTo>
                <a:lnTo>
                  <a:pt x="94031" y="55753"/>
                </a:lnTo>
                <a:lnTo>
                  <a:pt x="93410" y="55073"/>
                </a:lnTo>
                <a:close/>
                <a:moveTo>
                  <a:pt x="120619" y="18010"/>
                </a:moveTo>
                <a:lnTo>
                  <a:pt x="121860" y="19067"/>
                </a:lnTo>
                <a:lnTo>
                  <a:pt x="119999" y="18539"/>
                </a:lnTo>
                <a:close/>
                <a:moveTo>
                  <a:pt x="42094" y="7514"/>
                </a:moveTo>
                <a:lnTo>
                  <a:pt x="43200" y="9069"/>
                </a:lnTo>
                <a:lnTo>
                  <a:pt x="41541" y="8292"/>
                </a:lnTo>
                <a:close/>
                <a:moveTo>
                  <a:pt x="320739" y="61845"/>
                </a:moveTo>
                <a:lnTo>
                  <a:pt x="321188" y="62587"/>
                </a:lnTo>
                <a:lnTo>
                  <a:pt x="320514" y="62216"/>
                </a:lnTo>
                <a:close/>
                <a:moveTo>
                  <a:pt x="173055" y="58685"/>
                </a:moveTo>
                <a:lnTo>
                  <a:pt x="175109" y="60171"/>
                </a:lnTo>
                <a:lnTo>
                  <a:pt x="172028" y="59428"/>
                </a:lnTo>
                <a:close/>
                <a:moveTo>
                  <a:pt x="81343" y="22524"/>
                </a:moveTo>
                <a:lnTo>
                  <a:pt x="82433" y="23081"/>
                </a:lnTo>
                <a:lnTo>
                  <a:pt x="80798" y="22803"/>
                </a:lnTo>
                <a:close/>
                <a:moveTo>
                  <a:pt x="222519" y="8821"/>
                </a:moveTo>
                <a:lnTo>
                  <a:pt x="223703" y="10054"/>
                </a:lnTo>
                <a:lnTo>
                  <a:pt x="221926" y="9437"/>
                </a:lnTo>
                <a:close/>
                <a:moveTo>
                  <a:pt x="290914" y="52794"/>
                </a:moveTo>
                <a:lnTo>
                  <a:pt x="292423" y="53293"/>
                </a:lnTo>
                <a:lnTo>
                  <a:pt x="290159" y="53043"/>
                </a:lnTo>
                <a:close/>
                <a:moveTo>
                  <a:pt x="256381" y="62048"/>
                </a:moveTo>
                <a:lnTo>
                  <a:pt x="258174" y="63531"/>
                </a:lnTo>
                <a:lnTo>
                  <a:pt x="255484" y="62789"/>
                </a:lnTo>
                <a:close/>
                <a:moveTo>
                  <a:pt x="355010" y="59039"/>
                </a:moveTo>
                <a:lnTo>
                  <a:pt x="356261" y="59774"/>
                </a:lnTo>
                <a:lnTo>
                  <a:pt x="354385" y="59407"/>
                </a:lnTo>
                <a:close/>
                <a:moveTo>
                  <a:pt x="49629" y="47722"/>
                </a:moveTo>
                <a:lnTo>
                  <a:pt x="50185" y="49092"/>
                </a:lnTo>
                <a:lnTo>
                  <a:pt x="49351" y="48407"/>
                </a:lnTo>
                <a:close/>
                <a:moveTo>
                  <a:pt x="292785" y="35968"/>
                </a:moveTo>
                <a:lnTo>
                  <a:pt x="294059" y="37305"/>
                </a:lnTo>
                <a:lnTo>
                  <a:pt x="292148" y="36636"/>
                </a:lnTo>
                <a:close/>
                <a:moveTo>
                  <a:pt x="309127" y="51898"/>
                </a:moveTo>
                <a:lnTo>
                  <a:pt x="309641" y="53183"/>
                </a:lnTo>
                <a:lnTo>
                  <a:pt x="308870" y="52540"/>
                </a:lnTo>
                <a:close/>
                <a:moveTo>
                  <a:pt x="352730" y="30231"/>
                </a:moveTo>
                <a:lnTo>
                  <a:pt x="353330" y="30845"/>
                </a:lnTo>
                <a:lnTo>
                  <a:pt x="352430" y="30538"/>
                </a:lnTo>
                <a:close/>
                <a:moveTo>
                  <a:pt x="51718" y="30273"/>
                </a:moveTo>
                <a:lnTo>
                  <a:pt x="53462" y="31333"/>
                </a:lnTo>
                <a:lnTo>
                  <a:pt x="50847" y="30803"/>
                </a:lnTo>
                <a:close/>
                <a:moveTo>
                  <a:pt x="21620" y="57495"/>
                </a:moveTo>
                <a:lnTo>
                  <a:pt x="22946" y="58780"/>
                </a:lnTo>
                <a:lnTo>
                  <a:pt x="20957" y="58137"/>
                </a:lnTo>
                <a:close/>
                <a:moveTo>
                  <a:pt x="135648" y="41167"/>
                </a:moveTo>
                <a:lnTo>
                  <a:pt x="136826" y="42256"/>
                </a:lnTo>
                <a:lnTo>
                  <a:pt x="135059" y="41712"/>
                </a:lnTo>
                <a:close/>
                <a:moveTo>
                  <a:pt x="17150" y="14848"/>
                </a:moveTo>
                <a:lnTo>
                  <a:pt x="17614" y="16539"/>
                </a:lnTo>
                <a:lnTo>
                  <a:pt x="16919" y="15694"/>
                </a:lnTo>
                <a:close/>
                <a:moveTo>
                  <a:pt x="111017" y="21241"/>
                </a:moveTo>
                <a:lnTo>
                  <a:pt x="112217" y="22035"/>
                </a:lnTo>
                <a:lnTo>
                  <a:pt x="110417" y="21638"/>
                </a:lnTo>
                <a:close/>
                <a:moveTo>
                  <a:pt x="54182" y="14107"/>
                </a:moveTo>
                <a:lnTo>
                  <a:pt x="55307" y="15576"/>
                </a:lnTo>
                <a:lnTo>
                  <a:pt x="53620" y="14842"/>
                </a:lnTo>
                <a:close/>
                <a:moveTo>
                  <a:pt x="182085" y="31629"/>
                </a:moveTo>
                <a:lnTo>
                  <a:pt x="183288" y="32937"/>
                </a:lnTo>
                <a:lnTo>
                  <a:pt x="181483" y="32283"/>
                </a:lnTo>
                <a:close/>
                <a:moveTo>
                  <a:pt x="169318" y="1663"/>
                </a:moveTo>
                <a:lnTo>
                  <a:pt x="170007" y="3108"/>
                </a:lnTo>
                <a:lnTo>
                  <a:pt x="168974" y="2386"/>
                </a:lnTo>
                <a:close/>
                <a:moveTo>
                  <a:pt x="351990" y="5474"/>
                </a:moveTo>
                <a:lnTo>
                  <a:pt x="353497" y="6951"/>
                </a:lnTo>
                <a:lnTo>
                  <a:pt x="351237" y="6212"/>
                </a:lnTo>
                <a:close/>
                <a:moveTo>
                  <a:pt x="298162" y="70461"/>
                </a:moveTo>
                <a:lnTo>
                  <a:pt x="298928" y="71303"/>
                </a:lnTo>
                <a:lnTo>
                  <a:pt x="297778" y="70882"/>
                </a:lnTo>
                <a:close/>
                <a:moveTo>
                  <a:pt x="311054" y="44581"/>
                </a:moveTo>
                <a:lnTo>
                  <a:pt x="311649" y="45517"/>
                </a:lnTo>
                <a:lnTo>
                  <a:pt x="310756" y="45049"/>
                </a:lnTo>
                <a:close/>
                <a:moveTo>
                  <a:pt x="334684" y="9655"/>
                </a:moveTo>
                <a:lnTo>
                  <a:pt x="335573" y="11056"/>
                </a:lnTo>
                <a:lnTo>
                  <a:pt x="334239" y="10356"/>
                </a:lnTo>
                <a:close/>
                <a:moveTo>
                  <a:pt x="177343" y="31884"/>
                </a:moveTo>
                <a:lnTo>
                  <a:pt x="177898" y="32257"/>
                </a:lnTo>
                <a:lnTo>
                  <a:pt x="177065" y="32071"/>
                </a:lnTo>
                <a:close/>
                <a:moveTo>
                  <a:pt x="229075" y="57931"/>
                </a:moveTo>
                <a:lnTo>
                  <a:pt x="230884" y="58769"/>
                </a:lnTo>
                <a:lnTo>
                  <a:pt x="228170" y="58350"/>
                </a:lnTo>
                <a:close/>
                <a:moveTo>
                  <a:pt x="84792" y="1687"/>
                </a:moveTo>
                <a:lnTo>
                  <a:pt x="85222" y="2563"/>
                </a:lnTo>
                <a:lnTo>
                  <a:pt x="84578" y="2125"/>
                </a:lnTo>
                <a:close/>
                <a:moveTo>
                  <a:pt x="324057" y="24889"/>
                </a:moveTo>
                <a:lnTo>
                  <a:pt x="325134" y="26458"/>
                </a:lnTo>
                <a:lnTo>
                  <a:pt x="323518" y="25674"/>
                </a:lnTo>
                <a:close/>
                <a:moveTo>
                  <a:pt x="212423" y="10955"/>
                </a:moveTo>
                <a:lnTo>
                  <a:pt x="214350" y="12319"/>
                </a:lnTo>
                <a:lnTo>
                  <a:pt x="211460" y="11637"/>
                </a:lnTo>
                <a:close/>
                <a:moveTo>
                  <a:pt x="286833" y="31276"/>
                </a:moveTo>
                <a:lnTo>
                  <a:pt x="288439" y="32148"/>
                </a:lnTo>
                <a:lnTo>
                  <a:pt x="286031" y="31712"/>
                </a:lnTo>
                <a:close/>
                <a:moveTo>
                  <a:pt x="358776" y="71061"/>
                </a:moveTo>
                <a:lnTo>
                  <a:pt x="359373" y="72149"/>
                </a:lnTo>
                <a:lnTo>
                  <a:pt x="358477" y="71605"/>
                </a:lnTo>
                <a:close/>
                <a:moveTo>
                  <a:pt x="176357" y="4310"/>
                </a:moveTo>
                <a:lnTo>
                  <a:pt x="176737" y="5203"/>
                </a:lnTo>
                <a:lnTo>
                  <a:pt x="176167" y="4756"/>
                </a:lnTo>
                <a:close/>
                <a:moveTo>
                  <a:pt x="282440" y="14675"/>
                </a:moveTo>
                <a:lnTo>
                  <a:pt x="283131" y="15427"/>
                </a:lnTo>
                <a:lnTo>
                  <a:pt x="282095" y="15051"/>
                </a:lnTo>
                <a:close/>
                <a:moveTo>
                  <a:pt x="87404" y="62796"/>
                </a:moveTo>
                <a:lnTo>
                  <a:pt x="89472" y="63248"/>
                </a:lnTo>
                <a:lnTo>
                  <a:pt x="86371" y="63022"/>
                </a:lnTo>
                <a:close/>
                <a:moveTo>
                  <a:pt x="129915" y="16100"/>
                </a:moveTo>
                <a:lnTo>
                  <a:pt x="130884" y="16483"/>
                </a:lnTo>
                <a:lnTo>
                  <a:pt x="129430" y="16291"/>
                </a:lnTo>
                <a:close/>
                <a:moveTo>
                  <a:pt x="45888" y="8661"/>
                </a:moveTo>
                <a:lnTo>
                  <a:pt x="46864" y="9856"/>
                </a:lnTo>
                <a:lnTo>
                  <a:pt x="45400" y="9259"/>
                </a:lnTo>
                <a:close/>
                <a:moveTo>
                  <a:pt x="119993" y="50587"/>
                </a:moveTo>
                <a:lnTo>
                  <a:pt x="120508" y="51595"/>
                </a:lnTo>
                <a:lnTo>
                  <a:pt x="119736" y="51091"/>
                </a:lnTo>
                <a:close/>
                <a:moveTo>
                  <a:pt x="11315" y="17286"/>
                </a:moveTo>
                <a:lnTo>
                  <a:pt x="13422" y="17866"/>
                </a:lnTo>
                <a:lnTo>
                  <a:pt x="10261" y="17576"/>
                </a:lnTo>
                <a:close/>
                <a:moveTo>
                  <a:pt x="51252" y="54423"/>
                </a:moveTo>
                <a:lnTo>
                  <a:pt x="53268" y="55568"/>
                </a:lnTo>
                <a:lnTo>
                  <a:pt x="50244" y="54995"/>
                </a:lnTo>
                <a:close/>
                <a:moveTo>
                  <a:pt x="85764" y="3498"/>
                </a:moveTo>
                <a:lnTo>
                  <a:pt x="86985" y="4765"/>
                </a:lnTo>
                <a:lnTo>
                  <a:pt x="85154" y="4132"/>
                </a:lnTo>
                <a:close/>
                <a:moveTo>
                  <a:pt x="339353" y="19441"/>
                </a:moveTo>
                <a:lnTo>
                  <a:pt x="340937" y="20202"/>
                </a:lnTo>
                <a:lnTo>
                  <a:pt x="338561" y="19822"/>
                </a:lnTo>
                <a:close/>
                <a:moveTo>
                  <a:pt x="44197" y="101"/>
                </a:moveTo>
                <a:lnTo>
                  <a:pt x="44585" y="1415"/>
                </a:lnTo>
                <a:lnTo>
                  <a:pt x="44003" y="758"/>
                </a:lnTo>
                <a:close/>
                <a:moveTo>
                  <a:pt x="100216" y="27306"/>
                </a:moveTo>
                <a:lnTo>
                  <a:pt x="101685" y="27926"/>
                </a:lnTo>
                <a:lnTo>
                  <a:pt x="99481" y="27616"/>
                </a:lnTo>
                <a:close/>
                <a:moveTo>
                  <a:pt x="314612" y="55161"/>
                </a:moveTo>
                <a:lnTo>
                  <a:pt x="315912" y="56610"/>
                </a:lnTo>
                <a:lnTo>
                  <a:pt x="313962" y="55885"/>
                </a:lnTo>
                <a:close/>
                <a:moveTo>
                  <a:pt x="65205" y="62507"/>
                </a:moveTo>
                <a:lnTo>
                  <a:pt x="67374" y="64261"/>
                </a:lnTo>
                <a:lnTo>
                  <a:pt x="64120" y="63384"/>
                </a:lnTo>
                <a:close/>
                <a:moveTo>
                  <a:pt x="34814" y="17084"/>
                </a:moveTo>
                <a:lnTo>
                  <a:pt x="36587" y="17684"/>
                </a:lnTo>
                <a:lnTo>
                  <a:pt x="33928" y="17384"/>
                </a:lnTo>
                <a:close/>
                <a:moveTo>
                  <a:pt x="30384" y="4475"/>
                </a:moveTo>
                <a:lnTo>
                  <a:pt x="32536" y="4970"/>
                </a:lnTo>
                <a:lnTo>
                  <a:pt x="29308" y="4722"/>
                </a:lnTo>
                <a:close/>
                <a:moveTo>
                  <a:pt x="122872" y="7973"/>
                </a:moveTo>
                <a:lnTo>
                  <a:pt x="123650" y="9288"/>
                </a:lnTo>
                <a:lnTo>
                  <a:pt x="122483" y="8631"/>
                </a:lnTo>
                <a:close/>
                <a:moveTo>
                  <a:pt x="21535" y="21191"/>
                </a:moveTo>
                <a:lnTo>
                  <a:pt x="22780" y="21579"/>
                </a:lnTo>
                <a:lnTo>
                  <a:pt x="20913" y="21385"/>
                </a:lnTo>
                <a:close/>
                <a:moveTo>
                  <a:pt x="113511" y="37325"/>
                </a:moveTo>
                <a:lnTo>
                  <a:pt x="115276" y="37942"/>
                </a:lnTo>
                <a:lnTo>
                  <a:pt x="112629" y="37633"/>
                </a:lnTo>
                <a:close/>
                <a:moveTo>
                  <a:pt x="156752" y="21808"/>
                </a:moveTo>
                <a:lnTo>
                  <a:pt x="157154" y="22999"/>
                </a:lnTo>
                <a:lnTo>
                  <a:pt x="156551" y="22403"/>
                </a:lnTo>
                <a:close/>
                <a:moveTo>
                  <a:pt x="340515" y="60654"/>
                </a:moveTo>
                <a:lnTo>
                  <a:pt x="342675" y="61266"/>
                </a:lnTo>
                <a:lnTo>
                  <a:pt x="339435" y="60960"/>
                </a:lnTo>
                <a:close/>
                <a:moveTo>
                  <a:pt x="92088" y="8373"/>
                </a:moveTo>
                <a:lnTo>
                  <a:pt x="92498" y="8779"/>
                </a:lnTo>
                <a:lnTo>
                  <a:pt x="91883" y="8576"/>
                </a:lnTo>
                <a:close/>
                <a:moveTo>
                  <a:pt x="241796" y="49348"/>
                </a:moveTo>
                <a:lnTo>
                  <a:pt x="243293" y="50515"/>
                </a:lnTo>
                <a:lnTo>
                  <a:pt x="241048" y="49931"/>
                </a:lnTo>
                <a:close/>
                <a:moveTo>
                  <a:pt x="166560" y="22277"/>
                </a:moveTo>
                <a:lnTo>
                  <a:pt x="167863" y="22984"/>
                </a:lnTo>
                <a:lnTo>
                  <a:pt x="165908" y="22630"/>
                </a:lnTo>
                <a:close/>
                <a:moveTo>
                  <a:pt x="205485" y="34802"/>
                </a:moveTo>
                <a:lnTo>
                  <a:pt x="207206" y="35905"/>
                </a:lnTo>
                <a:lnTo>
                  <a:pt x="204625" y="35353"/>
                </a:lnTo>
                <a:close/>
                <a:moveTo>
                  <a:pt x="56245" y="12637"/>
                </a:moveTo>
                <a:lnTo>
                  <a:pt x="56685" y="14210"/>
                </a:lnTo>
                <a:lnTo>
                  <a:pt x="56025" y="13424"/>
                </a:lnTo>
                <a:close/>
                <a:moveTo>
                  <a:pt x="243405" y="48804"/>
                </a:moveTo>
                <a:lnTo>
                  <a:pt x="244007" y="50030"/>
                </a:lnTo>
                <a:lnTo>
                  <a:pt x="243103" y="49417"/>
                </a:lnTo>
                <a:close/>
                <a:moveTo>
                  <a:pt x="345946" y="44829"/>
                </a:moveTo>
                <a:lnTo>
                  <a:pt x="348017" y="46020"/>
                </a:lnTo>
                <a:lnTo>
                  <a:pt x="344911" y="45425"/>
                </a:lnTo>
                <a:close/>
                <a:moveTo>
                  <a:pt x="33221" y="40232"/>
                </a:moveTo>
                <a:lnTo>
                  <a:pt x="33654" y="40970"/>
                </a:lnTo>
                <a:lnTo>
                  <a:pt x="33005" y="40601"/>
                </a:lnTo>
                <a:close/>
                <a:moveTo>
                  <a:pt x="280541" y="30396"/>
                </a:moveTo>
                <a:lnTo>
                  <a:pt x="282473" y="31006"/>
                </a:lnTo>
                <a:lnTo>
                  <a:pt x="279574" y="30701"/>
                </a:lnTo>
                <a:close/>
                <a:moveTo>
                  <a:pt x="321029" y="12872"/>
                </a:moveTo>
                <a:lnTo>
                  <a:pt x="322009" y="14370"/>
                </a:lnTo>
                <a:lnTo>
                  <a:pt x="320539" y="13621"/>
                </a:lnTo>
                <a:close/>
                <a:moveTo>
                  <a:pt x="267505" y="28877"/>
                </a:moveTo>
                <a:lnTo>
                  <a:pt x="269001" y="30488"/>
                </a:lnTo>
                <a:lnTo>
                  <a:pt x="266757" y="29682"/>
                </a:lnTo>
                <a:close/>
                <a:moveTo>
                  <a:pt x="5254" y="70080"/>
                </a:moveTo>
                <a:lnTo>
                  <a:pt x="7325" y="70536"/>
                </a:lnTo>
                <a:lnTo>
                  <a:pt x="4218" y="70308"/>
                </a:lnTo>
                <a:close/>
                <a:moveTo>
                  <a:pt x="34892" y="14942"/>
                </a:moveTo>
                <a:lnTo>
                  <a:pt x="35916" y="15663"/>
                </a:lnTo>
                <a:lnTo>
                  <a:pt x="34380" y="15302"/>
                </a:lnTo>
                <a:close/>
                <a:moveTo>
                  <a:pt x="236033" y="14945"/>
                </a:moveTo>
                <a:lnTo>
                  <a:pt x="236854" y="15982"/>
                </a:lnTo>
                <a:lnTo>
                  <a:pt x="235622" y="15464"/>
                </a:lnTo>
                <a:close/>
                <a:moveTo>
                  <a:pt x="185237" y="25621"/>
                </a:moveTo>
                <a:lnTo>
                  <a:pt x="186558" y="27355"/>
                </a:lnTo>
                <a:lnTo>
                  <a:pt x="184576" y="26488"/>
                </a:lnTo>
                <a:close/>
                <a:moveTo>
                  <a:pt x="222097" y="51132"/>
                </a:moveTo>
                <a:lnTo>
                  <a:pt x="222855" y="52737"/>
                </a:lnTo>
                <a:lnTo>
                  <a:pt x="221719" y="51934"/>
                </a:lnTo>
                <a:close/>
                <a:moveTo>
                  <a:pt x="152179" y="5062"/>
                </a:moveTo>
                <a:lnTo>
                  <a:pt x="153107" y="5958"/>
                </a:lnTo>
                <a:lnTo>
                  <a:pt x="151715" y="5510"/>
                </a:lnTo>
                <a:close/>
                <a:moveTo>
                  <a:pt x="304035" y="6850"/>
                </a:moveTo>
                <a:lnTo>
                  <a:pt x="304900" y="7419"/>
                </a:lnTo>
                <a:lnTo>
                  <a:pt x="303603" y="7134"/>
                </a:lnTo>
                <a:close/>
                <a:moveTo>
                  <a:pt x="101300" y="44687"/>
                </a:moveTo>
                <a:lnTo>
                  <a:pt x="102999" y="45942"/>
                </a:lnTo>
                <a:lnTo>
                  <a:pt x="100451" y="45314"/>
                </a:lnTo>
                <a:close/>
                <a:moveTo>
                  <a:pt x="142043" y="41668"/>
                </a:moveTo>
                <a:lnTo>
                  <a:pt x="142757" y="42166"/>
                </a:lnTo>
                <a:lnTo>
                  <a:pt x="141686" y="41917"/>
                </a:lnTo>
                <a:close/>
                <a:moveTo>
                  <a:pt x="147045" y="63776"/>
                </a:moveTo>
                <a:lnTo>
                  <a:pt x="148260" y="65204"/>
                </a:lnTo>
                <a:lnTo>
                  <a:pt x="146438" y="64490"/>
                </a:lnTo>
                <a:close/>
                <a:moveTo>
                  <a:pt x="344831" y="54965"/>
                </a:moveTo>
                <a:lnTo>
                  <a:pt x="345736" y="56469"/>
                </a:lnTo>
                <a:lnTo>
                  <a:pt x="344378" y="55717"/>
                </a:lnTo>
                <a:close/>
                <a:moveTo>
                  <a:pt x="89249" y="15446"/>
                </a:moveTo>
                <a:lnTo>
                  <a:pt x="90694" y="16824"/>
                </a:lnTo>
                <a:lnTo>
                  <a:pt x="88526" y="16135"/>
                </a:lnTo>
                <a:close/>
                <a:moveTo>
                  <a:pt x="98566" y="60983"/>
                </a:moveTo>
                <a:lnTo>
                  <a:pt x="99586" y="61825"/>
                </a:lnTo>
                <a:lnTo>
                  <a:pt x="98056" y="61404"/>
                </a:lnTo>
                <a:close/>
                <a:moveTo>
                  <a:pt x="212144" y="60650"/>
                </a:moveTo>
                <a:lnTo>
                  <a:pt x="212908" y="61842"/>
                </a:lnTo>
                <a:lnTo>
                  <a:pt x="211762" y="61246"/>
                </a:lnTo>
                <a:close/>
                <a:moveTo>
                  <a:pt x="94585" y="54314"/>
                </a:moveTo>
                <a:lnTo>
                  <a:pt x="96215" y="55519"/>
                </a:lnTo>
                <a:lnTo>
                  <a:pt x="93770" y="54917"/>
                </a:lnTo>
                <a:close/>
                <a:moveTo>
                  <a:pt x="197057" y="27562"/>
                </a:moveTo>
                <a:lnTo>
                  <a:pt x="198649" y="27968"/>
                </a:lnTo>
                <a:lnTo>
                  <a:pt x="196261" y="27765"/>
                </a:lnTo>
                <a:close/>
                <a:moveTo>
                  <a:pt x="321041" y="34852"/>
                </a:moveTo>
                <a:lnTo>
                  <a:pt x="321689" y="35991"/>
                </a:lnTo>
                <a:lnTo>
                  <a:pt x="320717" y="35421"/>
                </a:lnTo>
                <a:close/>
                <a:moveTo>
                  <a:pt x="291903" y="18281"/>
                </a:moveTo>
                <a:lnTo>
                  <a:pt x="293446" y="18908"/>
                </a:lnTo>
                <a:lnTo>
                  <a:pt x="291132" y="18595"/>
                </a:lnTo>
                <a:close/>
                <a:moveTo>
                  <a:pt x="33192" y="34976"/>
                </a:moveTo>
                <a:lnTo>
                  <a:pt x="34412" y="36457"/>
                </a:lnTo>
                <a:lnTo>
                  <a:pt x="32583" y="35717"/>
                </a:lnTo>
                <a:close/>
                <a:moveTo>
                  <a:pt x="109401" y="2821"/>
                </a:moveTo>
                <a:lnTo>
                  <a:pt x="110010" y="4601"/>
                </a:lnTo>
                <a:lnTo>
                  <a:pt x="109096" y="3711"/>
                </a:lnTo>
                <a:close/>
                <a:moveTo>
                  <a:pt x="130481" y="67360"/>
                </a:moveTo>
                <a:lnTo>
                  <a:pt x="131839" y="67761"/>
                </a:lnTo>
                <a:lnTo>
                  <a:pt x="129802" y="67560"/>
                </a:lnTo>
                <a:close/>
                <a:moveTo>
                  <a:pt x="245270" y="59077"/>
                </a:moveTo>
                <a:lnTo>
                  <a:pt x="246453" y="60167"/>
                </a:lnTo>
                <a:lnTo>
                  <a:pt x="244679" y="59622"/>
                </a:lnTo>
                <a:close/>
                <a:moveTo>
                  <a:pt x="186306" y="70643"/>
                </a:moveTo>
                <a:lnTo>
                  <a:pt x="186974" y="71233"/>
                </a:lnTo>
                <a:lnTo>
                  <a:pt x="185972" y="70938"/>
                </a:lnTo>
                <a:close/>
                <a:moveTo>
                  <a:pt x="338554" y="50812"/>
                </a:moveTo>
                <a:lnTo>
                  <a:pt x="339118" y="51897"/>
                </a:lnTo>
                <a:lnTo>
                  <a:pt x="338272" y="51355"/>
                </a:lnTo>
                <a:close/>
                <a:moveTo>
                  <a:pt x="71176" y="2135"/>
                </a:moveTo>
                <a:lnTo>
                  <a:pt x="72119" y="3171"/>
                </a:lnTo>
                <a:lnTo>
                  <a:pt x="70704" y="2653"/>
                </a:lnTo>
                <a:close/>
                <a:moveTo>
                  <a:pt x="104420" y="1097"/>
                </a:moveTo>
                <a:lnTo>
                  <a:pt x="104773" y="2316"/>
                </a:lnTo>
                <a:lnTo>
                  <a:pt x="104243" y="1707"/>
                </a:lnTo>
                <a:close/>
                <a:moveTo>
                  <a:pt x="166904" y="20515"/>
                </a:moveTo>
                <a:lnTo>
                  <a:pt x="167753" y="21398"/>
                </a:lnTo>
                <a:lnTo>
                  <a:pt x="166480" y="20957"/>
                </a:lnTo>
                <a:close/>
                <a:moveTo>
                  <a:pt x="155632" y="29816"/>
                </a:moveTo>
                <a:lnTo>
                  <a:pt x="156559" y="31598"/>
                </a:lnTo>
                <a:lnTo>
                  <a:pt x="155169" y="30707"/>
                </a:lnTo>
                <a:close/>
                <a:moveTo>
                  <a:pt x="155424" y="55164"/>
                </a:moveTo>
                <a:lnTo>
                  <a:pt x="155809" y="55559"/>
                </a:lnTo>
                <a:lnTo>
                  <a:pt x="155232" y="55361"/>
                </a:lnTo>
                <a:close/>
                <a:moveTo>
                  <a:pt x="331105" y="4140"/>
                </a:moveTo>
                <a:lnTo>
                  <a:pt x="333025" y="5157"/>
                </a:lnTo>
                <a:lnTo>
                  <a:pt x="330146" y="4649"/>
                </a:lnTo>
                <a:close/>
                <a:moveTo>
                  <a:pt x="67715" y="8600"/>
                </a:moveTo>
                <a:lnTo>
                  <a:pt x="68325" y="8901"/>
                </a:lnTo>
                <a:lnTo>
                  <a:pt x="67410" y="8750"/>
                </a:lnTo>
                <a:close/>
                <a:moveTo>
                  <a:pt x="197266" y="53860"/>
                </a:moveTo>
                <a:lnTo>
                  <a:pt x="198876" y="55080"/>
                </a:lnTo>
                <a:lnTo>
                  <a:pt x="196462" y="54470"/>
                </a:lnTo>
                <a:close/>
                <a:moveTo>
                  <a:pt x="109489" y="7463"/>
                </a:moveTo>
                <a:lnTo>
                  <a:pt x="110549" y="8754"/>
                </a:lnTo>
                <a:lnTo>
                  <a:pt x="108958" y="8109"/>
                </a:lnTo>
                <a:close/>
                <a:moveTo>
                  <a:pt x="309849" y="1960"/>
                </a:moveTo>
                <a:lnTo>
                  <a:pt x="310496" y="3512"/>
                </a:lnTo>
                <a:lnTo>
                  <a:pt x="309526" y="2736"/>
                </a:lnTo>
                <a:close/>
                <a:moveTo>
                  <a:pt x="357852" y="62433"/>
                </a:moveTo>
                <a:lnTo>
                  <a:pt x="359686" y="63396"/>
                </a:lnTo>
                <a:lnTo>
                  <a:pt x="356936" y="62914"/>
                </a:lnTo>
                <a:close/>
                <a:moveTo>
                  <a:pt x="252457" y="67061"/>
                </a:moveTo>
                <a:lnTo>
                  <a:pt x="253550" y="67851"/>
                </a:lnTo>
                <a:lnTo>
                  <a:pt x="251911" y="67456"/>
                </a:lnTo>
                <a:close/>
                <a:moveTo>
                  <a:pt x="142871" y="31389"/>
                </a:moveTo>
                <a:lnTo>
                  <a:pt x="143629" y="31757"/>
                </a:lnTo>
                <a:lnTo>
                  <a:pt x="142492" y="31573"/>
                </a:lnTo>
                <a:close/>
                <a:moveTo>
                  <a:pt x="324272" y="41858"/>
                </a:moveTo>
                <a:lnTo>
                  <a:pt x="325990" y="42776"/>
                </a:lnTo>
                <a:lnTo>
                  <a:pt x="323413" y="42317"/>
                </a:lnTo>
                <a:close/>
                <a:moveTo>
                  <a:pt x="66729" y="52110"/>
                </a:moveTo>
                <a:lnTo>
                  <a:pt x="67570" y="52941"/>
                </a:lnTo>
                <a:lnTo>
                  <a:pt x="66309" y="52526"/>
                </a:lnTo>
                <a:close/>
                <a:moveTo>
                  <a:pt x="75790" y="67845"/>
                </a:moveTo>
                <a:lnTo>
                  <a:pt x="77376" y="68295"/>
                </a:lnTo>
                <a:lnTo>
                  <a:pt x="74997" y="68070"/>
                </a:lnTo>
                <a:close/>
                <a:moveTo>
                  <a:pt x="135212" y="10291"/>
                </a:moveTo>
                <a:lnTo>
                  <a:pt x="137277" y="10677"/>
                </a:lnTo>
                <a:lnTo>
                  <a:pt x="134179" y="10484"/>
                </a:lnTo>
                <a:close/>
                <a:moveTo>
                  <a:pt x="131689" y="6984"/>
                </a:moveTo>
                <a:lnTo>
                  <a:pt x="132602" y="8134"/>
                </a:lnTo>
                <a:lnTo>
                  <a:pt x="131232" y="7559"/>
                </a:lnTo>
                <a:close/>
                <a:moveTo>
                  <a:pt x="266378" y="15960"/>
                </a:moveTo>
                <a:lnTo>
                  <a:pt x="268224" y="17756"/>
                </a:lnTo>
                <a:lnTo>
                  <a:pt x="265456" y="16858"/>
                </a:lnTo>
                <a:close/>
                <a:moveTo>
                  <a:pt x="196937" y="64297"/>
                </a:moveTo>
                <a:lnTo>
                  <a:pt x="198030" y="65420"/>
                </a:lnTo>
                <a:lnTo>
                  <a:pt x="196391" y="64858"/>
                </a:lnTo>
                <a:close/>
                <a:moveTo>
                  <a:pt x="93641" y="18619"/>
                </a:moveTo>
                <a:lnTo>
                  <a:pt x="95739" y="19155"/>
                </a:lnTo>
                <a:lnTo>
                  <a:pt x="92592" y="18887"/>
                </a:lnTo>
                <a:close/>
                <a:moveTo>
                  <a:pt x="347481" y="41580"/>
                </a:moveTo>
                <a:lnTo>
                  <a:pt x="348610" y="42761"/>
                </a:lnTo>
                <a:lnTo>
                  <a:pt x="346916" y="42170"/>
                </a:lnTo>
                <a:close/>
                <a:moveTo>
                  <a:pt x="5347" y="53636"/>
                </a:moveTo>
                <a:lnTo>
                  <a:pt x="6273" y="54959"/>
                </a:lnTo>
                <a:lnTo>
                  <a:pt x="4884" y="54298"/>
                </a:lnTo>
                <a:close/>
                <a:moveTo>
                  <a:pt x="112157" y="59440"/>
                </a:moveTo>
                <a:lnTo>
                  <a:pt x="114182" y="60455"/>
                </a:lnTo>
                <a:lnTo>
                  <a:pt x="111145" y="59948"/>
                </a:lnTo>
                <a:close/>
                <a:moveTo>
                  <a:pt x="129443" y="21797"/>
                </a:moveTo>
                <a:lnTo>
                  <a:pt x="131209" y="23207"/>
                </a:lnTo>
                <a:lnTo>
                  <a:pt x="128560" y="22502"/>
                </a:lnTo>
                <a:close/>
                <a:moveTo>
                  <a:pt x="40180" y="57424"/>
                </a:moveTo>
                <a:lnTo>
                  <a:pt x="42125" y="57816"/>
                </a:lnTo>
                <a:lnTo>
                  <a:pt x="39208" y="57620"/>
                </a:lnTo>
                <a:close/>
                <a:moveTo>
                  <a:pt x="289423" y="726"/>
                </a:moveTo>
                <a:lnTo>
                  <a:pt x="290628" y="2111"/>
                </a:lnTo>
                <a:lnTo>
                  <a:pt x="288820" y="1418"/>
                </a:lnTo>
                <a:close/>
                <a:moveTo>
                  <a:pt x="180166" y="7351"/>
                </a:moveTo>
                <a:lnTo>
                  <a:pt x="180846" y="8177"/>
                </a:lnTo>
                <a:lnTo>
                  <a:pt x="179825" y="7764"/>
                </a:lnTo>
                <a:close/>
                <a:moveTo>
                  <a:pt x="264585" y="71880"/>
                </a:moveTo>
                <a:lnTo>
                  <a:pt x="266233" y="73311"/>
                </a:lnTo>
                <a:lnTo>
                  <a:pt x="263761" y="72596"/>
                </a:lnTo>
                <a:close/>
                <a:moveTo>
                  <a:pt x="338900" y="39440"/>
                </a:moveTo>
                <a:lnTo>
                  <a:pt x="339812" y="40117"/>
                </a:lnTo>
                <a:lnTo>
                  <a:pt x="338444" y="39778"/>
                </a:lnTo>
                <a:close/>
                <a:moveTo>
                  <a:pt x="162604" y="69831"/>
                </a:moveTo>
                <a:lnTo>
                  <a:pt x="164455" y="70783"/>
                </a:lnTo>
                <a:lnTo>
                  <a:pt x="161678" y="70307"/>
                </a:lnTo>
                <a:close/>
                <a:moveTo>
                  <a:pt x="167528" y="68144"/>
                </a:moveTo>
                <a:lnTo>
                  <a:pt x="169430" y="69570"/>
                </a:lnTo>
                <a:lnTo>
                  <a:pt x="166576" y="68857"/>
                </a:lnTo>
                <a:close/>
                <a:moveTo>
                  <a:pt x="110311" y="51781"/>
                </a:moveTo>
                <a:lnTo>
                  <a:pt x="110953" y="52562"/>
                </a:lnTo>
                <a:lnTo>
                  <a:pt x="109990" y="52171"/>
                </a:lnTo>
                <a:close/>
                <a:moveTo>
                  <a:pt x="195059" y="11900"/>
                </a:moveTo>
                <a:lnTo>
                  <a:pt x="195684" y="13087"/>
                </a:lnTo>
                <a:lnTo>
                  <a:pt x="194747" y="12494"/>
                </a:lnTo>
                <a:close/>
                <a:moveTo>
                  <a:pt x="126198" y="29629"/>
                </a:moveTo>
                <a:lnTo>
                  <a:pt x="127739" y="31190"/>
                </a:lnTo>
                <a:lnTo>
                  <a:pt x="125428" y="30409"/>
                </a:lnTo>
                <a:close/>
                <a:moveTo>
                  <a:pt x="18771" y="70877"/>
                </a:moveTo>
                <a:lnTo>
                  <a:pt x="20218" y="71245"/>
                </a:lnTo>
                <a:lnTo>
                  <a:pt x="18048" y="71061"/>
                </a:lnTo>
                <a:close/>
                <a:moveTo>
                  <a:pt x="232601" y="16616"/>
                </a:moveTo>
                <a:lnTo>
                  <a:pt x="233413" y="18052"/>
                </a:lnTo>
                <a:lnTo>
                  <a:pt x="232195" y="17334"/>
                </a:lnTo>
                <a:close/>
                <a:moveTo>
                  <a:pt x="133050" y="15801"/>
                </a:moveTo>
                <a:lnTo>
                  <a:pt x="133425" y="16928"/>
                </a:lnTo>
                <a:lnTo>
                  <a:pt x="132862" y="16364"/>
                </a:lnTo>
                <a:close/>
                <a:moveTo>
                  <a:pt x="325699" y="34090"/>
                </a:moveTo>
                <a:lnTo>
                  <a:pt x="326053" y="35543"/>
                </a:lnTo>
                <a:lnTo>
                  <a:pt x="325522" y="34816"/>
                </a:lnTo>
                <a:close/>
                <a:moveTo>
                  <a:pt x="286851" y="59156"/>
                </a:moveTo>
                <a:lnTo>
                  <a:pt x="287912" y="60652"/>
                </a:lnTo>
                <a:lnTo>
                  <a:pt x="286320" y="59904"/>
                </a:lnTo>
                <a:close/>
                <a:moveTo>
                  <a:pt x="190137" y="33569"/>
                </a:moveTo>
                <a:lnTo>
                  <a:pt x="191433" y="34589"/>
                </a:lnTo>
                <a:lnTo>
                  <a:pt x="189488" y="34079"/>
                </a:lnTo>
                <a:close/>
                <a:moveTo>
                  <a:pt x="43395" y="985"/>
                </a:moveTo>
                <a:lnTo>
                  <a:pt x="45483" y="1958"/>
                </a:lnTo>
                <a:lnTo>
                  <a:pt x="42351" y="1471"/>
                </a:lnTo>
                <a:close/>
                <a:moveTo>
                  <a:pt x="17402" y="21021"/>
                </a:moveTo>
                <a:lnTo>
                  <a:pt x="18493" y="22729"/>
                </a:lnTo>
                <a:lnTo>
                  <a:pt x="16857" y="21875"/>
                </a:lnTo>
                <a:close/>
                <a:moveTo>
                  <a:pt x="341012" y="67493"/>
                </a:moveTo>
                <a:lnTo>
                  <a:pt x="342211" y="67959"/>
                </a:lnTo>
                <a:lnTo>
                  <a:pt x="340413" y="67726"/>
                </a:lnTo>
                <a:close/>
                <a:moveTo>
                  <a:pt x="142213" y="68700"/>
                </a:moveTo>
                <a:lnTo>
                  <a:pt x="143268" y="69341"/>
                </a:lnTo>
                <a:lnTo>
                  <a:pt x="141686" y="69020"/>
                </a:lnTo>
                <a:close/>
                <a:moveTo>
                  <a:pt x="178018" y="26347"/>
                </a:moveTo>
                <a:lnTo>
                  <a:pt x="179826" y="27086"/>
                </a:lnTo>
                <a:lnTo>
                  <a:pt x="177114" y="26717"/>
                </a:lnTo>
                <a:close/>
                <a:moveTo>
                  <a:pt x="30980" y="66016"/>
                </a:moveTo>
                <a:lnTo>
                  <a:pt x="32242" y="66378"/>
                </a:lnTo>
                <a:lnTo>
                  <a:pt x="30348" y="66197"/>
                </a:lnTo>
                <a:close/>
                <a:moveTo>
                  <a:pt x="302305" y="50684"/>
                </a:moveTo>
                <a:lnTo>
                  <a:pt x="302978" y="52137"/>
                </a:lnTo>
                <a:lnTo>
                  <a:pt x="301968" y="51410"/>
                </a:lnTo>
                <a:close/>
                <a:moveTo>
                  <a:pt x="65526" y="71706"/>
                </a:moveTo>
                <a:lnTo>
                  <a:pt x="67680" y="72598"/>
                </a:lnTo>
                <a:lnTo>
                  <a:pt x="64449" y="72152"/>
                </a:lnTo>
                <a:close/>
                <a:moveTo>
                  <a:pt x="243558" y="42864"/>
                </a:moveTo>
                <a:lnTo>
                  <a:pt x="244150" y="44045"/>
                </a:lnTo>
                <a:lnTo>
                  <a:pt x="243261" y="43455"/>
                </a:lnTo>
                <a:close/>
                <a:moveTo>
                  <a:pt x="7193" y="30501"/>
                </a:moveTo>
                <a:lnTo>
                  <a:pt x="9235" y="32214"/>
                </a:lnTo>
                <a:lnTo>
                  <a:pt x="6172" y="31357"/>
                </a:lnTo>
                <a:close/>
                <a:moveTo>
                  <a:pt x="130501" y="49462"/>
                </a:moveTo>
                <a:lnTo>
                  <a:pt x="130852" y="50985"/>
                </a:lnTo>
                <a:lnTo>
                  <a:pt x="130325" y="50223"/>
                </a:lnTo>
                <a:close/>
                <a:moveTo>
                  <a:pt x="153117" y="38948"/>
                </a:moveTo>
                <a:lnTo>
                  <a:pt x="154696" y="39968"/>
                </a:lnTo>
                <a:lnTo>
                  <a:pt x="152328" y="39458"/>
                </a:lnTo>
                <a:close/>
                <a:moveTo>
                  <a:pt x="309041" y="13935"/>
                </a:moveTo>
                <a:lnTo>
                  <a:pt x="311072" y="15710"/>
                </a:lnTo>
                <a:lnTo>
                  <a:pt x="308026" y="14822"/>
                </a:lnTo>
                <a:close/>
                <a:moveTo>
                  <a:pt x="235646" y="16830"/>
                </a:moveTo>
                <a:lnTo>
                  <a:pt x="236385" y="17340"/>
                </a:lnTo>
                <a:lnTo>
                  <a:pt x="235276" y="17085"/>
                </a:lnTo>
                <a:close/>
                <a:moveTo>
                  <a:pt x="204356" y="30742"/>
                </a:moveTo>
                <a:lnTo>
                  <a:pt x="204778" y="31743"/>
                </a:lnTo>
                <a:lnTo>
                  <a:pt x="204145" y="31243"/>
                </a:lnTo>
                <a:close/>
                <a:moveTo>
                  <a:pt x="18633" y="23507"/>
                </a:moveTo>
                <a:lnTo>
                  <a:pt x="20298" y="25064"/>
                </a:lnTo>
                <a:lnTo>
                  <a:pt x="17801" y="24285"/>
                </a:lnTo>
                <a:close/>
                <a:moveTo>
                  <a:pt x="300546" y="46730"/>
                </a:moveTo>
                <a:lnTo>
                  <a:pt x="300904" y="47751"/>
                </a:lnTo>
                <a:lnTo>
                  <a:pt x="300366" y="47240"/>
                </a:lnTo>
                <a:close/>
                <a:moveTo>
                  <a:pt x="85995" y="37215"/>
                </a:moveTo>
                <a:lnTo>
                  <a:pt x="87168" y="38997"/>
                </a:lnTo>
                <a:lnTo>
                  <a:pt x="85409" y="38106"/>
                </a:lnTo>
                <a:close/>
                <a:moveTo>
                  <a:pt x="765" y="17246"/>
                </a:moveTo>
                <a:lnTo>
                  <a:pt x="2226" y="17656"/>
                </a:lnTo>
                <a:lnTo>
                  <a:pt x="35" y="17451"/>
                </a:lnTo>
                <a:close/>
                <a:moveTo>
                  <a:pt x="24609" y="57112"/>
                </a:moveTo>
                <a:lnTo>
                  <a:pt x="24979" y="58482"/>
                </a:lnTo>
                <a:lnTo>
                  <a:pt x="24424" y="57797"/>
                </a:lnTo>
                <a:close/>
                <a:moveTo>
                  <a:pt x="92018" y="33225"/>
                </a:moveTo>
                <a:lnTo>
                  <a:pt x="92416" y="34590"/>
                </a:lnTo>
                <a:lnTo>
                  <a:pt x="91819" y="33908"/>
                </a:lnTo>
                <a:close/>
                <a:moveTo>
                  <a:pt x="214152" y="60998"/>
                </a:moveTo>
                <a:lnTo>
                  <a:pt x="215303" y="61640"/>
                </a:lnTo>
                <a:lnTo>
                  <a:pt x="213577" y="61319"/>
                </a:lnTo>
                <a:close/>
                <a:moveTo>
                  <a:pt x="325378" y="59438"/>
                </a:moveTo>
                <a:lnTo>
                  <a:pt x="327049" y="60396"/>
                </a:lnTo>
                <a:lnTo>
                  <a:pt x="324542" y="59917"/>
                </a:lnTo>
                <a:close/>
                <a:moveTo>
                  <a:pt x="351074" y="59981"/>
                </a:moveTo>
                <a:lnTo>
                  <a:pt x="352778" y="61573"/>
                </a:lnTo>
                <a:lnTo>
                  <a:pt x="350223" y="60777"/>
                </a:lnTo>
                <a:close/>
                <a:moveTo>
                  <a:pt x="320265" y="64973"/>
                </a:moveTo>
                <a:lnTo>
                  <a:pt x="321575" y="65689"/>
                </a:lnTo>
                <a:lnTo>
                  <a:pt x="319610" y="65331"/>
                </a:lnTo>
                <a:close/>
                <a:moveTo>
                  <a:pt x="62282" y="36446"/>
                </a:moveTo>
                <a:lnTo>
                  <a:pt x="63595" y="37419"/>
                </a:lnTo>
                <a:lnTo>
                  <a:pt x="61626" y="36933"/>
                </a:lnTo>
                <a:close/>
                <a:moveTo>
                  <a:pt x="317423" y="5329"/>
                </a:moveTo>
                <a:lnTo>
                  <a:pt x="317984" y="6138"/>
                </a:lnTo>
                <a:lnTo>
                  <a:pt x="317143" y="5734"/>
                </a:lnTo>
                <a:close/>
                <a:moveTo>
                  <a:pt x="205335" y="57750"/>
                </a:moveTo>
                <a:lnTo>
                  <a:pt x="206433" y="58847"/>
                </a:lnTo>
                <a:lnTo>
                  <a:pt x="204786" y="58298"/>
                </a:lnTo>
                <a:close/>
                <a:moveTo>
                  <a:pt x="82109" y="6380"/>
                </a:moveTo>
                <a:lnTo>
                  <a:pt x="83601" y="7503"/>
                </a:lnTo>
                <a:lnTo>
                  <a:pt x="81363" y="6942"/>
                </a:lnTo>
                <a:close/>
                <a:moveTo>
                  <a:pt x="140590" y="23099"/>
                </a:moveTo>
                <a:lnTo>
                  <a:pt x="142283" y="24858"/>
                </a:lnTo>
                <a:lnTo>
                  <a:pt x="139744" y="23978"/>
                </a:lnTo>
                <a:close/>
                <a:moveTo>
                  <a:pt x="46403" y="49276"/>
                </a:moveTo>
                <a:lnTo>
                  <a:pt x="46976" y="49908"/>
                </a:lnTo>
                <a:lnTo>
                  <a:pt x="46116" y="49592"/>
                </a:lnTo>
                <a:close/>
                <a:moveTo>
                  <a:pt x="290530" y="15424"/>
                </a:moveTo>
                <a:lnTo>
                  <a:pt x="291823" y="16532"/>
                </a:lnTo>
                <a:lnTo>
                  <a:pt x="289884" y="15978"/>
                </a:lnTo>
                <a:close/>
                <a:moveTo>
                  <a:pt x="280160" y="38809"/>
                </a:moveTo>
                <a:lnTo>
                  <a:pt x="281995" y="39427"/>
                </a:lnTo>
                <a:lnTo>
                  <a:pt x="279242" y="39118"/>
                </a:lnTo>
                <a:close/>
                <a:moveTo>
                  <a:pt x="94328" y="38673"/>
                </a:moveTo>
                <a:lnTo>
                  <a:pt x="94788" y="39934"/>
                </a:lnTo>
                <a:lnTo>
                  <a:pt x="94097" y="39304"/>
                </a:lnTo>
                <a:close/>
                <a:moveTo>
                  <a:pt x="358686" y="48518"/>
                </a:moveTo>
                <a:lnTo>
                  <a:pt x="359445" y="49990"/>
                </a:lnTo>
                <a:lnTo>
                  <a:pt x="358307" y="49254"/>
                </a:lnTo>
                <a:close/>
                <a:moveTo>
                  <a:pt x="188688" y="70429"/>
                </a:moveTo>
                <a:lnTo>
                  <a:pt x="190246" y="71476"/>
                </a:lnTo>
                <a:lnTo>
                  <a:pt x="187909" y="70952"/>
                </a:lnTo>
                <a:close/>
                <a:moveTo>
                  <a:pt x="103471" y="60078"/>
                </a:moveTo>
                <a:lnTo>
                  <a:pt x="105237" y="61370"/>
                </a:lnTo>
                <a:lnTo>
                  <a:pt x="102588" y="60724"/>
                </a:lnTo>
                <a:close/>
                <a:moveTo>
                  <a:pt x="201350" y="310"/>
                </a:moveTo>
                <a:lnTo>
                  <a:pt x="203135" y="871"/>
                </a:lnTo>
                <a:lnTo>
                  <a:pt x="200458" y="590"/>
                </a:lnTo>
                <a:close/>
                <a:moveTo>
                  <a:pt x="128693" y="39313"/>
                </a:moveTo>
                <a:lnTo>
                  <a:pt x="129298" y="40459"/>
                </a:lnTo>
                <a:lnTo>
                  <a:pt x="128390" y="39886"/>
                </a:lnTo>
                <a:close/>
                <a:moveTo>
                  <a:pt x="360304" y="13703"/>
                </a:moveTo>
                <a:lnTo>
                  <a:pt x="362085" y="14408"/>
                </a:lnTo>
                <a:lnTo>
                  <a:pt x="359413" y="14056"/>
                </a:lnTo>
                <a:close/>
                <a:moveTo>
                  <a:pt x="163007" y="53106"/>
                </a:moveTo>
                <a:lnTo>
                  <a:pt x="164148" y="54428"/>
                </a:lnTo>
                <a:lnTo>
                  <a:pt x="162437" y="53767"/>
                </a:lnTo>
                <a:close/>
                <a:moveTo>
                  <a:pt x="45009" y="44942"/>
                </a:moveTo>
                <a:lnTo>
                  <a:pt x="46861" y="46473"/>
                </a:lnTo>
                <a:lnTo>
                  <a:pt x="44082" y="45707"/>
                </a:lnTo>
                <a:close/>
                <a:moveTo>
                  <a:pt x="292714" y="56683"/>
                </a:moveTo>
                <a:lnTo>
                  <a:pt x="293720" y="57293"/>
                </a:lnTo>
                <a:lnTo>
                  <a:pt x="292212" y="56988"/>
                </a:lnTo>
                <a:close/>
                <a:moveTo>
                  <a:pt x="45006" y="21371"/>
                </a:moveTo>
                <a:lnTo>
                  <a:pt x="47053" y="22405"/>
                </a:lnTo>
                <a:lnTo>
                  <a:pt x="43983" y="21888"/>
                </a:lnTo>
                <a:close/>
                <a:moveTo>
                  <a:pt x="343748" y="71682"/>
                </a:moveTo>
                <a:lnTo>
                  <a:pt x="345641" y="72000"/>
                </a:lnTo>
                <a:lnTo>
                  <a:pt x="342802" y="71841"/>
                </a:lnTo>
                <a:close/>
                <a:moveTo>
                  <a:pt x="102642" y="63526"/>
                </a:moveTo>
                <a:lnTo>
                  <a:pt x="103870" y="64629"/>
                </a:lnTo>
                <a:lnTo>
                  <a:pt x="102027" y="64078"/>
                </a:lnTo>
                <a:close/>
                <a:moveTo>
                  <a:pt x="3660" y="15158"/>
                </a:moveTo>
                <a:lnTo>
                  <a:pt x="4878" y="16641"/>
                </a:lnTo>
                <a:lnTo>
                  <a:pt x="3051" y="15899"/>
                </a:lnTo>
                <a:close/>
                <a:moveTo>
                  <a:pt x="126066" y="43172"/>
                </a:moveTo>
                <a:lnTo>
                  <a:pt x="127903" y="43799"/>
                </a:lnTo>
                <a:lnTo>
                  <a:pt x="125147" y="43486"/>
                </a:lnTo>
                <a:close/>
                <a:moveTo>
                  <a:pt x="172361" y="39722"/>
                </a:moveTo>
                <a:lnTo>
                  <a:pt x="174083" y="41093"/>
                </a:lnTo>
                <a:lnTo>
                  <a:pt x="171500" y="40407"/>
                </a:lnTo>
                <a:close/>
                <a:moveTo>
                  <a:pt x="154756" y="29523"/>
                </a:moveTo>
                <a:lnTo>
                  <a:pt x="156859" y="30862"/>
                </a:lnTo>
                <a:lnTo>
                  <a:pt x="153705" y="30192"/>
                </a:lnTo>
                <a:close/>
                <a:moveTo>
                  <a:pt x="319595" y="14665"/>
                </a:moveTo>
                <a:lnTo>
                  <a:pt x="320585" y="15135"/>
                </a:lnTo>
                <a:lnTo>
                  <a:pt x="319099" y="14900"/>
                </a:lnTo>
                <a:close/>
                <a:moveTo>
                  <a:pt x="199800" y="70228"/>
                </a:moveTo>
                <a:lnTo>
                  <a:pt x="201780" y="71851"/>
                </a:lnTo>
                <a:lnTo>
                  <a:pt x="198810" y="71040"/>
                </a:lnTo>
                <a:close/>
                <a:moveTo>
                  <a:pt x="122521" y="27710"/>
                </a:moveTo>
                <a:lnTo>
                  <a:pt x="123700" y="28961"/>
                </a:lnTo>
                <a:lnTo>
                  <a:pt x="121932" y="28335"/>
                </a:lnTo>
                <a:close/>
                <a:moveTo>
                  <a:pt x="315763" y="18518"/>
                </a:moveTo>
                <a:lnTo>
                  <a:pt x="317421" y="19278"/>
                </a:lnTo>
                <a:lnTo>
                  <a:pt x="314934" y="18898"/>
                </a:lnTo>
                <a:close/>
                <a:moveTo>
                  <a:pt x="220372" y="32175"/>
                </a:moveTo>
                <a:lnTo>
                  <a:pt x="221669" y="32707"/>
                </a:lnTo>
                <a:lnTo>
                  <a:pt x="219724" y="32441"/>
                </a:lnTo>
                <a:close/>
                <a:moveTo>
                  <a:pt x="61428" y="70921"/>
                </a:moveTo>
                <a:lnTo>
                  <a:pt x="62350" y="71969"/>
                </a:lnTo>
                <a:lnTo>
                  <a:pt x="60967" y="71445"/>
                </a:lnTo>
                <a:close/>
                <a:moveTo>
                  <a:pt x="286211" y="15454"/>
                </a:moveTo>
                <a:lnTo>
                  <a:pt x="287653" y="15877"/>
                </a:lnTo>
                <a:lnTo>
                  <a:pt x="285490" y="15665"/>
                </a:lnTo>
                <a:close/>
                <a:moveTo>
                  <a:pt x="121573" y="59970"/>
                </a:moveTo>
                <a:lnTo>
                  <a:pt x="122448" y="61102"/>
                </a:lnTo>
                <a:lnTo>
                  <a:pt x="121136" y="60536"/>
                </a:lnTo>
                <a:close/>
                <a:moveTo>
                  <a:pt x="79610" y="44986"/>
                </a:moveTo>
                <a:lnTo>
                  <a:pt x="80093" y="46020"/>
                </a:lnTo>
                <a:lnTo>
                  <a:pt x="79368" y="45503"/>
                </a:lnTo>
                <a:close/>
                <a:moveTo>
                  <a:pt x="60431" y="22224"/>
                </a:moveTo>
                <a:lnTo>
                  <a:pt x="60897" y="22769"/>
                </a:lnTo>
                <a:lnTo>
                  <a:pt x="60198" y="22497"/>
                </a:lnTo>
                <a:close/>
                <a:moveTo>
                  <a:pt x="83363" y="35339"/>
                </a:moveTo>
                <a:lnTo>
                  <a:pt x="83730" y="35742"/>
                </a:lnTo>
                <a:lnTo>
                  <a:pt x="83180" y="35541"/>
                </a:lnTo>
                <a:close/>
                <a:moveTo>
                  <a:pt x="181988" y="65768"/>
                </a:moveTo>
                <a:lnTo>
                  <a:pt x="182361" y="66472"/>
                </a:lnTo>
                <a:lnTo>
                  <a:pt x="181802" y="66120"/>
                </a:lnTo>
                <a:close/>
                <a:moveTo>
                  <a:pt x="291579" y="19962"/>
                </a:moveTo>
                <a:lnTo>
                  <a:pt x="292023" y="20500"/>
                </a:lnTo>
                <a:lnTo>
                  <a:pt x="291357" y="20231"/>
                </a:lnTo>
                <a:close/>
                <a:moveTo>
                  <a:pt x="249237" y="68290"/>
                </a:moveTo>
                <a:lnTo>
                  <a:pt x="250833" y="70014"/>
                </a:lnTo>
                <a:lnTo>
                  <a:pt x="248439" y="69152"/>
                </a:lnTo>
                <a:close/>
                <a:moveTo>
                  <a:pt x="330888" y="51397"/>
                </a:moveTo>
                <a:lnTo>
                  <a:pt x="332159" y="52960"/>
                </a:lnTo>
                <a:lnTo>
                  <a:pt x="330252" y="52179"/>
                </a:lnTo>
                <a:close/>
                <a:moveTo>
                  <a:pt x="94638" y="70695"/>
                </a:moveTo>
                <a:lnTo>
                  <a:pt x="95874" y="72175"/>
                </a:lnTo>
                <a:lnTo>
                  <a:pt x="94021" y="71435"/>
                </a:lnTo>
                <a:close/>
                <a:moveTo>
                  <a:pt x="171492" y="45580"/>
                </a:moveTo>
                <a:lnTo>
                  <a:pt x="172610" y="47267"/>
                </a:lnTo>
                <a:lnTo>
                  <a:pt x="170932" y="46423"/>
                </a:lnTo>
                <a:close/>
                <a:moveTo>
                  <a:pt x="276393" y="46989"/>
                </a:moveTo>
                <a:lnTo>
                  <a:pt x="278094" y="48128"/>
                </a:lnTo>
                <a:lnTo>
                  <a:pt x="275543" y="47559"/>
                </a:lnTo>
                <a:close/>
                <a:moveTo>
                  <a:pt x="29534" y="70652"/>
                </a:moveTo>
                <a:lnTo>
                  <a:pt x="29902" y="71335"/>
                </a:lnTo>
                <a:lnTo>
                  <a:pt x="29351" y="70994"/>
                </a:lnTo>
                <a:close/>
                <a:moveTo>
                  <a:pt x="284464" y="58421"/>
                </a:moveTo>
                <a:lnTo>
                  <a:pt x="286164" y="59940"/>
                </a:lnTo>
                <a:lnTo>
                  <a:pt x="283614" y="59181"/>
                </a:lnTo>
                <a:close/>
                <a:moveTo>
                  <a:pt x="354260" y="36240"/>
                </a:moveTo>
                <a:lnTo>
                  <a:pt x="354963" y="37683"/>
                </a:lnTo>
                <a:lnTo>
                  <a:pt x="353908" y="36961"/>
                </a:lnTo>
                <a:close/>
                <a:moveTo>
                  <a:pt x="291754" y="44641"/>
                </a:moveTo>
                <a:lnTo>
                  <a:pt x="293332" y="46050"/>
                </a:lnTo>
                <a:lnTo>
                  <a:pt x="290965" y="45346"/>
                </a:lnTo>
                <a:close/>
                <a:moveTo>
                  <a:pt x="170043" y="30735"/>
                </a:moveTo>
                <a:lnTo>
                  <a:pt x="171608" y="31442"/>
                </a:lnTo>
                <a:lnTo>
                  <a:pt x="169261" y="31089"/>
                </a:lnTo>
                <a:close/>
                <a:moveTo>
                  <a:pt x="112686" y="39792"/>
                </a:moveTo>
                <a:lnTo>
                  <a:pt x="113904" y="40433"/>
                </a:lnTo>
                <a:lnTo>
                  <a:pt x="112077" y="40113"/>
                </a:lnTo>
                <a:close/>
                <a:moveTo>
                  <a:pt x="336122" y="56055"/>
                </a:moveTo>
                <a:lnTo>
                  <a:pt x="338282" y="57740"/>
                </a:lnTo>
                <a:lnTo>
                  <a:pt x="335042" y="56898"/>
                </a:lnTo>
                <a:close/>
                <a:moveTo>
                  <a:pt x="69483" y="34992"/>
                </a:moveTo>
                <a:lnTo>
                  <a:pt x="71363" y="36594"/>
                </a:lnTo>
                <a:lnTo>
                  <a:pt x="68543" y="35793"/>
                </a:lnTo>
                <a:close/>
                <a:moveTo>
                  <a:pt x="342482" y="38527"/>
                </a:moveTo>
                <a:lnTo>
                  <a:pt x="344120" y="38989"/>
                </a:lnTo>
                <a:lnTo>
                  <a:pt x="341663" y="38758"/>
                </a:lnTo>
                <a:close/>
                <a:moveTo>
                  <a:pt x="120125" y="44804"/>
                </a:moveTo>
                <a:lnTo>
                  <a:pt x="121277" y="46534"/>
                </a:lnTo>
                <a:lnTo>
                  <a:pt x="119550" y="45669"/>
                </a:lnTo>
                <a:close/>
                <a:moveTo>
                  <a:pt x="133319" y="69408"/>
                </a:moveTo>
                <a:lnTo>
                  <a:pt x="135316" y="69893"/>
                </a:lnTo>
                <a:lnTo>
                  <a:pt x="132320" y="69651"/>
                </a:lnTo>
                <a:close/>
                <a:moveTo>
                  <a:pt x="152258" y="40488"/>
                </a:moveTo>
                <a:lnTo>
                  <a:pt x="154351" y="41351"/>
                </a:lnTo>
                <a:lnTo>
                  <a:pt x="151211" y="40919"/>
                </a:lnTo>
                <a:close/>
                <a:moveTo>
                  <a:pt x="92865" y="21770"/>
                </a:moveTo>
                <a:lnTo>
                  <a:pt x="94040" y="22800"/>
                </a:lnTo>
                <a:lnTo>
                  <a:pt x="92277" y="22285"/>
                </a:lnTo>
                <a:close/>
                <a:moveTo>
                  <a:pt x="230629" y="29270"/>
                </a:moveTo>
                <a:lnTo>
                  <a:pt x="231309" y="29687"/>
                </a:lnTo>
                <a:lnTo>
                  <a:pt x="230288" y="29478"/>
                </a:lnTo>
                <a:close/>
                <a:moveTo>
                  <a:pt x="221859" y="43678"/>
                </a:moveTo>
                <a:lnTo>
                  <a:pt x="222564" y="44475"/>
                </a:lnTo>
                <a:lnTo>
                  <a:pt x="221506" y="44076"/>
                </a:lnTo>
                <a:close/>
                <a:moveTo>
                  <a:pt x="47854" y="25056"/>
                </a:moveTo>
                <a:lnTo>
                  <a:pt x="48967" y="26046"/>
                </a:lnTo>
                <a:lnTo>
                  <a:pt x="47298" y="25551"/>
                </a:lnTo>
                <a:close/>
                <a:moveTo>
                  <a:pt x="100333" y="39921"/>
                </a:moveTo>
                <a:lnTo>
                  <a:pt x="102281" y="40888"/>
                </a:lnTo>
                <a:lnTo>
                  <a:pt x="99358" y="40404"/>
                </a:lnTo>
                <a:close/>
                <a:moveTo>
                  <a:pt x="158996" y="29588"/>
                </a:moveTo>
                <a:lnTo>
                  <a:pt x="159951" y="29967"/>
                </a:lnTo>
                <a:lnTo>
                  <a:pt x="158518" y="29778"/>
                </a:lnTo>
                <a:close/>
                <a:moveTo>
                  <a:pt x="121154" y="28594"/>
                </a:moveTo>
                <a:lnTo>
                  <a:pt x="123194" y="29213"/>
                </a:lnTo>
                <a:lnTo>
                  <a:pt x="120134" y="28903"/>
                </a:lnTo>
                <a:close/>
                <a:moveTo>
                  <a:pt x="235441" y="21833"/>
                </a:moveTo>
                <a:lnTo>
                  <a:pt x="236884" y="22623"/>
                </a:lnTo>
                <a:lnTo>
                  <a:pt x="234719" y="22228"/>
                </a:lnTo>
                <a:close/>
                <a:moveTo>
                  <a:pt x="77385" y="6624"/>
                </a:moveTo>
                <a:lnTo>
                  <a:pt x="78648" y="8399"/>
                </a:lnTo>
                <a:lnTo>
                  <a:pt x="76753" y="7511"/>
                </a:lnTo>
                <a:close/>
                <a:moveTo>
                  <a:pt x="217603" y="42755"/>
                </a:moveTo>
                <a:lnTo>
                  <a:pt x="219549" y="43143"/>
                </a:lnTo>
                <a:lnTo>
                  <a:pt x="216630" y="42949"/>
                </a:lnTo>
                <a:close/>
                <a:moveTo>
                  <a:pt x="296081" y="69697"/>
                </a:moveTo>
                <a:lnTo>
                  <a:pt x="296576" y="70926"/>
                </a:lnTo>
                <a:lnTo>
                  <a:pt x="295833" y="70311"/>
                </a:lnTo>
                <a:close/>
                <a:moveTo>
                  <a:pt x="271804" y="49504"/>
                </a:moveTo>
                <a:lnTo>
                  <a:pt x="272370" y="50909"/>
                </a:lnTo>
                <a:lnTo>
                  <a:pt x="271521" y="50206"/>
                </a:lnTo>
                <a:close/>
                <a:moveTo>
                  <a:pt x="260777" y="51006"/>
                </a:moveTo>
                <a:lnTo>
                  <a:pt x="262632" y="52031"/>
                </a:lnTo>
                <a:lnTo>
                  <a:pt x="259850" y="51518"/>
                </a:lnTo>
                <a:close/>
                <a:moveTo>
                  <a:pt x="5790" y="15581"/>
                </a:moveTo>
                <a:lnTo>
                  <a:pt x="6889" y="17339"/>
                </a:lnTo>
                <a:lnTo>
                  <a:pt x="5240" y="16460"/>
                </a:lnTo>
                <a:close/>
                <a:moveTo>
                  <a:pt x="318554" y="35818"/>
                </a:moveTo>
                <a:lnTo>
                  <a:pt x="319620" y="36960"/>
                </a:lnTo>
                <a:lnTo>
                  <a:pt x="318021" y="36389"/>
                </a:lnTo>
                <a:close/>
                <a:moveTo>
                  <a:pt x="112286" y="14283"/>
                </a:moveTo>
                <a:lnTo>
                  <a:pt x="113778" y="15343"/>
                </a:lnTo>
                <a:lnTo>
                  <a:pt x="111541" y="14813"/>
                </a:lnTo>
                <a:close/>
                <a:moveTo>
                  <a:pt x="298804" y="37597"/>
                </a:moveTo>
                <a:lnTo>
                  <a:pt x="300877" y="39210"/>
                </a:lnTo>
                <a:lnTo>
                  <a:pt x="297768" y="38403"/>
                </a:lnTo>
                <a:close/>
                <a:moveTo>
                  <a:pt x="281811" y="27980"/>
                </a:moveTo>
                <a:lnTo>
                  <a:pt x="282945" y="29774"/>
                </a:lnTo>
                <a:lnTo>
                  <a:pt x="281244" y="28877"/>
                </a:lnTo>
                <a:close/>
                <a:moveTo>
                  <a:pt x="332258" y="24956"/>
                </a:moveTo>
                <a:lnTo>
                  <a:pt x="332696" y="26327"/>
                </a:lnTo>
                <a:lnTo>
                  <a:pt x="332039" y="25642"/>
                </a:lnTo>
                <a:close/>
                <a:moveTo>
                  <a:pt x="104000" y="43376"/>
                </a:moveTo>
                <a:lnTo>
                  <a:pt x="104355" y="44715"/>
                </a:lnTo>
                <a:lnTo>
                  <a:pt x="103822" y="44046"/>
                </a:lnTo>
                <a:close/>
                <a:moveTo>
                  <a:pt x="149566" y="58754"/>
                </a:moveTo>
                <a:lnTo>
                  <a:pt x="150127" y="59423"/>
                </a:lnTo>
                <a:lnTo>
                  <a:pt x="149286" y="59089"/>
                </a:lnTo>
                <a:close/>
                <a:moveTo>
                  <a:pt x="21345" y="28492"/>
                </a:moveTo>
                <a:lnTo>
                  <a:pt x="21987" y="29405"/>
                </a:lnTo>
                <a:lnTo>
                  <a:pt x="21023" y="28949"/>
                </a:lnTo>
                <a:close/>
                <a:moveTo>
                  <a:pt x="355461" y="38957"/>
                </a:moveTo>
                <a:lnTo>
                  <a:pt x="356758" y="39892"/>
                </a:lnTo>
                <a:lnTo>
                  <a:pt x="354813" y="39425"/>
                </a:lnTo>
                <a:close/>
                <a:moveTo>
                  <a:pt x="144873" y="67390"/>
                </a:moveTo>
                <a:lnTo>
                  <a:pt x="146506" y="67784"/>
                </a:lnTo>
                <a:lnTo>
                  <a:pt x="144057" y="67587"/>
                </a:lnTo>
                <a:close/>
                <a:moveTo>
                  <a:pt x="205139" y="67248"/>
                </a:moveTo>
                <a:lnTo>
                  <a:pt x="206927" y="67637"/>
                </a:lnTo>
                <a:lnTo>
                  <a:pt x="204245" y="67443"/>
                </a:lnTo>
                <a:close/>
                <a:moveTo>
                  <a:pt x="127328" y="1815"/>
                </a:moveTo>
                <a:lnTo>
                  <a:pt x="127770" y="2250"/>
                </a:lnTo>
                <a:lnTo>
                  <a:pt x="127107" y="2033"/>
                </a:lnTo>
                <a:close/>
                <a:moveTo>
                  <a:pt x="251707" y="49866"/>
                </a:moveTo>
                <a:lnTo>
                  <a:pt x="253565" y="51287"/>
                </a:lnTo>
                <a:lnTo>
                  <a:pt x="250779" y="50577"/>
                </a:lnTo>
                <a:close/>
                <a:moveTo>
                  <a:pt x="191419" y="28908"/>
                </a:moveTo>
                <a:lnTo>
                  <a:pt x="192550" y="29744"/>
                </a:lnTo>
                <a:lnTo>
                  <a:pt x="190853" y="29326"/>
                </a:lnTo>
                <a:close/>
                <a:moveTo>
                  <a:pt x="58183" y="17494"/>
                </a:moveTo>
                <a:lnTo>
                  <a:pt x="58581" y="18129"/>
                </a:lnTo>
                <a:lnTo>
                  <a:pt x="57984" y="17811"/>
                </a:lnTo>
                <a:close/>
                <a:moveTo>
                  <a:pt x="245407" y="5921"/>
                </a:moveTo>
                <a:lnTo>
                  <a:pt x="245844" y="7363"/>
                </a:lnTo>
                <a:lnTo>
                  <a:pt x="245188" y="6642"/>
                </a:lnTo>
                <a:close/>
                <a:moveTo>
                  <a:pt x="167465" y="39302"/>
                </a:moveTo>
                <a:lnTo>
                  <a:pt x="168873" y="41028"/>
                </a:lnTo>
                <a:lnTo>
                  <a:pt x="166761" y="40165"/>
                </a:lnTo>
                <a:close/>
                <a:moveTo>
                  <a:pt x="324845" y="19643"/>
                </a:moveTo>
                <a:lnTo>
                  <a:pt x="326602" y="20145"/>
                </a:lnTo>
                <a:lnTo>
                  <a:pt x="323966" y="19894"/>
                </a:lnTo>
                <a:close/>
                <a:moveTo>
                  <a:pt x="270280" y="60438"/>
                </a:moveTo>
                <a:lnTo>
                  <a:pt x="272001" y="62078"/>
                </a:lnTo>
                <a:lnTo>
                  <a:pt x="269419" y="61258"/>
                </a:lnTo>
                <a:close/>
                <a:moveTo>
                  <a:pt x="191929" y="50041"/>
                </a:moveTo>
                <a:lnTo>
                  <a:pt x="193659" y="51838"/>
                </a:lnTo>
                <a:lnTo>
                  <a:pt x="191064" y="50940"/>
                </a:lnTo>
                <a:close/>
                <a:moveTo>
                  <a:pt x="355281" y="45006"/>
                </a:moveTo>
                <a:lnTo>
                  <a:pt x="356487" y="46018"/>
                </a:lnTo>
                <a:lnTo>
                  <a:pt x="354677" y="45512"/>
                </a:lnTo>
                <a:close/>
                <a:moveTo>
                  <a:pt x="134518" y="17980"/>
                </a:moveTo>
                <a:lnTo>
                  <a:pt x="136024" y="18590"/>
                </a:lnTo>
                <a:lnTo>
                  <a:pt x="133765" y="18285"/>
                </a:lnTo>
                <a:close/>
                <a:moveTo>
                  <a:pt x="277738" y="50825"/>
                </a:moveTo>
                <a:lnTo>
                  <a:pt x="279609" y="52190"/>
                </a:lnTo>
                <a:lnTo>
                  <a:pt x="276802" y="51508"/>
                </a:lnTo>
                <a:close/>
                <a:moveTo>
                  <a:pt x="221930" y="35502"/>
                </a:moveTo>
                <a:lnTo>
                  <a:pt x="222900" y="36843"/>
                </a:lnTo>
                <a:lnTo>
                  <a:pt x="221445" y="36172"/>
                </a:lnTo>
                <a:close/>
                <a:moveTo>
                  <a:pt x="178490" y="28226"/>
                </a:moveTo>
                <a:lnTo>
                  <a:pt x="180494" y="29219"/>
                </a:lnTo>
                <a:lnTo>
                  <a:pt x="177488" y="28723"/>
                </a:lnTo>
                <a:close/>
                <a:moveTo>
                  <a:pt x="183350" y="61898"/>
                </a:moveTo>
                <a:lnTo>
                  <a:pt x="184780" y="63083"/>
                </a:lnTo>
                <a:lnTo>
                  <a:pt x="182635" y="62490"/>
                </a:lnTo>
                <a:close/>
                <a:moveTo>
                  <a:pt x="185408" y="67115"/>
                </a:moveTo>
                <a:lnTo>
                  <a:pt x="186382" y="68145"/>
                </a:lnTo>
                <a:lnTo>
                  <a:pt x="184921" y="67630"/>
                </a:lnTo>
                <a:close/>
                <a:moveTo>
                  <a:pt x="239362" y="47677"/>
                </a:moveTo>
                <a:lnTo>
                  <a:pt x="240141" y="48260"/>
                </a:lnTo>
                <a:lnTo>
                  <a:pt x="238973" y="47969"/>
                </a:lnTo>
                <a:close/>
                <a:moveTo>
                  <a:pt x="243920" y="33897"/>
                </a:moveTo>
                <a:lnTo>
                  <a:pt x="244865" y="35518"/>
                </a:lnTo>
                <a:lnTo>
                  <a:pt x="243448" y="34707"/>
                </a:lnTo>
                <a:close/>
                <a:moveTo>
                  <a:pt x="17643" y="36239"/>
                </a:moveTo>
                <a:lnTo>
                  <a:pt x="18356" y="38034"/>
                </a:lnTo>
                <a:lnTo>
                  <a:pt x="17286" y="37136"/>
                </a:lnTo>
                <a:close/>
                <a:moveTo>
                  <a:pt x="351304" y="40416"/>
                </a:moveTo>
                <a:lnTo>
                  <a:pt x="352862" y="41196"/>
                </a:lnTo>
                <a:lnTo>
                  <a:pt x="350525" y="40806"/>
                </a:lnTo>
                <a:close/>
                <a:moveTo>
                  <a:pt x="206441" y="25918"/>
                </a:moveTo>
                <a:lnTo>
                  <a:pt x="207387" y="27575"/>
                </a:lnTo>
                <a:lnTo>
                  <a:pt x="205968" y="26747"/>
                </a:lnTo>
                <a:close/>
                <a:moveTo>
                  <a:pt x="340619" y="41404"/>
                </a:moveTo>
                <a:lnTo>
                  <a:pt x="341059" y="43053"/>
                </a:lnTo>
                <a:lnTo>
                  <a:pt x="340399" y="42228"/>
                </a:lnTo>
                <a:close/>
                <a:moveTo>
                  <a:pt x="337768" y="65007"/>
                </a:moveTo>
                <a:lnTo>
                  <a:pt x="339876" y="66646"/>
                </a:lnTo>
                <a:lnTo>
                  <a:pt x="336714" y="65826"/>
                </a:lnTo>
                <a:close/>
                <a:moveTo>
                  <a:pt x="240360" y="69099"/>
                </a:moveTo>
                <a:lnTo>
                  <a:pt x="241428" y="70328"/>
                </a:lnTo>
                <a:lnTo>
                  <a:pt x="239827" y="69713"/>
                </a:lnTo>
                <a:close/>
                <a:moveTo>
                  <a:pt x="120965" y="17126"/>
                </a:moveTo>
                <a:lnTo>
                  <a:pt x="123152" y="18063"/>
                </a:lnTo>
                <a:lnTo>
                  <a:pt x="119872" y="17594"/>
                </a:lnTo>
                <a:close/>
                <a:moveTo>
                  <a:pt x="119962" y="33486"/>
                </a:moveTo>
                <a:lnTo>
                  <a:pt x="121214" y="34553"/>
                </a:lnTo>
                <a:lnTo>
                  <a:pt x="119337" y="34019"/>
                </a:lnTo>
                <a:close/>
                <a:moveTo>
                  <a:pt x="116597" y="56443"/>
                </a:moveTo>
                <a:lnTo>
                  <a:pt x="118274" y="56766"/>
                </a:lnTo>
                <a:lnTo>
                  <a:pt x="115759" y="56605"/>
                </a:lnTo>
                <a:close/>
                <a:moveTo>
                  <a:pt x="75478" y="27008"/>
                </a:moveTo>
                <a:lnTo>
                  <a:pt x="77619" y="27885"/>
                </a:lnTo>
                <a:lnTo>
                  <a:pt x="74408" y="27447"/>
                </a:lnTo>
                <a:close/>
                <a:moveTo>
                  <a:pt x="26039" y="60937"/>
                </a:moveTo>
                <a:lnTo>
                  <a:pt x="28137" y="61613"/>
                </a:lnTo>
                <a:lnTo>
                  <a:pt x="24989" y="61275"/>
                </a:lnTo>
                <a:close/>
                <a:moveTo>
                  <a:pt x="256457" y="34338"/>
                </a:moveTo>
                <a:lnTo>
                  <a:pt x="257034" y="34898"/>
                </a:lnTo>
                <a:lnTo>
                  <a:pt x="256168" y="34618"/>
                </a:lnTo>
                <a:close/>
                <a:moveTo>
                  <a:pt x="32965" y="69777"/>
                </a:moveTo>
                <a:lnTo>
                  <a:pt x="34630" y="70998"/>
                </a:lnTo>
                <a:lnTo>
                  <a:pt x="32133" y="70388"/>
                </a:lnTo>
                <a:close/>
                <a:moveTo>
                  <a:pt x="27524" y="52202"/>
                </a:moveTo>
                <a:lnTo>
                  <a:pt x="28948" y="52708"/>
                </a:lnTo>
                <a:lnTo>
                  <a:pt x="26812" y="52455"/>
                </a:lnTo>
                <a:close/>
                <a:moveTo>
                  <a:pt x="33980" y="59893"/>
                </a:moveTo>
                <a:lnTo>
                  <a:pt x="35412" y="60688"/>
                </a:lnTo>
                <a:lnTo>
                  <a:pt x="33264" y="60290"/>
                </a:lnTo>
                <a:close/>
                <a:moveTo>
                  <a:pt x="284245" y="9086"/>
                </a:moveTo>
                <a:lnTo>
                  <a:pt x="285958" y="10741"/>
                </a:lnTo>
                <a:lnTo>
                  <a:pt x="283388" y="9913"/>
                </a:lnTo>
                <a:close/>
                <a:moveTo>
                  <a:pt x="237242" y="42612"/>
                </a:moveTo>
                <a:lnTo>
                  <a:pt x="238366" y="43480"/>
                </a:lnTo>
                <a:lnTo>
                  <a:pt x="236680" y="43046"/>
                </a:lnTo>
                <a:close/>
                <a:moveTo>
                  <a:pt x="18991" y="6976"/>
                </a:moveTo>
                <a:lnTo>
                  <a:pt x="20029" y="7619"/>
                </a:lnTo>
                <a:lnTo>
                  <a:pt x="18472" y="7297"/>
                </a:lnTo>
                <a:close/>
                <a:moveTo>
                  <a:pt x="213094" y="22342"/>
                </a:moveTo>
                <a:lnTo>
                  <a:pt x="214846" y="23995"/>
                </a:lnTo>
                <a:lnTo>
                  <a:pt x="212219" y="23169"/>
                </a:lnTo>
                <a:close/>
                <a:moveTo>
                  <a:pt x="224115" y="25939"/>
                </a:moveTo>
                <a:lnTo>
                  <a:pt x="225124" y="26384"/>
                </a:lnTo>
                <a:lnTo>
                  <a:pt x="223611" y="26161"/>
                </a:lnTo>
                <a:close/>
                <a:moveTo>
                  <a:pt x="134942" y="15542"/>
                </a:moveTo>
                <a:lnTo>
                  <a:pt x="135588" y="16798"/>
                </a:lnTo>
                <a:lnTo>
                  <a:pt x="134618" y="16170"/>
                </a:lnTo>
                <a:close/>
                <a:moveTo>
                  <a:pt x="78400" y="40666"/>
                </a:moveTo>
                <a:lnTo>
                  <a:pt x="79399" y="41349"/>
                </a:lnTo>
                <a:lnTo>
                  <a:pt x="77900" y="41008"/>
                </a:lnTo>
                <a:close/>
                <a:moveTo>
                  <a:pt x="259911" y="6686"/>
                </a:moveTo>
                <a:lnTo>
                  <a:pt x="261516" y="8300"/>
                </a:lnTo>
                <a:lnTo>
                  <a:pt x="259108" y="7493"/>
                </a:lnTo>
                <a:close/>
                <a:moveTo>
                  <a:pt x="217601" y="42490"/>
                </a:moveTo>
                <a:lnTo>
                  <a:pt x="218307" y="43000"/>
                </a:lnTo>
                <a:lnTo>
                  <a:pt x="217248" y="42745"/>
                </a:lnTo>
                <a:close/>
                <a:moveTo>
                  <a:pt x="220151" y="11982"/>
                </a:moveTo>
                <a:lnTo>
                  <a:pt x="220943" y="12862"/>
                </a:lnTo>
                <a:lnTo>
                  <a:pt x="219755" y="12422"/>
                </a:lnTo>
                <a:close/>
                <a:moveTo>
                  <a:pt x="196424" y="8545"/>
                </a:moveTo>
                <a:lnTo>
                  <a:pt x="197935" y="9857"/>
                </a:lnTo>
                <a:lnTo>
                  <a:pt x="195668" y="9201"/>
                </a:lnTo>
                <a:close/>
                <a:moveTo>
                  <a:pt x="339190" y="27793"/>
                </a:moveTo>
                <a:lnTo>
                  <a:pt x="340079" y="28532"/>
                </a:lnTo>
                <a:lnTo>
                  <a:pt x="338746" y="28162"/>
                </a:lnTo>
                <a:close/>
                <a:moveTo>
                  <a:pt x="159563" y="20508"/>
                </a:moveTo>
                <a:lnTo>
                  <a:pt x="160537" y="21626"/>
                </a:lnTo>
                <a:lnTo>
                  <a:pt x="159076" y="21067"/>
                </a:lnTo>
                <a:close/>
                <a:moveTo>
                  <a:pt x="292122" y="21424"/>
                </a:moveTo>
                <a:lnTo>
                  <a:pt x="293863" y="22067"/>
                </a:lnTo>
                <a:lnTo>
                  <a:pt x="291251" y="21745"/>
                </a:lnTo>
                <a:close/>
                <a:moveTo>
                  <a:pt x="81964" y="48307"/>
                </a:moveTo>
                <a:lnTo>
                  <a:pt x="83277" y="49672"/>
                </a:lnTo>
                <a:lnTo>
                  <a:pt x="81308" y="48989"/>
                </a:lnTo>
                <a:close/>
                <a:moveTo>
                  <a:pt x="91945" y="44988"/>
                </a:moveTo>
                <a:lnTo>
                  <a:pt x="93169" y="46319"/>
                </a:lnTo>
                <a:lnTo>
                  <a:pt x="91333" y="45654"/>
                </a:lnTo>
                <a:close/>
                <a:moveTo>
                  <a:pt x="102661" y="46345"/>
                </a:moveTo>
                <a:lnTo>
                  <a:pt x="103883" y="47984"/>
                </a:lnTo>
                <a:lnTo>
                  <a:pt x="102050" y="47165"/>
                </a:lnTo>
                <a:close/>
                <a:moveTo>
                  <a:pt x="152233" y="71784"/>
                </a:moveTo>
                <a:lnTo>
                  <a:pt x="154086" y="73135"/>
                </a:lnTo>
                <a:lnTo>
                  <a:pt x="151306" y="72459"/>
                </a:lnTo>
                <a:close/>
                <a:moveTo>
                  <a:pt x="119654" y="46942"/>
                </a:moveTo>
                <a:lnTo>
                  <a:pt x="120178" y="48385"/>
                </a:lnTo>
                <a:lnTo>
                  <a:pt x="119391" y="47663"/>
                </a:lnTo>
                <a:close/>
                <a:moveTo>
                  <a:pt x="65344" y="10869"/>
                </a:moveTo>
                <a:lnTo>
                  <a:pt x="67110" y="11286"/>
                </a:lnTo>
                <a:lnTo>
                  <a:pt x="64461" y="11078"/>
                </a:lnTo>
                <a:close/>
                <a:moveTo>
                  <a:pt x="150626" y="800"/>
                </a:moveTo>
                <a:lnTo>
                  <a:pt x="152795" y="2481"/>
                </a:lnTo>
                <a:lnTo>
                  <a:pt x="149542" y="1640"/>
                </a:lnTo>
                <a:close/>
                <a:moveTo>
                  <a:pt x="81183" y="68051"/>
                </a:moveTo>
                <a:lnTo>
                  <a:pt x="81675" y="69115"/>
                </a:lnTo>
                <a:lnTo>
                  <a:pt x="80937" y="68583"/>
                </a:lnTo>
                <a:close/>
                <a:moveTo>
                  <a:pt x="174292" y="50908"/>
                </a:moveTo>
                <a:lnTo>
                  <a:pt x="175775" y="51545"/>
                </a:lnTo>
                <a:lnTo>
                  <a:pt x="173550" y="51227"/>
                </a:lnTo>
                <a:close/>
                <a:moveTo>
                  <a:pt x="42709" y="64209"/>
                </a:moveTo>
                <a:lnTo>
                  <a:pt x="44723" y="65523"/>
                </a:lnTo>
                <a:lnTo>
                  <a:pt x="41702" y="64866"/>
                </a:lnTo>
                <a:close/>
                <a:moveTo>
                  <a:pt x="160031" y="63830"/>
                </a:moveTo>
                <a:lnTo>
                  <a:pt x="160715" y="65384"/>
                </a:lnTo>
                <a:lnTo>
                  <a:pt x="159689" y="64607"/>
                </a:lnTo>
                <a:close/>
                <a:moveTo>
                  <a:pt x="18252" y="3587"/>
                </a:moveTo>
                <a:lnTo>
                  <a:pt x="19301" y="3911"/>
                </a:lnTo>
                <a:lnTo>
                  <a:pt x="17728" y="3749"/>
                </a:lnTo>
                <a:close/>
                <a:moveTo>
                  <a:pt x="268884" y="52581"/>
                </a:moveTo>
                <a:lnTo>
                  <a:pt x="270471" y="53744"/>
                </a:lnTo>
                <a:lnTo>
                  <a:pt x="268091" y="53162"/>
                </a:lnTo>
                <a:close/>
                <a:moveTo>
                  <a:pt x="143059" y="31667"/>
                </a:moveTo>
                <a:lnTo>
                  <a:pt x="143924" y="32814"/>
                </a:lnTo>
                <a:lnTo>
                  <a:pt x="142626" y="32241"/>
                </a:lnTo>
                <a:close/>
                <a:moveTo>
                  <a:pt x="349362" y="53865"/>
                </a:moveTo>
                <a:lnTo>
                  <a:pt x="349721" y="55460"/>
                </a:lnTo>
                <a:lnTo>
                  <a:pt x="349182" y="54663"/>
                </a:lnTo>
                <a:close/>
                <a:moveTo>
                  <a:pt x="78856" y="57992"/>
                </a:moveTo>
                <a:lnTo>
                  <a:pt x="79731" y="58659"/>
                </a:lnTo>
                <a:lnTo>
                  <a:pt x="78418" y="58325"/>
                </a:lnTo>
                <a:close/>
                <a:moveTo>
                  <a:pt x="292817" y="46441"/>
                </a:moveTo>
                <a:lnTo>
                  <a:pt x="293635" y="46871"/>
                </a:lnTo>
                <a:lnTo>
                  <a:pt x="292408" y="46656"/>
                </a:lnTo>
                <a:close/>
                <a:moveTo>
                  <a:pt x="70836" y="59070"/>
                </a:moveTo>
                <a:lnTo>
                  <a:pt x="72185" y="60594"/>
                </a:lnTo>
                <a:lnTo>
                  <a:pt x="70162" y="59832"/>
                </a:lnTo>
                <a:close/>
                <a:moveTo>
                  <a:pt x="242748" y="28146"/>
                </a:moveTo>
                <a:lnTo>
                  <a:pt x="243880" y="29439"/>
                </a:lnTo>
                <a:lnTo>
                  <a:pt x="242182" y="28792"/>
                </a:lnTo>
                <a:close/>
                <a:moveTo>
                  <a:pt x="294167" y="24046"/>
                </a:moveTo>
                <a:lnTo>
                  <a:pt x="295671" y="25444"/>
                </a:lnTo>
                <a:lnTo>
                  <a:pt x="293415" y="24745"/>
                </a:lnTo>
                <a:close/>
                <a:moveTo>
                  <a:pt x="345499" y="57978"/>
                </a:moveTo>
                <a:lnTo>
                  <a:pt x="347259" y="58948"/>
                </a:lnTo>
                <a:lnTo>
                  <a:pt x="344619" y="58463"/>
                </a:lnTo>
                <a:close/>
                <a:moveTo>
                  <a:pt x="61969" y="61234"/>
                </a:moveTo>
                <a:lnTo>
                  <a:pt x="62894" y="61600"/>
                </a:lnTo>
                <a:lnTo>
                  <a:pt x="61507" y="61417"/>
                </a:lnTo>
                <a:close/>
                <a:moveTo>
                  <a:pt x="112967" y="38148"/>
                </a:moveTo>
                <a:lnTo>
                  <a:pt x="114831" y="38698"/>
                </a:lnTo>
                <a:lnTo>
                  <a:pt x="112035" y="38423"/>
                </a:lnTo>
                <a:close/>
                <a:moveTo>
                  <a:pt x="153383" y="46042"/>
                </a:moveTo>
                <a:lnTo>
                  <a:pt x="154409" y="47139"/>
                </a:lnTo>
                <a:lnTo>
                  <a:pt x="152870" y="46590"/>
                </a:lnTo>
                <a:close/>
                <a:moveTo>
                  <a:pt x="60325" y="61226"/>
                </a:moveTo>
                <a:lnTo>
                  <a:pt x="61662" y="62532"/>
                </a:lnTo>
                <a:lnTo>
                  <a:pt x="59656" y="61879"/>
                </a:lnTo>
                <a:close/>
                <a:moveTo>
                  <a:pt x="318135" y="33877"/>
                </a:moveTo>
                <a:lnTo>
                  <a:pt x="320162" y="34962"/>
                </a:lnTo>
                <a:lnTo>
                  <a:pt x="317121" y="34420"/>
                </a:lnTo>
                <a:close/>
                <a:moveTo>
                  <a:pt x="106078" y="11223"/>
                </a:moveTo>
                <a:lnTo>
                  <a:pt x="107591" y="12103"/>
                </a:lnTo>
                <a:lnTo>
                  <a:pt x="105322" y="11663"/>
                </a:lnTo>
                <a:close/>
                <a:moveTo>
                  <a:pt x="77864" y="48097"/>
                </a:moveTo>
                <a:lnTo>
                  <a:pt x="79744" y="49520"/>
                </a:lnTo>
                <a:lnTo>
                  <a:pt x="76924" y="48808"/>
                </a:lnTo>
                <a:close/>
                <a:moveTo>
                  <a:pt x="218724" y="19882"/>
                </a:moveTo>
                <a:lnTo>
                  <a:pt x="219299" y="20503"/>
                </a:lnTo>
                <a:lnTo>
                  <a:pt x="218436" y="20192"/>
                </a:lnTo>
                <a:close/>
                <a:moveTo>
                  <a:pt x="95134" y="8905"/>
                </a:moveTo>
                <a:lnTo>
                  <a:pt x="95557" y="10057"/>
                </a:lnTo>
                <a:lnTo>
                  <a:pt x="94923" y="9481"/>
                </a:lnTo>
                <a:close/>
                <a:moveTo>
                  <a:pt x="360539" y="15300"/>
                </a:moveTo>
                <a:lnTo>
                  <a:pt x="362242" y="15979"/>
                </a:lnTo>
                <a:lnTo>
                  <a:pt x="359687" y="15639"/>
                </a:lnTo>
                <a:close/>
                <a:moveTo>
                  <a:pt x="188611" y="19751"/>
                </a:moveTo>
                <a:lnTo>
                  <a:pt x="189153" y="21148"/>
                </a:lnTo>
                <a:lnTo>
                  <a:pt x="188340" y="20450"/>
                </a:lnTo>
                <a:close/>
                <a:moveTo>
                  <a:pt x="196812" y="47327"/>
                </a:moveTo>
                <a:lnTo>
                  <a:pt x="198640" y="48355"/>
                </a:lnTo>
                <a:lnTo>
                  <a:pt x="195898" y="47841"/>
                </a:lnTo>
                <a:close/>
                <a:moveTo>
                  <a:pt x="344340" y="271"/>
                </a:moveTo>
                <a:lnTo>
                  <a:pt x="346455" y="1197"/>
                </a:lnTo>
                <a:lnTo>
                  <a:pt x="343283" y="734"/>
                </a:lnTo>
                <a:close/>
                <a:moveTo>
                  <a:pt x="216377" y="15060"/>
                </a:moveTo>
                <a:lnTo>
                  <a:pt x="216845" y="16839"/>
                </a:lnTo>
                <a:lnTo>
                  <a:pt x="216144" y="15949"/>
                </a:lnTo>
                <a:close/>
                <a:moveTo>
                  <a:pt x="108580" y="24060"/>
                </a:moveTo>
                <a:lnTo>
                  <a:pt x="110283" y="25643"/>
                </a:lnTo>
                <a:lnTo>
                  <a:pt x="107729" y="24851"/>
                </a:lnTo>
                <a:close/>
                <a:moveTo>
                  <a:pt x="170685" y="33049"/>
                </a:moveTo>
                <a:lnTo>
                  <a:pt x="171843" y="34442"/>
                </a:lnTo>
                <a:lnTo>
                  <a:pt x="170106" y="33746"/>
                </a:lnTo>
                <a:close/>
                <a:moveTo>
                  <a:pt x="109685" y="50928"/>
                </a:moveTo>
                <a:lnTo>
                  <a:pt x="111306" y="52227"/>
                </a:lnTo>
                <a:lnTo>
                  <a:pt x="108874" y="51578"/>
                </a:lnTo>
                <a:close/>
                <a:moveTo>
                  <a:pt x="197956" y="29940"/>
                </a:moveTo>
                <a:lnTo>
                  <a:pt x="199631" y="30404"/>
                </a:lnTo>
                <a:lnTo>
                  <a:pt x="197118" y="30172"/>
                </a:lnTo>
                <a:close/>
                <a:moveTo>
                  <a:pt x="291314" y="27351"/>
                </a:moveTo>
                <a:lnTo>
                  <a:pt x="293339" y="28249"/>
                </a:lnTo>
                <a:lnTo>
                  <a:pt x="290301" y="27800"/>
                </a:lnTo>
                <a:close/>
                <a:moveTo>
                  <a:pt x="168311" y="12770"/>
                </a:moveTo>
                <a:lnTo>
                  <a:pt x="168851" y="14404"/>
                </a:lnTo>
                <a:lnTo>
                  <a:pt x="168042" y="13587"/>
                </a:lnTo>
                <a:close/>
                <a:moveTo>
                  <a:pt x="169226" y="7955"/>
                </a:moveTo>
                <a:lnTo>
                  <a:pt x="170446" y="9358"/>
                </a:lnTo>
                <a:lnTo>
                  <a:pt x="168615" y="8657"/>
                </a:lnTo>
                <a:close/>
                <a:moveTo>
                  <a:pt x="144952" y="45420"/>
                </a:moveTo>
                <a:lnTo>
                  <a:pt x="146236" y="46861"/>
                </a:lnTo>
                <a:lnTo>
                  <a:pt x="144310" y="46141"/>
                </a:lnTo>
                <a:close/>
                <a:moveTo>
                  <a:pt x="310590" y="34662"/>
                </a:moveTo>
                <a:lnTo>
                  <a:pt x="312358" y="35533"/>
                </a:lnTo>
                <a:lnTo>
                  <a:pt x="309706" y="35097"/>
                </a:lnTo>
                <a:close/>
                <a:moveTo>
                  <a:pt x="163464" y="22142"/>
                </a:moveTo>
                <a:lnTo>
                  <a:pt x="164189" y="22732"/>
                </a:lnTo>
                <a:lnTo>
                  <a:pt x="163102" y="22437"/>
                </a:lnTo>
                <a:close/>
                <a:moveTo>
                  <a:pt x="46328" y="42970"/>
                </a:moveTo>
                <a:lnTo>
                  <a:pt x="47668" y="44609"/>
                </a:lnTo>
                <a:lnTo>
                  <a:pt x="45659" y="43789"/>
                </a:lnTo>
                <a:close/>
                <a:moveTo>
                  <a:pt x="101833" y="15342"/>
                </a:moveTo>
                <a:lnTo>
                  <a:pt x="103265" y="15993"/>
                </a:lnTo>
                <a:lnTo>
                  <a:pt x="101116" y="15667"/>
                </a:lnTo>
                <a:close/>
                <a:moveTo>
                  <a:pt x="337861" y="48477"/>
                </a:moveTo>
                <a:lnTo>
                  <a:pt x="339866" y="49473"/>
                </a:lnTo>
                <a:lnTo>
                  <a:pt x="336858" y="48975"/>
                </a:lnTo>
                <a:close/>
                <a:moveTo>
                  <a:pt x="116651" y="39825"/>
                </a:moveTo>
                <a:lnTo>
                  <a:pt x="117044" y="40813"/>
                </a:lnTo>
                <a:lnTo>
                  <a:pt x="116454" y="40319"/>
                </a:lnTo>
                <a:close/>
                <a:moveTo>
                  <a:pt x="51383" y="11598"/>
                </a:moveTo>
                <a:lnTo>
                  <a:pt x="53174" y="12172"/>
                </a:lnTo>
                <a:lnTo>
                  <a:pt x="50487" y="11885"/>
                </a:lnTo>
                <a:close/>
                <a:moveTo>
                  <a:pt x="103024" y="10345"/>
                </a:moveTo>
                <a:lnTo>
                  <a:pt x="105174" y="11614"/>
                </a:lnTo>
                <a:lnTo>
                  <a:pt x="101949" y="10980"/>
                </a:lnTo>
                <a:close/>
                <a:moveTo>
                  <a:pt x="337903" y="59067"/>
                </a:moveTo>
                <a:lnTo>
                  <a:pt x="339870" y="60841"/>
                </a:lnTo>
                <a:lnTo>
                  <a:pt x="336920" y="59954"/>
                </a:lnTo>
                <a:close/>
                <a:moveTo>
                  <a:pt x="180026" y="29146"/>
                </a:moveTo>
                <a:lnTo>
                  <a:pt x="180960" y="30701"/>
                </a:lnTo>
                <a:lnTo>
                  <a:pt x="179559" y="29923"/>
                </a:lnTo>
                <a:close/>
                <a:moveTo>
                  <a:pt x="121370" y="50159"/>
                </a:moveTo>
                <a:lnTo>
                  <a:pt x="122759" y="51372"/>
                </a:lnTo>
                <a:lnTo>
                  <a:pt x="120675" y="50766"/>
                </a:lnTo>
                <a:close/>
                <a:moveTo>
                  <a:pt x="221418" y="5158"/>
                </a:moveTo>
                <a:lnTo>
                  <a:pt x="221875" y="6937"/>
                </a:lnTo>
                <a:lnTo>
                  <a:pt x="221190" y="6048"/>
                </a:lnTo>
                <a:close/>
                <a:moveTo>
                  <a:pt x="37356" y="19224"/>
                </a:moveTo>
                <a:lnTo>
                  <a:pt x="37812" y="19635"/>
                </a:lnTo>
                <a:lnTo>
                  <a:pt x="37129" y="19429"/>
                </a:lnTo>
                <a:close/>
                <a:moveTo>
                  <a:pt x="350414" y="53556"/>
                </a:moveTo>
                <a:lnTo>
                  <a:pt x="352570" y="54877"/>
                </a:lnTo>
                <a:lnTo>
                  <a:pt x="349335" y="54217"/>
                </a:lnTo>
                <a:close/>
                <a:moveTo>
                  <a:pt x="66983" y="59095"/>
                </a:moveTo>
                <a:lnTo>
                  <a:pt x="67987" y="59998"/>
                </a:lnTo>
                <a:lnTo>
                  <a:pt x="66480" y="59546"/>
                </a:lnTo>
                <a:close/>
                <a:moveTo>
                  <a:pt x="263455" y="53452"/>
                </a:moveTo>
                <a:lnTo>
                  <a:pt x="264272" y="55078"/>
                </a:lnTo>
                <a:lnTo>
                  <a:pt x="263046" y="54265"/>
                </a:lnTo>
                <a:close/>
                <a:moveTo>
                  <a:pt x="239092" y="19719"/>
                </a:moveTo>
                <a:lnTo>
                  <a:pt x="239795" y="20547"/>
                </a:lnTo>
                <a:lnTo>
                  <a:pt x="238740" y="20133"/>
                </a:lnTo>
                <a:close/>
                <a:moveTo>
                  <a:pt x="80629" y="6759"/>
                </a:moveTo>
                <a:lnTo>
                  <a:pt x="81111" y="7327"/>
                </a:lnTo>
                <a:lnTo>
                  <a:pt x="80388" y="7043"/>
                </a:lnTo>
                <a:close/>
                <a:moveTo>
                  <a:pt x="10590" y="59302"/>
                </a:moveTo>
                <a:lnTo>
                  <a:pt x="12510" y="60934"/>
                </a:lnTo>
                <a:lnTo>
                  <a:pt x="9630" y="60118"/>
                </a:lnTo>
                <a:close/>
                <a:moveTo>
                  <a:pt x="340479" y="38002"/>
                </a:moveTo>
                <a:lnTo>
                  <a:pt x="341273" y="38926"/>
                </a:lnTo>
                <a:lnTo>
                  <a:pt x="340082" y="38464"/>
                </a:lnTo>
                <a:close/>
                <a:moveTo>
                  <a:pt x="337239" y="11540"/>
                </a:moveTo>
                <a:lnTo>
                  <a:pt x="338656" y="11893"/>
                </a:lnTo>
                <a:lnTo>
                  <a:pt x="336531" y="11717"/>
                </a:lnTo>
                <a:close/>
                <a:moveTo>
                  <a:pt x="212581" y="60949"/>
                </a:moveTo>
                <a:lnTo>
                  <a:pt x="213812" y="62745"/>
                </a:lnTo>
                <a:lnTo>
                  <a:pt x="211966" y="61847"/>
                </a:lnTo>
                <a:close/>
                <a:moveTo>
                  <a:pt x="237363" y="13294"/>
                </a:moveTo>
                <a:lnTo>
                  <a:pt x="239542" y="13642"/>
                </a:lnTo>
                <a:lnTo>
                  <a:pt x="236274" y="13468"/>
                </a:lnTo>
                <a:close/>
                <a:moveTo>
                  <a:pt x="13087" y="30549"/>
                </a:moveTo>
                <a:lnTo>
                  <a:pt x="14216" y="31492"/>
                </a:lnTo>
                <a:lnTo>
                  <a:pt x="12522" y="31021"/>
                </a:lnTo>
                <a:close/>
                <a:moveTo>
                  <a:pt x="131248" y="4245"/>
                </a:moveTo>
                <a:lnTo>
                  <a:pt x="131603" y="5789"/>
                </a:lnTo>
                <a:lnTo>
                  <a:pt x="131071" y="5017"/>
                </a:lnTo>
                <a:close/>
                <a:moveTo>
                  <a:pt x="9330" y="55363"/>
                </a:moveTo>
                <a:lnTo>
                  <a:pt x="10319" y="56433"/>
                </a:lnTo>
                <a:lnTo>
                  <a:pt x="8835" y="55898"/>
                </a:lnTo>
                <a:close/>
                <a:moveTo>
                  <a:pt x="314154" y="35201"/>
                </a:moveTo>
                <a:lnTo>
                  <a:pt x="315805" y="35705"/>
                </a:lnTo>
                <a:lnTo>
                  <a:pt x="313328" y="35453"/>
                </a:lnTo>
                <a:close/>
                <a:moveTo>
                  <a:pt x="173248" y="67423"/>
                </a:moveTo>
                <a:lnTo>
                  <a:pt x="173828" y="68993"/>
                </a:lnTo>
                <a:lnTo>
                  <a:pt x="172959" y="68208"/>
                </a:lnTo>
                <a:close/>
                <a:moveTo>
                  <a:pt x="151845" y="12652"/>
                </a:moveTo>
                <a:lnTo>
                  <a:pt x="153417" y="13062"/>
                </a:lnTo>
                <a:lnTo>
                  <a:pt x="151058" y="12857"/>
                </a:lnTo>
                <a:close/>
                <a:moveTo>
                  <a:pt x="148385" y="67006"/>
                </a:moveTo>
                <a:lnTo>
                  <a:pt x="150362" y="67760"/>
                </a:lnTo>
                <a:lnTo>
                  <a:pt x="147397" y="67383"/>
                </a:lnTo>
                <a:close/>
                <a:moveTo>
                  <a:pt x="27814" y="43189"/>
                </a:moveTo>
                <a:lnTo>
                  <a:pt x="29197" y="44042"/>
                </a:lnTo>
                <a:lnTo>
                  <a:pt x="27122" y="43616"/>
                </a:lnTo>
                <a:close/>
                <a:moveTo>
                  <a:pt x="158628" y="60107"/>
                </a:moveTo>
                <a:lnTo>
                  <a:pt x="159614" y="61290"/>
                </a:lnTo>
                <a:lnTo>
                  <a:pt x="158135" y="60698"/>
                </a:lnTo>
                <a:close/>
                <a:moveTo>
                  <a:pt x="74657" y="61187"/>
                </a:moveTo>
                <a:lnTo>
                  <a:pt x="75028" y="61614"/>
                </a:lnTo>
                <a:lnTo>
                  <a:pt x="74471" y="61400"/>
                </a:lnTo>
                <a:close/>
                <a:moveTo>
                  <a:pt x="347102" y="64799"/>
                </a:moveTo>
                <a:lnTo>
                  <a:pt x="348980" y="65990"/>
                </a:lnTo>
                <a:lnTo>
                  <a:pt x="346163" y="65394"/>
                </a:lnTo>
                <a:close/>
                <a:moveTo>
                  <a:pt x="344846" y="45912"/>
                </a:moveTo>
                <a:lnTo>
                  <a:pt x="346815" y="46280"/>
                </a:lnTo>
                <a:lnTo>
                  <a:pt x="343862" y="46096"/>
                </a:lnTo>
                <a:close/>
                <a:moveTo>
                  <a:pt x="252267" y="44169"/>
                </a:moveTo>
                <a:lnTo>
                  <a:pt x="253219" y="44838"/>
                </a:lnTo>
                <a:lnTo>
                  <a:pt x="251792" y="44504"/>
                </a:lnTo>
                <a:close/>
                <a:moveTo>
                  <a:pt x="284074" y="27052"/>
                </a:moveTo>
                <a:lnTo>
                  <a:pt x="285658" y="27736"/>
                </a:lnTo>
                <a:lnTo>
                  <a:pt x="283281" y="27394"/>
                </a:lnTo>
                <a:close/>
                <a:moveTo>
                  <a:pt x="286537" y="67156"/>
                </a:moveTo>
                <a:lnTo>
                  <a:pt x="287704" y="68613"/>
                </a:lnTo>
                <a:lnTo>
                  <a:pt x="285954" y="67885"/>
                </a:lnTo>
                <a:close/>
                <a:moveTo>
                  <a:pt x="129151" y="51055"/>
                </a:moveTo>
                <a:lnTo>
                  <a:pt x="131165" y="52243"/>
                </a:lnTo>
                <a:lnTo>
                  <a:pt x="128144" y="51649"/>
                </a:lnTo>
                <a:close/>
                <a:moveTo>
                  <a:pt x="9114" y="56517"/>
                </a:moveTo>
                <a:lnTo>
                  <a:pt x="10783" y="57053"/>
                </a:lnTo>
                <a:lnTo>
                  <a:pt x="8279" y="56785"/>
                </a:lnTo>
                <a:close/>
                <a:moveTo>
                  <a:pt x="76435" y="15045"/>
                </a:moveTo>
                <a:lnTo>
                  <a:pt x="77320" y="16288"/>
                </a:lnTo>
                <a:lnTo>
                  <a:pt x="75992" y="15666"/>
                </a:lnTo>
                <a:close/>
                <a:moveTo>
                  <a:pt x="16603" y="55709"/>
                </a:moveTo>
                <a:lnTo>
                  <a:pt x="18079" y="56828"/>
                </a:lnTo>
                <a:lnTo>
                  <a:pt x="15864" y="56268"/>
                </a:lnTo>
                <a:close/>
                <a:moveTo>
                  <a:pt x="149204" y="49595"/>
                </a:moveTo>
                <a:lnTo>
                  <a:pt x="150384" y="49936"/>
                </a:lnTo>
                <a:lnTo>
                  <a:pt x="148614" y="49766"/>
                </a:lnTo>
                <a:close/>
                <a:moveTo>
                  <a:pt x="357854" y="42466"/>
                </a:moveTo>
                <a:lnTo>
                  <a:pt x="358610" y="43624"/>
                </a:lnTo>
                <a:lnTo>
                  <a:pt x="357476" y="43045"/>
                </a:lnTo>
                <a:close/>
                <a:moveTo>
                  <a:pt x="167946" y="15629"/>
                </a:moveTo>
                <a:lnTo>
                  <a:pt x="169827" y="17242"/>
                </a:lnTo>
                <a:lnTo>
                  <a:pt x="167006" y="16436"/>
                </a:lnTo>
                <a:close/>
                <a:moveTo>
                  <a:pt x="24477" y="39464"/>
                </a:moveTo>
                <a:lnTo>
                  <a:pt x="26618" y="39764"/>
                </a:lnTo>
                <a:lnTo>
                  <a:pt x="23407" y="39614"/>
                </a:lnTo>
                <a:close/>
                <a:moveTo>
                  <a:pt x="109314" y="68368"/>
                </a:moveTo>
                <a:lnTo>
                  <a:pt x="110453" y="69101"/>
                </a:lnTo>
                <a:lnTo>
                  <a:pt x="108745" y="68735"/>
                </a:lnTo>
                <a:close/>
                <a:moveTo>
                  <a:pt x="134304" y="36812"/>
                </a:moveTo>
                <a:lnTo>
                  <a:pt x="135634" y="37993"/>
                </a:lnTo>
                <a:lnTo>
                  <a:pt x="133639" y="37403"/>
                </a:lnTo>
                <a:close/>
                <a:moveTo>
                  <a:pt x="328025" y="15233"/>
                </a:moveTo>
                <a:lnTo>
                  <a:pt x="330094" y="16787"/>
                </a:lnTo>
                <a:lnTo>
                  <a:pt x="326991" y="16010"/>
                </a:lnTo>
                <a:close/>
                <a:moveTo>
                  <a:pt x="128512" y="62418"/>
                </a:moveTo>
                <a:lnTo>
                  <a:pt x="129582" y="62788"/>
                </a:lnTo>
                <a:lnTo>
                  <a:pt x="127977" y="62603"/>
                </a:lnTo>
                <a:close/>
                <a:moveTo>
                  <a:pt x="323171" y="41964"/>
                </a:moveTo>
                <a:lnTo>
                  <a:pt x="324416" y="42328"/>
                </a:lnTo>
                <a:lnTo>
                  <a:pt x="322549" y="42146"/>
                </a:lnTo>
                <a:close/>
                <a:moveTo>
                  <a:pt x="224092" y="50867"/>
                </a:moveTo>
                <a:lnTo>
                  <a:pt x="224810" y="52150"/>
                </a:lnTo>
                <a:lnTo>
                  <a:pt x="223734" y="51509"/>
                </a:lnTo>
                <a:close/>
                <a:moveTo>
                  <a:pt x="161301" y="63839"/>
                </a:moveTo>
                <a:lnTo>
                  <a:pt x="163140" y="65592"/>
                </a:lnTo>
                <a:lnTo>
                  <a:pt x="160382" y="64715"/>
                </a:lnTo>
                <a:close/>
                <a:moveTo>
                  <a:pt x="30752" y="0"/>
                </a:moveTo>
                <a:lnTo>
                  <a:pt x="32006" y="1628"/>
                </a:lnTo>
                <a:lnTo>
                  <a:pt x="30125" y="814"/>
                </a:lnTo>
                <a:close/>
                <a:moveTo>
                  <a:pt x="60812" y="12183"/>
                </a:moveTo>
                <a:lnTo>
                  <a:pt x="61567" y="13948"/>
                </a:lnTo>
                <a:lnTo>
                  <a:pt x="60435" y="13065"/>
                </a:lnTo>
                <a:close/>
                <a:moveTo>
                  <a:pt x="314782" y="26318"/>
                </a:moveTo>
                <a:lnTo>
                  <a:pt x="316161" y="27847"/>
                </a:lnTo>
                <a:lnTo>
                  <a:pt x="314092" y="27083"/>
                </a:lnTo>
                <a:close/>
                <a:moveTo>
                  <a:pt x="213203" y="48830"/>
                </a:moveTo>
                <a:lnTo>
                  <a:pt x="215207" y="49275"/>
                </a:lnTo>
                <a:lnTo>
                  <a:pt x="212202" y="49053"/>
                </a:lnTo>
                <a:close/>
                <a:moveTo>
                  <a:pt x="223999" y="28761"/>
                </a:moveTo>
                <a:lnTo>
                  <a:pt x="225684" y="29551"/>
                </a:lnTo>
                <a:lnTo>
                  <a:pt x="223156" y="29156"/>
                </a:lnTo>
                <a:close/>
                <a:moveTo>
                  <a:pt x="40899" y="43042"/>
                </a:moveTo>
                <a:lnTo>
                  <a:pt x="41714" y="43819"/>
                </a:lnTo>
                <a:lnTo>
                  <a:pt x="40492" y="43430"/>
                </a:lnTo>
                <a:close/>
                <a:moveTo>
                  <a:pt x="316339" y="45231"/>
                </a:moveTo>
                <a:lnTo>
                  <a:pt x="317339" y="45835"/>
                </a:lnTo>
                <a:lnTo>
                  <a:pt x="315840" y="45533"/>
                </a:lnTo>
                <a:close/>
              </a:path>
            </a:pathLst>
          </a:custGeom>
          <a:solidFill>
            <a:srgbClr val="FFFFFF">
              <a:alpha val="20000"/>
            </a:srgbClr>
          </a:solidFill>
          <a:ln w="0" cap="rnd" cmpd="sng" algn="ctr">
            <a:solidFill>
              <a:srgbClr val="FFFFFF">
                <a:alpha val="0"/>
              </a:srgbClr>
            </a:solidFill>
            <a:round/>
            <a:headEnd type="none"/>
            <a:tailEnd type="none"/>
          </a:ln>
        </p:spPr>
      </p:sp>
      <p:sp>
        <p:nvSpPr>
          <p:cNvPr id="1186" name="latent representation and attention / 1166 selected latent channel"/>
          <p:cNvSpPr/>
          <p:nvPr/>
        </p:nvSpPr>
        <p:spPr>
          <a:xfrm>
            <a:off x="2446020" y="10094976"/>
            <a:ext cx="331927" cy="685800"/>
          </a:xfrm>
          <a:custGeom>
            <a:avLst/>
            <a:gdLst/>
            <a:ahLst/>
            <a:cxnLst/>
            <a:rect l="0" t="0" r="r" b="b"/>
            <a:pathLst>
              <a:path w="36300" h="75000" fill="norm" stroke="1" extrusionOk="0">
                <a:moveTo>
                  <a:pt x="0" y="0"/>
                </a:moveTo>
                <a:lnTo>
                  <a:pt x="36300" y="0"/>
                </a:lnTo>
                <a:lnTo>
                  <a:pt x="36300" y="75000"/>
                </a:lnTo>
                <a:lnTo>
                  <a:pt x="0" y="75000"/>
                </a:lnTo>
                <a:close/>
              </a:path>
            </a:pathLst>
          </a:custGeom>
          <a:gradFill rotWithShape="1">
            <a:gsLst>
              <a:gs pos="0">
                <a:srgbClr val="62FF00"/>
              </a:gs>
              <a:gs pos="100000">
                <a:srgbClr val="00EFD1"/>
              </a:gs>
            </a:gsLst>
            <a:lin ang="5400000" scaled="1"/>
            <a:tileRect/>
          </a:gradFill>
          <a:ln w="0" cap="rnd" cmpd="sng" algn="ctr">
            <a:solidFill>
              <a:srgbClr val="FFFFFF">
                <a:alpha val="0"/>
              </a:srgbClr>
            </a:solidFill>
            <a:round/>
            <a:headEnd type="none"/>
            <a:tailEnd type="none"/>
          </a:ln>
        </p:spPr>
      </p:sp>
      <p:sp>
        <p:nvSpPr>
          <p:cNvPr id="1187" name="latent representation and attention / 1167 latent channel boundary"/>
          <p:cNvSpPr/>
          <p:nvPr/>
        </p:nvSpPr>
        <p:spPr>
          <a:xfrm>
            <a:off x="1118311" y="10094976"/>
            <a:ext cx="914" cy="685800"/>
          </a:xfrm>
          <a:custGeom>
            <a:avLst/>
            <a:gdLst/>
            <a:ahLst/>
            <a:cxnLst/>
            <a:rect l="0" t="0" r="r" b="b"/>
            <a:pathLst>
              <a:path w="100" h="75000" fill="none" stroke="1" extrusionOk="0">
                <a:moveTo>
                  <a:pt x="0" y="0"/>
                </a:moveTo>
                <a:lnTo>
                  <a:pt x="0" y="75000"/>
                </a:lnTo>
              </a:path>
            </a:pathLst>
          </a:custGeom>
          <a:noFill/>
          <a:ln w="22860" cap="rnd" cmpd="sng" algn="ctr">
            <a:solidFill>
              <a:srgbClr val="000000"/>
            </a:solidFill>
            <a:round/>
            <a:headEnd type="none"/>
            <a:tailEnd type="none"/>
          </a:ln>
        </p:spPr>
      </p:sp>
      <p:sp>
        <p:nvSpPr>
          <p:cNvPr id="1188" name="latent representation and attention / 1168 latent channel boundary"/>
          <p:cNvSpPr/>
          <p:nvPr/>
        </p:nvSpPr>
        <p:spPr>
          <a:xfrm>
            <a:off x="1450238" y="10094976"/>
            <a:ext cx="914" cy="685800"/>
          </a:xfrm>
          <a:custGeom>
            <a:avLst/>
            <a:gdLst/>
            <a:ahLst/>
            <a:cxnLst/>
            <a:rect l="0" t="0" r="r" b="b"/>
            <a:pathLst>
              <a:path w="100" h="75000" fill="none" stroke="1" extrusionOk="0">
                <a:moveTo>
                  <a:pt x="0" y="0"/>
                </a:moveTo>
                <a:lnTo>
                  <a:pt x="0" y="75000"/>
                </a:lnTo>
              </a:path>
            </a:pathLst>
          </a:custGeom>
          <a:noFill/>
          <a:ln w="22860" cap="rnd" cmpd="sng" algn="ctr">
            <a:solidFill>
              <a:srgbClr val="000000"/>
            </a:solidFill>
            <a:round/>
            <a:headEnd type="none"/>
            <a:tailEnd type="none"/>
          </a:ln>
        </p:spPr>
      </p:sp>
      <p:sp>
        <p:nvSpPr>
          <p:cNvPr id="1189" name="latent representation and attention / 1169 latent channel boundary"/>
          <p:cNvSpPr/>
          <p:nvPr/>
        </p:nvSpPr>
        <p:spPr>
          <a:xfrm>
            <a:off x="1782166" y="10094976"/>
            <a:ext cx="914" cy="685800"/>
          </a:xfrm>
          <a:custGeom>
            <a:avLst/>
            <a:gdLst/>
            <a:ahLst/>
            <a:cxnLst/>
            <a:rect l="0" t="0" r="r" b="b"/>
            <a:pathLst>
              <a:path w="100" h="75000" fill="none" stroke="1" extrusionOk="0">
                <a:moveTo>
                  <a:pt x="0" y="0"/>
                </a:moveTo>
                <a:lnTo>
                  <a:pt x="0" y="75000"/>
                </a:lnTo>
              </a:path>
            </a:pathLst>
          </a:custGeom>
          <a:noFill/>
          <a:ln w="22860" cap="rnd" cmpd="sng" algn="ctr">
            <a:solidFill>
              <a:srgbClr val="000000"/>
            </a:solidFill>
            <a:round/>
            <a:headEnd type="none"/>
            <a:tailEnd type="none"/>
          </a:ln>
        </p:spPr>
      </p:sp>
      <p:sp>
        <p:nvSpPr>
          <p:cNvPr id="1190" name="latent representation and attention / 1170 latent channel boundary"/>
          <p:cNvSpPr/>
          <p:nvPr/>
        </p:nvSpPr>
        <p:spPr>
          <a:xfrm>
            <a:off x="2114093" y="10094976"/>
            <a:ext cx="914" cy="685800"/>
          </a:xfrm>
          <a:custGeom>
            <a:avLst/>
            <a:gdLst/>
            <a:ahLst/>
            <a:cxnLst/>
            <a:rect l="0" t="0" r="r" b="b"/>
            <a:pathLst>
              <a:path w="100" h="75000" fill="none" stroke="1" extrusionOk="0">
                <a:moveTo>
                  <a:pt x="0" y="0"/>
                </a:moveTo>
                <a:lnTo>
                  <a:pt x="0" y="75000"/>
                </a:lnTo>
              </a:path>
            </a:pathLst>
          </a:custGeom>
          <a:noFill/>
          <a:ln w="22860" cap="rnd" cmpd="sng" algn="ctr">
            <a:solidFill>
              <a:srgbClr val="000000"/>
            </a:solidFill>
            <a:round/>
            <a:headEnd type="none"/>
            <a:tailEnd type="none"/>
          </a:ln>
        </p:spPr>
      </p:sp>
      <p:sp>
        <p:nvSpPr>
          <p:cNvPr id="1191" name="latent representation and attention / 1171 latent channel boundary"/>
          <p:cNvSpPr/>
          <p:nvPr/>
        </p:nvSpPr>
        <p:spPr>
          <a:xfrm>
            <a:off x="2446020" y="10094976"/>
            <a:ext cx="914" cy="685800"/>
          </a:xfrm>
          <a:custGeom>
            <a:avLst/>
            <a:gdLst/>
            <a:ahLst/>
            <a:cxnLst/>
            <a:rect l="0" t="0" r="r" b="b"/>
            <a:pathLst>
              <a:path w="100" h="75000" fill="none" stroke="1" extrusionOk="0">
                <a:moveTo>
                  <a:pt x="0" y="0"/>
                </a:moveTo>
                <a:lnTo>
                  <a:pt x="0" y="75000"/>
                </a:lnTo>
              </a:path>
            </a:pathLst>
          </a:custGeom>
          <a:noFill/>
          <a:ln w="22860" cap="rnd" cmpd="sng" algn="ctr">
            <a:solidFill>
              <a:srgbClr val="000000"/>
            </a:solidFill>
            <a:round/>
            <a:headEnd type="none"/>
            <a:tailEnd type="none"/>
          </a:ln>
        </p:spPr>
      </p:sp>
      <p:sp>
        <p:nvSpPr>
          <p:cNvPr id="1192" name="latent representation and attention / 1172 latent channel boundary"/>
          <p:cNvSpPr/>
          <p:nvPr/>
        </p:nvSpPr>
        <p:spPr>
          <a:xfrm>
            <a:off x="2777947" y="10094976"/>
            <a:ext cx="914" cy="685800"/>
          </a:xfrm>
          <a:custGeom>
            <a:avLst/>
            <a:gdLst/>
            <a:ahLst/>
            <a:cxnLst/>
            <a:rect l="0" t="0" r="r" b="b"/>
            <a:pathLst>
              <a:path w="100" h="75000" fill="none" stroke="1" extrusionOk="0">
                <a:moveTo>
                  <a:pt x="0" y="0"/>
                </a:moveTo>
                <a:lnTo>
                  <a:pt x="0" y="75000"/>
                </a:lnTo>
              </a:path>
            </a:pathLst>
          </a:custGeom>
          <a:noFill/>
          <a:ln w="22860" cap="rnd" cmpd="sng" algn="ctr">
            <a:solidFill>
              <a:srgbClr val="000000"/>
            </a:solidFill>
            <a:round/>
            <a:headEnd type="none"/>
            <a:tailEnd type="none"/>
          </a:ln>
        </p:spPr>
      </p:sp>
      <p:sp>
        <p:nvSpPr>
          <p:cNvPr id="1193" name="latent representation and attention / 1173 latent channel boundary"/>
          <p:cNvSpPr/>
          <p:nvPr/>
        </p:nvSpPr>
        <p:spPr>
          <a:xfrm>
            <a:off x="3109874" y="10094976"/>
            <a:ext cx="914" cy="685800"/>
          </a:xfrm>
          <a:custGeom>
            <a:avLst/>
            <a:gdLst/>
            <a:ahLst/>
            <a:cxnLst/>
            <a:rect l="0" t="0" r="r" b="b"/>
            <a:pathLst>
              <a:path w="100" h="75000" fill="none" stroke="1" extrusionOk="0">
                <a:moveTo>
                  <a:pt x="0" y="0"/>
                </a:moveTo>
                <a:lnTo>
                  <a:pt x="0" y="75000"/>
                </a:lnTo>
              </a:path>
            </a:pathLst>
          </a:custGeom>
          <a:noFill/>
          <a:ln w="22860" cap="rnd" cmpd="sng" algn="ctr">
            <a:solidFill>
              <a:srgbClr val="000000"/>
            </a:solidFill>
            <a:round/>
            <a:headEnd type="none"/>
            <a:tailEnd type="none"/>
          </a:ln>
        </p:spPr>
      </p:sp>
      <p:sp>
        <p:nvSpPr>
          <p:cNvPr id="1194" name="latent representation and attention / 1174 latent channel boundary"/>
          <p:cNvSpPr/>
          <p:nvPr/>
        </p:nvSpPr>
        <p:spPr>
          <a:xfrm>
            <a:off x="3441802" y="10094976"/>
            <a:ext cx="914" cy="685800"/>
          </a:xfrm>
          <a:custGeom>
            <a:avLst/>
            <a:gdLst/>
            <a:ahLst/>
            <a:cxnLst/>
            <a:rect l="0" t="0" r="r" b="b"/>
            <a:pathLst>
              <a:path w="100" h="75000" fill="none" stroke="1" extrusionOk="0">
                <a:moveTo>
                  <a:pt x="0" y="0"/>
                </a:moveTo>
                <a:lnTo>
                  <a:pt x="0" y="75000"/>
                </a:lnTo>
              </a:path>
            </a:pathLst>
          </a:custGeom>
          <a:noFill/>
          <a:ln w="22860" cap="rnd" cmpd="sng" algn="ctr">
            <a:solidFill>
              <a:srgbClr val="000000"/>
            </a:solidFill>
            <a:round/>
            <a:headEnd type="none"/>
            <a:tailEnd type="none"/>
          </a:ln>
        </p:spPr>
      </p:sp>
      <p:sp>
        <p:nvSpPr>
          <p:cNvPr id="1195" name="latent representation and attention / 1175 latent channel boundary"/>
          <p:cNvSpPr/>
          <p:nvPr/>
        </p:nvSpPr>
        <p:spPr>
          <a:xfrm>
            <a:off x="3773729" y="10094976"/>
            <a:ext cx="914" cy="685800"/>
          </a:xfrm>
          <a:custGeom>
            <a:avLst/>
            <a:gdLst/>
            <a:ahLst/>
            <a:cxnLst/>
            <a:rect l="0" t="0" r="r" b="b"/>
            <a:pathLst>
              <a:path w="100" h="75000" fill="none" stroke="1" extrusionOk="0">
                <a:moveTo>
                  <a:pt x="0" y="0"/>
                </a:moveTo>
                <a:lnTo>
                  <a:pt x="0" y="75000"/>
                </a:lnTo>
              </a:path>
            </a:pathLst>
          </a:custGeom>
          <a:noFill/>
          <a:ln w="22860" cap="rnd" cmpd="sng" algn="ctr">
            <a:solidFill>
              <a:srgbClr val="000000"/>
            </a:solidFill>
            <a:round/>
            <a:headEnd type="none"/>
            <a:tailEnd type="none"/>
          </a:ln>
        </p:spPr>
      </p:sp>
      <p:sp>
        <p:nvSpPr>
          <p:cNvPr id="1196" name="latent representation and attention / 1176 output projection arrow"/>
          <p:cNvSpPr/>
          <p:nvPr/>
        </p:nvSpPr>
        <p:spPr>
          <a:xfrm>
            <a:off x="987552" y="8805672"/>
            <a:ext cx="813816" cy="1161288"/>
          </a:xfrm>
          <a:custGeom>
            <a:avLst/>
            <a:gdLst/>
            <a:ahLst/>
            <a:cxnLst/>
            <a:rect l="0" t="0" r="r" b="b"/>
            <a:pathLst>
              <a:path w="89000" h="127000" fill="norm" stroke="1" extrusionOk="0">
                <a:moveTo>
                  <a:pt x="17000" y="127000"/>
                </a:moveTo>
                <a:lnTo>
                  <a:pt x="17000" y="42000"/>
                </a:lnTo>
                <a:lnTo>
                  <a:pt x="0" y="42000"/>
                </a:lnTo>
                <a:lnTo>
                  <a:pt x="45000" y="0"/>
                </a:lnTo>
                <a:lnTo>
                  <a:pt x="89000" y="42000"/>
                </a:lnTo>
                <a:lnTo>
                  <a:pt x="72000" y="42000"/>
                </a:lnTo>
                <a:lnTo>
                  <a:pt x="72000" y="127000"/>
                </a:lnTo>
                <a:close/>
              </a:path>
            </a:pathLst>
          </a:custGeom>
          <a:solidFill>
            <a:srgbClr val="454545"/>
          </a:solidFill>
          <a:ln w="22860" cap="rnd" cmpd="sng" algn="ctr">
            <a:solidFill>
              <a:srgbClr val="000000"/>
            </a:solidFill>
            <a:round/>
            <a:headEnd type="none"/>
            <a:tailEnd type="none"/>
          </a:ln>
        </p:spPr>
      </p:sp>
      <p:sp>
        <p:nvSpPr>
          <p:cNvPr id="1197" name="latent representation and attention / 1177 attention projection arrow"/>
          <p:cNvSpPr/>
          <p:nvPr/>
        </p:nvSpPr>
        <p:spPr>
          <a:xfrm>
            <a:off x="3063240" y="8805672"/>
            <a:ext cx="822960" cy="1161288"/>
          </a:xfrm>
          <a:custGeom>
            <a:avLst/>
            <a:gdLst/>
            <a:ahLst/>
            <a:cxnLst/>
            <a:rect l="0" t="0" r="r" b="b"/>
            <a:pathLst>
              <a:path w="90000" h="127000" fill="norm" stroke="1" extrusionOk="0">
                <a:moveTo>
                  <a:pt x="18000" y="127000"/>
                </a:moveTo>
                <a:lnTo>
                  <a:pt x="18000" y="42000"/>
                </a:lnTo>
                <a:lnTo>
                  <a:pt x="0" y="42000"/>
                </a:lnTo>
                <a:lnTo>
                  <a:pt x="45000" y="0"/>
                </a:lnTo>
                <a:lnTo>
                  <a:pt x="90000" y="42000"/>
                </a:lnTo>
                <a:lnTo>
                  <a:pt x="72000" y="42000"/>
                </a:lnTo>
                <a:lnTo>
                  <a:pt x="72000" y="127000"/>
                </a:lnTo>
                <a:close/>
              </a:path>
            </a:pathLst>
          </a:custGeom>
          <a:solidFill>
            <a:srgbClr val="454545"/>
          </a:solidFill>
          <a:ln w="22860" cap="rnd" cmpd="sng" algn="ctr">
            <a:solidFill>
              <a:srgbClr val="000000"/>
            </a:solidFill>
            <a:round/>
            <a:headEnd type="none"/>
            <a:tailEnd type="none"/>
          </a:ln>
        </p:spPr>
      </p:sp>
      <p:sp>
        <p:nvSpPr>
          <p:cNvPr id="1198" name="latent representation and attention / 1178 LATENT REP — white text backing"/>
          <p:cNvSpPr/>
          <p:nvPr/>
        </p:nvSpPr>
        <p:spPr>
          <a:xfrm>
            <a:off x="1000120" y="9645480"/>
            <a:ext cx="3038499" cy="394632"/>
          </a:xfrm>
          <a:custGeom>
            <a:avLst/>
            <a:gdLst/>
            <a:ahLst/>
            <a:cxnLst/>
            <a:rect l="0" t="0" r="r" b="b"/>
            <a:pathLst>
              <a:path w="332294" h="43158" fill="norm" stroke="1" extrusionOk="0">
                <a:moveTo>
                  <a:pt x="3142" y="40504"/>
                </a:moveTo>
                <a:lnTo>
                  <a:pt x="23576" y="40504"/>
                </a:lnTo>
                <a:lnTo>
                  <a:pt x="23576" y="43158"/>
                </a:lnTo>
                <a:lnTo>
                  <a:pt x="0" y="43158"/>
                </a:lnTo>
                <a:lnTo>
                  <a:pt x="0" y="0"/>
                </a:lnTo>
                <a:lnTo>
                  <a:pt x="3142" y="0"/>
                </a:lnTo>
                <a:close/>
                <a:moveTo>
                  <a:pt x="63684" y="43158"/>
                </a:moveTo>
                <a:lnTo>
                  <a:pt x="61274" y="43158"/>
                </a:lnTo>
                <a:quadBezTo>
                  <a:pt x="60847" y="43158"/>
                  <a:pt x="60573" y="42929"/>
                </a:quadBezTo>
                <a:quadBezTo>
                  <a:pt x="60298" y="42700"/>
                  <a:pt x="60146" y="42334"/>
                </a:quadBezTo>
                <a:lnTo>
                  <a:pt x="55083" y="29799"/>
                </a:lnTo>
                <a:lnTo>
                  <a:pt x="33885" y="29799"/>
                </a:lnTo>
                <a:lnTo>
                  <a:pt x="28822" y="42334"/>
                </a:lnTo>
                <a:quadBezTo>
                  <a:pt x="28700" y="42669"/>
                  <a:pt x="28395" y="42914"/>
                </a:quadBezTo>
                <a:quadBezTo>
                  <a:pt x="28090" y="43158"/>
                  <a:pt x="27663" y="43158"/>
                </a:quadBezTo>
                <a:lnTo>
                  <a:pt x="25284" y="43158"/>
                </a:lnTo>
                <a:lnTo>
                  <a:pt x="42944" y="0"/>
                </a:lnTo>
                <a:lnTo>
                  <a:pt x="46024" y="0"/>
                </a:lnTo>
                <a:close/>
                <a:moveTo>
                  <a:pt x="34800" y="27481"/>
                </a:moveTo>
                <a:lnTo>
                  <a:pt x="54137" y="27481"/>
                </a:lnTo>
                <a:lnTo>
                  <a:pt x="45353" y="5673"/>
                </a:lnTo>
                <a:quadBezTo>
                  <a:pt x="44896" y="4606"/>
                  <a:pt x="44469" y="3111"/>
                </a:quadBezTo>
                <a:quadBezTo>
                  <a:pt x="44255" y="3843"/>
                  <a:pt x="44042" y="4514"/>
                </a:quadBezTo>
                <a:quadBezTo>
                  <a:pt x="43828" y="5185"/>
                  <a:pt x="43615" y="5704"/>
                </a:quadBezTo>
                <a:close/>
                <a:moveTo>
                  <a:pt x="98912" y="0"/>
                </a:moveTo>
                <a:lnTo>
                  <a:pt x="98912" y="2654"/>
                </a:lnTo>
                <a:lnTo>
                  <a:pt x="83753" y="2654"/>
                </a:lnTo>
                <a:lnTo>
                  <a:pt x="83753" y="43158"/>
                </a:lnTo>
                <a:lnTo>
                  <a:pt x="80612" y="43158"/>
                </a:lnTo>
                <a:lnTo>
                  <a:pt x="80612" y="2654"/>
                </a:lnTo>
                <a:lnTo>
                  <a:pt x="65362" y="2654"/>
                </a:lnTo>
                <a:lnTo>
                  <a:pt x="65362" y="0"/>
                </a:lnTo>
                <a:close/>
                <a:moveTo>
                  <a:pt x="127764" y="0"/>
                </a:moveTo>
                <a:lnTo>
                  <a:pt x="127764" y="2592"/>
                </a:lnTo>
                <a:lnTo>
                  <a:pt x="105042" y="2592"/>
                </a:lnTo>
                <a:lnTo>
                  <a:pt x="105042" y="20039"/>
                </a:lnTo>
                <a:lnTo>
                  <a:pt x="123952" y="20039"/>
                </a:lnTo>
                <a:lnTo>
                  <a:pt x="123952" y="22570"/>
                </a:lnTo>
                <a:lnTo>
                  <a:pt x="105042" y="22570"/>
                </a:lnTo>
                <a:lnTo>
                  <a:pt x="105042" y="40565"/>
                </a:lnTo>
                <a:lnTo>
                  <a:pt x="127825" y="40565"/>
                </a:lnTo>
                <a:lnTo>
                  <a:pt x="127764" y="43158"/>
                </a:lnTo>
                <a:lnTo>
                  <a:pt x="101900" y="43158"/>
                </a:lnTo>
                <a:lnTo>
                  <a:pt x="101900" y="0"/>
                </a:lnTo>
                <a:close/>
                <a:moveTo>
                  <a:pt x="138835" y="0"/>
                </a:moveTo>
                <a:quadBezTo>
                  <a:pt x="139262" y="0"/>
                  <a:pt x="139491" y="107"/>
                </a:quadBezTo>
                <a:quadBezTo>
                  <a:pt x="139720" y="214"/>
                  <a:pt x="139994" y="580"/>
                </a:quadBezTo>
                <a:lnTo>
                  <a:pt x="167963" y="37973"/>
                </a:lnTo>
                <a:quadBezTo>
                  <a:pt x="167871" y="37058"/>
                  <a:pt x="167871" y="36204"/>
                </a:quadBezTo>
                <a:lnTo>
                  <a:pt x="167871" y="0"/>
                </a:lnTo>
                <a:lnTo>
                  <a:pt x="170586" y="0"/>
                </a:lnTo>
                <a:lnTo>
                  <a:pt x="170586" y="43158"/>
                </a:lnTo>
                <a:lnTo>
                  <a:pt x="169122" y="43158"/>
                </a:lnTo>
                <a:quadBezTo>
                  <a:pt x="168725" y="43158"/>
                  <a:pt x="168466" y="43020"/>
                </a:quadBezTo>
                <a:quadBezTo>
                  <a:pt x="168207" y="42883"/>
                  <a:pt x="167963" y="42548"/>
                </a:quadBezTo>
                <a:lnTo>
                  <a:pt x="139933" y="5124"/>
                </a:lnTo>
                <a:quadBezTo>
                  <a:pt x="140025" y="6039"/>
                  <a:pt x="140025" y="6832"/>
                </a:quadBezTo>
                <a:lnTo>
                  <a:pt x="140025" y="43158"/>
                </a:lnTo>
                <a:lnTo>
                  <a:pt x="137280" y="43158"/>
                </a:lnTo>
                <a:lnTo>
                  <a:pt x="137280" y="0"/>
                </a:lnTo>
                <a:lnTo>
                  <a:pt x="138835" y="0"/>
                </a:lnTo>
                <a:close/>
                <a:moveTo>
                  <a:pt x="211394" y="0"/>
                </a:moveTo>
                <a:lnTo>
                  <a:pt x="211394" y="2654"/>
                </a:lnTo>
                <a:lnTo>
                  <a:pt x="196236" y="2654"/>
                </a:lnTo>
                <a:lnTo>
                  <a:pt x="196236" y="43158"/>
                </a:lnTo>
                <a:lnTo>
                  <a:pt x="193094" y="43158"/>
                </a:lnTo>
                <a:lnTo>
                  <a:pt x="193094" y="2654"/>
                </a:lnTo>
                <a:lnTo>
                  <a:pt x="177844" y="2654"/>
                </a:lnTo>
                <a:lnTo>
                  <a:pt x="177844" y="0"/>
                </a:lnTo>
                <a:close/>
                <a:moveTo>
                  <a:pt x="236556" y="23638"/>
                </a:moveTo>
                <a:lnTo>
                  <a:pt x="236556" y="43158"/>
                </a:lnTo>
                <a:lnTo>
                  <a:pt x="233414" y="43158"/>
                </a:lnTo>
                <a:lnTo>
                  <a:pt x="233414" y="0"/>
                </a:lnTo>
                <a:lnTo>
                  <a:pt x="244455" y="0"/>
                </a:lnTo>
                <a:quadBezTo>
                  <a:pt x="251897" y="0"/>
                  <a:pt x="255603" y="2882"/>
                </a:quadBezTo>
                <a:quadBezTo>
                  <a:pt x="259309" y="5764"/>
                  <a:pt x="259309" y="11346"/>
                </a:quadBezTo>
                <a:quadBezTo>
                  <a:pt x="259309" y="13817"/>
                  <a:pt x="258439" y="15860"/>
                </a:quadBezTo>
                <a:quadBezTo>
                  <a:pt x="257570" y="17904"/>
                  <a:pt x="255969" y="19444"/>
                </a:quadBezTo>
                <a:quadBezTo>
                  <a:pt x="254368" y="20984"/>
                  <a:pt x="252095" y="21975"/>
                </a:quadBezTo>
                <a:quadBezTo>
                  <a:pt x="249823" y="22966"/>
                  <a:pt x="247017" y="23272"/>
                </a:quadBezTo>
                <a:quadBezTo>
                  <a:pt x="247749" y="23729"/>
                  <a:pt x="248329" y="24492"/>
                </a:quadBezTo>
                <a:lnTo>
                  <a:pt x="263182" y="43158"/>
                </a:lnTo>
                <a:lnTo>
                  <a:pt x="260498" y="43158"/>
                </a:lnTo>
                <a:quadBezTo>
                  <a:pt x="259980" y="43158"/>
                  <a:pt x="259629" y="42990"/>
                </a:quadBezTo>
                <a:quadBezTo>
                  <a:pt x="259278" y="42822"/>
                  <a:pt x="258973" y="42365"/>
                </a:quadBezTo>
                <a:lnTo>
                  <a:pt x="245126" y="24858"/>
                </a:lnTo>
                <a:quadBezTo>
                  <a:pt x="244882" y="24522"/>
                  <a:pt x="244623" y="24278"/>
                </a:quadBezTo>
                <a:quadBezTo>
                  <a:pt x="244364" y="24034"/>
                  <a:pt x="244043" y="23897"/>
                </a:quadBezTo>
                <a:quadBezTo>
                  <a:pt x="243723" y="23760"/>
                  <a:pt x="243281" y="23698"/>
                </a:quadBezTo>
                <a:quadBezTo>
                  <a:pt x="242839" y="23638"/>
                  <a:pt x="242198" y="23638"/>
                </a:quadBezTo>
                <a:close/>
                <a:moveTo>
                  <a:pt x="236556" y="21320"/>
                </a:moveTo>
                <a:lnTo>
                  <a:pt x="244028" y="21320"/>
                </a:lnTo>
                <a:quadBezTo>
                  <a:pt x="246895" y="21320"/>
                  <a:pt x="249167" y="20633"/>
                </a:quadBezTo>
                <a:quadBezTo>
                  <a:pt x="251440" y="19947"/>
                  <a:pt x="253010" y="18666"/>
                </a:quadBezTo>
                <a:quadBezTo>
                  <a:pt x="254581" y="17385"/>
                  <a:pt x="255405" y="15586"/>
                </a:quadBezTo>
                <a:quadBezTo>
                  <a:pt x="256228" y="13786"/>
                  <a:pt x="256228" y="11529"/>
                </a:quadBezTo>
                <a:quadBezTo>
                  <a:pt x="256228" y="6924"/>
                  <a:pt x="253224" y="4697"/>
                </a:quadBezTo>
                <a:quadBezTo>
                  <a:pt x="250220" y="2471"/>
                  <a:pt x="244455" y="2471"/>
                </a:quadBezTo>
                <a:lnTo>
                  <a:pt x="236556" y="2471"/>
                </a:lnTo>
                <a:close/>
                <a:moveTo>
                  <a:pt x="296305" y="0"/>
                </a:moveTo>
                <a:lnTo>
                  <a:pt x="296305" y="2592"/>
                </a:lnTo>
                <a:lnTo>
                  <a:pt x="273582" y="2592"/>
                </a:lnTo>
                <a:lnTo>
                  <a:pt x="273582" y="20039"/>
                </a:lnTo>
                <a:lnTo>
                  <a:pt x="292492" y="20039"/>
                </a:lnTo>
                <a:lnTo>
                  <a:pt x="292492" y="22570"/>
                </a:lnTo>
                <a:lnTo>
                  <a:pt x="273582" y="22570"/>
                </a:lnTo>
                <a:lnTo>
                  <a:pt x="273582" y="40565"/>
                </a:lnTo>
                <a:lnTo>
                  <a:pt x="296366" y="40565"/>
                </a:lnTo>
                <a:lnTo>
                  <a:pt x="296305" y="43158"/>
                </a:lnTo>
                <a:lnTo>
                  <a:pt x="270441" y="43158"/>
                </a:lnTo>
                <a:lnTo>
                  <a:pt x="270441" y="0"/>
                </a:lnTo>
                <a:close/>
                <a:moveTo>
                  <a:pt x="308962" y="25773"/>
                </a:moveTo>
                <a:lnTo>
                  <a:pt x="308962" y="43158"/>
                </a:lnTo>
                <a:lnTo>
                  <a:pt x="305820" y="43158"/>
                </a:lnTo>
                <a:lnTo>
                  <a:pt x="305820" y="0"/>
                </a:lnTo>
                <a:lnTo>
                  <a:pt x="316983" y="0"/>
                </a:lnTo>
                <a:quadBezTo>
                  <a:pt x="324578" y="0"/>
                  <a:pt x="328436" y="3324"/>
                </a:quadBezTo>
                <a:quadBezTo>
                  <a:pt x="332294" y="6649"/>
                  <a:pt x="332294" y="12810"/>
                </a:quadBezTo>
                <a:quadBezTo>
                  <a:pt x="332294" y="15647"/>
                  <a:pt x="331227" y="18025"/>
                </a:quadBezTo>
                <a:quadBezTo>
                  <a:pt x="330159" y="20405"/>
                  <a:pt x="328177" y="22128"/>
                </a:quadBezTo>
                <a:quadBezTo>
                  <a:pt x="326194" y="23851"/>
                  <a:pt x="323358" y="24812"/>
                </a:quadBezTo>
                <a:quadBezTo>
                  <a:pt x="320521" y="25773"/>
                  <a:pt x="316983" y="25773"/>
                </a:quadBezTo>
                <a:close/>
                <a:moveTo>
                  <a:pt x="308962" y="23272"/>
                </a:moveTo>
                <a:lnTo>
                  <a:pt x="316983" y="23272"/>
                </a:lnTo>
                <a:quadBezTo>
                  <a:pt x="319820" y="23272"/>
                  <a:pt x="322077" y="22478"/>
                </a:quadBezTo>
                <a:quadBezTo>
                  <a:pt x="324334" y="21686"/>
                  <a:pt x="325905" y="20283"/>
                </a:quadBezTo>
                <a:quadBezTo>
                  <a:pt x="327475" y="18880"/>
                  <a:pt x="328314" y="16973"/>
                </a:quadBezTo>
                <a:quadBezTo>
                  <a:pt x="329153" y="15067"/>
                  <a:pt x="329153" y="12810"/>
                </a:quadBezTo>
                <a:quadBezTo>
                  <a:pt x="329153" y="7839"/>
                  <a:pt x="326103" y="5155"/>
                </a:quadBezTo>
                <a:quadBezTo>
                  <a:pt x="323053" y="2471"/>
                  <a:pt x="316983" y="2471"/>
                </a:quadBezTo>
                <a:lnTo>
                  <a:pt x="308962" y="2471"/>
                </a:lnTo>
                <a:close/>
              </a:path>
            </a:pathLst>
          </a:custGeom>
          <a:solidFill>
            <a:srgbClr val="FFFFFF"/>
          </a:solidFill>
          <a:ln w="54864" cap="rnd" cmpd="sng" algn="ctr">
            <a:solidFill>
              <a:srgbClr val="FFFFFF"/>
            </a:solidFill>
            <a:round/>
            <a:headEnd type="none"/>
            <a:tailEnd type="none"/>
          </a:ln>
        </p:spPr>
      </p:sp>
      <p:sp>
        <p:nvSpPr>
          <p:cNvPr id="1199" name="latent representation and attention / 1178 LATENT REP"/>
          <p:cNvSpPr txBox="1"/>
          <p:nvPr/>
        </p:nvSpPr>
        <p:spPr>
          <a:xfrm>
            <a:off x="941832" y="9482328"/>
            <a:ext cx="3255978" cy="753008"/>
          </a:xfrm>
          <a:prstGeom prst="rect">
            <a:avLst/>
          </a:prstGeom>
          <a:noFill/>
        </p:spPr>
        <p:txBody>
          <a:bodyPr wrap="none" lIns="0" rIns="0" tIns="0" bIns="0" anchor="t">
            <a:noAutofit/>
          </a:bodyPr>
          <a:lstStyle/>
          <a:p>
            <a:pPr>
              <a:spcBef>
                <a:spcPts val="0"/>
              </a:spcBef>
              <a:spcAft>
                <a:spcPts val="0"/>
              </a:spcAft>
            </a:pPr>
            <a:r>
              <a:rPr sz="4392" b="0" i="0" dirty="0" spc="0">
                <a:solidFill>
                  <a:srgbClr val="000000"/>
                </a:solidFill>
                <a:latin typeface="Lato Light"/>
                <a:ea typeface="Lato Light"/>
                <a:cs typeface="Lato Light"/>
              </a:rPr>
              <a:t>LATENT REP</a:t>
            </a:r>
          </a:p>
        </p:txBody>
      </p:sp>
      <p:sp>
        <p:nvSpPr>
          <p:cNvPr id="1200" name="latent representation and attention / 1179 W"/>
          <p:cNvSpPr txBox="1"/>
          <p:nvPr/>
        </p:nvSpPr>
        <p:spPr>
          <a:xfrm>
            <a:off x="594360" y="9162288"/>
            <a:ext cx="484632" cy="469087"/>
          </a:xfrm>
          <a:prstGeom prst="rect">
            <a:avLst/>
          </a:prstGeom>
          <a:noFill/>
        </p:spPr>
        <p:txBody>
          <a:bodyPr wrap="none" lIns="0" rIns="0" tIns="0" bIns="0" anchor="t">
            <a:noAutofit/>
          </a:bodyPr>
          <a:lstStyle/>
          <a:p>
            <a:pPr>
              <a:spcBef>
                <a:spcPts val="0"/>
              </a:spcBef>
              <a:spcAft>
                <a:spcPts val="0"/>
              </a:spcAft>
            </a:pPr>
            <a:r>
              <a:rPr sz="2736" b="1" i="0" dirty="0" spc="0">
                <a:solidFill>
                  <a:srgbClr val="000000"/>
                </a:solidFill>
                <a:latin typeface="Liberation Serif"/>
                <a:ea typeface="Liberation Serif"/>
                <a:cs typeface="Liberation Serif"/>
              </a:rPr>
              <a:t>W</a:t>
            </a:r>
          </a:p>
        </p:txBody>
      </p:sp>
      <p:sp>
        <p:nvSpPr>
          <p:cNvPr id="1201" name="latent representation and attention / 1180 out"/>
          <p:cNvSpPr txBox="1"/>
          <p:nvPr/>
        </p:nvSpPr>
        <p:spPr>
          <a:xfrm>
            <a:off x="877824" y="9381744"/>
            <a:ext cx="394221" cy="271577"/>
          </a:xfrm>
          <a:prstGeom prst="rect">
            <a:avLst/>
          </a:prstGeom>
          <a:noFill/>
        </p:spPr>
        <p:txBody>
          <a:bodyPr wrap="none" lIns="0" rIns="0" tIns="0" bIns="0" anchor="t">
            <a:noAutofit/>
          </a:bodyPr>
          <a:lstStyle/>
          <a:p>
            <a:pPr>
              <a:spcBef>
                <a:spcPts val="0"/>
              </a:spcBef>
              <a:spcAft>
                <a:spcPts val="0"/>
              </a:spcAft>
            </a:pPr>
            <a:r>
              <a:rPr sz="1584" b="0" i="1" dirty="0" spc="0">
                <a:solidFill>
                  <a:srgbClr val="000000"/>
                </a:solidFill>
                <a:latin typeface="Liberation Serif"/>
                <a:ea typeface="Liberation Serif"/>
                <a:cs typeface="Liberation Serif"/>
              </a:rPr>
              <a:t>out</a:t>
            </a:r>
          </a:p>
        </p:txBody>
      </p:sp>
      <p:sp>
        <p:nvSpPr>
          <p:cNvPr id="1202" name="latent representation and attention / 1181 W"/>
          <p:cNvSpPr txBox="1"/>
          <p:nvPr/>
        </p:nvSpPr>
        <p:spPr>
          <a:xfrm>
            <a:off x="3648456" y="9162288"/>
            <a:ext cx="484632" cy="469087"/>
          </a:xfrm>
          <a:prstGeom prst="rect">
            <a:avLst/>
          </a:prstGeom>
          <a:noFill/>
        </p:spPr>
        <p:txBody>
          <a:bodyPr wrap="none" lIns="0" rIns="0" tIns="0" bIns="0" anchor="t">
            <a:noAutofit/>
          </a:bodyPr>
          <a:lstStyle/>
          <a:p>
            <a:pPr>
              <a:spcBef>
                <a:spcPts val="0"/>
              </a:spcBef>
              <a:spcAft>
                <a:spcPts val="0"/>
              </a:spcAft>
            </a:pPr>
            <a:r>
              <a:rPr sz="2736" b="1" i="0" dirty="0" spc="0">
                <a:solidFill>
                  <a:srgbClr val="000000"/>
                </a:solidFill>
                <a:latin typeface="Liberation Serif"/>
                <a:ea typeface="Liberation Serif"/>
                <a:cs typeface="Liberation Serif"/>
              </a:rPr>
              <a:t>W</a:t>
            </a:r>
          </a:p>
        </p:txBody>
      </p:sp>
      <p:sp>
        <p:nvSpPr>
          <p:cNvPr id="1203" name="latent representation and attention / 1182 in"/>
          <p:cNvSpPr txBox="1"/>
          <p:nvPr/>
        </p:nvSpPr>
        <p:spPr>
          <a:xfrm>
            <a:off x="3995928" y="9381744"/>
            <a:ext cx="293637" cy="271577"/>
          </a:xfrm>
          <a:prstGeom prst="rect">
            <a:avLst/>
          </a:prstGeom>
          <a:noFill/>
        </p:spPr>
        <p:txBody>
          <a:bodyPr wrap="none" lIns="0" rIns="0" tIns="0" bIns="0" anchor="t">
            <a:noAutofit/>
          </a:bodyPr>
          <a:lstStyle/>
          <a:p>
            <a:pPr>
              <a:spcBef>
                <a:spcPts val="0"/>
              </a:spcBef>
              <a:spcAft>
                <a:spcPts val="0"/>
              </a:spcAft>
            </a:pPr>
            <a:r>
              <a:rPr sz="1584" b="0" i="1" dirty="0" spc="0">
                <a:solidFill>
                  <a:srgbClr val="000000"/>
                </a:solidFill>
                <a:latin typeface="Liberation Serif"/>
                <a:ea typeface="Liberation Serif"/>
                <a:cs typeface="Liberation Serif"/>
              </a:rPr>
              <a:t>in</a:t>
            </a:r>
          </a:p>
        </p:txBody>
      </p:sp>
      <p:sp>
        <p:nvSpPr>
          <p:cNvPr id="1204" name="latent representation and attention / 1183 OUT base"/>
          <p:cNvSpPr/>
          <p:nvPr/>
        </p:nvSpPr>
        <p:spPr>
          <a:xfrm>
            <a:off x="539496" y="7781544"/>
            <a:ext cx="1719072" cy="969264"/>
          </a:xfrm>
          <a:custGeom>
            <a:avLst/>
            <a:gdLst/>
            <a:ahLst/>
            <a:cxnLst/>
            <a:rect l="0" t="0" r="r" b="b"/>
            <a:pathLst>
              <a:path w="188000" h="106000" fill="norm" stroke="1" extrusionOk="0">
                <a:moveTo>
                  <a:pt x="188000" y="53000"/>
                </a:moveTo>
                <a:cubicBezTo>
                  <a:pt x="188000" y="82271"/>
                  <a:pt x="145915" y="106000"/>
                  <a:pt x="94000" y="106000"/>
                </a:cubicBezTo>
                <a:cubicBezTo>
                  <a:pt x="42085" y="106000"/>
                  <a:pt x="0" y="82271"/>
                  <a:pt x="0" y="53000"/>
                </a:cubicBezTo>
                <a:cubicBezTo>
                  <a:pt x="0" y="23729"/>
                  <a:pt x="42085" y="0"/>
                  <a:pt x="94000" y="0"/>
                </a:cubicBezTo>
                <a:cubicBezTo>
                  <a:pt x="145915" y="0"/>
                  <a:pt x="188000" y="23729"/>
                  <a:pt x="188000" y="53000"/>
                </a:cubicBezTo>
                <a:close/>
              </a:path>
            </a:pathLst>
          </a:custGeom>
          <a:solidFill>
            <a:srgbClr val="FFFFFF"/>
          </a:solidFill>
          <a:ln w="0" cap="rnd" cmpd="sng" algn="ctr">
            <a:solidFill>
              <a:srgbClr val="FFFFFF">
                <a:alpha val="0"/>
              </a:srgbClr>
            </a:solidFill>
            <a:round/>
            <a:headEnd type="none"/>
            <a:tailEnd type="none"/>
          </a:ln>
        </p:spPr>
      </p:sp>
      <p:sp>
        <p:nvSpPr>
          <p:cNvPr id="1205" name="latent representation and attention / 1184 OUT upper color"/>
          <p:cNvSpPr/>
          <p:nvPr/>
        </p:nvSpPr>
        <p:spPr>
          <a:xfrm>
            <a:off x="539496" y="8145968"/>
            <a:ext cx="30061" cy="120208"/>
          </a:xfrm>
          <a:custGeom>
            <a:avLst/>
            <a:gdLst/>
            <a:ahLst/>
            <a:cxnLst/>
            <a:rect l="0" t="0" r="r" b="b"/>
            <a:pathLst>
              <a:path w="3288" h="13146" fill="norm" stroke="1" extrusionOk="0">
                <a:moveTo>
                  <a:pt x="0" y="13146"/>
                </a:moveTo>
                <a:lnTo>
                  <a:pt x="3288" y="0"/>
                </a:lnTo>
                <a:lnTo>
                  <a:pt x="3288" y="13146"/>
                </a:lnTo>
                <a:lnTo>
                  <a:pt x="0" y="13146"/>
                </a:lnTo>
                <a:close/>
              </a:path>
            </a:pathLst>
          </a:custGeom>
          <a:gradFill rotWithShape="1">
            <a:gsLst>
              <a:gs pos="0">
                <a:srgbClr val="E8FCFF"/>
              </a:gs>
              <a:gs pos="100000">
                <a:srgbClr val="D5FAFF"/>
              </a:gs>
            </a:gsLst>
            <a:lin ang="5400000" scaled="1"/>
            <a:tileRect/>
          </a:gradFill>
          <a:ln w="0" cap="rnd" cmpd="sng" algn="ctr">
            <a:solidFill>
              <a:srgbClr val="FFFFFF">
                <a:alpha val="0"/>
              </a:srgbClr>
            </a:solidFill>
            <a:round/>
            <a:headEnd type="none"/>
            <a:tailEnd type="none"/>
          </a:ln>
        </p:spPr>
      </p:sp>
      <p:sp>
        <p:nvSpPr>
          <p:cNvPr id="1206" name="latent representation and attention / 1185 OUT lower color"/>
          <p:cNvSpPr/>
          <p:nvPr/>
        </p:nvSpPr>
        <p:spPr>
          <a:xfrm>
            <a:off x="539496" y="8266176"/>
            <a:ext cx="30061" cy="120208"/>
          </a:xfrm>
          <a:custGeom>
            <a:avLst/>
            <a:gdLst/>
            <a:ahLst/>
            <a:cxnLst/>
            <a:rect l="0" t="0" r="r" b="b"/>
            <a:pathLst>
              <a:path w="3288" h="13146" fill="norm" stroke="1" extrusionOk="0">
                <a:moveTo>
                  <a:pt x="0" y="0"/>
                </a:moveTo>
                <a:lnTo>
                  <a:pt x="3288" y="0"/>
                </a:lnTo>
                <a:lnTo>
                  <a:pt x="3288" y="13146"/>
                </a:lnTo>
                <a:lnTo>
                  <a:pt x="0" y="0"/>
                </a:lnTo>
                <a:close/>
              </a:path>
            </a:pathLst>
          </a:custGeom>
          <a:gradFill rotWithShape="1">
            <a:gsLst>
              <a:gs pos="0">
                <a:srgbClr val="D5FAFF"/>
              </a:gs>
              <a:gs pos="100000">
                <a:srgbClr val="E8FCFF"/>
              </a:gs>
            </a:gsLst>
            <a:lin ang="5400000" scaled="1"/>
            <a:tileRect/>
          </a:gradFill>
          <a:ln w="0" cap="rnd" cmpd="sng" algn="ctr">
            <a:solidFill>
              <a:srgbClr val="FFFFFF">
                <a:alpha val="0"/>
              </a:srgbClr>
            </a:solidFill>
            <a:round/>
            <a:headEnd type="none"/>
            <a:tailEnd type="none"/>
          </a:ln>
        </p:spPr>
      </p:sp>
      <p:sp>
        <p:nvSpPr>
          <p:cNvPr id="1207" name="latent representation and attention / 1186 OUT upper color"/>
          <p:cNvSpPr/>
          <p:nvPr/>
        </p:nvSpPr>
        <p:spPr>
          <a:xfrm>
            <a:off x="566356" y="8097531"/>
            <a:ext cx="30061" cy="168645"/>
          </a:xfrm>
          <a:custGeom>
            <a:avLst/>
            <a:gdLst/>
            <a:ahLst/>
            <a:cxnLst/>
            <a:rect l="0" t="0" r="r" b="b"/>
            <a:pathLst>
              <a:path w="3287" h="18443" fill="norm" stroke="1" extrusionOk="0">
                <a:moveTo>
                  <a:pt x="0" y="5297"/>
                </a:moveTo>
                <a:lnTo>
                  <a:pt x="3287" y="0"/>
                </a:lnTo>
                <a:lnTo>
                  <a:pt x="3287" y="18443"/>
                </a:lnTo>
                <a:lnTo>
                  <a:pt x="0" y="18443"/>
                </a:lnTo>
                <a:close/>
              </a:path>
            </a:pathLst>
          </a:custGeom>
          <a:gradFill rotWithShape="1">
            <a:gsLst>
              <a:gs pos="0">
                <a:srgbClr val="DDF6FF"/>
              </a:gs>
              <a:gs pos="100000">
                <a:srgbClr val="C2EFFF"/>
              </a:gs>
            </a:gsLst>
            <a:lin ang="5400000" scaled="1"/>
            <a:tileRect/>
          </a:gradFill>
          <a:ln w="0" cap="rnd" cmpd="sng" algn="ctr">
            <a:solidFill>
              <a:srgbClr val="FFFFFF">
                <a:alpha val="0"/>
              </a:srgbClr>
            </a:solidFill>
            <a:round/>
            <a:headEnd type="none"/>
            <a:tailEnd type="none"/>
          </a:ln>
        </p:spPr>
      </p:sp>
      <p:sp>
        <p:nvSpPr>
          <p:cNvPr id="1208" name="latent representation and attention / 1187 OUT lower color"/>
          <p:cNvSpPr/>
          <p:nvPr/>
        </p:nvSpPr>
        <p:spPr>
          <a:xfrm>
            <a:off x="566356" y="8266176"/>
            <a:ext cx="30061" cy="168645"/>
          </a:xfrm>
          <a:custGeom>
            <a:avLst/>
            <a:gdLst/>
            <a:ahLst/>
            <a:cxnLst/>
            <a:rect l="0" t="0" r="r" b="b"/>
            <a:pathLst>
              <a:path w="3287" h="18443" fill="norm" stroke="1" extrusionOk="0">
                <a:moveTo>
                  <a:pt x="0" y="0"/>
                </a:moveTo>
                <a:lnTo>
                  <a:pt x="3287" y="0"/>
                </a:lnTo>
                <a:lnTo>
                  <a:pt x="3287" y="18443"/>
                </a:lnTo>
                <a:lnTo>
                  <a:pt x="0" y="13146"/>
                </a:lnTo>
                <a:close/>
              </a:path>
            </a:pathLst>
          </a:custGeom>
          <a:gradFill rotWithShape="1">
            <a:gsLst>
              <a:gs pos="0">
                <a:srgbClr val="C2EFFF"/>
              </a:gs>
              <a:gs pos="100000">
                <a:srgbClr val="DDF6FF"/>
              </a:gs>
            </a:gsLst>
            <a:lin ang="5400000" scaled="1"/>
            <a:tileRect/>
          </a:gradFill>
          <a:ln w="0" cap="rnd" cmpd="sng" algn="ctr">
            <a:solidFill>
              <a:srgbClr val="FFFFFF">
                <a:alpha val="0"/>
              </a:srgbClr>
            </a:solidFill>
            <a:round/>
            <a:headEnd type="none"/>
            <a:tailEnd type="none"/>
          </a:ln>
        </p:spPr>
      </p:sp>
      <p:sp>
        <p:nvSpPr>
          <p:cNvPr id="1209" name="latent representation and attention / 1188 OUT upper color"/>
          <p:cNvSpPr/>
          <p:nvPr/>
        </p:nvSpPr>
        <p:spPr>
          <a:xfrm>
            <a:off x="593217" y="8061302"/>
            <a:ext cx="30061" cy="204874"/>
          </a:xfrm>
          <a:custGeom>
            <a:avLst/>
            <a:gdLst/>
            <a:ahLst/>
            <a:cxnLst/>
            <a:rect l="0" t="0" r="r" b="b"/>
            <a:pathLst>
              <a:path w="3287" h="22405" fill="norm" stroke="1" extrusionOk="0">
                <a:moveTo>
                  <a:pt x="0" y="3962"/>
                </a:moveTo>
                <a:lnTo>
                  <a:pt x="3287" y="0"/>
                </a:lnTo>
                <a:lnTo>
                  <a:pt x="3287" y="22405"/>
                </a:lnTo>
                <a:lnTo>
                  <a:pt x="0" y="22405"/>
                </a:lnTo>
                <a:close/>
              </a:path>
            </a:pathLst>
          </a:custGeom>
          <a:gradFill rotWithShape="1">
            <a:gsLst>
              <a:gs pos="0">
                <a:srgbClr val="D3F0FF"/>
              </a:gs>
              <a:gs pos="100000">
                <a:srgbClr val="AFE4FF"/>
              </a:gs>
            </a:gsLst>
            <a:lin ang="5400000" scaled="1"/>
            <a:tileRect/>
          </a:gradFill>
          <a:ln w="0" cap="rnd" cmpd="sng" algn="ctr">
            <a:solidFill>
              <a:srgbClr val="FFFFFF">
                <a:alpha val="0"/>
              </a:srgbClr>
            </a:solidFill>
            <a:round/>
            <a:headEnd type="none"/>
            <a:tailEnd type="none"/>
          </a:ln>
        </p:spPr>
      </p:sp>
      <p:sp>
        <p:nvSpPr>
          <p:cNvPr id="1210" name="latent representation and attention / 1189 OUT lower color"/>
          <p:cNvSpPr/>
          <p:nvPr/>
        </p:nvSpPr>
        <p:spPr>
          <a:xfrm>
            <a:off x="593217" y="8266176"/>
            <a:ext cx="30061" cy="204874"/>
          </a:xfrm>
          <a:custGeom>
            <a:avLst/>
            <a:gdLst/>
            <a:ahLst/>
            <a:cxnLst/>
            <a:rect l="0" t="0" r="r" b="b"/>
            <a:pathLst>
              <a:path w="3287" h="22405" fill="norm" stroke="1" extrusionOk="0">
                <a:moveTo>
                  <a:pt x="0" y="0"/>
                </a:moveTo>
                <a:lnTo>
                  <a:pt x="3287" y="0"/>
                </a:lnTo>
                <a:lnTo>
                  <a:pt x="3287" y="22405"/>
                </a:lnTo>
                <a:lnTo>
                  <a:pt x="0" y="18443"/>
                </a:lnTo>
                <a:close/>
              </a:path>
            </a:pathLst>
          </a:custGeom>
          <a:gradFill rotWithShape="1">
            <a:gsLst>
              <a:gs pos="0">
                <a:srgbClr val="AFE4FF"/>
              </a:gs>
              <a:gs pos="100000">
                <a:srgbClr val="D3F0FF"/>
              </a:gs>
            </a:gsLst>
            <a:lin ang="5400000" scaled="1"/>
            <a:tileRect/>
          </a:gradFill>
          <a:ln w="0" cap="rnd" cmpd="sng" algn="ctr">
            <a:solidFill>
              <a:srgbClr val="FFFFFF">
                <a:alpha val="0"/>
              </a:srgbClr>
            </a:solidFill>
            <a:round/>
            <a:headEnd type="none"/>
            <a:tailEnd type="none"/>
          </a:ln>
        </p:spPr>
      </p:sp>
      <p:sp>
        <p:nvSpPr>
          <p:cNvPr id="1211" name="latent representation and attention / 1190 OUT upper color"/>
          <p:cNvSpPr/>
          <p:nvPr/>
        </p:nvSpPr>
        <p:spPr>
          <a:xfrm>
            <a:off x="620078" y="8031555"/>
            <a:ext cx="30061" cy="234621"/>
          </a:xfrm>
          <a:custGeom>
            <a:avLst/>
            <a:gdLst/>
            <a:ahLst/>
            <a:cxnLst/>
            <a:rect l="0" t="0" r="r" b="b"/>
            <a:pathLst>
              <a:path w="3287" h="25659" fill="norm" stroke="1" extrusionOk="0">
                <a:moveTo>
                  <a:pt x="0" y="3253"/>
                </a:moveTo>
                <a:lnTo>
                  <a:pt x="3287" y="0"/>
                </a:lnTo>
                <a:lnTo>
                  <a:pt x="3287" y="25659"/>
                </a:lnTo>
                <a:lnTo>
                  <a:pt x="0" y="25659"/>
                </a:lnTo>
                <a:close/>
              </a:path>
            </a:pathLst>
          </a:custGeom>
          <a:gradFill rotWithShape="1">
            <a:gsLst>
              <a:gs pos="0">
                <a:srgbClr val="C8EBFF"/>
              </a:gs>
              <a:gs pos="100000">
                <a:srgbClr val="9BDAFF"/>
              </a:gs>
            </a:gsLst>
            <a:lin ang="5400000" scaled="1"/>
            <a:tileRect/>
          </a:gradFill>
          <a:ln w="0" cap="rnd" cmpd="sng" algn="ctr">
            <a:solidFill>
              <a:srgbClr val="FFFFFF">
                <a:alpha val="0"/>
              </a:srgbClr>
            </a:solidFill>
            <a:round/>
            <a:headEnd type="none"/>
            <a:tailEnd type="none"/>
          </a:ln>
        </p:spPr>
      </p:sp>
      <p:sp>
        <p:nvSpPr>
          <p:cNvPr id="1212" name="latent representation and attention / 1191 OUT lower color"/>
          <p:cNvSpPr/>
          <p:nvPr/>
        </p:nvSpPr>
        <p:spPr>
          <a:xfrm>
            <a:off x="620078" y="8266176"/>
            <a:ext cx="30061" cy="234621"/>
          </a:xfrm>
          <a:custGeom>
            <a:avLst/>
            <a:gdLst/>
            <a:ahLst/>
            <a:cxnLst/>
            <a:rect l="0" t="0" r="r" b="b"/>
            <a:pathLst>
              <a:path w="3287" h="25659" fill="norm" stroke="1" extrusionOk="0">
                <a:moveTo>
                  <a:pt x="0" y="0"/>
                </a:moveTo>
                <a:lnTo>
                  <a:pt x="3287" y="0"/>
                </a:lnTo>
                <a:lnTo>
                  <a:pt x="3287" y="25659"/>
                </a:lnTo>
                <a:lnTo>
                  <a:pt x="0" y="22405"/>
                </a:lnTo>
                <a:close/>
              </a:path>
            </a:pathLst>
          </a:custGeom>
          <a:gradFill rotWithShape="1">
            <a:gsLst>
              <a:gs pos="0">
                <a:srgbClr val="9BDAFF"/>
              </a:gs>
              <a:gs pos="100000">
                <a:srgbClr val="C8EBFF"/>
              </a:gs>
            </a:gsLst>
            <a:lin ang="5400000" scaled="1"/>
            <a:tileRect/>
          </a:gradFill>
          <a:ln w="0" cap="rnd" cmpd="sng" algn="ctr">
            <a:solidFill>
              <a:srgbClr val="FFFFFF">
                <a:alpha val="0"/>
              </a:srgbClr>
            </a:solidFill>
            <a:round/>
            <a:headEnd type="none"/>
            <a:tailEnd type="none"/>
          </a:ln>
        </p:spPr>
      </p:sp>
      <p:sp>
        <p:nvSpPr>
          <p:cNvPr id="1213" name="latent representation and attention / 1192 OUT upper color"/>
          <p:cNvSpPr/>
          <p:nvPr/>
        </p:nvSpPr>
        <p:spPr>
          <a:xfrm>
            <a:off x="646938" y="8006056"/>
            <a:ext cx="30061" cy="260120"/>
          </a:xfrm>
          <a:custGeom>
            <a:avLst/>
            <a:gdLst/>
            <a:ahLst/>
            <a:cxnLst/>
            <a:rect l="0" t="0" r="r" b="b"/>
            <a:pathLst>
              <a:path w="3287" h="28447" fill="norm" stroke="1" extrusionOk="0">
                <a:moveTo>
                  <a:pt x="0" y="2789"/>
                </a:moveTo>
                <a:lnTo>
                  <a:pt x="3287" y="0"/>
                </a:lnTo>
                <a:lnTo>
                  <a:pt x="3287" y="28447"/>
                </a:lnTo>
                <a:lnTo>
                  <a:pt x="0" y="28447"/>
                </a:lnTo>
                <a:close/>
              </a:path>
            </a:pathLst>
          </a:custGeom>
          <a:gradFill rotWithShape="1">
            <a:gsLst>
              <a:gs pos="0">
                <a:srgbClr val="BEE5FF"/>
              </a:gs>
              <a:gs pos="100000">
                <a:srgbClr val="88CFFF"/>
              </a:gs>
            </a:gsLst>
            <a:lin ang="5400000" scaled="1"/>
            <a:tileRect/>
          </a:gradFill>
          <a:ln w="0" cap="rnd" cmpd="sng" algn="ctr">
            <a:solidFill>
              <a:srgbClr val="FFFFFF">
                <a:alpha val="0"/>
              </a:srgbClr>
            </a:solidFill>
            <a:round/>
            <a:headEnd type="none"/>
            <a:tailEnd type="none"/>
          </a:ln>
        </p:spPr>
      </p:sp>
      <p:sp>
        <p:nvSpPr>
          <p:cNvPr id="1214" name="latent representation and attention / 1193 OUT lower color"/>
          <p:cNvSpPr/>
          <p:nvPr/>
        </p:nvSpPr>
        <p:spPr>
          <a:xfrm>
            <a:off x="646938" y="8266176"/>
            <a:ext cx="30061" cy="260120"/>
          </a:xfrm>
          <a:custGeom>
            <a:avLst/>
            <a:gdLst/>
            <a:ahLst/>
            <a:cxnLst/>
            <a:rect l="0" t="0" r="r" b="b"/>
            <a:pathLst>
              <a:path w="3287" h="28447" fill="norm" stroke="1" extrusionOk="0">
                <a:moveTo>
                  <a:pt x="0" y="0"/>
                </a:moveTo>
                <a:lnTo>
                  <a:pt x="3287" y="0"/>
                </a:lnTo>
                <a:lnTo>
                  <a:pt x="3287" y="28447"/>
                </a:lnTo>
                <a:lnTo>
                  <a:pt x="0" y="25659"/>
                </a:lnTo>
                <a:close/>
              </a:path>
            </a:pathLst>
          </a:custGeom>
          <a:gradFill rotWithShape="1">
            <a:gsLst>
              <a:gs pos="0">
                <a:srgbClr val="88CFFF"/>
              </a:gs>
              <a:gs pos="100000">
                <a:srgbClr val="BEE5FF"/>
              </a:gs>
            </a:gsLst>
            <a:lin ang="5400000" scaled="1"/>
            <a:tileRect/>
          </a:gradFill>
          <a:ln w="0" cap="rnd" cmpd="sng" algn="ctr">
            <a:solidFill>
              <a:srgbClr val="FFFFFF">
                <a:alpha val="0"/>
              </a:srgbClr>
            </a:solidFill>
            <a:round/>
            <a:headEnd type="none"/>
            <a:tailEnd type="none"/>
          </a:ln>
        </p:spPr>
      </p:sp>
      <p:sp>
        <p:nvSpPr>
          <p:cNvPr id="1215" name="latent representation and attention / 1194 OUT upper color"/>
          <p:cNvSpPr/>
          <p:nvPr/>
        </p:nvSpPr>
        <p:spPr>
          <a:xfrm>
            <a:off x="673798" y="7983654"/>
            <a:ext cx="30061" cy="282522"/>
          </a:xfrm>
          <a:custGeom>
            <a:avLst/>
            <a:gdLst/>
            <a:ahLst/>
            <a:cxnLst/>
            <a:rect l="0" t="0" r="r" b="b"/>
            <a:pathLst>
              <a:path w="3287" h="30897" fill="norm" stroke="1" extrusionOk="0">
                <a:moveTo>
                  <a:pt x="0" y="2450"/>
                </a:moveTo>
                <a:lnTo>
                  <a:pt x="3287" y="0"/>
                </a:lnTo>
                <a:lnTo>
                  <a:pt x="3287" y="30897"/>
                </a:lnTo>
                <a:lnTo>
                  <a:pt x="0" y="30897"/>
                </a:lnTo>
                <a:close/>
              </a:path>
            </a:pathLst>
          </a:custGeom>
          <a:gradFill rotWithShape="1">
            <a:gsLst>
              <a:gs pos="0">
                <a:srgbClr val="B3DFFF"/>
              </a:gs>
              <a:gs pos="100000">
                <a:srgbClr val="75C4FF"/>
              </a:gs>
            </a:gsLst>
            <a:lin ang="5400000" scaled="1"/>
            <a:tileRect/>
          </a:gradFill>
          <a:ln w="0" cap="rnd" cmpd="sng" algn="ctr">
            <a:solidFill>
              <a:srgbClr val="FFFFFF">
                <a:alpha val="0"/>
              </a:srgbClr>
            </a:solidFill>
            <a:round/>
            <a:headEnd type="none"/>
            <a:tailEnd type="none"/>
          </a:ln>
        </p:spPr>
      </p:sp>
      <p:sp>
        <p:nvSpPr>
          <p:cNvPr id="1216" name="latent representation and attention / 1195 OUT lower color"/>
          <p:cNvSpPr/>
          <p:nvPr/>
        </p:nvSpPr>
        <p:spPr>
          <a:xfrm>
            <a:off x="673798" y="8266176"/>
            <a:ext cx="30061" cy="282522"/>
          </a:xfrm>
          <a:custGeom>
            <a:avLst/>
            <a:gdLst/>
            <a:ahLst/>
            <a:cxnLst/>
            <a:rect l="0" t="0" r="r" b="b"/>
            <a:pathLst>
              <a:path w="3287" h="30897" fill="norm" stroke="1" extrusionOk="0">
                <a:moveTo>
                  <a:pt x="0" y="0"/>
                </a:moveTo>
                <a:lnTo>
                  <a:pt x="3287" y="0"/>
                </a:lnTo>
                <a:lnTo>
                  <a:pt x="3287" y="30897"/>
                </a:lnTo>
                <a:lnTo>
                  <a:pt x="0" y="28447"/>
                </a:lnTo>
                <a:close/>
              </a:path>
            </a:pathLst>
          </a:custGeom>
          <a:gradFill rotWithShape="1">
            <a:gsLst>
              <a:gs pos="0">
                <a:srgbClr val="75C4FF"/>
              </a:gs>
              <a:gs pos="100000">
                <a:srgbClr val="B3DFFF"/>
              </a:gs>
            </a:gsLst>
            <a:lin ang="5400000" scaled="1"/>
            <a:tileRect/>
          </a:gradFill>
          <a:ln w="0" cap="rnd" cmpd="sng" algn="ctr">
            <a:solidFill>
              <a:srgbClr val="FFFFFF">
                <a:alpha val="0"/>
              </a:srgbClr>
            </a:solidFill>
            <a:round/>
            <a:headEnd type="none"/>
            <a:tailEnd type="none"/>
          </a:ln>
        </p:spPr>
      </p:sp>
      <p:sp>
        <p:nvSpPr>
          <p:cNvPr id="1217" name="latent representation and attention / 1196 OUT upper color"/>
          <p:cNvSpPr/>
          <p:nvPr/>
        </p:nvSpPr>
        <p:spPr>
          <a:xfrm>
            <a:off x="700659" y="7963660"/>
            <a:ext cx="30061" cy="302516"/>
          </a:xfrm>
          <a:custGeom>
            <a:avLst/>
            <a:gdLst/>
            <a:ahLst/>
            <a:cxnLst/>
            <a:rect l="0" t="0" r="r" b="b"/>
            <a:pathLst>
              <a:path w="3287" h="33084" fill="norm" stroke="1" extrusionOk="0">
                <a:moveTo>
                  <a:pt x="0" y="2187"/>
                </a:moveTo>
                <a:lnTo>
                  <a:pt x="3287" y="0"/>
                </a:lnTo>
                <a:lnTo>
                  <a:pt x="3287" y="33084"/>
                </a:lnTo>
                <a:lnTo>
                  <a:pt x="0" y="33084"/>
                </a:lnTo>
                <a:close/>
              </a:path>
            </a:pathLst>
          </a:custGeom>
          <a:gradFill rotWithShape="1">
            <a:gsLst>
              <a:gs pos="0">
                <a:srgbClr val="A8D9FF"/>
              </a:gs>
              <a:gs pos="100000">
                <a:srgbClr val="61BAFF"/>
              </a:gs>
            </a:gsLst>
            <a:lin ang="5400000" scaled="1"/>
            <a:tileRect/>
          </a:gradFill>
          <a:ln w="0" cap="rnd" cmpd="sng" algn="ctr">
            <a:solidFill>
              <a:srgbClr val="FFFFFF">
                <a:alpha val="0"/>
              </a:srgbClr>
            </a:solidFill>
            <a:round/>
            <a:headEnd type="none"/>
            <a:tailEnd type="none"/>
          </a:ln>
        </p:spPr>
      </p:sp>
      <p:sp>
        <p:nvSpPr>
          <p:cNvPr id="1218" name="latent representation and attention / 1197 OUT lower color"/>
          <p:cNvSpPr/>
          <p:nvPr/>
        </p:nvSpPr>
        <p:spPr>
          <a:xfrm>
            <a:off x="700659" y="8266176"/>
            <a:ext cx="30061" cy="302516"/>
          </a:xfrm>
          <a:custGeom>
            <a:avLst/>
            <a:gdLst/>
            <a:ahLst/>
            <a:cxnLst/>
            <a:rect l="0" t="0" r="r" b="b"/>
            <a:pathLst>
              <a:path w="3287" h="33084" fill="norm" stroke="1" extrusionOk="0">
                <a:moveTo>
                  <a:pt x="0" y="0"/>
                </a:moveTo>
                <a:lnTo>
                  <a:pt x="3287" y="0"/>
                </a:lnTo>
                <a:lnTo>
                  <a:pt x="3287" y="33084"/>
                </a:lnTo>
                <a:lnTo>
                  <a:pt x="0" y="30897"/>
                </a:lnTo>
                <a:close/>
              </a:path>
            </a:pathLst>
          </a:custGeom>
          <a:gradFill rotWithShape="1">
            <a:gsLst>
              <a:gs pos="0">
                <a:srgbClr val="61BAFF"/>
              </a:gs>
              <a:gs pos="100000">
                <a:srgbClr val="A8D9FF"/>
              </a:gs>
            </a:gsLst>
            <a:lin ang="5400000" scaled="1"/>
            <a:tileRect/>
          </a:gradFill>
          <a:ln w="0" cap="rnd" cmpd="sng" algn="ctr">
            <a:solidFill>
              <a:srgbClr val="FFFFFF">
                <a:alpha val="0"/>
              </a:srgbClr>
            </a:solidFill>
            <a:round/>
            <a:headEnd type="none"/>
            <a:tailEnd type="none"/>
          </a:ln>
        </p:spPr>
      </p:sp>
      <p:sp>
        <p:nvSpPr>
          <p:cNvPr id="1219" name="latent representation and attention / 1198 OUT upper color"/>
          <p:cNvSpPr/>
          <p:nvPr/>
        </p:nvSpPr>
        <p:spPr>
          <a:xfrm>
            <a:off x="727520" y="7945622"/>
            <a:ext cx="30061" cy="320554"/>
          </a:xfrm>
          <a:custGeom>
            <a:avLst/>
            <a:gdLst/>
            <a:ahLst/>
            <a:cxnLst/>
            <a:rect l="0" t="0" r="r" b="b"/>
            <a:pathLst>
              <a:path w="3287" h="35056" fill="norm" stroke="1" extrusionOk="0">
                <a:moveTo>
                  <a:pt x="0" y="1973"/>
                </a:moveTo>
                <a:lnTo>
                  <a:pt x="3287" y="0"/>
                </a:lnTo>
                <a:lnTo>
                  <a:pt x="3287" y="35056"/>
                </a:lnTo>
                <a:lnTo>
                  <a:pt x="0" y="35056"/>
                </a:lnTo>
                <a:close/>
              </a:path>
            </a:pathLst>
          </a:custGeom>
          <a:gradFill rotWithShape="1">
            <a:gsLst>
              <a:gs pos="0">
                <a:srgbClr val="9ED3FF"/>
              </a:gs>
              <a:gs pos="100000">
                <a:srgbClr val="4EAFFF"/>
              </a:gs>
            </a:gsLst>
            <a:lin ang="5400000" scaled="1"/>
            <a:tileRect/>
          </a:gradFill>
          <a:ln w="0" cap="rnd" cmpd="sng" algn="ctr">
            <a:solidFill>
              <a:srgbClr val="FFFFFF">
                <a:alpha val="0"/>
              </a:srgbClr>
            </a:solidFill>
            <a:round/>
            <a:headEnd type="none"/>
            <a:tailEnd type="none"/>
          </a:ln>
        </p:spPr>
      </p:sp>
      <p:sp>
        <p:nvSpPr>
          <p:cNvPr id="1220" name="latent representation and attention / 1199 OUT lower color"/>
          <p:cNvSpPr/>
          <p:nvPr/>
        </p:nvSpPr>
        <p:spPr>
          <a:xfrm>
            <a:off x="727520" y="8266176"/>
            <a:ext cx="30061" cy="320554"/>
          </a:xfrm>
          <a:custGeom>
            <a:avLst/>
            <a:gdLst/>
            <a:ahLst/>
            <a:cxnLst/>
            <a:rect l="0" t="0" r="r" b="b"/>
            <a:pathLst>
              <a:path w="3287" h="35056" fill="norm" stroke="1" extrusionOk="0">
                <a:moveTo>
                  <a:pt x="0" y="0"/>
                </a:moveTo>
                <a:lnTo>
                  <a:pt x="3287" y="0"/>
                </a:lnTo>
                <a:lnTo>
                  <a:pt x="3287" y="35056"/>
                </a:lnTo>
                <a:lnTo>
                  <a:pt x="0" y="33084"/>
                </a:lnTo>
                <a:close/>
              </a:path>
            </a:pathLst>
          </a:custGeom>
          <a:gradFill rotWithShape="1">
            <a:gsLst>
              <a:gs pos="0">
                <a:srgbClr val="4EAFFF"/>
              </a:gs>
              <a:gs pos="100000">
                <a:srgbClr val="9ED3FF"/>
              </a:gs>
            </a:gsLst>
            <a:lin ang="5400000" scaled="1"/>
            <a:tileRect/>
          </a:gradFill>
          <a:ln w="0" cap="rnd" cmpd="sng" algn="ctr">
            <a:solidFill>
              <a:srgbClr val="FFFFFF">
                <a:alpha val="0"/>
              </a:srgbClr>
            </a:solidFill>
            <a:round/>
            <a:headEnd type="none"/>
            <a:tailEnd type="none"/>
          </a:ln>
        </p:spPr>
      </p:sp>
      <p:sp>
        <p:nvSpPr>
          <p:cNvPr id="1221" name="latent representation and attention / 1200 OUT upper color"/>
          <p:cNvSpPr/>
          <p:nvPr/>
        </p:nvSpPr>
        <p:spPr>
          <a:xfrm>
            <a:off x="754380" y="7929227"/>
            <a:ext cx="30061" cy="336949"/>
          </a:xfrm>
          <a:custGeom>
            <a:avLst/>
            <a:gdLst/>
            <a:ahLst/>
            <a:cxnLst/>
            <a:rect l="0" t="0" r="r" b="b"/>
            <a:pathLst>
              <a:path w="3287" h="36849" fill="norm" stroke="1" extrusionOk="0">
                <a:moveTo>
                  <a:pt x="0" y="1793"/>
                </a:moveTo>
                <a:lnTo>
                  <a:pt x="3287" y="0"/>
                </a:lnTo>
                <a:lnTo>
                  <a:pt x="3287" y="36849"/>
                </a:lnTo>
                <a:lnTo>
                  <a:pt x="0" y="36849"/>
                </a:lnTo>
                <a:close/>
              </a:path>
            </a:pathLst>
          </a:custGeom>
          <a:gradFill rotWithShape="1">
            <a:gsLst>
              <a:gs pos="0">
                <a:srgbClr val="93CDFF"/>
              </a:gs>
              <a:gs pos="100000">
                <a:srgbClr val="3AA4FF"/>
              </a:gs>
            </a:gsLst>
            <a:lin ang="5400000" scaled="1"/>
            <a:tileRect/>
          </a:gradFill>
          <a:ln w="0" cap="rnd" cmpd="sng" algn="ctr">
            <a:solidFill>
              <a:srgbClr val="FFFFFF">
                <a:alpha val="0"/>
              </a:srgbClr>
            </a:solidFill>
            <a:round/>
            <a:headEnd type="none"/>
            <a:tailEnd type="none"/>
          </a:ln>
        </p:spPr>
      </p:sp>
      <p:sp>
        <p:nvSpPr>
          <p:cNvPr id="1222" name="latent representation and attention / 1201 OUT lower color"/>
          <p:cNvSpPr/>
          <p:nvPr/>
        </p:nvSpPr>
        <p:spPr>
          <a:xfrm>
            <a:off x="754380" y="8266176"/>
            <a:ext cx="30061" cy="336949"/>
          </a:xfrm>
          <a:custGeom>
            <a:avLst/>
            <a:gdLst/>
            <a:ahLst/>
            <a:cxnLst/>
            <a:rect l="0" t="0" r="r" b="b"/>
            <a:pathLst>
              <a:path w="3287" h="36849" fill="norm" stroke="1" extrusionOk="0">
                <a:moveTo>
                  <a:pt x="0" y="0"/>
                </a:moveTo>
                <a:lnTo>
                  <a:pt x="3287" y="0"/>
                </a:lnTo>
                <a:lnTo>
                  <a:pt x="3287" y="36849"/>
                </a:lnTo>
                <a:lnTo>
                  <a:pt x="0" y="35056"/>
                </a:lnTo>
                <a:close/>
              </a:path>
            </a:pathLst>
          </a:custGeom>
          <a:gradFill rotWithShape="1">
            <a:gsLst>
              <a:gs pos="0">
                <a:srgbClr val="3AA4FF"/>
              </a:gs>
              <a:gs pos="100000">
                <a:srgbClr val="93CDFF"/>
              </a:gs>
            </a:gsLst>
            <a:lin ang="5400000" scaled="1"/>
            <a:tileRect/>
          </a:gradFill>
          <a:ln w="0" cap="rnd" cmpd="sng" algn="ctr">
            <a:solidFill>
              <a:srgbClr val="FFFFFF">
                <a:alpha val="0"/>
              </a:srgbClr>
            </a:solidFill>
            <a:round/>
            <a:headEnd type="none"/>
            <a:tailEnd type="none"/>
          </a:ln>
        </p:spPr>
      </p:sp>
      <p:sp>
        <p:nvSpPr>
          <p:cNvPr id="1223" name="latent representation and attention / 1202 OUT upper color"/>
          <p:cNvSpPr/>
          <p:nvPr/>
        </p:nvSpPr>
        <p:spPr>
          <a:xfrm>
            <a:off x="781240" y="7914244"/>
            <a:ext cx="30061" cy="351932"/>
          </a:xfrm>
          <a:custGeom>
            <a:avLst/>
            <a:gdLst/>
            <a:ahLst/>
            <a:cxnLst/>
            <a:rect l="0" t="0" r="r" b="b"/>
            <a:pathLst>
              <a:path w="3287" h="38488" fill="norm" stroke="1" extrusionOk="0">
                <a:moveTo>
                  <a:pt x="0" y="1639"/>
                </a:moveTo>
                <a:lnTo>
                  <a:pt x="3287" y="0"/>
                </a:lnTo>
                <a:lnTo>
                  <a:pt x="3287" y="38488"/>
                </a:lnTo>
                <a:lnTo>
                  <a:pt x="0" y="38488"/>
                </a:lnTo>
                <a:close/>
              </a:path>
            </a:pathLst>
          </a:custGeom>
          <a:gradFill rotWithShape="1">
            <a:gsLst>
              <a:gs pos="0">
                <a:srgbClr val="88C7FF"/>
              </a:gs>
              <a:gs pos="100000">
                <a:srgbClr val="279AFF"/>
              </a:gs>
            </a:gsLst>
            <a:lin ang="5400000" scaled="1"/>
            <a:tileRect/>
          </a:gradFill>
          <a:ln w="0" cap="rnd" cmpd="sng" algn="ctr">
            <a:solidFill>
              <a:srgbClr val="FFFFFF">
                <a:alpha val="0"/>
              </a:srgbClr>
            </a:solidFill>
            <a:round/>
            <a:headEnd type="none"/>
            <a:tailEnd type="none"/>
          </a:ln>
        </p:spPr>
      </p:sp>
      <p:sp>
        <p:nvSpPr>
          <p:cNvPr id="1224" name="latent representation and attention / 1203 OUT lower color"/>
          <p:cNvSpPr/>
          <p:nvPr/>
        </p:nvSpPr>
        <p:spPr>
          <a:xfrm>
            <a:off x="781240" y="8266176"/>
            <a:ext cx="30061" cy="351932"/>
          </a:xfrm>
          <a:custGeom>
            <a:avLst/>
            <a:gdLst/>
            <a:ahLst/>
            <a:cxnLst/>
            <a:rect l="0" t="0" r="r" b="b"/>
            <a:pathLst>
              <a:path w="3287" h="38488" fill="norm" stroke="1" extrusionOk="0">
                <a:moveTo>
                  <a:pt x="0" y="0"/>
                </a:moveTo>
                <a:lnTo>
                  <a:pt x="3287" y="0"/>
                </a:lnTo>
                <a:lnTo>
                  <a:pt x="3287" y="38488"/>
                </a:lnTo>
                <a:lnTo>
                  <a:pt x="0" y="36849"/>
                </a:lnTo>
                <a:close/>
              </a:path>
            </a:pathLst>
          </a:custGeom>
          <a:gradFill rotWithShape="1">
            <a:gsLst>
              <a:gs pos="0">
                <a:srgbClr val="279AFF"/>
              </a:gs>
              <a:gs pos="100000">
                <a:srgbClr val="88C7FF"/>
              </a:gs>
            </a:gsLst>
            <a:lin ang="5400000" scaled="1"/>
            <a:tileRect/>
          </a:gradFill>
          <a:ln w="0" cap="rnd" cmpd="sng" algn="ctr">
            <a:solidFill>
              <a:srgbClr val="FFFFFF">
                <a:alpha val="0"/>
              </a:srgbClr>
            </a:solidFill>
            <a:round/>
            <a:headEnd type="none"/>
            <a:tailEnd type="none"/>
          </a:ln>
        </p:spPr>
      </p:sp>
      <p:sp>
        <p:nvSpPr>
          <p:cNvPr id="1225" name="latent representation and attention / 1204 OUT upper color"/>
          <p:cNvSpPr/>
          <p:nvPr/>
        </p:nvSpPr>
        <p:spPr>
          <a:xfrm>
            <a:off x="808101" y="7900500"/>
            <a:ext cx="30061" cy="365676"/>
          </a:xfrm>
          <a:custGeom>
            <a:avLst/>
            <a:gdLst/>
            <a:ahLst/>
            <a:cxnLst/>
            <a:rect l="0" t="0" r="r" b="b"/>
            <a:pathLst>
              <a:path w="3287" h="39991" fill="norm" stroke="1" extrusionOk="0">
                <a:moveTo>
                  <a:pt x="0" y="1503"/>
                </a:moveTo>
                <a:lnTo>
                  <a:pt x="3287" y="0"/>
                </a:lnTo>
                <a:lnTo>
                  <a:pt x="3287" y="39991"/>
                </a:lnTo>
                <a:lnTo>
                  <a:pt x="0" y="39991"/>
                </a:lnTo>
                <a:close/>
              </a:path>
            </a:pathLst>
          </a:custGeom>
          <a:gradFill rotWithShape="1">
            <a:gsLst>
              <a:gs pos="0">
                <a:srgbClr val="7EC1FF"/>
              </a:gs>
              <a:gs pos="100000">
                <a:srgbClr val="148FFF"/>
              </a:gs>
            </a:gsLst>
            <a:lin ang="5400000" scaled="1"/>
            <a:tileRect/>
          </a:gradFill>
          <a:ln w="0" cap="rnd" cmpd="sng" algn="ctr">
            <a:solidFill>
              <a:srgbClr val="FFFFFF">
                <a:alpha val="0"/>
              </a:srgbClr>
            </a:solidFill>
            <a:round/>
            <a:headEnd type="none"/>
            <a:tailEnd type="none"/>
          </a:ln>
        </p:spPr>
      </p:sp>
      <p:sp>
        <p:nvSpPr>
          <p:cNvPr id="1226" name="latent representation and attention / 1205 OUT lower color"/>
          <p:cNvSpPr/>
          <p:nvPr/>
        </p:nvSpPr>
        <p:spPr>
          <a:xfrm>
            <a:off x="808101" y="8266176"/>
            <a:ext cx="30061" cy="365676"/>
          </a:xfrm>
          <a:custGeom>
            <a:avLst/>
            <a:gdLst/>
            <a:ahLst/>
            <a:cxnLst/>
            <a:rect l="0" t="0" r="r" b="b"/>
            <a:pathLst>
              <a:path w="3287" h="39991" fill="norm" stroke="1" extrusionOk="0">
                <a:moveTo>
                  <a:pt x="0" y="0"/>
                </a:moveTo>
                <a:lnTo>
                  <a:pt x="3287" y="0"/>
                </a:lnTo>
                <a:lnTo>
                  <a:pt x="3287" y="39991"/>
                </a:lnTo>
                <a:lnTo>
                  <a:pt x="0" y="38488"/>
                </a:lnTo>
                <a:close/>
              </a:path>
            </a:pathLst>
          </a:custGeom>
          <a:gradFill rotWithShape="1">
            <a:gsLst>
              <a:gs pos="0">
                <a:srgbClr val="148FFF"/>
              </a:gs>
              <a:gs pos="100000">
                <a:srgbClr val="7EC1FF"/>
              </a:gs>
            </a:gsLst>
            <a:lin ang="5400000" scaled="1"/>
            <a:tileRect/>
          </a:gradFill>
          <a:ln w="0" cap="rnd" cmpd="sng" algn="ctr">
            <a:solidFill>
              <a:srgbClr val="FFFFFF">
                <a:alpha val="0"/>
              </a:srgbClr>
            </a:solidFill>
            <a:round/>
            <a:headEnd type="none"/>
            <a:tailEnd type="none"/>
          </a:ln>
        </p:spPr>
      </p:sp>
      <p:sp>
        <p:nvSpPr>
          <p:cNvPr id="1227" name="latent representation and attention / 1206 OUT upper color"/>
          <p:cNvSpPr/>
          <p:nvPr/>
        </p:nvSpPr>
        <p:spPr>
          <a:xfrm>
            <a:off x="834962" y="7887860"/>
            <a:ext cx="30061" cy="378316"/>
          </a:xfrm>
          <a:custGeom>
            <a:avLst/>
            <a:gdLst/>
            <a:ahLst/>
            <a:cxnLst/>
            <a:rect l="0" t="0" r="r" b="b"/>
            <a:pathLst>
              <a:path w="3287" h="41373" fill="norm" stroke="1" extrusionOk="0">
                <a:moveTo>
                  <a:pt x="0" y="1382"/>
                </a:moveTo>
                <a:lnTo>
                  <a:pt x="3287" y="0"/>
                </a:lnTo>
                <a:lnTo>
                  <a:pt x="3287" y="41373"/>
                </a:lnTo>
                <a:lnTo>
                  <a:pt x="0" y="41373"/>
                </a:lnTo>
                <a:close/>
              </a:path>
            </a:pathLst>
          </a:custGeom>
          <a:gradFill rotWithShape="1">
            <a:gsLst>
              <a:gs pos="0">
                <a:srgbClr val="73BBFF"/>
              </a:gs>
              <a:gs pos="100000">
                <a:srgbClr val="0084FF"/>
              </a:gs>
            </a:gsLst>
            <a:lin ang="5400000" scaled="1"/>
            <a:tileRect/>
          </a:gradFill>
          <a:ln w="0" cap="rnd" cmpd="sng" algn="ctr">
            <a:solidFill>
              <a:srgbClr val="FFFFFF">
                <a:alpha val="0"/>
              </a:srgbClr>
            </a:solidFill>
            <a:round/>
            <a:headEnd type="none"/>
            <a:tailEnd type="none"/>
          </a:ln>
        </p:spPr>
      </p:sp>
      <p:sp>
        <p:nvSpPr>
          <p:cNvPr id="1228" name="latent representation and attention / 1207 OUT lower color"/>
          <p:cNvSpPr/>
          <p:nvPr/>
        </p:nvSpPr>
        <p:spPr>
          <a:xfrm>
            <a:off x="834962" y="8266176"/>
            <a:ext cx="30061" cy="378316"/>
          </a:xfrm>
          <a:custGeom>
            <a:avLst/>
            <a:gdLst/>
            <a:ahLst/>
            <a:cxnLst/>
            <a:rect l="0" t="0" r="r" b="b"/>
            <a:pathLst>
              <a:path w="3287" h="41373" fill="norm" stroke="1" extrusionOk="0">
                <a:moveTo>
                  <a:pt x="0" y="0"/>
                </a:moveTo>
                <a:lnTo>
                  <a:pt x="3287" y="0"/>
                </a:lnTo>
                <a:lnTo>
                  <a:pt x="3287" y="41373"/>
                </a:lnTo>
                <a:lnTo>
                  <a:pt x="0" y="39991"/>
                </a:lnTo>
                <a:close/>
              </a:path>
            </a:pathLst>
          </a:custGeom>
          <a:gradFill rotWithShape="1">
            <a:gsLst>
              <a:gs pos="0">
                <a:srgbClr val="0084FF"/>
              </a:gs>
              <a:gs pos="100000">
                <a:srgbClr val="73BBFF"/>
              </a:gs>
            </a:gsLst>
            <a:lin ang="5400000" scaled="1"/>
            <a:tileRect/>
          </a:gradFill>
          <a:ln w="0" cap="rnd" cmpd="sng" algn="ctr">
            <a:solidFill>
              <a:srgbClr val="FFFFFF">
                <a:alpha val="0"/>
              </a:srgbClr>
            </a:solidFill>
            <a:round/>
            <a:headEnd type="none"/>
            <a:tailEnd type="none"/>
          </a:ln>
        </p:spPr>
      </p:sp>
      <p:sp>
        <p:nvSpPr>
          <p:cNvPr id="1229" name="latent representation and attention / 1208 OUT upper color"/>
          <p:cNvSpPr/>
          <p:nvPr/>
        </p:nvSpPr>
        <p:spPr>
          <a:xfrm>
            <a:off x="861822" y="7876217"/>
            <a:ext cx="30061" cy="389959"/>
          </a:xfrm>
          <a:custGeom>
            <a:avLst/>
            <a:gdLst/>
            <a:ahLst/>
            <a:cxnLst/>
            <a:rect l="0" t="0" r="r" b="b"/>
            <a:pathLst>
              <a:path w="3287" h="42646" fill="norm" stroke="1" extrusionOk="0">
                <a:moveTo>
                  <a:pt x="0" y="1273"/>
                </a:moveTo>
                <a:lnTo>
                  <a:pt x="3287" y="0"/>
                </a:lnTo>
                <a:lnTo>
                  <a:pt x="3287" y="42646"/>
                </a:lnTo>
                <a:lnTo>
                  <a:pt x="0" y="42646"/>
                </a:lnTo>
                <a:close/>
              </a:path>
            </a:pathLst>
          </a:custGeom>
          <a:gradFill rotWithShape="1">
            <a:gsLst>
              <a:gs pos="0">
                <a:srgbClr val="73BFFF"/>
              </a:gs>
              <a:gs pos="100000">
                <a:srgbClr val="008AFF"/>
              </a:gs>
            </a:gsLst>
            <a:lin ang="5400000" scaled="1"/>
            <a:tileRect/>
          </a:gradFill>
          <a:ln w="0" cap="rnd" cmpd="sng" algn="ctr">
            <a:solidFill>
              <a:srgbClr val="FFFFFF">
                <a:alpha val="0"/>
              </a:srgbClr>
            </a:solidFill>
            <a:round/>
            <a:headEnd type="none"/>
            <a:tailEnd type="none"/>
          </a:ln>
        </p:spPr>
      </p:sp>
      <p:sp>
        <p:nvSpPr>
          <p:cNvPr id="1230" name="latent representation and attention / 1209 OUT lower color"/>
          <p:cNvSpPr/>
          <p:nvPr/>
        </p:nvSpPr>
        <p:spPr>
          <a:xfrm>
            <a:off x="861822" y="8266176"/>
            <a:ext cx="30061" cy="389959"/>
          </a:xfrm>
          <a:custGeom>
            <a:avLst/>
            <a:gdLst/>
            <a:ahLst/>
            <a:cxnLst/>
            <a:rect l="0" t="0" r="r" b="b"/>
            <a:pathLst>
              <a:path w="3287" h="42646" fill="norm" stroke="1" extrusionOk="0">
                <a:moveTo>
                  <a:pt x="0" y="0"/>
                </a:moveTo>
                <a:lnTo>
                  <a:pt x="3287" y="0"/>
                </a:lnTo>
                <a:lnTo>
                  <a:pt x="3287" y="42646"/>
                </a:lnTo>
                <a:lnTo>
                  <a:pt x="0" y="41373"/>
                </a:lnTo>
                <a:close/>
              </a:path>
            </a:pathLst>
          </a:custGeom>
          <a:gradFill rotWithShape="1">
            <a:gsLst>
              <a:gs pos="0">
                <a:srgbClr val="008AFF"/>
              </a:gs>
              <a:gs pos="100000">
                <a:srgbClr val="73BFFF"/>
              </a:gs>
            </a:gsLst>
            <a:lin ang="5400000" scaled="1"/>
            <a:tileRect/>
          </a:gradFill>
          <a:ln w="0" cap="rnd" cmpd="sng" algn="ctr">
            <a:solidFill>
              <a:srgbClr val="FFFFFF">
                <a:alpha val="0"/>
              </a:srgbClr>
            </a:solidFill>
            <a:round/>
            <a:headEnd type="none"/>
            <a:tailEnd type="none"/>
          </a:ln>
        </p:spPr>
      </p:sp>
      <p:sp>
        <p:nvSpPr>
          <p:cNvPr id="1231" name="latent representation and attention / 1210 OUT upper color"/>
          <p:cNvSpPr/>
          <p:nvPr/>
        </p:nvSpPr>
        <p:spPr>
          <a:xfrm>
            <a:off x="888682" y="7865484"/>
            <a:ext cx="30061" cy="400692"/>
          </a:xfrm>
          <a:custGeom>
            <a:avLst/>
            <a:gdLst/>
            <a:ahLst/>
            <a:cxnLst/>
            <a:rect l="0" t="0" r="r" b="b"/>
            <a:pathLst>
              <a:path w="3287" h="43820" fill="norm" stroke="1" extrusionOk="0">
                <a:moveTo>
                  <a:pt x="0" y="1174"/>
                </a:moveTo>
                <a:lnTo>
                  <a:pt x="3287" y="0"/>
                </a:lnTo>
                <a:lnTo>
                  <a:pt x="3287" y="43820"/>
                </a:lnTo>
                <a:lnTo>
                  <a:pt x="0" y="43820"/>
                </a:lnTo>
                <a:close/>
              </a:path>
            </a:pathLst>
          </a:custGeom>
          <a:gradFill rotWithShape="1">
            <a:gsLst>
              <a:gs pos="0">
                <a:srgbClr val="73C2FF"/>
              </a:gs>
              <a:gs pos="100000">
                <a:srgbClr val="0090FF"/>
              </a:gs>
            </a:gsLst>
            <a:lin ang="5400000" scaled="1"/>
            <a:tileRect/>
          </a:gradFill>
          <a:ln w="0" cap="rnd" cmpd="sng" algn="ctr">
            <a:solidFill>
              <a:srgbClr val="FFFFFF">
                <a:alpha val="0"/>
              </a:srgbClr>
            </a:solidFill>
            <a:round/>
            <a:headEnd type="none"/>
            <a:tailEnd type="none"/>
          </a:ln>
        </p:spPr>
      </p:sp>
      <p:sp>
        <p:nvSpPr>
          <p:cNvPr id="1232" name="latent representation and attention / 1211 OUT lower color"/>
          <p:cNvSpPr/>
          <p:nvPr/>
        </p:nvSpPr>
        <p:spPr>
          <a:xfrm>
            <a:off x="888682" y="8266176"/>
            <a:ext cx="30061" cy="400692"/>
          </a:xfrm>
          <a:custGeom>
            <a:avLst/>
            <a:gdLst/>
            <a:ahLst/>
            <a:cxnLst/>
            <a:rect l="0" t="0" r="r" b="b"/>
            <a:pathLst>
              <a:path w="3287" h="43820" fill="norm" stroke="1" extrusionOk="0">
                <a:moveTo>
                  <a:pt x="0" y="0"/>
                </a:moveTo>
                <a:lnTo>
                  <a:pt x="3287" y="0"/>
                </a:lnTo>
                <a:lnTo>
                  <a:pt x="3287" y="43820"/>
                </a:lnTo>
                <a:lnTo>
                  <a:pt x="0" y="42646"/>
                </a:lnTo>
                <a:close/>
              </a:path>
            </a:pathLst>
          </a:custGeom>
          <a:gradFill rotWithShape="1">
            <a:gsLst>
              <a:gs pos="0">
                <a:srgbClr val="0090FF"/>
              </a:gs>
              <a:gs pos="100000">
                <a:srgbClr val="73C2FF"/>
              </a:gs>
            </a:gsLst>
            <a:lin ang="5400000" scaled="1"/>
            <a:tileRect/>
          </a:gradFill>
          <a:ln w="0" cap="rnd" cmpd="sng" algn="ctr">
            <a:solidFill>
              <a:srgbClr val="FFFFFF">
                <a:alpha val="0"/>
              </a:srgbClr>
            </a:solidFill>
            <a:round/>
            <a:headEnd type="none"/>
            <a:tailEnd type="none"/>
          </a:ln>
        </p:spPr>
      </p:sp>
      <p:sp>
        <p:nvSpPr>
          <p:cNvPr id="1233" name="latent representation and attention / 1212 OUT upper color"/>
          <p:cNvSpPr/>
          <p:nvPr/>
        </p:nvSpPr>
        <p:spPr>
          <a:xfrm>
            <a:off x="915543" y="7855588"/>
            <a:ext cx="30061" cy="410588"/>
          </a:xfrm>
          <a:custGeom>
            <a:avLst/>
            <a:gdLst/>
            <a:ahLst/>
            <a:cxnLst/>
            <a:rect l="0" t="0" r="r" b="b"/>
            <a:pathLst>
              <a:path w="3287" h="44902" fill="norm" stroke="1" extrusionOk="0">
                <a:moveTo>
                  <a:pt x="0" y="1082"/>
                </a:moveTo>
                <a:lnTo>
                  <a:pt x="3287" y="0"/>
                </a:lnTo>
                <a:lnTo>
                  <a:pt x="3287" y="44902"/>
                </a:lnTo>
                <a:lnTo>
                  <a:pt x="0" y="44902"/>
                </a:lnTo>
                <a:close/>
              </a:path>
            </a:pathLst>
          </a:custGeom>
          <a:gradFill rotWithShape="1">
            <a:gsLst>
              <a:gs pos="0">
                <a:srgbClr val="73C5FF"/>
              </a:gs>
              <a:gs pos="100000">
                <a:srgbClr val="0096FF"/>
              </a:gs>
            </a:gsLst>
            <a:lin ang="5400000" scaled="1"/>
            <a:tileRect/>
          </a:gradFill>
          <a:ln w="0" cap="rnd" cmpd="sng" algn="ctr">
            <a:solidFill>
              <a:srgbClr val="FFFFFF">
                <a:alpha val="0"/>
              </a:srgbClr>
            </a:solidFill>
            <a:round/>
            <a:headEnd type="none"/>
            <a:tailEnd type="none"/>
          </a:ln>
        </p:spPr>
      </p:sp>
      <p:sp>
        <p:nvSpPr>
          <p:cNvPr id="1234" name="latent representation and attention / 1213 OUT lower color"/>
          <p:cNvSpPr/>
          <p:nvPr/>
        </p:nvSpPr>
        <p:spPr>
          <a:xfrm>
            <a:off x="915543" y="8266176"/>
            <a:ext cx="30061" cy="410588"/>
          </a:xfrm>
          <a:custGeom>
            <a:avLst/>
            <a:gdLst/>
            <a:ahLst/>
            <a:cxnLst/>
            <a:rect l="0" t="0" r="r" b="b"/>
            <a:pathLst>
              <a:path w="3287" h="44902" fill="norm" stroke="1" extrusionOk="0">
                <a:moveTo>
                  <a:pt x="0" y="0"/>
                </a:moveTo>
                <a:lnTo>
                  <a:pt x="3287" y="0"/>
                </a:lnTo>
                <a:lnTo>
                  <a:pt x="3287" y="44902"/>
                </a:lnTo>
                <a:lnTo>
                  <a:pt x="0" y="43820"/>
                </a:lnTo>
                <a:close/>
              </a:path>
            </a:pathLst>
          </a:custGeom>
          <a:gradFill rotWithShape="1">
            <a:gsLst>
              <a:gs pos="0">
                <a:srgbClr val="0096FF"/>
              </a:gs>
              <a:gs pos="100000">
                <a:srgbClr val="73C5FF"/>
              </a:gs>
            </a:gsLst>
            <a:lin ang="5400000" scaled="1"/>
            <a:tileRect/>
          </a:gradFill>
          <a:ln w="0" cap="rnd" cmpd="sng" algn="ctr">
            <a:solidFill>
              <a:srgbClr val="FFFFFF">
                <a:alpha val="0"/>
              </a:srgbClr>
            </a:solidFill>
            <a:round/>
            <a:headEnd type="none"/>
            <a:tailEnd type="none"/>
          </a:ln>
        </p:spPr>
      </p:sp>
      <p:sp>
        <p:nvSpPr>
          <p:cNvPr id="1235" name="latent representation and attention / 1214 OUT upper color"/>
          <p:cNvSpPr/>
          <p:nvPr/>
        </p:nvSpPr>
        <p:spPr>
          <a:xfrm>
            <a:off x="942404" y="7846472"/>
            <a:ext cx="30061" cy="419704"/>
          </a:xfrm>
          <a:custGeom>
            <a:avLst/>
            <a:gdLst/>
            <a:ahLst/>
            <a:cxnLst/>
            <a:rect l="0" t="0" r="r" b="b"/>
            <a:pathLst>
              <a:path w="3287" h="45899" fill="norm" stroke="1" extrusionOk="0">
                <a:moveTo>
                  <a:pt x="0" y="997"/>
                </a:moveTo>
                <a:lnTo>
                  <a:pt x="3287" y="0"/>
                </a:lnTo>
                <a:lnTo>
                  <a:pt x="3287" y="45899"/>
                </a:lnTo>
                <a:lnTo>
                  <a:pt x="0" y="45899"/>
                </a:lnTo>
                <a:close/>
              </a:path>
            </a:pathLst>
          </a:custGeom>
          <a:gradFill rotWithShape="1">
            <a:gsLst>
              <a:gs pos="0">
                <a:srgbClr val="73C9FF"/>
              </a:gs>
              <a:gs pos="100000">
                <a:srgbClr val="009CFF"/>
              </a:gs>
            </a:gsLst>
            <a:lin ang="5400000" scaled="1"/>
            <a:tileRect/>
          </a:gradFill>
          <a:ln w="0" cap="rnd" cmpd="sng" algn="ctr">
            <a:solidFill>
              <a:srgbClr val="FFFFFF">
                <a:alpha val="0"/>
              </a:srgbClr>
            </a:solidFill>
            <a:round/>
            <a:headEnd type="none"/>
            <a:tailEnd type="none"/>
          </a:ln>
        </p:spPr>
      </p:sp>
      <p:sp>
        <p:nvSpPr>
          <p:cNvPr id="1236" name="latent representation and attention / 1215 OUT lower color"/>
          <p:cNvSpPr/>
          <p:nvPr/>
        </p:nvSpPr>
        <p:spPr>
          <a:xfrm>
            <a:off x="942404" y="8266176"/>
            <a:ext cx="30061" cy="419704"/>
          </a:xfrm>
          <a:custGeom>
            <a:avLst/>
            <a:gdLst/>
            <a:ahLst/>
            <a:cxnLst/>
            <a:rect l="0" t="0" r="r" b="b"/>
            <a:pathLst>
              <a:path w="3287" h="45899" fill="norm" stroke="1" extrusionOk="0">
                <a:moveTo>
                  <a:pt x="0" y="0"/>
                </a:moveTo>
                <a:lnTo>
                  <a:pt x="3287" y="0"/>
                </a:lnTo>
                <a:lnTo>
                  <a:pt x="3287" y="45899"/>
                </a:lnTo>
                <a:lnTo>
                  <a:pt x="0" y="44902"/>
                </a:lnTo>
                <a:close/>
              </a:path>
            </a:pathLst>
          </a:custGeom>
          <a:gradFill rotWithShape="1">
            <a:gsLst>
              <a:gs pos="0">
                <a:srgbClr val="009CFF"/>
              </a:gs>
              <a:gs pos="100000">
                <a:srgbClr val="73C9FF"/>
              </a:gs>
            </a:gsLst>
            <a:lin ang="5400000" scaled="1"/>
            <a:tileRect/>
          </a:gradFill>
          <a:ln w="0" cap="rnd" cmpd="sng" algn="ctr">
            <a:solidFill>
              <a:srgbClr val="FFFFFF">
                <a:alpha val="0"/>
              </a:srgbClr>
            </a:solidFill>
            <a:round/>
            <a:headEnd type="none"/>
            <a:tailEnd type="none"/>
          </a:ln>
        </p:spPr>
      </p:sp>
      <p:sp>
        <p:nvSpPr>
          <p:cNvPr id="1237" name="latent representation and attention / 1216 OUT upper color"/>
          <p:cNvSpPr/>
          <p:nvPr/>
        </p:nvSpPr>
        <p:spPr>
          <a:xfrm>
            <a:off x="969264" y="7838086"/>
            <a:ext cx="30061" cy="428090"/>
          </a:xfrm>
          <a:custGeom>
            <a:avLst/>
            <a:gdLst/>
            <a:ahLst/>
            <a:cxnLst/>
            <a:rect l="0" t="0" r="r" b="b"/>
            <a:pathLst>
              <a:path w="3287" h="46817" fill="norm" stroke="1" extrusionOk="0">
                <a:moveTo>
                  <a:pt x="0" y="917"/>
                </a:moveTo>
                <a:lnTo>
                  <a:pt x="3287" y="0"/>
                </a:lnTo>
                <a:lnTo>
                  <a:pt x="3287" y="46817"/>
                </a:lnTo>
                <a:lnTo>
                  <a:pt x="0" y="46817"/>
                </a:lnTo>
                <a:close/>
              </a:path>
            </a:pathLst>
          </a:custGeom>
          <a:gradFill rotWithShape="1">
            <a:gsLst>
              <a:gs pos="0">
                <a:srgbClr val="73CCFF"/>
              </a:gs>
              <a:gs pos="100000">
                <a:srgbClr val="00A2FF"/>
              </a:gs>
            </a:gsLst>
            <a:lin ang="5400000" scaled="1"/>
            <a:tileRect/>
          </a:gradFill>
          <a:ln w="0" cap="rnd" cmpd="sng" algn="ctr">
            <a:solidFill>
              <a:srgbClr val="FFFFFF">
                <a:alpha val="0"/>
              </a:srgbClr>
            </a:solidFill>
            <a:round/>
            <a:headEnd type="none"/>
            <a:tailEnd type="none"/>
          </a:ln>
        </p:spPr>
      </p:sp>
      <p:sp>
        <p:nvSpPr>
          <p:cNvPr id="1238" name="latent representation and attention / 1217 OUT lower color"/>
          <p:cNvSpPr/>
          <p:nvPr/>
        </p:nvSpPr>
        <p:spPr>
          <a:xfrm>
            <a:off x="969264" y="8266176"/>
            <a:ext cx="30061" cy="428090"/>
          </a:xfrm>
          <a:custGeom>
            <a:avLst/>
            <a:gdLst/>
            <a:ahLst/>
            <a:cxnLst/>
            <a:rect l="0" t="0" r="r" b="b"/>
            <a:pathLst>
              <a:path w="3287" h="46817" fill="norm" stroke="1" extrusionOk="0">
                <a:moveTo>
                  <a:pt x="0" y="0"/>
                </a:moveTo>
                <a:lnTo>
                  <a:pt x="3287" y="0"/>
                </a:lnTo>
                <a:lnTo>
                  <a:pt x="3287" y="46817"/>
                </a:lnTo>
                <a:lnTo>
                  <a:pt x="0" y="45899"/>
                </a:lnTo>
                <a:close/>
              </a:path>
            </a:pathLst>
          </a:custGeom>
          <a:gradFill rotWithShape="1">
            <a:gsLst>
              <a:gs pos="0">
                <a:srgbClr val="00A2FF"/>
              </a:gs>
              <a:gs pos="100000">
                <a:srgbClr val="73CCFF"/>
              </a:gs>
            </a:gsLst>
            <a:lin ang="5400000" scaled="1"/>
            <a:tileRect/>
          </a:gradFill>
          <a:ln w="0" cap="rnd" cmpd="sng" algn="ctr">
            <a:solidFill>
              <a:srgbClr val="FFFFFF">
                <a:alpha val="0"/>
              </a:srgbClr>
            </a:solidFill>
            <a:round/>
            <a:headEnd type="none"/>
            <a:tailEnd type="none"/>
          </a:ln>
        </p:spPr>
      </p:sp>
      <p:sp>
        <p:nvSpPr>
          <p:cNvPr id="1239" name="latent representation and attention / 1218 OUT upper color"/>
          <p:cNvSpPr/>
          <p:nvPr/>
        </p:nvSpPr>
        <p:spPr>
          <a:xfrm>
            <a:off x="996124" y="7830386"/>
            <a:ext cx="30061" cy="435790"/>
          </a:xfrm>
          <a:custGeom>
            <a:avLst/>
            <a:gdLst/>
            <a:ahLst/>
            <a:cxnLst/>
            <a:rect l="0" t="0" r="r" b="b"/>
            <a:pathLst>
              <a:path w="3287" h="47659" fill="norm" stroke="1" extrusionOk="0">
                <a:moveTo>
                  <a:pt x="0" y="842"/>
                </a:moveTo>
                <a:lnTo>
                  <a:pt x="3287" y="0"/>
                </a:lnTo>
                <a:lnTo>
                  <a:pt x="3287" y="47659"/>
                </a:lnTo>
                <a:lnTo>
                  <a:pt x="0" y="47659"/>
                </a:lnTo>
                <a:close/>
              </a:path>
            </a:pathLst>
          </a:custGeom>
          <a:gradFill rotWithShape="1">
            <a:gsLst>
              <a:gs pos="0">
                <a:srgbClr val="73CFFE"/>
              </a:gs>
              <a:gs pos="100000">
                <a:srgbClr val="00A8FE"/>
              </a:gs>
            </a:gsLst>
            <a:lin ang="5400000" scaled="1"/>
            <a:tileRect/>
          </a:gradFill>
          <a:ln w="0" cap="rnd" cmpd="sng" algn="ctr">
            <a:solidFill>
              <a:srgbClr val="FFFFFF">
                <a:alpha val="0"/>
              </a:srgbClr>
            </a:solidFill>
            <a:round/>
            <a:headEnd type="none"/>
            <a:tailEnd type="none"/>
          </a:ln>
        </p:spPr>
      </p:sp>
      <p:sp>
        <p:nvSpPr>
          <p:cNvPr id="1240" name="latent representation and attention / 1219 OUT lower color"/>
          <p:cNvSpPr/>
          <p:nvPr/>
        </p:nvSpPr>
        <p:spPr>
          <a:xfrm>
            <a:off x="996124" y="8266176"/>
            <a:ext cx="30061" cy="435790"/>
          </a:xfrm>
          <a:custGeom>
            <a:avLst/>
            <a:gdLst/>
            <a:ahLst/>
            <a:cxnLst/>
            <a:rect l="0" t="0" r="r" b="b"/>
            <a:pathLst>
              <a:path w="3287" h="47659" fill="norm" stroke="1" extrusionOk="0">
                <a:moveTo>
                  <a:pt x="0" y="0"/>
                </a:moveTo>
                <a:lnTo>
                  <a:pt x="3287" y="0"/>
                </a:lnTo>
                <a:lnTo>
                  <a:pt x="3287" y="47659"/>
                </a:lnTo>
                <a:lnTo>
                  <a:pt x="0" y="46817"/>
                </a:lnTo>
                <a:close/>
              </a:path>
            </a:pathLst>
          </a:custGeom>
          <a:gradFill rotWithShape="1">
            <a:gsLst>
              <a:gs pos="0">
                <a:srgbClr val="00A8FE"/>
              </a:gs>
              <a:gs pos="100000">
                <a:srgbClr val="73CFFE"/>
              </a:gs>
            </a:gsLst>
            <a:lin ang="5400000" scaled="1"/>
            <a:tileRect/>
          </a:gradFill>
          <a:ln w="0" cap="rnd" cmpd="sng" algn="ctr">
            <a:solidFill>
              <a:srgbClr val="FFFFFF">
                <a:alpha val="0"/>
              </a:srgbClr>
            </a:solidFill>
            <a:round/>
            <a:headEnd type="none"/>
            <a:tailEnd type="none"/>
          </a:ln>
        </p:spPr>
      </p:sp>
      <p:sp>
        <p:nvSpPr>
          <p:cNvPr id="1241" name="latent representation and attention / 1220 OUT upper color"/>
          <p:cNvSpPr/>
          <p:nvPr/>
        </p:nvSpPr>
        <p:spPr>
          <a:xfrm>
            <a:off x="1022985" y="7823338"/>
            <a:ext cx="30061" cy="442838"/>
          </a:xfrm>
          <a:custGeom>
            <a:avLst/>
            <a:gdLst/>
            <a:ahLst/>
            <a:cxnLst/>
            <a:rect l="0" t="0" r="r" b="b"/>
            <a:pathLst>
              <a:path w="3287" h="48429" fill="norm" stroke="1" extrusionOk="0">
                <a:moveTo>
                  <a:pt x="0" y="771"/>
                </a:moveTo>
                <a:lnTo>
                  <a:pt x="3287" y="0"/>
                </a:lnTo>
                <a:lnTo>
                  <a:pt x="3287" y="48429"/>
                </a:lnTo>
                <a:lnTo>
                  <a:pt x="0" y="48429"/>
                </a:lnTo>
                <a:close/>
              </a:path>
            </a:pathLst>
          </a:custGeom>
          <a:gradFill rotWithShape="1">
            <a:gsLst>
              <a:gs pos="0">
                <a:srgbClr val="73D2FE"/>
              </a:gs>
              <a:gs pos="100000">
                <a:srgbClr val="00AEFE"/>
              </a:gs>
            </a:gsLst>
            <a:lin ang="5400000" scaled="1"/>
            <a:tileRect/>
          </a:gradFill>
          <a:ln w="0" cap="rnd" cmpd="sng" algn="ctr">
            <a:solidFill>
              <a:srgbClr val="FFFFFF">
                <a:alpha val="0"/>
              </a:srgbClr>
            </a:solidFill>
            <a:round/>
            <a:headEnd type="none"/>
            <a:tailEnd type="none"/>
          </a:ln>
        </p:spPr>
      </p:sp>
      <p:sp>
        <p:nvSpPr>
          <p:cNvPr id="1242" name="latent representation and attention / 1221 OUT lower color"/>
          <p:cNvSpPr/>
          <p:nvPr/>
        </p:nvSpPr>
        <p:spPr>
          <a:xfrm>
            <a:off x="1022985" y="8266176"/>
            <a:ext cx="30061" cy="442838"/>
          </a:xfrm>
          <a:custGeom>
            <a:avLst/>
            <a:gdLst/>
            <a:ahLst/>
            <a:cxnLst/>
            <a:rect l="0" t="0" r="r" b="b"/>
            <a:pathLst>
              <a:path w="3287" h="48429" fill="norm" stroke="1" extrusionOk="0">
                <a:moveTo>
                  <a:pt x="0" y="0"/>
                </a:moveTo>
                <a:lnTo>
                  <a:pt x="3287" y="0"/>
                </a:lnTo>
                <a:lnTo>
                  <a:pt x="3287" y="48429"/>
                </a:lnTo>
                <a:lnTo>
                  <a:pt x="0" y="47659"/>
                </a:lnTo>
                <a:close/>
              </a:path>
            </a:pathLst>
          </a:custGeom>
          <a:gradFill rotWithShape="1">
            <a:gsLst>
              <a:gs pos="0">
                <a:srgbClr val="00AEFE"/>
              </a:gs>
              <a:gs pos="100000">
                <a:srgbClr val="73D2FE"/>
              </a:gs>
            </a:gsLst>
            <a:lin ang="5400000" scaled="1"/>
            <a:tileRect/>
          </a:gradFill>
          <a:ln w="0" cap="rnd" cmpd="sng" algn="ctr">
            <a:solidFill>
              <a:srgbClr val="FFFFFF">
                <a:alpha val="0"/>
              </a:srgbClr>
            </a:solidFill>
            <a:round/>
            <a:headEnd type="none"/>
            <a:tailEnd type="none"/>
          </a:ln>
        </p:spPr>
      </p:sp>
      <p:sp>
        <p:nvSpPr>
          <p:cNvPr id="1243" name="latent representation and attention / 1222 OUT upper color"/>
          <p:cNvSpPr/>
          <p:nvPr/>
        </p:nvSpPr>
        <p:spPr>
          <a:xfrm>
            <a:off x="1049846" y="7816910"/>
            <a:ext cx="30061" cy="449266"/>
          </a:xfrm>
          <a:custGeom>
            <a:avLst/>
            <a:gdLst/>
            <a:ahLst/>
            <a:cxnLst/>
            <a:rect l="0" t="0" r="r" b="b"/>
            <a:pathLst>
              <a:path w="3287" h="49132" fill="norm" stroke="1" extrusionOk="0">
                <a:moveTo>
                  <a:pt x="0" y="703"/>
                </a:moveTo>
                <a:lnTo>
                  <a:pt x="3287" y="0"/>
                </a:lnTo>
                <a:lnTo>
                  <a:pt x="3287" y="49132"/>
                </a:lnTo>
                <a:lnTo>
                  <a:pt x="0" y="49132"/>
                </a:lnTo>
                <a:close/>
              </a:path>
            </a:pathLst>
          </a:custGeom>
          <a:gradFill rotWithShape="1">
            <a:gsLst>
              <a:gs pos="0">
                <a:srgbClr val="73D6FE"/>
              </a:gs>
              <a:gs pos="100000">
                <a:srgbClr val="00B4FE"/>
              </a:gs>
            </a:gsLst>
            <a:lin ang="5400000" scaled="1"/>
            <a:tileRect/>
          </a:gradFill>
          <a:ln w="0" cap="rnd" cmpd="sng" algn="ctr">
            <a:solidFill>
              <a:srgbClr val="FFFFFF">
                <a:alpha val="0"/>
              </a:srgbClr>
            </a:solidFill>
            <a:round/>
            <a:headEnd type="none"/>
            <a:tailEnd type="none"/>
          </a:ln>
        </p:spPr>
      </p:sp>
      <p:sp>
        <p:nvSpPr>
          <p:cNvPr id="1244" name="latent representation and attention / 1223 OUT lower color"/>
          <p:cNvSpPr/>
          <p:nvPr/>
        </p:nvSpPr>
        <p:spPr>
          <a:xfrm>
            <a:off x="1049846" y="8266176"/>
            <a:ext cx="30061" cy="449266"/>
          </a:xfrm>
          <a:custGeom>
            <a:avLst/>
            <a:gdLst/>
            <a:ahLst/>
            <a:cxnLst/>
            <a:rect l="0" t="0" r="r" b="b"/>
            <a:pathLst>
              <a:path w="3287" h="49132" fill="norm" stroke="1" extrusionOk="0">
                <a:moveTo>
                  <a:pt x="0" y="0"/>
                </a:moveTo>
                <a:lnTo>
                  <a:pt x="3287" y="0"/>
                </a:lnTo>
                <a:lnTo>
                  <a:pt x="3287" y="49132"/>
                </a:lnTo>
                <a:lnTo>
                  <a:pt x="0" y="48429"/>
                </a:lnTo>
                <a:close/>
              </a:path>
            </a:pathLst>
          </a:custGeom>
          <a:gradFill rotWithShape="1">
            <a:gsLst>
              <a:gs pos="0">
                <a:srgbClr val="00B4FE"/>
              </a:gs>
              <a:gs pos="100000">
                <a:srgbClr val="73D6FE"/>
              </a:gs>
            </a:gsLst>
            <a:lin ang="5400000" scaled="1"/>
            <a:tileRect/>
          </a:gradFill>
          <a:ln w="0" cap="rnd" cmpd="sng" algn="ctr">
            <a:solidFill>
              <a:srgbClr val="FFFFFF">
                <a:alpha val="0"/>
              </a:srgbClr>
            </a:solidFill>
            <a:round/>
            <a:headEnd type="none"/>
            <a:tailEnd type="none"/>
          </a:ln>
        </p:spPr>
      </p:sp>
      <p:sp>
        <p:nvSpPr>
          <p:cNvPr id="1245" name="latent representation and attention / 1224 OUT upper color"/>
          <p:cNvSpPr/>
          <p:nvPr/>
        </p:nvSpPr>
        <p:spPr>
          <a:xfrm>
            <a:off x="1076706" y="7811077"/>
            <a:ext cx="30061" cy="455099"/>
          </a:xfrm>
          <a:custGeom>
            <a:avLst/>
            <a:gdLst/>
            <a:ahLst/>
            <a:cxnLst/>
            <a:rect l="0" t="0" r="r" b="b"/>
            <a:pathLst>
              <a:path w="3287" h="49770" fill="norm" stroke="1" extrusionOk="0">
                <a:moveTo>
                  <a:pt x="0" y="638"/>
                </a:moveTo>
                <a:lnTo>
                  <a:pt x="3287" y="0"/>
                </a:lnTo>
                <a:lnTo>
                  <a:pt x="3287" y="49770"/>
                </a:lnTo>
                <a:lnTo>
                  <a:pt x="0" y="49770"/>
                </a:lnTo>
                <a:close/>
              </a:path>
            </a:pathLst>
          </a:custGeom>
          <a:gradFill rotWithShape="1">
            <a:gsLst>
              <a:gs pos="0">
                <a:srgbClr val="73DAFE"/>
              </a:gs>
              <a:gs pos="100000">
                <a:srgbClr val="00BBFE"/>
              </a:gs>
            </a:gsLst>
            <a:lin ang="5400000" scaled="1"/>
            <a:tileRect/>
          </a:gradFill>
          <a:ln w="0" cap="rnd" cmpd="sng" algn="ctr">
            <a:solidFill>
              <a:srgbClr val="FFFFFF">
                <a:alpha val="0"/>
              </a:srgbClr>
            </a:solidFill>
            <a:round/>
            <a:headEnd type="none"/>
            <a:tailEnd type="none"/>
          </a:ln>
        </p:spPr>
      </p:sp>
      <p:sp>
        <p:nvSpPr>
          <p:cNvPr id="1246" name="latent representation and attention / 1225 OUT lower color"/>
          <p:cNvSpPr/>
          <p:nvPr/>
        </p:nvSpPr>
        <p:spPr>
          <a:xfrm>
            <a:off x="1076706" y="8266176"/>
            <a:ext cx="30061" cy="455099"/>
          </a:xfrm>
          <a:custGeom>
            <a:avLst/>
            <a:gdLst/>
            <a:ahLst/>
            <a:cxnLst/>
            <a:rect l="0" t="0" r="r" b="b"/>
            <a:pathLst>
              <a:path w="3287" h="49770" fill="norm" stroke="1" extrusionOk="0">
                <a:moveTo>
                  <a:pt x="0" y="0"/>
                </a:moveTo>
                <a:lnTo>
                  <a:pt x="3287" y="0"/>
                </a:lnTo>
                <a:lnTo>
                  <a:pt x="3287" y="49770"/>
                </a:lnTo>
                <a:lnTo>
                  <a:pt x="0" y="49132"/>
                </a:lnTo>
                <a:close/>
              </a:path>
            </a:pathLst>
          </a:custGeom>
          <a:gradFill rotWithShape="1">
            <a:gsLst>
              <a:gs pos="0">
                <a:srgbClr val="00BBFE"/>
              </a:gs>
              <a:gs pos="100000">
                <a:srgbClr val="73DAFE"/>
              </a:gs>
            </a:gsLst>
            <a:lin ang="5400000" scaled="1"/>
            <a:tileRect/>
          </a:gradFill>
          <a:ln w="0" cap="rnd" cmpd="sng" algn="ctr">
            <a:solidFill>
              <a:srgbClr val="FFFFFF">
                <a:alpha val="0"/>
              </a:srgbClr>
            </a:solidFill>
            <a:round/>
            <a:headEnd type="none"/>
            <a:tailEnd type="none"/>
          </a:ln>
        </p:spPr>
      </p:sp>
      <p:sp>
        <p:nvSpPr>
          <p:cNvPr id="1247" name="latent representation and attention / 1226 OUT upper color"/>
          <p:cNvSpPr/>
          <p:nvPr/>
        </p:nvSpPr>
        <p:spPr>
          <a:xfrm>
            <a:off x="1103566" y="7805815"/>
            <a:ext cx="30061" cy="460361"/>
          </a:xfrm>
          <a:custGeom>
            <a:avLst/>
            <a:gdLst/>
            <a:ahLst/>
            <a:cxnLst/>
            <a:rect l="0" t="0" r="r" b="b"/>
            <a:pathLst>
              <a:path w="3287" h="50346" fill="norm" stroke="1" extrusionOk="0">
                <a:moveTo>
                  <a:pt x="0" y="575"/>
                </a:moveTo>
                <a:lnTo>
                  <a:pt x="3287" y="0"/>
                </a:lnTo>
                <a:lnTo>
                  <a:pt x="3287" y="50346"/>
                </a:lnTo>
                <a:lnTo>
                  <a:pt x="0" y="50346"/>
                </a:lnTo>
                <a:close/>
              </a:path>
            </a:pathLst>
          </a:custGeom>
          <a:gradFill rotWithShape="1">
            <a:gsLst>
              <a:gs pos="0">
                <a:srgbClr val="73DDFE"/>
              </a:gs>
              <a:gs pos="100000">
                <a:srgbClr val="00C1FE"/>
              </a:gs>
            </a:gsLst>
            <a:lin ang="5400000" scaled="1"/>
            <a:tileRect/>
          </a:gradFill>
          <a:ln w="0" cap="rnd" cmpd="sng" algn="ctr">
            <a:solidFill>
              <a:srgbClr val="FFFFFF">
                <a:alpha val="0"/>
              </a:srgbClr>
            </a:solidFill>
            <a:round/>
            <a:headEnd type="none"/>
            <a:tailEnd type="none"/>
          </a:ln>
        </p:spPr>
      </p:sp>
      <p:sp>
        <p:nvSpPr>
          <p:cNvPr id="1248" name="latent representation and attention / 1227 OUT lower color"/>
          <p:cNvSpPr/>
          <p:nvPr/>
        </p:nvSpPr>
        <p:spPr>
          <a:xfrm>
            <a:off x="1103566" y="8266176"/>
            <a:ext cx="30061" cy="460361"/>
          </a:xfrm>
          <a:custGeom>
            <a:avLst/>
            <a:gdLst/>
            <a:ahLst/>
            <a:cxnLst/>
            <a:rect l="0" t="0" r="r" b="b"/>
            <a:pathLst>
              <a:path w="3287" h="50346" fill="norm" stroke="1" extrusionOk="0">
                <a:moveTo>
                  <a:pt x="0" y="0"/>
                </a:moveTo>
                <a:lnTo>
                  <a:pt x="3287" y="0"/>
                </a:lnTo>
                <a:lnTo>
                  <a:pt x="3287" y="50346"/>
                </a:lnTo>
                <a:lnTo>
                  <a:pt x="0" y="49770"/>
                </a:lnTo>
                <a:close/>
              </a:path>
            </a:pathLst>
          </a:custGeom>
          <a:gradFill rotWithShape="1">
            <a:gsLst>
              <a:gs pos="0">
                <a:srgbClr val="00C1FE"/>
              </a:gs>
              <a:gs pos="100000">
                <a:srgbClr val="73DDFE"/>
              </a:gs>
            </a:gsLst>
            <a:lin ang="5400000" scaled="1"/>
            <a:tileRect/>
          </a:gradFill>
          <a:ln w="0" cap="rnd" cmpd="sng" algn="ctr">
            <a:solidFill>
              <a:srgbClr val="FFFFFF">
                <a:alpha val="0"/>
              </a:srgbClr>
            </a:solidFill>
            <a:round/>
            <a:headEnd type="none"/>
            <a:tailEnd type="none"/>
          </a:ln>
        </p:spPr>
      </p:sp>
      <p:sp>
        <p:nvSpPr>
          <p:cNvPr id="1249" name="latent representation and attention / 1228 OUT upper color"/>
          <p:cNvSpPr/>
          <p:nvPr/>
        </p:nvSpPr>
        <p:spPr>
          <a:xfrm>
            <a:off x="1130427" y="7801106"/>
            <a:ext cx="30061" cy="465070"/>
          </a:xfrm>
          <a:custGeom>
            <a:avLst/>
            <a:gdLst/>
            <a:ahLst/>
            <a:cxnLst/>
            <a:rect l="0" t="0" r="r" b="b"/>
            <a:pathLst>
              <a:path w="3287" h="50861" fill="norm" stroke="1" extrusionOk="0">
                <a:moveTo>
                  <a:pt x="0" y="515"/>
                </a:moveTo>
                <a:lnTo>
                  <a:pt x="3287" y="0"/>
                </a:lnTo>
                <a:lnTo>
                  <a:pt x="3287" y="50861"/>
                </a:lnTo>
                <a:lnTo>
                  <a:pt x="0" y="50861"/>
                </a:lnTo>
                <a:close/>
              </a:path>
            </a:pathLst>
          </a:custGeom>
          <a:gradFill rotWithShape="1">
            <a:gsLst>
              <a:gs pos="0">
                <a:srgbClr val="73E0FE"/>
              </a:gs>
              <a:gs pos="100000">
                <a:srgbClr val="00C7FE"/>
              </a:gs>
            </a:gsLst>
            <a:lin ang="5400000" scaled="1"/>
            <a:tileRect/>
          </a:gradFill>
          <a:ln w="0" cap="rnd" cmpd="sng" algn="ctr">
            <a:solidFill>
              <a:srgbClr val="FFFFFF">
                <a:alpha val="0"/>
              </a:srgbClr>
            </a:solidFill>
            <a:round/>
            <a:headEnd type="none"/>
            <a:tailEnd type="none"/>
          </a:ln>
        </p:spPr>
      </p:sp>
      <p:sp>
        <p:nvSpPr>
          <p:cNvPr id="1250" name="latent representation and attention / 1229 OUT lower color"/>
          <p:cNvSpPr/>
          <p:nvPr/>
        </p:nvSpPr>
        <p:spPr>
          <a:xfrm>
            <a:off x="1130427" y="8266176"/>
            <a:ext cx="30061" cy="465070"/>
          </a:xfrm>
          <a:custGeom>
            <a:avLst/>
            <a:gdLst/>
            <a:ahLst/>
            <a:cxnLst/>
            <a:rect l="0" t="0" r="r" b="b"/>
            <a:pathLst>
              <a:path w="3287" h="50861" fill="norm" stroke="1" extrusionOk="0">
                <a:moveTo>
                  <a:pt x="0" y="0"/>
                </a:moveTo>
                <a:lnTo>
                  <a:pt x="3287" y="0"/>
                </a:lnTo>
                <a:lnTo>
                  <a:pt x="3287" y="50861"/>
                </a:lnTo>
                <a:lnTo>
                  <a:pt x="0" y="50346"/>
                </a:lnTo>
                <a:close/>
              </a:path>
            </a:pathLst>
          </a:custGeom>
          <a:gradFill rotWithShape="1">
            <a:gsLst>
              <a:gs pos="0">
                <a:srgbClr val="00C7FE"/>
              </a:gs>
              <a:gs pos="100000">
                <a:srgbClr val="73E0FE"/>
              </a:gs>
            </a:gsLst>
            <a:lin ang="5400000" scaled="1"/>
            <a:tileRect/>
          </a:gradFill>
          <a:ln w="0" cap="rnd" cmpd="sng" algn="ctr">
            <a:solidFill>
              <a:srgbClr val="FFFFFF">
                <a:alpha val="0"/>
              </a:srgbClr>
            </a:solidFill>
            <a:round/>
            <a:headEnd type="none"/>
            <a:tailEnd type="none"/>
          </a:ln>
        </p:spPr>
      </p:sp>
      <p:sp>
        <p:nvSpPr>
          <p:cNvPr id="1251" name="latent representation and attention / 1230 OUT upper color"/>
          <p:cNvSpPr/>
          <p:nvPr/>
        </p:nvSpPr>
        <p:spPr>
          <a:xfrm>
            <a:off x="1157288" y="7796933"/>
            <a:ext cx="30061" cy="469243"/>
          </a:xfrm>
          <a:custGeom>
            <a:avLst/>
            <a:gdLst/>
            <a:ahLst/>
            <a:cxnLst/>
            <a:rect l="0" t="0" r="r" b="b"/>
            <a:pathLst>
              <a:path w="3287" h="51317" fill="norm" stroke="1" extrusionOk="0">
                <a:moveTo>
                  <a:pt x="0" y="456"/>
                </a:moveTo>
                <a:lnTo>
                  <a:pt x="3287" y="0"/>
                </a:lnTo>
                <a:lnTo>
                  <a:pt x="3287" y="51317"/>
                </a:lnTo>
                <a:lnTo>
                  <a:pt x="0" y="51317"/>
                </a:lnTo>
                <a:close/>
              </a:path>
            </a:pathLst>
          </a:custGeom>
          <a:gradFill rotWithShape="1">
            <a:gsLst>
              <a:gs pos="0">
                <a:srgbClr val="73E4F8"/>
              </a:gs>
              <a:gs pos="100000">
                <a:srgbClr val="01CDF3"/>
              </a:gs>
            </a:gsLst>
            <a:lin ang="5400000" scaled="1"/>
            <a:tileRect/>
          </a:gradFill>
          <a:ln w="0" cap="rnd" cmpd="sng" algn="ctr">
            <a:solidFill>
              <a:srgbClr val="FFFFFF">
                <a:alpha val="0"/>
              </a:srgbClr>
            </a:solidFill>
            <a:round/>
            <a:headEnd type="none"/>
            <a:tailEnd type="none"/>
          </a:ln>
        </p:spPr>
      </p:sp>
      <p:sp>
        <p:nvSpPr>
          <p:cNvPr id="1252" name="latent representation and attention / 1231 OUT lower color"/>
          <p:cNvSpPr/>
          <p:nvPr/>
        </p:nvSpPr>
        <p:spPr>
          <a:xfrm>
            <a:off x="1157288" y="8266176"/>
            <a:ext cx="30061" cy="469243"/>
          </a:xfrm>
          <a:custGeom>
            <a:avLst/>
            <a:gdLst/>
            <a:ahLst/>
            <a:cxnLst/>
            <a:rect l="0" t="0" r="r" b="b"/>
            <a:pathLst>
              <a:path w="3287" h="51317" fill="norm" stroke="1" extrusionOk="0">
                <a:moveTo>
                  <a:pt x="0" y="0"/>
                </a:moveTo>
                <a:lnTo>
                  <a:pt x="3287" y="0"/>
                </a:lnTo>
                <a:lnTo>
                  <a:pt x="3287" y="51317"/>
                </a:lnTo>
                <a:lnTo>
                  <a:pt x="0" y="50861"/>
                </a:lnTo>
                <a:close/>
              </a:path>
            </a:pathLst>
          </a:custGeom>
          <a:gradFill rotWithShape="1">
            <a:gsLst>
              <a:gs pos="0">
                <a:srgbClr val="01CDF3"/>
              </a:gs>
              <a:gs pos="100000">
                <a:srgbClr val="73E4F8"/>
              </a:gs>
            </a:gsLst>
            <a:lin ang="5400000" scaled="1"/>
            <a:tileRect/>
          </a:gradFill>
          <a:ln w="0" cap="rnd" cmpd="sng" algn="ctr">
            <a:solidFill>
              <a:srgbClr val="FFFFFF">
                <a:alpha val="0"/>
              </a:srgbClr>
            </a:solidFill>
            <a:round/>
            <a:headEnd type="none"/>
            <a:tailEnd type="none"/>
          </a:ln>
        </p:spPr>
      </p:sp>
      <p:sp>
        <p:nvSpPr>
          <p:cNvPr id="1253" name="latent representation and attention / 1232 OUT upper color"/>
          <p:cNvSpPr/>
          <p:nvPr/>
        </p:nvSpPr>
        <p:spPr>
          <a:xfrm>
            <a:off x="1184148" y="7793281"/>
            <a:ext cx="30061" cy="472895"/>
          </a:xfrm>
          <a:custGeom>
            <a:avLst/>
            <a:gdLst/>
            <a:ahLst/>
            <a:cxnLst/>
            <a:rect l="0" t="0" r="r" b="b"/>
            <a:pathLst>
              <a:path w="3287" h="51716" fill="norm" stroke="1" extrusionOk="0">
                <a:moveTo>
                  <a:pt x="0" y="399"/>
                </a:moveTo>
                <a:lnTo>
                  <a:pt x="3287" y="0"/>
                </a:lnTo>
                <a:lnTo>
                  <a:pt x="3287" y="51716"/>
                </a:lnTo>
                <a:lnTo>
                  <a:pt x="0" y="51716"/>
                </a:lnTo>
                <a:close/>
              </a:path>
            </a:pathLst>
          </a:custGeom>
          <a:gradFill rotWithShape="1">
            <a:gsLst>
              <a:gs pos="0">
                <a:srgbClr val="74E6EB"/>
              </a:gs>
              <a:gs pos="100000">
                <a:srgbClr val="03D2DB"/>
              </a:gs>
            </a:gsLst>
            <a:lin ang="5400000" scaled="1"/>
            <a:tileRect/>
          </a:gradFill>
          <a:ln w="0" cap="rnd" cmpd="sng" algn="ctr">
            <a:solidFill>
              <a:srgbClr val="FFFFFF">
                <a:alpha val="0"/>
              </a:srgbClr>
            </a:solidFill>
            <a:round/>
            <a:headEnd type="none"/>
            <a:tailEnd type="none"/>
          </a:ln>
        </p:spPr>
      </p:sp>
      <p:sp>
        <p:nvSpPr>
          <p:cNvPr id="1254" name="latent representation and attention / 1233 OUT lower color"/>
          <p:cNvSpPr/>
          <p:nvPr/>
        </p:nvSpPr>
        <p:spPr>
          <a:xfrm>
            <a:off x="1184148" y="8266176"/>
            <a:ext cx="30061" cy="472895"/>
          </a:xfrm>
          <a:custGeom>
            <a:avLst/>
            <a:gdLst/>
            <a:ahLst/>
            <a:cxnLst/>
            <a:rect l="0" t="0" r="r" b="b"/>
            <a:pathLst>
              <a:path w="3287" h="51716" fill="norm" stroke="1" extrusionOk="0">
                <a:moveTo>
                  <a:pt x="0" y="0"/>
                </a:moveTo>
                <a:lnTo>
                  <a:pt x="3287" y="0"/>
                </a:lnTo>
                <a:lnTo>
                  <a:pt x="3287" y="51716"/>
                </a:lnTo>
                <a:lnTo>
                  <a:pt x="0" y="51317"/>
                </a:lnTo>
                <a:close/>
              </a:path>
            </a:pathLst>
          </a:custGeom>
          <a:gradFill rotWithShape="1">
            <a:gsLst>
              <a:gs pos="0">
                <a:srgbClr val="03D2DB"/>
              </a:gs>
              <a:gs pos="100000">
                <a:srgbClr val="74E6EB"/>
              </a:gs>
            </a:gsLst>
            <a:lin ang="5400000" scaled="1"/>
            <a:tileRect/>
          </a:gradFill>
          <a:ln w="0" cap="rnd" cmpd="sng" algn="ctr">
            <a:solidFill>
              <a:srgbClr val="FFFFFF">
                <a:alpha val="0"/>
              </a:srgbClr>
            </a:solidFill>
            <a:round/>
            <a:headEnd type="none"/>
            <a:tailEnd type="none"/>
          </a:ln>
        </p:spPr>
      </p:sp>
      <p:sp>
        <p:nvSpPr>
          <p:cNvPr id="1255" name="latent representation and attention / 1234 OUT upper color"/>
          <p:cNvSpPr/>
          <p:nvPr/>
        </p:nvSpPr>
        <p:spPr>
          <a:xfrm>
            <a:off x="1211008" y="7790139"/>
            <a:ext cx="30061" cy="476037"/>
          </a:xfrm>
          <a:custGeom>
            <a:avLst/>
            <a:gdLst/>
            <a:ahLst/>
            <a:cxnLst/>
            <a:rect l="0" t="0" r="r" b="b"/>
            <a:pathLst>
              <a:path w="3287" h="52060" fill="norm" stroke="1" extrusionOk="0">
                <a:moveTo>
                  <a:pt x="0" y="344"/>
                </a:moveTo>
                <a:lnTo>
                  <a:pt x="3287" y="0"/>
                </a:lnTo>
                <a:lnTo>
                  <a:pt x="3287" y="52060"/>
                </a:lnTo>
                <a:lnTo>
                  <a:pt x="0" y="52060"/>
                </a:lnTo>
                <a:close/>
              </a:path>
            </a:pathLst>
          </a:custGeom>
          <a:gradFill rotWithShape="1">
            <a:gsLst>
              <a:gs pos="0">
                <a:srgbClr val="76E9DD"/>
              </a:gs>
              <a:gs pos="100000">
                <a:srgbClr val="05D7C2"/>
              </a:gs>
            </a:gsLst>
            <a:lin ang="5400000" scaled="1"/>
            <a:tileRect/>
          </a:gradFill>
          <a:ln w="0" cap="rnd" cmpd="sng" algn="ctr">
            <a:solidFill>
              <a:srgbClr val="FFFFFF">
                <a:alpha val="0"/>
              </a:srgbClr>
            </a:solidFill>
            <a:round/>
            <a:headEnd type="none"/>
            <a:tailEnd type="none"/>
          </a:ln>
        </p:spPr>
      </p:sp>
      <p:sp>
        <p:nvSpPr>
          <p:cNvPr id="1256" name="latent representation and attention / 1235 OUT lower color"/>
          <p:cNvSpPr/>
          <p:nvPr/>
        </p:nvSpPr>
        <p:spPr>
          <a:xfrm>
            <a:off x="1211008" y="8266176"/>
            <a:ext cx="30061" cy="476037"/>
          </a:xfrm>
          <a:custGeom>
            <a:avLst/>
            <a:gdLst/>
            <a:ahLst/>
            <a:cxnLst/>
            <a:rect l="0" t="0" r="r" b="b"/>
            <a:pathLst>
              <a:path w="3287" h="52060" fill="norm" stroke="1" extrusionOk="0">
                <a:moveTo>
                  <a:pt x="0" y="0"/>
                </a:moveTo>
                <a:lnTo>
                  <a:pt x="3287" y="0"/>
                </a:lnTo>
                <a:lnTo>
                  <a:pt x="3287" y="52060"/>
                </a:lnTo>
                <a:lnTo>
                  <a:pt x="0" y="51716"/>
                </a:lnTo>
                <a:close/>
              </a:path>
            </a:pathLst>
          </a:custGeom>
          <a:gradFill rotWithShape="1">
            <a:gsLst>
              <a:gs pos="0">
                <a:srgbClr val="05D7C2"/>
              </a:gs>
              <a:gs pos="100000">
                <a:srgbClr val="76E9DD"/>
              </a:gs>
            </a:gsLst>
            <a:lin ang="5400000" scaled="1"/>
            <a:tileRect/>
          </a:gradFill>
          <a:ln w="0" cap="rnd" cmpd="sng" algn="ctr">
            <a:solidFill>
              <a:srgbClr val="FFFFFF">
                <a:alpha val="0"/>
              </a:srgbClr>
            </a:solidFill>
            <a:round/>
            <a:headEnd type="none"/>
            <a:tailEnd type="none"/>
          </a:ln>
        </p:spPr>
      </p:sp>
      <p:sp>
        <p:nvSpPr>
          <p:cNvPr id="1257" name="latent representation and attention / 1236 OUT upper color"/>
          <p:cNvSpPr/>
          <p:nvPr/>
        </p:nvSpPr>
        <p:spPr>
          <a:xfrm>
            <a:off x="1237869" y="7787496"/>
            <a:ext cx="30061" cy="478680"/>
          </a:xfrm>
          <a:custGeom>
            <a:avLst/>
            <a:gdLst/>
            <a:ahLst/>
            <a:cxnLst/>
            <a:rect l="0" t="0" r="r" b="b"/>
            <a:pathLst>
              <a:path w="3287" h="52349" fill="norm" stroke="1" extrusionOk="0">
                <a:moveTo>
                  <a:pt x="0" y="289"/>
                </a:moveTo>
                <a:lnTo>
                  <a:pt x="3287" y="0"/>
                </a:lnTo>
                <a:lnTo>
                  <a:pt x="3287" y="52349"/>
                </a:lnTo>
                <a:lnTo>
                  <a:pt x="0" y="52349"/>
                </a:lnTo>
                <a:close/>
              </a:path>
            </a:pathLst>
          </a:custGeom>
          <a:gradFill rotWithShape="1">
            <a:gsLst>
              <a:gs pos="0">
                <a:srgbClr val="77ECD0"/>
              </a:gs>
              <a:gs pos="100000">
                <a:srgbClr val="07DDAA"/>
              </a:gs>
            </a:gsLst>
            <a:lin ang="5400000" scaled="1"/>
            <a:tileRect/>
          </a:gradFill>
          <a:ln w="0" cap="rnd" cmpd="sng" algn="ctr">
            <a:solidFill>
              <a:srgbClr val="FFFFFF">
                <a:alpha val="0"/>
              </a:srgbClr>
            </a:solidFill>
            <a:round/>
            <a:headEnd type="none"/>
            <a:tailEnd type="none"/>
          </a:ln>
        </p:spPr>
      </p:sp>
      <p:sp>
        <p:nvSpPr>
          <p:cNvPr id="1258" name="latent representation and attention / 1237 OUT lower color"/>
          <p:cNvSpPr/>
          <p:nvPr/>
        </p:nvSpPr>
        <p:spPr>
          <a:xfrm>
            <a:off x="1237869" y="8266176"/>
            <a:ext cx="30061" cy="478680"/>
          </a:xfrm>
          <a:custGeom>
            <a:avLst/>
            <a:gdLst/>
            <a:ahLst/>
            <a:cxnLst/>
            <a:rect l="0" t="0" r="r" b="b"/>
            <a:pathLst>
              <a:path w="3287" h="52349" fill="norm" stroke="1" extrusionOk="0">
                <a:moveTo>
                  <a:pt x="0" y="0"/>
                </a:moveTo>
                <a:lnTo>
                  <a:pt x="3287" y="0"/>
                </a:lnTo>
                <a:lnTo>
                  <a:pt x="3287" y="52349"/>
                </a:lnTo>
                <a:lnTo>
                  <a:pt x="0" y="52060"/>
                </a:lnTo>
                <a:close/>
              </a:path>
            </a:pathLst>
          </a:custGeom>
          <a:gradFill rotWithShape="1">
            <a:gsLst>
              <a:gs pos="0">
                <a:srgbClr val="07DDAA"/>
              </a:gs>
              <a:gs pos="100000">
                <a:srgbClr val="77ECD0"/>
              </a:gs>
            </a:gsLst>
            <a:lin ang="5400000" scaled="1"/>
            <a:tileRect/>
          </a:gradFill>
          <a:ln w="0" cap="rnd" cmpd="sng" algn="ctr">
            <a:solidFill>
              <a:srgbClr val="FFFFFF">
                <a:alpha val="0"/>
              </a:srgbClr>
            </a:solidFill>
            <a:round/>
            <a:headEnd type="none"/>
            <a:tailEnd type="none"/>
          </a:ln>
        </p:spPr>
      </p:sp>
      <p:sp>
        <p:nvSpPr>
          <p:cNvPr id="1259" name="latent representation and attention / 1238 OUT upper color"/>
          <p:cNvSpPr/>
          <p:nvPr/>
        </p:nvSpPr>
        <p:spPr>
          <a:xfrm>
            <a:off x="1264730" y="7785345"/>
            <a:ext cx="30061" cy="480831"/>
          </a:xfrm>
          <a:custGeom>
            <a:avLst/>
            <a:gdLst/>
            <a:ahLst/>
            <a:cxnLst/>
            <a:rect l="0" t="0" r="r" b="b"/>
            <a:pathLst>
              <a:path w="3287" h="52584" fill="norm" stroke="1" extrusionOk="0">
                <a:moveTo>
                  <a:pt x="0" y="235"/>
                </a:moveTo>
                <a:lnTo>
                  <a:pt x="3287" y="0"/>
                </a:lnTo>
                <a:lnTo>
                  <a:pt x="3287" y="52584"/>
                </a:lnTo>
                <a:lnTo>
                  <a:pt x="0" y="52584"/>
                </a:lnTo>
                <a:close/>
              </a:path>
            </a:pathLst>
          </a:custGeom>
          <a:gradFill rotWithShape="1">
            <a:gsLst>
              <a:gs pos="0">
                <a:srgbClr val="78EFC3"/>
              </a:gs>
              <a:gs pos="100000">
                <a:srgbClr val="09E292"/>
              </a:gs>
            </a:gsLst>
            <a:lin ang="5400000" scaled="1"/>
            <a:tileRect/>
          </a:gradFill>
          <a:ln w="0" cap="rnd" cmpd="sng" algn="ctr">
            <a:solidFill>
              <a:srgbClr val="FFFFFF">
                <a:alpha val="0"/>
              </a:srgbClr>
            </a:solidFill>
            <a:round/>
            <a:headEnd type="none"/>
            <a:tailEnd type="none"/>
          </a:ln>
        </p:spPr>
      </p:sp>
      <p:sp>
        <p:nvSpPr>
          <p:cNvPr id="1260" name="latent representation and attention / 1239 OUT lower color"/>
          <p:cNvSpPr/>
          <p:nvPr/>
        </p:nvSpPr>
        <p:spPr>
          <a:xfrm>
            <a:off x="1264730" y="8266176"/>
            <a:ext cx="30061" cy="480831"/>
          </a:xfrm>
          <a:custGeom>
            <a:avLst/>
            <a:gdLst/>
            <a:ahLst/>
            <a:cxnLst/>
            <a:rect l="0" t="0" r="r" b="b"/>
            <a:pathLst>
              <a:path w="3287" h="52584" fill="norm" stroke="1" extrusionOk="0">
                <a:moveTo>
                  <a:pt x="0" y="0"/>
                </a:moveTo>
                <a:lnTo>
                  <a:pt x="3287" y="0"/>
                </a:lnTo>
                <a:lnTo>
                  <a:pt x="3287" y="52584"/>
                </a:lnTo>
                <a:lnTo>
                  <a:pt x="0" y="52349"/>
                </a:lnTo>
                <a:close/>
              </a:path>
            </a:pathLst>
          </a:custGeom>
          <a:gradFill rotWithShape="1">
            <a:gsLst>
              <a:gs pos="0">
                <a:srgbClr val="09E292"/>
              </a:gs>
              <a:gs pos="100000">
                <a:srgbClr val="78EFC3"/>
              </a:gs>
            </a:gsLst>
            <a:lin ang="5400000" scaled="1"/>
            <a:tileRect/>
          </a:gradFill>
          <a:ln w="0" cap="rnd" cmpd="sng" algn="ctr">
            <a:solidFill>
              <a:srgbClr val="FFFFFF">
                <a:alpha val="0"/>
              </a:srgbClr>
            </a:solidFill>
            <a:round/>
            <a:headEnd type="none"/>
            <a:tailEnd type="none"/>
          </a:ln>
        </p:spPr>
      </p:sp>
      <p:sp>
        <p:nvSpPr>
          <p:cNvPr id="1261" name="latent representation and attention / 1240 OUT upper color"/>
          <p:cNvSpPr/>
          <p:nvPr/>
        </p:nvSpPr>
        <p:spPr>
          <a:xfrm>
            <a:off x="1291590" y="7783678"/>
            <a:ext cx="30061" cy="482498"/>
          </a:xfrm>
          <a:custGeom>
            <a:avLst/>
            <a:gdLst/>
            <a:ahLst/>
            <a:cxnLst/>
            <a:rect l="0" t="0" r="r" b="b"/>
            <a:pathLst>
              <a:path w="3287" h="52767" fill="norm" stroke="1" extrusionOk="0">
                <a:moveTo>
                  <a:pt x="0" y="182"/>
                </a:moveTo>
                <a:lnTo>
                  <a:pt x="3287" y="0"/>
                </a:lnTo>
                <a:lnTo>
                  <a:pt x="3287" y="52767"/>
                </a:lnTo>
                <a:lnTo>
                  <a:pt x="0" y="52767"/>
                </a:lnTo>
                <a:close/>
              </a:path>
            </a:pathLst>
          </a:custGeom>
          <a:gradFill rotWithShape="1">
            <a:gsLst>
              <a:gs pos="0">
                <a:srgbClr val="79F2B6"/>
              </a:gs>
              <a:gs pos="100000">
                <a:srgbClr val="0CE87A"/>
              </a:gs>
            </a:gsLst>
            <a:lin ang="5400000" scaled="1"/>
            <a:tileRect/>
          </a:gradFill>
          <a:ln w="0" cap="rnd" cmpd="sng" algn="ctr">
            <a:solidFill>
              <a:srgbClr val="FFFFFF">
                <a:alpha val="0"/>
              </a:srgbClr>
            </a:solidFill>
            <a:round/>
            <a:headEnd type="none"/>
            <a:tailEnd type="none"/>
          </a:ln>
        </p:spPr>
      </p:sp>
      <p:sp>
        <p:nvSpPr>
          <p:cNvPr id="1262" name="latent representation and attention / 1241 OUT lower color"/>
          <p:cNvSpPr/>
          <p:nvPr/>
        </p:nvSpPr>
        <p:spPr>
          <a:xfrm>
            <a:off x="1291590" y="8266176"/>
            <a:ext cx="30061" cy="482498"/>
          </a:xfrm>
          <a:custGeom>
            <a:avLst/>
            <a:gdLst/>
            <a:ahLst/>
            <a:cxnLst/>
            <a:rect l="0" t="0" r="r" b="b"/>
            <a:pathLst>
              <a:path w="3287" h="52767" fill="norm" stroke="1" extrusionOk="0">
                <a:moveTo>
                  <a:pt x="0" y="0"/>
                </a:moveTo>
                <a:lnTo>
                  <a:pt x="3287" y="0"/>
                </a:lnTo>
                <a:lnTo>
                  <a:pt x="3287" y="52767"/>
                </a:lnTo>
                <a:lnTo>
                  <a:pt x="0" y="52584"/>
                </a:lnTo>
                <a:close/>
              </a:path>
            </a:pathLst>
          </a:custGeom>
          <a:gradFill rotWithShape="1">
            <a:gsLst>
              <a:gs pos="0">
                <a:srgbClr val="0CE87A"/>
              </a:gs>
              <a:gs pos="100000">
                <a:srgbClr val="79F2B6"/>
              </a:gs>
            </a:gsLst>
            <a:lin ang="5400000" scaled="1"/>
            <a:tileRect/>
          </a:gradFill>
          <a:ln w="0" cap="rnd" cmpd="sng" algn="ctr">
            <a:solidFill>
              <a:srgbClr val="FFFFFF">
                <a:alpha val="0"/>
              </a:srgbClr>
            </a:solidFill>
            <a:round/>
            <a:headEnd type="none"/>
            <a:tailEnd type="none"/>
          </a:ln>
        </p:spPr>
      </p:sp>
      <p:sp>
        <p:nvSpPr>
          <p:cNvPr id="1263" name="latent representation and attention / 1242 OUT upper color"/>
          <p:cNvSpPr/>
          <p:nvPr/>
        </p:nvSpPr>
        <p:spPr>
          <a:xfrm>
            <a:off x="1318450" y="7782491"/>
            <a:ext cx="30061" cy="483685"/>
          </a:xfrm>
          <a:custGeom>
            <a:avLst/>
            <a:gdLst/>
            <a:ahLst/>
            <a:cxnLst/>
            <a:rect l="0" t="0" r="r" b="b"/>
            <a:pathLst>
              <a:path w="3287" h="52896" fill="norm" stroke="1" extrusionOk="0">
                <a:moveTo>
                  <a:pt x="0" y="130"/>
                </a:moveTo>
                <a:lnTo>
                  <a:pt x="3287" y="0"/>
                </a:lnTo>
                <a:lnTo>
                  <a:pt x="3287" y="52896"/>
                </a:lnTo>
                <a:lnTo>
                  <a:pt x="0" y="52896"/>
                </a:lnTo>
                <a:close/>
              </a:path>
            </a:pathLst>
          </a:custGeom>
          <a:gradFill rotWithShape="1">
            <a:gsLst>
              <a:gs pos="0">
                <a:srgbClr val="7AF5A9"/>
              </a:gs>
              <a:gs pos="100000">
                <a:srgbClr val="0EED62"/>
              </a:gs>
            </a:gsLst>
            <a:lin ang="5400000" scaled="1"/>
            <a:tileRect/>
          </a:gradFill>
          <a:ln w="0" cap="rnd" cmpd="sng" algn="ctr">
            <a:solidFill>
              <a:srgbClr val="FFFFFF">
                <a:alpha val="0"/>
              </a:srgbClr>
            </a:solidFill>
            <a:round/>
            <a:headEnd type="none"/>
            <a:tailEnd type="none"/>
          </a:ln>
        </p:spPr>
      </p:sp>
      <p:sp>
        <p:nvSpPr>
          <p:cNvPr id="1264" name="latent representation and attention / 1243 OUT lower color"/>
          <p:cNvSpPr/>
          <p:nvPr/>
        </p:nvSpPr>
        <p:spPr>
          <a:xfrm>
            <a:off x="1318450" y="8266176"/>
            <a:ext cx="30061" cy="483685"/>
          </a:xfrm>
          <a:custGeom>
            <a:avLst/>
            <a:gdLst/>
            <a:ahLst/>
            <a:cxnLst/>
            <a:rect l="0" t="0" r="r" b="b"/>
            <a:pathLst>
              <a:path w="3287" h="52896" fill="norm" stroke="1" extrusionOk="0">
                <a:moveTo>
                  <a:pt x="0" y="0"/>
                </a:moveTo>
                <a:lnTo>
                  <a:pt x="3287" y="0"/>
                </a:lnTo>
                <a:lnTo>
                  <a:pt x="3287" y="52896"/>
                </a:lnTo>
                <a:lnTo>
                  <a:pt x="0" y="52767"/>
                </a:lnTo>
                <a:close/>
              </a:path>
            </a:pathLst>
          </a:custGeom>
          <a:gradFill rotWithShape="1">
            <a:gsLst>
              <a:gs pos="0">
                <a:srgbClr val="0EED62"/>
              </a:gs>
              <a:gs pos="100000">
                <a:srgbClr val="7AF5A9"/>
              </a:gs>
            </a:gsLst>
            <a:lin ang="5400000" scaled="1"/>
            <a:tileRect/>
          </a:gradFill>
          <a:ln w="0" cap="rnd" cmpd="sng" algn="ctr">
            <a:solidFill>
              <a:srgbClr val="FFFFFF">
                <a:alpha val="0"/>
              </a:srgbClr>
            </a:solidFill>
            <a:round/>
            <a:headEnd type="none"/>
            <a:tailEnd type="none"/>
          </a:ln>
        </p:spPr>
      </p:sp>
      <p:sp>
        <p:nvSpPr>
          <p:cNvPr id="1265" name="latent representation and attention / 1244 OUT upper color"/>
          <p:cNvSpPr/>
          <p:nvPr/>
        </p:nvSpPr>
        <p:spPr>
          <a:xfrm>
            <a:off x="1345311" y="7781781"/>
            <a:ext cx="30061" cy="484395"/>
          </a:xfrm>
          <a:custGeom>
            <a:avLst/>
            <a:gdLst/>
            <a:ahLst/>
            <a:cxnLst/>
            <a:rect l="0" t="0" r="r" b="b"/>
            <a:pathLst>
              <a:path w="3287" h="52974" fill="norm" stroke="1" extrusionOk="0">
                <a:moveTo>
                  <a:pt x="0" y="78"/>
                </a:moveTo>
                <a:lnTo>
                  <a:pt x="3287" y="0"/>
                </a:lnTo>
                <a:lnTo>
                  <a:pt x="3287" y="52974"/>
                </a:lnTo>
                <a:lnTo>
                  <a:pt x="0" y="52974"/>
                </a:lnTo>
                <a:close/>
              </a:path>
            </a:pathLst>
          </a:custGeom>
          <a:gradFill rotWithShape="1">
            <a:gsLst>
              <a:gs pos="0">
                <a:srgbClr val="7CF89B"/>
              </a:gs>
              <a:gs pos="100000">
                <a:srgbClr val="10F349"/>
              </a:gs>
            </a:gsLst>
            <a:lin ang="5400000" scaled="1"/>
            <a:tileRect/>
          </a:gradFill>
          <a:ln w="0" cap="rnd" cmpd="sng" algn="ctr">
            <a:solidFill>
              <a:srgbClr val="FFFFFF">
                <a:alpha val="0"/>
              </a:srgbClr>
            </a:solidFill>
            <a:round/>
            <a:headEnd type="none"/>
            <a:tailEnd type="none"/>
          </a:ln>
        </p:spPr>
      </p:sp>
      <p:sp>
        <p:nvSpPr>
          <p:cNvPr id="1266" name="latent representation and attention / 1245 OUT lower color"/>
          <p:cNvSpPr/>
          <p:nvPr/>
        </p:nvSpPr>
        <p:spPr>
          <a:xfrm>
            <a:off x="1345311" y="8266176"/>
            <a:ext cx="30061" cy="484395"/>
          </a:xfrm>
          <a:custGeom>
            <a:avLst/>
            <a:gdLst/>
            <a:ahLst/>
            <a:cxnLst/>
            <a:rect l="0" t="0" r="r" b="b"/>
            <a:pathLst>
              <a:path w="3287" h="52974" fill="norm" stroke="1" extrusionOk="0">
                <a:moveTo>
                  <a:pt x="0" y="0"/>
                </a:moveTo>
                <a:lnTo>
                  <a:pt x="3287" y="0"/>
                </a:lnTo>
                <a:lnTo>
                  <a:pt x="3287" y="52974"/>
                </a:lnTo>
                <a:lnTo>
                  <a:pt x="0" y="52896"/>
                </a:lnTo>
                <a:close/>
              </a:path>
            </a:pathLst>
          </a:custGeom>
          <a:gradFill rotWithShape="1">
            <a:gsLst>
              <a:gs pos="0">
                <a:srgbClr val="10F349"/>
              </a:gs>
              <a:gs pos="100000">
                <a:srgbClr val="7CF89B"/>
              </a:gs>
            </a:gsLst>
            <a:lin ang="5400000" scaled="1"/>
            <a:tileRect/>
          </a:gradFill>
          <a:ln w="0" cap="rnd" cmpd="sng" algn="ctr">
            <a:solidFill>
              <a:srgbClr val="FFFFFF">
                <a:alpha val="0"/>
              </a:srgbClr>
            </a:solidFill>
            <a:round/>
            <a:headEnd type="none"/>
            <a:tailEnd type="none"/>
          </a:ln>
        </p:spPr>
      </p:sp>
      <p:sp>
        <p:nvSpPr>
          <p:cNvPr id="1267" name="latent representation and attention / 1246 OUT upper color"/>
          <p:cNvSpPr/>
          <p:nvPr/>
        </p:nvSpPr>
        <p:spPr>
          <a:xfrm>
            <a:off x="1372172" y="7781544"/>
            <a:ext cx="30061" cy="484632"/>
          </a:xfrm>
          <a:custGeom>
            <a:avLst/>
            <a:gdLst/>
            <a:ahLst/>
            <a:cxnLst/>
            <a:rect l="0" t="0" r="r" b="b"/>
            <a:pathLst>
              <a:path w="3287" h="53000" fill="norm" stroke="1" extrusionOk="0">
                <a:moveTo>
                  <a:pt x="0" y="26"/>
                </a:moveTo>
                <a:lnTo>
                  <a:pt x="3287" y="0"/>
                </a:lnTo>
                <a:lnTo>
                  <a:pt x="3287" y="53000"/>
                </a:lnTo>
                <a:lnTo>
                  <a:pt x="0" y="53000"/>
                </a:lnTo>
                <a:close/>
              </a:path>
            </a:pathLst>
          </a:custGeom>
          <a:gradFill rotWithShape="1">
            <a:gsLst>
              <a:gs pos="0">
                <a:srgbClr val="7DFB8E"/>
              </a:gs>
              <a:gs pos="100000">
                <a:srgbClr val="12F831"/>
              </a:gs>
            </a:gsLst>
            <a:lin ang="5400000" scaled="1"/>
            <a:tileRect/>
          </a:gradFill>
          <a:ln w="0" cap="rnd" cmpd="sng" algn="ctr">
            <a:solidFill>
              <a:srgbClr val="FFFFFF">
                <a:alpha val="0"/>
              </a:srgbClr>
            </a:solidFill>
            <a:round/>
            <a:headEnd type="none"/>
            <a:tailEnd type="none"/>
          </a:ln>
        </p:spPr>
      </p:sp>
      <p:sp>
        <p:nvSpPr>
          <p:cNvPr id="1268" name="latent representation and attention / 1247 OUT lower color"/>
          <p:cNvSpPr/>
          <p:nvPr/>
        </p:nvSpPr>
        <p:spPr>
          <a:xfrm>
            <a:off x="1372172" y="8266176"/>
            <a:ext cx="30061" cy="484632"/>
          </a:xfrm>
          <a:custGeom>
            <a:avLst/>
            <a:gdLst/>
            <a:ahLst/>
            <a:cxnLst/>
            <a:rect l="0" t="0" r="r" b="b"/>
            <a:pathLst>
              <a:path w="3287" h="53000" fill="norm" stroke="1" extrusionOk="0">
                <a:moveTo>
                  <a:pt x="0" y="0"/>
                </a:moveTo>
                <a:lnTo>
                  <a:pt x="3287" y="0"/>
                </a:lnTo>
                <a:lnTo>
                  <a:pt x="3287" y="53000"/>
                </a:lnTo>
                <a:lnTo>
                  <a:pt x="0" y="52974"/>
                </a:lnTo>
                <a:close/>
              </a:path>
            </a:pathLst>
          </a:custGeom>
          <a:gradFill rotWithShape="1">
            <a:gsLst>
              <a:gs pos="0">
                <a:srgbClr val="12F831"/>
              </a:gs>
              <a:gs pos="100000">
                <a:srgbClr val="7DFB8E"/>
              </a:gs>
            </a:gsLst>
            <a:lin ang="5400000" scaled="1"/>
            <a:tileRect/>
          </a:gradFill>
          <a:ln w="0" cap="rnd" cmpd="sng" algn="ctr">
            <a:solidFill>
              <a:srgbClr val="FFFFFF">
                <a:alpha val="0"/>
              </a:srgbClr>
            </a:solidFill>
            <a:round/>
            <a:headEnd type="none"/>
            <a:tailEnd type="none"/>
          </a:ln>
        </p:spPr>
      </p:sp>
      <p:sp>
        <p:nvSpPr>
          <p:cNvPr id="1269" name="latent representation and attention / 1248 OUT upper color"/>
          <p:cNvSpPr/>
          <p:nvPr/>
        </p:nvSpPr>
        <p:spPr>
          <a:xfrm>
            <a:off x="1399032" y="7781544"/>
            <a:ext cx="30061" cy="484632"/>
          </a:xfrm>
          <a:custGeom>
            <a:avLst/>
            <a:gdLst/>
            <a:ahLst/>
            <a:cxnLst/>
            <a:rect l="0" t="0" r="r" b="b"/>
            <a:pathLst>
              <a:path w="3287" h="53000" fill="norm" stroke="1" extrusionOk="0">
                <a:moveTo>
                  <a:pt x="0" y="0"/>
                </a:moveTo>
                <a:lnTo>
                  <a:pt x="3287" y="26"/>
                </a:lnTo>
                <a:lnTo>
                  <a:pt x="3287" y="53000"/>
                </a:lnTo>
                <a:lnTo>
                  <a:pt x="0" y="53000"/>
                </a:lnTo>
                <a:close/>
              </a:path>
            </a:pathLst>
          </a:custGeom>
          <a:gradFill rotWithShape="1">
            <a:gsLst>
              <a:gs pos="0">
                <a:srgbClr val="7FF98E"/>
              </a:gs>
              <a:gs pos="100000">
                <a:srgbClr val="17F431"/>
              </a:gs>
            </a:gsLst>
            <a:lin ang="5400000" scaled="1"/>
            <a:tileRect/>
          </a:gradFill>
          <a:ln w="0" cap="rnd" cmpd="sng" algn="ctr">
            <a:solidFill>
              <a:srgbClr val="FFFFFF">
                <a:alpha val="0"/>
              </a:srgbClr>
            </a:solidFill>
            <a:round/>
            <a:headEnd type="none"/>
            <a:tailEnd type="none"/>
          </a:ln>
        </p:spPr>
      </p:sp>
      <p:sp>
        <p:nvSpPr>
          <p:cNvPr id="1270" name="latent representation and attention / 1249 OUT lower color"/>
          <p:cNvSpPr/>
          <p:nvPr/>
        </p:nvSpPr>
        <p:spPr>
          <a:xfrm>
            <a:off x="1399032" y="8266176"/>
            <a:ext cx="30061" cy="484632"/>
          </a:xfrm>
          <a:custGeom>
            <a:avLst/>
            <a:gdLst/>
            <a:ahLst/>
            <a:cxnLst/>
            <a:rect l="0" t="0" r="r" b="b"/>
            <a:pathLst>
              <a:path w="3287" h="53000" fill="norm" stroke="1" extrusionOk="0">
                <a:moveTo>
                  <a:pt x="0" y="0"/>
                </a:moveTo>
                <a:lnTo>
                  <a:pt x="3287" y="0"/>
                </a:lnTo>
                <a:lnTo>
                  <a:pt x="3287" y="52974"/>
                </a:lnTo>
                <a:lnTo>
                  <a:pt x="0" y="53000"/>
                </a:lnTo>
                <a:close/>
              </a:path>
            </a:pathLst>
          </a:custGeom>
          <a:gradFill rotWithShape="1">
            <a:gsLst>
              <a:gs pos="0">
                <a:srgbClr val="17F431"/>
              </a:gs>
              <a:gs pos="100000">
                <a:srgbClr val="7FF98E"/>
              </a:gs>
            </a:gsLst>
            <a:lin ang="5400000" scaled="1"/>
            <a:tileRect/>
          </a:gradFill>
          <a:ln w="0" cap="rnd" cmpd="sng" algn="ctr">
            <a:solidFill>
              <a:srgbClr val="FFFFFF">
                <a:alpha val="0"/>
              </a:srgbClr>
            </a:solidFill>
            <a:round/>
            <a:headEnd type="none"/>
            <a:tailEnd type="none"/>
          </a:ln>
        </p:spPr>
      </p:sp>
      <p:sp>
        <p:nvSpPr>
          <p:cNvPr id="1271" name="latent representation and attention / 1250 OUT upper color"/>
          <p:cNvSpPr/>
          <p:nvPr/>
        </p:nvSpPr>
        <p:spPr>
          <a:xfrm>
            <a:off x="1425892" y="7781781"/>
            <a:ext cx="30061" cy="484395"/>
          </a:xfrm>
          <a:custGeom>
            <a:avLst/>
            <a:gdLst/>
            <a:ahLst/>
            <a:cxnLst/>
            <a:rect l="0" t="0" r="r" b="b"/>
            <a:pathLst>
              <a:path w="3287" h="52974" fill="norm" stroke="1" extrusionOk="0">
                <a:moveTo>
                  <a:pt x="0" y="0"/>
                </a:moveTo>
                <a:lnTo>
                  <a:pt x="3287" y="78"/>
                </a:lnTo>
                <a:lnTo>
                  <a:pt x="3287" y="52974"/>
                </a:lnTo>
                <a:lnTo>
                  <a:pt x="0" y="52974"/>
                </a:lnTo>
                <a:close/>
              </a:path>
            </a:pathLst>
          </a:custGeom>
          <a:gradFill rotWithShape="1">
            <a:gsLst>
              <a:gs pos="0">
                <a:srgbClr val="83F19B"/>
              </a:gs>
              <a:gs pos="100000">
                <a:srgbClr val="1EE649"/>
              </a:gs>
            </a:gsLst>
            <a:lin ang="5400000" scaled="1"/>
            <a:tileRect/>
          </a:gradFill>
          <a:ln w="0" cap="rnd" cmpd="sng" algn="ctr">
            <a:solidFill>
              <a:srgbClr val="FFFFFF">
                <a:alpha val="0"/>
              </a:srgbClr>
            </a:solidFill>
            <a:round/>
            <a:headEnd type="none"/>
            <a:tailEnd type="none"/>
          </a:ln>
        </p:spPr>
      </p:sp>
      <p:sp>
        <p:nvSpPr>
          <p:cNvPr id="1272" name="latent representation and attention / 1251 OUT lower color"/>
          <p:cNvSpPr/>
          <p:nvPr/>
        </p:nvSpPr>
        <p:spPr>
          <a:xfrm>
            <a:off x="1425892" y="8266176"/>
            <a:ext cx="30061" cy="484395"/>
          </a:xfrm>
          <a:custGeom>
            <a:avLst/>
            <a:gdLst/>
            <a:ahLst/>
            <a:cxnLst/>
            <a:rect l="0" t="0" r="r" b="b"/>
            <a:pathLst>
              <a:path w="3287" h="52974" fill="norm" stroke="1" extrusionOk="0">
                <a:moveTo>
                  <a:pt x="0" y="0"/>
                </a:moveTo>
                <a:lnTo>
                  <a:pt x="3287" y="0"/>
                </a:lnTo>
                <a:lnTo>
                  <a:pt x="3287" y="52896"/>
                </a:lnTo>
                <a:lnTo>
                  <a:pt x="0" y="52974"/>
                </a:lnTo>
                <a:close/>
              </a:path>
            </a:pathLst>
          </a:custGeom>
          <a:gradFill rotWithShape="1">
            <a:gsLst>
              <a:gs pos="0">
                <a:srgbClr val="1EE649"/>
              </a:gs>
              <a:gs pos="100000">
                <a:srgbClr val="83F19B"/>
              </a:gs>
            </a:gsLst>
            <a:lin ang="5400000" scaled="1"/>
            <a:tileRect/>
          </a:gradFill>
          <a:ln w="0" cap="rnd" cmpd="sng" algn="ctr">
            <a:solidFill>
              <a:srgbClr val="FFFFFF">
                <a:alpha val="0"/>
              </a:srgbClr>
            </a:solidFill>
            <a:round/>
            <a:headEnd type="none"/>
            <a:tailEnd type="none"/>
          </a:ln>
        </p:spPr>
      </p:sp>
      <p:sp>
        <p:nvSpPr>
          <p:cNvPr id="1273" name="latent representation and attention / 1252 OUT upper color"/>
          <p:cNvSpPr/>
          <p:nvPr/>
        </p:nvSpPr>
        <p:spPr>
          <a:xfrm>
            <a:off x="1452753" y="7782491"/>
            <a:ext cx="30061" cy="483685"/>
          </a:xfrm>
          <a:custGeom>
            <a:avLst/>
            <a:gdLst/>
            <a:ahLst/>
            <a:cxnLst/>
            <a:rect l="0" t="0" r="r" b="b"/>
            <a:pathLst>
              <a:path w="3287" h="52896" fill="norm" stroke="1" extrusionOk="0">
                <a:moveTo>
                  <a:pt x="0" y="0"/>
                </a:moveTo>
                <a:lnTo>
                  <a:pt x="3287" y="130"/>
                </a:lnTo>
                <a:lnTo>
                  <a:pt x="3287" y="52896"/>
                </a:lnTo>
                <a:lnTo>
                  <a:pt x="0" y="52896"/>
                </a:lnTo>
                <a:close/>
              </a:path>
            </a:pathLst>
          </a:custGeom>
          <a:gradFill rotWithShape="1">
            <a:gsLst>
              <a:gs pos="0">
                <a:srgbClr val="88EAA8"/>
              </a:gs>
              <a:gs pos="100000">
                <a:srgbClr val="26D961"/>
              </a:gs>
            </a:gsLst>
            <a:lin ang="5400000" scaled="1"/>
            <a:tileRect/>
          </a:gradFill>
          <a:ln w="0" cap="rnd" cmpd="sng" algn="ctr">
            <a:solidFill>
              <a:srgbClr val="FFFFFF">
                <a:alpha val="0"/>
              </a:srgbClr>
            </a:solidFill>
            <a:round/>
            <a:headEnd type="none"/>
            <a:tailEnd type="none"/>
          </a:ln>
        </p:spPr>
      </p:sp>
      <p:sp>
        <p:nvSpPr>
          <p:cNvPr id="1274" name="latent representation and attention / 1253 OUT lower color"/>
          <p:cNvSpPr/>
          <p:nvPr/>
        </p:nvSpPr>
        <p:spPr>
          <a:xfrm>
            <a:off x="1452753" y="8266176"/>
            <a:ext cx="30061" cy="483685"/>
          </a:xfrm>
          <a:custGeom>
            <a:avLst/>
            <a:gdLst/>
            <a:ahLst/>
            <a:cxnLst/>
            <a:rect l="0" t="0" r="r" b="b"/>
            <a:pathLst>
              <a:path w="3287" h="52896" fill="norm" stroke="1" extrusionOk="0">
                <a:moveTo>
                  <a:pt x="0" y="0"/>
                </a:moveTo>
                <a:lnTo>
                  <a:pt x="3287" y="0"/>
                </a:lnTo>
                <a:lnTo>
                  <a:pt x="3287" y="52767"/>
                </a:lnTo>
                <a:lnTo>
                  <a:pt x="0" y="52896"/>
                </a:lnTo>
                <a:close/>
              </a:path>
            </a:pathLst>
          </a:custGeom>
          <a:gradFill rotWithShape="1">
            <a:gsLst>
              <a:gs pos="0">
                <a:srgbClr val="26D961"/>
              </a:gs>
              <a:gs pos="100000">
                <a:srgbClr val="88EAA8"/>
              </a:gs>
            </a:gsLst>
            <a:lin ang="5400000" scaled="1"/>
            <a:tileRect/>
          </a:gradFill>
          <a:ln w="0" cap="rnd" cmpd="sng" algn="ctr">
            <a:solidFill>
              <a:srgbClr val="FFFFFF">
                <a:alpha val="0"/>
              </a:srgbClr>
            </a:solidFill>
            <a:round/>
            <a:headEnd type="none"/>
            <a:tailEnd type="none"/>
          </a:ln>
        </p:spPr>
      </p:sp>
      <p:sp>
        <p:nvSpPr>
          <p:cNvPr id="1275" name="latent representation and attention / 1254 OUT upper color"/>
          <p:cNvSpPr/>
          <p:nvPr/>
        </p:nvSpPr>
        <p:spPr>
          <a:xfrm>
            <a:off x="1479614" y="7783678"/>
            <a:ext cx="30061" cy="482498"/>
          </a:xfrm>
          <a:custGeom>
            <a:avLst/>
            <a:gdLst/>
            <a:ahLst/>
            <a:cxnLst/>
            <a:rect l="0" t="0" r="r" b="b"/>
            <a:pathLst>
              <a:path w="3287" h="52767" fill="norm" stroke="1" extrusionOk="0">
                <a:moveTo>
                  <a:pt x="0" y="0"/>
                </a:moveTo>
                <a:lnTo>
                  <a:pt x="3287" y="182"/>
                </a:lnTo>
                <a:lnTo>
                  <a:pt x="3287" y="52767"/>
                </a:lnTo>
                <a:lnTo>
                  <a:pt x="0" y="52767"/>
                </a:lnTo>
                <a:close/>
              </a:path>
            </a:pathLst>
          </a:custGeom>
          <a:gradFill rotWithShape="1">
            <a:gsLst>
              <a:gs pos="0">
                <a:srgbClr val="8CE2B5"/>
              </a:gs>
              <a:gs pos="100000">
                <a:srgbClr val="2DCB79"/>
              </a:gs>
            </a:gsLst>
            <a:lin ang="5400000" scaled="1"/>
            <a:tileRect/>
          </a:gradFill>
          <a:ln w="0" cap="rnd" cmpd="sng" algn="ctr">
            <a:solidFill>
              <a:srgbClr val="FFFFFF">
                <a:alpha val="0"/>
              </a:srgbClr>
            </a:solidFill>
            <a:round/>
            <a:headEnd type="none"/>
            <a:tailEnd type="none"/>
          </a:ln>
        </p:spPr>
      </p:sp>
      <p:sp>
        <p:nvSpPr>
          <p:cNvPr id="1276" name="latent representation and attention / 1255 OUT lower color"/>
          <p:cNvSpPr/>
          <p:nvPr/>
        </p:nvSpPr>
        <p:spPr>
          <a:xfrm>
            <a:off x="1479614" y="8266176"/>
            <a:ext cx="30061" cy="482498"/>
          </a:xfrm>
          <a:custGeom>
            <a:avLst/>
            <a:gdLst/>
            <a:ahLst/>
            <a:cxnLst/>
            <a:rect l="0" t="0" r="r" b="b"/>
            <a:pathLst>
              <a:path w="3287" h="52767" fill="norm" stroke="1" extrusionOk="0">
                <a:moveTo>
                  <a:pt x="0" y="0"/>
                </a:moveTo>
                <a:lnTo>
                  <a:pt x="3287" y="0"/>
                </a:lnTo>
                <a:lnTo>
                  <a:pt x="3287" y="52584"/>
                </a:lnTo>
                <a:lnTo>
                  <a:pt x="0" y="52767"/>
                </a:lnTo>
                <a:close/>
              </a:path>
            </a:pathLst>
          </a:custGeom>
          <a:gradFill rotWithShape="1">
            <a:gsLst>
              <a:gs pos="0">
                <a:srgbClr val="2DCB79"/>
              </a:gs>
              <a:gs pos="100000">
                <a:srgbClr val="8CE2B5"/>
              </a:gs>
            </a:gsLst>
            <a:lin ang="5400000" scaled="1"/>
            <a:tileRect/>
          </a:gradFill>
          <a:ln w="0" cap="rnd" cmpd="sng" algn="ctr">
            <a:solidFill>
              <a:srgbClr val="FFFFFF">
                <a:alpha val="0"/>
              </a:srgbClr>
            </a:solidFill>
            <a:round/>
            <a:headEnd type="none"/>
            <a:tailEnd type="none"/>
          </a:ln>
        </p:spPr>
      </p:sp>
      <p:sp>
        <p:nvSpPr>
          <p:cNvPr id="1277" name="latent representation and attention / 1256 OUT upper color"/>
          <p:cNvSpPr/>
          <p:nvPr/>
        </p:nvSpPr>
        <p:spPr>
          <a:xfrm>
            <a:off x="1506474" y="7785345"/>
            <a:ext cx="30061" cy="480831"/>
          </a:xfrm>
          <a:custGeom>
            <a:avLst/>
            <a:gdLst/>
            <a:ahLst/>
            <a:cxnLst/>
            <a:rect l="0" t="0" r="r" b="b"/>
            <a:pathLst>
              <a:path w="3287" h="52584" fill="norm" stroke="1" extrusionOk="0">
                <a:moveTo>
                  <a:pt x="0" y="0"/>
                </a:moveTo>
                <a:lnTo>
                  <a:pt x="3287" y="235"/>
                </a:lnTo>
                <a:lnTo>
                  <a:pt x="3287" y="52584"/>
                </a:lnTo>
                <a:lnTo>
                  <a:pt x="0" y="52584"/>
                </a:lnTo>
                <a:close/>
              </a:path>
            </a:pathLst>
          </a:custGeom>
          <a:gradFill rotWithShape="1">
            <a:gsLst>
              <a:gs pos="0">
                <a:srgbClr val="90DBC2"/>
              </a:gs>
              <a:gs pos="100000">
                <a:srgbClr val="35BD91"/>
              </a:gs>
            </a:gsLst>
            <a:lin ang="5400000" scaled="1"/>
            <a:tileRect/>
          </a:gradFill>
          <a:ln w="0" cap="rnd" cmpd="sng" algn="ctr">
            <a:solidFill>
              <a:srgbClr val="FFFFFF">
                <a:alpha val="0"/>
              </a:srgbClr>
            </a:solidFill>
            <a:round/>
            <a:headEnd type="none"/>
            <a:tailEnd type="none"/>
          </a:ln>
        </p:spPr>
      </p:sp>
      <p:sp>
        <p:nvSpPr>
          <p:cNvPr id="1278" name="latent representation and attention / 1257 OUT lower color"/>
          <p:cNvSpPr/>
          <p:nvPr/>
        </p:nvSpPr>
        <p:spPr>
          <a:xfrm>
            <a:off x="1506474" y="8266176"/>
            <a:ext cx="30061" cy="480831"/>
          </a:xfrm>
          <a:custGeom>
            <a:avLst/>
            <a:gdLst/>
            <a:ahLst/>
            <a:cxnLst/>
            <a:rect l="0" t="0" r="r" b="b"/>
            <a:pathLst>
              <a:path w="3287" h="52584" fill="norm" stroke="1" extrusionOk="0">
                <a:moveTo>
                  <a:pt x="0" y="0"/>
                </a:moveTo>
                <a:lnTo>
                  <a:pt x="3287" y="0"/>
                </a:lnTo>
                <a:lnTo>
                  <a:pt x="3287" y="52349"/>
                </a:lnTo>
                <a:lnTo>
                  <a:pt x="0" y="52584"/>
                </a:lnTo>
                <a:close/>
              </a:path>
            </a:pathLst>
          </a:custGeom>
          <a:gradFill rotWithShape="1">
            <a:gsLst>
              <a:gs pos="0">
                <a:srgbClr val="35BD91"/>
              </a:gs>
              <a:gs pos="100000">
                <a:srgbClr val="90DBC2"/>
              </a:gs>
            </a:gsLst>
            <a:lin ang="5400000" scaled="1"/>
            <a:tileRect/>
          </a:gradFill>
          <a:ln w="0" cap="rnd" cmpd="sng" algn="ctr">
            <a:solidFill>
              <a:srgbClr val="FFFFFF">
                <a:alpha val="0"/>
              </a:srgbClr>
            </a:solidFill>
            <a:round/>
            <a:headEnd type="none"/>
            <a:tailEnd type="none"/>
          </a:ln>
        </p:spPr>
      </p:sp>
      <p:sp>
        <p:nvSpPr>
          <p:cNvPr id="1279" name="latent representation and attention / 1258 OUT upper color"/>
          <p:cNvSpPr/>
          <p:nvPr/>
        </p:nvSpPr>
        <p:spPr>
          <a:xfrm>
            <a:off x="1533334" y="7787496"/>
            <a:ext cx="30061" cy="478680"/>
          </a:xfrm>
          <a:custGeom>
            <a:avLst/>
            <a:gdLst/>
            <a:ahLst/>
            <a:cxnLst/>
            <a:rect l="0" t="0" r="r" b="b"/>
            <a:pathLst>
              <a:path w="3287" h="52349" fill="norm" stroke="1" extrusionOk="0">
                <a:moveTo>
                  <a:pt x="0" y="0"/>
                </a:moveTo>
                <a:lnTo>
                  <a:pt x="3287" y="289"/>
                </a:lnTo>
                <a:lnTo>
                  <a:pt x="3287" y="52349"/>
                </a:lnTo>
                <a:lnTo>
                  <a:pt x="0" y="52349"/>
                </a:lnTo>
                <a:close/>
              </a:path>
            </a:pathLst>
          </a:custGeom>
          <a:gradFill rotWithShape="1">
            <a:gsLst>
              <a:gs pos="0">
                <a:srgbClr val="94D3D0"/>
              </a:gs>
              <a:gs pos="100000">
                <a:srgbClr val="3CAFAA"/>
              </a:gs>
            </a:gsLst>
            <a:lin ang="5400000" scaled="1"/>
            <a:tileRect/>
          </a:gradFill>
          <a:ln w="0" cap="rnd" cmpd="sng" algn="ctr">
            <a:solidFill>
              <a:srgbClr val="FFFFFF">
                <a:alpha val="0"/>
              </a:srgbClr>
            </a:solidFill>
            <a:round/>
            <a:headEnd type="none"/>
            <a:tailEnd type="none"/>
          </a:ln>
        </p:spPr>
      </p:sp>
      <p:sp>
        <p:nvSpPr>
          <p:cNvPr id="1280" name="latent representation and attention / 1259 OUT lower color"/>
          <p:cNvSpPr/>
          <p:nvPr/>
        </p:nvSpPr>
        <p:spPr>
          <a:xfrm>
            <a:off x="1533334" y="8266176"/>
            <a:ext cx="30061" cy="478680"/>
          </a:xfrm>
          <a:custGeom>
            <a:avLst/>
            <a:gdLst/>
            <a:ahLst/>
            <a:cxnLst/>
            <a:rect l="0" t="0" r="r" b="b"/>
            <a:pathLst>
              <a:path w="3287" h="52349" fill="norm" stroke="1" extrusionOk="0">
                <a:moveTo>
                  <a:pt x="0" y="0"/>
                </a:moveTo>
                <a:lnTo>
                  <a:pt x="3287" y="0"/>
                </a:lnTo>
                <a:lnTo>
                  <a:pt x="3287" y="52060"/>
                </a:lnTo>
                <a:lnTo>
                  <a:pt x="0" y="52349"/>
                </a:lnTo>
                <a:close/>
              </a:path>
            </a:pathLst>
          </a:custGeom>
          <a:gradFill rotWithShape="1">
            <a:gsLst>
              <a:gs pos="0">
                <a:srgbClr val="3CAFAA"/>
              </a:gs>
              <a:gs pos="100000">
                <a:srgbClr val="94D3D0"/>
              </a:gs>
            </a:gsLst>
            <a:lin ang="5400000" scaled="1"/>
            <a:tileRect/>
          </a:gradFill>
          <a:ln w="0" cap="rnd" cmpd="sng" algn="ctr">
            <a:solidFill>
              <a:srgbClr val="FFFFFF">
                <a:alpha val="0"/>
              </a:srgbClr>
            </a:solidFill>
            <a:round/>
            <a:headEnd type="none"/>
            <a:tailEnd type="none"/>
          </a:ln>
        </p:spPr>
      </p:sp>
      <p:sp>
        <p:nvSpPr>
          <p:cNvPr id="1281" name="latent representation and attention / 1260 OUT upper color"/>
          <p:cNvSpPr/>
          <p:nvPr/>
        </p:nvSpPr>
        <p:spPr>
          <a:xfrm>
            <a:off x="1560195" y="7790139"/>
            <a:ext cx="30061" cy="476037"/>
          </a:xfrm>
          <a:custGeom>
            <a:avLst/>
            <a:gdLst/>
            <a:ahLst/>
            <a:cxnLst/>
            <a:rect l="0" t="0" r="r" b="b"/>
            <a:pathLst>
              <a:path w="3287" h="52060" fill="norm" stroke="1" extrusionOk="0">
                <a:moveTo>
                  <a:pt x="0" y="0"/>
                </a:moveTo>
                <a:lnTo>
                  <a:pt x="3287" y="344"/>
                </a:lnTo>
                <a:lnTo>
                  <a:pt x="3287" y="52060"/>
                </a:lnTo>
                <a:lnTo>
                  <a:pt x="0" y="52060"/>
                </a:lnTo>
                <a:close/>
              </a:path>
            </a:pathLst>
          </a:custGeom>
          <a:gradFill rotWithShape="1">
            <a:gsLst>
              <a:gs pos="0">
                <a:srgbClr val="98CCDD"/>
              </a:gs>
              <a:gs pos="100000">
                <a:srgbClr val="44A2C2"/>
              </a:gs>
            </a:gsLst>
            <a:lin ang="5400000" scaled="1"/>
            <a:tileRect/>
          </a:gradFill>
          <a:ln w="0" cap="rnd" cmpd="sng" algn="ctr">
            <a:solidFill>
              <a:srgbClr val="FFFFFF">
                <a:alpha val="0"/>
              </a:srgbClr>
            </a:solidFill>
            <a:round/>
            <a:headEnd type="none"/>
            <a:tailEnd type="none"/>
          </a:ln>
        </p:spPr>
      </p:sp>
      <p:sp>
        <p:nvSpPr>
          <p:cNvPr id="1282" name="latent representation and attention / 1261 OUT lower color"/>
          <p:cNvSpPr/>
          <p:nvPr/>
        </p:nvSpPr>
        <p:spPr>
          <a:xfrm>
            <a:off x="1560195" y="8266176"/>
            <a:ext cx="30061" cy="476037"/>
          </a:xfrm>
          <a:custGeom>
            <a:avLst/>
            <a:gdLst/>
            <a:ahLst/>
            <a:cxnLst/>
            <a:rect l="0" t="0" r="r" b="b"/>
            <a:pathLst>
              <a:path w="3287" h="52060" fill="norm" stroke="1" extrusionOk="0">
                <a:moveTo>
                  <a:pt x="0" y="0"/>
                </a:moveTo>
                <a:lnTo>
                  <a:pt x="3287" y="0"/>
                </a:lnTo>
                <a:lnTo>
                  <a:pt x="3287" y="51716"/>
                </a:lnTo>
                <a:lnTo>
                  <a:pt x="0" y="52060"/>
                </a:lnTo>
                <a:close/>
              </a:path>
            </a:pathLst>
          </a:custGeom>
          <a:gradFill rotWithShape="1">
            <a:gsLst>
              <a:gs pos="0">
                <a:srgbClr val="44A2C2"/>
              </a:gs>
              <a:gs pos="100000">
                <a:srgbClr val="98CCDD"/>
              </a:gs>
            </a:gsLst>
            <a:lin ang="5400000" scaled="1"/>
            <a:tileRect/>
          </a:gradFill>
          <a:ln w="0" cap="rnd" cmpd="sng" algn="ctr">
            <a:solidFill>
              <a:srgbClr val="FFFFFF">
                <a:alpha val="0"/>
              </a:srgbClr>
            </a:solidFill>
            <a:round/>
            <a:headEnd type="none"/>
            <a:tailEnd type="none"/>
          </a:ln>
        </p:spPr>
      </p:sp>
      <p:sp>
        <p:nvSpPr>
          <p:cNvPr id="1283" name="latent representation and attention / 1262 OUT upper color"/>
          <p:cNvSpPr/>
          <p:nvPr/>
        </p:nvSpPr>
        <p:spPr>
          <a:xfrm>
            <a:off x="1587056" y="7793281"/>
            <a:ext cx="30061" cy="472895"/>
          </a:xfrm>
          <a:custGeom>
            <a:avLst/>
            <a:gdLst/>
            <a:ahLst/>
            <a:cxnLst/>
            <a:rect l="0" t="0" r="r" b="b"/>
            <a:pathLst>
              <a:path w="3287" h="51716" fill="norm" stroke="1" extrusionOk="0">
                <a:moveTo>
                  <a:pt x="0" y="0"/>
                </a:moveTo>
                <a:lnTo>
                  <a:pt x="3287" y="399"/>
                </a:lnTo>
                <a:lnTo>
                  <a:pt x="3287" y="51716"/>
                </a:lnTo>
                <a:lnTo>
                  <a:pt x="0" y="51716"/>
                </a:lnTo>
                <a:close/>
              </a:path>
            </a:pathLst>
          </a:custGeom>
          <a:gradFill rotWithShape="1">
            <a:gsLst>
              <a:gs pos="0">
                <a:srgbClr val="9CC4EB"/>
              </a:gs>
              <a:gs pos="100000">
                <a:srgbClr val="4B94DA"/>
              </a:gs>
            </a:gsLst>
            <a:lin ang="5400000" scaled="1"/>
            <a:tileRect/>
          </a:gradFill>
          <a:ln w="0" cap="rnd" cmpd="sng" algn="ctr">
            <a:solidFill>
              <a:srgbClr val="FFFFFF">
                <a:alpha val="0"/>
              </a:srgbClr>
            </a:solidFill>
            <a:round/>
            <a:headEnd type="none"/>
            <a:tailEnd type="none"/>
          </a:ln>
        </p:spPr>
      </p:sp>
      <p:sp>
        <p:nvSpPr>
          <p:cNvPr id="1284" name="latent representation and attention / 1263 OUT lower color"/>
          <p:cNvSpPr/>
          <p:nvPr/>
        </p:nvSpPr>
        <p:spPr>
          <a:xfrm>
            <a:off x="1587056" y="8266176"/>
            <a:ext cx="30061" cy="472895"/>
          </a:xfrm>
          <a:custGeom>
            <a:avLst/>
            <a:gdLst/>
            <a:ahLst/>
            <a:cxnLst/>
            <a:rect l="0" t="0" r="r" b="b"/>
            <a:pathLst>
              <a:path w="3287" h="51716" fill="norm" stroke="1" extrusionOk="0">
                <a:moveTo>
                  <a:pt x="0" y="0"/>
                </a:moveTo>
                <a:lnTo>
                  <a:pt x="3287" y="0"/>
                </a:lnTo>
                <a:lnTo>
                  <a:pt x="3287" y="51317"/>
                </a:lnTo>
                <a:lnTo>
                  <a:pt x="0" y="51716"/>
                </a:lnTo>
                <a:close/>
              </a:path>
            </a:pathLst>
          </a:custGeom>
          <a:gradFill rotWithShape="1">
            <a:gsLst>
              <a:gs pos="0">
                <a:srgbClr val="4B94DA"/>
              </a:gs>
              <a:gs pos="100000">
                <a:srgbClr val="9CC4EB"/>
              </a:gs>
            </a:gsLst>
            <a:lin ang="5400000" scaled="1"/>
            <a:tileRect/>
          </a:gradFill>
          <a:ln w="0" cap="rnd" cmpd="sng" algn="ctr">
            <a:solidFill>
              <a:srgbClr val="FFFFFF">
                <a:alpha val="0"/>
              </a:srgbClr>
            </a:solidFill>
            <a:round/>
            <a:headEnd type="none"/>
            <a:tailEnd type="none"/>
          </a:ln>
        </p:spPr>
      </p:sp>
      <p:sp>
        <p:nvSpPr>
          <p:cNvPr id="1285" name="latent representation and attention / 1264 OUT upper color"/>
          <p:cNvSpPr/>
          <p:nvPr/>
        </p:nvSpPr>
        <p:spPr>
          <a:xfrm>
            <a:off x="1613916" y="7796933"/>
            <a:ext cx="30061" cy="469243"/>
          </a:xfrm>
          <a:custGeom>
            <a:avLst/>
            <a:gdLst/>
            <a:ahLst/>
            <a:cxnLst/>
            <a:rect l="0" t="0" r="r" b="b"/>
            <a:pathLst>
              <a:path w="3287" h="51317" fill="norm" stroke="1" extrusionOk="0">
                <a:moveTo>
                  <a:pt x="0" y="0"/>
                </a:moveTo>
                <a:lnTo>
                  <a:pt x="3287" y="456"/>
                </a:lnTo>
                <a:lnTo>
                  <a:pt x="3287" y="51317"/>
                </a:lnTo>
                <a:lnTo>
                  <a:pt x="0" y="51317"/>
                </a:lnTo>
                <a:close/>
              </a:path>
            </a:pathLst>
          </a:custGeom>
          <a:gradFill rotWithShape="1">
            <a:gsLst>
              <a:gs pos="0">
                <a:srgbClr val="A0BCF8"/>
              </a:gs>
              <a:gs pos="100000">
                <a:srgbClr val="5386F2"/>
              </a:gs>
            </a:gsLst>
            <a:lin ang="5400000" scaled="1"/>
            <a:tileRect/>
          </a:gradFill>
          <a:ln w="0" cap="rnd" cmpd="sng" algn="ctr">
            <a:solidFill>
              <a:srgbClr val="FFFFFF">
                <a:alpha val="0"/>
              </a:srgbClr>
            </a:solidFill>
            <a:round/>
            <a:headEnd type="none"/>
            <a:tailEnd type="none"/>
          </a:ln>
        </p:spPr>
      </p:sp>
      <p:sp>
        <p:nvSpPr>
          <p:cNvPr id="1286" name="latent representation and attention / 1265 OUT lower color"/>
          <p:cNvSpPr/>
          <p:nvPr/>
        </p:nvSpPr>
        <p:spPr>
          <a:xfrm>
            <a:off x="1613916" y="8266176"/>
            <a:ext cx="30061" cy="469243"/>
          </a:xfrm>
          <a:custGeom>
            <a:avLst/>
            <a:gdLst/>
            <a:ahLst/>
            <a:cxnLst/>
            <a:rect l="0" t="0" r="r" b="b"/>
            <a:pathLst>
              <a:path w="3287" h="51317" fill="norm" stroke="1" extrusionOk="0">
                <a:moveTo>
                  <a:pt x="0" y="0"/>
                </a:moveTo>
                <a:lnTo>
                  <a:pt x="3287" y="0"/>
                </a:lnTo>
                <a:lnTo>
                  <a:pt x="3287" y="50861"/>
                </a:lnTo>
                <a:lnTo>
                  <a:pt x="0" y="51317"/>
                </a:lnTo>
                <a:close/>
              </a:path>
            </a:pathLst>
          </a:custGeom>
          <a:gradFill rotWithShape="1">
            <a:gsLst>
              <a:gs pos="0">
                <a:srgbClr val="5386F2"/>
              </a:gs>
              <a:gs pos="100000">
                <a:srgbClr val="A0BCF8"/>
              </a:gs>
            </a:gsLst>
            <a:lin ang="5400000" scaled="1"/>
            <a:tileRect/>
          </a:gradFill>
          <a:ln w="0" cap="rnd" cmpd="sng" algn="ctr">
            <a:solidFill>
              <a:srgbClr val="FFFFFF">
                <a:alpha val="0"/>
              </a:srgbClr>
            </a:solidFill>
            <a:round/>
            <a:headEnd type="none"/>
            <a:tailEnd type="none"/>
          </a:ln>
        </p:spPr>
      </p:sp>
      <p:sp>
        <p:nvSpPr>
          <p:cNvPr id="1287" name="latent representation and attention / 1266 OUT upper color"/>
          <p:cNvSpPr/>
          <p:nvPr/>
        </p:nvSpPr>
        <p:spPr>
          <a:xfrm>
            <a:off x="1640776" y="7801106"/>
            <a:ext cx="30061" cy="465070"/>
          </a:xfrm>
          <a:custGeom>
            <a:avLst/>
            <a:gdLst/>
            <a:ahLst/>
            <a:cxnLst/>
            <a:rect l="0" t="0" r="r" b="b"/>
            <a:pathLst>
              <a:path w="3287" h="50861" fill="norm" stroke="1" extrusionOk="0">
                <a:moveTo>
                  <a:pt x="0" y="0"/>
                </a:moveTo>
                <a:lnTo>
                  <a:pt x="3287" y="515"/>
                </a:lnTo>
                <a:lnTo>
                  <a:pt x="3287" y="50861"/>
                </a:lnTo>
                <a:lnTo>
                  <a:pt x="0" y="50861"/>
                </a:lnTo>
                <a:close/>
              </a:path>
            </a:pathLst>
          </a:custGeom>
          <a:gradFill rotWithShape="1">
            <a:gsLst>
              <a:gs pos="0">
                <a:srgbClr val="A4B6FE"/>
              </a:gs>
              <a:gs pos="100000">
                <a:srgbClr val="597AFD"/>
              </a:gs>
            </a:gsLst>
            <a:lin ang="5400000" scaled="1"/>
            <a:tileRect/>
          </a:gradFill>
          <a:ln w="0" cap="rnd" cmpd="sng" algn="ctr">
            <a:solidFill>
              <a:srgbClr val="FFFFFF">
                <a:alpha val="0"/>
              </a:srgbClr>
            </a:solidFill>
            <a:round/>
            <a:headEnd type="none"/>
            <a:tailEnd type="none"/>
          </a:ln>
        </p:spPr>
      </p:sp>
      <p:sp>
        <p:nvSpPr>
          <p:cNvPr id="1288" name="latent representation and attention / 1267 OUT lower color"/>
          <p:cNvSpPr/>
          <p:nvPr/>
        </p:nvSpPr>
        <p:spPr>
          <a:xfrm>
            <a:off x="1640776" y="8266176"/>
            <a:ext cx="30061" cy="465070"/>
          </a:xfrm>
          <a:custGeom>
            <a:avLst/>
            <a:gdLst/>
            <a:ahLst/>
            <a:cxnLst/>
            <a:rect l="0" t="0" r="r" b="b"/>
            <a:pathLst>
              <a:path w="3287" h="50861" fill="norm" stroke="1" extrusionOk="0">
                <a:moveTo>
                  <a:pt x="0" y="0"/>
                </a:moveTo>
                <a:lnTo>
                  <a:pt x="3287" y="0"/>
                </a:lnTo>
                <a:lnTo>
                  <a:pt x="3287" y="50346"/>
                </a:lnTo>
                <a:lnTo>
                  <a:pt x="0" y="50861"/>
                </a:lnTo>
                <a:close/>
              </a:path>
            </a:pathLst>
          </a:custGeom>
          <a:gradFill rotWithShape="1">
            <a:gsLst>
              <a:gs pos="0">
                <a:srgbClr val="597AFD"/>
              </a:gs>
              <a:gs pos="100000">
                <a:srgbClr val="A4B6FE"/>
              </a:gs>
            </a:gsLst>
            <a:lin ang="5400000" scaled="1"/>
            <a:tileRect/>
          </a:gradFill>
          <a:ln w="0" cap="rnd" cmpd="sng" algn="ctr">
            <a:solidFill>
              <a:srgbClr val="FFFFFF">
                <a:alpha val="0"/>
              </a:srgbClr>
            </a:solidFill>
            <a:round/>
            <a:headEnd type="none"/>
            <a:tailEnd type="none"/>
          </a:ln>
        </p:spPr>
      </p:sp>
      <p:sp>
        <p:nvSpPr>
          <p:cNvPr id="1289" name="latent representation and attention / 1268 OUT upper color"/>
          <p:cNvSpPr/>
          <p:nvPr/>
        </p:nvSpPr>
        <p:spPr>
          <a:xfrm>
            <a:off x="1667637" y="7805815"/>
            <a:ext cx="30061" cy="460361"/>
          </a:xfrm>
          <a:custGeom>
            <a:avLst/>
            <a:gdLst/>
            <a:ahLst/>
            <a:cxnLst/>
            <a:rect l="0" t="0" r="r" b="b"/>
            <a:pathLst>
              <a:path w="3287" h="50346" fill="norm" stroke="1" extrusionOk="0">
                <a:moveTo>
                  <a:pt x="0" y="0"/>
                </a:moveTo>
                <a:lnTo>
                  <a:pt x="3287" y="575"/>
                </a:lnTo>
                <a:lnTo>
                  <a:pt x="3287" y="50346"/>
                </a:lnTo>
                <a:lnTo>
                  <a:pt x="0" y="50346"/>
                </a:lnTo>
                <a:close/>
              </a:path>
            </a:pathLst>
          </a:custGeom>
          <a:gradFill rotWithShape="1">
            <a:gsLst>
              <a:gs pos="0">
                <a:srgbClr val="A8B0FE"/>
              </a:gs>
              <a:gs pos="100000">
                <a:srgbClr val="606FFD"/>
              </a:gs>
            </a:gsLst>
            <a:lin ang="5400000" scaled="1"/>
            <a:tileRect/>
          </a:gradFill>
          <a:ln w="0" cap="rnd" cmpd="sng" algn="ctr">
            <a:solidFill>
              <a:srgbClr val="FFFFFF">
                <a:alpha val="0"/>
              </a:srgbClr>
            </a:solidFill>
            <a:round/>
            <a:headEnd type="none"/>
            <a:tailEnd type="none"/>
          </a:ln>
        </p:spPr>
      </p:sp>
      <p:sp>
        <p:nvSpPr>
          <p:cNvPr id="1290" name="latent representation and attention / 1269 OUT lower color"/>
          <p:cNvSpPr/>
          <p:nvPr/>
        </p:nvSpPr>
        <p:spPr>
          <a:xfrm>
            <a:off x="1667637" y="8266176"/>
            <a:ext cx="30061" cy="460361"/>
          </a:xfrm>
          <a:custGeom>
            <a:avLst/>
            <a:gdLst/>
            <a:ahLst/>
            <a:cxnLst/>
            <a:rect l="0" t="0" r="r" b="b"/>
            <a:pathLst>
              <a:path w="3287" h="50346" fill="norm" stroke="1" extrusionOk="0">
                <a:moveTo>
                  <a:pt x="0" y="0"/>
                </a:moveTo>
                <a:lnTo>
                  <a:pt x="3287" y="0"/>
                </a:lnTo>
                <a:lnTo>
                  <a:pt x="3287" y="49770"/>
                </a:lnTo>
                <a:lnTo>
                  <a:pt x="0" y="50346"/>
                </a:lnTo>
                <a:close/>
              </a:path>
            </a:pathLst>
          </a:custGeom>
          <a:gradFill rotWithShape="1">
            <a:gsLst>
              <a:gs pos="0">
                <a:srgbClr val="606FFD"/>
              </a:gs>
              <a:gs pos="100000">
                <a:srgbClr val="A8B0FE"/>
              </a:gs>
            </a:gsLst>
            <a:lin ang="5400000" scaled="1"/>
            <a:tileRect/>
          </a:gradFill>
          <a:ln w="0" cap="rnd" cmpd="sng" algn="ctr">
            <a:solidFill>
              <a:srgbClr val="FFFFFF">
                <a:alpha val="0"/>
              </a:srgbClr>
            </a:solidFill>
            <a:round/>
            <a:headEnd type="none"/>
            <a:tailEnd type="none"/>
          </a:ln>
        </p:spPr>
      </p:sp>
      <p:sp>
        <p:nvSpPr>
          <p:cNvPr id="1291" name="latent representation and attention / 1270 OUT upper color"/>
          <p:cNvSpPr/>
          <p:nvPr/>
        </p:nvSpPr>
        <p:spPr>
          <a:xfrm>
            <a:off x="1694498" y="7811077"/>
            <a:ext cx="30061" cy="455099"/>
          </a:xfrm>
          <a:custGeom>
            <a:avLst/>
            <a:gdLst/>
            <a:ahLst/>
            <a:cxnLst/>
            <a:rect l="0" t="0" r="r" b="b"/>
            <a:pathLst>
              <a:path w="3287" h="49770" fill="norm" stroke="1" extrusionOk="0">
                <a:moveTo>
                  <a:pt x="0" y="0"/>
                </a:moveTo>
                <a:lnTo>
                  <a:pt x="3287" y="638"/>
                </a:lnTo>
                <a:lnTo>
                  <a:pt x="3287" y="49770"/>
                </a:lnTo>
                <a:lnTo>
                  <a:pt x="0" y="49770"/>
                </a:lnTo>
                <a:close/>
              </a:path>
            </a:pathLst>
          </a:custGeom>
          <a:gradFill rotWithShape="1">
            <a:gsLst>
              <a:gs pos="0">
                <a:srgbClr val="ABAAFE"/>
              </a:gs>
              <a:gs pos="100000">
                <a:srgbClr val="6664FD"/>
              </a:gs>
            </a:gsLst>
            <a:lin ang="5400000" scaled="1"/>
            <a:tileRect/>
          </a:gradFill>
          <a:ln w="0" cap="rnd" cmpd="sng" algn="ctr">
            <a:solidFill>
              <a:srgbClr val="FFFFFF">
                <a:alpha val="0"/>
              </a:srgbClr>
            </a:solidFill>
            <a:round/>
            <a:headEnd type="none"/>
            <a:tailEnd type="none"/>
          </a:ln>
        </p:spPr>
      </p:sp>
      <p:sp>
        <p:nvSpPr>
          <p:cNvPr id="1292" name="latent representation and attention / 1271 OUT lower color"/>
          <p:cNvSpPr/>
          <p:nvPr/>
        </p:nvSpPr>
        <p:spPr>
          <a:xfrm>
            <a:off x="1694498" y="8266176"/>
            <a:ext cx="30061" cy="455099"/>
          </a:xfrm>
          <a:custGeom>
            <a:avLst/>
            <a:gdLst/>
            <a:ahLst/>
            <a:cxnLst/>
            <a:rect l="0" t="0" r="r" b="b"/>
            <a:pathLst>
              <a:path w="3287" h="49770" fill="norm" stroke="1" extrusionOk="0">
                <a:moveTo>
                  <a:pt x="0" y="0"/>
                </a:moveTo>
                <a:lnTo>
                  <a:pt x="3287" y="0"/>
                </a:lnTo>
                <a:lnTo>
                  <a:pt x="3287" y="49132"/>
                </a:lnTo>
                <a:lnTo>
                  <a:pt x="0" y="49770"/>
                </a:lnTo>
                <a:close/>
              </a:path>
            </a:pathLst>
          </a:custGeom>
          <a:gradFill rotWithShape="1">
            <a:gsLst>
              <a:gs pos="0">
                <a:srgbClr val="6664FD"/>
              </a:gs>
              <a:gs pos="100000">
                <a:srgbClr val="ABAAFE"/>
              </a:gs>
            </a:gsLst>
            <a:lin ang="5400000" scaled="1"/>
            <a:tileRect/>
          </a:gradFill>
          <a:ln w="0" cap="rnd" cmpd="sng" algn="ctr">
            <a:solidFill>
              <a:srgbClr val="FFFFFF">
                <a:alpha val="0"/>
              </a:srgbClr>
            </a:solidFill>
            <a:round/>
            <a:headEnd type="none"/>
            <a:tailEnd type="none"/>
          </a:ln>
        </p:spPr>
      </p:sp>
      <p:sp>
        <p:nvSpPr>
          <p:cNvPr id="1293" name="latent representation and attention / 1272 OUT upper color"/>
          <p:cNvSpPr/>
          <p:nvPr/>
        </p:nvSpPr>
        <p:spPr>
          <a:xfrm>
            <a:off x="1721358" y="7816910"/>
            <a:ext cx="30061" cy="449266"/>
          </a:xfrm>
          <a:custGeom>
            <a:avLst/>
            <a:gdLst/>
            <a:ahLst/>
            <a:cxnLst/>
            <a:rect l="0" t="0" r="r" b="b"/>
            <a:pathLst>
              <a:path w="3287" h="49132" fill="norm" stroke="1" extrusionOk="0">
                <a:moveTo>
                  <a:pt x="0" y="0"/>
                </a:moveTo>
                <a:lnTo>
                  <a:pt x="3287" y="703"/>
                </a:lnTo>
                <a:lnTo>
                  <a:pt x="3287" y="49132"/>
                </a:lnTo>
                <a:lnTo>
                  <a:pt x="0" y="49132"/>
                </a:lnTo>
                <a:close/>
              </a:path>
            </a:pathLst>
          </a:custGeom>
          <a:gradFill rotWithShape="1">
            <a:gsLst>
              <a:gs pos="0">
                <a:srgbClr val="AFA4FE"/>
              </a:gs>
              <a:gs pos="100000">
                <a:srgbClr val="6D59FE"/>
              </a:gs>
            </a:gsLst>
            <a:lin ang="5400000" scaled="1"/>
            <a:tileRect/>
          </a:gradFill>
          <a:ln w="0" cap="rnd" cmpd="sng" algn="ctr">
            <a:solidFill>
              <a:srgbClr val="FFFFFF">
                <a:alpha val="0"/>
              </a:srgbClr>
            </a:solidFill>
            <a:round/>
            <a:headEnd type="none"/>
            <a:tailEnd type="none"/>
          </a:ln>
        </p:spPr>
      </p:sp>
      <p:sp>
        <p:nvSpPr>
          <p:cNvPr id="1294" name="latent representation and attention / 1273 OUT lower color"/>
          <p:cNvSpPr/>
          <p:nvPr/>
        </p:nvSpPr>
        <p:spPr>
          <a:xfrm>
            <a:off x="1721358" y="8266176"/>
            <a:ext cx="30061" cy="449266"/>
          </a:xfrm>
          <a:custGeom>
            <a:avLst/>
            <a:gdLst/>
            <a:ahLst/>
            <a:cxnLst/>
            <a:rect l="0" t="0" r="r" b="b"/>
            <a:pathLst>
              <a:path w="3287" h="49132" fill="norm" stroke="1" extrusionOk="0">
                <a:moveTo>
                  <a:pt x="0" y="0"/>
                </a:moveTo>
                <a:lnTo>
                  <a:pt x="3287" y="0"/>
                </a:lnTo>
                <a:lnTo>
                  <a:pt x="3287" y="48429"/>
                </a:lnTo>
                <a:lnTo>
                  <a:pt x="0" y="49132"/>
                </a:lnTo>
                <a:close/>
              </a:path>
            </a:pathLst>
          </a:custGeom>
          <a:gradFill rotWithShape="1">
            <a:gsLst>
              <a:gs pos="0">
                <a:srgbClr val="6D59FE"/>
              </a:gs>
              <a:gs pos="100000">
                <a:srgbClr val="AFA4FE"/>
              </a:gs>
            </a:gsLst>
            <a:lin ang="5400000" scaled="1"/>
            <a:tileRect/>
          </a:gradFill>
          <a:ln w="0" cap="rnd" cmpd="sng" algn="ctr">
            <a:solidFill>
              <a:srgbClr val="FFFFFF">
                <a:alpha val="0"/>
              </a:srgbClr>
            </a:solidFill>
            <a:round/>
            <a:headEnd type="none"/>
            <a:tailEnd type="none"/>
          </a:ln>
        </p:spPr>
      </p:sp>
      <p:sp>
        <p:nvSpPr>
          <p:cNvPr id="1295" name="latent representation and attention / 1274 OUT upper color"/>
          <p:cNvSpPr/>
          <p:nvPr/>
        </p:nvSpPr>
        <p:spPr>
          <a:xfrm>
            <a:off x="1748218" y="7823338"/>
            <a:ext cx="30061" cy="442838"/>
          </a:xfrm>
          <a:custGeom>
            <a:avLst/>
            <a:gdLst/>
            <a:ahLst/>
            <a:cxnLst/>
            <a:rect l="0" t="0" r="r" b="b"/>
            <a:pathLst>
              <a:path w="3287" h="48429" fill="norm" stroke="1" extrusionOk="0">
                <a:moveTo>
                  <a:pt x="0" y="0"/>
                </a:moveTo>
                <a:lnTo>
                  <a:pt x="3287" y="771"/>
                </a:lnTo>
                <a:lnTo>
                  <a:pt x="3287" y="48429"/>
                </a:lnTo>
                <a:lnTo>
                  <a:pt x="0" y="48429"/>
                </a:lnTo>
                <a:close/>
              </a:path>
            </a:pathLst>
          </a:custGeom>
          <a:gradFill rotWithShape="1">
            <a:gsLst>
              <a:gs pos="0">
                <a:srgbClr val="B29EFE"/>
              </a:gs>
              <a:gs pos="100000">
                <a:srgbClr val="734EFE"/>
              </a:gs>
            </a:gsLst>
            <a:lin ang="5400000" scaled="1"/>
            <a:tileRect/>
          </a:gradFill>
          <a:ln w="0" cap="rnd" cmpd="sng" algn="ctr">
            <a:solidFill>
              <a:srgbClr val="FFFFFF">
                <a:alpha val="0"/>
              </a:srgbClr>
            </a:solidFill>
            <a:round/>
            <a:headEnd type="none"/>
            <a:tailEnd type="none"/>
          </a:ln>
        </p:spPr>
      </p:sp>
      <p:sp>
        <p:nvSpPr>
          <p:cNvPr id="1296" name="latent representation and attention / 1275 OUT lower color"/>
          <p:cNvSpPr/>
          <p:nvPr/>
        </p:nvSpPr>
        <p:spPr>
          <a:xfrm>
            <a:off x="1748218" y="8266176"/>
            <a:ext cx="30061" cy="442838"/>
          </a:xfrm>
          <a:custGeom>
            <a:avLst/>
            <a:gdLst/>
            <a:ahLst/>
            <a:cxnLst/>
            <a:rect l="0" t="0" r="r" b="b"/>
            <a:pathLst>
              <a:path w="3287" h="48429" fill="norm" stroke="1" extrusionOk="0">
                <a:moveTo>
                  <a:pt x="0" y="0"/>
                </a:moveTo>
                <a:lnTo>
                  <a:pt x="3287" y="0"/>
                </a:lnTo>
                <a:lnTo>
                  <a:pt x="3287" y="47659"/>
                </a:lnTo>
                <a:lnTo>
                  <a:pt x="0" y="48429"/>
                </a:lnTo>
                <a:close/>
              </a:path>
            </a:pathLst>
          </a:custGeom>
          <a:gradFill rotWithShape="1">
            <a:gsLst>
              <a:gs pos="0">
                <a:srgbClr val="734EFE"/>
              </a:gs>
              <a:gs pos="100000">
                <a:srgbClr val="B29EFE"/>
              </a:gs>
            </a:gsLst>
            <a:lin ang="5400000" scaled="1"/>
            <a:tileRect/>
          </a:gradFill>
          <a:ln w="0" cap="rnd" cmpd="sng" algn="ctr">
            <a:solidFill>
              <a:srgbClr val="FFFFFF">
                <a:alpha val="0"/>
              </a:srgbClr>
            </a:solidFill>
            <a:round/>
            <a:headEnd type="none"/>
            <a:tailEnd type="none"/>
          </a:ln>
        </p:spPr>
      </p:sp>
      <p:sp>
        <p:nvSpPr>
          <p:cNvPr id="1297" name="latent representation and attention / 1276 OUT upper color"/>
          <p:cNvSpPr/>
          <p:nvPr/>
        </p:nvSpPr>
        <p:spPr>
          <a:xfrm>
            <a:off x="1775079" y="7830386"/>
            <a:ext cx="30061" cy="435790"/>
          </a:xfrm>
          <a:custGeom>
            <a:avLst/>
            <a:gdLst/>
            <a:ahLst/>
            <a:cxnLst/>
            <a:rect l="0" t="0" r="r" b="b"/>
            <a:pathLst>
              <a:path w="3287" h="47659" fill="norm" stroke="1" extrusionOk="0">
                <a:moveTo>
                  <a:pt x="0" y="0"/>
                </a:moveTo>
                <a:lnTo>
                  <a:pt x="3287" y="842"/>
                </a:lnTo>
                <a:lnTo>
                  <a:pt x="3287" y="47659"/>
                </a:lnTo>
                <a:lnTo>
                  <a:pt x="0" y="47659"/>
                </a:lnTo>
                <a:close/>
              </a:path>
            </a:pathLst>
          </a:custGeom>
          <a:gradFill rotWithShape="1">
            <a:gsLst>
              <a:gs pos="0">
                <a:srgbClr val="B697FE"/>
              </a:gs>
              <a:gs pos="100000">
                <a:srgbClr val="7A42FE"/>
              </a:gs>
            </a:gsLst>
            <a:lin ang="5400000" scaled="1"/>
            <a:tileRect/>
          </a:gradFill>
          <a:ln w="0" cap="rnd" cmpd="sng" algn="ctr">
            <a:solidFill>
              <a:srgbClr val="FFFFFF">
                <a:alpha val="0"/>
              </a:srgbClr>
            </a:solidFill>
            <a:round/>
            <a:headEnd type="none"/>
            <a:tailEnd type="none"/>
          </a:ln>
        </p:spPr>
      </p:sp>
      <p:sp>
        <p:nvSpPr>
          <p:cNvPr id="1298" name="latent representation and attention / 1277 OUT lower color"/>
          <p:cNvSpPr/>
          <p:nvPr/>
        </p:nvSpPr>
        <p:spPr>
          <a:xfrm>
            <a:off x="1775079" y="8266176"/>
            <a:ext cx="30061" cy="435790"/>
          </a:xfrm>
          <a:custGeom>
            <a:avLst/>
            <a:gdLst/>
            <a:ahLst/>
            <a:cxnLst/>
            <a:rect l="0" t="0" r="r" b="b"/>
            <a:pathLst>
              <a:path w="3287" h="47659" fill="norm" stroke="1" extrusionOk="0">
                <a:moveTo>
                  <a:pt x="0" y="0"/>
                </a:moveTo>
                <a:lnTo>
                  <a:pt x="3287" y="0"/>
                </a:lnTo>
                <a:lnTo>
                  <a:pt x="3287" y="46817"/>
                </a:lnTo>
                <a:lnTo>
                  <a:pt x="0" y="47659"/>
                </a:lnTo>
                <a:close/>
              </a:path>
            </a:pathLst>
          </a:custGeom>
          <a:gradFill rotWithShape="1">
            <a:gsLst>
              <a:gs pos="0">
                <a:srgbClr val="7A42FE"/>
              </a:gs>
              <a:gs pos="100000">
                <a:srgbClr val="B697FE"/>
              </a:gs>
            </a:gsLst>
            <a:lin ang="5400000" scaled="1"/>
            <a:tileRect/>
          </a:gradFill>
          <a:ln w="0" cap="rnd" cmpd="sng" algn="ctr">
            <a:solidFill>
              <a:srgbClr val="FFFFFF">
                <a:alpha val="0"/>
              </a:srgbClr>
            </a:solidFill>
            <a:round/>
            <a:headEnd type="none"/>
            <a:tailEnd type="none"/>
          </a:ln>
        </p:spPr>
      </p:sp>
      <p:sp>
        <p:nvSpPr>
          <p:cNvPr id="1299" name="latent representation and attention / 1278 OUT upper color"/>
          <p:cNvSpPr/>
          <p:nvPr/>
        </p:nvSpPr>
        <p:spPr>
          <a:xfrm>
            <a:off x="1801940" y="7838086"/>
            <a:ext cx="30061" cy="428090"/>
          </a:xfrm>
          <a:custGeom>
            <a:avLst/>
            <a:gdLst/>
            <a:ahLst/>
            <a:cxnLst/>
            <a:rect l="0" t="0" r="r" b="b"/>
            <a:pathLst>
              <a:path w="3287" h="46817" fill="norm" stroke="1" extrusionOk="0">
                <a:moveTo>
                  <a:pt x="0" y="0"/>
                </a:moveTo>
                <a:lnTo>
                  <a:pt x="3287" y="917"/>
                </a:lnTo>
                <a:lnTo>
                  <a:pt x="3287" y="46817"/>
                </a:lnTo>
                <a:lnTo>
                  <a:pt x="0" y="46817"/>
                </a:lnTo>
                <a:close/>
              </a:path>
            </a:pathLst>
          </a:custGeom>
          <a:gradFill rotWithShape="1">
            <a:gsLst>
              <a:gs pos="0">
                <a:srgbClr val="B991FE"/>
              </a:gs>
              <a:gs pos="100000">
                <a:srgbClr val="8037FE"/>
              </a:gs>
            </a:gsLst>
            <a:lin ang="5400000" scaled="1"/>
            <a:tileRect/>
          </a:gradFill>
          <a:ln w="0" cap="rnd" cmpd="sng" algn="ctr">
            <a:solidFill>
              <a:srgbClr val="FFFFFF">
                <a:alpha val="0"/>
              </a:srgbClr>
            </a:solidFill>
            <a:round/>
            <a:headEnd type="none"/>
            <a:tailEnd type="none"/>
          </a:ln>
        </p:spPr>
      </p:sp>
      <p:sp>
        <p:nvSpPr>
          <p:cNvPr id="1300" name="latent representation and attention / 1279 OUT lower color"/>
          <p:cNvSpPr/>
          <p:nvPr/>
        </p:nvSpPr>
        <p:spPr>
          <a:xfrm>
            <a:off x="1801940" y="8266176"/>
            <a:ext cx="30061" cy="428090"/>
          </a:xfrm>
          <a:custGeom>
            <a:avLst/>
            <a:gdLst/>
            <a:ahLst/>
            <a:cxnLst/>
            <a:rect l="0" t="0" r="r" b="b"/>
            <a:pathLst>
              <a:path w="3287" h="46817" fill="norm" stroke="1" extrusionOk="0">
                <a:moveTo>
                  <a:pt x="0" y="0"/>
                </a:moveTo>
                <a:lnTo>
                  <a:pt x="3287" y="0"/>
                </a:lnTo>
                <a:lnTo>
                  <a:pt x="3287" y="45899"/>
                </a:lnTo>
                <a:lnTo>
                  <a:pt x="0" y="46817"/>
                </a:lnTo>
                <a:close/>
              </a:path>
            </a:pathLst>
          </a:custGeom>
          <a:gradFill rotWithShape="1">
            <a:gsLst>
              <a:gs pos="0">
                <a:srgbClr val="8037FE"/>
              </a:gs>
              <a:gs pos="100000">
                <a:srgbClr val="B991FE"/>
              </a:gs>
            </a:gsLst>
            <a:lin ang="5400000" scaled="1"/>
            <a:tileRect/>
          </a:gradFill>
          <a:ln w="0" cap="rnd" cmpd="sng" algn="ctr">
            <a:solidFill>
              <a:srgbClr val="FFFFFF">
                <a:alpha val="0"/>
              </a:srgbClr>
            </a:solidFill>
            <a:round/>
            <a:headEnd type="none"/>
            <a:tailEnd type="none"/>
          </a:ln>
        </p:spPr>
      </p:sp>
      <p:sp>
        <p:nvSpPr>
          <p:cNvPr id="1301" name="latent representation and attention / 1280 OUT upper color"/>
          <p:cNvSpPr/>
          <p:nvPr/>
        </p:nvSpPr>
        <p:spPr>
          <a:xfrm>
            <a:off x="1828800" y="7846472"/>
            <a:ext cx="30061" cy="419704"/>
          </a:xfrm>
          <a:custGeom>
            <a:avLst/>
            <a:gdLst/>
            <a:ahLst/>
            <a:cxnLst/>
            <a:rect l="0" t="0" r="r" b="b"/>
            <a:pathLst>
              <a:path w="3287" h="45899" fill="norm" stroke="1" extrusionOk="0">
                <a:moveTo>
                  <a:pt x="0" y="0"/>
                </a:moveTo>
                <a:lnTo>
                  <a:pt x="3287" y="997"/>
                </a:lnTo>
                <a:lnTo>
                  <a:pt x="3287" y="45899"/>
                </a:lnTo>
                <a:lnTo>
                  <a:pt x="0" y="45899"/>
                </a:lnTo>
                <a:close/>
              </a:path>
            </a:pathLst>
          </a:custGeom>
          <a:gradFill rotWithShape="1">
            <a:gsLst>
              <a:gs pos="0">
                <a:srgbClr val="BC8BFE"/>
              </a:gs>
              <a:gs pos="100000">
                <a:srgbClr val="862CFE"/>
              </a:gs>
            </a:gsLst>
            <a:lin ang="5400000" scaled="1"/>
            <a:tileRect/>
          </a:gradFill>
          <a:ln w="0" cap="rnd" cmpd="sng" algn="ctr">
            <a:solidFill>
              <a:srgbClr val="FFFFFF">
                <a:alpha val="0"/>
              </a:srgbClr>
            </a:solidFill>
            <a:round/>
            <a:headEnd type="none"/>
            <a:tailEnd type="none"/>
          </a:ln>
        </p:spPr>
      </p:sp>
      <p:sp>
        <p:nvSpPr>
          <p:cNvPr id="1302" name="latent representation and attention / 1281 OUT lower color"/>
          <p:cNvSpPr/>
          <p:nvPr/>
        </p:nvSpPr>
        <p:spPr>
          <a:xfrm>
            <a:off x="1828800" y="8266176"/>
            <a:ext cx="30061" cy="419704"/>
          </a:xfrm>
          <a:custGeom>
            <a:avLst/>
            <a:gdLst/>
            <a:ahLst/>
            <a:cxnLst/>
            <a:rect l="0" t="0" r="r" b="b"/>
            <a:pathLst>
              <a:path w="3287" h="45899" fill="norm" stroke="1" extrusionOk="0">
                <a:moveTo>
                  <a:pt x="0" y="0"/>
                </a:moveTo>
                <a:lnTo>
                  <a:pt x="3287" y="0"/>
                </a:lnTo>
                <a:lnTo>
                  <a:pt x="3287" y="44902"/>
                </a:lnTo>
                <a:lnTo>
                  <a:pt x="0" y="45899"/>
                </a:lnTo>
                <a:close/>
              </a:path>
            </a:pathLst>
          </a:custGeom>
          <a:gradFill rotWithShape="1">
            <a:gsLst>
              <a:gs pos="0">
                <a:srgbClr val="862CFE"/>
              </a:gs>
              <a:gs pos="100000">
                <a:srgbClr val="BC8BFE"/>
              </a:gs>
            </a:gsLst>
            <a:lin ang="5400000" scaled="1"/>
            <a:tileRect/>
          </a:gradFill>
          <a:ln w="0" cap="rnd" cmpd="sng" algn="ctr">
            <a:solidFill>
              <a:srgbClr val="FFFFFF">
                <a:alpha val="0"/>
              </a:srgbClr>
            </a:solidFill>
            <a:round/>
            <a:headEnd type="none"/>
            <a:tailEnd type="none"/>
          </a:ln>
        </p:spPr>
      </p:sp>
      <p:sp>
        <p:nvSpPr>
          <p:cNvPr id="1303" name="latent representation and attention / 1282 OUT upper color"/>
          <p:cNvSpPr/>
          <p:nvPr/>
        </p:nvSpPr>
        <p:spPr>
          <a:xfrm>
            <a:off x="1855660" y="7855588"/>
            <a:ext cx="30061" cy="410588"/>
          </a:xfrm>
          <a:custGeom>
            <a:avLst/>
            <a:gdLst/>
            <a:ahLst/>
            <a:cxnLst/>
            <a:rect l="0" t="0" r="r" b="b"/>
            <a:pathLst>
              <a:path w="3287" h="44902" fill="norm" stroke="1" extrusionOk="0">
                <a:moveTo>
                  <a:pt x="0" y="0"/>
                </a:moveTo>
                <a:lnTo>
                  <a:pt x="3287" y="1082"/>
                </a:lnTo>
                <a:lnTo>
                  <a:pt x="3287" y="44902"/>
                </a:lnTo>
                <a:lnTo>
                  <a:pt x="0" y="44902"/>
                </a:lnTo>
                <a:close/>
              </a:path>
            </a:pathLst>
          </a:custGeom>
          <a:gradFill rotWithShape="1">
            <a:gsLst>
              <a:gs pos="0">
                <a:srgbClr val="C085FE"/>
              </a:gs>
              <a:gs pos="100000">
                <a:srgbClr val="8D21FE"/>
              </a:gs>
            </a:gsLst>
            <a:lin ang="5400000" scaled="1"/>
            <a:tileRect/>
          </a:gradFill>
          <a:ln w="0" cap="rnd" cmpd="sng" algn="ctr">
            <a:solidFill>
              <a:srgbClr val="FFFFFF">
                <a:alpha val="0"/>
              </a:srgbClr>
            </a:solidFill>
            <a:round/>
            <a:headEnd type="none"/>
            <a:tailEnd type="none"/>
          </a:ln>
        </p:spPr>
      </p:sp>
      <p:sp>
        <p:nvSpPr>
          <p:cNvPr id="1304" name="latent representation and attention / 1283 OUT lower color"/>
          <p:cNvSpPr/>
          <p:nvPr/>
        </p:nvSpPr>
        <p:spPr>
          <a:xfrm>
            <a:off x="1855660" y="8266176"/>
            <a:ext cx="30061" cy="410588"/>
          </a:xfrm>
          <a:custGeom>
            <a:avLst/>
            <a:gdLst/>
            <a:ahLst/>
            <a:cxnLst/>
            <a:rect l="0" t="0" r="r" b="b"/>
            <a:pathLst>
              <a:path w="3287" h="44902" fill="norm" stroke="1" extrusionOk="0">
                <a:moveTo>
                  <a:pt x="0" y="0"/>
                </a:moveTo>
                <a:lnTo>
                  <a:pt x="3287" y="0"/>
                </a:lnTo>
                <a:lnTo>
                  <a:pt x="3287" y="43820"/>
                </a:lnTo>
                <a:lnTo>
                  <a:pt x="0" y="44902"/>
                </a:lnTo>
                <a:close/>
              </a:path>
            </a:pathLst>
          </a:custGeom>
          <a:gradFill rotWithShape="1">
            <a:gsLst>
              <a:gs pos="0">
                <a:srgbClr val="8D21FE"/>
              </a:gs>
              <a:gs pos="100000">
                <a:srgbClr val="C085FE"/>
              </a:gs>
            </a:gsLst>
            <a:lin ang="5400000" scaled="1"/>
            <a:tileRect/>
          </a:gradFill>
          <a:ln w="0" cap="rnd" cmpd="sng" algn="ctr">
            <a:solidFill>
              <a:srgbClr val="FFFFFF">
                <a:alpha val="0"/>
              </a:srgbClr>
            </a:solidFill>
            <a:round/>
            <a:headEnd type="none"/>
            <a:tailEnd type="none"/>
          </a:ln>
        </p:spPr>
      </p:sp>
      <p:sp>
        <p:nvSpPr>
          <p:cNvPr id="1305" name="latent representation and attention / 1284 OUT upper color"/>
          <p:cNvSpPr/>
          <p:nvPr/>
        </p:nvSpPr>
        <p:spPr>
          <a:xfrm>
            <a:off x="1882521" y="7865484"/>
            <a:ext cx="30061" cy="400692"/>
          </a:xfrm>
          <a:custGeom>
            <a:avLst/>
            <a:gdLst/>
            <a:ahLst/>
            <a:cxnLst/>
            <a:rect l="0" t="0" r="r" b="b"/>
            <a:pathLst>
              <a:path w="3287" h="43820" fill="norm" stroke="1" extrusionOk="0">
                <a:moveTo>
                  <a:pt x="0" y="0"/>
                </a:moveTo>
                <a:lnTo>
                  <a:pt x="3287" y="1174"/>
                </a:lnTo>
                <a:lnTo>
                  <a:pt x="3287" y="43820"/>
                </a:lnTo>
                <a:lnTo>
                  <a:pt x="0" y="43820"/>
                </a:lnTo>
                <a:close/>
              </a:path>
            </a:pathLst>
          </a:custGeom>
          <a:gradFill rotWithShape="1">
            <a:gsLst>
              <a:gs pos="0">
                <a:srgbClr val="C47FFF"/>
              </a:gs>
              <a:gs pos="100000">
                <a:srgbClr val="9316FF"/>
              </a:gs>
            </a:gsLst>
            <a:lin ang="5400000" scaled="1"/>
            <a:tileRect/>
          </a:gradFill>
          <a:ln w="0" cap="rnd" cmpd="sng" algn="ctr">
            <a:solidFill>
              <a:srgbClr val="FFFFFF">
                <a:alpha val="0"/>
              </a:srgbClr>
            </a:solidFill>
            <a:round/>
            <a:headEnd type="none"/>
            <a:tailEnd type="none"/>
          </a:ln>
        </p:spPr>
      </p:sp>
      <p:sp>
        <p:nvSpPr>
          <p:cNvPr id="1306" name="latent representation and attention / 1285 OUT lower color"/>
          <p:cNvSpPr/>
          <p:nvPr/>
        </p:nvSpPr>
        <p:spPr>
          <a:xfrm>
            <a:off x="1882521" y="8266176"/>
            <a:ext cx="30061" cy="400692"/>
          </a:xfrm>
          <a:custGeom>
            <a:avLst/>
            <a:gdLst/>
            <a:ahLst/>
            <a:cxnLst/>
            <a:rect l="0" t="0" r="r" b="b"/>
            <a:pathLst>
              <a:path w="3287" h="43820" fill="norm" stroke="1" extrusionOk="0">
                <a:moveTo>
                  <a:pt x="0" y="0"/>
                </a:moveTo>
                <a:lnTo>
                  <a:pt x="3287" y="0"/>
                </a:lnTo>
                <a:lnTo>
                  <a:pt x="3287" y="42646"/>
                </a:lnTo>
                <a:lnTo>
                  <a:pt x="0" y="43820"/>
                </a:lnTo>
                <a:close/>
              </a:path>
            </a:pathLst>
          </a:custGeom>
          <a:gradFill rotWithShape="1">
            <a:gsLst>
              <a:gs pos="0">
                <a:srgbClr val="9316FF"/>
              </a:gs>
              <a:gs pos="100000">
                <a:srgbClr val="C47FFF"/>
              </a:gs>
            </a:gsLst>
            <a:lin ang="5400000" scaled="1"/>
            <a:tileRect/>
          </a:gradFill>
          <a:ln w="0" cap="rnd" cmpd="sng" algn="ctr">
            <a:solidFill>
              <a:srgbClr val="FFFFFF">
                <a:alpha val="0"/>
              </a:srgbClr>
            </a:solidFill>
            <a:round/>
            <a:headEnd type="none"/>
            <a:tailEnd type="none"/>
          </a:ln>
        </p:spPr>
      </p:sp>
      <p:sp>
        <p:nvSpPr>
          <p:cNvPr id="1307" name="latent representation and attention / 1286 OUT upper color"/>
          <p:cNvSpPr/>
          <p:nvPr/>
        </p:nvSpPr>
        <p:spPr>
          <a:xfrm>
            <a:off x="1909382" y="7876217"/>
            <a:ext cx="30061" cy="389959"/>
          </a:xfrm>
          <a:custGeom>
            <a:avLst/>
            <a:gdLst/>
            <a:ahLst/>
            <a:cxnLst/>
            <a:rect l="0" t="0" r="r" b="b"/>
            <a:pathLst>
              <a:path w="3287" h="42646" fill="norm" stroke="1" extrusionOk="0">
                <a:moveTo>
                  <a:pt x="0" y="0"/>
                </a:moveTo>
                <a:lnTo>
                  <a:pt x="3287" y="1273"/>
                </a:lnTo>
                <a:lnTo>
                  <a:pt x="3287" y="42646"/>
                </a:lnTo>
                <a:lnTo>
                  <a:pt x="0" y="42646"/>
                </a:lnTo>
                <a:close/>
              </a:path>
            </a:pathLst>
          </a:custGeom>
          <a:gradFill rotWithShape="1">
            <a:gsLst>
              <a:gs pos="0">
                <a:srgbClr val="C779FF"/>
              </a:gs>
              <a:gs pos="100000">
                <a:srgbClr val="9A0BFF"/>
              </a:gs>
            </a:gsLst>
            <a:lin ang="5400000" scaled="1"/>
            <a:tileRect/>
          </a:gradFill>
          <a:ln w="0" cap="rnd" cmpd="sng" algn="ctr">
            <a:solidFill>
              <a:srgbClr val="FFFFFF">
                <a:alpha val="0"/>
              </a:srgbClr>
            </a:solidFill>
            <a:round/>
            <a:headEnd type="none"/>
            <a:tailEnd type="none"/>
          </a:ln>
        </p:spPr>
      </p:sp>
      <p:sp>
        <p:nvSpPr>
          <p:cNvPr id="1308" name="latent representation and attention / 1287 OUT lower color"/>
          <p:cNvSpPr/>
          <p:nvPr/>
        </p:nvSpPr>
        <p:spPr>
          <a:xfrm>
            <a:off x="1909382" y="8266176"/>
            <a:ext cx="30061" cy="389959"/>
          </a:xfrm>
          <a:custGeom>
            <a:avLst/>
            <a:gdLst/>
            <a:ahLst/>
            <a:cxnLst/>
            <a:rect l="0" t="0" r="r" b="b"/>
            <a:pathLst>
              <a:path w="3287" h="42646" fill="norm" stroke="1" extrusionOk="0">
                <a:moveTo>
                  <a:pt x="0" y="0"/>
                </a:moveTo>
                <a:lnTo>
                  <a:pt x="3287" y="0"/>
                </a:lnTo>
                <a:lnTo>
                  <a:pt x="3287" y="41373"/>
                </a:lnTo>
                <a:lnTo>
                  <a:pt x="0" y="42646"/>
                </a:lnTo>
                <a:close/>
              </a:path>
            </a:pathLst>
          </a:custGeom>
          <a:gradFill rotWithShape="1">
            <a:gsLst>
              <a:gs pos="0">
                <a:srgbClr val="9A0BFF"/>
              </a:gs>
              <a:gs pos="100000">
                <a:srgbClr val="C779FF"/>
              </a:gs>
            </a:gsLst>
            <a:lin ang="5400000" scaled="1"/>
            <a:tileRect/>
          </a:gradFill>
          <a:ln w="0" cap="rnd" cmpd="sng" algn="ctr">
            <a:solidFill>
              <a:srgbClr val="FFFFFF">
                <a:alpha val="0"/>
              </a:srgbClr>
            </a:solidFill>
            <a:round/>
            <a:headEnd type="none"/>
            <a:tailEnd type="none"/>
          </a:ln>
        </p:spPr>
      </p:sp>
      <p:sp>
        <p:nvSpPr>
          <p:cNvPr id="1309" name="latent representation and attention / 1288 OUT upper color"/>
          <p:cNvSpPr/>
          <p:nvPr/>
        </p:nvSpPr>
        <p:spPr>
          <a:xfrm>
            <a:off x="1936242" y="7887860"/>
            <a:ext cx="30061" cy="378316"/>
          </a:xfrm>
          <a:custGeom>
            <a:avLst/>
            <a:gdLst/>
            <a:ahLst/>
            <a:cxnLst/>
            <a:rect l="0" t="0" r="r" b="b"/>
            <a:pathLst>
              <a:path w="3287" h="41373" fill="norm" stroke="1" extrusionOk="0">
                <a:moveTo>
                  <a:pt x="0" y="0"/>
                </a:moveTo>
                <a:lnTo>
                  <a:pt x="3287" y="1382"/>
                </a:lnTo>
                <a:lnTo>
                  <a:pt x="3287" y="41373"/>
                </a:lnTo>
                <a:lnTo>
                  <a:pt x="0" y="41373"/>
                </a:lnTo>
                <a:close/>
              </a:path>
            </a:pathLst>
          </a:custGeom>
          <a:gradFill rotWithShape="1">
            <a:gsLst>
              <a:gs pos="0">
                <a:srgbClr val="CB73FF"/>
              </a:gs>
              <a:gs pos="100000">
                <a:srgbClr val="A000FF"/>
              </a:gs>
            </a:gsLst>
            <a:lin ang="5400000" scaled="1"/>
            <a:tileRect/>
          </a:gradFill>
          <a:ln w="0" cap="rnd" cmpd="sng" algn="ctr">
            <a:solidFill>
              <a:srgbClr val="FFFFFF">
                <a:alpha val="0"/>
              </a:srgbClr>
            </a:solidFill>
            <a:round/>
            <a:headEnd type="none"/>
            <a:tailEnd type="none"/>
          </a:ln>
        </p:spPr>
      </p:sp>
      <p:sp>
        <p:nvSpPr>
          <p:cNvPr id="1310" name="latent representation and attention / 1289 OUT lower color"/>
          <p:cNvSpPr/>
          <p:nvPr/>
        </p:nvSpPr>
        <p:spPr>
          <a:xfrm>
            <a:off x="1936242" y="8266176"/>
            <a:ext cx="30061" cy="378316"/>
          </a:xfrm>
          <a:custGeom>
            <a:avLst/>
            <a:gdLst/>
            <a:ahLst/>
            <a:cxnLst/>
            <a:rect l="0" t="0" r="r" b="b"/>
            <a:pathLst>
              <a:path w="3287" h="41373" fill="norm" stroke="1" extrusionOk="0">
                <a:moveTo>
                  <a:pt x="0" y="0"/>
                </a:moveTo>
                <a:lnTo>
                  <a:pt x="3287" y="0"/>
                </a:lnTo>
                <a:lnTo>
                  <a:pt x="3287" y="39991"/>
                </a:lnTo>
                <a:lnTo>
                  <a:pt x="0" y="41373"/>
                </a:lnTo>
                <a:close/>
              </a:path>
            </a:pathLst>
          </a:custGeom>
          <a:gradFill rotWithShape="1">
            <a:gsLst>
              <a:gs pos="0">
                <a:srgbClr val="A000FF"/>
              </a:gs>
              <a:gs pos="100000">
                <a:srgbClr val="CB73FF"/>
              </a:gs>
            </a:gsLst>
            <a:lin ang="5400000" scaled="1"/>
            <a:tileRect/>
          </a:gradFill>
          <a:ln w="0" cap="rnd" cmpd="sng" algn="ctr">
            <a:solidFill>
              <a:srgbClr val="FFFFFF">
                <a:alpha val="0"/>
              </a:srgbClr>
            </a:solidFill>
            <a:round/>
            <a:headEnd type="none"/>
            <a:tailEnd type="none"/>
          </a:ln>
        </p:spPr>
      </p:sp>
      <p:sp>
        <p:nvSpPr>
          <p:cNvPr id="1311" name="latent representation and attention / 1290 OUT upper color"/>
          <p:cNvSpPr/>
          <p:nvPr/>
        </p:nvSpPr>
        <p:spPr>
          <a:xfrm>
            <a:off x="1963102" y="7900500"/>
            <a:ext cx="30061" cy="365676"/>
          </a:xfrm>
          <a:custGeom>
            <a:avLst/>
            <a:gdLst/>
            <a:ahLst/>
            <a:cxnLst/>
            <a:rect l="0" t="0" r="r" b="b"/>
            <a:pathLst>
              <a:path w="3287" h="39991" fill="norm" stroke="1" extrusionOk="0">
                <a:moveTo>
                  <a:pt x="0" y="0"/>
                </a:moveTo>
                <a:lnTo>
                  <a:pt x="3287" y="1503"/>
                </a:lnTo>
                <a:lnTo>
                  <a:pt x="3287" y="39991"/>
                </a:lnTo>
                <a:lnTo>
                  <a:pt x="0" y="39991"/>
                </a:lnTo>
                <a:close/>
              </a:path>
            </a:pathLst>
          </a:custGeom>
          <a:gradFill rotWithShape="1">
            <a:gsLst>
              <a:gs pos="0">
                <a:srgbClr val="CF7DFF"/>
              </a:gs>
              <a:gs pos="100000">
                <a:srgbClr val="A712FF"/>
              </a:gs>
            </a:gsLst>
            <a:lin ang="5400000" scaled="1"/>
            <a:tileRect/>
          </a:gradFill>
          <a:ln w="0" cap="rnd" cmpd="sng" algn="ctr">
            <a:solidFill>
              <a:srgbClr val="FFFFFF">
                <a:alpha val="0"/>
              </a:srgbClr>
            </a:solidFill>
            <a:round/>
            <a:headEnd type="none"/>
            <a:tailEnd type="none"/>
          </a:ln>
        </p:spPr>
      </p:sp>
      <p:sp>
        <p:nvSpPr>
          <p:cNvPr id="1312" name="latent representation and attention / 1291 OUT lower color"/>
          <p:cNvSpPr/>
          <p:nvPr/>
        </p:nvSpPr>
        <p:spPr>
          <a:xfrm>
            <a:off x="1963102" y="8266176"/>
            <a:ext cx="30061" cy="365676"/>
          </a:xfrm>
          <a:custGeom>
            <a:avLst/>
            <a:gdLst/>
            <a:ahLst/>
            <a:cxnLst/>
            <a:rect l="0" t="0" r="r" b="b"/>
            <a:pathLst>
              <a:path w="3287" h="39991" fill="norm" stroke="1" extrusionOk="0">
                <a:moveTo>
                  <a:pt x="0" y="0"/>
                </a:moveTo>
                <a:lnTo>
                  <a:pt x="3287" y="0"/>
                </a:lnTo>
                <a:lnTo>
                  <a:pt x="3287" y="38488"/>
                </a:lnTo>
                <a:lnTo>
                  <a:pt x="0" y="39991"/>
                </a:lnTo>
                <a:close/>
              </a:path>
            </a:pathLst>
          </a:custGeom>
          <a:gradFill rotWithShape="1">
            <a:gsLst>
              <a:gs pos="0">
                <a:srgbClr val="A712FF"/>
              </a:gs>
              <a:gs pos="100000">
                <a:srgbClr val="CF7DFF"/>
              </a:gs>
            </a:gsLst>
            <a:lin ang="5400000" scaled="1"/>
            <a:tileRect/>
          </a:gradFill>
          <a:ln w="0" cap="rnd" cmpd="sng" algn="ctr">
            <a:solidFill>
              <a:srgbClr val="FFFFFF">
                <a:alpha val="0"/>
              </a:srgbClr>
            </a:solidFill>
            <a:round/>
            <a:headEnd type="none"/>
            <a:tailEnd type="none"/>
          </a:ln>
        </p:spPr>
      </p:sp>
      <p:sp>
        <p:nvSpPr>
          <p:cNvPr id="1313" name="latent representation and attention / 1292 OUT upper color"/>
          <p:cNvSpPr/>
          <p:nvPr/>
        </p:nvSpPr>
        <p:spPr>
          <a:xfrm>
            <a:off x="1989963" y="7914244"/>
            <a:ext cx="30061" cy="351932"/>
          </a:xfrm>
          <a:custGeom>
            <a:avLst/>
            <a:gdLst/>
            <a:ahLst/>
            <a:cxnLst/>
            <a:rect l="0" t="0" r="r" b="b"/>
            <a:pathLst>
              <a:path w="3287" h="38488" fill="norm" stroke="1" extrusionOk="0">
                <a:moveTo>
                  <a:pt x="0" y="0"/>
                </a:moveTo>
                <a:lnTo>
                  <a:pt x="3287" y="1639"/>
                </a:lnTo>
                <a:lnTo>
                  <a:pt x="3287" y="38488"/>
                </a:lnTo>
                <a:lnTo>
                  <a:pt x="0" y="38488"/>
                </a:lnTo>
                <a:close/>
              </a:path>
            </a:pathLst>
          </a:custGeom>
          <a:gradFill rotWithShape="1">
            <a:gsLst>
              <a:gs pos="0">
                <a:srgbClr val="D286FF"/>
              </a:gs>
              <a:gs pos="100000">
                <a:srgbClr val="AD23FF"/>
              </a:gs>
            </a:gsLst>
            <a:lin ang="5400000" scaled="1"/>
            <a:tileRect/>
          </a:gradFill>
          <a:ln w="0" cap="rnd" cmpd="sng" algn="ctr">
            <a:solidFill>
              <a:srgbClr val="FFFFFF">
                <a:alpha val="0"/>
              </a:srgbClr>
            </a:solidFill>
            <a:round/>
            <a:headEnd type="none"/>
            <a:tailEnd type="none"/>
          </a:ln>
        </p:spPr>
      </p:sp>
      <p:sp>
        <p:nvSpPr>
          <p:cNvPr id="1314" name="latent representation and attention / 1293 OUT lower color"/>
          <p:cNvSpPr/>
          <p:nvPr/>
        </p:nvSpPr>
        <p:spPr>
          <a:xfrm>
            <a:off x="1989963" y="8266176"/>
            <a:ext cx="30061" cy="351932"/>
          </a:xfrm>
          <a:custGeom>
            <a:avLst/>
            <a:gdLst/>
            <a:ahLst/>
            <a:cxnLst/>
            <a:rect l="0" t="0" r="r" b="b"/>
            <a:pathLst>
              <a:path w="3287" h="38488" fill="norm" stroke="1" extrusionOk="0">
                <a:moveTo>
                  <a:pt x="0" y="0"/>
                </a:moveTo>
                <a:lnTo>
                  <a:pt x="3287" y="0"/>
                </a:lnTo>
                <a:lnTo>
                  <a:pt x="3287" y="36849"/>
                </a:lnTo>
                <a:lnTo>
                  <a:pt x="0" y="38488"/>
                </a:lnTo>
                <a:close/>
              </a:path>
            </a:pathLst>
          </a:custGeom>
          <a:gradFill rotWithShape="1">
            <a:gsLst>
              <a:gs pos="0">
                <a:srgbClr val="AD23FF"/>
              </a:gs>
              <a:gs pos="100000">
                <a:srgbClr val="D286FF"/>
              </a:gs>
            </a:gsLst>
            <a:lin ang="5400000" scaled="1"/>
            <a:tileRect/>
          </a:gradFill>
          <a:ln w="0" cap="rnd" cmpd="sng" algn="ctr">
            <a:solidFill>
              <a:srgbClr val="FFFFFF">
                <a:alpha val="0"/>
              </a:srgbClr>
            </a:solidFill>
            <a:round/>
            <a:headEnd type="none"/>
            <a:tailEnd type="none"/>
          </a:ln>
        </p:spPr>
      </p:sp>
      <p:sp>
        <p:nvSpPr>
          <p:cNvPr id="1315" name="latent representation and attention / 1294 OUT upper color"/>
          <p:cNvSpPr/>
          <p:nvPr/>
        </p:nvSpPr>
        <p:spPr>
          <a:xfrm>
            <a:off x="2016824" y="7929227"/>
            <a:ext cx="30061" cy="336949"/>
          </a:xfrm>
          <a:custGeom>
            <a:avLst/>
            <a:gdLst/>
            <a:ahLst/>
            <a:cxnLst/>
            <a:rect l="0" t="0" r="r" b="b"/>
            <a:pathLst>
              <a:path w="3287" h="36849" fill="norm" stroke="1" extrusionOk="0">
                <a:moveTo>
                  <a:pt x="0" y="0"/>
                </a:moveTo>
                <a:lnTo>
                  <a:pt x="3287" y="1793"/>
                </a:lnTo>
                <a:lnTo>
                  <a:pt x="3287" y="36849"/>
                </a:lnTo>
                <a:lnTo>
                  <a:pt x="0" y="36849"/>
                </a:lnTo>
                <a:close/>
              </a:path>
            </a:pathLst>
          </a:custGeom>
          <a:gradFill rotWithShape="1">
            <a:gsLst>
              <a:gs pos="0">
                <a:srgbClr val="D690FF"/>
              </a:gs>
              <a:gs pos="100000">
                <a:srgbClr val="B435FF"/>
              </a:gs>
            </a:gsLst>
            <a:lin ang="5400000" scaled="1"/>
            <a:tileRect/>
          </a:gradFill>
          <a:ln w="0" cap="rnd" cmpd="sng" algn="ctr">
            <a:solidFill>
              <a:srgbClr val="FFFFFF">
                <a:alpha val="0"/>
              </a:srgbClr>
            </a:solidFill>
            <a:round/>
            <a:headEnd type="none"/>
            <a:tailEnd type="none"/>
          </a:ln>
        </p:spPr>
      </p:sp>
      <p:sp>
        <p:nvSpPr>
          <p:cNvPr id="1316" name="latent representation and attention / 1295 OUT lower color"/>
          <p:cNvSpPr/>
          <p:nvPr/>
        </p:nvSpPr>
        <p:spPr>
          <a:xfrm>
            <a:off x="2016824" y="8266176"/>
            <a:ext cx="30061" cy="336949"/>
          </a:xfrm>
          <a:custGeom>
            <a:avLst/>
            <a:gdLst/>
            <a:ahLst/>
            <a:cxnLst/>
            <a:rect l="0" t="0" r="r" b="b"/>
            <a:pathLst>
              <a:path w="3287" h="36849" fill="norm" stroke="1" extrusionOk="0">
                <a:moveTo>
                  <a:pt x="0" y="0"/>
                </a:moveTo>
                <a:lnTo>
                  <a:pt x="3287" y="0"/>
                </a:lnTo>
                <a:lnTo>
                  <a:pt x="3287" y="35056"/>
                </a:lnTo>
                <a:lnTo>
                  <a:pt x="0" y="36849"/>
                </a:lnTo>
                <a:close/>
              </a:path>
            </a:pathLst>
          </a:custGeom>
          <a:gradFill rotWithShape="1">
            <a:gsLst>
              <a:gs pos="0">
                <a:srgbClr val="B435FF"/>
              </a:gs>
              <a:gs pos="100000">
                <a:srgbClr val="D690FF"/>
              </a:gs>
            </a:gsLst>
            <a:lin ang="5400000" scaled="1"/>
            <a:tileRect/>
          </a:gradFill>
          <a:ln w="0" cap="rnd" cmpd="sng" algn="ctr">
            <a:solidFill>
              <a:srgbClr val="FFFFFF">
                <a:alpha val="0"/>
              </a:srgbClr>
            </a:solidFill>
            <a:round/>
            <a:headEnd type="none"/>
            <a:tailEnd type="none"/>
          </a:ln>
        </p:spPr>
      </p:sp>
      <p:sp>
        <p:nvSpPr>
          <p:cNvPr id="1317" name="latent representation and attention / 1296 OUT upper color"/>
          <p:cNvSpPr/>
          <p:nvPr/>
        </p:nvSpPr>
        <p:spPr>
          <a:xfrm>
            <a:off x="2043684" y="7945622"/>
            <a:ext cx="30061" cy="320554"/>
          </a:xfrm>
          <a:custGeom>
            <a:avLst/>
            <a:gdLst/>
            <a:ahLst/>
            <a:cxnLst/>
            <a:rect l="0" t="0" r="r" b="b"/>
            <a:pathLst>
              <a:path w="3287" h="35056" fill="norm" stroke="1" extrusionOk="0">
                <a:moveTo>
                  <a:pt x="0" y="0"/>
                </a:moveTo>
                <a:lnTo>
                  <a:pt x="3287" y="1973"/>
                </a:lnTo>
                <a:lnTo>
                  <a:pt x="3287" y="35056"/>
                </a:lnTo>
                <a:lnTo>
                  <a:pt x="0" y="35056"/>
                </a:lnTo>
                <a:close/>
              </a:path>
            </a:pathLst>
          </a:custGeom>
          <a:gradFill rotWithShape="1">
            <a:gsLst>
              <a:gs pos="0">
                <a:srgbClr val="DA99FF"/>
              </a:gs>
              <a:gs pos="100000">
                <a:srgbClr val="BB46FF"/>
              </a:gs>
            </a:gsLst>
            <a:lin ang="5400000" scaled="1"/>
            <a:tileRect/>
          </a:gradFill>
          <a:ln w="0" cap="rnd" cmpd="sng" algn="ctr">
            <a:solidFill>
              <a:srgbClr val="FFFFFF">
                <a:alpha val="0"/>
              </a:srgbClr>
            </a:solidFill>
            <a:round/>
            <a:headEnd type="none"/>
            <a:tailEnd type="none"/>
          </a:ln>
        </p:spPr>
      </p:sp>
      <p:sp>
        <p:nvSpPr>
          <p:cNvPr id="1318" name="latent representation and attention / 1297 OUT lower color"/>
          <p:cNvSpPr/>
          <p:nvPr/>
        </p:nvSpPr>
        <p:spPr>
          <a:xfrm>
            <a:off x="2043684" y="8266176"/>
            <a:ext cx="30061" cy="320554"/>
          </a:xfrm>
          <a:custGeom>
            <a:avLst/>
            <a:gdLst/>
            <a:ahLst/>
            <a:cxnLst/>
            <a:rect l="0" t="0" r="r" b="b"/>
            <a:pathLst>
              <a:path w="3287" h="35056" fill="norm" stroke="1" extrusionOk="0">
                <a:moveTo>
                  <a:pt x="0" y="0"/>
                </a:moveTo>
                <a:lnTo>
                  <a:pt x="3287" y="0"/>
                </a:lnTo>
                <a:lnTo>
                  <a:pt x="3287" y="33084"/>
                </a:lnTo>
                <a:lnTo>
                  <a:pt x="0" y="35056"/>
                </a:lnTo>
                <a:close/>
              </a:path>
            </a:pathLst>
          </a:custGeom>
          <a:gradFill rotWithShape="1">
            <a:gsLst>
              <a:gs pos="0">
                <a:srgbClr val="BB46FF"/>
              </a:gs>
              <a:gs pos="100000">
                <a:srgbClr val="DA99FF"/>
              </a:gs>
            </a:gsLst>
            <a:lin ang="5400000" scaled="1"/>
            <a:tileRect/>
          </a:gradFill>
          <a:ln w="0" cap="rnd" cmpd="sng" algn="ctr">
            <a:solidFill>
              <a:srgbClr val="FFFFFF">
                <a:alpha val="0"/>
              </a:srgbClr>
            </a:solidFill>
            <a:round/>
            <a:headEnd type="none"/>
            <a:tailEnd type="none"/>
          </a:ln>
        </p:spPr>
      </p:sp>
      <p:sp>
        <p:nvSpPr>
          <p:cNvPr id="1319" name="latent representation and attention / 1298 OUT upper color"/>
          <p:cNvSpPr/>
          <p:nvPr/>
        </p:nvSpPr>
        <p:spPr>
          <a:xfrm>
            <a:off x="2070544" y="7963660"/>
            <a:ext cx="30061" cy="302516"/>
          </a:xfrm>
          <a:custGeom>
            <a:avLst/>
            <a:gdLst/>
            <a:ahLst/>
            <a:cxnLst/>
            <a:rect l="0" t="0" r="r" b="b"/>
            <a:pathLst>
              <a:path w="3287" h="33084" fill="norm" stroke="1" extrusionOk="0">
                <a:moveTo>
                  <a:pt x="0" y="0"/>
                </a:moveTo>
                <a:lnTo>
                  <a:pt x="3287" y="2187"/>
                </a:lnTo>
                <a:lnTo>
                  <a:pt x="3287" y="33084"/>
                </a:lnTo>
                <a:lnTo>
                  <a:pt x="0" y="33084"/>
                </a:lnTo>
                <a:close/>
              </a:path>
            </a:pathLst>
          </a:custGeom>
          <a:gradFill rotWithShape="1">
            <a:gsLst>
              <a:gs pos="0">
                <a:srgbClr val="DDA3FF"/>
              </a:gs>
              <a:gs pos="100000">
                <a:srgbClr val="C158FF"/>
              </a:gs>
            </a:gsLst>
            <a:lin ang="5400000" scaled="1"/>
            <a:tileRect/>
          </a:gradFill>
          <a:ln w="0" cap="rnd" cmpd="sng" algn="ctr">
            <a:solidFill>
              <a:srgbClr val="FFFFFF">
                <a:alpha val="0"/>
              </a:srgbClr>
            </a:solidFill>
            <a:round/>
            <a:headEnd type="none"/>
            <a:tailEnd type="none"/>
          </a:ln>
        </p:spPr>
      </p:sp>
      <p:sp>
        <p:nvSpPr>
          <p:cNvPr id="1320" name="latent representation and attention / 1299 OUT lower color"/>
          <p:cNvSpPr/>
          <p:nvPr/>
        </p:nvSpPr>
        <p:spPr>
          <a:xfrm>
            <a:off x="2070544" y="8266176"/>
            <a:ext cx="30061" cy="302516"/>
          </a:xfrm>
          <a:custGeom>
            <a:avLst/>
            <a:gdLst/>
            <a:ahLst/>
            <a:cxnLst/>
            <a:rect l="0" t="0" r="r" b="b"/>
            <a:pathLst>
              <a:path w="3287" h="33084" fill="norm" stroke="1" extrusionOk="0">
                <a:moveTo>
                  <a:pt x="0" y="0"/>
                </a:moveTo>
                <a:lnTo>
                  <a:pt x="3287" y="0"/>
                </a:lnTo>
                <a:lnTo>
                  <a:pt x="3287" y="30897"/>
                </a:lnTo>
                <a:lnTo>
                  <a:pt x="0" y="33084"/>
                </a:lnTo>
                <a:close/>
              </a:path>
            </a:pathLst>
          </a:custGeom>
          <a:gradFill rotWithShape="1">
            <a:gsLst>
              <a:gs pos="0">
                <a:srgbClr val="C158FF"/>
              </a:gs>
              <a:gs pos="100000">
                <a:srgbClr val="DDA3FF"/>
              </a:gs>
            </a:gsLst>
            <a:lin ang="5400000" scaled="1"/>
            <a:tileRect/>
          </a:gradFill>
          <a:ln w="0" cap="rnd" cmpd="sng" algn="ctr">
            <a:solidFill>
              <a:srgbClr val="FFFFFF">
                <a:alpha val="0"/>
              </a:srgbClr>
            </a:solidFill>
            <a:round/>
            <a:headEnd type="none"/>
            <a:tailEnd type="none"/>
          </a:ln>
        </p:spPr>
      </p:sp>
      <p:sp>
        <p:nvSpPr>
          <p:cNvPr id="1321" name="latent representation and attention / 1300 OUT upper color"/>
          <p:cNvSpPr/>
          <p:nvPr/>
        </p:nvSpPr>
        <p:spPr>
          <a:xfrm>
            <a:off x="2097405" y="7983654"/>
            <a:ext cx="30061" cy="282522"/>
          </a:xfrm>
          <a:custGeom>
            <a:avLst/>
            <a:gdLst/>
            <a:ahLst/>
            <a:cxnLst/>
            <a:rect l="0" t="0" r="r" b="b"/>
            <a:pathLst>
              <a:path w="3287" h="30897" fill="norm" stroke="1" extrusionOk="0">
                <a:moveTo>
                  <a:pt x="0" y="0"/>
                </a:moveTo>
                <a:lnTo>
                  <a:pt x="3287" y="2450"/>
                </a:lnTo>
                <a:lnTo>
                  <a:pt x="3287" y="30897"/>
                </a:lnTo>
                <a:lnTo>
                  <a:pt x="0" y="30897"/>
                </a:lnTo>
                <a:close/>
              </a:path>
            </a:pathLst>
          </a:custGeom>
          <a:gradFill rotWithShape="1">
            <a:gsLst>
              <a:gs pos="0">
                <a:srgbClr val="E1ADFF"/>
              </a:gs>
              <a:gs pos="100000">
                <a:srgbClr val="C86AFF"/>
              </a:gs>
            </a:gsLst>
            <a:lin ang="5400000" scaled="1"/>
            <a:tileRect/>
          </a:gradFill>
          <a:ln w="0" cap="rnd" cmpd="sng" algn="ctr">
            <a:solidFill>
              <a:srgbClr val="FFFFFF">
                <a:alpha val="0"/>
              </a:srgbClr>
            </a:solidFill>
            <a:round/>
            <a:headEnd type="none"/>
            <a:tailEnd type="none"/>
          </a:ln>
        </p:spPr>
      </p:sp>
      <p:sp>
        <p:nvSpPr>
          <p:cNvPr id="1322" name="latent representation and attention / 1301 OUT lower color"/>
          <p:cNvSpPr/>
          <p:nvPr/>
        </p:nvSpPr>
        <p:spPr>
          <a:xfrm>
            <a:off x="2097405" y="8266176"/>
            <a:ext cx="30061" cy="282522"/>
          </a:xfrm>
          <a:custGeom>
            <a:avLst/>
            <a:gdLst/>
            <a:ahLst/>
            <a:cxnLst/>
            <a:rect l="0" t="0" r="r" b="b"/>
            <a:pathLst>
              <a:path w="3287" h="30897" fill="norm" stroke="1" extrusionOk="0">
                <a:moveTo>
                  <a:pt x="0" y="0"/>
                </a:moveTo>
                <a:lnTo>
                  <a:pt x="3287" y="0"/>
                </a:lnTo>
                <a:lnTo>
                  <a:pt x="3287" y="28447"/>
                </a:lnTo>
                <a:lnTo>
                  <a:pt x="0" y="30897"/>
                </a:lnTo>
                <a:close/>
              </a:path>
            </a:pathLst>
          </a:custGeom>
          <a:gradFill rotWithShape="1">
            <a:gsLst>
              <a:gs pos="0">
                <a:srgbClr val="C86AFF"/>
              </a:gs>
              <a:gs pos="100000">
                <a:srgbClr val="E1ADFF"/>
              </a:gs>
            </a:gsLst>
            <a:lin ang="5400000" scaled="1"/>
            <a:tileRect/>
          </a:gradFill>
          <a:ln w="0" cap="rnd" cmpd="sng" algn="ctr">
            <a:solidFill>
              <a:srgbClr val="FFFFFF">
                <a:alpha val="0"/>
              </a:srgbClr>
            </a:solidFill>
            <a:round/>
            <a:headEnd type="none"/>
            <a:tailEnd type="none"/>
          </a:ln>
        </p:spPr>
      </p:sp>
      <p:sp>
        <p:nvSpPr>
          <p:cNvPr id="1323" name="latent representation and attention / 1302 OUT upper color"/>
          <p:cNvSpPr/>
          <p:nvPr/>
        </p:nvSpPr>
        <p:spPr>
          <a:xfrm>
            <a:off x="2124266" y="8006056"/>
            <a:ext cx="30061" cy="260120"/>
          </a:xfrm>
          <a:custGeom>
            <a:avLst/>
            <a:gdLst/>
            <a:ahLst/>
            <a:cxnLst/>
            <a:rect l="0" t="0" r="r" b="b"/>
            <a:pathLst>
              <a:path w="3287" h="28447" fill="norm" stroke="1" extrusionOk="0">
                <a:moveTo>
                  <a:pt x="0" y="0"/>
                </a:moveTo>
                <a:lnTo>
                  <a:pt x="3287" y="2789"/>
                </a:lnTo>
                <a:lnTo>
                  <a:pt x="3287" y="28447"/>
                </a:lnTo>
                <a:lnTo>
                  <a:pt x="0" y="28447"/>
                </a:lnTo>
                <a:close/>
              </a:path>
            </a:pathLst>
          </a:custGeom>
          <a:gradFill rotWithShape="1">
            <a:gsLst>
              <a:gs pos="0">
                <a:srgbClr val="E4B6FF"/>
              </a:gs>
              <a:gs pos="100000">
                <a:srgbClr val="CE7BFF"/>
              </a:gs>
            </a:gsLst>
            <a:lin ang="5400000" scaled="1"/>
            <a:tileRect/>
          </a:gradFill>
          <a:ln w="0" cap="rnd" cmpd="sng" algn="ctr">
            <a:solidFill>
              <a:srgbClr val="FFFFFF">
                <a:alpha val="0"/>
              </a:srgbClr>
            </a:solidFill>
            <a:round/>
            <a:headEnd type="none"/>
            <a:tailEnd type="none"/>
          </a:ln>
        </p:spPr>
      </p:sp>
      <p:sp>
        <p:nvSpPr>
          <p:cNvPr id="1324" name="latent representation and attention / 1303 OUT lower color"/>
          <p:cNvSpPr/>
          <p:nvPr/>
        </p:nvSpPr>
        <p:spPr>
          <a:xfrm>
            <a:off x="2124266" y="8266176"/>
            <a:ext cx="30061" cy="260120"/>
          </a:xfrm>
          <a:custGeom>
            <a:avLst/>
            <a:gdLst/>
            <a:ahLst/>
            <a:cxnLst/>
            <a:rect l="0" t="0" r="r" b="b"/>
            <a:pathLst>
              <a:path w="3287" h="28447" fill="norm" stroke="1" extrusionOk="0">
                <a:moveTo>
                  <a:pt x="0" y="0"/>
                </a:moveTo>
                <a:lnTo>
                  <a:pt x="3287" y="0"/>
                </a:lnTo>
                <a:lnTo>
                  <a:pt x="3287" y="25659"/>
                </a:lnTo>
                <a:lnTo>
                  <a:pt x="0" y="28447"/>
                </a:lnTo>
                <a:close/>
              </a:path>
            </a:pathLst>
          </a:custGeom>
          <a:gradFill rotWithShape="1">
            <a:gsLst>
              <a:gs pos="0">
                <a:srgbClr val="CE7BFF"/>
              </a:gs>
              <a:gs pos="100000">
                <a:srgbClr val="E4B6FF"/>
              </a:gs>
            </a:gsLst>
            <a:lin ang="5400000" scaled="1"/>
            <a:tileRect/>
          </a:gradFill>
          <a:ln w="0" cap="rnd" cmpd="sng" algn="ctr">
            <a:solidFill>
              <a:srgbClr val="FFFFFF">
                <a:alpha val="0"/>
              </a:srgbClr>
            </a:solidFill>
            <a:round/>
            <a:headEnd type="none"/>
            <a:tailEnd type="none"/>
          </a:ln>
        </p:spPr>
      </p:sp>
      <p:sp>
        <p:nvSpPr>
          <p:cNvPr id="1325" name="latent representation and attention / 1304 OUT upper color"/>
          <p:cNvSpPr/>
          <p:nvPr/>
        </p:nvSpPr>
        <p:spPr>
          <a:xfrm>
            <a:off x="2151126" y="8031555"/>
            <a:ext cx="30061" cy="234621"/>
          </a:xfrm>
          <a:custGeom>
            <a:avLst/>
            <a:gdLst/>
            <a:ahLst/>
            <a:cxnLst/>
            <a:rect l="0" t="0" r="r" b="b"/>
            <a:pathLst>
              <a:path w="3287" h="25659" fill="norm" stroke="1" extrusionOk="0">
                <a:moveTo>
                  <a:pt x="0" y="0"/>
                </a:moveTo>
                <a:lnTo>
                  <a:pt x="3287" y="3253"/>
                </a:lnTo>
                <a:lnTo>
                  <a:pt x="3287" y="25659"/>
                </a:lnTo>
                <a:lnTo>
                  <a:pt x="0" y="25659"/>
                </a:lnTo>
                <a:close/>
              </a:path>
            </a:pathLst>
          </a:custGeom>
          <a:gradFill rotWithShape="1">
            <a:gsLst>
              <a:gs pos="0">
                <a:srgbClr val="E8C0FF"/>
              </a:gs>
              <a:gs pos="100000">
                <a:srgbClr val="D58DFF"/>
              </a:gs>
            </a:gsLst>
            <a:lin ang="5400000" scaled="1"/>
            <a:tileRect/>
          </a:gradFill>
          <a:ln w="0" cap="rnd" cmpd="sng" algn="ctr">
            <a:solidFill>
              <a:srgbClr val="FFFFFF">
                <a:alpha val="0"/>
              </a:srgbClr>
            </a:solidFill>
            <a:round/>
            <a:headEnd type="none"/>
            <a:tailEnd type="none"/>
          </a:ln>
        </p:spPr>
      </p:sp>
      <p:sp>
        <p:nvSpPr>
          <p:cNvPr id="1326" name="latent representation and attention / 1305 OUT lower color"/>
          <p:cNvSpPr/>
          <p:nvPr/>
        </p:nvSpPr>
        <p:spPr>
          <a:xfrm>
            <a:off x="2151126" y="8266176"/>
            <a:ext cx="30061" cy="234621"/>
          </a:xfrm>
          <a:custGeom>
            <a:avLst/>
            <a:gdLst/>
            <a:ahLst/>
            <a:cxnLst/>
            <a:rect l="0" t="0" r="r" b="b"/>
            <a:pathLst>
              <a:path w="3287" h="25659" fill="norm" stroke="1" extrusionOk="0">
                <a:moveTo>
                  <a:pt x="0" y="0"/>
                </a:moveTo>
                <a:lnTo>
                  <a:pt x="3287" y="0"/>
                </a:lnTo>
                <a:lnTo>
                  <a:pt x="3287" y="22405"/>
                </a:lnTo>
                <a:lnTo>
                  <a:pt x="0" y="25659"/>
                </a:lnTo>
                <a:close/>
              </a:path>
            </a:pathLst>
          </a:custGeom>
          <a:gradFill rotWithShape="1">
            <a:gsLst>
              <a:gs pos="0">
                <a:srgbClr val="D58DFF"/>
              </a:gs>
              <a:gs pos="100000">
                <a:srgbClr val="E8C0FF"/>
              </a:gs>
            </a:gsLst>
            <a:lin ang="5400000" scaled="1"/>
            <a:tileRect/>
          </a:gradFill>
          <a:ln w="0" cap="rnd" cmpd="sng" algn="ctr">
            <a:solidFill>
              <a:srgbClr val="FFFFFF">
                <a:alpha val="0"/>
              </a:srgbClr>
            </a:solidFill>
            <a:round/>
            <a:headEnd type="none"/>
            <a:tailEnd type="none"/>
          </a:ln>
        </p:spPr>
      </p:sp>
      <p:sp>
        <p:nvSpPr>
          <p:cNvPr id="1327" name="latent representation and attention / 1306 OUT upper color"/>
          <p:cNvSpPr/>
          <p:nvPr/>
        </p:nvSpPr>
        <p:spPr>
          <a:xfrm>
            <a:off x="2177986" y="8061302"/>
            <a:ext cx="30061" cy="204874"/>
          </a:xfrm>
          <a:custGeom>
            <a:avLst/>
            <a:gdLst/>
            <a:ahLst/>
            <a:cxnLst/>
            <a:rect l="0" t="0" r="r" b="b"/>
            <a:pathLst>
              <a:path w="3287" h="22405" fill="norm" stroke="1" extrusionOk="0">
                <a:moveTo>
                  <a:pt x="0" y="0"/>
                </a:moveTo>
                <a:lnTo>
                  <a:pt x="3287" y="3962"/>
                </a:lnTo>
                <a:lnTo>
                  <a:pt x="3287" y="22405"/>
                </a:lnTo>
                <a:lnTo>
                  <a:pt x="0" y="22405"/>
                </a:lnTo>
                <a:close/>
              </a:path>
            </a:pathLst>
          </a:custGeom>
          <a:gradFill rotWithShape="1">
            <a:gsLst>
              <a:gs pos="0">
                <a:srgbClr val="ECCAFF"/>
              </a:gs>
              <a:gs pos="100000">
                <a:srgbClr val="DC9EFF"/>
              </a:gs>
            </a:gsLst>
            <a:lin ang="5400000" scaled="1"/>
            <a:tileRect/>
          </a:gradFill>
          <a:ln w="0" cap="rnd" cmpd="sng" algn="ctr">
            <a:solidFill>
              <a:srgbClr val="FFFFFF">
                <a:alpha val="0"/>
              </a:srgbClr>
            </a:solidFill>
            <a:round/>
            <a:headEnd type="none"/>
            <a:tailEnd type="none"/>
          </a:ln>
        </p:spPr>
      </p:sp>
      <p:sp>
        <p:nvSpPr>
          <p:cNvPr id="1328" name="latent representation and attention / 1307 OUT lower color"/>
          <p:cNvSpPr/>
          <p:nvPr/>
        </p:nvSpPr>
        <p:spPr>
          <a:xfrm>
            <a:off x="2177986" y="8266176"/>
            <a:ext cx="30061" cy="204874"/>
          </a:xfrm>
          <a:custGeom>
            <a:avLst/>
            <a:gdLst/>
            <a:ahLst/>
            <a:cxnLst/>
            <a:rect l="0" t="0" r="r" b="b"/>
            <a:pathLst>
              <a:path w="3287" h="22405" fill="norm" stroke="1" extrusionOk="0">
                <a:moveTo>
                  <a:pt x="0" y="0"/>
                </a:moveTo>
                <a:lnTo>
                  <a:pt x="3287" y="0"/>
                </a:lnTo>
                <a:lnTo>
                  <a:pt x="3287" y="18443"/>
                </a:lnTo>
                <a:lnTo>
                  <a:pt x="0" y="22405"/>
                </a:lnTo>
                <a:close/>
              </a:path>
            </a:pathLst>
          </a:custGeom>
          <a:gradFill rotWithShape="1">
            <a:gsLst>
              <a:gs pos="0">
                <a:srgbClr val="DC9EFF"/>
              </a:gs>
              <a:gs pos="100000">
                <a:srgbClr val="ECCAFF"/>
              </a:gs>
            </a:gsLst>
            <a:lin ang="5400000" scaled="1"/>
            <a:tileRect/>
          </a:gradFill>
          <a:ln w="0" cap="rnd" cmpd="sng" algn="ctr">
            <a:solidFill>
              <a:srgbClr val="FFFFFF">
                <a:alpha val="0"/>
              </a:srgbClr>
            </a:solidFill>
            <a:round/>
            <a:headEnd type="none"/>
            <a:tailEnd type="none"/>
          </a:ln>
        </p:spPr>
      </p:sp>
      <p:sp>
        <p:nvSpPr>
          <p:cNvPr id="1329" name="latent representation and attention / 1308 OUT upper color"/>
          <p:cNvSpPr/>
          <p:nvPr/>
        </p:nvSpPr>
        <p:spPr>
          <a:xfrm>
            <a:off x="2204847" y="8097531"/>
            <a:ext cx="30061" cy="168645"/>
          </a:xfrm>
          <a:custGeom>
            <a:avLst/>
            <a:gdLst/>
            <a:ahLst/>
            <a:cxnLst/>
            <a:rect l="0" t="0" r="r" b="b"/>
            <a:pathLst>
              <a:path w="3287" h="18443" fill="norm" stroke="1" extrusionOk="0">
                <a:moveTo>
                  <a:pt x="0" y="0"/>
                </a:moveTo>
                <a:lnTo>
                  <a:pt x="3287" y="5297"/>
                </a:lnTo>
                <a:lnTo>
                  <a:pt x="3287" y="18443"/>
                </a:lnTo>
                <a:lnTo>
                  <a:pt x="0" y="18443"/>
                </a:lnTo>
                <a:close/>
              </a:path>
            </a:pathLst>
          </a:custGeom>
          <a:gradFill rotWithShape="1">
            <a:gsLst>
              <a:gs pos="0">
                <a:srgbClr val="EFD4FF"/>
              </a:gs>
              <a:gs pos="100000">
                <a:srgbClr val="E2B0FF"/>
              </a:gs>
            </a:gsLst>
            <a:lin ang="5400000" scaled="1"/>
            <a:tileRect/>
          </a:gradFill>
          <a:ln w="0" cap="rnd" cmpd="sng" algn="ctr">
            <a:solidFill>
              <a:srgbClr val="FFFFFF">
                <a:alpha val="0"/>
              </a:srgbClr>
            </a:solidFill>
            <a:round/>
            <a:headEnd type="none"/>
            <a:tailEnd type="none"/>
          </a:ln>
        </p:spPr>
      </p:sp>
      <p:sp>
        <p:nvSpPr>
          <p:cNvPr id="1330" name="latent representation and attention / 1309 OUT lower color"/>
          <p:cNvSpPr/>
          <p:nvPr/>
        </p:nvSpPr>
        <p:spPr>
          <a:xfrm>
            <a:off x="2204847" y="8266176"/>
            <a:ext cx="30061" cy="168645"/>
          </a:xfrm>
          <a:custGeom>
            <a:avLst/>
            <a:gdLst/>
            <a:ahLst/>
            <a:cxnLst/>
            <a:rect l="0" t="0" r="r" b="b"/>
            <a:pathLst>
              <a:path w="3287" h="18443" fill="norm" stroke="1" extrusionOk="0">
                <a:moveTo>
                  <a:pt x="0" y="0"/>
                </a:moveTo>
                <a:lnTo>
                  <a:pt x="3287" y="0"/>
                </a:lnTo>
                <a:lnTo>
                  <a:pt x="3287" y="13146"/>
                </a:lnTo>
                <a:lnTo>
                  <a:pt x="0" y="18443"/>
                </a:lnTo>
                <a:close/>
              </a:path>
            </a:pathLst>
          </a:custGeom>
          <a:gradFill rotWithShape="1">
            <a:gsLst>
              <a:gs pos="0">
                <a:srgbClr val="E2B0FF"/>
              </a:gs>
              <a:gs pos="100000">
                <a:srgbClr val="EFD4FF"/>
              </a:gs>
            </a:gsLst>
            <a:lin ang="5400000" scaled="1"/>
            <a:tileRect/>
          </a:gradFill>
          <a:ln w="0" cap="rnd" cmpd="sng" algn="ctr">
            <a:solidFill>
              <a:srgbClr val="FFFFFF">
                <a:alpha val="0"/>
              </a:srgbClr>
            </a:solidFill>
            <a:round/>
            <a:headEnd type="none"/>
            <a:tailEnd type="none"/>
          </a:ln>
        </p:spPr>
      </p:sp>
      <p:sp>
        <p:nvSpPr>
          <p:cNvPr id="1331" name="latent representation and attention / 1310 OUT upper color"/>
          <p:cNvSpPr/>
          <p:nvPr/>
        </p:nvSpPr>
        <p:spPr>
          <a:xfrm>
            <a:off x="2231708" y="8145968"/>
            <a:ext cx="30061" cy="120208"/>
          </a:xfrm>
          <a:custGeom>
            <a:avLst/>
            <a:gdLst/>
            <a:ahLst/>
            <a:cxnLst/>
            <a:rect l="0" t="0" r="r" b="b"/>
            <a:pathLst>
              <a:path w="3287" h="13146" fill="norm" stroke="1" extrusionOk="0">
                <a:moveTo>
                  <a:pt x="0" y="0"/>
                </a:moveTo>
                <a:lnTo>
                  <a:pt x="3287" y="13146"/>
                </a:lnTo>
                <a:lnTo>
                  <a:pt x="3287" y="13146"/>
                </a:lnTo>
                <a:lnTo>
                  <a:pt x="0" y="13146"/>
                </a:lnTo>
                <a:close/>
              </a:path>
            </a:pathLst>
          </a:custGeom>
          <a:gradFill rotWithShape="1">
            <a:gsLst>
              <a:gs pos="0">
                <a:srgbClr val="F3DDFF"/>
              </a:gs>
              <a:gs pos="100000">
                <a:srgbClr val="E9C1FF"/>
              </a:gs>
            </a:gsLst>
            <a:lin ang="5400000" scaled="1"/>
            <a:tileRect/>
          </a:gradFill>
          <a:ln w="0" cap="rnd" cmpd="sng" algn="ctr">
            <a:solidFill>
              <a:srgbClr val="FFFFFF">
                <a:alpha val="0"/>
              </a:srgbClr>
            </a:solidFill>
            <a:round/>
            <a:headEnd type="none"/>
            <a:tailEnd type="none"/>
          </a:ln>
        </p:spPr>
      </p:sp>
      <p:sp>
        <p:nvSpPr>
          <p:cNvPr id="1332" name="latent representation and attention / 1311 OUT lower color"/>
          <p:cNvSpPr/>
          <p:nvPr/>
        </p:nvSpPr>
        <p:spPr>
          <a:xfrm>
            <a:off x="2231708" y="8266176"/>
            <a:ext cx="30061" cy="120208"/>
          </a:xfrm>
          <a:custGeom>
            <a:avLst/>
            <a:gdLst/>
            <a:ahLst/>
            <a:cxnLst/>
            <a:rect l="0" t="0" r="r" b="b"/>
            <a:pathLst>
              <a:path w="3287" h="13146" fill="norm" stroke="1" extrusionOk="0">
                <a:moveTo>
                  <a:pt x="0" y="0"/>
                </a:moveTo>
                <a:lnTo>
                  <a:pt x="3287" y="0"/>
                </a:lnTo>
                <a:lnTo>
                  <a:pt x="3287" y="0"/>
                </a:lnTo>
                <a:lnTo>
                  <a:pt x="0" y="13146"/>
                </a:lnTo>
                <a:close/>
              </a:path>
            </a:pathLst>
          </a:custGeom>
          <a:gradFill rotWithShape="1">
            <a:gsLst>
              <a:gs pos="0">
                <a:srgbClr val="E9C1FF"/>
              </a:gs>
              <a:gs pos="100000">
                <a:srgbClr val="F3DDFF"/>
              </a:gs>
            </a:gsLst>
            <a:lin ang="5400000" scaled="1"/>
            <a:tileRect/>
          </a:gradFill>
          <a:ln w="0" cap="rnd" cmpd="sng" algn="ctr">
            <a:solidFill>
              <a:srgbClr val="FFFFFF">
                <a:alpha val="0"/>
              </a:srgbClr>
            </a:solidFill>
            <a:round/>
            <a:headEnd type="none"/>
            <a:tailEnd type="none"/>
          </a:ln>
        </p:spPr>
      </p:sp>
      <p:sp>
        <p:nvSpPr>
          <p:cNvPr id="1333" name="latent representation and attention / 1312 OUT border"/>
          <p:cNvSpPr/>
          <p:nvPr/>
        </p:nvSpPr>
        <p:spPr>
          <a:xfrm>
            <a:off x="539496" y="7781544"/>
            <a:ext cx="1719072" cy="969264"/>
          </a:xfrm>
          <a:custGeom>
            <a:avLst/>
            <a:gdLst/>
            <a:ahLst/>
            <a:cxnLst/>
            <a:rect l="0" t="0" r="r" b="b"/>
            <a:pathLst>
              <a:path w="188000" h="106000" fill="none" stroke="1" extrusionOk="0">
                <a:moveTo>
                  <a:pt x="188000" y="53000"/>
                </a:moveTo>
                <a:cubicBezTo>
                  <a:pt x="188000" y="82271"/>
                  <a:pt x="145915" y="106000"/>
                  <a:pt x="94000" y="106000"/>
                </a:cubicBezTo>
                <a:cubicBezTo>
                  <a:pt x="42085" y="106000"/>
                  <a:pt x="0" y="82271"/>
                  <a:pt x="0" y="53000"/>
                </a:cubicBezTo>
                <a:cubicBezTo>
                  <a:pt x="0" y="23729"/>
                  <a:pt x="42085" y="0"/>
                  <a:pt x="94000" y="0"/>
                </a:cubicBezTo>
                <a:cubicBezTo>
                  <a:pt x="145915" y="0"/>
                  <a:pt x="188000" y="23729"/>
                  <a:pt x="188000" y="53000"/>
                </a:cubicBezTo>
                <a:close/>
              </a:path>
            </a:pathLst>
          </a:custGeom>
          <a:noFill/>
          <a:ln w="41148" cap="rnd" cmpd="sng" algn="ctr">
            <a:solidFill>
              <a:srgbClr val="000000"/>
            </a:solidFill>
            <a:round/>
            <a:headEnd type="none"/>
            <a:tailEnd type="none"/>
          </a:ln>
        </p:spPr>
      </p:sp>
      <p:sp>
        <p:nvSpPr>
          <p:cNvPr id="1334" name="latent representation and attention / 1313 ATTN base"/>
          <p:cNvSpPr/>
          <p:nvPr/>
        </p:nvSpPr>
        <p:spPr>
          <a:xfrm>
            <a:off x="2478024" y="7781544"/>
            <a:ext cx="2103120" cy="969264"/>
          </a:xfrm>
          <a:custGeom>
            <a:avLst/>
            <a:gdLst/>
            <a:ahLst/>
            <a:cxnLst/>
            <a:rect l="0" t="0" r="r" b="b"/>
            <a:pathLst>
              <a:path w="230000" h="106000" fill="norm" stroke="1" extrusionOk="0">
                <a:moveTo>
                  <a:pt x="230000" y="53000"/>
                </a:moveTo>
                <a:cubicBezTo>
                  <a:pt x="230000" y="82271"/>
                  <a:pt x="178513" y="106000"/>
                  <a:pt x="115000" y="106000"/>
                </a:cubicBezTo>
                <a:cubicBezTo>
                  <a:pt x="51487" y="106000"/>
                  <a:pt x="0" y="82271"/>
                  <a:pt x="0" y="53000"/>
                </a:cubicBezTo>
                <a:cubicBezTo>
                  <a:pt x="0" y="23729"/>
                  <a:pt x="51487" y="0"/>
                  <a:pt x="115000" y="0"/>
                </a:cubicBezTo>
                <a:cubicBezTo>
                  <a:pt x="178513" y="0"/>
                  <a:pt x="230000" y="23729"/>
                  <a:pt x="230000" y="53000"/>
                </a:cubicBezTo>
                <a:close/>
              </a:path>
            </a:pathLst>
          </a:custGeom>
          <a:solidFill>
            <a:srgbClr val="FFFFFF"/>
          </a:solidFill>
          <a:ln w="0" cap="rnd" cmpd="sng" algn="ctr">
            <a:solidFill>
              <a:srgbClr val="FFFFFF">
                <a:alpha val="0"/>
              </a:srgbClr>
            </a:solidFill>
            <a:round/>
            <a:headEnd type="none"/>
            <a:tailEnd type="none"/>
          </a:ln>
        </p:spPr>
      </p:sp>
      <p:sp>
        <p:nvSpPr>
          <p:cNvPr id="1335" name="latent representation and attention / 1314 ATTN upper color"/>
          <p:cNvSpPr/>
          <p:nvPr/>
        </p:nvSpPr>
        <p:spPr>
          <a:xfrm>
            <a:off x="2478024" y="8145968"/>
            <a:ext cx="36062" cy="120208"/>
          </a:xfrm>
          <a:custGeom>
            <a:avLst/>
            <a:gdLst/>
            <a:ahLst/>
            <a:cxnLst/>
            <a:rect l="0" t="0" r="r" b="b"/>
            <a:pathLst>
              <a:path w="3944" h="13146" fill="norm" stroke="1" extrusionOk="0">
                <a:moveTo>
                  <a:pt x="0" y="13146"/>
                </a:moveTo>
                <a:lnTo>
                  <a:pt x="3944" y="0"/>
                </a:lnTo>
                <a:lnTo>
                  <a:pt x="3944" y="13146"/>
                </a:lnTo>
                <a:lnTo>
                  <a:pt x="0" y="13146"/>
                </a:lnTo>
                <a:close/>
              </a:path>
            </a:pathLst>
          </a:custGeom>
          <a:gradFill rotWithShape="1">
            <a:gsLst>
              <a:gs pos="0">
                <a:srgbClr val="FFAF73"/>
              </a:gs>
              <a:gs pos="100000">
                <a:srgbClr val="FF6E00"/>
              </a:gs>
            </a:gsLst>
            <a:lin ang="5400000" scaled="1"/>
            <a:tileRect/>
          </a:gradFill>
          <a:ln w="0" cap="rnd" cmpd="sng" algn="ctr">
            <a:solidFill>
              <a:srgbClr val="FFFFFF">
                <a:alpha val="0"/>
              </a:srgbClr>
            </a:solidFill>
            <a:round/>
            <a:headEnd type="none"/>
            <a:tailEnd type="none"/>
          </a:ln>
        </p:spPr>
      </p:sp>
      <p:sp>
        <p:nvSpPr>
          <p:cNvPr id="1336" name="latent representation and attention / 1315 ATTN lower color"/>
          <p:cNvSpPr/>
          <p:nvPr/>
        </p:nvSpPr>
        <p:spPr>
          <a:xfrm>
            <a:off x="2478024" y="8266176"/>
            <a:ext cx="36062" cy="120208"/>
          </a:xfrm>
          <a:custGeom>
            <a:avLst/>
            <a:gdLst/>
            <a:ahLst/>
            <a:cxnLst/>
            <a:rect l="0" t="0" r="r" b="b"/>
            <a:pathLst>
              <a:path w="3944" h="13146" fill="norm" stroke="1" extrusionOk="0">
                <a:moveTo>
                  <a:pt x="0" y="0"/>
                </a:moveTo>
                <a:lnTo>
                  <a:pt x="3944" y="0"/>
                </a:lnTo>
                <a:lnTo>
                  <a:pt x="3944" y="13146"/>
                </a:lnTo>
                <a:lnTo>
                  <a:pt x="0" y="0"/>
                </a:lnTo>
                <a:close/>
              </a:path>
            </a:pathLst>
          </a:custGeom>
          <a:gradFill rotWithShape="1">
            <a:gsLst>
              <a:gs pos="0">
                <a:srgbClr val="FF6E00"/>
              </a:gs>
              <a:gs pos="100000">
                <a:srgbClr val="FFAF73"/>
              </a:gs>
            </a:gsLst>
            <a:lin ang="5400000" scaled="1"/>
            <a:tileRect/>
          </a:gradFill>
          <a:ln w="0" cap="rnd" cmpd="sng" algn="ctr">
            <a:solidFill>
              <a:srgbClr val="FFFFFF">
                <a:alpha val="0"/>
              </a:srgbClr>
            </a:solidFill>
            <a:round/>
            <a:headEnd type="none"/>
            <a:tailEnd type="none"/>
          </a:ln>
        </p:spPr>
      </p:sp>
      <p:sp>
        <p:nvSpPr>
          <p:cNvPr id="1337" name="latent representation and attention / 1316 ATTN upper color"/>
          <p:cNvSpPr/>
          <p:nvPr/>
        </p:nvSpPr>
        <p:spPr>
          <a:xfrm>
            <a:off x="2510885" y="8097531"/>
            <a:ext cx="36062" cy="168645"/>
          </a:xfrm>
          <a:custGeom>
            <a:avLst/>
            <a:gdLst/>
            <a:ahLst/>
            <a:cxnLst/>
            <a:rect l="0" t="0" r="r" b="b"/>
            <a:pathLst>
              <a:path w="3944" h="18443" fill="norm" stroke="1" extrusionOk="0">
                <a:moveTo>
                  <a:pt x="0" y="5297"/>
                </a:moveTo>
                <a:lnTo>
                  <a:pt x="3944" y="0"/>
                </a:lnTo>
                <a:lnTo>
                  <a:pt x="3944" y="18443"/>
                </a:lnTo>
                <a:lnTo>
                  <a:pt x="0" y="18443"/>
                </a:lnTo>
                <a:close/>
              </a:path>
            </a:pathLst>
          </a:custGeom>
          <a:gradFill rotWithShape="1">
            <a:gsLst>
              <a:gs pos="0">
                <a:srgbClr val="FFAE73"/>
              </a:gs>
              <a:gs pos="100000">
                <a:srgbClr val="FF6B00"/>
              </a:gs>
            </a:gsLst>
            <a:lin ang="5400000" scaled="1"/>
            <a:tileRect/>
          </a:gradFill>
          <a:ln w="0" cap="rnd" cmpd="sng" algn="ctr">
            <a:solidFill>
              <a:srgbClr val="FFFFFF">
                <a:alpha val="0"/>
              </a:srgbClr>
            </a:solidFill>
            <a:round/>
            <a:headEnd type="none"/>
            <a:tailEnd type="none"/>
          </a:ln>
        </p:spPr>
      </p:sp>
      <p:sp>
        <p:nvSpPr>
          <p:cNvPr id="1338" name="latent representation and attention / 1317 ATTN lower color"/>
          <p:cNvSpPr/>
          <p:nvPr/>
        </p:nvSpPr>
        <p:spPr>
          <a:xfrm>
            <a:off x="2510885" y="8266176"/>
            <a:ext cx="36062" cy="168645"/>
          </a:xfrm>
          <a:custGeom>
            <a:avLst/>
            <a:gdLst/>
            <a:ahLst/>
            <a:cxnLst/>
            <a:rect l="0" t="0" r="r" b="b"/>
            <a:pathLst>
              <a:path w="3944" h="18443" fill="norm" stroke="1" extrusionOk="0">
                <a:moveTo>
                  <a:pt x="0" y="0"/>
                </a:moveTo>
                <a:lnTo>
                  <a:pt x="3944" y="0"/>
                </a:lnTo>
                <a:lnTo>
                  <a:pt x="3944" y="18443"/>
                </a:lnTo>
                <a:lnTo>
                  <a:pt x="0" y="13146"/>
                </a:lnTo>
                <a:close/>
              </a:path>
            </a:pathLst>
          </a:custGeom>
          <a:gradFill rotWithShape="1">
            <a:gsLst>
              <a:gs pos="0">
                <a:srgbClr val="FF6B00"/>
              </a:gs>
              <a:gs pos="100000">
                <a:srgbClr val="FFAE73"/>
              </a:gs>
            </a:gsLst>
            <a:lin ang="5400000" scaled="1"/>
            <a:tileRect/>
          </a:gradFill>
          <a:ln w="0" cap="rnd" cmpd="sng" algn="ctr">
            <a:solidFill>
              <a:srgbClr val="FFFFFF">
                <a:alpha val="0"/>
              </a:srgbClr>
            </a:solidFill>
            <a:round/>
            <a:headEnd type="none"/>
            <a:tailEnd type="none"/>
          </a:ln>
        </p:spPr>
      </p:sp>
      <p:sp>
        <p:nvSpPr>
          <p:cNvPr id="1339" name="latent representation and attention / 1318 ATTN upper color"/>
          <p:cNvSpPr/>
          <p:nvPr/>
        </p:nvSpPr>
        <p:spPr>
          <a:xfrm>
            <a:off x="2543746" y="8061302"/>
            <a:ext cx="36062" cy="204874"/>
          </a:xfrm>
          <a:custGeom>
            <a:avLst/>
            <a:gdLst/>
            <a:ahLst/>
            <a:cxnLst/>
            <a:rect l="0" t="0" r="r" b="b"/>
            <a:pathLst>
              <a:path w="3944" h="22405" fill="norm" stroke="1" extrusionOk="0">
                <a:moveTo>
                  <a:pt x="0" y="3962"/>
                </a:moveTo>
                <a:lnTo>
                  <a:pt x="3944" y="0"/>
                </a:lnTo>
                <a:lnTo>
                  <a:pt x="3944" y="22405"/>
                </a:lnTo>
                <a:lnTo>
                  <a:pt x="0" y="22405"/>
                </a:lnTo>
                <a:close/>
              </a:path>
            </a:pathLst>
          </a:custGeom>
          <a:gradFill rotWithShape="1">
            <a:gsLst>
              <a:gs pos="0">
                <a:srgbClr val="FFAC73"/>
              </a:gs>
              <a:gs pos="100000">
                <a:srgbClr val="FF6800"/>
              </a:gs>
            </a:gsLst>
            <a:lin ang="5400000" scaled="1"/>
            <a:tileRect/>
          </a:gradFill>
          <a:ln w="0" cap="rnd" cmpd="sng" algn="ctr">
            <a:solidFill>
              <a:srgbClr val="FFFFFF">
                <a:alpha val="0"/>
              </a:srgbClr>
            </a:solidFill>
            <a:round/>
            <a:headEnd type="none"/>
            <a:tailEnd type="none"/>
          </a:ln>
        </p:spPr>
      </p:sp>
      <p:sp>
        <p:nvSpPr>
          <p:cNvPr id="1340" name="latent representation and attention / 1319 ATTN lower color"/>
          <p:cNvSpPr/>
          <p:nvPr/>
        </p:nvSpPr>
        <p:spPr>
          <a:xfrm>
            <a:off x="2543746" y="8266176"/>
            <a:ext cx="36062" cy="204874"/>
          </a:xfrm>
          <a:custGeom>
            <a:avLst/>
            <a:gdLst/>
            <a:ahLst/>
            <a:cxnLst/>
            <a:rect l="0" t="0" r="r" b="b"/>
            <a:pathLst>
              <a:path w="3944" h="22405" fill="norm" stroke="1" extrusionOk="0">
                <a:moveTo>
                  <a:pt x="0" y="0"/>
                </a:moveTo>
                <a:lnTo>
                  <a:pt x="3944" y="0"/>
                </a:lnTo>
                <a:lnTo>
                  <a:pt x="3944" y="22405"/>
                </a:lnTo>
                <a:lnTo>
                  <a:pt x="0" y="18443"/>
                </a:lnTo>
                <a:close/>
              </a:path>
            </a:pathLst>
          </a:custGeom>
          <a:gradFill rotWithShape="1">
            <a:gsLst>
              <a:gs pos="0">
                <a:srgbClr val="FF6800"/>
              </a:gs>
              <a:gs pos="100000">
                <a:srgbClr val="FFAC73"/>
              </a:gs>
            </a:gsLst>
            <a:lin ang="5400000" scaled="1"/>
            <a:tileRect/>
          </a:gradFill>
          <a:ln w="0" cap="rnd" cmpd="sng" algn="ctr">
            <a:solidFill>
              <a:srgbClr val="FFFFFF">
                <a:alpha val="0"/>
              </a:srgbClr>
            </a:solidFill>
            <a:round/>
            <a:headEnd type="none"/>
            <a:tailEnd type="none"/>
          </a:ln>
        </p:spPr>
      </p:sp>
      <p:sp>
        <p:nvSpPr>
          <p:cNvPr id="1341" name="latent representation and attention / 1320 ATTN upper color"/>
          <p:cNvSpPr/>
          <p:nvPr/>
        </p:nvSpPr>
        <p:spPr>
          <a:xfrm>
            <a:off x="2576608" y="8031555"/>
            <a:ext cx="36062" cy="234621"/>
          </a:xfrm>
          <a:custGeom>
            <a:avLst/>
            <a:gdLst/>
            <a:ahLst/>
            <a:cxnLst/>
            <a:rect l="0" t="0" r="r" b="b"/>
            <a:pathLst>
              <a:path w="3944" h="25659" fill="norm" stroke="1" extrusionOk="0">
                <a:moveTo>
                  <a:pt x="0" y="3253"/>
                </a:moveTo>
                <a:lnTo>
                  <a:pt x="3944" y="0"/>
                </a:lnTo>
                <a:lnTo>
                  <a:pt x="3944" y="25659"/>
                </a:lnTo>
                <a:lnTo>
                  <a:pt x="0" y="25659"/>
                </a:lnTo>
                <a:close/>
              </a:path>
            </a:pathLst>
          </a:custGeom>
          <a:gradFill rotWithShape="1">
            <a:gsLst>
              <a:gs pos="0">
                <a:srgbClr val="FFAA73"/>
              </a:gs>
              <a:gs pos="100000">
                <a:srgbClr val="FF6400"/>
              </a:gs>
            </a:gsLst>
            <a:lin ang="5400000" scaled="1"/>
            <a:tileRect/>
          </a:gradFill>
          <a:ln w="0" cap="rnd" cmpd="sng" algn="ctr">
            <a:solidFill>
              <a:srgbClr val="FFFFFF">
                <a:alpha val="0"/>
              </a:srgbClr>
            </a:solidFill>
            <a:round/>
            <a:headEnd type="none"/>
            <a:tailEnd type="none"/>
          </a:ln>
        </p:spPr>
      </p:sp>
      <p:sp>
        <p:nvSpPr>
          <p:cNvPr id="1342" name="latent representation and attention / 1321 ATTN lower color"/>
          <p:cNvSpPr/>
          <p:nvPr/>
        </p:nvSpPr>
        <p:spPr>
          <a:xfrm>
            <a:off x="2576608" y="8266176"/>
            <a:ext cx="36062" cy="234621"/>
          </a:xfrm>
          <a:custGeom>
            <a:avLst/>
            <a:gdLst/>
            <a:ahLst/>
            <a:cxnLst/>
            <a:rect l="0" t="0" r="r" b="b"/>
            <a:pathLst>
              <a:path w="3944" h="25659" fill="norm" stroke="1" extrusionOk="0">
                <a:moveTo>
                  <a:pt x="0" y="0"/>
                </a:moveTo>
                <a:lnTo>
                  <a:pt x="3944" y="0"/>
                </a:lnTo>
                <a:lnTo>
                  <a:pt x="3944" y="25659"/>
                </a:lnTo>
                <a:lnTo>
                  <a:pt x="0" y="22405"/>
                </a:lnTo>
                <a:close/>
              </a:path>
            </a:pathLst>
          </a:custGeom>
          <a:gradFill rotWithShape="1">
            <a:gsLst>
              <a:gs pos="0">
                <a:srgbClr val="FF6400"/>
              </a:gs>
              <a:gs pos="100000">
                <a:srgbClr val="FFAA73"/>
              </a:gs>
            </a:gsLst>
            <a:lin ang="5400000" scaled="1"/>
            <a:tileRect/>
          </a:gradFill>
          <a:ln w="0" cap="rnd" cmpd="sng" algn="ctr">
            <a:solidFill>
              <a:srgbClr val="FFFFFF">
                <a:alpha val="0"/>
              </a:srgbClr>
            </a:solidFill>
            <a:round/>
            <a:headEnd type="none"/>
            <a:tailEnd type="none"/>
          </a:ln>
        </p:spPr>
      </p:sp>
      <p:sp>
        <p:nvSpPr>
          <p:cNvPr id="1343" name="latent representation and attention / 1322 ATTN upper color"/>
          <p:cNvSpPr/>
          <p:nvPr/>
        </p:nvSpPr>
        <p:spPr>
          <a:xfrm>
            <a:off x="2609469" y="8006056"/>
            <a:ext cx="36062" cy="260120"/>
          </a:xfrm>
          <a:custGeom>
            <a:avLst/>
            <a:gdLst/>
            <a:ahLst/>
            <a:cxnLst/>
            <a:rect l="0" t="0" r="r" b="b"/>
            <a:pathLst>
              <a:path w="3944" h="28447" fill="norm" stroke="1" extrusionOk="0">
                <a:moveTo>
                  <a:pt x="0" y="2789"/>
                </a:moveTo>
                <a:lnTo>
                  <a:pt x="3944" y="0"/>
                </a:lnTo>
                <a:lnTo>
                  <a:pt x="3944" y="28447"/>
                </a:lnTo>
                <a:lnTo>
                  <a:pt x="0" y="28447"/>
                </a:lnTo>
                <a:close/>
              </a:path>
            </a:pathLst>
          </a:custGeom>
          <a:gradFill rotWithShape="1">
            <a:gsLst>
              <a:gs pos="0">
                <a:srgbClr val="FFA873"/>
              </a:gs>
              <a:gs pos="100000">
                <a:srgbClr val="FF6100"/>
              </a:gs>
            </a:gsLst>
            <a:lin ang="5400000" scaled="1"/>
            <a:tileRect/>
          </a:gradFill>
          <a:ln w="0" cap="rnd" cmpd="sng" algn="ctr">
            <a:solidFill>
              <a:srgbClr val="FFFFFF">
                <a:alpha val="0"/>
              </a:srgbClr>
            </a:solidFill>
            <a:round/>
            <a:headEnd type="none"/>
            <a:tailEnd type="none"/>
          </a:ln>
        </p:spPr>
      </p:sp>
      <p:sp>
        <p:nvSpPr>
          <p:cNvPr id="1344" name="latent representation and attention / 1323 ATTN lower color"/>
          <p:cNvSpPr/>
          <p:nvPr/>
        </p:nvSpPr>
        <p:spPr>
          <a:xfrm>
            <a:off x="2609469" y="8266176"/>
            <a:ext cx="36062" cy="260120"/>
          </a:xfrm>
          <a:custGeom>
            <a:avLst/>
            <a:gdLst/>
            <a:ahLst/>
            <a:cxnLst/>
            <a:rect l="0" t="0" r="r" b="b"/>
            <a:pathLst>
              <a:path w="3944" h="28447" fill="norm" stroke="1" extrusionOk="0">
                <a:moveTo>
                  <a:pt x="0" y="0"/>
                </a:moveTo>
                <a:lnTo>
                  <a:pt x="3944" y="0"/>
                </a:lnTo>
                <a:lnTo>
                  <a:pt x="3944" y="28447"/>
                </a:lnTo>
                <a:lnTo>
                  <a:pt x="0" y="25659"/>
                </a:lnTo>
                <a:close/>
              </a:path>
            </a:pathLst>
          </a:custGeom>
          <a:gradFill rotWithShape="1">
            <a:gsLst>
              <a:gs pos="0">
                <a:srgbClr val="FF6100"/>
              </a:gs>
              <a:gs pos="100000">
                <a:srgbClr val="FFA873"/>
              </a:gs>
            </a:gsLst>
            <a:lin ang="5400000" scaled="1"/>
            <a:tileRect/>
          </a:gradFill>
          <a:ln w="0" cap="rnd" cmpd="sng" algn="ctr">
            <a:solidFill>
              <a:srgbClr val="FFFFFF">
                <a:alpha val="0"/>
              </a:srgbClr>
            </a:solidFill>
            <a:round/>
            <a:headEnd type="none"/>
            <a:tailEnd type="none"/>
          </a:ln>
        </p:spPr>
      </p:sp>
      <p:sp>
        <p:nvSpPr>
          <p:cNvPr id="1345" name="latent representation and attention / 1324 ATTN upper color"/>
          <p:cNvSpPr/>
          <p:nvPr/>
        </p:nvSpPr>
        <p:spPr>
          <a:xfrm>
            <a:off x="2642330" y="7983654"/>
            <a:ext cx="36062" cy="282522"/>
          </a:xfrm>
          <a:custGeom>
            <a:avLst/>
            <a:gdLst/>
            <a:ahLst/>
            <a:cxnLst/>
            <a:rect l="0" t="0" r="r" b="b"/>
            <a:pathLst>
              <a:path w="3944" h="30897" fill="norm" stroke="1" extrusionOk="0">
                <a:moveTo>
                  <a:pt x="0" y="2450"/>
                </a:moveTo>
                <a:lnTo>
                  <a:pt x="3944" y="0"/>
                </a:lnTo>
                <a:lnTo>
                  <a:pt x="3944" y="30897"/>
                </a:lnTo>
                <a:lnTo>
                  <a:pt x="0" y="30897"/>
                </a:lnTo>
                <a:close/>
              </a:path>
            </a:pathLst>
          </a:custGeom>
          <a:gradFill rotWithShape="1">
            <a:gsLst>
              <a:gs pos="0">
                <a:srgbClr val="FFA673"/>
              </a:gs>
              <a:gs pos="100000">
                <a:srgbClr val="FF5D00"/>
              </a:gs>
            </a:gsLst>
            <a:lin ang="5400000" scaled="1"/>
            <a:tileRect/>
          </a:gradFill>
          <a:ln w="0" cap="rnd" cmpd="sng" algn="ctr">
            <a:solidFill>
              <a:srgbClr val="FFFFFF">
                <a:alpha val="0"/>
              </a:srgbClr>
            </a:solidFill>
            <a:round/>
            <a:headEnd type="none"/>
            <a:tailEnd type="none"/>
          </a:ln>
        </p:spPr>
      </p:sp>
      <p:sp>
        <p:nvSpPr>
          <p:cNvPr id="1346" name="latent representation and attention / 1325 ATTN lower color"/>
          <p:cNvSpPr/>
          <p:nvPr/>
        </p:nvSpPr>
        <p:spPr>
          <a:xfrm>
            <a:off x="2642330" y="8266176"/>
            <a:ext cx="36062" cy="282522"/>
          </a:xfrm>
          <a:custGeom>
            <a:avLst/>
            <a:gdLst/>
            <a:ahLst/>
            <a:cxnLst/>
            <a:rect l="0" t="0" r="r" b="b"/>
            <a:pathLst>
              <a:path w="3944" h="30897" fill="norm" stroke="1" extrusionOk="0">
                <a:moveTo>
                  <a:pt x="0" y="0"/>
                </a:moveTo>
                <a:lnTo>
                  <a:pt x="3944" y="0"/>
                </a:lnTo>
                <a:lnTo>
                  <a:pt x="3944" y="30897"/>
                </a:lnTo>
                <a:lnTo>
                  <a:pt x="0" y="28447"/>
                </a:lnTo>
                <a:close/>
              </a:path>
            </a:pathLst>
          </a:custGeom>
          <a:gradFill rotWithShape="1">
            <a:gsLst>
              <a:gs pos="0">
                <a:srgbClr val="FF5D00"/>
              </a:gs>
              <a:gs pos="100000">
                <a:srgbClr val="FFA673"/>
              </a:gs>
            </a:gsLst>
            <a:lin ang="5400000" scaled="1"/>
            <a:tileRect/>
          </a:gradFill>
          <a:ln w="0" cap="rnd" cmpd="sng" algn="ctr">
            <a:solidFill>
              <a:srgbClr val="FFFFFF">
                <a:alpha val="0"/>
              </a:srgbClr>
            </a:solidFill>
            <a:round/>
            <a:headEnd type="none"/>
            <a:tailEnd type="none"/>
          </a:ln>
        </p:spPr>
      </p:sp>
      <p:sp>
        <p:nvSpPr>
          <p:cNvPr id="1347" name="latent representation and attention / 1326 ATTN upper color"/>
          <p:cNvSpPr/>
          <p:nvPr/>
        </p:nvSpPr>
        <p:spPr>
          <a:xfrm>
            <a:off x="2675192" y="7963660"/>
            <a:ext cx="36062" cy="302516"/>
          </a:xfrm>
          <a:custGeom>
            <a:avLst/>
            <a:gdLst/>
            <a:ahLst/>
            <a:cxnLst/>
            <a:rect l="0" t="0" r="r" b="b"/>
            <a:pathLst>
              <a:path w="3944" h="33084" fill="norm" stroke="1" extrusionOk="0">
                <a:moveTo>
                  <a:pt x="0" y="2187"/>
                </a:moveTo>
                <a:lnTo>
                  <a:pt x="3944" y="0"/>
                </a:lnTo>
                <a:lnTo>
                  <a:pt x="3944" y="33084"/>
                </a:lnTo>
                <a:lnTo>
                  <a:pt x="0" y="33084"/>
                </a:lnTo>
                <a:close/>
              </a:path>
            </a:pathLst>
          </a:custGeom>
          <a:gradFill rotWithShape="1">
            <a:gsLst>
              <a:gs pos="0">
                <a:srgbClr val="FFA473"/>
              </a:gs>
              <a:gs pos="100000">
                <a:srgbClr val="FF5A00"/>
              </a:gs>
            </a:gsLst>
            <a:lin ang="5400000" scaled="1"/>
            <a:tileRect/>
          </a:gradFill>
          <a:ln w="0" cap="rnd" cmpd="sng" algn="ctr">
            <a:solidFill>
              <a:srgbClr val="FFFFFF">
                <a:alpha val="0"/>
              </a:srgbClr>
            </a:solidFill>
            <a:round/>
            <a:headEnd type="none"/>
            <a:tailEnd type="none"/>
          </a:ln>
        </p:spPr>
      </p:sp>
      <p:sp>
        <p:nvSpPr>
          <p:cNvPr id="1348" name="latent representation and attention / 1327 ATTN lower color"/>
          <p:cNvSpPr/>
          <p:nvPr/>
        </p:nvSpPr>
        <p:spPr>
          <a:xfrm>
            <a:off x="2675192" y="8266176"/>
            <a:ext cx="36062" cy="302516"/>
          </a:xfrm>
          <a:custGeom>
            <a:avLst/>
            <a:gdLst/>
            <a:ahLst/>
            <a:cxnLst/>
            <a:rect l="0" t="0" r="r" b="b"/>
            <a:pathLst>
              <a:path w="3944" h="33084" fill="norm" stroke="1" extrusionOk="0">
                <a:moveTo>
                  <a:pt x="0" y="0"/>
                </a:moveTo>
                <a:lnTo>
                  <a:pt x="3944" y="0"/>
                </a:lnTo>
                <a:lnTo>
                  <a:pt x="3944" y="33084"/>
                </a:lnTo>
                <a:lnTo>
                  <a:pt x="0" y="30897"/>
                </a:lnTo>
                <a:close/>
              </a:path>
            </a:pathLst>
          </a:custGeom>
          <a:gradFill rotWithShape="1">
            <a:gsLst>
              <a:gs pos="0">
                <a:srgbClr val="FF5A00"/>
              </a:gs>
              <a:gs pos="100000">
                <a:srgbClr val="FFA473"/>
              </a:gs>
            </a:gsLst>
            <a:lin ang="5400000" scaled="1"/>
            <a:tileRect/>
          </a:gradFill>
          <a:ln w="0" cap="rnd" cmpd="sng" algn="ctr">
            <a:solidFill>
              <a:srgbClr val="FFFFFF">
                <a:alpha val="0"/>
              </a:srgbClr>
            </a:solidFill>
            <a:round/>
            <a:headEnd type="none"/>
            <a:tailEnd type="none"/>
          </a:ln>
        </p:spPr>
      </p:sp>
      <p:sp>
        <p:nvSpPr>
          <p:cNvPr id="1349" name="latent representation and attention / 1328 ATTN upper color"/>
          <p:cNvSpPr/>
          <p:nvPr/>
        </p:nvSpPr>
        <p:spPr>
          <a:xfrm>
            <a:off x="2708053" y="7945622"/>
            <a:ext cx="36062" cy="320554"/>
          </a:xfrm>
          <a:custGeom>
            <a:avLst/>
            <a:gdLst/>
            <a:ahLst/>
            <a:cxnLst/>
            <a:rect l="0" t="0" r="r" b="b"/>
            <a:pathLst>
              <a:path w="3944" h="35056" fill="norm" stroke="1" extrusionOk="0">
                <a:moveTo>
                  <a:pt x="0" y="1973"/>
                </a:moveTo>
                <a:lnTo>
                  <a:pt x="3944" y="0"/>
                </a:lnTo>
                <a:lnTo>
                  <a:pt x="3944" y="35056"/>
                </a:lnTo>
                <a:lnTo>
                  <a:pt x="0" y="35056"/>
                </a:lnTo>
                <a:close/>
              </a:path>
            </a:pathLst>
          </a:custGeom>
          <a:gradFill rotWithShape="1">
            <a:gsLst>
              <a:gs pos="0">
                <a:srgbClr val="FFA373"/>
              </a:gs>
              <a:gs pos="100000">
                <a:srgbClr val="FF5700"/>
              </a:gs>
            </a:gsLst>
            <a:lin ang="5400000" scaled="1"/>
            <a:tileRect/>
          </a:gradFill>
          <a:ln w="0" cap="rnd" cmpd="sng" algn="ctr">
            <a:solidFill>
              <a:srgbClr val="FFFFFF">
                <a:alpha val="0"/>
              </a:srgbClr>
            </a:solidFill>
            <a:round/>
            <a:headEnd type="none"/>
            <a:tailEnd type="none"/>
          </a:ln>
        </p:spPr>
      </p:sp>
      <p:sp>
        <p:nvSpPr>
          <p:cNvPr id="1350" name="latent representation and attention / 1329 ATTN lower color"/>
          <p:cNvSpPr/>
          <p:nvPr/>
        </p:nvSpPr>
        <p:spPr>
          <a:xfrm>
            <a:off x="2708053" y="8266176"/>
            <a:ext cx="36062" cy="320554"/>
          </a:xfrm>
          <a:custGeom>
            <a:avLst/>
            <a:gdLst/>
            <a:ahLst/>
            <a:cxnLst/>
            <a:rect l="0" t="0" r="r" b="b"/>
            <a:pathLst>
              <a:path w="3944" h="35056" fill="norm" stroke="1" extrusionOk="0">
                <a:moveTo>
                  <a:pt x="0" y="0"/>
                </a:moveTo>
                <a:lnTo>
                  <a:pt x="3944" y="0"/>
                </a:lnTo>
                <a:lnTo>
                  <a:pt x="3944" y="35056"/>
                </a:lnTo>
                <a:lnTo>
                  <a:pt x="0" y="33084"/>
                </a:lnTo>
                <a:close/>
              </a:path>
            </a:pathLst>
          </a:custGeom>
          <a:gradFill rotWithShape="1">
            <a:gsLst>
              <a:gs pos="0">
                <a:srgbClr val="FF5700"/>
              </a:gs>
              <a:gs pos="100000">
                <a:srgbClr val="FFA373"/>
              </a:gs>
            </a:gsLst>
            <a:lin ang="5400000" scaled="1"/>
            <a:tileRect/>
          </a:gradFill>
          <a:ln w="0" cap="rnd" cmpd="sng" algn="ctr">
            <a:solidFill>
              <a:srgbClr val="FFFFFF">
                <a:alpha val="0"/>
              </a:srgbClr>
            </a:solidFill>
            <a:round/>
            <a:headEnd type="none"/>
            <a:tailEnd type="none"/>
          </a:ln>
        </p:spPr>
      </p:sp>
      <p:sp>
        <p:nvSpPr>
          <p:cNvPr id="1351" name="latent representation and attention / 1330 ATTN upper color"/>
          <p:cNvSpPr/>
          <p:nvPr/>
        </p:nvSpPr>
        <p:spPr>
          <a:xfrm>
            <a:off x="2740914" y="7929227"/>
            <a:ext cx="36062" cy="336949"/>
          </a:xfrm>
          <a:custGeom>
            <a:avLst/>
            <a:gdLst/>
            <a:ahLst/>
            <a:cxnLst/>
            <a:rect l="0" t="0" r="r" b="b"/>
            <a:pathLst>
              <a:path w="3944" h="36849" fill="norm" stroke="1" extrusionOk="0">
                <a:moveTo>
                  <a:pt x="0" y="1793"/>
                </a:moveTo>
                <a:lnTo>
                  <a:pt x="3944" y="0"/>
                </a:lnTo>
                <a:lnTo>
                  <a:pt x="3944" y="36849"/>
                </a:lnTo>
                <a:lnTo>
                  <a:pt x="0" y="36849"/>
                </a:lnTo>
                <a:close/>
              </a:path>
            </a:pathLst>
          </a:custGeom>
          <a:gradFill rotWithShape="1">
            <a:gsLst>
              <a:gs pos="0">
                <a:srgbClr val="FFA073"/>
              </a:gs>
              <a:gs pos="100000">
                <a:srgbClr val="FF5300"/>
              </a:gs>
            </a:gsLst>
            <a:lin ang="5400000" scaled="1"/>
            <a:tileRect/>
          </a:gradFill>
          <a:ln w="0" cap="rnd" cmpd="sng" algn="ctr">
            <a:solidFill>
              <a:srgbClr val="FFFFFF">
                <a:alpha val="0"/>
              </a:srgbClr>
            </a:solidFill>
            <a:round/>
            <a:headEnd type="none"/>
            <a:tailEnd type="none"/>
          </a:ln>
        </p:spPr>
      </p:sp>
      <p:sp>
        <p:nvSpPr>
          <p:cNvPr id="1352" name="latent representation and attention / 1331 ATTN lower color"/>
          <p:cNvSpPr/>
          <p:nvPr/>
        </p:nvSpPr>
        <p:spPr>
          <a:xfrm>
            <a:off x="2740914" y="8266176"/>
            <a:ext cx="36062" cy="336949"/>
          </a:xfrm>
          <a:custGeom>
            <a:avLst/>
            <a:gdLst/>
            <a:ahLst/>
            <a:cxnLst/>
            <a:rect l="0" t="0" r="r" b="b"/>
            <a:pathLst>
              <a:path w="3944" h="36849" fill="norm" stroke="1" extrusionOk="0">
                <a:moveTo>
                  <a:pt x="0" y="0"/>
                </a:moveTo>
                <a:lnTo>
                  <a:pt x="3944" y="0"/>
                </a:lnTo>
                <a:lnTo>
                  <a:pt x="3944" y="36849"/>
                </a:lnTo>
                <a:lnTo>
                  <a:pt x="0" y="35056"/>
                </a:lnTo>
                <a:close/>
              </a:path>
            </a:pathLst>
          </a:custGeom>
          <a:gradFill rotWithShape="1">
            <a:gsLst>
              <a:gs pos="0">
                <a:srgbClr val="FF5300"/>
              </a:gs>
              <a:gs pos="100000">
                <a:srgbClr val="FFA073"/>
              </a:gs>
            </a:gsLst>
            <a:lin ang="5400000" scaled="1"/>
            <a:tileRect/>
          </a:gradFill>
          <a:ln w="0" cap="rnd" cmpd="sng" algn="ctr">
            <a:solidFill>
              <a:srgbClr val="FFFFFF">
                <a:alpha val="0"/>
              </a:srgbClr>
            </a:solidFill>
            <a:round/>
            <a:headEnd type="none"/>
            <a:tailEnd type="none"/>
          </a:ln>
        </p:spPr>
      </p:sp>
      <p:sp>
        <p:nvSpPr>
          <p:cNvPr id="1353" name="latent representation and attention / 1332 ATTN upper color"/>
          <p:cNvSpPr/>
          <p:nvPr/>
        </p:nvSpPr>
        <p:spPr>
          <a:xfrm>
            <a:off x="2773775" y="7914244"/>
            <a:ext cx="36062" cy="351932"/>
          </a:xfrm>
          <a:custGeom>
            <a:avLst/>
            <a:gdLst/>
            <a:ahLst/>
            <a:cxnLst/>
            <a:rect l="0" t="0" r="r" b="b"/>
            <a:pathLst>
              <a:path w="3944" h="38488" fill="norm" stroke="1" extrusionOk="0">
                <a:moveTo>
                  <a:pt x="0" y="1639"/>
                </a:moveTo>
                <a:lnTo>
                  <a:pt x="3944" y="0"/>
                </a:lnTo>
                <a:lnTo>
                  <a:pt x="3944" y="38488"/>
                </a:lnTo>
                <a:lnTo>
                  <a:pt x="0" y="38488"/>
                </a:lnTo>
                <a:close/>
              </a:path>
            </a:pathLst>
          </a:custGeom>
          <a:gradFill rotWithShape="1">
            <a:gsLst>
              <a:gs pos="0">
                <a:srgbClr val="FF9F73"/>
              </a:gs>
              <a:gs pos="100000">
                <a:srgbClr val="FF5000"/>
              </a:gs>
            </a:gsLst>
            <a:lin ang="5400000" scaled="1"/>
            <a:tileRect/>
          </a:gradFill>
          <a:ln w="0" cap="rnd" cmpd="sng" algn="ctr">
            <a:solidFill>
              <a:srgbClr val="FFFFFF">
                <a:alpha val="0"/>
              </a:srgbClr>
            </a:solidFill>
            <a:round/>
            <a:headEnd type="none"/>
            <a:tailEnd type="none"/>
          </a:ln>
        </p:spPr>
      </p:sp>
      <p:sp>
        <p:nvSpPr>
          <p:cNvPr id="1354" name="latent representation and attention / 1333 ATTN lower color"/>
          <p:cNvSpPr/>
          <p:nvPr/>
        </p:nvSpPr>
        <p:spPr>
          <a:xfrm>
            <a:off x="2773775" y="8266176"/>
            <a:ext cx="36062" cy="351932"/>
          </a:xfrm>
          <a:custGeom>
            <a:avLst/>
            <a:gdLst/>
            <a:ahLst/>
            <a:cxnLst/>
            <a:rect l="0" t="0" r="r" b="b"/>
            <a:pathLst>
              <a:path w="3944" h="38488" fill="norm" stroke="1" extrusionOk="0">
                <a:moveTo>
                  <a:pt x="0" y="0"/>
                </a:moveTo>
                <a:lnTo>
                  <a:pt x="3944" y="0"/>
                </a:lnTo>
                <a:lnTo>
                  <a:pt x="3944" y="38488"/>
                </a:lnTo>
                <a:lnTo>
                  <a:pt x="0" y="36849"/>
                </a:lnTo>
                <a:close/>
              </a:path>
            </a:pathLst>
          </a:custGeom>
          <a:gradFill rotWithShape="1">
            <a:gsLst>
              <a:gs pos="0">
                <a:srgbClr val="FF5000"/>
              </a:gs>
              <a:gs pos="100000">
                <a:srgbClr val="FF9F73"/>
              </a:gs>
            </a:gsLst>
            <a:lin ang="5400000" scaled="1"/>
            <a:tileRect/>
          </a:gradFill>
          <a:ln w="0" cap="rnd" cmpd="sng" algn="ctr">
            <a:solidFill>
              <a:srgbClr val="FFFFFF">
                <a:alpha val="0"/>
              </a:srgbClr>
            </a:solidFill>
            <a:round/>
            <a:headEnd type="none"/>
            <a:tailEnd type="none"/>
          </a:ln>
        </p:spPr>
      </p:sp>
      <p:sp>
        <p:nvSpPr>
          <p:cNvPr id="1355" name="latent representation and attention / 1334 ATTN upper color"/>
          <p:cNvSpPr/>
          <p:nvPr/>
        </p:nvSpPr>
        <p:spPr>
          <a:xfrm>
            <a:off x="2806636" y="7900500"/>
            <a:ext cx="36062" cy="365676"/>
          </a:xfrm>
          <a:custGeom>
            <a:avLst/>
            <a:gdLst/>
            <a:ahLst/>
            <a:cxnLst/>
            <a:rect l="0" t="0" r="r" b="b"/>
            <a:pathLst>
              <a:path w="3944" h="39991" fill="norm" stroke="1" extrusionOk="0">
                <a:moveTo>
                  <a:pt x="0" y="1503"/>
                </a:moveTo>
                <a:lnTo>
                  <a:pt x="3944" y="0"/>
                </a:lnTo>
                <a:lnTo>
                  <a:pt x="3944" y="39991"/>
                </a:lnTo>
                <a:lnTo>
                  <a:pt x="0" y="39991"/>
                </a:lnTo>
                <a:close/>
              </a:path>
            </a:pathLst>
          </a:custGeom>
          <a:gradFill rotWithShape="1">
            <a:gsLst>
              <a:gs pos="0">
                <a:srgbClr val="FF9D73"/>
              </a:gs>
              <a:gs pos="100000">
                <a:srgbClr val="FF4C00"/>
              </a:gs>
            </a:gsLst>
            <a:lin ang="5400000" scaled="1"/>
            <a:tileRect/>
          </a:gradFill>
          <a:ln w="0" cap="rnd" cmpd="sng" algn="ctr">
            <a:solidFill>
              <a:srgbClr val="FFFFFF">
                <a:alpha val="0"/>
              </a:srgbClr>
            </a:solidFill>
            <a:round/>
            <a:headEnd type="none"/>
            <a:tailEnd type="none"/>
          </a:ln>
        </p:spPr>
      </p:sp>
      <p:sp>
        <p:nvSpPr>
          <p:cNvPr id="1356" name="latent representation and attention / 1335 ATTN lower color"/>
          <p:cNvSpPr/>
          <p:nvPr/>
        </p:nvSpPr>
        <p:spPr>
          <a:xfrm>
            <a:off x="2806636" y="8266176"/>
            <a:ext cx="36062" cy="365676"/>
          </a:xfrm>
          <a:custGeom>
            <a:avLst/>
            <a:gdLst/>
            <a:ahLst/>
            <a:cxnLst/>
            <a:rect l="0" t="0" r="r" b="b"/>
            <a:pathLst>
              <a:path w="3944" h="39991" fill="norm" stroke="1" extrusionOk="0">
                <a:moveTo>
                  <a:pt x="0" y="0"/>
                </a:moveTo>
                <a:lnTo>
                  <a:pt x="3944" y="0"/>
                </a:lnTo>
                <a:lnTo>
                  <a:pt x="3944" y="39991"/>
                </a:lnTo>
                <a:lnTo>
                  <a:pt x="0" y="38488"/>
                </a:lnTo>
                <a:close/>
              </a:path>
            </a:pathLst>
          </a:custGeom>
          <a:gradFill rotWithShape="1">
            <a:gsLst>
              <a:gs pos="0">
                <a:srgbClr val="FF4C00"/>
              </a:gs>
              <a:gs pos="100000">
                <a:srgbClr val="FF9D73"/>
              </a:gs>
            </a:gsLst>
            <a:lin ang="5400000" scaled="1"/>
            <a:tileRect/>
          </a:gradFill>
          <a:ln w="0" cap="rnd" cmpd="sng" algn="ctr">
            <a:solidFill>
              <a:srgbClr val="FFFFFF">
                <a:alpha val="0"/>
              </a:srgbClr>
            </a:solidFill>
            <a:round/>
            <a:headEnd type="none"/>
            <a:tailEnd type="none"/>
          </a:ln>
        </p:spPr>
      </p:sp>
      <p:sp>
        <p:nvSpPr>
          <p:cNvPr id="1357" name="latent representation and attention / 1336 ATTN upper color"/>
          <p:cNvSpPr/>
          <p:nvPr/>
        </p:nvSpPr>
        <p:spPr>
          <a:xfrm>
            <a:off x="2839498" y="7887860"/>
            <a:ext cx="36062" cy="378316"/>
          </a:xfrm>
          <a:custGeom>
            <a:avLst/>
            <a:gdLst/>
            <a:ahLst/>
            <a:cxnLst/>
            <a:rect l="0" t="0" r="r" b="b"/>
            <a:pathLst>
              <a:path w="3944" h="41373" fill="norm" stroke="1" extrusionOk="0">
                <a:moveTo>
                  <a:pt x="0" y="1382"/>
                </a:moveTo>
                <a:lnTo>
                  <a:pt x="3944" y="0"/>
                </a:lnTo>
                <a:lnTo>
                  <a:pt x="3944" y="41373"/>
                </a:lnTo>
                <a:lnTo>
                  <a:pt x="0" y="41373"/>
                </a:lnTo>
                <a:close/>
              </a:path>
            </a:pathLst>
          </a:custGeom>
          <a:gradFill rotWithShape="1">
            <a:gsLst>
              <a:gs pos="0">
                <a:srgbClr val="FF9B73"/>
              </a:gs>
              <a:gs pos="100000">
                <a:srgbClr val="FF4900"/>
              </a:gs>
            </a:gsLst>
            <a:lin ang="5400000" scaled="1"/>
            <a:tileRect/>
          </a:gradFill>
          <a:ln w="0" cap="rnd" cmpd="sng" algn="ctr">
            <a:solidFill>
              <a:srgbClr val="FFFFFF">
                <a:alpha val="0"/>
              </a:srgbClr>
            </a:solidFill>
            <a:round/>
            <a:headEnd type="none"/>
            <a:tailEnd type="none"/>
          </a:ln>
        </p:spPr>
      </p:sp>
      <p:sp>
        <p:nvSpPr>
          <p:cNvPr id="1358" name="latent representation and attention / 1337 ATTN lower color"/>
          <p:cNvSpPr/>
          <p:nvPr/>
        </p:nvSpPr>
        <p:spPr>
          <a:xfrm>
            <a:off x="2839498" y="8266176"/>
            <a:ext cx="36062" cy="378316"/>
          </a:xfrm>
          <a:custGeom>
            <a:avLst/>
            <a:gdLst/>
            <a:ahLst/>
            <a:cxnLst/>
            <a:rect l="0" t="0" r="r" b="b"/>
            <a:pathLst>
              <a:path w="3944" h="41373" fill="norm" stroke="1" extrusionOk="0">
                <a:moveTo>
                  <a:pt x="0" y="0"/>
                </a:moveTo>
                <a:lnTo>
                  <a:pt x="3944" y="0"/>
                </a:lnTo>
                <a:lnTo>
                  <a:pt x="3944" y="41373"/>
                </a:lnTo>
                <a:lnTo>
                  <a:pt x="0" y="39991"/>
                </a:lnTo>
                <a:close/>
              </a:path>
            </a:pathLst>
          </a:custGeom>
          <a:gradFill rotWithShape="1">
            <a:gsLst>
              <a:gs pos="0">
                <a:srgbClr val="FF4900"/>
              </a:gs>
              <a:gs pos="100000">
                <a:srgbClr val="FF9B73"/>
              </a:gs>
            </a:gsLst>
            <a:lin ang="5400000" scaled="1"/>
            <a:tileRect/>
          </a:gradFill>
          <a:ln w="0" cap="rnd" cmpd="sng" algn="ctr">
            <a:solidFill>
              <a:srgbClr val="FFFFFF">
                <a:alpha val="0"/>
              </a:srgbClr>
            </a:solidFill>
            <a:round/>
            <a:headEnd type="none"/>
            <a:tailEnd type="none"/>
          </a:ln>
        </p:spPr>
      </p:sp>
      <p:sp>
        <p:nvSpPr>
          <p:cNvPr id="1359" name="latent representation and attention / 1338 ATTN upper color"/>
          <p:cNvSpPr/>
          <p:nvPr/>
        </p:nvSpPr>
        <p:spPr>
          <a:xfrm>
            <a:off x="2872359" y="7876217"/>
            <a:ext cx="36062" cy="389959"/>
          </a:xfrm>
          <a:custGeom>
            <a:avLst/>
            <a:gdLst/>
            <a:ahLst/>
            <a:cxnLst/>
            <a:rect l="0" t="0" r="r" b="b"/>
            <a:pathLst>
              <a:path w="3944" h="42646" fill="norm" stroke="1" extrusionOk="0">
                <a:moveTo>
                  <a:pt x="0" y="1273"/>
                </a:moveTo>
                <a:lnTo>
                  <a:pt x="3944" y="0"/>
                </a:lnTo>
                <a:lnTo>
                  <a:pt x="3944" y="42646"/>
                </a:lnTo>
                <a:lnTo>
                  <a:pt x="0" y="42646"/>
                </a:lnTo>
                <a:close/>
              </a:path>
            </a:pathLst>
          </a:custGeom>
          <a:gradFill rotWithShape="1">
            <a:gsLst>
              <a:gs pos="0">
                <a:srgbClr val="FF9973"/>
              </a:gs>
              <a:gs pos="100000">
                <a:srgbClr val="FF4600"/>
              </a:gs>
            </a:gsLst>
            <a:lin ang="5400000" scaled="1"/>
            <a:tileRect/>
          </a:gradFill>
          <a:ln w="0" cap="rnd" cmpd="sng" algn="ctr">
            <a:solidFill>
              <a:srgbClr val="FFFFFF">
                <a:alpha val="0"/>
              </a:srgbClr>
            </a:solidFill>
            <a:round/>
            <a:headEnd type="none"/>
            <a:tailEnd type="none"/>
          </a:ln>
        </p:spPr>
      </p:sp>
      <p:sp>
        <p:nvSpPr>
          <p:cNvPr id="1360" name="latent representation and attention / 1339 ATTN lower color"/>
          <p:cNvSpPr/>
          <p:nvPr/>
        </p:nvSpPr>
        <p:spPr>
          <a:xfrm>
            <a:off x="2872359" y="8266176"/>
            <a:ext cx="36062" cy="389959"/>
          </a:xfrm>
          <a:custGeom>
            <a:avLst/>
            <a:gdLst/>
            <a:ahLst/>
            <a:cxnLst/>
            <a:rect l="0" t="0" r="r" b="b"/>
            <a:pathLst>
              <a:path w="3944" h="42646" fill="norm" stroke="1" extrusionOk="0">
                <a:moveTo>
                  <a:pt x="0" y="0"/>
                </a:moveTo>
                <a:lnTo>
                  <a:pt x="3944" y="0"/>
                </a:lnTo>
                <a:lnTo>
                  <a:pt x="3944" y="42646"/>
                </a:lnTo>
                <a:lnTo>
                  <a:pt x="0" y="41373"/>
                </a:lnTo>
                <a:close/>
              </a:path>
            </a:pathLst>
          </a:custGeom>
          <a:gradFill rotWithShape="1">
            <a:gsLst>
              <a:gs pos="0">
                <a:srgbClr val="FF4600"/>
              </a:gs>
              <a:gs pos="100000">
                <a:srgbClr val="FF9973"/>
              </a:gs>
            </a:gsLst>
            <a:lin ang="5400000" scaled="1"/>
            <a:tileRect/>
          </a:gradFill>
          <a:ln w="0" cap="rnd" cmpd="sng" algn="ctr">
            <a:solidFill>
              <a:srgbClr val="FFFFFF">
                <a:alpha val="0"/>
              </a:srgbClr>
            </a:solidFill>
            <a:round/>
            <a:headEnd type="none"/>
            <a:tailEnd type="none"/>
          </a:ln>
        </p:spPr>
      </p:sp>
      <p:sp>
        <p:nvSpPr>
          <p:cNvPr id="1361" name="latent representation and attention / 1340 ATTN upper color"/>
          <p:cNvSpPr/>
          <p:nvPr/>
        </p:nvSpPr>
        <p:spPr>
          <a:xfrm>
            <a:off x="2905220" y="7865484"/>
            <a:ext cx="36062" cy="400692"/>
          </a:xfrm>
          <a:custGeom>
            <a:avLst/>
            <a:gdLst/>
            <a:ahLst/>
            <a:cxnLst/>
            <a:rect l="0" t="0" r="r" b="b"/>
            <a:pathLst>
              <a:path w="3944" h="43820" fill="norm" stroke="1" extrusionOk="0">
                <a:moveTo>
                  <a:pt x="0" y="1174"/>
                </a:moveTo>
                <a:lnTo>
                  <a:pt x="3944" y="0"/>
                </a:lnTo>
                <a:lnTo>
                  <a:pt x="3944" y="43820"/>
                </a:lnTo>
                <a:lnTo>
                  <a:pt x="0" y="43820"/>
                </a:lnTo>
                <a:close/>
              </a:path>
            </a:pathLst>
          </a:custGeom>
          <a:gradFill rotWithShape="1">
            <a:gsLst>
              <a:gs pos="0">
                <a:srgbClr val="FF9773"/>
              </a:gs>
              <a:gs pos="100000">
                <a:srgbClr val="FF4200"/>
              </a:gs>
            </a:gsLst>
            <a:lin ang="5400000" scaled="1"/>
            <a:tileRect/>
          </a:gradFill>
          <a:ln w="0" cap="rnd" cmpd="sng" algn="ctr">
            <a:solidFill>
              <a:srgbClr val="FFFFFF">
                <a:alpha val="0"/>
              </a:srgbClr>
            </a:solidFill>
            <a:round/>
            <a:headEnd type="none"/>
            <a:tailEnd type="none"/>
          </a:ln>
        </p:spPr>
      </p:sp>
      <p:sp>
        <p:nvSpPr>
          <p:cNvPr id="1362" name="latent representation and attention / 1341 ATTN lower color"/>
          <p:cNvSpPr/>
          <p:nvPr/>
        </p:nvSpPr>
        <p:spPr>
          <a:xfrm>
            <a:off x="2905220" y="8266176"/>
            <a:ext cx="36062" cy="400692"/>
          </a:xfrm>
          <a:custGeom>
            <a:avLst/>
            <a:gdLst/>
            <a:ahLst/>
            <a:cxnLst/>
            <a:rect l="0" t="0" r="r" b="b"/>
            <a:pathLst>
              <a:path w="3944" h="43820" fill="norm" stroke="1" extrusionOk="0">
                <a:moveTo>
                  <a:pt x="0" y="0"/>
                </a:moveTo>
                <a:lnTo>
                  <a:pt x="3944" y="0"/>
                </a:lnTo>
                <a:lnTo>
                  <a:pt x="3944" y="43820"/>
                </a:lnTo>
                <a:lnTo>
                  <a:pt x="0" y="42646"/>
                </a:lnTo>
                <a:close/>
              </a:path>
            </a:pathLst>
          </a:custGeom>
          <a:gradFill rotWithShape="1">
            <a:gsLst>
              <a:gs pos="0">
                <a:srgbClr val="FF4200"/>
              </a:gs>
              <a:gs pos="100000">
                <a:srgbClr val="FF9773"/>
              </a:gs>
            </a:gsLst>
            <a:lin ang="5400000" scaled="1"/>
            <a:tileRect/>
          </a:gradFill>
          <a:ln w="0" cap="rnd" cmpd="sng" algn="ctr">
            <a:solidFill>
              <a:srgbClr val="FFFFFF">
                <a:alpha val="0"/>
              </a:srgbClr>
            </a:solidFill>
            <a:round/>
            <a:headEnd type="none"/>
            <a:tailEnd type="none"/>
          </a:ln>
        </p:spPr>
      </p:sp>
      <p:sp>
        <p:nvSpPr>
          <p:cNvPr id="1363" name="latent representation and attention / 1342 ATTN upper color"/>
          <p:cNvSpPr/>
          <p:nvPr/>
        </p:nvSpPr>
        <p:spPr>
          <a:xfrm>
            <a:off x="2938082" y="7855588"/>
            <a:ext cx="36062" cy="410588"/>
          </a:xfrm>
          <a:custGeom>
            <a:avLst/>
            <a:gdLst/>
            <a:ahLst/>
            <a:cxnLst/>
            <a:rect l="0" t="0" r="r" b="b"/>
            <a:pathLst>
              <a:path w="3944" h="44902" fill="norm" stroke="1" extrusionOk="0">
                <a:moveTo>
                  <a:pt x="0" y="1082"/>
                </a:moveTo>
                <a:lnTo>
                  <a:pt x="3944" y="0"/>
                </a:lnTo>
                <a:lnTo>
                  <a:pt x="3944" y="44902"/>
                </a:lnTo>
                <a:lnTo>
                  <a:pt x="0" y="44902"/>
                </a:lnTo>
                <a:close/>
              </a:path>
            </a:pathLst>
          </a:custGeom>
          <a:gradFill rotWithShape="1">
            <a:gsLst>
              <a:gs pos="0">
                <a:srgbClr val="FF9573"/>
              </a:gs>
              <a:gs pos="100000">
                <a:srgbClr val="FF3F00"/>
              </a:gs>
            </a:gsLst>
            <a:lin ang="5400000" scaled="1"/>
            <a:tileRect/>
          </a:gradFill>
          <a:ln w="0" cap="rnd" cmpd="sng" algn="ctr">
            <a:solidFill>
              <a:srgbClr val="FFFFFF">
                <a:alpha val="0"/>
              </a:srgbClr>
            </a:solidFill>
            <a:round/>
            <a:headEnd type="none"/>
            <a:tailEnd type="none"/>
          </a:ln>
        </p:spPr>
      </p:sp>
      <p:sp>
        <p:nvSpPr>
          <p:cNvPr id="1364" name="latent representation and attention / 1343 ATTN lower color"/>
          <p:cNvSpPr/>
          <p:nvPr/>
        </p:nvSpPr>
        <p:spPr>
          <a:xfrm>
            <a:off x="2938082" y="8266176"/>
            <a:ext cx="36062" cy="410588"/>
          </a:xfrm>
          <a:custGeom>
            <a:avLst/>
            <a:gdLst/>
            <a:ahLst/>
            <a:cxnLst/>
            <a:rect l="0" t="0" r="r" b="b"/>
            <a:pathLst>
              <a:path w="3944" h="44902" fill="norm" stroke="1" extrusionOk="0">
                <a:moveTo>
                  <a:pt x="0" y="0"/>
                </a:moveTo>
                <a:lnTo>
                  <a:pt x="3944" y="0"/>
                </a:lnTo>
                <a:lnTo>
                  <a:pt x="3944" y="44902"/>
                </a:lnTo>
                <a:lnTo>
                  <a:pt x="0" y="43820"/>
                </a:lnTo>
                <a:close/>
              </a:path>
            </a:pathLst>
          </a:custGeom>
          <a:gradFill rotWithShape="1">
            <a:gsLst>
              <a:gs pos="0">
                <a:srgbClr val="FF3F00"/>
              </a:gs>
              <a:gs pos="100000">
                <a:srgbClr val="FF9573"/>
              </a:gs>
            </a:gsLst>
            <a:lin ang="5400000" scaled="1"/>
            <a:tileRect/>
          </a:gradFill>
          <a:ln w="0" cap="rnd" cmpd="sng" algn="ctr">
            <a:solidFill>
              <a:srgbClr val="FFFFFF">
                <a:alpha val="0"/>
              </a:srgbClr>
            </a:solidFill>
            <a:round/>
            <a:headEnd type="none"/>
            <a:tailEnd type="none"/>
          </a:ln>
        </p:spPr>
      </p:sp>
      <p:sp>
        <p:nvSpPr>
          <p:cNvPr id="1365" name="latent representation and attention / 1344 ATTN upper color"/>
          <p:cNvSpPr/>
          <p:nvPr/>
        </p:nvSpPr>
        <p:spPr>
          <a:xfrm>
            <a:off x="2970943" y="7846472"/>
            <a:ext cx="36062" cy="419704"/>
          </a:xfrm>
          <a:custGeom>
            <a:avLst/>
            <a:gdLst/>
            <a:ahLst/>
            <a:cxnLst/>
            <a:rect l="0" t="0" r="r" b="b"/>
            <a:pathLst>
              <a:path w="3944" h="45899" fill="norm" stroke="1" extrusionOk="0">
                <a:moveTo>
                  <a:pt x="0" y="997"/>
                </a:moveTo>
                <a:lnTo>
                  <a:pt x="3944" y="0"/>
                </a:lnTo>
                <a:lnTo>
                  <a:pt x="3944" y="45899"/>
                </a:lnTo>
                <a:lnTo>
                  <a:pt x="0" y="45899"/>
                </a:lnTo>
                <a:close/>
              </a:path>
            </a:pathLst>
          </a:custGeom>
          <a:gradFill rotWithShape="1">
            <a:gsLst>
              <a:gs pos="0">
                <a:srgbClr val="FF9473"/>
              </a:gs>
              <a:gs pos="100000">
                <a:srgbClr val="FF3C00"/>
              </a:gs>
            </a:gsLst>
            <a:lin ang="5400000" scaled="1"/>
            <a:tileRect/>
          </a:gradFill>
          <a:ln w="0" cap="rnd" cmpd="sng" algn="ctr">
            <a:solidFill>
              <a:srgbClr val="FFFFFF">
                <a:alpha val="0"/>
              </a:srgbClr>
            </a:solidFill>
            <a:round/>
            <a:headEnd type="none"/>
            <a:tailEnd type="none"/>
          </a:ln>
        </p:spPr>
      </p:sp>
      <p:sp>
        <p:nvSpPr>
          <p:cNvPr id="1366" name="latent representation and attention / 1345 ATTN lower color"/>
          <p:cNvSpPr/>
          <p:nvPr/>
        </p:nvSpPr>
        <p:spPr>
          <a:xfrm>
            <a:off x="2970943" y="8266176"/>
            <a:ext cx="36062" cy="419704"/>
          </a:xfrm>
          <a:custGeom>
            <a:avLst/>
            <a:gdLst/>
            <a:ahLst/>
            <a:cxnLst/>
            <a:rect l="0" t="0" r="r" b="b"/>
            <a:pathLst>
              <a:path w="3944" h="45899" fill="norm" stroke="1" extrusionOk="0">
                <a:moveTo>
                  <a:pt x="0" y="0"/>
                </a:moveTo>
                <a:lnTo>
                  <a:pt x="3944" y="0"/>
                </a:lnTo>
                <a:lnTo>
                  <a:pt x="3944" y="45899"/>
                </a:lnTo>
                <a:lnTo>
                  <a:pt x="0" y="44902"/>
                </a:lnTo>
                <a:close/>
              </a:path>
            </a:pathLst>
          </a:custGeom>
          <a:gradFill rotWithShape="1">
            <a:gsLst>
              <a:gs pos="0">
                <a:srgbClr val="FF3C00"/>
              </a:gs>
              <a:gs pos="100000">
                <a:srgbClr val="FF9473"/>
              </a:gs>
            </a:gsLst>
            <a:lin ang="5400000" scaled="1"/>
            <a:tileRect/>
          </a:gradFill>
          <a:ln w="0" cap="rnd" cmpd="sng" algn="ctr">
            <a:solidFill>
              <a:srgbClr val="FFFFFF">
                <a:alpha val="0"/>
              </a:srgbClr>
            </a:solidFill>
            <a:round/>
            <a:headEnd type="none"/>
            <a:tailEnd type="none"/>
          </a:ln>
        </p:spPr>
      </p:sp>
      <p:sp>
        <p:nvSpPr>
          <p:cNvPr id="1367" name="latent representation and attention / 1346 ATTN upper color"/>
          <p:cNvSpPr/>
          <p:nvPr/>
        </p:nvSpPr>
        <p:spPr>
          <a:xfrm>
            <a:off x="3003804" y="7838086"/>
            <a:ext cx="36062" cy="428090"/>
          </a:xfrm>
          <a:custGeom>
            <a:avLst/>
            <a:gdLst/>
            <a:ahLst/>
            <a:cxnLst/>
            <a:rect l="0" t="0" r="r" b="b"/>
            <a:pathLst>
              <a:path w="3944" h="46817" fill="norm" stroke="1" extrusionOk="0">
                <a:moveTo>
                  <a:pt x="0" y="917"/>
                </a:moveTo>
                <a:lnTo>
                  <a:pt x="3944" y="0"/>
                </a:lnTo>
                <a:lnTo>
                  <a:pt x="3944" y="46817"/>
                </a:lnTo>
                <a:lnTo>
                  <a:pt x="0" y="46817"/>
                </a:lnTo>
                <a:close/>
              </a:path>
            </a:pathLst>
          </a:custGeom>
          <a:gradFill rotWithShape="1">
            <a:gsLst>
              <a:gs pos="0">
                <a:srgbClr val="FF9373"/>
              </a:gs>
              <a:gs pos="100000">
                <a:srgbClr val="FF3A00"/>
              </a:gs>
            </a:gsLst>
            <a:lin ang="5400000" scaled="1"/>
            <a:tileRect/>
          </a:gradFill>
          <a:ln w="0" cap="rnd" cmpd="sng" algn="ctr">
            <a:solidFill>
              <a:srgbClr val="FFFFFF">
                <a:alpha val="0"/>
              </a:srgbClr>
            </a:solidFill>
            <a:round/>
            <a:headEnd type="none"/>
            <a:tailEnd type="none"/>
          </a:ln>
        </p:spPr>
      </p:sp>
      <p:sp>
        <p:nvSpPr>
          <p:cNvPr id="1368" name="latent representation and attention / 1347 ATTN lower color"/>
          <p:cNvSpPr/>
          <p:nvPr/>
        </p:nvSpPr>
        <p:spPr>
          <a:xfrm>
            <a:off x="3003804" y="8266176"/>
            <a:ext cx="36062" cy="428090"/>
          </a:xfrm>
          <a:custGeom>
            <a:avLst/>
            <a:gdLst/>
            <a:ahLst/>
            <a:cxnLst/>
            <a:rect l="0" t="0" r="r" b="b"/>
            <a:pathLst>
              <a:path w="3944" h="46817" fill="norm" stroke="1" extrusionOk="0">
                <a:moveTo>
                  <a:pt x="0" y="0"/>
                </a:moveTo>
                <a:lnTo>
                  <a:pt x="3944" y="0"/>
                </a:lnTo>
                <a:lnTo>
                  <a:pt x="3944" y="46817"/>
                </a:lnTo>
                <a:lnTo>
                  <a:pt x="0" y="45899"/>
                </a:lnTo>
                <a:close/>
              </a:path>
            </a:pathLst>
          </a:custGeom>
          <a:gradFill rotWithShape="1">
            <a:gsLst>
              <a:gs pos="0">
                <a:srgbClr val="FF3A00"/>
              </a:gs>
              <a:gs pos="100000">
                <a:srgbClr val="FF9373"/>
              </a:gs>
            </a:gsLst>
            <a:lin ang="5400000" scaled="1"/>
            <a:tileRect/>
          </a:gradFill>
          <a:ln w="0" cap="rnd" cmpd="sng" algn="ctr">
            <a:solidFill>
              <a:srgbClr val="FFFFFF">
                <a:alpha val="0"/>
              </a:srgbClr>
            </a:solidFill>
            <a:round/>
            <a:headEnd type="none"/>
            <a:tailEnd type="none"/>
          </a:ln>
        </p:spPr>
      </p:sp>
      <p:sp>
        <p:nvSpPr>
          <p:cNvPr id="1369" name="latent representation and attention / 1348 ATTN upper color"/>
          <p:cNvSpPr/>
          <p:nvPr/>
        </p:nvSpPr>
        <p:spPr>
          <a:xfrm>
            <a:off x="3036665" y="7830386"/>
            <a:ext cx="36062" cy="435790"/>
          </a:xfrm>
          <a:custGeom>
            <a:avLst/>
            <a:gdLst/>
            <a:ahLst/>
            <a:cxnLst/>
            <a:rect l="0" t="0" r="r" b="b"/>
            <a:pathLst>
              <a:path w="3944" h="47659" fill="norm" stroke="1" extrusionOk="0">
                <a:moveTo>
                  <a:pt x="0" y="842"/>
                </a:moveTo>
                <a:lnTo>
                  <a:pt x="3944" y="0"/>
                </a:lnTo>
                <a:lnTo>
                  <a:pt x="3944" y="47659"/>
                </a:lnTo>
                <a:lnTo>
                  <a:pt x="0" y="47659"/>
                </a:lnTo>
                <a:close/>
              </a:path>
            </a:pathLst>
          </a:custGeom>
          <a:gradFill rotWithShape="1">
            <a:gsLst>
              <a:gs pos="0">
                <a:srgbClr val="FF9173"/>
              </a:gs>
              <a:gs pos="100000">
                <a:srgbClr val="FF3700"/>
              </a:gs>
            </a:gsLst>
            <a:lin ang="5400000" scaled="1"/>
            <a:tileRect/>
          </a:gradFill>
          <a:ln w="0" cap="rnd" cmpd="sng" algn="ctr">
            <a:solidFill>
              <a:srgbClr val="FFFFFF">
                <a:alpha val="0"/>
              </a:srgbClr>
            </a:solidFill>
            <a:round/>
            <a:headEnd type="none"/>
            <a:tailEnd type="none"/>
          </a:ln>
        </p:spPr>
      </p:sp>
      <p:sp>
        <p:nvSpPr>
          <p:cNvPr id="1370" name="latent representation and attention / 1349 ATTN lower color"/>
          <p:cNvSpPr/>
          <p:nvPr/>
        </p:nvSpPr>
        <p:spPr>
          <a:xfrm>
            <a:off x="3036665" y="8266176"/>
            <a:ext cx="36062" cy="435790"/>
          </a:xfrm>
          <a:custGeom>
            <a:avLst/>
            <a:gdLst/>
            <a:ahLst/>
            <a:cxnLst/>
            <a:rect l="0" t="0" r="r" b="b"/>
            <a:pathLst>
              <a:path w="3944" h="47659" fill="norm" stroke="1" extrusionOk="0">
                <a:moveTo>
                  <a:pt x="0" y="0"/>
                </a:moveTo>
                <a:lnTo>
                  <a:pt x="3944" y="0"/>
                </a:lnTo>
                <a:lnTo>
                  <a:pt x="3944" y="47659"/>
                </a:lnTo>
                <a:lnTo>
                  <a:pt x="0" y="46817"/>
                </a:lnTo>
                <a:close/>
              </a:path>
            </a:pathLst>
          </a:custGeom>
          <a:gradFill rotWithShape="1">
            <a:gsLst>
              <a:gs pos="0">
                <a:srgbClr val="FF3700"/>
              </a:gs>
              <a:gs pos="100000">
                <a:srgbClr val="FF9173"/>
              </a:gs>
            </a:gsLst>
            <a:lin ang="5400000" scaled="1"/>
            <a:tileRect/>
          </a:gradFill>
          <a:ln w="0" cap="rnd" cmpd="sng" algn="ctr">
            <a:solidFill>
              <a:srgbClr val="FFFFFF">
                <a:alpha val="0"/>
              </a:srgbClr>
            </a:solidFill>
            <a:round/>
            <a:headEnd type="none"/>
            <a:tailEnd type="none"/>
          </a:ln>
        </p:spPr>
      </p:sp>
      <p:sp>
        <p:nvSpPr>
          <p:cNvPr id="1371" name="latent representation and attention / 1350 ATTN upper color"/>
          <p:cNvSpPr/>
          <p:nvPr/>
        </p:nvSpPr>
        <p:spPr>
          <a:xfrm>
            <a:off x="3069526" y="7823338"/>
            <a:ext cx="36062" cy="442838"/>
          </a:xfrm>
          <a:custGeom>
            <a:avLst/>
            <a:gdLst/>
            <a:ahLst/>
            <a:cxnLst/>
            <a:rect l="0" t="0" r="r" b="b"/>
            <a:pathLst>
              <a:path w="3944" h="48429" fill="norm" stroke="1" extrusionOk="0">
                <a:moveTo>
                  <a:pt x="0" y="771"/>
                </a:moveTo>
                <a:lnTo>
                  <a:pt x="3944" y="0"/>
                </a:lnTo>
                <a:lnTo>
                  <a:pt x="3944" y="48429"/>
                </a:lnTo>
                <a:lnTo>
                  <a:pt x="0" y="48429"/>
                </a:lnTo>
                <a:close/>
              </a:path>
            </a:pathLst>
          </a:custGeom>
          <a:gradFill rotWithShape="1">
            <a:gsLst>
              <a:gs pos="0">
                <a:srgbClr val="FF9073"/>
              </a:gs>
              <a:gs pos="100000">
                <a:srgbClr val="FF3500"/>
              </a:gs>
            </a:gsLst>
            <a:lin ang="5400000" scaled="1"/>
            <a:tileRect/>
          </a:gradFill>
          <a:ln w="0" cap="rnd" cmpd="sng" algn="ctr">
            <a:solidFill>
              <a:srgbClr val="FFFFFF">
                <a:alpha val="0"/>
              </a:srgbClr>
            </a:solidFill>
            <a:round/>
            <a:headEnd type="none"/>
            <a:tailEnd type="none"/>
          </a:ln>
        </p:spPr>
      </p:sp>
      <p:sp>
        <p:nvSpPr>
          <p:cNvPr id="1372" name="latent representation and attention / 1351 ATTN lower color"/>
          <p:cNvSpPr/>
          <p:nvPr/>
        </p:nvSpPr>
        <p:spPr>
          <a:xfrm>
            <a:off x="3069526" y="8266176"/>
            <a:ext cx="36062" cy="442838"/>
          </a:xfrm>
          <a:custGeom>
            <a:avLst/>
            <a:gdLst/>
            <a:ahLst/>
            <a:cxnLst/>
            <a:rect l="0" t="0" r="r" b="b"/>
            <a:pathLst>
              <a:path w="3944" h="48429" fill="norm" stroke="1" extrusionOk="0">
                <a:moveTo>
                  <a:pt x="0" y="0"/>
                </a:moveTo>
                <a:lnTo>
                  <a:pt x="3944" y="0"/>
                </a:lnTo>
                <a:lnTo>
                  <a:pt x="3944" y="48429"/>
                </a:lnTo>
                <a:lnTo>
                  <a:pt x="0" y="47659"/>
                </a:lnTo>
                <a:close/>
              </a:path>
            </a:pathLst>
          </a:custGeom>
          <a:gradFill rotWithShape="1">
            <a:gsLst>
              <a:gs pos="0">
                <a:srgbClr val="FF3500"/>
              </a:gs>
              <a:gs pos="100000">
                <a:srgbClr val="FF9073"/>
              </a:gs>
            </a:gsLst>
            <a:lin ang="5400000" scaled="1"/>
            <a:tileRect/>
          </a:gradFill>
          <a:ln w="0" cap="rnd" cmpd="sng" algn="ctr">
            <a:solidFill>
              <a:srgbClr val="FFFFFF">
                <a:alpha val="0"/>
              </a:srgbClr>
            </a:solidFill>
            <a:round/>
            <a:headEnd type="none"/>
            <a:tailEnd type="none"/>
          </a:ln>
        </p:spPr>
      </p:sp>
      <p:sp>
        <p:nvSpPr>
          <p:cNvPr id="1373" name="latent representation and attention / 1352 ATTN upper color"/>
          <p:cNvSpPr/>
          <p:nvPr/>
        </p:nvSpPr>
        <p:spPr>
          <a:xfrm>
            <a:off x="3102388" y="7816910"/>
            <a:ext cx="36062" cy="449266"/>
          </a:xfrm>
          <a:custGeom>
            <a:avLst/>
            <a:gdLst/>
            <a:ahLst/>
            <a:cxnLst/>
            <a:rect l="0" t="0" r="r" b="b"/>
            <a:pathLst>
              <a:path w="3944" h="49132" fill="norm" stroke="1" extrusionOk="0">
                <a:moveTo>
                  <a:pt x="0" y="703"/>
                </a:moveTo>
                <a:lnTo>
                  <a:pt x="3944" y="0"/>
                </a:lnTo>
                <a:lnTo>
                  <a:pt x="3944" y="49132"/>
                </a:lnTo>
                <a:lnTo>
                  <a:pt x="0" y="49132"/>
                </a:lnTo>
                <a:close/>
              </a:path>
            </a:pathLst>
          </a:custGeom>
          <a:gradFill rotWithShape="1">
            <a:gsLst>
              <a:gs pos="0">
                <a:srgbClr val="FF8F73"/>
              </a:gs>
              <a:gs pos="100000">
                <a:srgbClr val="FF3300"/>
              </a:gs>
            </a:gsLst>
            <a:lin ang="5400000" scaled="1"/>
            <a:tileRect/>
          </a:gradFill>
          <a:ln w="0" cap="rnd" cmpd="sng" algn="ctr">
            <a:solidFill>
              <a:srgbClr val="FFFFFF">
                <a:alpha val="0"/>
              </a:srgbClr>
            </a:solidFill>
            <a:round/>
            <a:headEnd type="none"/>
            <a:tailEnd type="none"/>
          </a:ln>
        </p:spPr>
      </p:sp>
      <p:sp>
        <p:nvSpPr>
          <p:cNvPr id="1374" name="latent representation and attention / 1353 ATTN lower color"/>
          <p:cNvSpPr/>
          <p:nvPr/>
        </p:nvSpPr>
        <p:spPr>
          <a:xfrm>
            <a:off x="3102388" y="8266176"/>
            <a:ext cx="36062" cy="449266"/>
          </a:xfrm>
          <a:custGeom>
            <a:avLst/>
            <a:gdLst/>
            <a:ahLst/>
            <a:cxnLst/>
            <a:rect l="0" t="0" r="r" b="b"/>
            <a:pathLst>
              <a:path w="3944" h="49132" fill="norm" stroke="1" extrusionOk="0">
                <a:moveTo>
                  <a:pt x="0" y="0"/>
                </a:moveTo>
                <a:lnTo>
                  <a:pt x="3944" y="0"/>
                </a:lnTo>
                <a:lnTo>
                  <a:pt x="3944" y="49132"/>
                </a:lnTo>
                <a:lnTo>
                  <a:pt x="0" y="48429"/>
                </a:lnTo>
                <a:close/>
              </a:path>
            </a:pathLst>
          </a:custGeom>
          <a:gradFill rotWithShape="1">
            <a:gsLst>
              <a:gs pos="0">
                <a:srgbClr val="FF3300"/>
              </a:gs>
              <a:gs pos="100000">
                <a:srgbClr val="FF8F73"/>
              </a:gs>
            </a:gsLst>
            <a:lin ang="5400000" scaled="1"/>
            <a:tileRect/>
          </a:gradFill>
          <a:ln w="0" cap="rnd" cmpd="sng" algn="ctr">
            <a:solidFill>
              <a:srgbClr val="FFFFFF">
                <a:alpha val="0"/>
              </a:srgbClr>
            </a:solidFill>
            <a:round/>
            <a:headEnd type="none"/>
            <a:tailEnd type="none"/>
          </a:ln>
        </p:spPr>
      </p:sp>
      <p:sp>
        <p:nvSpPr>
          <p:cNvPr id="1375" name="latent representation and attention / 1354 ATTN upper color"/>
          <p:cNvSpPr/>
          <p:nvPr/>
        </p:nvSpPr>
        <p:spPr>
          <a:xfrm>
            <a:off x="3135249" y="7811077"/>
            <a:ext cx="36062" cy="455099"/>
          </a:xfrm>
          <a:custGeom>
            <a:avLst/>
            <a:gdLst/>
            <a:ahLst/>
            <a:cxnLst/>
            <a:rect l="0" t="0" r="r" b="b"/>
            <a:pathLst>
              <a:path w="3944" h="49770" fill="norm" stroke="1" extrusionOk="0">
                <a:moveTo>
                  <a:pt x="0" y="638"/>
                </a:moveTo>
                <a:lnTo>
                  <a:pt x="3944" y="0"/>
                </a:lnTo>
                <a:lnTo>
                  <a:pt x="3944" y="49770"/>
                </a:lnTo>
                <a:lnTo>
                  <a:pt x="0" y="49770"/>
                </a:lnTo>
                <a:close/>
              </a:path>
            </a:pathLst>
          </a:custGeom>
          <a:gradFill rotWithShape="1">
            <a:gsLst>
              <a:gs pos="0">
                <a:srgbClr val="FF8D73"/>
              </a:gs>
              <a:gs pos="100000">
                <a:srgbClr val="FF3000"/>
              </a:gs>
            </a:gsLst>
            <a:lin ang="5400000" scaled="1"/>
            <a:tileRect/>
          </a:gradFill>
          <a:ln w="0" cap="rnd" cmpd="sng" algn="ctr">
            <a:solidFill>
              <a:srgbClr val="FFFFFF">
                <a:alpha val="0"/>
              </a:srgbClr>
            </a:solidFill>
            <a:round/>
            <a:headEnd type="none"/>
            <a:tailEnd type="none"/>
          </a:ln>
        </p:spPr>
      </p:sp>
      <p:sp>
        <p:nvSpPr>
          <p:cNvPr id="1376" name="latent representation and attention / 1355 ATTN lower color"/>
          <p:cNvSpPr/>
          <p:nvPr/>
        </p:nvSpPr>
        <p:spPr>
          <a:xfrm>
            <a:off x="3135249" y="8266176"/>
            <a:ext cx="36062" cy="455099"/>
          </a:xfrm>
          <a:custGeom>
            <a:avLst/>
            <a:gdLst/>
            <a:ahLst/>
            <a:cxnLst/>
            <a:rect l="0" t="0" r="r" b="b"/>
            <a:pathLst>
              <a:path w="3944" h="49770" fill="norm" stroke="1" extrusionOk="0">
                <a:moveTo>
                  <a:pt x="0" y="0"/>
                </a:moveTo>
                <a:lnTo>
                  <a:pt x="3944" y="0"/>
                </a:lnTo>
                <a:lnTo>
                  <a:pt x="3944" y="49770"/>
                </a:lnTo>
                <a:lnTo>
                  <a:pt x="0" y="49132"/>
                </a:lnTo>
                <a:close/>
              </a:path>
            </a:pathLst>
          </a:custGeom>
          <a:gradFill rotWithShape="1">
            <a:gsLst>
              <a:gs pos="0">
                <a:srgbClr val="FF3000"/>
              </a:gs>
              <a:gs pos="100000">
                <a:srgbClr val="FF8D73"/>
              </a:gs>
            </a:gsLst>
            <a:lin ang="5400000" scaled="1"/>
            <a:tileRect/>
          </a:gradFill>
          <a:ln w="0" cap="rnd" cmpd="sng" algn="ctr">
            <a:solidFill>
              <a:srgbClr val="FFFFFF">
                <a:alpha val="0"/>
              </a:srgbClr>
            </a:solidFill>
            <a:round/>
            <a:headEnd type="none"/>
            <a:tailEnd type="none"/>
          </a:ln>
        </p:spPr>
      </p:sp>
      <p:sp>
        <p:nvSpPr>
          <p:cNvPr id="1377" name="latent representation and attention / 1356 ATTN upper color"/>
          <p:cNvSpPr/>
          <p:nvPr/>
        </p:nvSpPr>
        <p:spPr>
          <a:xfrm>
            <a:off x="3168110" y="7805815"/>
            <a:ext cx="36062" cy="460361"/>
          </a:xfrm>
          <a:custGeom>
            <a:avLst/>
            <a:gdLst/>
            <a:ahLst/>
            <a:cxnLst/>
            <a:rect l="0" t="0" r="r" b="b"/>
            <a:pathLst>
              <a:path w="3944" h="50346" fill="norm" stroke="1" extrusionOk="0">
                <a:moveTo>
                  <a:pt x="0" y="575"/>
                </a:moveTo>
                <a:lnTo>
                  <a:pt x="3944" y="0"/>
                </a:lnTo>
                <a:lnTo>
                  <a:pt x="3944" y="50346"/>
                </a:lnTo>
                <a:lnTo>
                  <a:pt x="0" y="50346"/>
                </a:lnTo>
                <a:close/>
              </a:path>
            </a:pathLst>
          </a:custGeom>
          <a:gradFill rotWithShape="1">
            <a:gsLst>
              <a:gs pos="0">
                <a:srgbClr val="FF8C73"/>
              </a:gs>
              <a:gs pos="100000">
                <a:srgbClr val="FF2E00"/>
              </a:gs>
            </a:gsLst>
            <a:lin ang="5400000" scaled="1"/>
            <a:tileRect/>
          </a:gradFill>
          <a:ln w="0" cap="rnd" cmpd="sng" algn="ctr">
            <a:solidFill>
              <a:srgbClr val="FFFFFF">
                <a:alpha val="0"/>
              </a:srgbClr>
            </a:solidFill>
            <a:round/>
            <a:headEnd type="none"/>
            <a:tailEnd type="none"/>
          </a:ln>
        </p:spPr>
      </p:sp>
      <p:sp>
        <p:nvSpPr>
          <p:cNvPr id="1378" name="latent representation and attention / 1357 ATTN lower color"/>
          <p:cNvSpPr/>
          <p:nvPr/>
        </p:nvSpPr>
        <p:spPr>
          <a:xfrm>
            <a:off x="3168110" y="8266176"/>
            <a:ext cx="36062" cy="460361"/>
          </a:xfrm>
          <a:custGeom>
            <a:avLst/>
            <a:gdLst/>
            <a:ahLst/>
            <a:cxnLst/>
            <a:rect l="0" t="0" r="r" b="b"/>
            <a:pathLst>
              <a:path w="3944" h="50346" fill="norm" stroke="1" extrusionOk="0">
                <a:moveTo>
                  <a:pt x="0" y="0"/>
                </a:moveTo>
                <a:lnTo>
                  <a:pt x="3944" y="0"/>
                </a:lnTo>
                <a:lnTo>
                  <a:pt x="3944" y="50346"/>
                </a:lnTo>
                <a:lnTo>
                  <a:pt x="0" y="49770"/>
                </a:lnTo>
                <a:close/>
              </a:path>
            </a:pathLst>
          </a:custGeom>
          <a:gradFill rotWithShape="1">
            <a:gsLst>
              <a:gs pos="0">
                <a:srgbClr val="FF2E00"/>
              </a:gs>
              <a:gs pos="100000">
                <a:srgbClr val="FF8C73"/>
              </a:gs>
            </a:gsLst>
            <a:lin ang="5400000" scaled="1"/>
            <a:tileRect/>
          </a:gradFill>
          <a:ln w="0" cap="rnd" cmpd="sng" algn="ctr">
            <a:solidFill>
              <a:srgbClr val="FFFFFF">
                <a:alpha val="0"/>
              </a:srgbClr>
            </a:solidFill>
            <a:round/>
            <a:headEnd type="none"/>
            <a:tailEnd type="none"/>
          </a:ln>
        </p:spPr>
      </p:sp>
      <p:sp>
        <p:nvSpPr>
          <p:cNvPr id="1379" name="latent representation and attention / 1358 ATTN upper color"/>
          <p:cNvSpPr/>
          <p:nvPr/>
        </p:nvSpPr>
        <p:spPr>
          <a:xfrm>
            <a:off x="3200972" y="7801106"/>
            <a:ext cx="36062" cy="465070"/>
          </a:xfrm>
          <a:custGeom>
            <a:avLst/>
            <a:gdLst/>
            <a:ahLst/>
            <a:cxnLst/>
            <a:rect l="0" t="0" r="r" b="b"/>
            <a:pathLst>
              <a:path w="3944" h="50861" fill="norm" stroke="1" extrusionOk="0">
                <a:moveTo>
                  <a:pt x="0" y="515"/>
                </a:moveTo>
                <a:lnTo>
                  <a:pt x="3944" y="0"/>
                </a:lnTo>
                <a:lnTo>
                  <a:pt x="3944" y="50861"/>
                </a:lnTo>
                <a:lnTo>
                  <a:pt x="0" y="50861"/>
                </a:lnTo>
                <a:close/>
              </a:path>
            </a:pathLst>
          </a:custGeom>
          <a:gradFill rotWithShape="1">
            <a:gsLst>
              <a:gs pos="0">
                <a:srgbClr val="FF8B73"/>
              </a:gs>
              <a:gs pos="100000">
                <a:srgbClr val="FF2C00"/>
              </a:gs>
            </a:gsLst>
            <a:lin ang="5400000" scaled="1"/>
            <a:tileRect/>
          </a:gradFill>
          <a:ln w="0" cap="rnd" cmpd="sng" algn="ctr">
            <a:solidFill>
              <a:srgbClr val="FFFFFF">
                <a:alpha val="0"/>
              </a:srgbClr>
            </a:solidFill>
            <a:round/>
            <a:headEnd type="none"/>
            <a:tailEnd type="none"/>
          </a:ln>
        </p:spPr>
      </p:sp>
      <p:sp>
        <p:nvSpPr>
          <p:cNvPr id="1380" name="latent representation and attention / 1359 ATTN lower color"/>
          <p:cNvSpPr/>
          <p:nvPr/>
        </p:nvSpPr>
        <p:spPr>
          <a:xfrm>
            <a:off x="3200972" y="8266176"/>
            <a:ext cx="36062" cy="465070"/>
          </a:xfrm>
          <a:custGeom>
            <a:avLst/>
            <a:gdLst/>
            <a:ahLst/>
            <a:cxnLst/>
            <a:rect l="0" t="0" r="r" b="b"/>
            <a:pathLst>
              <a:path w="3944" h="50861" fill="norm" stroke="1" extrusionOk="0">
                <a:moveTo>
                  <a:pt x="0" y="0"/>
                </a:moveTo>
                <a:lnTo>
                  <a:pt x="3944" y="0"/>
                </a:lnTo>
                <a:lnTo>
                  <a:pt x="3944" y="50861"/>
                </a:lnTo>
                <a:lnTo>
                  <a:pt x="0" y="50346"/>
                </a:lnTo>
                <a:close/>
              </a:path>
            </a:pathLst>
          </a:custGeom>
          <a:gradFill rotWithShape="1">
            <a:gsLst>
              <a:gs pos="0">
                <a:srgbClr val="FF2C00"/>
              </a:gs>
              <a:gs pos="100000">
                <a:srgbClr val="FF8B73"/>
              </a:gs>
            </a:gsLst>
            <a:lin ang="5400000" scaled="1"/>
            <a:tileRect/>
          </a:gradFill>
          <a:ln w="0" cap="rnd" cmpd="sng" algn="ctr">
            <a:solidFill>
              <a:srgbClr val="FFFFFF">
                <a:alpha val="0"/>
              </a:srgbClr>
            </a:solidFill>
            <a:round/>
            <a:headEnd type="none"/>
            <a:tailEnd type="none"/>
          </a:ln>
        </p:spPr>
      </p:sp>
      <p:sp>
        <p:nvSpPr>
          <p:cNvPr id="1381" name="latent representation and attention / 1360 ATTN upper color"/>
          <p:cNvSpPr/>
          <p:nvPr/>
        </p:nvSpPr>
        <p:spPr>
          <a:xfrm>
            <a:off x="3233833" y="7796933"/>
            <a:ext cx="36062" cy="469243"/>
          </a:xfrm>
          <a:custGeom>
            <a:avLst/>
            <a:gdLst/>
            <a:ahLst/>
            <a:cxnLst/>
            <a:rect l="0" t="0" r="r" b="b"/>
            <a:pathLst>
              <a:path w="3944" h="51317" fill="norm" stroke="1" extrusionOk="0">
                <a:moveTo>
                  <a:pt x="0" y="456"/>
                </a:moveTo>
                <a:lnTo>
                  <a:pt x="3944" y="0"/>
                </a:lnTo>
                <a:lnTo>
                  <a:pt x="3944" y="51317"/>
                </a:lnTo>
                <a:lnTo>
                  <a:pt x="0" y="51317"/>
                </a:lnTo>
                <a:close/>
              </a:path>
            </a:pathLst>
          </a:custGeom>
          <a:gradFill rotWithShape="1">
            <a:gsLst>
              <a:gs pos="0">
                <a:srgbClr val="FF8973"/>
              </a:gs>
              <a:gs pos="100000">
                <a:srgbClr val="FF2900"/>
              </a:gs>
            </a:gsLst>
            <a:lin ang="5400000" scaled="1"/>
            <a:tileRect/>
          </a:gradFill>
          <a:ln w="0" cap="rnd" cmpd="sng" algn="ctr">
            <a:solidFill>
              <a:srgbClr val="FFFFFF">
                <a:alpha val="0"/>
              </a:srgbClr>
            </a:solidFill>
            <a:round/>
            <a:headEnd type="none"/>
            <a:tailEnd type="none"/>
          </a:ln>
        </p:spPr>
      </p:sp>
      <p:sp>
        <p:nvSpPr>
          <p:cNvPr id="1382" name="latent representation and attention / 1361 ATTN lower color"/>
          <p:cNvSpPr/>
          <p:nvPr/>
        </p:nvSpPr>
        <p:spPr>
          <a:xfrm>
            <a:off x="3233833" y="8266176"/>
            <a:ext cx="36062" cy="469243"/>
          </a:xfrm>
          <a:custGeom>
            <a:avLst/>
            <a:gdLst/>
            <a:ahLst/>
            <a:cxnLst/>
            <a:rect l="0" t="0" r="r" b="b"/>
            <a:pathLst>
              <a:path w="3944" h="51317" fill="norm" stroke="1" extrusionOk="0">
                <a:moveTo>
                  <a:pt x="0" y="0"/>
                </a:moveTo>
                <a:lnTo>
                  <a:pt x="3944" y="0"/>
                </a:lnTo>
                <a:lnTo>
                  <a:pt x="3944" y="51317"/>
                </a:lnTo>
                <a:lnTo>
                  <a:pt x="0" y="50861"/>
                </a:lnTo>
                <a:close/>
              </a:path>
            </a:pathLst>
          </a:custGeom>
          <a:gradFill rotWithShape="1">
            <a:gsLst>
              <a:gs pos="0">
                <a:srgbClr val="FF2900"/>
              </a:gs>
              <a:gs pos="100000">
                <a:srgbClr val="FF8973"/>
              </a:gs>
            </a:gsLst>
            <a:lin ang="5400000" scaled="1"/>
            <a:tileRect/>
          </a:gradFill>
          <a:ln w="0" cap="rnd" cmpd="sng" algn="ctr">
            <a:solidFill>
              <a:srgbClr val="FFFFFF">
                <a:alpha val="0"/>
              </a:srgbClr>
            </a:solidFill>
            <a:round/>
            <a:headEnd type="none"/>
            <a:tailEnd type="none"/>
          </a:ln>
        </p:spPr>
      </p:sp>
      <p:sp>
        <p:nvSpPr>
          <p:cNvPr id="1383" name="latent representation and attention / 1362 ATTN upper color"/>
          <p:cNvSpPr/>
          <p:nvPr/>
        </p:nvSpPr>
        <p:spPr>
          <a:xfrm>
            <a:off x="3266694" y="7793281"/>
            <a:ext cx="36062" cy="472895"/>
          </a:xfrm>
          <a:custGeom>
            <a:avLst/>
            <a:gdLst/>
            <a:ahLst/>
            <a:cxnLst/>
            <a:rect l="0" t="0" r="r" b="b"/>
            <a:pathLst>
              <a:path w="3944" h="51716" fill="norm" stroke="1" extrusionOk="0">
                <a:moveTo>
                  <a:pt x="0" y="399"/>
                </a:moveTo>
                <a:lnTo>
                  <a:pt x="3944" y="0"/>
                </a:lnTo>
                <a:lnTo>
                  <a:pt x="3944" y="51716"/>
                </a:lnTo>
                <a:lnTo>
                  <a:pt x="0" y="51716"/>
                </a:lnTo>
                <a:close/>
              </a:path>
            </a:pathLst>
          </a:custGeom>
          <a:gradFill rotWithShape="1">
            <a:gsLst>
              <a:gs pos="0">
                <a:srgbClr val="FF8873"/>
              </a:gs>
              <a:gs pos="100000">
                <a:srgbClr val="FF2700"/>
              </a:gs>
            </a:gsLst>
            <a:lin ang="5400000" scaled="1"/>
            <a:tileRect/>
          </a:gradFill>
          <a:ln w="0" cap="rnd" cmpd="sng" algn="ctr">
            <a:solidFill>
              <a:srgbClr val="FFFFFF">
                <a:alpha val="0"/>
              </a:srgbClr>
            </a:solidFill>
            <a:round/>
            <a:headEnd type="none"/>
            <a:tailEnd type="none"/>
          </a:ln>
        </p:spPr>
      </p:sp>
      <p:sp>
        <p:nvSpPr>
          <p:cNvPr id="1384" name="latent representation and attention / 1363 ATTN lower color"/>
          <p:cNvSpPr/>
          <p:nvPr/>
        </p:nvSpPr>
        <p:spPr>
          <a:xfrm>
            <a:off x="3266694" y="8266176"/>
            <a:ext cx="36062" cy="472895"/>
          </a:xfrm>
          <a:custGeom>
            <a:avLst/>
            <a:gdLst/>
            <a:ahLst/>
            <a:cxnLst/>
            <a:rect l="0" t="0" r="r" b="b"/>
            <a:pathLst>
              <a:path w="3944" h="51716" fill="norm" stroke="1" extrusionOk="0">
                <a:moveTo>
                  <a:pt x="0" y="0"/>
                </a:moveTo>
                <a:lnTo>
                  <a:pt x="3944" y="0"/>
                </a:lnTo>
                <a:lnTo>
                  <a:pt x="3944" y="51716"/>
                </a:lnTo>
                <a:lnTo>
                  <a:pt x="0" y="51317"/>
                </a:lnTo>
                <a:close/>
              </a:path>
            </a:pathLst>
          </a:custGeom>
          <a:gradFill rotWithShape="1">
            <a:gsLst>
              <a:gs pos="0">
                <a:srgbClr val="FF2700"/>
              </a:gs>
              <a:gs pos="100000">
                <a:srgbClr val="FF8873"/>
              </a:gs>
            </a:gsLst>
            <a:lin ang="5400000" scaled="1"/>
            <a:tileRect/>
          </a:gradFill>
          <a:ln w="0" cap="rnd" cmpd="sng" algn="ctr">
            <a:solidFill>
              <a:srgbClr val="FFFFFF">
                <a:alpha val="0"/>
              </a:srgbClr>
            </a:solidFill>
            <a:round/>
            <a:headEnd type="none"/>
            <a:tailEnd type="none"/>
          </a:ln>
        </p:spPr>
      </p:sp>
      <p:sp>
        <p:nvSpPr>
          <p:cNvPr id="1385" name="latent representation and attention / 1364 ATTN upper color"/>
          <p:cNvSpPr/>
          <p:nvPr/>
        </p:nvSpPr>
        <p:spPr>
          <a:xfrm>
            <a:off x="3299555" y="7790139"/>
            <a:ext cx="36062" cy="476037"/>
          </a:xfrm>
          <a:custGeom>
            <a:avLst/>
            <a:gdLst/>
            <a:ahLst/>
            <a:cxnLst/>
            <a:rect l="0" t="0" r="r" b="b"/>
            <a:pathLst>
              <a:path w="3944" h="52060" fill="norm" stroke="1" extrusionOk="0">
                <a:moveTo>
                  <a:pt x="0" y="344"/>
                </a:moveTo>
                <a:lnTo>
                  <a:pt x="3944" y="0"/>
                </a:lnTo>
                <a:lnTo>
                  <a:pt x="3944" y="52060"/>
                </a:lnTo>
                <a:lnTo>
                  <a:pt x="0" y="52060"/>
                </a:lnTo>
                <a:close/>
              </a:path>
            </a:pathLst>
          </a:custGeom>
          <a:gradFill rotWithShape="1">
            <a:gsLst>
              <a:gs pos="0">
                <a:srgbClr val="FF8773"/>
              </a:gs>
              <a:gs pos="100000">
                <a:srgbClr val="FF2500"/>
              </a:gs>
            </a:gsLst>
            <a:lin ang="5400000" scaled="1"/>
            <a:tileRect/>
          </a:gradFill>
          <a:ln w="0" cap="rnd" cmpd="sng" algn="ctr">
            <a:solidFill>
              <a:srgbClr val="FFFFFF">
                <a:alpha val="0"/>
              </a:srgbClr>
            </a:solidFill>
            <a:round/>
            <a:headEnd type="none"/>
            <a:tailEnd type="none"/>
          </a:ln>
        </p:spPr>
      </p:sp>
      <p:sp>
        <p:nvSpPr>
          <p:cNvPr id="1386" name="latent representation and attention / 1365 ATTN lower color"/>
          <p:cNvSpPr/>
          <p:nvPr/>
        </p:nvSpPr>
        <p:spPr>
          <a:xfrm>
            <a:off x="3299555" y="8266176"/>
            <a:ext cx="36062" cy="476037"/>
          </a:xfrm>
          <a:custGeom>
            <a:avLst/>
            <a:gdLst/>
            <a:ahLst/>
            <a:cxnLst/>
            <a:rect l="0" t="0" r="r" b="b"/>
            <a:pathLst>
              <a:path w="3944" h="52060" fill="norm" stroke="1" extrusionOk="0">
                <a:moveTo>
                  <a:pt x="0" y="0"/>
                </a:moveTo>
                <a:lnTo>
                  <a:pt x="3944" y="0"/>
                </a:lnTo>
                <a:lnTo>
                  <a:pt x="3944" y="52060"/>
                </a:lnTo>
                <a:lnTo>
                  <a:pt x="0" y="51716"/>
                </a:lnTo>
                <a:close/>
              </a:path>
            </a:pathLst>
          </a:custGeom>
          <a:gradFill rotWithShape="1">
            <a:gsLst>
              <a:gs pos="0">
                <a:srgbClr val="FF2500"/>
              </a:gs>
              <a:gs pos="100000">
                <a:srgbClr val="FF8773"/>
              </a:gs>
            </a:gsLst>
            <a:lin ang="5400000" scaled="1"/>
            <a:tileRect/>
          </a:gradFill>
          <a:ln w="0" cap="rnd" cmpd="sng" algn="ctr">
            <a:solidFill>
              <a:srgbClr val="FFFFFF">
                <a:alpha val="0"/>
              </a:srgbClr>
            </a:solidFill>
            <a:round/>
            <a:headEnd type="none"/>
            <a:tailEnd type="none"/>
          </a:ln>
        </p:spPr>
      </p:sp>
      <p:sp>
        <p:nvSpPr>
          <p:cNvPr id="1387" name="latent representation and attention / 1366 ATTN upper color"/>
          <p:cNvSpPr/>
          <p:nvPr/>
        </p:nvSpPr>
        <p:spPr>
          <a:xfrm>
            <a:off x="3332416" y="7787496"/>
            <a:ext cx="36062" cy="478680"/>
          </a:xfrm>
          <a:custGeom>
            <a:avLst/>
            <a:gdLst/>
            <a:ahLst/>
            <a:cxnLst/>
            <a:rect l="0" t="0" r="r" b="b"/>
            <a:pathLst>
              <a:path w="3944" h="52349" fill="norm" stroke="1" extrusionOk="0">
                <a:moveTo>
                  <a:pt x="0" y="289"/>
                </a:moveTo>
                <a:lnTo>
                  <a:pt x="3944" y="0"/>
                </a:lnTo>
                <a:lnTo>
                  <a:pt x="3944" y="52349"/>
                </a:lnTo>
                <a:lnTo>
                  <a:pt x="0" y="52349"/>
                </a:lnTo>
                <a:close/>
              </a:path>
            </a:pathLst>
          </a:custGeom>
          <a:gradFill rotWithShape="1">
            <a:gsLst>
              <a:gs pos="0">
                <a:srgbClr val="FF8573"/>
              </a:gs>
              <a:gs pos="100000">
                <a:srgbClr val="FF2200"/>
              </a:gs>
            </a:gsLst>
            <a:lin ang="5400000" scaled="1"/>
            <a:tileRect/>
          </a:gradFill>
          <a:ln w="0" cap="rnd" cmpd="sng" algn="ctr">
            <a:solidFill>
              <a:srgbClr val="FFFFFF">
                <a:alpha val="0"/>
              </a:srgbClr>
            </a:solidFill>
            <a:round/>
            <a:headEnd type="none"/>
            <a:tailEnd type="none"/>
          </a:ln>
        </p:spPr>
      </p:sp>
      <p:sp>
        <p:nvSpPr>
          <p:cNvPr id="1388" name="latent representation and attention / 1367 ATTN lower color"/>
          <p:cNvSpPr/>
          <p:nvPr/>
        </p:nvSpPr>
        <p:spPr>
          <a:xfrm>
            <a:off x="3332416" y="8266176"/>
            <a:ext cx="36062" cy="478680"/>
          </a:xfrm>
          <a:custGeom>
            <a:avLst/>
            <a:gdLst/>
            <a:ahLst/>
            <a:cxnLst/>
            <a:rect l="0" t="0" r="r" b="b"/>
            <a:pathLst>
              <a:path w="3944" h="52349" fill="norm" stroke="1" extrusionOk="0">
                <a:moveTo>
                  <a:pt x="0" y="0"/>
                </a:moveTo>
                <a:lnTo>
                  <a:pt x="3944" y="0"/>
                </a:lnTo>
                <a:lnTo>
                  <a:pt x="3944" y="52349"/>
                </a:lnTo>
                <a:lnTo>
                  <a:pt x="0" y="52060"/>
                </a:lnTo>
                <a:close/>
              </a:path>
            </a:pathLst>
          </a:custGeom>
          <a:gradFill rotWithShape="1">
            <a:gsLst>
              <a:gs pos="0">
                <a:srgbClr val="FF2200"/>
              </a:gs>
              <a:gs pos="100000">
                <a:srgbClr val="FF8573"/>
              </a:gs>
            </a:gsLst>
            <a:lin ang="5400000" scaled="1"/>
            <a:tileRect/>
          </a:gradFill>
          <a:ln w="0" cap="rnd" cmpd="sng" algn="ctr">
            <a:solidFill>
              <a:srgbClr val="FFFFFF">
                <a:alpha val="0"/>
              </a:srgbClr>
            </a:solidFill>
            <a:round/>
            <a:headEnd type="none"/>
            <a:tailEnd type="none"/>
          </a:ln>
        </p:spPr>
      </p:sp>
      <p:sp>
        <p:nvSpPr>
          <p:cNvPr id="1389" name="latent representation and attention / 1368 ATTN upper color"/>
          <p:cNvSpPr/>
          <p:nvPr/>
        </p:nvSpPr>
        <p:spPr>
          <a:xfrm>
            <a:off x="3365278" y="7785345"/>
            <a:ext cx="36062" cy="480831"/>
          </a:xfrm>
          <a:custGeom>
            <a:avLst/>
            <a:gdLst/>
            <a:ahLst/>
            <a:cxnLst/>
            <a:rect l="0" t="0" r="r" b="b"/>
            <a:pathLst>
              <a:path w="3944" h="52584" fill="norm" stroke="1" extrusionOk="0">
                <a:moveTo>
                  <a:pt x="0" y="235"/>
                </a:moveTo>
                <a:lnTo>
                  <a:pt x="3944" y="0"/>
                </a:lnTo>
                <a:lnTo>
                  <a:pt x="3944" y="52584"/>
                </a:lnTo>
                <a:lnTo>
                  <a:pt x="0" y="52584"/>
                </a:lnTo>
                <a:close/>
              </a:path>
            </a:pathLst>
          </a:custGeom>
          <a:gradFill rotWithShape="1">
            <a:gsLst>
              <a:gs pos="0">
                <a:srgbClr val="FF8473"/>
              </a:gs>
              <a:gs pos="100000">
                <a:srgbClr val="FF2000"/>
              </a:gs>
            </a:gsLst>
            <a:lin ang="5400000" scaled="1"/>
            <a:tileRect/>
          </a:gradFill>
          <a:ln w="0" cap="rnd" cmpd="sng" algn="ctr">
            <a:solidFill>
              <a:srgbClr val="FFFFFF">
                <a:alpha val="0"/>
              </a:srgbClr>
            </a:solidFill>
            <a:round/>
            <a:headEnd type="none"/>
            <a:tailEnd type="none"/>
          </a:ln>
        </p:spPr>
      </p:sp>
      <p:sp>
        <p:nvSpPr>
          <p:cNvPr id="1390" name="latent representation and attention / 1369 ATTN lower color"/>
          <p:cNvSpPr/>
          <p:nvPr/>
        </p:nvSpPr>
        <p:spPr>
          <a:xfrm>
            <a:off x="3365278" y="8266176"/>
            <a:ext cx="36062" cy="480831"/>
          </a:xfrm>
          <a:custGeom>
            <a:avLst/>
            <a:gdLst/>
            <a:ahLst/>
            <a:cxnLst/>
            <a:rect l="0" t="0" r="r" b="b"/>
            <a:pathLst>
              <a:path w="3944" h="52584" fill="norm" stroke="1" extrusionOk="0">
                <a:moveTo>
                  <a:pt x="0" y="0"/>
                </a:moveTo>
                <a:lnTo>
                  <a:pt x="3944" y="0"/>
                </a:lnTo>
                <a:lnTo>
                  <a:pt x="3944" y="52584"/>
                </a:lnTo>
                <a:lnTo>
                  <a:pt x="0" y="52349"/>
                </a:lnTo>
                <a:close/>
              </a:path>
            </a:pathLst>
          </a:custGeom>
          <a:gradFill rotWithShape="1">
            <a:gsLst>
              <a:gs pos="0">
                <a:srgbClr val="FF2000"/>
              </a:gs>
              <a:gs pos="100000">
                <a:srgbClr val="FF8473"/>
              </a:gs>
            </a:gsLst>
            <a:lin ang="5400000" scaled="1"/>
            <a:tileRect/>
          </a:gradFill>
          <a:ln w="0" cap="rnd" cmpd="sng" algn="ctr">
            <a:solidFill>
              <a:srgbClr val="FFFFFF">
                <a:alpha val="0"/>
              </a:srgbClr>
            </a:solidFill>
            <a:round/>
            <a:headEnd type="none"/>
            <a:tailEnd type="none"/>
          </a:ln>
        </p:spPr>
      </p:sp>
      <p:sp>
        <p:nvSpPr>
          <p:cNvPr id="1391" name="latent representation and attention / 1370 ATTN upper color"/>
          <p:cNvSpPr/>
          <p:nvPr/>
        </p:nvSpPr>
        <p:spPr>
          <a:xfrm>
            <a:off x="3398139" y="7783678"/>
            <a:ext cx="36062" cy="482498"/>
          </a:xfrm>
          <a:custGeom>
            <a:avLst/>
            <a:gdLst/>
            <a:ahLst/>
            <a:cxnLst/>
            <a:rect l="0" t="0" r="r" b="b"/>
            <a:pathLst>
              <a:path w="3944" h="52767" fill="norm" stroke="1" extrusionOk="0">
                <a:moveTo>
                  <a:pt x="0" y="182"/>
                </a:moveTo>
                <a:lnTo>
                  <a:pt x="3944" y="0"/>
                </a:lnTo>
                <a:lnTo>
                  <a:pt x="3944" y="52767"/>
                </a:lnTo>
                <a:lnTo>
                  <a:pt x="0" y="52767"/>
                </a:lnTo>
                <a:close/>
              </a:path>
            </a:pathLst>
          </a:custGeom>
          <a:gradFill rotWithShape="1">
            <a:gsLst>
              <a:gs pos="0">
                <a:srgbClr val="FF8973"/>
              </a:gs>
              <a:gs pos="100000">
                <a:srgbClr val="FF2900"/>
              </a:gs>
            </a:gsLst>
            <a:lin ang="5400000" scaled="1"/>
            <a:tileRect/>
          </a:gradFill>
          <a:ln w="0" cap="rnd" cmpd="sng" algn="ctr">
            <a:solidFill>
              <a:srgbClr val="FFFFFF">
                <a:alpha val="0"/>
              </a:srgbClr>
            </a:solidFill>
            <a:round/>
            <a:headEnd type="none"/>
            <a:tailEnd type="none"/>
          </a:ln>
        </p:spPr>
      </p:sp>
      <p:sp>
        <p:nvSpPr>
          <p:cNvPr id="1392" name="latent representation and attention / 1371 ATTN lower color"/>
          <p:cNvSpPr/>
          <p:nvPr/>
        </p:nvSpPr>
        <p:spPr>
          <a:xfrm>
            <a:off x="3398139" y="8266176"/>
            <a:ext cx="36062" cy="482498"/>
          </a:xfrm>
          <a:custGeom>
            <a:avLst/>
            <a:gdLst/>
            <a:ahLst/>
            <a:cxnLst/>
            <a:rect l="0" t="0" r="r" b="b"/>
            <a:pathLst>
              <a:path w="3944" h="52767" fill="norm" stroke="1" extrusionOk="0">
                <a:moveTo>
                  <a:pt x="0" y="0"/>
                </a:moveTo>
                <a:lnTo>
                  <a:pt x="3944" y="0"/>
                </a:lnTo>
                <a:lnTo>
                  <a:pt x="3944" y="52767"/>
                </a:lnTo>
                <a:lnTo>
                  <a:pt x="0" y="52584"/>
                </a:lnTo>
                <a:close/>
              </a:path>
            </a:pathLst>
          </a:custGeom>
          <a:gradFill rotWithShape="1">
            <a:gsLst>
              <a:gs pos="0">
                <a:srgbClr val="FF2900"/>
              </a:gs>
              <a:gs pos="100000">
                <a:srgbClr val="FF8973"/>
              </a:gs>
            </a:gsLst>
            <a:lin ang="5400000" scaled="1"/>
            <a:tileRect/>
          </a:gradFill>
          <a:ln w="0" cap="rnd" cmpd="sng" algn="ctr">
            <a:solidFill>
              <a:srgbClr val="FFFFFF">
                <a:alpha val="0"/>
              </a:srgbClr>
            </a:solidFill>
            <a:round/>
            <a:headEnd type="none"/>
            <a:tailEnd type="none"/>
          </a:ln>
        </p:spPr>
      </p:sp>
      <p:sp>
        <p:nvSpPr>
          <p:cNvPr id="1393" name="latent representation and attention / 1372 ATTN upper color"/>
          <p:cNvSpPr/>
          <p:nvPr/>
        </p:nvSpPr>
        <p:spPr>
          <a:xfrm>
            <a:off x="3431000" y="7782491"/>
            <a:ext cx="36062" cy="483685"/>
          </a:xfrm>
          <a:custGeom>
            <a:avLst/>
            <a:gdLst/>
            <a:ahLst/>
            <a:cxnLst/>
            <a:rect l="0" t="0" r="r" b="b"/>
            <a:pathLst>
              <a:path w="3944" h="52896" fill="norm" stroke="1" extrusionOk="0">
                <a:moveTo>
                  <a:pt x="0" y="130"/>
                </a:moveTo>
                <a:lnTo>
                  <a:pt x="3944" y="0"/>
                </a:lnTo>
                <a:lnTo>
                  <a:pt x="3944" y="52896"/>
                </a:lnTo>
                <a:lnTo>
                  <a:pt x="0" y="52896"/>
                </a:lnTo>
                <a:close/>
              </a:path>
            </a:pathLst>
          </a:custGeom>
          <a:gradFill rotWithShape="1">
            <a:gsLst>
              <a:gs pos="0">
                <a:srgbClr val="FF8E73"/>
              </a:gs>
              <a:gs pos="100000">
                <a:srgbClr val="FF3200"/>
              </a:gs>
            </a:gsLst>
            <a:lin ang="5400000" scaled="1"/>
            <a:tileRect/>
          </a:gradFill>
          <a:ln w="0" cap="rnd" cmpd="sng" algn="ctr">
            <a:solidFill>
              <a:srgbClr val="FFFFFF">
                <a:alpha val="0"/>
              </a:srgbClr>
            </a:solidFill>
            <a:round/>
            <a:headEnd type="none"/>
            <a:tailEnd type="none"/>
          </a:ln>
        </p:spPr>
      </p:sp>
      <p:sp>
        <p:nvSpPr>
          <p:cNvPr id="1394" name="latent representation and attention / 1373 ATTN lower color"/>
          <p:cNvSpPr/>
          <p:nvPr/>
        </p:nvSpPr>
        <p:spPr>
          <a:xfrm>
            <a:off x="3431000" y="8266176"/>
            <a:ext cx="36062" cy="483685"/>
          </a:xfrm>
          <a:custGeom>
            <a:avLst/>
            <a:gdLst/>
            <a:ahLst/>
            <a:cxnLst/>
            <a:rect l="0" t="0" r="r" b="b"/>
            <a:pathLst>
              <a:path w="3944" h="52896" fill="norm" stroke="1" extrusionOk="0">
                <a:moveTo>
                  <a:pt x="0" y="0"/>
                </a:moveTo>
                <a:lnTo>
                  <a:pt x="3944" y="0"/>
                </a:lnTo>
                <a:lnTo>
                  <a:pt x="3944" y="52896"/>
                </a:lnTo>
                <a:lnTo>
                  <a:pt x="0" y="52767"/>
                </a:lnTo>
                <a:close/>
              </a:path>
            </a:pathLst>
          </a:custGeom>
          <a:gradFill rotWithShape="1">
            <a:gsLst>
              <a:gs pos="0">
                <a:srgbClr val="FF3200"/>
              </a:gs>
              <a:gs pos="100000">
                <a:srgbClr val="FF8E73"/>
              </a:gs>
            </a:gsLst>
            <a:lin ang="5400000" scaled="1"/>
            <a:tileRect/>
          </a:gradFill>
          <a:ln w="0" cap="rnd" cmpd="sng" algn="ctr">
            <a:solidFill>
              <a:srgbClr val="FFFFFF">
                <a:alpha val="0"/>
              </a:srgbClr>
            </a:solidFill>
            <a:round/>
            <a:headEnd type="none"/>
            <a:tailEnd type="none"/>
          </a:ln>
        </p:spPr>
      </p:sp>
      <p:sp>
        <p:nvSpPr>
          <p:cNvPr id="1395" name="latent representation and attention / 1374 ATTN upper color"/>
          <p:cNvSpPr/>
          <p:nvPr/>
        </p:nvSpPr>
        <p:spPr>
          <a:xfrm>
            <a:off x="3463862" y="7781781"/>
            <a:ext cx="36062" cy="484395"/>
          </a:xfrm>
          <a:custGeom>
            <a:avLst/>
            <a:gdLst/>
            <a:ahLst/>
            <a:cxnLst/>
            <a:rect l="0" t="0" r="r" b="b"/>
            <a:pathLst>
              <a:path w="3944" h="52974" fill="norm" stroke="1" extrusionOk="0">
                <a:moveTo>
                  <a:pt x="0" y="78"/>
                </a:moveTo>
                <a:lnTo>
                  <a:pt x="3944" y="0"/>
                </a:lnTo>
                <a:lnTo>
                  <a:pt x="3944" y="52974"/>
                </a:lnTo>
                <a:lnTo>
                  <a:pt x="0" y="52974"/>
                </a:lnTo>
                <a:close/>
              </a:path>
            </a:pathLst>
          </a:custGeom>
          <a:gradFill rotWithShape="1">
            <a:gsLst>
              <a:gs pos="0">
                <a:srgbClr val="FF9473"/>
              </a:gs>
              <a:gs pos="100000">
                <a:srgbClr val="FF3C00"/>
              </a:gs>
            </a:gsLst>
            <a:lin ang="5400000" scaled="1"/>
            <a:tileRect/>
          </a:gradFill>
          <a:ln w="0" cap="rnd" cmpd="sng" algn="ctr">
            <a:solidFill>
              <a:srgbClr val="FFFFFF">
                <a:alpha val="0"/>
              </a:srgbClr>
            </a:solidFill>
            <a:round/>
            <a:headEnd type="none"/>
            <a:tailEnd type="none"/>
          </a:ln>
        </p:spPr>
      </p:sp>
      <p:sp>
        <p:nvSpPr>
          <p:cNvPr id="1396" name="latent representation and attention / 1375 ATTN lower color"/>
          <p:cNvSpPr/>
          <p:nvPr/>
        </p:nvSpPr>
        <p:spPr>
          <a:xfrm>
            <a:off x="3463862" y="8266176"/>
            <a:ext cx="36062" cy="484395"/>
          </a:xfrm>
          <a:custGeom>
            <a:avLst/>
            <a:gdLst/>
            <a:ahLst/>
            <a:cxnLst/>
            <a:rect l="0" t="0" r="r" b="b"/>
            <a:pathLst>
              <a:path w="3944" h="52974" fill="norm" stroke="1" extrusionOk="0">
                <a:moveTo>
                  <a:pt x="0" y="0"/>
                </a:moveTo>
                <a:lnTo>
                  <a:pt x="3944" y="0"/>
                </a:lnTo>
                <a:lnTo>
                  <a:pt x="3944" y="52974"/>
                </a:lnTo>
                <a:lnTo>
                  <a:pt x="0" y="52896"/>
                </a:lnTo>
                <a:close/>
              </a:path>
            </a:pathLst>
          </a:custGeom>
          <a:gradFill rotWithShape="1">
            <a:gsLst>
              <a:gs pos="0">
                <a:srgbClr val="FF3C00"/>
              </a:gs>
              <a:gs pos="100000">
                <a:srgbClr val="FF9473"/>
              </a:gs>
            </a:gsLst>
            <a:lin ang="5400000" scaled="1"/>
            <a:tileRect/>
          </a:gradFill>
          <a:ln w="0" cap="rnd" cmpd="sng" algn="ctr">
            <a:solidFill>
              <a:srgbClr val="FFFFFF">
                <a:alpha val="0"/>
              </a:srgbClr>
            </a:solidFill>
            <a:round/>
            <a:headEnd type="none"/>
            <a:tailEnd type="none"/>
          </a:ln>
        </p:spPr>
      </p:sp>
      <p:sp>
        <p:nvSpPr>
          <p:cNvPr id="1397" name="latent representation and attention / 1376 ATTN upper color"/>
          <p:cNvSpPr/>
          <p:nvPr/>
        </p:nvSpPr>
        <p:spPr>
          <a:xfrm>
            <a:off x="3496723" y="7781544"/>
            <a:ext cx="36062" cy="484632"/>
          </a:xfrm>
          <a:custGeom>
            <a:avLst/>
            <a:gdLst/>
            <a:ahLst/>
            <a:cxnLst/>
            <a:rect l="0" t="0" r="r" b="b"/>
            <a:pathLst>
              <a:path w="3944" h="53000" fill="norm" stroke="1" extrusionOk="0">
                <a:moveTo>
                  <a:pt x="0" y="26"/>
                </a:moveTo>
                <a:lnTo>
                  <a:pt x="3944" y="0"/>
                </a:lnTo>
                <a:lnTo>
                  <a:pt x="3944" y="53000"/>
                </a:lnTo>
                <a:lnTo>
                  <a:pt x="0" y="53000"/>
                </a:lnTo>
                <a:close/>
              </a:path>
            </a:pathLst>
          </a:custGeom>
          <a:gradFill rotWithShape="1">
            <a:gsLst>
              <a:gs pos="0">
                <a:srgbClr val="FF9973"/>
              </a:gs>
              <a:gs pos="100000">
                <a:srgbClr val="FF4500"/>
              </a:gs>
            </a:gsLst>
            <a:lin ang="5400000" scaled="1"/>
            <a:tileRect/>
          </a:gradFill>
          <a:ln w="0" cap="rnd" cmpd="sng" algn="ctr">
            <a:solidFill>
              <a:srgbClr val="FFFFFF">
                <a:alpha val="0"/>
              </a:srgbClr>
            </a:solidFill>
            <a:round/>
            <a:headEnd type="none"/>
            <a:tailEnd type="none"/>
          </a:ln>
        </p:spPr>
      </p:sp>
      <p:sp>
        <p:nvSpPr>
          <p:cNvPr id="1398" name="latent representation and attention / 1377 ATTN lower color"/>
          <p:cNvSpPr/>
          <p:nvPr/>
        </p:nvSpPr>
        <p:spPr>
          <a:xfrm>
            <a:off x="3496723" y="8266176"/>
            <a:ext cx="36062" cy="484632"/>
          </a:xfrm>
          <a:custGeom>
            <a:avLst/>
            <a:gdLst/>
            <a:ahLst/>
            <a:cxnLst/>
            <a:rect l="0" t="0" r="r" b="b"/>
            <a:pathLst>
              <a:path w="3944" h="53000" fill="norm" stroke="1" extrusionOk="0">
                <a:moveTo>
                  <a:pt x="0" y="0"/>
                </a:moveTo>
                <a:lnTo>
                  <a:pt x="3944" y="0"/>
                </a:lnTo>
                <a:lnTo>
                  <a:pt x="3944" y="53000"/>
                </a:lnTo>
                <a:lnTo>
                  <a:pt x="0" y="52974"/>
                </a:lnTo>
                <a:close/>
              </a:path>
            </a:pathLst>
          </a:custGeom>
          <a:gradFill rotWithShape="1">
            <a:gsLst>
              <a:gs pos="0">
                <a:srgbClr val="FF4500"/>
              </a:gs>
              <a:gs pos="100000">
                <a:srgbClr val="FF9973"/>
              </a:gs>
            </a:gsLst>
            <a:lin ang="5400000" scaled="1"/>
            <a:tileRect/>
          </a:gradFill>
          <a:ln w="0" cap="rnd" cmpd="sng" algn="ctr">
            <a:solidFill>
              <a:srgbClr val="FFFFFF">
                <a:alpha val="0"/>
              </a:srgbClr>
            </a:solidFill>
            <a:round/>
            <a:headEnd type="none"/>
            <a:tailEnd type="none"/>
          </a:ln>
        </p:spPr>
      </p:sp>
      <p:sp>
        <p:nvSpPr>
          <p:cNvPr id="1399" name="latent representation and attention / 1378 ATTN upper color"/>
          <p:cNvSpPr/>
          <p:nvPr/>
        </p:nvSpPr>
        <p:spPr>
          <a:xfrm>
            <a:off x="3529584" y="7781544"/>
            <a:ext cx="36062" cy="484632"/>
          </a:xfrm>
          <a:custGeom>
            <a:avLst/>
            <a:gdLst/>
            <a:ahLst/>
            <a:cxnLst/>
            <a:rect l="0" t="0" r="r" b="b"/>
            <a:pathLst>
              <a:path w="3944" h="53000" fill="norm" stroke="1" extrusionOk="0">
                <a:moveTo>
                  <a:pt x="0" y="0"/>
                </a:moveTo>
                <a:lnTo>
                  <a:pt x="3944" y="26"/>
                </a:lnTo>
                <a:lnTo>
                  <a:pt x="3944" y="53000"/>
                </a:lnTo>
                <a:lnTo>
                  <a:pt x="0" y="53000"/>
                </a:lnTo>
                <a:close/>
              </a:path>
            </a:pathLst>
          </a:custGeom>
          <a:gradFill rotWithShape="1">
            <a:gsLst>
              <a:gs pos="0">
                <a:srgbClr val="FF9E73"/>
              </a:gs>
              <a:gs pos="100000">
                <a:srgbClr val="FF4E00"/>
              </a:gs>
            </a:gsLst>
            <a:lin ang="5400000" scaled="1"/>
            <a:tileRect/>
          </a:gradFill>
          <a:ln w="0" cap="rnd" cmpd="sng" algn="ctr">
            <a:solidFill>
              <a:srgbClr val="FFFFFF">
                <a:alpha val="0"/>
              </a:srgbClr>
            </a:solidFill>
            <a:round/>
            <a:headEnd type="none"/>
            <a:tailEnd type="none"/>
          </a:ln>
        </p:spPr>
      </p:sp>
      <p:sp>
        <p:nvSpPr>
          <p:cNvPr id="1400" name="latent representation and attention / 1379 ATTN lower color"/>
          <p:cNvSpPr/>
          <p:nvPr/>
        </p:nvSpPr>
        <p:spPr>
          <a:xfrm>
            <a:off x="3529584" y="8266176"/>
            <a:ext cx="36062" cy="484632"/>
          </a:xfrm>
          <a:custGeom>
            <a:avLst/>
            <a:gdLst/>
            <a:ahLst/>
            <a:cxnLst/>
            <a:rect l="0" t="0" r="r" b="b"/>
            <a:pathLst>
              <a:path w="3944" h="53000" fill="norm" stroke="1" extrusionOk="0">
                <a:moveTo>
                  <a:pt x="0" y="0"/>
                </a:moveTo>
                <a:lnTo>
                  <a:pt x="3944" y="0"/>
                </a:lnTo>
                <a:lnTo>
                  <a:pt x="3944" y="52974"/>
                </a:lnTo>
                <a:lnTo>
                  <a:pt x="0" y="53000"/>
                </a:lnTo>
                <a:close/>
              </a:path>
            </a:pathLst>
          </a:custGeom>
          <a:gradFill rotWithShape="1">
            <a:gsLst>
              <a:gs pos="0">
                <a:srgbClr val="FF4E00"/>
              </a:gs>
              <a:gs pos="100000">
                <a:srgbClr val="FF9E73"/>
              </a:gs>
            </a:gsLst>
            <a:lin ang="5400000" scaled="1"/>
            <a:tileRect/>
          </a:gradFill>
          <a:ln w="0" cap="rnd" cmpd="sng" algn="ctr">
            <a:solidFill>
              <a:srgbClr val="FFFFFF">
                <a:alpha val="0"/>
              </a:srgbClr>
            </a:solidFill>
            <a:round/>
            <a:headEnd type="none"/>
            <a:tailEnd type="none"/>
          </a:ln>
        </p:spPr>
      </p:sp>
      <p:sp>
        <p:nvSpPr>
          <p:cNvPr id="1401" name="latent representation and attention / 1380 ATTN upper color"/>
          <p:cNvSpPr/>
          <p:nvPr/>
        </p:nvSpPr>
        <p:spPr>
          <a:xfrm>
            <a:off x="3562445" y="7781781"/>
            <a:ext cx="36062" cy="484395"/>
          </a:xfrm>
          <a:custGeom>
            <a:avLst/>
            <a:gdLst/>
            <a:ahLst/>
            <a:cxnLst/>
            <a:rect l="0" t="0" r="r" b="b"/>
            <a:pathLst>
              <a:path w="3944" h="52974" fill="norm" stroke="1" extrusionOk="0">
                <a:moveTo>
                  <a:pt x="0" y="0"/>
                </a:moveTo>
                <a:lnTo>
                  <a:pt x="3944" y="78"/>
                </a:lnTo>
                <a:lnTo>
                  <a:pt x="3944" y="52974"/>
                </a:lnTo>
                <a:lnTo>
                  <a:pt x="0" y="52974"/>
                </a:lnTo>
                <a:close/>
              </a:path>
            </a:pathLst>
          </a:custGeom>
          <a:gradFill rotWithShape="1">
            <a:gsLst>
              <a:gs pos="0">
                <a:srgbClr val="FFA373"/>
              </a:gs>
              <a:gs pos="100000">
                <a:srgbClr val="FF5800"/>
              </a:gs>
            </a:gsLst>
            <a:lin ang="5400000" scaled="1"/>
            <a:tileRect/>
          </a:gradFill>
          <a:ln w="0" cap="rnd" cmpd="sng" algn="ctr">
            <a:solidFill>
              <a:srgbClr val="FFFFFF">
                <a:alpha val="0"/>
              </a:srgbClr>
            </a:solidFill>
            <a:round/>
            <a:headEnd type="none"/>
            <a:tailEnd type="none"/>
          </a:ln>
        </p:spPr>
      </p:sp>
      <p:sp>
        <p:nvSpPr>
          <p:cNvPr id="1402" name="latent representation and attention / 1381 ATTN lower color"/>
          <p:cNvSpPr/>
          <p:nvPr/>
        </p:nvSpPr>
        <p:spPr>
          <a:xfrm>
            <a:off x="3562445" y="8266176"/>
            <a:ext cx="36062" cy="484395"/>
          </a:xfrm>
          <a:custGeom>
            <a:avLst/>
            <a:gdLst/>
            <a:ahLst/>
            <a:cxnLst/>
            <a:rect l="0" t="0" r="r" b="b"/>
            <a:pathLst>
              <a:path w="3944" h="52974" fill="norm" stroke="1" extrusionOk="0">
                <a:moveTo>
                  <a:pt x="0" y="0"/>
                </a:moveTo>
                <a:lnTo>
                  <a:pt x="3944" y="0"/>
                </a:lnTo>
                <a:lnTo>
                  <a:pt x="3944" y="52896"/>
                </a:lnTo>
                <a:lnTo>
                  <a:pt x="0" y="52974"/>
                </a:lnTo>
                <a:close/>
              </a:path>
            </a:pathLst>
          </a:custGeom>
          <a:gradFill rotWithShape="1">
            <a:gsLst>
              <a:gs pos="0">
                <a:srgbClr val="FF5800"/>
              </a:gs>
              <a:gs pos="100000">
                <a:srgbClr val="FFA373"/>
              </a:gs>
            </a:gsLst>
            <a:lin ang="5400000" scaled="1"/>
            <a:tileRect/>
          </a:gradFill>
          <a:ln w="0" cap="rnd" cmpd="sng" algn="ctr">
            <a:solidFill>
              <a:srgbClr val="FFFFFF">
                <a:alpha val="0"/>
              </a:srgbClr>
            </a:solidFill>
            <a:round/>
            <a:headEnd type="none"/>
            <a:tailEnd type="none"/>
          </a:ln>
        </p:spPr>
      </p:sp>
      <p:sp>
        <p:nvSpPr>
          <p:cNvPr id="1403" name="latent representation and attention / 1382 ATTN upper color"/>
          <p:cNvSpPr/>
          <p:nvPr/>
        </p:nvSpPr>
        <p:spPr>
          <a:xfrm>
            <a:off x="3595306" y="7782491"/>
            <a:ext cx="36062" cy="483685"/>
          </a:xfrm>
          <a:custGeom>
            <a:avLst/>
            <a:gdLst/>
            <a:ahLst/>
            <a:cxnLst/>
            <a:rect l="0" t="0" r="r" b="b"/>
            <a:pathLst>
              <a:path w="3944" h="52896" fill="norm" stroke="1" extrusionOk="0">
                <a:moveTo>
                  <a:pt x="0" y="0"/>
                </a:moveTo>
                <a:lnTo>
                  <a:pt x="3944" y="130"/>
                </a:lnTo>
                <a:lnTo>
                  <a:pt x="3944" y="52896"/>
                </a:lnTo>
                <a:lnTo>
                  <a:pt x="0" y="52896"/>
                </a:lnTo>
                <a:close/>
              </a:path>
            </a:pathLst>
          </a:custGeom>
          <a:gradFill rotWithShape="1">
            <a:gsLst>
              <a:gs pos="0">
                <a:srgbClr val="FFA873"/>
              </a:gs>
              <a:gs pos="100000">
                <a:srgbClr val="FF6100"/>
              </a:gs>
            </a:gsLst>
            <a:lin ang="5400000" scaled="1"/>
            <a:tileRect/>
          </a:gradFill>
          <a:ln w="0" cap="rnd" cmpd="sng" algn="ctr">
            <a:solidFill>
              <a:srgbClr val="FFFFFF">
                <a:alpha val="0"/>
              </a:srgbClr>
            </a:solidFill>
            <a:round/>
            <a:headEnd type="none"/>
            <a:tailEnd type="none"/>
          </a:ln>
        </p:spPr>
      </p:sp>
      <p:sp>
        <p:nvSpPr>
          <p:cNvPr id="1404" name="latent representation and attention / 1383 ATTN lower color"/>
          <p:cNvSpPr/>
          <p:nvPr/>
        </p:nvSpPr>
        <p:spPr>
          <a:xfrm>
            <a:off x="3595306" y="8266176"/>
            <a:ext cx="36062" cy="483685"/>
          </a:xfrm>
          <a:custGeom>
            <a:avLst/>
            <a:gdLst/>
            <a:ahLst/>
            <a:cxnLst/>
            <a:rect l="0" t="0" r="r" b="b"/>
            <a:pathLst>
              <a:path w="3944" h="52896" fill="norm" stroke="1" extrusionOk="0">
                <a:moveTo>
                  <a:pt x="0" y="0"/>
                </a:moveTo>
                <a:lnTo>
                  <a:pt x="3944" y="0"/>
                </a:lnTo>
                <a:lnTo>
                  <a:pt x="3944" y="52767"/>
                </a:lnTo>
                <a:lnTo>
                  <a:pt x="0" y="52896"/>
                </a:lnTo>
                <a:close/>
              </a:path>
            </a:pathLst>
          </a:custGeom>
          <a:gradFill rotWithShape="1">
            <a:gsLst>
              <a:gs pos="0">
                <a:srgbClr val="FF6100"/>
              </a:gs>
              <a:gs pos="100000">
                <a:srgbClr val="FFA873"/>
              </a:gs>
            </a:gsLst>
            <a:lin ang="5400000" scaled="1"/>
            <a:tileRect/>
          </a:gradFill>
          <a:ln w="0" cap="rnd" cmpd="sng" algn="ctr">
            <a:solidFill>
              <a:srgbClr val="FFFFFF">
                <a:alpha val="0"/>
              </a:srgbClr>
            </a:solidFill>
            <a:round/>
            <a:headEnd type="none"/>
            <a:tailEnd type="none"/>
          </a:ln>
        </p:spPr>
      </p:sp>
      <p:sp>
        <p:nvSpPr>
          <p:cNvPr id="1405" name="latent representation and attention / 1384 ATTN upper color"/>
          <p:cNvSpPr/>
          <p:nvPr/>
        </p:nvSpPr>
        <p:spPr>
          <a:xfrm>
            <a:off x="3628168" y="7783678"/>
            <a:ext cx="36062" cy="482498"/>
          </a:xfrm>
          <a:custGeom>
            <a:avLst/>
            <a:gdLst/>
            <a:ahLst/>
            <a:cxnLst/>
            <a:rect l="0" t="0" r="r" b="b"/>
            <a:pathLst>
              <a:path w="3944" h="52767" fill="norm" stroke="1" extrusionOk="0">
                <a:moveTo>
                  <a:pt x="0" y="0"/>
                </a:moveTo>
                <a:lnTo>
                  <a:pt x="3944" y="182"/>
                </a:lnTo>
                <a:lnTo>
                  <a:pt x="3944" y="52767"/>
                </a:lnTo>
                <a:lnTo>
                  <a:pt x="0" y="52767"/>
                </a:lnTo>
                <a:close/>
              </a:path>
            </a:pathLst>
          </a:custGeom>
          <a:gradFill rotWithShape="1">
            <a:gsLst>
              <a:gs pos="0">
                <a:srgbClr val="FFAD73"/>
              </a:gs>
              <a:gs pos="100000">
                <a:srgbClr val="FF6A00"/>
              </a:gs>
            </a:gsLst>
            <a:lin ang="5400000" scaled="1"/>
            <a:tileRect/>
          </a:gradFill>
          <a:ln w="0" cap="rnd" cmpd="sng" algn="ctr">
            <a:solidFill>
              <a:srgbClr val="FFFFFF">
                <a:alpha val="0"/>
              </a:srgbClr>
            </a:solidFill>
            <a:round/>
            <a:headEnd type="none"/>
            <a:tailEnd type="none"/>
          </a:ln>
        </p:spPr>
      </p:sp>
      <p:sp>
        <p:nvSpPr>
          <p:cNvPr id="1406" name="latent representation and attention / 1385 ATTN lower color"/>
          <p:cNvSpPr/>
          <p:nvPr/>
        </p:nvSpPr>
        <p:spPr>
          <a:xfrm>
            <a:off x="3628168" y="8266176"/>
            <a:ext cx="36062" cy="482498"/>
          </a:xfrm>
          <a:custGeom>
            <a:avLst/>
            <a:gdLst/>
            <a:ahLst/>
            <a:cxnLst/>
            <a:rect l="0" t="0" r="r" b="b"/>
            <a:pathLst>
              <a:path w="3944" h="52767" fill="norm" stroke="1" extrusionOk="0">
                <a:moveTo>
                  <a:pt x="0" y="0"/>
                </a:moveTo>
                <a:lnTo>
                  <a:pt x="3944" y="0"/>
                </a:lnTo>
                <a:lnTo>
                  <a:pt x="3944" y="52584"/>
                </a:lnTo>
                <a:lnTo>
                  <a:pt x="0" y="52767"/>
                </a:lnTo>
                <a:close/>
              </a:path>
            </a:pathLst>
          </a:custGeom>
          <a:gradFill rotWithShape="1">
            <a:gsLst>
              <a:gs pos="0">
                <a:srgbClr val="FF6A00"/>
              </a:gs>
              <a:gs pos="100000">
                <a:srgbClr val="FFAD73"/>
              </a:gs>
            </a:gsLst>
            <a:lin ang="5400000" scaled="1"/>
            <a:tileRect/>
          </a:gradFill>
          <a:ln w="0" cap="rnd" cmpd="sng" algn="ctr">
            <a:solidFill>
              <a:srgbClr val="FFFFFF">
                <a:alpha val="0"/>
              </a:srgbClr>
            </a:solidFill>
            <a:round/>
            <a:headEnd type="none"/>
            <a:tailEnd type="none"/>
          </a:ln>
        </p:spPr>
      </p:sp>
      <p:sp>
        <p:nvSpPr>
          <p:cNvPr id="1407" name="latent representation and attention / 1386 ATTN upper color"/>
          <p:cNvSpPr/>
          <p:nvPr/>
        </p:nvSpPr>
        <p:spPr>
          <a:xfrm>
            <a:off x="3661029" y="7785345"/>
            <a:ext cx="36062" cy="480831"/>
          </a:xfrm>
          <a:custGeom>
            <a:avLst/>
            <a:gdLst/>
            <a:ahLst/>
            <a:cxnLst/>
            <a:rect l="0" t="0" r="r" b="b"/>
            <a:pathLst>
              <a:path w="3944" h="52584" fill="norm" stroke="1" extrusionOk="0">
                <a:moveTo>
                  <a:pt x="0" y="0"/>
                </a:moveTo>
                <a:lnTo>
                  <a:pt x="3944" y="235"/>
                </a:lnTo>
                <a:lnTo>
                  <a:pt x="3944" y="52584"/>
                </a:lnTo>
                <a:lnTo>
                  <a:pt x="0" y="52584"/>
                </a:lnTo>
                <a:close/>
              </a:path>
            </a:pathLst>
          </a:custGeom>
          <a:gradFill rotWithShape="1">
            <a:gsLst>
              <a:gs pos="0">
                <a:srgbClr val="FFB273"/>
              </a:gs>
              <a:gs pos="100000">
                <a:srgbClr val="FF7300"/>
              </a:gs>
            </a:gsLst>
            <a:lin ang="5400000" scaled="1"/>
            <a:tileRect/>
          </a:gradFill>
          <a:ln w="0" cap="rnd" cmpd="sng" algn="ctr">
            <a:solidFill>
              <a:srgbClr val="FFFFFF">
                <a:alpha val="0"/>
              </a:srgbClr>
            </a:solidFill>
            <a:round/>
            <a:headEnd type="none"/>
            <a:tailEnd type="none"/>
          </a:ln>
        </p:spPr>
      </p:sp>
      <p:sp>
        <p:nvSpPr>
          <p:cNvPr id="1408" name="latent representation and attention / 1387 ATTN lower color"/>
          <p:cNvSpPr/>
          <p:nvPr/>
        </p:nvSpPr>
        <p:spPr>
          <a:xfrm>
            <a:off x="3661029" y="8266176"/>
            <a:ext cx="36062" cy="480831"/>
          </a:xfrm>
          <a:custGeom>
            <a:avLst/>
            <a:gdLst/>
            <a:ahLst/>
            <a:cxnLst/>
            <a:rect l="0" t="0" r="r" b="b"/>
            <a:pathLst>
              <a:path w="3944" h="52584" fill="norm" stroke="1" extrusionOk="0">
                <a:moveTo>
                  <a:pt x="0" y="0"/>
                </a:moveTo>
                <a:lnTo>
                  <a:pt x="3944" y="0"/>
                </a:lnTo>
                <a:lnTo>
                  <a:pt x="3944" y="52349"/>
                </a:lnTo>
                <a:lnTo>
                  <a:pt x="0" y="52584"/>
                </a:lnTo>
                <a:close/>
              </a:path>
            </a:pathLst>
          </a:custGeom>
          <a:gradFill rotWithShape="1">
            <a:gsLst>
              <a:gs pos="0">
                <a:srgbClr val="FF7300"/>
              </a:gs>
              <a:gs pos="100000">
                <a:srgbClr val="FFB273"/>
              </a:gs>
            </a:gsLst>
            <a:lin ang="5400000" scaled="1"/>
            <a:tileRect/>
          </a:gradFill>
          <a:ln w="0" cap="rnd" cmpd="sng" algn="ctr">
            <a:solidFill>
              <a:srgbClr val="FFFFFF">
                <a:alpha val="0"/>
              </a:srgbClr>
            </a:solidFill>
            <a:round/>
            <a:headEnd type="none"/>
            <a:tailEnd type="none"/>
          </a:ln>
        </p:spPr>
      </p:sp>
      <p:sp>
        <p:nvSpPr>
          <p:cNvPr id="1409" name="latent representation and attention / 1388 ATTN upper color"/>
          <p:cNvSpPr/>
          <p:nvPr/>
        </p:nvSpPr>
        <p:spPr>
          <a:xfrm>
            <a:off x="3693890" y="7787496"/>
            <a:ext cx="36062" cy="478680"/>
          </a:xfrm>
          <a:custGeom>
            <a:avLst/>
            <a:gdLst/>
            <a:ahLst/>
            <a:cxnLst/>
            <a:rect l="0" t="0" r="r" b="b"/>
            <a:pathLst>
              <a:path w="3944" h="52349" fill="norm" stroke="1" extrusionOk="0">
                <a:moveTo>
                  <a:pt x="0" y="0"/>
                </a:moveTo>
                <a:lnTo>
                  <a:pt x="3944" y="289"/>
                </a:lnTo>
                <a:lnTo>
                  <a:pt x="3944" y="52349"/>
                </a:lnTo>
                <a:lnTo>
                  <a:pt x="0" y="52349"/>
                </a:lnTo>
                <a:close/>
              </a:path>
            </a:pathLst>
          </a:custGeom>
          <a:gradFill rotWithShape="1">
            <a:gsLst>
              <a:gs pos="0">
                <a:srgbClr val="FFB873"/>
              </a:gs>
              <a:gs pos="100000">
                <a:srgbClr val="FF7D00"/>
              </a:gs>
            </a:gsLst>
            <a:lin ang="5400000" scaled="1"/>
            <a:tileRect/>
          </a:gradFill>
          <a:ln w="0" cap="rnd" cmpd="sng" algn="ctr">
            <a:solidFill>
              <a:srgbClr val="FFFFFF">
                <a:alpha val="0"/>
              </a:srgbClr>
            </a:solidFill>
            <a:round/>
            <a:headEnd type="none"/>
            <a:tailEnd type="none"/>
          </a:ln>
        </p:spPr>
      </p:sp>
      <p:sp>
        <p:nvSpPr>
          <p:cNvPr id="1410" name="latent representation and attention / 1389 ATTN lower color"/>
          <p:cNvSpPr/>
          <p:nvPr/>
        </p:nvSpPr>
        <p:spPr>
          <a:xfrm>
            <a:off x="3693890" y="8266176"/>
            <a:ext cx="36062" cy="478680"/>
          </a:xfrm>
          <a:custGeom>
            <a:avLst/>
            <a:gdLst/>
            <a:ahLst/>
            <a:cxnLst/>
            <a:rect l="0" t="0" r="r" b="b"/>
            <a:pathLst>
              <a:path w="3944" h="52349" fill="norm" stroke="1" extrusionOk="0">
                <a:moveTo>
                  <a:pt x="0" y="0"/>
                </a:moveTo>
                <a:lnTo>
                  <a:pt x="3944" y="0"/>
                </a:lnTo>
                <a:lnTo>
                  <a:pt x="3944" y="52060"/>
                </a:lnTo>
                <a:lnTo>
                  <a:pt x="0" y="52349"/>
                </a:lnTo>
                <a:close/>
              </a:path>
            </a:pathLst>
          </a:custGeom>
          <a:gradFill rotWithShape="1">
            <a:gsLst>
              <a:gs pos="0">
                <a:srgbClr val="FF7D00"/>
              </a:gs>
              <a:gs pos="100000">
                <a:srgbClr val="FFB873"/>
              </a:gs>
            </a:gsLst>
            <a:lin ang="5400000" scaled="1"/>
            <a:tileRect/>
          </a:gradFill>
          <a:ln w="0" cap="rnd" cmpd="sng" algn="ctr">
            <a:solidFill>
              <a:srgbClr val="FFFFFF">
                <a:alpha val="0"/>
              </a:srgbClr>
            </a:solidFill>
            <a:round/>
            <a:headEnd type="none"/>
            <a:tailEnd type="none"/>
          </a:ln>
        </p:spPr>
      </p:sp>
      <p:sp>
        <p:nvSpPr>
          <p:cNvPr id="1411" name="latent representation and attention / 1390 ATTN upper color"/>
          <p:cNvSpPr/>
          <p:nvPr/>
        </p:nvSpPr>
        <p:spPr>
          <a:xfrm>
            <a:off x="3726752" y="7790139"/>
            <a:ext cx="36062" cy="476037"/>
          </a:xfrm>
          <a:custGeom>
            <a:avLst/>
            <a:gdLst/>
            <a:ahLst/>
            <a:cxnLst/>
            <a:rect l="0" t="0" r="r" b="b"/>
            <a:pathLst>
              <a:path w="3944" h="52060" fill="norm" stroke="1" extrusionOk="0">
                <a:moveTo>
                  <a:pt x="0" y="0"/>
                </a:moveTo>
                <a:lnTo>
                  <a:pt x="3944" y="344"/>
                </a:lnTo>
                <a:lnTo>
                  <a:pt x="3944" y="52060"/>
                </a:lnTo>
                <a:lnTo>
                  <a:pt x="0" y="52060"/>
                </a:lnTo>
                <a:close/>
              </a:path>
            </a:pathLst>
          </a:custGeom>
          <a:gradFill rotWithShape="1">
            <a:gsLst>
              <a:gs pos="0">
                <a:srgbClr val="FFBC73"/>
              </a:gs>
              <a:gs pos="100000">
                <a:srgbClr val="FF8600"/>
              </a:gs>
            </a:gsLst>
            <a:lin ang="5400000" scaled="1"/>
            <a:tileRect/>
          </a:gradFill>
          <a:ln w="0" cap="rnd" cmpd="sng" algn="ctr">
            <a:solidFill>
              <a:srgbClr val="FFFFFF">
                <a:alpha val="0"/>
              </a:srgbClr>
            </a:solidFill>
            <a:round/>
            <a:headEnd type="none"/>
            <a:tailEnd type="none"/>
          </a:ln>
        </p:spPr>
      </p:sp>
      <p:sp>
        <p:nvSpPr>
          <p:cNvPr id="1412" name="latent representation and attention / 1391 ATTN lower color"/>
          <p:cNvSpPr/>
          <p:nvPr/>
        </p:nvSpPr>
        <p:spPr>
          <a:xfrm>
            <a:off x="3726752" y="8266176"/>
            <a:ext cx="36062" cy="476037"/>
          </a:xfrm>
          <a:custGeom>
            <a:avLst/>
            <a:gdLst/>
            <a:ahLst/>
            <a:cxnLst/>
            <a:rect l="0" t="0" r="r" b="b"/>
            <a:pathLst>
              <a:path w="3944" h="52060" fill="norm" stroke="1" extrusionOk="0">
                <a:moveTo>
                  <a:pt x="0" y="0"/>
                </a:moveTo>
                <a:lnTo>
                  <a:pt x="3944" y="0"/>
                </a:lnTo>
                <a:lnTo>
                  <a:pt x="3944" y="51716"/>
                </a:lnTo>
                <a:lnTo>
                  <a:pt x="0" y="52060"/>
                </a:lnTo>
                <a:close/>
              </a:path>
            </a:pathLst>
          </a:custGeom>
          <a:gradFill rotWithShape="1">
            <a:gsLst>
              <a:gs pos="0">
                <a:srgbClr val="FF8600"/>
              </a:gs>
              <a:gs pos="100000">
                <a:srgbClr val="FFBC73"/>
              </a:gs>
            </a:gsLst>
            <a:lin ang="5400000" scaled="1"/>
            <a:tileRect/>
          </a:gradFill>
          <a:ln w="0" cap="rnd" cmpd="sng" algn="ctr">
            <a:solidFill>
              <a:srgbClr val="FFFFFF">
                <a:alpha val="0"/>
              </a:srgbClr>
            </a:solidFill>
            <a:round/>
            <a:headEnd type="none"/>
            <a:tailEnd type="none"/>
          </a:ln>
        </p:spPr>
      </p:sp>
      <p:sp>
        <p:nvSpPr>
          <p:cNvPr id="1413" name="latent representation and attention / 1392 ATTN upper color"/>
          <p:cNvSpPr/>
          <p:nvPr/>
        </p:nvSpPr>
        <p:spPr>
          <a:xfrm>
            <a:off x="3759613" y="7793281"/>
            <a:ext cx="36062" cy="472895"/>
          </a:xfrm>
          <a:custGeom>
            <a:avLst/>
            <a:gdLst/>
            <a:ahLst/>
            <a:cxnLst/>
            <a:rect l="0" t="0" r="r" b="b"/>
            <a:pathLst>
              <a:path w="3944" h="51716" fill="norm" stroke="1" extrusionOk="0">
                <a:moveTo>
                  <a:pt x="0" y="0"/>
                </a:moveTo>
                <a:lnTo>
                  <a:pt x="3944" y="399"/>
                </a:lnTo>
                <a:lnTo>
                  <a:pt x="3944" y="51716"/>
                </a:lnTo>
                <a:lnTo>
                  <a:pt x="0" y="51716"/>
                </a:lnTo>
                <a:close/>
              </a:path>
            </a:pathLst>
          </a:custGeom>
          <a:gradFill rotWithShape="1">
            <a:gsLst>
              <a:gs pos="0">
                <a:srgbClr val="FFC073"/>
              </a:gs>
              <a:gs pos="100000">
                <a:srgbClr val="FF8C00"/>
              </a:gs>
            </a:gsLst>
            <a:lin ang="5400000" scaled="1"/>
            <a:tileRect/>
          </a:gradFill>
          <a:ln w="0" cap="rnd" cmpd="sng" algn="ctr">
            <a:solidFill>
              <a:srgbClr val="FFFFFF">
                <a:alpha val="0"/>
              </a:srgbClr>
            </a:solidFill>
            <a:round/>
            <a:headEnd type="none"/>
            <a:tailEnd type="none"/>
          </a:ln>
        </p:spPr>
      </p:sp>
      <p:sp>
        <p:nvSpPr>
          <p:cNvPr id="1414" name="latent representation and attention / 1393 ATTN lower color"/>
          <p:cNvSpPr/>
          <p:nvPr/>
        </p:nvSpPr>
        <p:spPr>
          <a:xfrm>
            <a:off x="3759613" y="8266176"/>
            <a:ext cx="36062" cy="472895"/>
          </a:xfrm>
          <a:custGeom>
            <a:avLst/>
            <a:gdLst/>
            <a:ahLst/>
            <a:cxnLst/>
            <a:rect l="0" t="0" r="r" b="b"/>
            <a:pathLst>
              <a:path w="3944" h="51716" fill="norm" stroke="1" extrusionOk="0">
                <a:moveTo>
                  <a:pt x="0" y="0"/>
                </a:moveTo>
                <a:lnTo>
                  <a:pt x="3944" y="0"/>
                </a:lnTo>
                <a:lnTo>
                  <a:pt x="3944" y="51317"/>
                </a:lnTo>
                <a:lnTo>
                  <a:pt x="0" y="51716"/>
                </a:lnTo>
                <a:close/>
              </a:path>
            </a:pathLst>
          </a:custGeom>
          <a:gradFill rotWithShape="1">
            <a:gsLst>
              <a:gs pos="0">
                <a:srgbClr val="FF8C00"/>
              </a:gs>
              <a:gs pos="100000">
                <a:srgbClr val="FFC073"/>
              </a:gs>
            </a:gsLst>
            <a:lin ang="5400000" scaled="1"/>
            <a:tileRect/>
          </a:gradFill>
          <a:ln w="0" cap="rnd" cmpd="sng" algn="ctr">
            <a:solidFill>
              <a:srgbClr val="FFFFFF">
                <a:alpha val="0"/>
              </a:srgbClr>
            </a:solidFill>
            <a:round/>
            <a:headEnd type="none"/>
            <a:tailEnd type="none"/>
          </a:ln>
        </p:spPr>
      </p:sp>
      <p:sp>
        <p:nvSpPr>
          <p:cNvPr id="1415" name="latent representation and attention / 1394 ATTN upper color"/>
          <p:cNvSpPr/>
          <p:nvPr/>
        </p:nvSpPr>
        <p:spPr>
          <a:xfrm>
            <a:off x="3792474" y="7796933"/>
            <a:ext cx="36062" cy="469243"/>
          </a:xfrm>
          <a:custGeom>
            <a:avLst/>
            <a:gdLst/>
            <a:ahLst/>
            <a:cxnLst/>
            <a:rect l="0" t="0" r="r" b="b"/>
            <a:pathLst>
              <a:path w="3944" h="51317" fill="norm" stroke="1" extrusionOk="0">
                <a:moveTo>
                  <a:pt x="0" y="0"/>
                </a:moveTo>
                <a:lnTo>
                  <a:pt x="3944" y="456"/>
                </a:lnTo>
                <a:lnTo>
                  <a:pt x="3944" y="51317"/>
                </a:lnTo>
                <a:lnTo>
                  <a:pt x="0" y="51317"/>
                </a:lnTo>
                <a:close/>
              </a:path>
            </a:pathLst>
          </a:custGeom>
          <a:gradFill rotWithShape="1">
            <a:gsLst>
              <a:gs pos="0">
                <a:srgbClr val="FFC373"/>
              </a:gs>
              <a:gs pos="100000">
                <a:srgbClr val="FF9200"/>
              </a:gs>
            </a:gsLst>
            <a:lin ang="5400000" scaled="1"/>
            <a:tileRect/>
          </a:gradFill>
          <a:ln w="0" cap="rnd" cmpd="sng" algn="ctr">
            <a:solidFill>
              <a:srgbClr val="FFFFFF">
                <a:alpha val="0"/>
              </a:srgbClr>
            </a:solidFill>
            <a:round/>
            <a:headEnd type="none"/>
            <a:tailEnd type="none"/>
          </a:ln>
        </p:spPr>
      </p:sp>
      <p:sp>
        <p:nvSpPr>
          <p:cNvPr id="1416" name="latent representation and attention / 1395 ATTN lower color"/>
          <p:cNvSpPr/>
          <p:nvPr/>
        </p:nvSpPr>
        <p:spPr>
          <a:xfrm>
            <a:off x="3792474" y="8266176"/>
            <a:ext cx="36062" cy="469243"/>
          </a:xfrm>
          <a:custGeom>
            <a:avLst/>
            <a:gdLst/>
            <a:ahLst/>
            <a:cxnLst/>
            <a:rect l="0" t="0" r="r" b="b"/>
            <a:pathLst>
              <a:path w="3944" h="51317" fill="norm" stroke="1" extrusionOk="0">
                <a:moveTo>
                  <a:pt x="0" y="0"/>
                </a:moveTo>
                <a:lnTo>
                  <a:pt x="3944" y="0"/>
                </a:lnTo>
                <a:lnTo>
                  <a:pt x="3944" y="50861"/>
                </a:lnTo>
                <a:lnTo>
                  <a:pt x="0" y="51317"/>
                </a:lnTo>
                <a:close/>
              </a:path>
            </a:pathLst>
          </a:custGeom>
          <a:gradFill rotWithShape="1">
            <a:gsLst>
              <a:gs pos="0">
                <a:srgbClr val="FF9200"/>
              </a:gs>
              <a:gs pos="100000">
                <a:srgbClr val="FFC373"/>
              </a:gs>
            </a:gsLst>
            <a:lin ang="5400000" scaled="1"/>
            <a:tileRect/>
          </a:gradFill>
          <a:ln w="0" cap="rnd" cmpd="sng" algn="ctr">
            <a:solidFill>
              <a:srgbClr val="FFFFFF">
                <a:alpha val="0"/>
              </a:srgbClr>
            </a:solidFill>
            <a:round/>
            <a:headEnd type="none"/>
            <a:tailEnd type="none"/>
          </a:ln>
        </p:spPr>
      </p:sp>
      <p:sp>
        <p:nvSpPr>
          <p:cNvPr id="1417" name="latent representation and attention / 1396 ATTN upper color"/>
          <p:cNvSpPr/>
          <p:nvPr/>
        </p:nvSpPr>
        <p:spPr>
          <a:xfrm>
            <a:off x="3825335" y="7801106"/>
            <a:ext cx="36062" cy="465070"/>
          </a:xfrm>
          <a:custGeom>
            <a:avLst/>
            <a:gdLst/>
            <a:ahLst/>
            <a:cxnLst/>
            <a:rect l="0" t="0" r="r" b="b"/>
            <a:pathLst>
              <a:path w="3944" h="50861" fill="norm" stroke="1" extrusionOk="0">
                <a:moveTo>
                  <a:pt x="0" y="0"/>
                </a:moveTo>
                <a:lnTo>
                  <a:pt x="3944" y="515"/>
                </a:lnTo>
                <a:lnTo>
                  <a:pt x="3944" y="50861"/>
                </a:lnTo>
                <a:lnTo>
                  <a:pt x="0" y="50861"/>
                </a:lnTo>
                <a:close/>
              </a:path>
            </a:pathLst>
          </a:custGeom>
          <a:gradFill rotWithShape="1">
            <a:gsLst>
              <a:gs pos="0">
                <a:srgbClr val="FFC773"/>
              </a:gs>
              <a:gs pos="100000">
                <a:srgbClr val="FF9900"/>
              </a:gs>
            </a:gsLst>
            <a:lin ang="5400000" scaled="1"/>
            <a:tileRect/>
          </a:gradFill>
          <a:ln w="0" cap="rnd" cmpd="sng" algn="ctr">
            <a:solidFill>
              <a:srgbClr val="FFFFFF">
                <a:alpha val="0"/>
              </a:srgbClr>
            </a:solidFill>
            <a:round/>
            <a:headEnd type="none"/>
            <a:tailEnd type="none"/>
          </a:ln>
        </p:spPr>
      </p:sp>
      <p:sp>
        <p:nvSpPr>
          <p:cNvPr id="1418" name="latent representation and attention / 1397 ATTN lower color"/>
          <p:cNvSpPr/>
          <p:nvPr/>
        </p:nvSpPr>
        <p:spPr>
          <a:xfrm>
            <a:off x="3825335" y="8266176"/>
            <a:ext cx="36062" cy="465070"/>
          </a:xfrm>
          <a:custGeom>
            <a:avLst/>
            <a:gdLst/>
            <a:ahLst/>
            <a:cxnLst/>
            <a:rect l="0" t="0" r="r" b="b"/>
            <a:pathLst>
              <a:path w="3944" h="50861" fill="norm" stroke="1" extrusionOk="0">
                <a:moveTo>
                  <a:pt x="0" y="0"/>
                </a:moveTo>
                <a:lnTo>
                  <a:pt x="3944" y="0"/>
                </a:lnTo>
                <a:lnTo>
                  <a:pt x="3944" y="50346"/>
                </a:lnTo>
                <a:lnTo>
                  <a:pt x="0" y="50861"/>
                </a:lnTo>
                <a:close/>
              </a:path>
            </a:pathLst>
          </a:custGeom>
          <a:gradFill rotWithShape="1">
            <a:gsLst>
              <a:gs pos="0">
                <a:srgbClr val="FF9900"/>
              </a:gs>
              <a:gs pos="100000">
                <a:srgbClr val="FFC773"/>
              </a:gs>
            </a:gsLst>
            <a:lin ang="5400000" scaled="1"/>
            <a:tileRect/>
          </a:gradFill>
          <a:ln w="0" cap="rnd" cmpd="sng" algn="ctr">
            <a:solidFill>
              <a:srgbClr val="FFFFFF">
                <a:alpha val="0"/>
              </a:srgbClr>
            </a:solidFill>
            <a:round/>
            <a:headEnd type="none"/>
            <a:tailEnd type="none"/>
          </a:ln>
        </p:spPr>
      </p:sp>
      <p:sp>
        <p:nvSpPr>
          <p:cNvPr id="1419" name="latent representation and attention / 1398 ATTN upper color"/>
          <p:cNvSpPr/>
          <p:nvPr/>
        </p:nvSpPr>
        <p:spPr>
          <a:xfrm>
            <a:off x="3858196" y="7805815"/>
            <a:ext cx="36062" cy="460361"/>
          </a:xfrm>
          <a:custGeom>
            <a:avLst/>
            <a:gdLst/>
            <a:ahLst/>
            <a:cxnLst/>
            <a:rect l="0" t="0" r="r" b="b"/>
            <a:pathLst>
              <a:path w="3944" h="50346" fill="norm" stroke="1" extrusionOk="0">
                <a:moveTo>
                  <a:pt x="0" y="0"/>
                </a:moveTo>
                <a:lnTo>
                  <a:pt x="3944" y="575"/>
                </a:lnTo>
                <a:lnTo>
                  <a:pt x="3944" y="50346"/>
                </a:lnTo>
                <a:lnTo>
                  <a:pt x="0" y="50346"/>
                </a:lnTo>
                <a:close/>
              </a:path>
            </a:pathLst>
          </a:custGeom>
          <a:gradFill rotWithShape="1">
            <a:gsLst>
              <a:gs pos="0">
                <a:srgbClr val="FFCA73"/>
              </a:gs>
              <a:gs pos="100000">
                <a:srgbClr val="FF9F00"/>
              </a:gs>
            </a:gsLst>
            <a:lin ang="5400000" scaled="1"/>
            <a:tileRect/>
          </a:gradFill>
          <a:ln w="0" cap="rnd" cmpd="sng" algn="ctr">
            <a:solidFill>
              <a:srgbClr val="FFFFFF">
                <a:alpha val="0"/>
              </a:srgbClr>
            </a:solidFill>
            <a:round/>
            <a:headEnd type="none"/>
            <a:tailEnd type="none"/>
          </a:ln>
        </p:spPr>
      </p:sp>
      <p:sp>
        <p:nvSpPr>
          <p:cNvPr id="1420" name="latent representation and attention / 1399 ATTN lower color"/>
          <p:cNvSpPr/>
          <p:nvPr/>
        </p:nvSpPr>
        <p:spPr>
          <a:xfrm>
            <a:off x="3858196" y="8266176"/>
            <a:ext cx="36062" cy="460361"/>
          </a:xfrm>
          <a:custGeom>
            <a:avLst/>
            <a:gdLst/>
            <a:ahLst/>
            <a:cxnLst/>
            <a:rect l="0" t="0" r="r" b="b"/>
            <a:pathLst>
              <a:path w="3944" h="50346" fill="norm" stroke="1" extrusionOk="0">
                <a:moveTo>
                  <a:pt x="0" y="0"/>
                </a:moveTo>
                <a:lnTo>
                  <a:pt x="3944" y="0"/>
                </a:lnTo>
                <a:lnTo>
                  <a:pt x="3944" y="49770"/>
                </a:lnTo>
                <a:lnTo>
                  <a:pt x="0" y="50346"/>
                </a:lnTo>
                <a:close/>
              </a:path>
            </a:pathLst>
          </a:custGeom>
          <a:gradFill rotWithShape="1">
            <a:gsLst>
              <a:gs pos="0">
                <a:srgbClr val="FF9F00"/>
              </a:gs>
              <a:gs pos="100000">
                <a:srgbClr val="FFCA73"/>
              </a:gs>
            </a:gsLst>
            <a:lin ang="5400000" scaled="1"/>
            <a:tileRect/>
          </a:gradFill>
          <a:ln w="0" cap="rnd" cmpd="sng" algn="ctr">
            <a:solidFill>
              <a:srgbClr val="FFFFFF">
                <a:alpha val="0"/>
              </a:srgbClr>
            </a:solidFill>
            <a:round/>
            <a:headEnd type="none"/>
            <a:tailEnd type="none"/>
          </a:ln>
        </p:spPr>
      </p:sp>
      <p:sp>
        <p:nvSpPr>
          <p:cNvPr id="1421" name="latent representation and attention / 1400 ATTN upper color"/>
          <p:cNvSpPr/>
          <p:nvPr/>
        </p:nvSpPr>
        <p:spPr>
          <a:xfrm>
            <a:off x="3891058" y="7811077"/>
            <a:ext cx="36062" cy="455099"/>
          </a:xfrm>
          <a:custGeom>
            <a:avLst/>
            <a:gdLst/>
            <a:ahLst/>
            <a:cxnLst/>
            <a:rect l="0" t="0" r="r" b="b"/>
            <a:pathLst>
              <a:path w="3944" h="49770" fill="norm" stroke="1" extrusionOk="0">
                <a:moveTo>
                  <a:pt x="0" y="0"/>
                </a:moveTo>
                <a:lnTo>
                  <a:pt x="3944" y="638"/>
                </a:lnTo>
                <a:lnTo>
                  <a:pt x="3944" y="49770"/>
                </a:lnTo>
                <a:lnTo>
                  <a:pt x="0" y="49770"/>
                </a:lnTo>
                <a:close/>
              </a:path>
            </a:pathLst>
          </a:custGeom>
          <a:gradFill rotWithShape="1">
            <a:gsLst>
              <a:gs pos="0">
                <a:srgbClr val="FFCE73"/>
              </a:gs>
              <a:gs pos="100000">
                <a:srgbClr val="FFA600"/>
              </a:gs>
            </a:gsLst>
            <a:lin ang="5400000" scaled="1"/>
            <a:tileRect/>
          </a:gradFill>
          <a:ln w="0" cap="rnd" cmpd="sng" algn="ctr">
            <a:solidFill>
              <a:srgbClr val="FFFFFF">
                <a:alpha val="0"/>
              </a:srgbClr>
            </a:solidFill>
            <a:round/>
            <a:headEnd type="none"/>
            <a:tailEnd type="none"/>
          </a:ln>
        </p:spPr>
      </p:sp>
      <p:sp>
        <p:nvSpPr>
          <p:cNvPr id="1422" name="latent representation and attention / 1401 ATTN lower color"/>
          <p:cNvSpPr/>
          <p:nvPr/>
        </p:nvSpPr>
        <p:spPr>
          <a:xfrm>
            <a:off x="3891058" y="8266176"/>
            <a:ext cx="36062" cy="455099"/>
          </a:xfrm>
          <a:custGeom>
            <a:avLst/>
            <a:gdLst/>
            <a:ahLst/>
            <a:cxnLst/>
            <a:rect l="0" t="0" r="r" b="b"/>
            <a:pathLst>
              <a:path w="3944" h="49770" fill="norm" stroke="1" extrusionOk="0">
                <a:moveTo>
                  <a:pt x="0" y="0"/>
                </a:moveTo>
                <a:lnTo>
                  <a:pt x="3944" y="0"/>
                </a:lnTo>
                <a:lnTo>
                  <a:pt x="3944" y="49132"/>
                </a:lnTo>
                <a:lnTo>
                  <a:pt x="0" y="49770"/>
                </a:lnTo>
                <a:close/>
              </a:path>
            </a:pathLst>
          </a:custGeom>
          <a:gradFill rotWithShape="1">
            <a:gsLst>
              <a:gs pos="0">
                <a:srgbClr val="FFA600"/>
              </a:gs>
              <a:gs pos="100000">
                <a:srgbClr val="FFCE73"/>
              </a:gs>
            </a:gsLst>
            <a:lin ang="5400000" scaled="1"/>
            <a:tileRect/>
          </a:gradFill>
          <a:ln w="0" cap="rnd" cmpd="sng" algn="ctr">
            <a:solidFill>
              <a:srgbClr val="FFFFFF">
                <a:alpha val="0"/>
              </a:srgbClr>
            </a:solidFill>
            <a:round/>
            <a:headEnd type="none"/>
            <a:tailEnd type="none"/>
          </a:ln>
        </p:spPr>
      </p:sp>
      <p:sp>
        <p:nvSpPr>
          <p:cNvPr id="1423" name="latent representation and attention / 1402 ATTN upper color"/>
          <p:cNvSpPr/>
          <p:nvPr/>
        </p:nvSpPr>
        <p:spPr>
          <a:xfrm>
            <a:off x="3923919" y="7816910"/>
            <a:ext cx="36062" cy="449266"/>
          </a:xfrm>
          <a:custGeom>
            <a:avLst/>
            <a:gdLst/>
            <a:ahLst/>
            <a:cxnLst/>
            <a:rect l="0" t="0" r="r" b="b"/>
            <a:pathLst>
              <a:path w="3944" h="49132" fill="norm" stroke="1" extrusionOk="0">
                <a:moveTo>
                  <a:pt x="0" y="0"/>
                </a:moveTo>
                <a:lnTo>
                  <a:pt x="3944" y="703"/>
                </a:lnTo>
                <a:lnTo>
                  <a:pt x="3944" y="49132"/>
                </a:lnTo>
                <a:lnTo>
                  <a:pt x="0" y="49132"/>
                </a:lnTo>
                <a:close/>
              </a:path>
            </a:pathLst>
          </a:custGeom>
          <a:gradFill rotWithShape="1">
            <a:gsLst>
              <a:gs pos="0">
                <a:srgbClr val="FFD173"/>
              </a:gs>
              <a:gs pos="100000">
                <a:srgbClr val="FFAC00"/>
              </a:gs>
            </a:gsLst>
            <a:lin ang="5400000" scaled="1"/>
            <a:tileRect/>
          </a:gradFill>
          <a:ln w="0" cap="rnd" cmpd="sng" algn="ctr">
            <a:solidFill>
              <a:srgbClr val="FFFFFF">
                <a:alpha val="0"/>
              </a:srgbClr>
            </a:solidFill>
            <a:round/>
            <a:headEnd type="none"/>
            <a:tailEnd type="none"/>
          </a:ln>
        </p:spPr>
      </p:sp>
      <p:sp>
        <p:nvSpPr>
          <p:cNvPr id="1424" name="latent representation and attention / 1403 ATTN lower color"/>
          <p:cNvSpPr/>
          <p:nvPr/>
        </p:nvSpPr>
        <p:spPr>
          <a:xfrm>
            <a:off x="3923919" y="8266176"/>
            <a:ext cx="36062" cy="449266"/>
          </a:xfrm>
          <a:custGeom>
            <a:avLst/>
            <a:gdLst/>
            <a:ahLst/>
            <a:cxnLst/>
            <a:rect l="0" t="0" r="r" b="b"/>
            <a:pathLst>
              <a:path w="3944" h="49132" fill="norm" stroke="1" extrusionOk="0">
                <a:moveTo>
                  <a:pt x="0" y="0"/>
                </a:moveTo>
                <a:lnTo>
                  <a:pt x="3944" y="0"/>
                </a:lnTo>
                <a:lnTo>
                  <a:pt x="3944" y="48429"/>
                </a:lnTo>
                <a:lnTo>
                  <a:pt x="0" y="49132"/>
                </a:lnTo>
                <a:close/>
              </a:path>
            </a:pathLst>
          </a:custGeom>
          <a:gradFill rotWithShape="1">
            <a:gsLst>
              <a:gs pos="0">
                <a:srgbClr val="FFAC00"/>
              </a:gs>
              <a:gs pos="100000">
                <a:srgbClr val="FFD173"/>
              </a:gs>
            </a:gsLst>
            <a:lin ang="5400000" scaled="1"/>
            <a:tileRect/>
          </a:gradFill>
          <a:ln w="0" cap="rnd" cmpd="sng" algn="ctr">
            <a:solidFill>
              <a:srgbClr val="FFFFFF">
                <a:alpha val="0"/>
              </a:srgbClr>
            </a:solidFill>
            <a:round/>
            <a:headEnd type="none"/>
            <a:tailEnd type="none"/>
          </a:ln>
        </p:spPr>
      </p:sp>
      <p:sp>
        <p:nvSpPr>
          <p:cNvPr id="1425" name="latent representation and attention / 1404 ATTN upper color"/>
          <p:cNvSpPr/>
          <p:nvPr/>
        </p:nvSpPr>
        <p:spPr>
          <a:xfrm>
            <a:off x="3956780" y="7823338"/>
            <a:ext cx="36062" cy="442838"/>
          </a:xfrm>
          <a:custGeom>
            <a:avLst/>
            <a:gdLst/>
            <a:ahLst/>
            <a:cxnLst/>
            <a:rect l="0" t="0" r="r" b="b"/>
            <a:pathLst>
              <a:path w="3944" h="48429" fill="norm" stroke="1" extrusionOk="0">
                <a:moveTo>
                  <a:pt x="0" y="0"/>
                </a:moveTo>
                <a:lnTo>
                  <a:pt x="3944" y="771"/>
                </a:lnTo>
                <a:lnTo>
                  <a:pt x="3944" y="48429"/>
                </a:lnTo>
                <a:lnTo>
                  <a:pt x="0" y="48429"/>
                </a:lnTo>
                <a:close/>
              </a:path>
            </a:pathLst>
          </a:custGeom>
          <a:gradFill rotWithShape="1">
            <a:gsLst>
              <a:gs pos="0">
                <a:srgbClr val="FFD573"/>
              </a:gs>
              <a:gs pos="100000">
                <a:srgbClr val="FFB200"/>
              </a:gs>
            </a:gsLst>
            <a:lin ang="5400000" scaled="1"/>
            <a:tileRect/>
          </a:gradFill>
          <a:ln w="0" cap="rnd" cmpd="sng" algn="ctr">
            <a:solidFill>
              <a:srgbClr val="FFFFFF">
                <a:alpha val="0"/>
              </a:srgbClr>
            </a:solidFill>
            <a:round/>
            <a:headEnd type="none"/>
            <a:tailEnd type="none"/>
          </a:ln>
        </p:spPr>
      </p:sp>
      <p:sp>
        <p:nvSpPr>
          <p:cNvPr id="1426" name="latent representation and attention / 1405 ATTN lower color"/>
          <p:cNvSpPr/>
          <p:nvPr/>
        </p:nvSpPr>
        <p:spPr>
          <a:xfrm>
            <a:off x="3956780" y="8266176"/>
            <a:ext cx="36062" cy="442838"/>
          </a:xfrm>
          <a:custGeom>
            <a:avLst/>
            <a:gdLst/>
            <a:ahLst/>
            <a:cxnLst/>
            <a:rect l="0" t="0" r="r" b="b"/>
            <a:pathLst>
              <a:path w="3944" h="48429" fill="norm" stroke="1" extrusionOk="0">
                <a:moveTo>
                  <a:pt x="0" y="0"/>
                </a:moveTo>
                <a:lnTo>
                  <a:pt x="3944" y="0"/>
                </a:lnTo>
                <a:lnTo>
                  <a:pt x="3944" y="47659"/>
                </a:lnTo>
                <a:lnTo>
                  <a:pt x="0" y="48429"/>
                </a:lnTo>
                <a:close/>
              </a:path>
            </a:pathLst>
          </a:custGeom>
          <a:gradFill rotWithShape="1">
            <a:gsLst>
              <a:gs pos="0">
                <a:srgbClr val="FFB200"/>
              </a:gs>
              <a:gs pos="100000">
                <a:srgbClr val="FFD573"/>
              </a:gs>
            </a:gsLst>
            <a:lin ang="5400000" scaled="1"/>
            <a:tileRect/>
          </a:gradFill>
          <a:ln w="0" cap="rnd" cmpd="sng" algn="ctr">
            <a:solidFill>
              <a:srgbClr val="FFFFFF">
                <a:alpha val="0"/>
              </a:srgbClr>
            </a:solidFill>
            <a:round/>
            <a:headEnd type="none"/>
            <a:tailEnd type="none"/>
          </a:ln>
        </p:spPr>
      </p:sp>
      <p:sp>
        <p:nvSpPr>
          <p:cNvPr id="1427" name="latent representation and attention / 1406 ATTN upper color"/>
          <p:cNvSpPr/>
          <p:nvPr/>
        </p:nvSpPr>
        <p:spPr>
          <a:xfrm>
            <a:off x="3989642" y="7830386"/>
            <a:ext cx="36062" cy="435790"/>
          </a:xfrm>
          <a:custGeom>
            <a:avLst/>
            <a:gdLst/>
            <a:ahLst/>
            <a:cxnLst/>
            <a:rect l="0" t="0" r="r" b="b"/>
            <a:pathLst>
              <a:path w="3944" h="47659" fill="norm" stroke="1" extrusionOk="0">
                <a:moveTo>
                  <a:pt x="0" y="0"/>
                </a:moveTo>
                <a:lnTo>
                  <a:pt x="3944" y="842"/>
                </a:lnTo>
                <a:lnTo>
                  <a:pt x="3944" y="47659"/>
                </a:lnTo>
                <a:lnTo>
                  <a:pt x="0" y="47659"/>
                </a:lnTo>
                <a:close/>
              </a:path>
            </a:pathLst>
          </a:custGeom>
          <a:gradFill rotWithShape="1">
            <a:gsLst>
              <a:gs pos="0">
                <a:srgbClr val="FFD873"/>
              </a:gs>
              <a:gs pos="100000">
                <a:srgbClr val="FFB900"/>
              </a:gs>
            </a:gsLst>
            <a:lin ang="5400000" scaled="1"/>
            <a:tileRect/>
          </a:gradFill>
          <a:ln w="0" cap="rnd" cmpd="sng" algn="ctr">
            <a:solidFill>
              <a:srgbClr val="FFFFFF">
                <a:alpha val="0"/>
              </a:srgbClr>
            </a:solidFill>
            <a:round/>
            <a:headEnd type="none"/>
            <a:tailEnd type="none"/>
          </a:ln>
        </p:spPr>
      </p:sp>
      <p:sp>
        <p:nvSpPr>
          <p:cNvPr id="1428" name="latent representation and attention / 1407 ATTN lower color"/>
          <p:cNvSpPr/>
          <p:nvPr/>
        </p:nvSpPr>
        <p:spPr>
          <a:xfrm>
            <a:off x="3989642" y="8266176"/>
            <a:ext cx="36062" cy="435790"/>
          </a:xfrm>
          <a:custGeom>
            <a:avLst/>
            <a:gdLst/>
            <a:ahLst/>
            <a:cxnLst/>
            <a:rect l="0" t="0" r="r" b="b"/>
            <a:pathLst>
              <a:path w="3944" h="47659" fill="norm" stroke="1" extrusionOk="0">
                <a:moveTo>
                  <a:pt x="0" y="0"/>
                </a:moveTo>
                <a:lnTo>
                  <a:pt x="3944" y="0"/>
                </a:lnTo>
                <a:lnTo>
                  <a:pt x="3944" y="46817"/>
                </a:lnTo>
                <a:lnTo>
                  <a:pt x="0" y="47659"/>
                </a:lnTo>
                <a:close/>
              </a:path>
            </a:pathLst>
          </a:custGeom>
          <a:gradFill rotWithShape="1">
            <a:gsLst>
              <a:gs pos="0">
                <a:srgbClr val="FFB900"/>
              </a:gs>
              <a:gs pos="100000">
                <a:srgbClr val="FFD873"/>
              </a:gs>
            </a:gsLst>
            <a:lin ang="5400000" scaled="1"/>
            <a:tileRect/>
          </a:gradFill>
          <a:ln w="0" cap="rnd" cmpd="sng" algn="ctr">
            <a:solidFill>
              <a:srgbClr val="FFFFFF">
                <a:alpha val="0"/>
              </a:srgbClr>
            </a:solidFill>
            <a:round/>
            <a:headEnd type="none"/>
            <a:tailEnd type="none"/>
          </a:ln>
        </p:spPr>
      </p:sp>
      <p:sp>
        <p:nvSpPr>
          <p:cNvPr id="1429" name="latent representation and attention / 1408 ATTN upper color"/>
          <p:cNvSpPr/>
          <p:nvPr/>
        </p:nvSpPr>
        <p:spPr>
          <a:xfrm>
            <a:off x="4022503" y="7838086"/>
            <a:ext cx="36062" cy="428090"/>
          </a:xfrm>
          <a:custGeom>
            <a:avLst/>
            <a:gdLst/>
            <a:ahLst/>
            <a:cxnLst/>
            <a:rect l="0" t="0" r="r" b="b"/>
            <a:pathLst>
              <a:path w="3944" h="46817" fill="norm" stroke="1" extrusionOk="0">
                <a:moveTo>
                  <a:pt x="0" y="0"/>
                </a:moveTo>
                <a:lnTo>
                  <a:pt x="3944" y="917"/>
                </a:lnTo>
                <a:lnTo>
                  <a:pt x="3944" y="46817"/>
                </a:lnTo>
                <a:lnTo>
                  <a:pt x="0" y="46817"/>
                </a:lnTo>
                <a:close/>
              </a:path>
            </a:pathLst>
          </a:custGeom>
          <a:gradFill rotWithShape="1">
            <a:gsLst>
              <a:gs pos="0">
                <a:srgbClr val="FFDC73"/>
              </a:gs>
              <a:gs pos="100000">
                <a:srgbClr val="FFBF00"/>
              </a:gs>
            </a:gsLst>
            <a:lin ang="5400000" scaled="1"/>
            <a:tileRect/>
          </a:gradFill>
          <a:ln w="0" cap="rnd" cmpd="sng" algn="ctr">
            <a:solidFill>
              <a:srgbClr val="FFFFFF">
                <a:alpha val="0"/>
              </a:srgbClr>
            </a:solidFill>
            <a:round/>
            <a:headEnd type="none"/>
            <a:tailEnd type="none"/>
          </a:ln>
        </p:spPr>
      </p:sp>
      <p:sp>
        <p:nvSpPr>
          <p:cNvPr id="1430" name="latent representation and attention / 1409 ATTN lower color"/>
          <p:cNvSpPr/>
          <p:nvPr/>
        </p:nvSpPr>
        <p:spPr>
          <a:xfrm>
            <a:off x="4022503" y="8266176"/>
            <a:ext cx="36062" cy="428090"/>
          </a:xfrm>
          <a:custGeom>
            <a:avLst/>
            <a:gdLst/>
            <a:ahLst/>
            <a:cxnLst/>
            <a:rect l="0" t="0" r="r" b="b"/>
            <a:pathLst>
              <a:path w="3944" h="46817" fill="norm" stroke="1" extrusionOk="0">
                <a:moveTo>
                  <a:pt x="0" y="0"/>
                </a:moveTo>
                <a:lnTo>
                  <a:pt x="3944" y="0"/>
                </a:lnTo>
                <a:lnTo>
                  <a:pt x="3944" y="45899"/>
                </a:lnTo>
                <a:lnTo>
                  <a:pt x="0" y="46817"/>
                </a:lnTo>
                <a:close/>
              </a:path>
            </a:pathLst>
          </a:custGeom>
          <a:gradFill rotWithShape="1">
            <a:gsLst>
              <a:gs pos="0">
                <a:srgbClr val="FFBF00"/>
              </a:gs>
              <a:gs pos="100000">
                <a:srgbClr val="FFDC73"/>
              </a:gs>
            </a:gsLst>
            <a:lin ang="5400000" scaled="1"/>
            <a:tileRect/>
          </a:gradFill>
          <a:ln w="0" cap="rnd" cmpd="sng" algn="ctr">
            <a:solidFill>
              <a:srgbClr val="FFFFFF">
                <a:alpha val="0"/>
              </a:srgbClr>
            </a:solidFill>
            <a:round/>
            <a:headEnd type="none"/>
            <a:tailEnd type="none"/>
          </a:ln>
        </p:spPr>
      </p:sp>
      <p:sp>
        <p:nvSpPr>
          <p:cNvPr id="1431" name="latent representation and attention / 1410 ATTN upper color"/>
          <p:cNvSpPr/>
          <p:nvPr/>
        </p:nvSpPr>
        <p:spPr>
          <a:xfrm>
            <a:off x="4055364" y="7846472"/>
            <a:ext cx="36062" cy="419704"/>
          </a:xfrm>
          <a:custGeom>
            <a:avLst/>
            <a:gdLst/>
            <a:ahLst/>
            <a:cxnLst/>
            <a:rect l="0" t="0" r="r" b="b"/>
            <a:pathLst>
              <a:path w="3944" h="45899" fill="norm" stroke="1" extrusionOk="0">
                <a:moveTo>
                  <a:pt x="0" y="0"/>
                </a:moveTo>
                <a:lnTo>
                  <a:pt x="3944" y="997"/>
                </a:lnTo>
                <a:lnTo>
                  <a:pt x="3944" y="45899"/>
                </a:lnTo>
                <a:lnTo>
                  <a:pt x="0" y="45899"/>
                </a:lnTo>
                <a:close/>
              </a:path>
            </a:pathLst>
          </a:custGeom>
          <a:gradFill rotWithShape="1">
            <a:gsLst>
              <a:gs pos="0">
                <a:srgbClr val="FFE073"/>
              </a:gs>
              <a:gs pos="100000">
                <a:srgbClr val="FFC600"/>
              </a:gs>
            </a:gsLst>
            <a:lin ang="5400000" scaled="1"/>
            <a:tileRect/>
          </a:gradFill>
          <a:ln w="0" cap="rnd" cmpd="sng" algn="ctr">
            <a:solidFill>
              <a:srgbClr val="FFFFFF">
                <a:alpha val="0"/>
              </a:srgbClr>
            </a:solidFill>
            <a:round/>
            <a:headEnd type="none"/>
            <a:tailEnd type="none"/>
          </a:ln>
        </p:spPr>
      </p:sp>
      <p:sp>
        <p:nvSpPr>
          <p:cNvPr id="1432" name="latent representation and attention / 1411 ATTN lower color"/>
          <p:cNvSpPr/>
          <p:nvPr/>
        </p:nvSpPr>
        <p:spPr>
          <a:xfrm>
            <a:off x="4055364" y="8266176"/>
            <a:ext cx="36062" cy="419704"/>
          </a:xfrm>
          <a:custGeom>
            <a:avLst/>
            <a:gdLst/>
            <a:ahLst/>
            <a:cxnLst/>
            <a:rect l="0" t="0" r="r" b="b"/>
            <a:pathLst>
              <a:path w="3944" h="45899" fill="norm" stroke="1" extrusionOk="0">
                <a:moveTo>
                  <a:pt x="0" y="0"/>
                </a:moveTo>
                <a:lnTo>
                  <a:pt x="3944" y="0"/>
                </a:lnTo>
                <a:lnTo>
                  <a:pt x="3944" y="44902"/>
                </a:lnTo>
                <a:lnTo>
                  <a:pt x="0" y="45899"/>
                </a:lnTo>
                <a:close/>
              </a:path>
            </a:pathLst>
          </a:custGeom>
          <a:gradFill rotWithShape="1">
            <a:gsLst>
              <a:gs pos="0">
                <a:srgbClr val="FFC600"/>
              </a:gs>
              <a:gs pos="100000">
                <a:srgbClr val="FFE073"/>
              </a:gs>
            </a:gsLst>
            <a:lin ang="5400000" scaled="1"/>
            <a:tileRect/>
          </a:gradFill>
          <a:ln w="0" cap="rnd" cmpd="sng" algn="ctr">
            <a:solidFill>
              <a:srgbClr val="FFFFFF">
                <a:alpha val="0"/>
              </a:srgbClr>
            </a:solidFill>
            <a:round/>
            <a:headEnd type="none"/>
            <a:tailEnd type="none"/>
          </a:ln>
        </p:spPr>
      </p:sp>
      <p:sp>
        <p:nvSpPr>
          <p:cNvPr id="1433" name="latent representation and attention / 1412 ATTN upper color"/>
          <p:cNvSpPr/>
          <p:nvPr/>
        </p:nvSpPr>
        <p:spPr>
          <a:xfrm>
            <a:off x="4088225" y="7855588"/>
            <a:ext cx="36062" cy="410588"/>
          </a:xfrm>
          <a:custGeom>
            <a:avLst/>
            <a:gdLst/>
            <a:ahLst/>
            <a:cxnLst/>
            <a:rect l="0" t="0" r="r" b="b"/>
            <a:pathLst>
              <a:path w="3944" h="44902" fill="norm" stroke="1" extrusionOk="0">
                <a:moveTo>
                  <a:pt x="0" y="0"/>
                </a:moveTo>
                <a:lnTo>
                  <a:pt x="3944" y="1082"/>
                </a:lnTo>
                <a:lnTo>
                  <a:pt x="3944" y="44902"/>
                </a:lnTo>
                <a:lnTo>
                  <a:pt x="0" y="44902"/>
                </a:lnTo>
                <a:close/>
              </a:path>
            </a:pathLst>
          </a:custGeom>
          <a:gradFill rotWithShape="1">
            <a:gsLst>
              <a:gs pos="0">
                <a:srgbClr val="FFE373"/>
              </a:gs>
              <a:gs pos="100000">
                <a:srgbClr val="FFCC00"/>
              </a:gs>
            </a:gsLst>
            <a:lin ang="5400000" scaled="1"/>
            <a:tileRect/>
          </a:gradFill>
          <a:ln w="0" cap="rnd" cmpd="sng" algn="ctr">
            <a:solidFill>
              <a:srgbClr val="FFFFFF">
                <a:alpha val="0"/>
              </a:srgbClr>
            </a:solidFill>
            <a:round/>
            <a:headEnd type="none"/>
            <a:tailEnd type="none"/>
          </a:ln>
        </p:spPr>
      </p:sp>
      <p:sp>
        <p:nvSpPr>
          <p:cNvPr id="1434" name="latent representation and attention / 1413 ATTN lower color"/>
          <p:cNvSpPr/>
          <p:nvPr/>
        </p:nvSpPr>
        <p:spPr>
          <a:xfrm>
            <a:off x="4088225" y="8266176"/>
            <a:ext cx="36062" cy="410588"/>
          </a:xfrm>
          <a:custGeom>
            <a:avLst/>
            <a:gdLst/>
            <a:ahLst/>
            <a:cxnLst/>
            <a:rect l="0" t="0" r="r" b="b"/>
            <a:pathLst>
              <a:path w="3944" h="44902" fill="norm" stroke="1" extrusionOk="0">
                <a:moveTo>
                  <a:pt x="0" y="0"/>
                </a:moveTo>
                <a:lnTo>
                  <a:pt x="3944" y="0"/>
                </a:lnTo>
                <a:lnTo>
                  <a:pt x="3944" y="43820"/>
                </a:lnTo>
                <a:lnTo>
                  <a:pt x="0" y="44902"/>
                </a:lnTo>
                <a:close/>
              </a:path>
            </a:pathLst>
          </a:custGeom>
          <a:gradFill rotWithShape="1">
            <a:gsLst>
              <a:gs pos="0">
                <a:srgbClr val="FFCC00"/>
              </a:gs>
              <a:gs pos="100000">
                <a:srgbClr val="FFE373"/>
              </a:gs>
            </a:gsLst>
            <a:lin ang="5400000" scaled="1"/>
            <a:tileRect/>
          </a:gradFill>
          <a:ln w="0" cap="rnd" cmpd="sng" algn="ctr">
            <a:solidFill>
              <a:srgbClr val="FFFFFF">
                <a:alpha val="0"/>
              </a:srgbClr>
            </a:solidFill>
            <a:round/>
            <a:headEnd type="none"/>
            <a:tailEnd type="none"/>
          </a:ln>
        </p:spPr>
      </p:sp>
      <p:sp>
        <p:nvSpPr>
          <p:cNvPr id="1435" name="latent representation and attention / 1414 ATTN upper color"/>
          <p:cNvSpPr/>
          <p:nvPr/>
        </p:nvSpPr>
        <p:spPr>
          <a:xfrm>
            <a:off x="4121086" y="7865484"/>
            <a:ext cx="36062" cy="400692"/>
          </a:xfrm>
          <a:custGeom>
            <a:avLst/>
            <a:gdLst/>
            <a:ahLst/>
            <a:cxnLst/>
            <a:rect l="0" t="0" r="r" b="b"/>
            <a:pathLst>
              <a:path w="3944" h="43820" fill="norm" stroke="1" extrusionOk="0">
                <a:moveTo>
                  <a:pt x="0" y="0"/>
                </a:moveTo>
                <a:lnTo>
                  <a:pt x="3944" y="1174"/>
                </a:lnTo>
                <a:lnTo>
                  <a:pt x="3944" y="43820"/>
                </a:lnTo>
                <a:lnTo>
                  <a:pt x="0" y="43820"/>
                </a:lnTo>
                <a:close/>
              </a:path>
            </a:pathLst>
          </a:custGeom>
          <a:gradFill rotWithShape="1">
            <a:gsLst>
              <a:gs pos="0">
                <a:srgbClr val="FFE673"/>
              </a:gs>
              <a:gs pos="100000">
                <a:srgbClr val="FFD200"/>
              </a:gs>
            </a:gsLst>
            <a:lin ang="5400000" scaled="1"/>
            <a:tileRect/>
          </a:gradFill>
          <a:ln w="0" cap="rnd" cmpd="sng" algn="ctr">
            <a:solidFill>
              <a:srgbClr val="FFFFFF">
                <a:alpha val="0"/>
              </a:srgbClr>
            </a:solidFill>
            <a:round/>
            <a:headEnd type="none"/>
            <a:tailEnd type="none"/>
          </a:ln>
        </p:spPr>
      </p:sp>
      <p:sp>
        <p:nvSpPr>
          <p:cNvPr id="1436" name="latent representation and attention / 1415 ATTN lower color"/>
          <p:cNvSpPr/>
          <p:nvPr/>
        </p:nvSpPr>
        <p:spPr>
          <a:xfrm>
            <a:off x="4121086" y="8266176"/>
            <a:ext cx="36062" cy="400692"/>
          </a:xfrm>
          <a:custGeom>
            <a:avLst/>
            <a:gdLst/>
            <a:ahLst/>
            <a:cxnLst/>
            <a:rect l="0" t="0" r="r" b="b"/>
            <a:pathLst>
              <a:path w="3944" h="43820" fill="norm" stroke="1" extrusionOk="0">
                <a:moveTo>
                  <a:pt x="0" y="0"/>
                </a:moveTo>
                <a:lnTo>
                  <a:pt x="3944" y="0"/>
                </a:lnTo>
                <a:lnTo>
                  <a:pt x="3944" y="42646"/>
                </a:lnTo>
                <a:lnTo>
                  <a:pt x="0" y="43820"/>
                </a:lnTo>
                <a:close/>
              </a:path>
            </a:pathLst>
          </a:custGeom>
          <a:gradFill rotWithShape="1">
            <a:gsLst>
              <a:gs pos="0">
                <a:srgbClr val="FFD200"/>
              </a:gs>
              <a:gs pos="100000">
                <a:srgbClr val="FFE673"/>
              </a:gs>
            </a:gsLst>
            <a:lin ang="5400000" scaled="1"/>
            <a:tileRect/>
          </a:gradFill>
          <a:ln w="0" cap="rnd" cmpd="sng" algn="ctr">
            <a:solidFill>
              <a:srgbClr val="FFFFFF">
                <a:alpha val="0"/>
              </a:srgbClr>
            </a:solidFill>
            <a:round/>
            <a:headEnd type="none"/>
            <a:tailEnd type="none"/>
          </a:ln>
        </p:spPr>
      </p:sp>
      <p:sp>
        <p:nvSpPr>
          <p:cNvPr id="1437" name="latent representation and attention / 1416 ATTN upper color"/>
          <p:cNvSpPr/>
          <p:nvPr/>
        </p:nvSpPr>
        <p:spPr>
          <a:xfrm>
            <a:off x="4153948" y="7876217"/>
            <a:ext cx="36062" cy="389959"/>
          </a:xfrm>
          <a:custGeom>
            <a:avLst/>
            <a:gdLst/>
            <a:ahLst/>
            <a:cxnLst/>
            <a:rect l="0" t="0" r="r" b="b"/>
            <a:pathLst>
              <a:path w="3944" h="42646" fill="norm" stroke="1" extrusionOk="0">
                <a:moveTo>
                  <a:pt x="0" y="0"/>
                </a:moveTo>
                <a:lnTo>
                  <a:pt x="3944" y="1273"/>
                </a:lnTo>
                <a:lnTo>
                  <a:pt x="3944" y="42646"/>
                </a:lnTo>
                <a:lnTo>
                  <a:pt x="0" y="42646"/>
                </a:lnTo>
                <a:close/>
              </a:path>
            </a:pathLst>
          </a:custGeom>
          <a:gradFill rotWithShape="1">
            <a:gsLst>
              <a:gs pos="0">
                <a:srgbClr val="FFEA73"/>
              </a:gs>
              <a:gs pos="100000">
                <a:srgbClr val="FFD900"/>
              </a:gs>
            </a:gsLst>
            <a:lin ang="5400000" scaled="1"/>
            <a:tileRect/>
          </a:gradFill>
          <a:ln w="0" cap="rnd" cmpd="sng" algn="ctr">
            <a:solidFill>
              <a:srgbClr val="FFFFFF">
                <a:alpha val="0"/>
              </a:srgbClr>
            </a:solidFill>
            <a:round/>
            <a:headEnd type="none"/>
            <a:tailEnd type="none"/>
          </a:ln>
        </p:spPr>
      </p:sp>
      <p:sp>
        <p:nvSpPr>
          <p:cNvPr id="1438" name="latent representation and attention / 1417 ATTN lower color"/>
          <p:cNvSpPr/>
          <p:nvPr/>
        </p:nvSpPr>
        <p:spPr>
          <a:xfrm>
            <a:off x="4153948" y="8266176"/>
            <a:ext cx="36062" cy="389959"/>
          </a:xfrm>
          <a:custGeom>
            <a:avLst/>
            <a:gdLst/>
            <a:ahLst/>
            <a:cxnLst/>
            <a:rect l="0" t="0" r="r" b="b"/>
            <a:pathLst>
              <a:path w="3944" h="42646" fill="norm" stroke="1" extrusionOk="0">
                <a:moveTo>
                  <a:pt x="0" y="0"/>
                </a:moveTo>
                <a:lnTo>
                  <a:pt x="3944" y="0"/>
                </a:lnTo>
                <a:lnTo>
                  <a:pt x="3944" y="41373"/>
                </a:lnTo>
                <a:lnTo>
                  <a:pt x="0" y="42646"/>
                </a:lnTo>
                <a:close/>
              </a:path>
            </a:pathLst>
          </a:custGeom>
          <a:gradFill rotWithShape="1">
            <a:gsLst>
              <a:gs pos="0">
                <a:srgbClr val="FFD900"/>
              </a:gs>
              <a:gs pos="100000">
                <a:srgbClr val="FFEA73"/>
              </a:gs>
            </a:gsLst>
            <a:lin ang="5400000" scaled="1"/>
            <a:tileRect/>
          </a:gradFill>
          <a:ln w="0" cap="rnd" cmpd="sng" algn="ctr">
            <a:solidFill>
              <a:srgbClr val="FFFFFF">
                <a:alpha val="0"/>
              </a:srgbClr>
            </a:solidFill>
            <a:round/>
            <a:headEnd type="none"/>
            <a:tailEnd type="none"/>
          </a:ln>
        </p:spPr>
      </p:sp>
      <p:sp>
        <p:nvSpPr>
          <p:cNvPr id="1439" name="latent representation and attention / 1418 ATTN upper color"/>
          <p:cNvSpPr/>
          <p:nvPr/>
        </p:nvSpPr>
        <p:spPr>
          <a:xfrm>
            <a:off x="4186809" y="7887860"/>
            <a:ext cx="36062" cy="378316"/>
          </a:xfrm>
          <a:custGeom>
            <a:avLst/>
            <a:gdLst/>
            <a:ahLst/>
            <a:cxnLst/>
            <a:rect l="0" t="0" r="r" b="b"/>
            <a:pathLst>
              <a:path w="3944" h="41373" fill="norm" stroke="1" extrusionOk="0">
                <a:moveTo>
                  <a:pt x="0" y="0"/>
                </a:moveTo>
                <a:lnTo>
                  <a:pt x="3944" y="1382"/>
                </a:lnTo>
                <a:lnTo>
                  <a:pt x="3944" y="41373"/>
                </a:lnTo>
                <a:lnTo>
                  <a:pt x="0" y="41373"/>
                </a:lnTo>
                <a:close/>
              </a:path>
            </a:pathLst>
          </a:custGeom>
          <a:gradFill rotWithShape="1">
            <a:gsLst>
              <a:gs pos="0">
                <a:srgbClr val="FFED73"/>
              </a:gs>
              <a:gs pos="100000">
                <a:srgbClr val="FFDF00"/>
              </a:gs>
            </a:gsLst>
            <a:lin ang="5400000" scaled="1"/>
            <a:tileRect/>
          </a:gradFill>
          <a:ln w="0" cap="rnd" cmpd="sng" algn="ctr">
            <a:solidFill>
              <a:srgbClr val="FFFFFF">
                <a:alpha val="0"/>
              </a:srgbClr>
            </a:solidFill>
            <a:round/>
            <a:headEnd type="none"/>
            <a:tailEnd type="none"/>
          </a:ln>
        </p:spPr>
      </p:sp>
      <p:sp>
        <p:nvSpPr>
          <p:cNvPr id="1440" name="latent representation and attention / 1419 ATTN lower color"/>
          <p:cNvSpPr/>
          <p:nvPr/>
        </p:nvSpPr>
        <p:spPr>
          <a:xfrm>
            <a:off x="4186809" y="8266176"/>
            <a:ext cx="36062" cy="378316"/>
          </a:xfrm>
          <a:custGeom>
            <a:avLst/>
            <a:gdLst/>
            <a:ahLst/>
            <a:cxnLst/>
            <a:rect l="0" t="0" r="r" b="b"/>
            <a:pathLst>
              <a:path w="3944" h="41373" fill="norm" stroke="1" extrusionOk="0">
                <a:moveTo>
                  <a:pt x="0" y="0"/>
                </a:moveTo>
                <a:lnTo>
                  <a:pt x="3944" y="0"/>
                </a:lnTo>
                <a:lnTo>
                  <a:pt x="3944" y="39991"/>
                </a:lnTo>
                <a:lnTo>
                  <a:pt x="0" y="41373"/>
                </a:lnTo>
                <a:close/>
              </a:path>
            </a:pathLst>
          </a:custGeom>
          <a:gradFill rotWithShape="1">
            <a:gsLst>
              <a:gs pos="0">
                <a:srgbClr val="FFDF00"/>
              </a:gs>
              <a:gs pos="100000">
                <a:srgbClr val="FFED73"/>
              </a:gs>
            </a:gsLst>
            <a:lin ang="5400000" scaled="1"/>
            <a:tileRect/>
          </a:gradFill>
          <a:ln w="0" cap="rnd" cmpd="sng" algn="ctr">
            <a:solidFill>
              <a:srgbClr val="FFFFFF">
                <a:alpha val="0"/>
              </a:srgbClr>
            </a:solidFill>
            <a:round/>
            <a:headEnd type="none"/>
            <a:tailEnd type="none"/>
          </a:ln>
        </p:spPr>
      </p:sp>
      <p:sp>
        <p:nvSpPr>
          <p:cNvPr id="1441" name="latent representation and attention / 1420 ATTN upper color"/>
          <p:cNvSpPr/>
          <p:nvPr/>
        </p:nvSpPr>
        <p:spPr>
          <a:xfrm>
            <a:off x="4219670" y="7900500"/>
            <a:ext cx="36062" cy="365676"/>
          </a:xfrm>
          <a:custGeom>
            <a:avLst/>
            <a:gdLst/>
            <a:ahLst/>
            <a:cxnLst/>
            <a:rect l="0" t="0" r="r" b="b"/>
            <a:pathLst>
              <a:path w="3944" h="39991" fill="norm" stroke="1" extrusionOk="0">
                <a:moveTo>
                  <a:pt x="0" y="0"/>
                </a:moveTo>
                <a:lnTo>
                  <a:pt x="3944" y="1503"/>
                </a:lnTo>
                <a:lnTo>
                  <a:pt x="3944" y="39991"/>
                </a:lnTo>
                <a:lnTo>
                  <a:pt x="0" y="39991"/>
                </a:lnTo>
                <a:close/>
              </a:path>
            </a:pathLst>
          </a:custGeom>
          <a:gradFill rotWithShape="1">
            <a:gsLst>
              <a:gs pos="0">
                <a:srgbClr val="FFEE73"/>
              </a:gs>
              <a:gs pos="100000">
                <a:srgbClr val="FFE100"/>
              </a:gs>
            </a:gsLst>
            <a:lin ang="5400000" scaled="1"/>
            <a:tileRect/>
          </a:gradFill>
          <a:ln w="0" cap="rnd" cmpd="sng" algn="ctr">
            <a:solidFill>
              <a:srgbClr val="FFFFFF">
                <a:alpha val="0"/>
              </a:srgbClr>
            </a:solidFill>
            <a:round/>
            <a:headEnd type="none"/>
            <a:tailEnd type="none"/>
          </a:ln>
        </p:spPr>
      </p:sp>
      <p:sp>
        <p:nvSpPr>
          <p:cNvPr id="1442" name="latent representation and attention / 1421 ATTN lower color"/>
          <p:cNvSpPr/>
          <p:nvPr/>
        </p:nvSpPr>
        <p:spPr>
          <a:xfrm>
            <a:off x="4219670" y="8266176"/>
            <a:ext cx="36062" cy="365676"/>
          </a:xfrm>
          <a:custGeom>
            <a:avLst/>
            <a:gdLst/>
            <a:ahLst/>
            <a:cxnLst/>
            <a:rect l="0" t="0" r="r" b="b"/>
            <a:pathLst>
              <a:path w="3944" h="39991" fill="norm" stroke="1" extrusionOk="0">
                <a:moveTo>
                  <a:pt x="0" y="0"/>
                </a:moveTo>
                <a:lnTo>
                  <a:pt x="3944" y="0"/>
                </a:lnTo>
                <a:lnTo>
                  <a:pt x="3944" y="38488"/>
                </a:lnTo>
                <a:lnTo>
                  <a:pt x="0" y="39991"/>
                </a:lnTo>
                <a:close/>
              </a:path>
            </a:pathLst>
          </a:custGeom>
          <a:gradFill rotWithShape="1">
            <a:gsLst>
              <a:gs pos="0">
                <a:srgbClr val="FFE100"/>
              </a:gs>
              <a:gs pos="100000">
                <a:srgbClr val="FFEE73"/>
              </a:gs>
            </a:gsLst>
            <a:lin ang="5400000" scaled="1"/>
            <a:tileRect/>
          </a:gradFill>
          <a:ln w="0" cap="rnd" cmpd="sng" algn="ctr">
            <a:solidFill>
              <a:srgbClr val="FFFFFF">
                <a:alpha val="0"/>
              </a:srgbClr>
            </a:solidFill>
            <a:round/>
            <a:headEnd type="none"/>
            <a:tailEnd type="none"/>
          </a:ln>
        </p:spPr>
      </p:sp>
      <p:sp>
        <p:nvSpPr>
          <p:cNvPr id="1443" name="latent representation and attention / 1422 ATTN upper color"/>
          <p:cNvSpPr/>
          <p:nvPr/>
        </p:nvSpPr>
        <p:spPr>
          <a:xfrm>
            <a:off x="4252532" y="7914244"/>
            <a:ext cx="36062" cy="351932"/>
          </a:xfrm>
          <a:custGeom>
            <a:avLst/>
            <a:gdLst/>
            <a:ahLst/>
            <a:cxnLst/>
            <a:rect l="0" t="0" r="r" b="b"/>
            <a:pathLst>
              <a:path w="3944" h="38488" fill="norm" stroke="1" extrusionOk="0">
                <a:moveTo>
                  <a:pt x="0" y="0"/>
                </a:moveTo>
                <a:lnTo>
                  <a:pt x="3944" y="1639"/>
                </a:lnTo>
                <a:lnTo>
                  <a:pt x="3944" y="38488"/>
                </a:lnTo>
                <a:lnTo>
                  <a:pt x="0" y="38488"/>
                </a:lnTo>
                <a:close/>
              </a:path>
            </a:pathLst>
          </a:custGeom>
          <a:gradFill rotWithShape="1">
            <a:gsLst>
              <a:gs pos="0">
                <a:srgbClr val="FFF073"/>
              </a:gs>
              <a:gs pos="100000">
                <a:srgbClr val="FFE300"/>
              </a:gs>
            </a:gsLst>
            <a:lin ang="5400000" scaled="1"/>
            <a:tileRect/>
          </a:gradFill>
          <a:ln w="0" cap="rnd" cmpd="sng" algn="ctr">
            <a:solidFill>
              <a:srgbClr val="FFFFFF">
                <a:alpha val="0"/>
              </a:srgbClr>
            </a:solidFill>
            <a:round/>
            <a:headEnd type="none"/>
            <a:tailEnd type="none"/>
          </a:ln>
        </p:spPr>
      </p:sp>
      <p:sp>
        <p:nvSpPr>
          <p:cNvPr id="1444" name="latent representation and attention / 1423 ATTN lower color"/>
          <p:cNvSpPr/>
          <p:nvPr/>
        </p:nvSpPr>
        <p:spPr>
          <a:xfrm>
            <a:off x="4252532" y="8266176"/>
            <a:ext cx="36062" cy="351932"/>
          </a:xfrm>
          <a:custGeom>
            <a:avLst/>
            <a:gdLst/>
            <a:ahLst/>
            <a:cxnLst/>
            <a:rect l="0" t="0" r="r" b="b"/>
            <a:pathLst>
              <a:path w="3944" h="38488" fill="norm" stroke="1" extrusionOk="0">
                <a:moveTo>
                  <a:pt x="0" y="0"/>
                </a:moveTo>
                <a:lnTo>
                  <a:pt x="3944" y="0"/>
                </a:lnTo>
                <a:lnTo>
                  <a:pt x="3944" y="36849"/>
                </a:lnTo>
                <a:lnTo>
                  <a:pt x="0" y="38488"/>
                </a:lnTo>
                <a:close/>
              </a:path>
            </a:pathLst>
          </a:custGeom>
          <a:gradFill rotWithShape="1">
            <a:gsLst>
              <a:gs pos="0">
                <a:srgbClr val="FFE300"/>
              </a:gs>
              <a:gs pos="100000">
                <a:srgbClr val="FFF073"/>
              </a:gs>
            </a:gsLst>
            <a:lin ang="5400000" scaled="1"/>
            <a:tileRect/>
          </a:gradFill>
          <a:ln w="0" cap="rnd" cmpd="sng" algn="ctr">
            <a:solidFill>
              <a:srgbClr val="FFFFFF">
                <a:alpha val="0"/>
              </a:srgbClr>
            </a:solidFill>
            <a:round/>
            <a:headEnd type="none"/>
            <a:tailEnd type="none"/>
          </a:ln>
        </p:spPr>
      </p:sp>
      <p:sp>
        <p:nvSpPr>
          <p:cNvPr id="1445" name="latent representation and attention / 1424 ATTN upper color"/>
          <p:cNvSpPr/>
          <p:nvPr/>
        </p:nvSpPr>
        <p:spPr>
          <a:xfrm>
            <a:off x="4285393" y="7929227"/>
            <a:ext cx="36062" cy="336949"/>
          </a:xfrm>
          <a:custGeom>
            <a:avLst/>
            <a:gdLst/>
            <a:ahLst/>
            <a:cxnLst/>
            <a:rect l="0" t="0" r="r" b="b"/>
            <a:pathLst>
              <a:path w="3944" h="36849" fill="norm" stroke="1" extrusionOk="0">
                <a:moveTo>
                  <a:pt x="0" y="0"/>
                </a:moveTo>
                <a:lnTo>
                  <a:pt x="3944" y="1793"/>
                </a:lnTo>
                <a:lnTo>
                  <a:pt x="3944" y="36849"/>
                </a:lnTo>
                <a:lnTo>
                  <a:pt x="0" y="36849"/>
                </a:lnTo>
                <a:close/>
              </a:path>
            </a:pathLst>
          </a:custGeom>
          <a:gradFill rotWithShape="1">
            <a:gsLst>
              <a:gs pos="0">
                <a:srgbClr val="FFF073"/>
              </a:gs>
              <a:gs pos="100000">
                <a:srgbClr val="FFE400"/>
              </a:gs>
            </a:gsLst>
            <a:lin ang="5400000" scaled="1"/>
            <a:tileRect/>
          </a:gradFill>
          <a:ln w="0" cap="rnd" cmpd="sng" algn="ctr">
            <a:solidFill>
              <a:srgbClr val="FFFFFF">
                <a:alpha val="0"/>
              </a:srgbClr>
            </a:solidFill>
            <a:round/>
            <a:headEnd type="none"/>
            <a:tailEnd type="none"/>
          </a:ln>
        </p:spPr>
      </p:sp>
      <p:sp>
        <p:nvSpPr>
          <p:cNvPr id="1446" name="latent representation and attention / 1425 ATTN lower color"/>
          <p:cNvSpPr/>
          <p:nvPr/>
        </p:nvSpPr>
        <p:spPr>
          <a:xfrm>
            <a:off x="4285393" y="8266176"/>
            <a:ext cx="36062" cy="336949"/>
          </a:xfrm>
          <a:custGeom>
            <a:avLst/>
            <a:gdLst/>
            <a:ahLst/>
            <a:cxnLst/>
            <a:rect l="0" t="0" r="r" b="b"/>
            <a:pathLst>
              <a:path w="3944" h="36849" fill="norm" stroke="1" extrusionOk="0">
                <a:moveTo>
                  <a:pt x="0" y="0"/>
                </a:moveTo>
                <a:lnTo>
                  <a:pt x="3944" y="0"/>
                </a:lnTo>
                <a:lnTo>
                  <a:pt x="3944" y="35056"/>
                </a:lnTo>
                <a:lnTo>
                  <a:pt x="0" y="36849"/>
                </a:lnTo>
                <a:close/>
              </a:path>
            </a:pathLst>
          </a:custGeom>
          <a:gradFill rotWithShape="1">
            <a:gsLst>
              <a:gs pos="0">
                <a:srgbClr val="FFE400"/>
              </a:gs>
              <a:gs pos="100000">
                <a:srgbClr val="FFF073"/>
              </a:gs>
            </a:gsLst>
            <a:lin ang="5400000" scaled="1"/>
            <a:tileRect/>
          </a:gradFill>
          <a:ln w="0" cap="rnd" cmpd="sng" algn="ctr">
            <a:solidFill>
              <a:srgbClr val="FFFFFF">
                <a:alpha val="0"/>
              </a:srgbClr>
            </a:solidFill>
            <a:round/>
            <a:headEnd type="none"/>
            <a:tailEnd type="none"/>
          </a:ln>
        </p:spPr>
      </p:sp>
      <p:sp>
        <p:nvSpPr>
          <p:cNvPr id="1447" name="latent representation and attention / 1426 ATTN upper color"/>
          <p:cNvSpPr/>
          <p:nvPr/>
        </p:nvSpPr>
        <p:spPr>
          <a:xfrm>
            <a:off x="4318254" y="7945622"/>
            <a:ext cx="36062" cy="320554"/>
          </a:xfrm>
          <a:custGeom>
            <a:avLst/>
            <a:gdLst/>
            <a:ahLst/>
            <a:cxnLst/>
            <a:rect l="0" t="0" r="r" b="b"/>
            <a:pathLst>
              <a:path w="3944" h="35056" fill="norm" stroke="1" extrusionOk="0">
                <a:moveTo>
                  <a:pt x="0" y="0"/>
                </a:moveTo>
                <a:lnTo>
                  <a:pt x="3944" y="1973"/>
                </a:lnTo>
                <a:lnTo>
                  <a:pt x="3944" y="35056"/>
                </a:lnTo>
                <a:lnTo>
                  <a:pt x="0" y="35056"/>
                </a:lnTo>
                <a:close/>
              </a:path>
            </a:pathLst>
          </a:custGeom>
          <a:gradFill rotWithShape="1">
            <a:gsLst>
              <a:gs pos="0">
                <a:srgbClr val="FFF173"/>
              </a:gs>
              <a:gs pos="100000">
                <a:srgbClr val="FFE600"/>
              </a:gs>
            </a:gsLst>
            <a:lin ang="5400000" scaled="1"/>
            <a:tileRect/>
          </a:gradFill>
          <a:ln w="0" cap="rnd" cmpd="sng" algn="ctr">
            <a:solidFill>
              <a:srgbClr val="FFFFFF">
                <a:alpha val="0"/>
              </a:srgbClr>
            </a:solidFill>
            <a:round/>
            <a:headEnd type="none"/>
            <a:tailEnd type="none"/>
          </a:ln>
        </p:spPr>
      </p:sp>
      <p:sp>
        <p:nvSpPr>
          <p:cNvPr id="1448" name="latent representation and attention / 1427 ATTN lower color"/>
          <p:cNvSpPr/>
          <p:nvPr/>
        </p:nvSpPr>
        <p:spPr>
          <a:xfrm>
            <a:off x="4318254" y="8266176"/>
            <a:ext cx="36062" cy="320554"/>
          </a:xfrm>
          <a:custGeom>
            <a:avLst/>
            <a:gdLst/>
            <a:ahLst/>
            <a:cxnLst/>
            <a:rect l="0" t="0" r="r" b="b"/>
            <a:pathLst>
              <a:path w="3944" h="35056" fill="norm" stroke="1" extrusionOk="0">
                <a:moveTo>
                  <a:pt x="0" y="0"/>
                </a:moveTo>
                <a:lnTo>
                  <a:pt x="3944" y="0"/>
                </a:lnTo>
                <a:lnTo>
                  <a:pt x="3944" y="33084"/>
                </a:lnTo>
                <a:lnTo>
                  <a:pt x="0" y="35056"/>
                </a:lnTo>
                <a:close/>
              </a:path>
            </a:pathLst>
          </a:custGeom>
          <a:gradFill rotWithShape="1">
            <a:gsLst>
              <a:gs pos="0">
                <a:srgbClr val="FFE600"/>
              </a:gs>
              <a:gs pos="100000">
                <a:srgbClr val="FFF173"/>
              </a:gs>
            </a:gsLst>
            <a:lin ang="5400000" scaled="1"/>
            <a:tileRect/>
          </a:gradFill>
          <a:ln w="0" cap="rnd" cmpd="sng" algn="ctr">
            <a:solidFill>
              <a:srgbClr val="FFFFFF">
                <a:alpha val="0"/>
              </a:srgbClr>
            </a:solidFill>
            <a:round/>
            <a:headEnd type="none"/>
            <a:tailEnd type="none"/>
          </a:ln>
        </p:spPr>
      </p:sp>
      <p:sp>
        <p:nvSpPr>
          <p:cNvPr id="1449" name="latent representation and attention / 1428 ATTN upper color"/>
          <p:cNvSpPr/>
          <p:nvPr/>
        </p:nvSpPr>
        <p:spPr>
          <a:xfrm>
            <a:off x="4351115" y="7963660"/>
            <a:ext cx="36062" cy="302516"/>
          </a:xfrm>
          <a:custGeom>
            <a:avLst/>
            <a:gdLst/>
            <a:ahLst/>
            <a:cxnLst/>
            <a:rect l="0" t="0" r="r" b="b"/>
            <a:pathLst>
              <a:path w="3944" h="33084" fill="norm" stroke="1" extrusionOk="0">
                <a:moveTo>
                  <a:pt x="0" y="0"/>
                </a:moveTo>
                <a:lnTo>
                  <a:pt x="3944" y="2187"/>
                </a:lnTo>
                <a:lnTo>
                  <a:pt x="3944" y="33084"/>
                </a:lnTo>
                <a:lnTo>
                  <a:pt x="0" y="33084"/>
                </a:lnTo>
                <a:close/>
              </a:path>
            </a:pathLst>
          </a:custGeom>
          <a:gradFill rotWithShape="1">
            <a:gsLst>
              <a:gs pos="0">
                <a:srgbClr val="FFF273"/>
              </a:gs>
              <a:gs pos="100000">
                <a:srgbClr val="FFE800"/>
              </a:gs>
            </a:gsLst>
            <a:lin ang="5400000" scaled="1"/>
            <a:tileRect/>
          </a:gradFill>
          <a:ln w="0" cap="rnd" cmpd="sng" algn="ctr">
            <a:solidFill>
              <a:srgbClr val="FFFFFF">
                <a:alpha val="0"/>
              </a:srgbClr>
            </a:solidFill>
            <a:round/>
            <a:headEnd type="none"/>
            <a:tailEnd type="none"/>
          </a:ln>
        </p:spPr>
      </p:sp>
      <p:sp>
        <p:nvSpPr>
          <p:cNvPr id="1450" name="latent representation and attention / 1429 ATTN lower color"/>
          <p:cNvSpPr/>
          <p:nvPr/>
        </p:nvSpPr>
        <p:spPr>
          <a:xfrm>
            <a:off x="4351115" y="8266176"/>
            <a:ext cx="36062" cy="302516"/>
          </a:xfrm>
          <a:custGeom>
            <a:avLst/>
            <a:gdLst/>
            <a:ahLst/>
            <a:cxnLst/>
            <a:rect l="0" t="0" r="r" b="b"/>
            <a:pathLst>
              <a:path w="3944" h="33084" fill="norm" stroke="1" extrusionOk="0">
                <a:moveTo>
                  <a:pt x="0" y="0"/>
                </a:moveTo>
                <a:lnTo>
                  <a:pt x="3944" y="0"/>
                </a:lnTo>
                <a:lnTo>
                  <a:pt x="3944" y="30897"/>
                </a:lnTo>
                <a:lnTo>
                  <a:pt x="0" y="33084"/>
                </a:lnTo>
                <a:close/>
              </a:path>
            </a:pathLst>
          </a:custGeom>
          <a:gradFill rotWithShape="1">
            <a:gsLst>
              <a:gs pos="0">
                <a:srgbClr val="FFE800"/>
              </a:gs>
              <a:gs pos="100000">
                <a:srgbClr val="FFF273"/>
              </a:gs>
            </a:gsLst>
            <a:lin ang="5400000" scaled="1"/>
            <a:tileRect/>
          </a:gradFill>
          <a:ln w="0" cap="rnd" cmpd="sng" algn="ctr">
            <a:solidFill>
              <a:srgbClr val="FFFFFF">
                <a:alpha val="0"/>
              </a:srgbClr>
            </a:solidFill>
            <a:round/>
            <a:headEnd type="none"/>
            <a:tailEnd type="none"/>
          </a:ln>
        </p:spPr>
      </p:sp>
      <p:sp>
        <p:nvSpPr>
          <p:cNvPr id="1451" name="latent representation and attention / 1430 ATTN upper color"/>
          <p:cNvSpPr/>
          <p:nvPr/>
        </p:nvSpPr>
        <p:spPr>
          <a:xfrm>
            <a:off x="4383976" y="7983654"/>
            <a:ext cx="36062" cy="282522"/>
          </a:xfrm>
          <a:custGeom>
            <a:avLst/>
            <a:gdLst/>
            <a:ahLst/>
            <a:cxnLst/>
            <a:rect l="0" t="0" r="r" b="b"/>
            <a:pathLst>
              <a:path w="3944" h="30897" fill="norm" stroke="1" extrusionOk="0">
                <a:moveTo>
                  <a:pt x="0" y="0"/>
                </a:moveTo>
                <a:lnTo>
                  <a:pt x="3944" y="2450"/>
                </a:lnTo>
                <a:lnTo>
                  <a:pt x="3944" y="30897"/>
                </a:lnTo>
                <a:lnTo>
                  <a:pt x="0" y="30897"/>
                </a:lnTo>
                <a:close/>
              </a:path>
            </a:pathLst>
          </a:custGeom>
          <a:gradFill rotWithShape="1">
            <a:gsLst>
              <a:gs pos="0">
                <a:srgbClr val="FFF373"/>
              </a:gs>
              <a:gs pos="100000">
                <a:srgbClr val="FFE900"/>
              </a:gs>
            </a:gsLst>
            <a:lin ang="5400000" scaled="1"/>
            <a:tileRect/>
          </a:gradFill>
          <a:ln w="0" cap="rnd" cmpd="sng" algn="ctr">
            <a:solidFill>
              <a:srgbClr val="FFFFFF">
                <a:alpha val="0"/>
              </a:srgbClr>
            </a:solidFill>
            <a:round/>
            <a:headEnd type="none"/>
            <a:tailEnd type="none"/>
          </a:ln>
        </p:spPr>
      </p:sp>
      <p:sp>
        <p:nvSpPr>
          <p:cNvPr id="1452" name="latent representation and attention / 1431 ATTN lower color"/>
          <p:cNvSpPr/>
          <p:nvPr/>
        </p:nvSpPr>
        <p:spPr>
          <a:xfrm>
            <a:off x="4383976" y="8266176"/>
            <a:ext cx="36062" cy="282522"/>
          </a:xfrm>
          <a:custGeom>
            <a:avLst/>
            <a:gdLst/>
            <a:ahLst/>
            <a:cxnLst/>
            <a:rect l="0" t="0" r="r" b="b"/>
            <a:pathLst>
              <a:path w="3944" h="30897" fill="norm" stroke="1" extrusionOk="0">
                <a:moveTo>
                  <a:pt x="0" y="0"/>
                </a:moveTo>
                <a:lnTo>
                  <a:pt x="3944" y="0"/>
                </a:lnTo>
                <a:lnTo>
                  <a:pt x="3944" y="28447"/>
                </a:lnTo>
                <a:lnTo>
                  <a:pt x="0" y="30897"/>
                </a:lnTo>
                <a:close/>
              </a:path>
            </a:pathLst>
          </a:custGeom>
          <a:gradFill rotWithShape="1">
            <a:gsLst>
              <a:gs pos="0">
                <a:srgbClr val="FFE900"/>
              </a:gs>
              <a:gs pos="100000">
                <a:srgbClr val="FFF373"/>
              </a:gs>
            </a:gsLst>
            <a:lin ang="5400000" scaled="1"/>
            <a:tileRect/>
          </a:gradFill>
          <a:ln w="0" cap="rnd" cmpd="sng" algn="ctr">
            <a:solidFill>
              <a:srgbClr val="FFFFFF">
                <a:alpha val="0"/>
              </a:srgbClr>
            </a:solidFill>
            <a:round/>
            <a:headEnd type="none"/>
            <a:tailEnd type="none"/>
          </a:ln>
        </p:spPr>
      </p:sp>
      <p:sp>
        <p:nvSpPr>
          <p:cNvPr id="1453" name="latent representation and attention / 1432 ATTN upper color"/>
          <p:cNvSpPr/>
          <p:nvPr/>
        </p:nvSpPr>
        <p:spPr>
          <a:xfrm>
            <a:off x="4416838" y="8006056"/>
            <a:ext cx="36062" cy="260120"/>
          </a:xfrm>
          <a:custGeom>
            <a:avLst/>
            <a:gdLst/>
            <a:ahLst/>
            <a:cxnLst/>
            <a:rect l="0" t="0" r="r" b="b"/>
            <a:pathLst>
              <a:path w="3944" h="28447" fill="norm" stroke="1" extrusionOk="0">
                <a:moveTo>
                  <a:pt x="0" y="0"/>
                </a:moveTo>
                <a:lnTo>
                  <a:pt x="3944" y="2789"/>
                </a:lnTo>
                <a:lnTo>
                  <a:pt x="3944" y="28447"/>
                </a:lnTo>
                <a:lnTo>
                  <a:pt x="0" y="28447"/>
                </a:lnTo>
                <a:close/>
              </a:path>
            </a:pathLst>
          </a:custGeom>
          <a:gradFill rotWithShape="1">
            <a:gsLst>
              <a:gs pos="0">
                <a:srgbClr val="FFF473"/>
              </a:gs>
              <a:gs pos="100000">
                <a:srgbClr val="FFEB00"/>
              </a:gs>
            </a:gsLst>
            <a:lin ang="5400000" scaled="1"/>
            <a:tileRect/>
          </a:gradFill>
          <a:ln w="0" cap="rnd" cmpd="sng" algn="ctr">
            <a:solidFill>
              <a:srgbClr val="FFFFFF">
                <a:alpha val="0"/>
              </a:srgbClr>
            </a:solidFill>
            <a:round/>
            <a:headEnd type="none"/>
            <a:tailEnd type="none"/>
          </a:ln>
        </p:spPr>
      </p:sp>
      <p:sp>
        <p:nvSpPr>
          <p:cNvPr id="1454" name="latent representation and attention / 1433 ATTN lower color"/>
          <p:cNvSpPr/>
          <p:nvPr/>
        </p:nvSpPr>
        <p:spPr>
          <a:xfrm>
            <a:off x="4416838" y="8266176"/>
            <a:ext cx="36062" cy="260120"/>
          </a:xfrm>
          <a:custGeom>
            <a:avLst/>
            <a:gdLst/>
            <a:ahLst/>
            <a:cxnLst/>
            <a:rect l="0" t="0" r="r" b="b"/>
            <a:pathLst>
              <a:path w="3944" h="28447" fill="norm" stroke="1" extrusionOk="0">
                <a:moveTo>
                  <a:pt x="0" y="0"/>
                </a:moveTo>
                <a:lnTo>
                  <a:pt x="3944" y="0"/>
                </a:lnTo>
                <a:lnTo>
                  <a:pt x="3944" y="25659"/>
                </a:lnTo>
                <a:lnTo>
                  <a:pt x="0" y="28447"/>
                </a:lnTo>
                <a:close/>
              </a:path>
            </a:pathLst>
          </a:custGeom>
          <a:gradFill rotWithShape="1">
            <a:gsLst>
              <a:gs pos="0">
                <a:srgbClr val="FFEB00"/>
              </a:gs>
              <a:gs pos="100000">
                <a:srgbClr val="FFF473"/>
              </a:gs>
            </a:gsLst>
            <a:lin ang="5400000" scaled="1"/>
            <a:tileRect/>
          </a:gradFill>
          <a:ln w="0" cap="rnd" cmpd="sng" algn="ctr">
            <a:solidFill>
              <a:srgbClr val="FFFFFF">
                <a:alpha val="0"/>
              </a:srgbClr>
            </a:solidFill>
            <a:round/>
            <a:headEnd type="none"/>
            <a:tailEnd type="none"/>
          </a:ln>
        </p:spPr>
      </p:sp>
      <p:sp>
        <p:nvSpPr>
          <p:cNvPr id="1455" name="latent representation and attention / 1434 ATTN upper color"/>
          <p:cNvSpPr/>
          <p:nvPr/>
        </p:nvSpPr>
        <p:spPr>
          <a:xfrm>
            <a:off x="4449699" y="8031555"/>
            <a:ext cx="36062" cy="234621"/>
          </a:xfrm>
          <a:custGeom>
            <a:avLst/>
            <a:gdLst/>
            <a:ahLst/>
            <a:cxnLst/>
            <a:rect l="0" t="0" r="r" b="b"/>
            <a:pathLst>
              <a:path w="3944" h="25659" fill="norm" stroke="1" extrusionOk="0">
                <a:moveTo>
                  <a:pt x="0" y="0"/>
                </a:moveTo>
                <a:lnTo>
                  <a:pt x="3944" y="3253"/>
                </a:lnTo>
                <a:lnTo>
                  <a:pt x="3944" y="25659"/>
                </a:lnTo>
                <a:lnTo>
                  <a:pt x="0" y="25659"/>
                </a:lnTo>
                <a:close/>
              </a:path>
            </a:pathLst>
          </a:custGeom>
          <a:gradFill rotWithShape="1">
            <a:gsLst>
              <a:gs pos="0">
                <a:srgbClr val="FFF573"/>
              </a:gs>
              <a:gs pos="100000">
                <a:srgbClr val="FFED00"/>
              </a:gs>
            </a:gsLst>
            <a:lin ang="5400000" scaled="1"/>
            <a:tileRect/>
          </a:gradFill>
          <a:ln w="0" cap="rnd" cmpd="sng" algn="ctr">
            <a:solidFill>
              <a:srgbClr val="FFFFFF">
                <a:alpha val="0"/>
              </a:srgbClr>
            </a:solidFill>
            <a:round/>
            <a:headEnd type="none"/>
            <a:tailEnd type="none"/>
          </a:ln>
        </p:spPr>
      </p:sp>
      <p:sp>
        <p:nvSpPr>
          <p:cNvPr id="1456" name="latent representation and attention / 1435 ATTN lower color"/>
          <p:cNvSpPr/>
          <p:nvPr/>
        </p:nvSpPr>
        <p:spPr>
          <a:xfrm>
            <a:off x="4449699" y="8266176"/>
            <a:ext cx="36062" cy="234621"/>
          </a:xfrm>
          <a:custGeom>
            <a:avLst/>
            <a:gdLst/>
            <a:ahLst/>
            <a:cxnLst/>
            <a:rect l="0" t="0" r="r" b="b"/>
            <a:pathLst>
              <a:path w="3944" h="25659" fill="norm" stroke="1" extrusionOk="0">
                <a:moveTo>
                  <a:pt x="0" y="0"/>
                </a:moveTo>
                <a:lnTo>
                  <a:pt x="3944" y="0"/>
                </a:lnTo>
                <a:lnTo>
                  <a:pt x="3944" y="22405"/>
                </a:lnTo>
                <a:lnTo>
                  <a:pt x="0" y="25659"/>
                </a:lnTo>
                <a:close/>
              </a:path>
            </a:pathLst>
          </a:custGeom>
          <a:gradFill rotWithShape="1">
            <a:gsLst>
              <a:gs pos="0">
                <a:srgbClr val="FFED00"/>
              </a:gs>
              <a:gs pos="100000">
                <a:srgbClr val="FFF573"/>
              </a:gs>
            </a:gsLst>
            <a:lin ang="5400000" scaled="1"/>
            <a:tileRect/>
          </a:gradFill>
          <a:ln w="0" cap="rnd" cmpd="sng" algn="ctr">
            <a:solidFill>
              <a:srgbClr val="FFFFFF">
                <a:alpha val="0"/>
              </a:srgbClr>
            </a:solidFill>
            <a:round/>
            <a:headEnd type="none"/>
            <a:tailEnd type="none"/>
          </a:ln>
        </p:spPr>
      </p:sp>
      <p:sp>
        <p:nvSpPr>
          <p:cNvPr id="1457" name="latent representation and attention / 1436 ATTN upper color"/>
          <p:cNvSpPr/>
          <p:nvPr/>
        </p:nvSpPr>
        <p:spPr>
          <a:xfrm>
            <a:off x="4482560" y="8061302"/>
            <a:ext cx="36062" cy="204874"/>
          </a:xfrm>
          <a:custGeom>
            <a:avLst/>
            <a:gdLst/>
            <a:ahLst/>
            <a:cxnLst/>
            <a:rect l="0" t="0" r="r" b="b"/>
            <a:pathLst>
              <a:path w="3944" h="22405" fill="norm" stroke="1" extrusionOk="0">
                <a:moveTo>
                  <a:pt x="0" y="0"/>
                </a:moveTo>
                <a:lnTo>
                  <a:pt x="3944" y="3962"/>
                </a:lnTo>
                <a:lnTo>
                  <a:pt x="3944" y="22405"/>
                </a:lnTo>
                <a:lnTo>
                  <a:pt x="0" y="22405"/>
                </a:lnTo>
                <a:close/>
              </a:path>
            </a:pathLst>
          </a:custGeom>
          <a:gradFill rotWithShape="1">
            <a:gsLst>
              <a:gs pos="0">
                <a:srgbClr val="FFF673"/>
              </a:gs>
              <a:gs pos="100000">
                <a:srgbClr val="FFEF00"/>
              </a:gs>
            </a:gsLst>
            <a:lin ang="5400000" scaled="1"/>
            <a:tileRect/>
          </a:gradFill>
          <a:ln w="0" cap="rnd" cmpd="sng" algn="ctr">
            <a:solidFill>
              <a:srgbClr val="FFFFFF">
                <a:alpha val="0"/>
              </a:srgbClr>
            </a:solidFill>
            <a:round/>
            <a:headEnd type="none"/>
            <a:tailEnd type="none"/>
          </a:ln>
        </p:spPr>
      </p:sp>
      <p:sp>
        <p:nvSpPr>
          <p:cNvPr id="1458" name="latent representation and attention / 1437 ATTN lower color"/>
          <p:cNvSpPr/>
          <p:nvPr/>
        </p:nvSpPr>
        <p:spPr>
          <a:xfrm>
            <a:off x="4482560" y="8266176"/>
            <a:ext cx="36062" cy="204874"/>
          </a:xfrm>
          <a:custGeom>
            <a:avLst/>
            <a:gdLst/>
            <a:ahLst/>
            <a:cxnLst/>
            <a:rect l="0" t="0" r="r" b="b"/>
            <a:pathLst>
              <a:path w="3944" h="22405" fill="norm" stroke="1" extrusionOk="0">
                <a:moveTo>
                  <a:pt x="0" y="0"/>
                </a:moveTo>
                <a:lnTo>
                  <a:pt x="3944" y="0"/>
                </a:lnTo>
                <a:lnTo>
                  <a:pt x="3944" y="18443"/>
                </a:lnTo>
                <a:lnTo>
                  <a:pt x="0" y="22405"/>
                </a:lnTo>
                <a:close/>
              </a:path>
            </a:pathLst>
          </a:custGeom>
          <a:gradFill rotWithShape="1">
            <a:gsLst>
              <a:gs pos="0">
                <a:srgbClr val="FFEF00"/>
              </a:gs>
              <a:gs pos="100000">
                <a:srgbClr val="FFF673"/>
              </a:gs>
            </a:gsLst>
            <a:lin ang="5400000" scaled="1"/>
            <a:tileRect/>
          </a:gradFill>
          <a:ln w="0" cap="rnd" cmpd="sng" algn="ctr">
            <a:solidFill>
              <a:srgbClr val="FFFFFF">
                <a:alpha val="0"/>
              </a:srgbClr>
            </a:solidFill>
            <a:round/>
            <a:headEnd type="none"/>
            <a:tailEnd type="none"/>
          </a:ln>
        </p:spPr>
      </p:sp>
      <p:sp>
        <p:nvSpPr>
          <p:cNvPr id="1459" name="latent representation and attention / 1438 ATTN upper color"/>
          <p:cNvSpPr/>
          <p:nvPr/>
        </p:nvSpPr>
        <p:spPr>
          <a:xfrm>
            <a:off x="4515422" y="8097531"/>
            <a:ext cx="36062" cy="168645"/>
          </a:xfrm>
          <a:custGeom>
            <a:avLst/>
            <a:gdLst/>
            <a:ahLst/>
            <a:cxnLst/>
            <a:rect l="0" t="0" r="r" b="b"/>
            <a:pathLst>
              <a:path w="3944" h="18443" fill="norm" stroke="1" extrusionOk="0">
                <a:moveTo>
                  <a:pt x="0" y="0"/>
                </a:moveTo>
                <a:lnTo>
                  <a:pt x="3944" y="5297"/>
                </a:lnTo>
                <a:lnTo>
                  <a:pt x="3944" y="18443"/>
                </a:lnTo>
                <a:lnTo>
                  <a:pt x="0" y="18443"/>
                </a:lnTo>
                <a:close/>
              </a:path>
            </a:pathLst>
          </a:custGeom>
          <a:gradFill rotWithShape="1">
            <a:gsLst>
              <a:gs pos="0">
                <a:srgbClr val="FFF773"/>
              </a:gs>
              <a:gs pos="100000">
                <a:srgbClr val="FFF000"/>
              </a:gs>
            </a:gsLst>
            <a:lin ang="5400000" scaled="1"/>
            <a:tileRect/>
          </a:gradFill>
          <a:ln w="0" cap="rnd" cmpd="sng" algn="ctr">
            <a:solidFill>
              <a:srgbClr val="FFFFFF">
                <a:alpha val="0"/>
              </a:srgbClr>
            </a:solidFill>
            <a:round/>
            <a:headEnd type="none"/>
            <a:tailEnd type="none"/>
          </a:ln>
        </p:spPr>
      </p:sp>
      <p:sp>
        <p:nvSpPr>
          <p:cNvPr id="1460" name="latent representation and attention / 1439 ATTN lower color"/>
          <p:cNvSpPr/>
          <p:nvPr/>
        </p:nvSpPr>
        <p:spPr>
          <a:xfrm>
            <a:off x="4515422" y="8266176"/>
            <a:ext cx="36062" cy="168645"/>
          </a:xfrm>
          <a:custGeom>
            <a:avLst/>
            <a:gdLst/>
            <a:ahLst/>
            <a:cxnLst/>
            <a:rect l="0" t="0" r="r" b="b"/>
            <a:pathLst>
              <a:path w="3944" h="18443" fill="norm" stroke="1" extrusionOk="0">
                <a:moveTo>
                  <a:pt x="0" y="0"/>
                </a:moveTo>
                <a:lnTo>
                  <a:pt x="3944" y="0"/>
                </a:lnTo>
                <a:lnTo>
                  <a:pt x="3944" y="13146"/>
                </a:lnTo>
                <a:lnTo>
                  <a:pt x="0" y="18443"/>
                </a:lnTo>
                <a:close/>
              </a:path>
            </a:pathLst>
          </a:custGeom>
          <a:gradFill rotWithShape="1">
            <a:gsLst>
              <a:gs pos="0">
                <a:srgbClr val="FFF000"/>
              </a:gs>
              <a:gs pos="100000">
                <a:srgbClr val="FFF773"/>
              </a:gs>
            </a:gsLst>
            <a:lin ang="5400000" scaled="1"/>
            <a:tileRect/>
          </a:gradFill>
          <a:ln w="0" cap="rnd" cmpd="sng" algn="ctr">
            <a:solidFill>
              <a:srgbClr val="FFFFFF">
                <a:alpha val="0"/>
              </a:srgbClr>
            </a:solidFill>
            <a:round/>
            <a:headEnd type="none"/>
            <a:tailEnd type="none"/>
          </a:ln>
        </p:spPr>
      </p:sp>
      <p:sp>
        <p:nvSpPr>
          <p:cNvPr id="1461" name="latent representation and attention / 1440 ATTN upper color"/>
          <p:cNvSpPr/>
          <p:nvPr/>
        </p:nvSpPr>
        <p:spPr>
          <a:xfrm>
            <a:off x="4548283" y="8145968"/>
            <a:ext cx="36062" cy="120208"/>
          </a:xfrm>
          <a:custGeom>
            <a:avLst/>
            <a:gdLst/>
            <a:ahLst/>
            <a:cxnLst/>
            <a:rect l="0" t="0" r="r" b="b"/>
            <a:pathLst>
              <a:path w="3944" h="13146" fill="norm" stroke="1" extrusionOk="0">
                <a:moveTo>
                  <a:pt x="0" y="0"/>
                </a:moveTo>
                <a:lnTo>
                  <a:pt x="3944" y="13146"/>
                </a:lnTo>
                <a:lnTo>
                  <a:pt x="3944" y="13146"/>
                </a:lnTo>
                <a:lnTo>
                  <a:pt x="0" y="13146"/>
                </a:lnTo>
                <a:close/>
              </a:path>
            </a:pathLst>
          </a:custGeom>
          <a:gradFill rotWithShape="1">
            <a:gsLst>
              <a:gs pos="0">
                <a:srgbClr val="FFF873"/>
              </a:gs>
              <a:gs pos="100000">
                <a:srgbClr val="FFF200"/>
              </a:gs>
            </a:gsLst>
            <a:lin ang="5400000" scaled="1"/>
            <a:tileRect/>
          </a:gradFill>
          <a:ln w="0" cap="rnd" cmpd="sng" algn="ctr">
            <a:solidFill>
              <a:srgbClr val="FFFFFF">
                <a:alpha val="0"/>
              </a:srgbClr>
            </a:solidFill>
            <a:round/>
            <a:headEnd type="none"/>
            <a:tailEnd type="none"/>
          </a:ln>
        </p:spPr>
      </p:sp>
      <p:sp>
        <p:nvSpPr>
          <p:cNvPr id="1462" name="latent representation and attention / 1441 ATTN lower color"/>
          <p:cNvSpPr/>
          <p:nvPr/>
        </p:nvSpPr>
        <p:spPr>
          <a:xfrm>
            <a:off x="4548283" y="8266176"/>
            <a:ext cx="36062" cy="120208"/>
          </a:xfrm>
          <a:custGeom>
            <a:avLst/>
            <a:gdLst/>
            <a:ahLst/>
            <a:cxnLst/>
            <a:rect l="0" t="0" r="r" b="b"/>
            <a:pathLst>
              <a:path w="3944" h="13146" fill="norm" stroke="1" extrusionOk="0">
                <a:moveTo>
                  <a:pt x="0" y="0"/>
                </a:moveTo>
                <a:lnTo>
                  <a:pt x="3944" y="0"/>
                </a:lnTo>
                <a:lnTo>
                  <a:pt x="3944" y="0"/>
                </a:lnTo>
                <a:lnTo>
                  <a:pt x="0" y="13146"/>
                </a:lnTo>
                <a:close/>
              </a:path>
            </a:pathLst>
          </a:custGeom>
          <a:gradFill rotWithShape="1">
            <a:gsLst>
              <a:gs pos="0">
                <a:srgbClr val="FFF200"/>
              </a:gs>
              <a:gs pos="100000">
                <a:srgbClr val="FFF873"/>
              </a:gs>
            </a:gsLst>
            <a:lin ang="5400000" scaled="1"/>
            <a:tileRect/>
          </a:gradFill>
          <a:ln w="0" cap="rnd" cmpd="sng" algn="ctr">
            <a:solidFill>
              <a:srgbClr val="FFFFFF">
                <a:alpha val="0"/>
              </a:srgbClr>
            </a:solidFill>
            <a:round/>
            <a:headEnd type="none"/>
            <a:tailEnd type="none"/>
          </a:ln>
        </p:spPr>
      </p:sp>
      <p:sp>
        <p:nvSpPr>
          <p:cNvPr id="1463" name="latent representation and attention / 1442 ATTN border"/>
          <p:cNvSpPr/>
          <p:nvPr/>
        </p:nvSpPr>
        <p:spPr>
          <a:xfrm>
            <a:off x="2478024" y="7781544"/>
            <a:ext cx="2103120" cy="969264"/>
          </a:xfrm>
          <a:custGeom>
            <a:avLst/>
            <a:gdLst/>
            <a:ahLst/>
            <a:cxnLst/>
            <a:rect l="0" t="0" r="r" b="b"/>
            <a:pathLst>
              <a:path w="230000" h="106000" fill="none" stroke="1" extrusionOk="0">
                <a:moveTo>
                  <a:pt x="230000" y="53000"/>
                </a:moveTo>
                <a:cubicBezTo>
                  <a:pt x="230000" y="82271"/>
                  <a:pt x="178513" y="106000"/>
                  <a:pt x="115000" y="106000"/>
                </a:cubicBezTo>
                <a:cubicBezTo>
                  <a:pt x="51487" y="106000"/>
                  <a:pt x="0" y="82271"/>
                  <a:pt x="0" y="53000"/>
                </a:cubicBezTo>
                <a:cubicBezTo>
                  <a:pt x="0" y="23729"/>
                  <a:pt x="51487" y="0"/>
                  <a:pt x="115000" y="0"/>
                </a:cubicBezTo>
                <a:cubicBezTo>
                  <a:pt x="178513" y="0"/>
                  <a:pt x="230000" y="23729"/>
                  <a:pt x="230000" y="53000"/>
                </a:cubicBezTo>
                <a:close/>
              </a:path>
            </a:pathLst>
          </a:custGeom>
          <a:noFill/>
          <a:ln w="41148" cap="rnd" cmpd="sng" algn="ctr">
            <a:solidFill>
              <a:srgbClr val="000000"/>
            </a:solidFill>
            <a:round/>
            <a:headEnd type="none"/>
            <a:tailEnd type="none"/>
          </a:ln>
        </p:spPr>
      </p:sp>
      <p:sp>
        <p:nvSpPr>
          <p:cNvPr id="1464" name="latent representation and attention / 1443 OUT inner highlight"/>
          <p:cNvSpPr/>
          <p:nvPr/>
        </p:nvSpPr>
        <p:spPr>
          <a:xfrm>
            <a:off x="594360" y="7836408"/>
            <a:ext cx="1609344" cy="859536"/>
          </a:xfrm>
          <a:custGeom>
            <a:avLst/>
            <a:gdLst/>
            <a:ahLst/>
            <a:cxnLst/>
            <a:rect l="0" t="0" r="r" b="b"/>
            <a:pathLst>
              <a:path w="176000" h="94000" fill="none" stroke="1" extrusionOk="0">
                <a:moveTo>
                  <a:pt x="176000" y="47000"/>
                </a:moveTo>
                <a:cubicBezTo>
                  <a:pt x="176000" y="72957"/>
                  <a:pt x="136601" y="94000"/>
                  <a:pt x="88000" y="94000"/>
                </a:cubicBezTo>
                <a:cubicBezTo>
                  <a:pt x="39399" y="94000"/>
                  <a:pt x="0" y="72957"/>
                  <a:pt x="0" y="47000"/>
                </a:cubicBezTo>
                <a:cubicBezTo>
                  <a:pt x="0" y="21043"/>
                  <a:pt x="39399" y="0"/>
                  <a:pt x="88000" y="0"/>
                </a:cubicBezTo>
                <a:cubicBezTo>
                  <a:pt x="136601" y="0"/>
                  <a:pt x="176000" y="21043"/>
                  <a:pt x="176000" y="47000"/>
                </a:cubicBezTo>
                <a:close/>
              </a:path>
            </a:pathLst>
          </a:custGeom>
          <a:noFill/>
          <a:ln w="45720" cap="rnd" cmpd="sng" algn="ctr">
            <a:solidFill>
              <a:srgbClr val="FFFFFF">
                <a:alpha val="28000"/>
              </a:srgbClr>
            </a:solidFill>
            <a:round/>
            <a:headEnd type="none"/>
            <a:tailEnd type="none"/>
          </a:ln>
        </p:spPr>
      </p:sp>
      <p:sp>
        <p:nvSpPr>
          <p:cNvPr id="1465" name="latent representation and attention / 1444 ATTN inner highlight"/>
          <p:cNvSpPr/>
          <p:nvPr/>
        </p:nvSpPr>
        <p:spPr>
          <a:xfrm>
            <a:off x="2532888" y="7836408"/>
            <a:ext cx="1993392" cy="859536"/>
          </a:xfrm>
          <a:custGeom>
            <a:avLst/>
            <a:gdLst/>
            <a:ahLst/>
            <a:cxnLst/>
            <a:rect l="0" t="0" r="r" b="b"/>
            <a:pathLst>
              <a:path w="218000" h="94000" fill="none" stroke="1" extrusionOk="0">
                <a:moveTo>
                  <a:pt x="218000" y="47000"/>
                </a:moveTo>
                <a:cubicBezTo>
                  <a:pt x="218000" y="72957"/>
                  <a:pt x="169199" y="94000"/>
                  <a:pt x="109000" y="94000"/>
                </a:cubicBezTo>
                <a:cubicBezTo>
                  <a:pt x="48801" y="94000"/>
                  <a:pt x="0" y="72957"/>
                  <a:pt x="0" y="47000"/>
                </a:cubicBezTo>
                <a:cubicBezTo>
                  <a:pt x="0" y="21043"/>
                  <a:pt x="48801" y="0"/>
                  <a:pt x="109000" y="0"/>
                </a:cubicBezTo>
                <a:cubicBezTo>
                  <a:pt x="169199" y="0"/>
                  <a:pt x="218000" y="21043"/>
                  <a:pt x="218000" y="47000"/>
                </a:cubicBezTo>
                <a:close/>
              </a:path>
            </a:pathLst>
          </a:custGeom>
          <a:noFill/>
          <a:ln w="45720" cap="rnd" cmpd="sng" algn="ctr">
            <a:solidFill>
              <a:srgbClr val="FFFFFF">
                <a:alpha val="28000"/>
              </a:srgbClr>
            </a:solidFill>
            <a:round/>
            <a:headEnd type="none"/>
            <a:tailEnd type="none"/>
          </a:ln>
        </p:spPr>
      </p:sp>
      <p:sp>
        <p:nvSpPr>
          <p:cNvPr id="1466" name="latent representation and attention / 1445 OUT inner highlight"/>
          <p:cNvSpPr/>
          <p:nvPr/>
        </p:nvSpPr>
        <p:spPr>
          <a:xfrm>
            <a:off x="594360" y="7836408"/>
            <a:ext cx="1609344" cy="859536"/>
          </a:xfrm>
          <a:custGeom>
            <a:avLst/>
            <a:gdLst/>
            <a:ahLst/>
            <a:cxnLst/>
            <a:rect l="0" t="0" r="r" b="b"/>
            <a:pathLst>
              <a:path w="176000" h="94000" fill="none" stroke="1" extrusionOk="0">
                <a:moveTo>
                  <a:pt x="176000" y="47000"/>
                </a:moveTo>
                <a:cubicBezTo>
                  <a:pt x="176000" y="72957"/>
                  <a:pt x="136601" y="94000"/>
                  <a:pt x="88000" y="94000"/>
                </a:cubicBezTo>
                <a:cubicBezTo>
                  <a:pt x="39399" y="94000"/>
                  <a:pt x="0" y="72957"/>
                  <a:pt x="0" y="47000"/>
                </a:cubicBezTo>
                <a:cubicBezTo>
                  <a:pt x="0" y="21043"/>
                  <a:pt x="39399" y="0"/>
                  <a:pt x="88000" y="0"/>
                </a:cubicBezTo>
                <a:cubicBezTo>
                  <a:pt x="136601" y="0"/>
                  <a:pt x="176000" y="21043"/>
                  <a:pt x="176000" y="47000"/>
                </a:cubicBezTo>
                <a:close/>
              </a:path>
            </a:pathLst>
          </a:custGeom>
          <a:noFill/>
          <a:ln w="91440" cap="rnd" cmpd="sng" algn="ctr">
            <a:solidFill>
              <a:srgbClr val="FFFFFF">
                <a:alpha val="15000"/>
              </a:srgbClr>
            </a:solidFill>
            <a:round/>
            <a:headEnd type="none"/>
            <a:tailEnd type="none"/>
          </a:ln>
        </p:spPr>
      </p:sp>
      <p:sp>
        <p:nvSpPr>
          <p:cNvPr id="1467" name="latent representation and attention / 1446 ATTN inner highlight"/>
          <p:cNvSpPr/>
          <p:nvPr/>
        </p:nvSpPr>
        <p:spPr>
          <a:xfrm>
            <a:off x="2532888" y="7836408"/>
            <a:ext cx="1993392" cy="859536"/>
          </a:xfrm>
          <a:custGeom>
            <a:avLst/>
            <a:gdLst/>
            <a:ahLst/>
            <a:cxnLst/>
            <a:rect l="0" t="0" r="r" b="b"/>
            <a:pathLst>
              <a:path w="218000" h="94000" fill="none" stroke="1" extrusionOk="0">
                <a:moveTo>
                  <a:pt x="218000" y="47000"/>
                </a:moveTo>
                <a:cubicBezTo>
                  <a:pt x="218000" y="72957"/>
                  <a:pt x="169199" y="94000"/>
                  <a:pt x="109000" y="94000"/>
                </a:cubicBezTo>
                <a:cubicBezTo>
                  <a:pt x="48801" y="94000"/>
                  <a:pt x="0" y="72957"/>
                  <a:pt x="0" y="47000"/>
                </a:cubicBezTo>
                <a:cubicBezTo>
                  <a:pt x="0" y="21043"/>
                  <a:pt x="48801" y="0"/>
                  <a:pt x="109000" y="0"/>
                </a:cubicBezTo>
                <a:cubicBezTo>
                  <a:pt x="169199" y="0"/>
                  <a:pt x="218000" y="21043"/>
                  <a:pt x="218000" y="47000"/>
                </a:cubicBezTo>
                <a:close/>
              </a:path>
            </a:pathLst>
          </a:custGeom>
          <a:noFill/>
          <a:ln w="91440" cap="rnd" cmpd="sng" algn="ctr">
            <a:solidFill>
              <a:srgbClr val="FFFFFF">
                <a:alpha val="15000"/>
              </a:srgbClr>
            </a:solidFill>
            <a:round/>
            <a:headEnd type="none"/>
            <a:tailEnd type="none"/>
          </a:ln>
        </p:spPr>
      </p:sp>
      <p:sp>
        <p:nvSpPr>
          <p:cNvPr id="1468" name="latent representation and attention / 1447 OUT — white text backing"/>
          <p:cNvSpPr/>
          <p:nvPr/>
        </p:nvSpPr>
        <p:spPr>
          <a:xfrm>
            <a:off x="710859" y="8015832"/>
            <a:ext cx="1406916" cy="503139"/>
          </a:xfrm>
          <a:custGeom>
            <a:avLst/>
            <a:gdLst/>
            <a:ahLst/>
            <a:cxnLst/>
            <a:rect l="0" t="0" r="r" b="b"/>
            <a:pathLst>
              <a:path w="153862" h="55024" fill="norm" stroke="1" extrusionOk="0">
                <a:moveTo>
                  <a:pt x="51262" y="27474"/>
                </a:moveTo>
                <a:quadBezTo>
                  <a:pt x="51262" y="33706"/>
                  <a:pt x="49400" y="38779"/>
                </a:quadBezTo>
                <a:quadBezTo>
                  <a:pt x="47538" y="43852"/>
                  <a:pt x="44156" y="47443"/>
                </a:quadBezTo>
                <a:quadBezTo>
                  <a:pt x="40774" y="51034"/>
                  <a:pt x="36043" y="52991"/>
                </a:quadBezTo>
                <a:quadBezTo>
                  <a:pt x="31312" y="54948"/>
                  <a:pt x="25612" y="54948"/>
                </a:quadBezTo>
                <a:quadBezTo>
                  <a:pt x="19912" y="54948"/>
                  <a:pt x="15200" y="52991"/>
                </a:quadBezTo>
                <a:quadBezTo>
                  <a:pt x="10488" y="51034"/>
                  <a:pt x="7106" y="47443"/>
                </a:quadBezTo>
                <a:quadBezTo>
                  <a:pt x="3724" y="43852"/>
                  <a:pt x="1862" y="38779"/>
                </a:quadBezTo>
                <a:quadBezTo>
                  <a:pt x="0" y="33706"/>
                  <a:pt x="0" y="27474"/>
                </a:quadBezTo>
                <a:quadBezTo>
                  <a:pt x="0" y="21280"/>
                  <a:pt x="1862" y="16207"/>
                </a:quadBezTo>
                <a:quadBezTo>
                  <a:pt x="3724" y="11134"/>
                  <a:pt x="7106" y="7543"/>
                </a:quadBezTo>
                <a:quadBezTo>
                  <a:pt x="10488" y="3952"/>
                  <a:pt x="15200" y="1976"/>
                </a:quadBezTo>
                <a:quadBezTo>
                  <a:pt x="19912" y="0"/>
                  <a:pt x="25612" y="0"/>
                </a:quadBezTo>
                <a:quadBezTo>
                  <a:pt x="31312" y="0"/>
                  <a:pt x="36043" y="1957"/>
                </a:quadBezTo>
                <a:quadBezTo>
                  <a:pt x="40774" y="3914"/>
                  <a:pt x="44156" y="7524"/>
                </a:quadBezTo>
                <a:quadBezTo>
                  <a:pt x="47538" y="11134"/>
                  <a:pt x="49400" y="16207"/>
                </a:quadBezTo>
                <a:quadBezTo>
                  <a:pt x="51262" y="21280"/>
                  <a:pt x="51262" y="27474"/>
                </a:quadBezTo>
                <a:close/>
                <a:moveTo>
                  <a:pt x="47234" y="27474"/>
                </a:moveTo>
                <a:quadBezTo>
                  <a:pt x="47234" y="21850"/>
                  <a:pt x="45676" y="17366"/>
                </a:quadBezTo>
                <a:quadBezTo>
                  <a:pt x="44118" y="12882"/>
                  <a:pt x="41268" y="9766"/>
                </a:quadBezTo>
                <a:quadBezTo>
                  <a:pt x="38418" y="6650"/>
                  <a:pt x="34428" y="4997"/>
                </a:quadBezTo>
                <a:quadBezTo>
                  <a:pt x="30438" y="3344"/>
                  <a:pt x="25612" y="3344"/>
                </a:quadBezTo>
                <a:quadBezTo>
                  <a:pt x="20824" y="3344"/>
                  <a:pt x="16834" y="4997"/>
                </a:quadBezTo>
                <a:quadBezTo>
                  <a:pt x="12844" y="6650"/>
                  <a:pt x="9975" y="9766"/>
                </a:quadBezTo>
                <a:quadBezTo>
                  <a:pt x="7106" y="12882"/>
                  <a:pt x="5529" y="17366"/>
                </a:quadBezTo>
                <a:quadBezTo>
                  <a:pt x="3952" y="21850"/>
                  <a:pt x="3952" y="27474"/>
                </a:quadBezTo>
                <a:quadBezTo>
                  <a:pt x="3952" y="33136"/>
                  <a:pt x="5529" y="37601"/>
                </a:quadBezTo>
                <a:quadBezTo>
                  <a:pt x="7106" y="42066"/>
                  <a:pt x="9975" y="45182"/>
                </a:quadBezTo>
                <a:quadBezTo>
                  <a:pt x="12844" y="48298"/>
                  <a:pt x="16834" y="49932"/>
                </a:quadBezTo>
                <a:quadBezTo>
                  <a:pt x="20824" y="51566"/>
                  <a:pt x="25612" y="51566"/>
                </a:quadBezTo>
                <a:quadBezTo>
                  <a:pt x="30438" y="51566"/>
                  <a:pt x="34428" y="49932"/>
                </a:quadBezTo>
                <a:quadBezTo>
                  <a:pt x="38418" y="48298"/>
                  <a:pt x="41268" y="45182"/>
                </a:quadBezTo>
                <a:quadBezTo>
                  <a:pt x="44118" y="42066"/>
                  <a:pt x="45676" y="37601"/>
                </a:quadBezTo>
                <a:quadBezTo>
                  <a:pt x="47234" y="33136"/>
                  <a:pt x="47234" y="27474"/>
                </a:quadBezTo>
                <a:close/>
                <a:moveTo>
                  <a:pt x="83335" y="51604"/>
                </a:moveTo>
                <a:quadBezTo>
                  <a:pt x="87211" y="51604"/>
                  <a:pt x="90270" y="50255"/>
                </a:quadBezTo>
                <a:quadBezTo>
                  <a:pt x="93329" y="48906"/>
                  <a:pt x="95457" y="46512"/>
                </a:quadBezTo>
                <a:quadBezTo>
                  <a:pt x="97585" y="44118"/>
                  <a:pt x="98706" y="40869"/>
                </a:quadBezTo>
                <a:quadBezTo>
                  <a:pt x="99827" y="37620"/>
                  <a:pt x="99827" y="33858"/>
                </a:quadBezTo>
                <a:lnTo>
                  <a:pt x="99827" y="608"/>
                </a:lnTo>
                <a:lnTo>
                  <a:pt x="103703" y="608"/>
                </a:lnTo>
                <a:lnTo>
                  <a:pt x="103703" y="33858"/>
                </a:lnTo>
                <a:quadBezTo>
                  <a:pt x="103703" y="38304"/>
                  <a:pt x="102297" y="42161"/>
                </a:quadBezTo>
                <a:quadBezTo>
                  <a:pt x="100891" y="46018"/>
                  <a:pt x="98250" y="48887"/>
                </a:quadBezTo>
                <a:quadBezTo>
                  <a:pt x="95609" y="51756"/>
                  <a:pt x="91828" y="53390"/>
                </a:quadBezTo>
                <a:quadBezTo>
                  <a:pt x="88047" y="55024"/>
                  <a:pt x="83335" y="55024"/>
                </a:quadBezTo>
                <a:quadBezTo>
                  <a:pt x="78623" y="55024"/>
                  <a:pt x="74842" y="53390"/>
                </a:quadBezTo>
                <a:quadBezTo>
                  <a:pt x="71061" y="51756"/>
                  <a:pt x="68420" y="48887"/>
                </a:quadBezTo>
                <a:quadBezTo>
                  <a:pt x="65779" y="46018"/>
                  <a:pt x="64373" y="42161"/>
                </a:quadBezTo>
                <a:quadBezTo>
                  <a:pt x="62967" y="38304"/>
                  <a:pt x="62967" y="33858"/>
                </a:quadBezTo>
                <a:lnTo>
                  <a:pt x="62967" y="608"/>
                </a:lnTo>
                <a:lnTo>
                  <a:pt x="66881" y="608"/>
                </a:lnTo>
                <a:lnTo>
                  <a:pt x="66881" y="33820"/>
                </a:lnTo>
                <a:quadBezTo>
                  <a:pt x="66881" y="37582"/>
                  <a:pt x="68002" y="40831"/>
                </a:quadBezTo>
                <a:quadBezTo>
                  <a:pt x="69123" y="44080"/>
                  <a:pt x="71232" y="46474"/>
                </a:quadBezTo>
                <a:quadBezTo>
                  <a:pt x="73341" y="48868"/>
                  <a:pt x="76400" y="50236"/>
                </a:quadBezTo>
                <a:quadBezTo>
                  <a:pt x="79459" y="51604"/>
                  <a:pt x="83335" y="51604"/>
                </a:quadBezTo>
                <a:close/>
                <a:moveTo>
                  <a:pt x="153862" y="608"/>
                </a:moveTo>
                <a:lnTo>
                  <a:pt x="153862" y="3914"/>
                </a:lnTo>
                <a:lnTo>
                  <a:pt x="134976" y="3914"/>
                </a:lnTo>
                <a:lnTo>
                  <a:pt x="134976" y="54378"/>
                </a:lnTo>
                <a:lnTo>
                  <a:pt x="131062" y="54378"/>
                </a:lnTo>
                <a:lnTo>
                  <a:pt x="131062" y="3914"/>
                </a:lnTo>
                <a:lnTo>
                  <a:pt x="112062" y="3914"/>
                </a:lnTo>
                <a:lnTo>
                  <a:pt x="112062" y="608"/>
                </a:lnTo>
                <a:close/>
              </a:path>
            </a:pathLst>
          </a:custGeom>
          <a:solidFill>
            <a:srgbClr val="FFFFFF"/>
          </a:solidFill>
          <a:ln w="82296" cap="rnd" cmpd="sng" algn="ctr">
            <a:solidFill>
              <a:srgbClr val="FFFFFF"/>
            </a:solidFill>
            <a:round/>
            <a:headEnd type="none"/>
            <a:tailEnd type="none"/>
          </a:ln>
        </p:spPr>
      </p:sp>
      <p:sp>
        <p:nvSpPr>
          <p:cNvPr id="1469" name="latent representation and attention / 1447 OUT"/>
          <p:cNvSpPr txBox="1"/>
          <p:nvPr/>
        </p:nvSpPr>
        <p:spPr>
          <a:xfrm>
            <a:off x="670205" y="7818120"/>
            <a:ext cx="1594814" cy="938174"/>
          </a:xfrm>
          <a:prstGeom prst="rect">
            <a:avLst/>
          </a:prstGeom>
          <a:noFill/>
        </p:spPr>
        <p:txBody>
          <a:bodyPr wrap="none" lIns="0" rIns="0" tIns="0" bIns="0" anchor="t">
            <a:noAutofit/>
          </a:bodyPr>
          <a:lstStyle/>
          <a:p>
            <a:pPr>
              <a:spcBef>
                <a:spcPts val="0"/>
              </a:spcBef>
              <a:spcAft>
                <a:spcPts val="0"/>
              </a:spcAft>
            </a:pPr>
            <a:r>
              <a:rPr sz="5472" b="0" i="0" dirty="0" spc="0">
                <a:solidFill>
                  <a:srgbClr val="000000"/>
                </a:solidFill>
                <a:latin typeface="Lato Light"/>
                <a:ea typeface="Lato Light"/>
                <a:cs typeface="Lato Light"/>
              </a:rPr>
              <a:t>OUT</a:t>
            </a:r>
          </a:p>
        </p:txBody>
      </p:sp>
      <p:sp>
        <p:nvSpPr>
          <p:cNvPr id="1470" name="latent representation and attention / 1448 ATTN — white text backing"/>
          <p:cNvSpPr/>
          <p:nvPr/>
        </p:nvSpPr>
        <p:spPr>
          <a:xfrm>
            <a:off x="2659163" y="8014922"/>
            <a:ext cx="1676424" cy="498142"/>
          </a:xfrm>
          <a:custGeom>
            <a:avLst/>
            <a:gdLst/>
            <a:ahLst/>
            <a:cxnLst/>
            <a:rect l="0" t="0" r="r" b="b"/>
            <a:pathLst>
              <a:path w="183336" h="54477" fill="norm" stroke="1" extrusionOk="0">
                <a:moveTo>
                  <a:pt x="48471" y="54477"/>
                </a:moveTo>
                <a:lnTo>
                  <a:pt x="45430" y="54477"/>
                </a:lnTo>
                <a:quadBezTo>
                  <a:pt x="44891" y="54477"/>
                  <a:pt x="44545" y="54189"/>
                </a:quadBezTo>
                <a:quadBezTo>
                  <a:pt x="44198" y="53900"/>
                  <a:pt x="44006" y="53438"/>
                </a:quadBezTo>
                <a:lnTo>
                  <a:pt x="37615" y="37614"/>
                </a:lnTo>
                <a:lnTo>
                  <a:pt x="10857" y="37614"/>
                </a:lnTo>
                <a:lnTo>
                  <a:pt x="4466" y="53438"/>
                </a:lnTo>
                <a:quadBezTo>
                  <a:pt x="4312" y="53861"/>
                  <a:pt x="3927" y="54169"/>
                </a:quadBezTo>
                <a:quadBezTo>
                  <a:pt x="3542" y="54477"/>
                  <a:pt x="3003" y="54477"/>
                </a:quadBezTo>
                <a:lnTo>
                  <a:pt x="0" y="54477"/>
                </a:lnTo>
                <a:lnTo>
                  <a:pt x="22292" y="0"/>
                </a:lnTo>
                <a:lnTo>
                  <a:pt x="26180" y="0"/>
                </a:lnTo>
                <a:close/>
                <a:moveTo>
                  <a:pt x="12012" y="34688"/>
                </a:moveTo>
                <a:lnTo>
                  <a:pt x="36421" y="34688"/>
                </a:lnTo>
                <a:lnTo>
                  <a:pt x="25333" y="7161"/>
                </a:lnTo>
                <a:quadBezTo>
                  <a:pt x="24756" y="5813"/>
                  <a:pt x="24216" y="3927"/>
                </a:quadBezTo>
                <a:quadBezTo>
                  <a:pt x="23947" y="4851"/>
                  <a:pt x="23678" y="5698"/>
                </a:quadBezTo>
                <a:quadBezTo>
                  <a:pt x="23408" y="6545"/>
                  <a:pt x="23139" y="7199"/>
                </a:quadBezTo>
                <a:close/>
                <a:moveTo>
                  <a:pt x="92939" y="0"/>
                </a:moveTo>
                <a:lnTo>
                  <a:pt x="92939" y="3349"/>
                </a:lnTo>
                <a:lnTo>
                  <a:pt x="73804" y="3349"/>
                </a:lnTo>
                <a:lnTo>
                  <a:pt x="73804" y="54477"/>
                </a:lnTo>
                <a:lnTo>
                  <a:pt x="69839" y="54477"/>
                </a:lnTo>
                <a:lnTo>
                  <a:pt x="69839" y="3349"/>
                </a:lnTo>
                <a:lnTo>
                  <a:pt x="50589" y="3349"/>
                </a:lnTo>
                <a:lnTo>
                  <a:pt x="50589" y="0"/>
                </a:lnTo>
                <a:close/>
                <a:moveTo>
                  <a:pt x="132131" y="0"/>
                </a:moveTo>
                <a:lnTo>
                  <a:pt x="132131" y="3349"/>
                </a:lnTo>
                <a:lnTo>
                  <a:pt x="112997" y="3349"/>
                </a:lnTo>
                <a:lnTo>
                  <a:pt x="112997" y="54477"/>
                </a:lnTo>
                <a:lnTo>
                  <a:pt x="109031" y="54477"/>
                </a:lnTo>
                <a:lnTo>
                  <a:pt x="109031" y="3349"/>
                </a:lnTo>
                <a:lnTo>
                  <a:pt x="89781" y="3349"/>
                </a:lnTo>
                <a:lnTo>
                  <a:pt x="89781" y="0"/>
                </a:lnTo>
                <a:close/>
                <a:moveTo>
                  <a:pt x="143257" y="0"/>
                </a:moveTo>
                <a:quadBezTo>
                  <a:pt x="143796" y="0"/>
                  <a:pt x="144085" y="135"/>
                </a:quadBezTo>
                <a:quadBezTo>
                  <a:pt x="144374" y="269"/>
                  <a:pt x="144720" y="731"/>
                </a:quadBezTo>
                <a:lnTo>
                  <a:pt x="180025" y="47933"/>
                </a:lnTo>
                <a:quadBezTo>
                  <a:pt x="179909" y="46777"/>
                  <a:pt x="179909" y="45699"/>
                </a:quadBezTo>
                <a:lnTo>
                  <a:pt x="179909" y="0"/>
                </a:lnTo>
                <a:lnTo>
                  <a:pt x="183336" y="0"/>
                </a:lnTo>
                <a:lnTo>
                  <a:pt x="183336" y="54477"/>
                </a:lnTo>
                <a:lnTo>
                  <a:pt x="181488" y="54477"/>
                </a:lnTo>
                <a:quadBezTo>
                  <a:pt x="180987" y="54477"/>
                  <a:pt x="180660" y="54304"/>
                </a:quadBezTo>
                <a:quadBezTo>
                  <a:pt x="180333" y="54131"/>
                  <a:pt x="180025" y="53707"/>
                </a:quadBezTo>
                <a:lnTo>
                  <a:pt x="144643" y="6468"/>
                </a:lnTo>
                <a:quadBezTo>
                  <a:pt x="144759" y="7623"/>
                  <a:pt x="144759" y="8624"/>
                </a:quadBezTo>
                <a:lnTo>
                  <a:pt x="144759" y="54477"/>
                </a:lnTo>
                <a:lnTo>
                  <a:pt x="141294" y="54477"/>
                </a:lnTo>
                <a:lnTo>
                  <a:pt x="141294" y="0"/>
                </a:lnTo>
                <a:lnTo>
                  <a:pt x="143257" y="0"/>
                </a:lnTo>
                <a:close/>
              </a:path>
            </a:pathLst>
          </a:custGeom>
          <a:solidFill>
            <a:srgbClr val="FFFFFF"/>
          </a:solidFill>
          <a:ln w="82296" cap="rnd" cmpd="sng" algn="ctr">
            <a:solidFill>
              <a:srgbClr val="FFFFFF"/>
            </a:solidFill>
            <a:round/>
            <a:headEnd type="none"/>
            <a:tailEnd type="none"/>
          </a:ln>
        </p:spPr>
      </p:sp>
      <p:sp>
        <p:nvSpPr>
          <p:cNvPr id="1471" name="latent representation and attention / 1448 ATTN"/>
          <p:cNvSpPr txBox="1"/>
          <p:nvPr/>
        </p:nvSpPr>
        <p:spPr>
          <a:xfrm>
            <a:off x="2650010" y="7808976"/>
            <a:ext cx="1896308" cy="950519"/>
          </a:xfrm>
          <a:prstGeom prst="rect">
            <a:avLst/>
          </a:prstGeom>
          <a:noFill/>
        </p:spPr>
        <p:txBody>
          <a:bodyPr wrap="none" lIns="0" rIns="0" tIns="0" bIns="0" anchor="t">
            <a:noAutofit/>
          </a:bodyPr>
          <a:lstStyle/>
          <a:p>
            <a:pPr>
              <a:spcBef>
                <a:spcPts val="0"/>
              </a:spcBef>
              <a:spcAft>
                <a:spcPts val="0"/>
              </a:spcAft>
            </a:pPr>
            <a:r>
              <a:rPr sz="5544" b="0" i="0" dirty="0" spc="0">
                <a:solidFill>
                  <a:srgbClr val="000000"/>
                </a:solidFill>
                <a:latin typeface="Lato Light"/>
                <a:ea typeface="Lato Light"/>
                <a:cs typeface="Lato Light"/>
              </a:rPr>
              <a:t>ATTN</a:t>
            </a:r>
          </a:p>
        </p:txBody>
      </p:sp>
      <p:sp>
        <p:nvSpPr>
          <p:cNvPr id="1472" name="latent representation and attention / 1449 data box"/>
          <p:cNvSpPr/>
          <p:nvPr/>
        </p:nvSpPr>
        <p:spPr>
          <a:xfrm>
            <a:off x="3063240" y="6684264"/>
            <a:ext cx="1197864" cy="475488"/>
          </a:xfrm>
          <a:custGeom>
            <a:avLst/>
            <a:gdLst/>
            <a:ahLst/>
            <a:cxnLst/>
            <a:rect l="0" t="0" r="r" b="b"/>
            <a:pathLst>
              <a:path w="131000" h="52000" fill="norm" stroke="1" extrusionOk="0">
                <a:moveTo>
                  <a:pt x="0" y="0"/>
                </a:moveTo>
                <a:lnTo>
                  <a:pt x="131000" y="0"/>
                </a:lnTo>
                <a:lnTo>
                  <a:pt x="131000" y="52000"/>
                </a:lnTo>
                <a:lnTo>
                  <a:pt x="0" y="52000"/>
                </a:lnTo>
                <a:close/>
              </a:path>
            </a:pathLst>
          </a:custGeom>
          <a:solidFill>
            <a:srgbClr val="FFFFFF"/>
          </a:solidFill>
          <a:ln w="27432" cap="rnd" cmpd="sng" algn="ctr">
            <a:solidFill>
              <a:srgbClr val="000000"/>
            </a:solidFill>
            <a:round/>
            <a:headEnd type="none"/>
            <a:tailEnd type="none"/>
          </a:ln>
        </p:spPr>
      </p:sp>
      <p:sp>
        <p:nvSpPr>
          <p:cNvPr id="1473" name="latent representation and attention / 1450 DATA"/>
          <p:cNvSpPr txBox="1"/>
          <p:nvPr/>
        </p:nvSpPr>
        <p:spPr>
          <a:xfrm>
            <a:off x="3099816" y="6638544"/>
            <a:ext cx="1209194" cy="580187"/>
          </a:xfrm>
          <a:prstGeom prst="rect">
            <a:avLst/>
          </a:prstGeom>
          <a:noFill/>
        </p:spPr>
        <p:txBody>
          <a:bodyPr wrap="none" lIns="0" rIns="0" tIns="0" bIns="0" anchor="t">
            <a:noAutofit/>
          </a:bodyPr>
          <a:lstStyle/>
          <a:p>
            <a:pPr>
              <a:spcBef>
                <a:spcPts val="0"/>
              </a:spcBef>
              <a:spcAft>
                <a:spcPts val="0"/>
              </a:spcAft>
            </a:pPr>
            <a:r>
              <a:rPr sz="3383" b="0" i="0" dirty="0" spc="0">
                <a:solidFill>
                  <a:srgbClr val="000000"/>
                </a:solidFill>
                <a:latin typeface="Lato Light"/>
                <a:ea typeface="Lato Light"/>
                <a:cs typeface="Lato Light"/>
              </a:rPr>
              <a:t>DATA</a:t>
            </a:r>
          </a:p>
        </p:txBody>
      </p:sp>
      <p:sp>
        <p:nvSpPr>
          <p:cNvPr id="1474" name="latent representation and attention / 1451 data into attention"/>
          <p:cNvSpPr/>
          <p:nvPr/>
        </p:nvSpPr>
        <p:spPr>
          <a:xfrm>
            <a:off x="3657600" y="7168896"/>
            <a:ext cx="914" cy="539496"/>
          </a:xfrm>
          <a:custGeom>
            <a:avLst/>
            <a:gdLst/>
            <a:ahLst/>
            <a:cxnLst/>
            <a:rect l="0" t="0" r="r" b="b"/>
            <a:pathLst>
              <a:path w="100" h="59000" fill="none" stroke="1" extrusionOk="0">
                <a:moveTo>
                  <a:pt x="0" y="0"/>
                </a:moveTo>
                <a:lnTo>
                  <a:pt x="0" y="59000"/>
                </a:lnTo>
              </a:path>
            </a:pathLst>
          </a:custGeom>
          <a:noFill/>
          <a:ln w="32004" cap="rnd" cmpd="sng" algn="ctr">
            <a:solidFill>
              <a:srgbClr val="000000"/>
            </a:solidFill>
            <a:round/>
            <a:headEnd type="none"/>
            <a:tailEnd type="none"/>
          </a:ln>
        </p:spPr>
      </p:sp>
      <p:sp>
        <p:nvSpPr>
          <p:cNvPr id="1475" name="latent representation and attention / 1452 data into attention arrowhead"/>
          <p:cNvSpPr/>
          <p:nvPr/>
        </p:nvSpPr>
        <p:spPr>
          <a:xfrm>
            <a:off x="3563051" y="7507224"/>
            <a:ext cx="189098" cy="201168"/>
          </a:xfrm>
          <a:custGeom>
            <a:avLst/>
            <a:gdLst/>
            <a:ahLst/>
            <a:cxnLst/>
            <a:rect l="0" t="0" r="r" b="b"/>
            <a:pathLst>
              <a:path w="20680" h="22000" fill="norm" stroke="1" extrusionOk="0">
                <a:moveTo>
                  <a:pt x="10340" y="22000"/>
                </a:moveTo>
                <a:lnTo>
                  <a:pt x="20680" y="0"/>
                </a:lnTo>
                <a:lnTo>
                  <a:pt x="0" y="0"/>
                </a:lnTo>
                <a:close/>
              </a:path>
            </a:pathLst>
          </a:custGeom>
          <a:solidFill>
            <a:srgbClr val="000000"/>
          </a:solidFill>
          <a:ln w="9144" cap="rnd" cmpd="sng" algn="ctr">
            <a:solidFill>
              <a:srgbClr val="000000"/>
            </a:solidFill>
            <a:round/>
            <a:headEnd type="none"/>
            <a:tailEnd type="none"/>
          </a:ln>
        </p:spPr>
      </p:sp>
      <p:sp>
        <p:nvSpPr>
          <p:cNvPr id="1476" name="latent representation and attention / 1453 attention feedback to input"/>
          <p:cNvSpPr/>
          <p:nvPr/>
        </p:nvSpPr>
        <p:spPr>
          <a:xfrm>
            <a:off x="813816" y="6620256"/>
            <a:ext cx="2066544" cy="1261872"/>
          </a:xfrm>
          <a:custGeom>
            <a:avLst/>
            <a:gdLst/>
            <a:ahLst/>
            <a:cxnLst/>
            <a:rect l="0" t="0" r="r" b="b"/>
            <a:pathLst>
              <a:path w="226000" h="138000" fill="none" stroke="1" extrusionOk="0">
                <a:moveTo>
                  <a:pt x="226000" y="138000"/>
                </a:moveTo>
                <a:cubicBezTo>
                  <a:pt x="197000" y="83000"/>
                  <a:pt x="176000" y="45000"/>
                  <a:pt x="143000" y="43000"/>
                </a:cubicBezTo>
                <a:cubicBezTo>
                  <a:pt x="110000" y="39000"/>
                  <a:pt x="16000" y="74000"/>
                  <a:pt x="0" y="0"/>
                </a:cubicBezTo>
              </a:path>
            </a:pathLst>
          </a:custGeom>
          <a:noFill/>
          <a:ln w="41148" cap="rnd" cmpd="sng" algn="ctr">
            <a:solidFill>
              <a:srgbClr val="000000"/>
            </a:solidFill>
            <a:round/>
            <a:headEnd type="none"/>
            <a:tailEnd type="none"/>
          </a:ln>
        </p:spPr>
      </p:sp>
      <p:sp>
        <p:nvSpPr>
          <p:cNvPr id="1477" name="latent representation and attention / 1454 attention feedback to input arrowhead"/>
          <p:cNvSpPr/>
          <p:nvPr/>
        </p:nvSpPr>
        <p:spPr>
          <a:xfrm>
            <a:off x="759380" y="6620256"/>
            <a:ext cx="201629" cy="236297"/>
          </a:xfrm>
          <a:custGeom>
            <a:avLst/>
            <a:gdLst/>
            <a:ahLst/>
            <a:cxnLst/>
            <a:rect l="0" t="0" r="r" b="b"/>
            <a:pathLst>
              <a:path w="22050" h="25842" fill="norm" stroke="1" extrusionOk="0">
                <a:moveTo>
                  <a:pt x="5953" y="0"/>
                </a:moveTo>
                <a:lnTo>
                  <a:pt x="0" y="25842"/>
                </a:lnTo>
                <a:lnTo>
                  <a:pt x="22050" y="21074"/>
                </a:lnTo>
                <a:close/>
              </a:path>
            </a:pathLst>
          </a:custGeom>
          <a:solidFill>
            <a:srgbClr val="000000"/>
          </a:solidFill>
          <a:ln w="9144" cap="rnd" cmpd="sng" algn="ctr">
            <a:solidFill>
              <a:srgbClr val="000000"/>
            </a:solidFill>
            <a:round/>
            <a:headEnd type="none"/>
            <a:tailEnd type="none"/>
          </a:ln>
        </p:spPr>
      </p:sp>
      <p:sp>
        <p:nvSpPr>
          <p:cNvPr id="1478" name="latent representation and attention / 1455 output chart y axis"/>
          <p:cNvSpPr/>
          <p:nvPr/>
        </p:nvSpPr>
        <p:spPr>
          <a:xfrm>
            <a:off x="484632" y="7068312"/>
            <a:ext cx="914" cy="640080"/>
          </a:xfrm>
          <a:custGeom>
            <a:avLst/>
            <a:gdLst/>
            <a:ahLst/>
            <a:cxnLst/>
            <a:rect l="0" t="0" r="r" b="b"/>
            <a:pathLst>
              <a:path w="100" h="70000" fill="none" stroke="1" extrusionOk="0">
                <a:moveTo>
                  <a:pt x="0" y="0"/>
                </a:moveTo>
                <a:lnTo>
                  <a:pt x="0" y="70000"/>
                </a:lnTo>
              </a:path>
            </a:pathLst>
          </a:custGeom>
          <a:noFill/>
          <a:ln w="7315" cap="rnd" cmpd="sng" algn="ctr">
            <a:solidFill>
              <a:srgbClr val="000000"/>
            </a:solidFill>
            <a:round/>
            <a:headEnd type="none"/>
            <a:tailEnd type="none"/>
          </a:ln>
        </p:spPr>
      </p:sp>
      <p:sp>
        <p:nvSpPr>
          <p:cNvPr id="1479" name="latent representation and attention / 1456 output chart x axis"/>
          <p:cNvSpPr/>
          <p:nvPr/>
        </p:nvSpPr>
        <p:spPr>
          <a:xfrm>
            <a:off x="429768" y="7626096"/>
            <a:ext cx="1133856" cy="914"/>
          </a:xfrm>
          <a:custGeom>
            <a:avLst/>
            <a:gdLst/>
            <a:ahLst/>
            <a:cxnLst/>
            <a:rect l="0" t="0" r="r" b="b"/>
            <a:pathLst>
              <a:path w="124000" h="100" fill="none" stroke="1" extrusionOk="0">
                <a:moveTo>
                  <a:pt x="0" y="0"/>
                </a:moveTo>
                <a:lnTo>
                  <a:pt x="124000" y="0"/>
                </a:lnTo>
              </a:path>
            </a:pathLst>
          </a:custGeom>
          <a:noFill/>
          <a:ln w="9144" cap="rnd" cmpd="sng" algn="ctr">
            <a:solidFill>
              <a:srgbClr val="000000"/>
            </a:solidFill>
            <a:round/>
            <a:headEnd type="none"/>
            <a:tailEnd type="none"/>
          </a:ln>
        </p:spPr>
      </p:sp>
      <p:sp>
        <p:nvSpPr>
          <p:cNvPr id="1480" name="latent representation and attention / 1457 output bar"/>
          <p:cNvSpPr/>
          <p:nvPr/>
        </p:nvSpPr>
        <p:spPr>
          <a:xfrm>
            <a:off x="548640" y="7287768"/>
            <a:ext cx="137160" cy="329184"/>
          </a:xfrm>
          <a:custGeom>
            <a:avLst/>
            <a:gdLst/>
            <a:ahLst/>
            <a:cxnLst/>
            <a:rect l="0" t="0" r="r" b="b"/>
            <a:pathLst>
              <a:path w="15000" h="36000" fill="norm" stroke="1" extrusionOk="0">
                <a:moveTo>
                  <a:pt x="0" y="0"/>
                </a:moveTo>
                <a:lnTo>
                  <a:pt x="15000" y="0"/>
                </a:lnTo>
                <a:lnTo>
                  <a:pt x="15000" y="36000"/>
                </a:lnTo>
                <a:lnTo>
                  <a:pt x="0" y="36000"/>
                </a:lnTo>
                <a:close/>
              </a:path>
            </a:pathLst>
          </a:custGeom>
          <a:solidFill>
            <a:srgbClr val="2DFA22"/>
          </a:solidFill>
          <a:ln w="16459" cap="rnd" cmpd="sng" algn="ctr">
            <a:solidFill>
              <a:srgbClr val="000000"/>
            </a:solidFill>
            <a:round/>
            <a:headEnd type="none"/>
            <a:tailEnd type="none"/>
          </a:ln>
        </p:spPr>
      </p:sp>
      <p:sp>
        <p:nvSpPr>
          <p:cNvPr id="1481" name="latent representation and attention / 1458 output bar"/>
          <p:cNvSpPr/>
          <p:nvPr/>
        </p:nvSpPr>
        <p:spPr>
          <a:xfrm>
            <a:off x="795528" y="7196328"/>
            <a:ext cx="155448" cy="429768"/>
          </a:xfrm>
          <a:custGeom>
            <a:avLst/>
            <a:gdLst/>
            <a:ahLst/>
            <a:cxnLst/>
            <a:rect l="0" t="0" r="r" b="b"/>
            <a:pathLst>
              <a:path w="17000" h="47000" fill="norm" stroke="1" extrusionOk="0">
                <a:moveTo>
                  <a:pt x="0" y="0"/>
                </a:moveTo>
                <a:lnTo>
                  <a:pt x="17000" y="0"/>
                </a:lnTo>
                <a:lnTo>
                  <a:pt x="17000" y="47000"/>
                </a:lnTo>
                <a:lnTo>
                  <a:pt x="0" y="47000"/>
                </a:lnTo>
                <a:close/>
              </a:path>
            </a:pathLst>
          </a:custGeom>
          <a:solidFill>
            <a:srgbClr val="AA16F5"/>
          </a:solidFill>
          <a:ln w="16459" cap="rnd" cmpd="sng" algn="ctr">
            <a:solidFill>
              <a:srgbClr val="000000"/>
            </a:solidFill>
            <a:round/>
            <a:headEnd type="none"/>
            <a:tailEnd type="none"/>
          </a:ln>
        </p:spPr>
      </p:sp>
      <p:sp>
        <p:nvSpPr>
          <p:cNvPr id="1482" name="latent representation and attention / 1459 output bar"/>
          <p:cNvSpPr/>
          <p:nvPr/>
        </p:nvSpPr>
        <p:spPr>
          <a:xfrm>
            <a:off x="1042416" y="7543800"/>
            <a:ext cx="146304" cy="82296"/>
          </a:xfrm>
          <a:custGeom>
            <a:avLst/>
            <a:gdLst/>
            <a:ahLst/>
            <a:cxnLst/>
            <a:rect l="0" t="0" r="r" b="b"/>
            <a:pathLst>
              <a:path w="16000" h="9000" fill="norm" stroke="1" extrusionOk="0">
                <a:moveTo>
                  <a:pt x="0" y="0"/>
                </a:moveTo>
                <a:lnTo>
                  <a:pt x="16000" y="0"/>
                </a:lnTo>
                <a:lnTo>
                  <a:pt x="16000" y="9000"/>
                </a:lnTo>
                <a:lnTo>
                  <a:pt x="0" y="9000"/>
                </a:lnTo>
                <a:close/>
              </a:path>
            </a:pathLst>
          </a:custGeom>
          <a:solidFill>
            <a:srgbClr val="299CF4"/>
          </a:solidFill>
          <a:ln w="16459" cap="rnd" cmpd="sng" algn="ctr">
            <a:solidFill>
              <a:srgbClr val="000000"/>
            </a:solidFill>
            <a:round/>
            <a:headEnd type="none"/>
            <a:tailEnd type="none"/>
          </a:ln>
        </p:spPr>
      </p:sp>
      <p:sp>
        <p:nvSpPr>
          <p:cNvPr id="1483" name="latent representation and attention / 1460 output bar"/>
          <p:cNvSpPr/>
          <p:nvPr/>
        </p:nvSpPr>
        <p:spPr>
          <a:xfrm>
            <a:off x="1280160" y="7424928"/>
            <a:ext cx="146304" cy="201168"/>
          </a:xfrm>
          <a:custGeom>
            <a:avLst/>
            <a:gdLst/>
            <a:ahLst/>
            <a:cxnLst/>
            <a:rect l="0" t="0" r="r" b="b"/>
            <a:pathLst>
              <a:path w="16000" h="22000" fill="norm" stroke="1" extrusionOk="0">
                <a:moveTo>
                  <a:pt x="0" y="0"/>
                </a:moveTo>
                <a:lnTo>
                  <a:pt x="16000" y="0"/>
                </a:lnTo>
                <a:lnTo>
                  <a:pt x="16000" y="22000"/>
                </a:lnTo>
                <a:lnTo>
                  <a:pt x="0" y="22000"/>
                </a:lnTo>
                <a:close/>
              </a:path>
            </a:pathLst>
          </a:custGeom>
          <a:solidFill>
            <a:srgbClr val="14EDE6"/>
          </a:solidFill>
          <a:ln w="16459" cap="rnd" cmpd="sng" algn="ctr">
            <a:solidFill>
              <a:srgbClr val="000000"/>
            </a:solidFill>
            <a:round/>
            <a:headEnd type="none"/>
            <a:tailEnd type="none"/>
          </a:ln>
        </p:spPr>
      </p:sp>
      <p:sp>
        <p:nvSpPr>
          <p:cNvPr id="1484" name="latent representation and attention / 1461 step 7 badge"/>
          <p:cNvSpPr/>
          <p:nvPr/>
        </p:nvSpPr>
        <p:spPr>
          <a:xfrm>
            <a:off x="5129784" y="10122408"/>
            <a:ext cx="713232" cy="713232"/>
          </a:xfrm>
          <a:custGeom>
            <a:avLst/>
            <a:gdLst/>
            <a:ahLst/>
            <a:cxnLst/>
            <a:rect l="0" t="0" r="r" b="b"/>
            <a:pathLst>
              <a:path w="78000" h="78000" fill="norm" stroke="1" extrusionOk="0">
                <a:moveTo>
                  <a:pt x="78000" y="39000"/>
                </a:moveTo>
                <a:cubicBezTo>
                  <a:pt x="78000" y="60539"/>
                  <a:pt x="60539" y="78000"/>
                  <a:pt x="39000" y="78000"/>
                </a:cubicBezTo>
                <a:cubicBezTo>
                  <a:pt x="17461" y="78000"/>
                  <a:pt x="0" y="60539"/>
                  <a:pt x="0" y="39000"/>
                </a:cubicBezTo>
                <a:cubicBezTo>
                  <a:pt x="0" y="17461"/>
                  <a:pt x="17461" y="0"/>
                  <a:pt x="39000" y="0"/>
                </a:cubicBezTo>
                <a:cubicBezTo>
                  <a:pt x="60539" y="0"/>
                  <a:pt x="78000" y="17461"/>
                  <a:pt x="78000" y="39000"/>
                </a:cubicBezTo>
                <a:close/>
              </a:path>
            </a:pathLst>
          </a:custGeom>
          <a:solidFill>
            <a:srgbClr val="FFF42B"/>
          </a:solidFill>
          <a:ln w="64008" cap="rnd" cmpd="sng" algn="ctr">
            <a:solidFill>
              <a:srgbClr val="000000"/>
            </a:solidFill>
            <a:round/>
            <a:headEnd type="none"/>
            <a:tailEnd type="none"/>
          </a:ln>
        </p:spPr>
      </p:sp>
      <p:sp>
        <p:nvSpPr>
          <p:cNvPr id="1485" name="latent representation and attention / 1462 step 7 number"/>
          <p:cNvSpPr txBox="1"/>
          <p:nvPr/>
        </p:nvSpPr>
        <p:spPr>
          <a:xfrm>
            <a:off x="5305863" y="10058400"/>
            <a:ext cx="498234" cy="876452"/>
          </a:xfrm>
          <a:prstGeom prst="rect">
            <a:avLst/>
          </a:prstGeom>
          <a:noFill/>
        </p:spPr>
        <p:txBody>
          <a:bodyPr wrap="none" lIns="0" rIns="0" tIns="0" bIns="0" anchor="t">
            <a:noAutofit/>
          </a:bodyPr>
          <a:lstStyle/>
          <a:p>
            <a:pPr>
              <a:spcBef>
                <a:spcPts val="0"/>
              </a:spcBef>
              <a:spcAft>
                <a:spcPts val="0"/>
              </a:spcAft>
            </a:pPr>
            <a:r>
              <a:rPr sz="5112" b="0" i="0" dirty="0" spc="0">
                <a:solidFill>
                  <a:srgbClr val="000000"/>
                </a:solidFill>
                <a:latin typeface="Liberation Sans"/>
                <a:ea typeface="Liberation Sans"/>
                <a:cs typeface="Liberation Sans"/>
              </a:rPr>
              <a:t>7</a:t>
            </a:r>
          </a:p>
        </p:txBody>
      </p:sp>
      <p:sp>
        <p:nvSpPr>
          <p:cNvPr id="1486" name="latent representation and attention / 1463 step 8 badge"/>
          <p:cNvSpPr/>
          <p:nvPr/>
        </p:nvSpPr>
        <p:spPr>
          <a:xfrm>
            <a:off x="228600" y="10113264"/>
            <a:ext cx="713232" cy="713232"/>
          </a:xfrm>
          <a:custGeom>
            <a:avLst/>
            <a:gdLst/>
            <a:ahLst/>
            <a:cxnLst/>
            <a:rect l="0" t="0" r="r" b="b"/>
            <a:pathLst>
              <a:path w="78000" h="78000" fill="norm" stroke="1" extrusionOk="0">
                <a:moveTo>
                  <a:pt x="78000" y="39000"/>
                </a:moveTo>
                <a:cubicBezTo>
                  <a:pt x="78000" y="60539"/>
                  <a:pt x="60539" y="78000"/>
                  <a:pt x="39000" y="78000"/>
                </a:cubicBezTo>
                <a:cubicBezTo>
                  <a:pt x="17461" y="78000"/>
                  <a:pt x="0" y="60539"/>
                  <a:pt x="0" y="39000"/>
                </a:cubicBezTo>
                <a:cubicBezTo>
                  <a:pt x="0" y="17461"/>
                  <a:pt x="17461" y="0"/>
                  <a:pt x="39000" y="0"/>
                </a:cubicBezTo>
                <a:cubicBezTo>
                  <a:pt x="60539" y="0"/>
                  <a:pt x="78000" y="17461"/>
                  <a:pt x="78000" y="39000"/>
                </a:cubicBezTo>
                <a:close/>
              </a:path>
            </a:pathLst>
          </a:custGeom>
          <a:solidFill>
            <a:srgbClr val="FFF42B"/>
          </a:solidFill>
          <a:ln w="64008" cap="rnd" cmpd="sng" algn="ctr">
            <a:solidFill>
              <a:srgbClr val="000000"/>
            </a:solidFill>
            <a:round/>
            <a:headEnd type="none"/>
            <a:tailEnd type="none"/>
          </a:ln>
        </p:spPr>
      </p:sp>
      <p:sp>
        <p:nvSpPr>
          <p:cNvPr id="1487" name="latent representation and attention / 1464 step 8 number"/>
          <p:cNvSpPr txBox="1"/>
          <p:nvPr/>
        </p:nvSpPr>
        <p:spPr>
          <a:xfrm>
            <a:off x="404679" y="10049256"/>
            <a:ext cx="498234" cy="876452"/>
          </a:xfrm>
          <a:prstGeom prst="rect">
            <a:avLst/>
          </a:prstGeom>
          <a:noFill/>
        </p:spPr>
        <p:txBody>
          <a:bodyPr wrap="none" lIns="0" rIns="0" tIns="0" bIns="0" anchor="t">
            <a:noAutofit/>
          </a:bodyPr>
          <a:lstStyle/>
          <a:p>
            <a:pPr>
              <a:spcBef>
                <a:spcPts val="0"/>
              </a:spcBef>
              <a:spcAft>
                <a:spcPts val="0"/>
              </a:spcAft>
            </a:pPr>
            <a:r>
              <a:rPr sz="5112" b="0" i="0" dirty="0" spc="0">
                <a:solidFill>
                  <a:srgbClr val="000000"/>
                </a:solidFill>
                <a:latin typeface="Liberation Sans"/>
                <a:ea typeface="Liberation Sans"/>
                <a:cs typeface="Liberation Sans"/>
              </a:rPr>
              <a:t>8</a:t>
            </a:r>
          </a:p>
        </p:txBody>
      </p:sp>
      <p:sp>
        <p:nvSpPr>
          <p:cNvPr id="1488" name="latent representation and attention / 1465 step 9 badge"/>
          <p:cNvSpPr/>
          <p:nvPr/>
        </p:nvSpPr>
        <p:spPr>
          <a:xfrm>
            <a:off x="2029968" y="8622792"/>
            <a:ext cx="713232" cy="713232"/>
          </a:xfrm>
          <a:custGeom>
            <a:avLst/>
            <a:gdLst/>
            <a:ahLst/>
            <a:cxnLst/>
            <a:rect l="0" t="0" r="r" b="b"/>
            <a:pathLst>
              <a:path w="78000" h="78000" fill="norm" stroke="1" extrusionOk="0">
                <a:moveTo>
                  <a:pt x="78000" y="39000"/>
                </a:moveTo>
                <a:cubicBezTo>
                  <a:pt x="78000" y="60539"/>
                  <a:pt x="60539" y="78000"/>
                  <a:pt x="39000" y="78000"/>
                </a:cubicBezTo>
                <a:cubicBezTo>
                  <a:pt x="17461" y="78000"/>
                  <a:pt x="0" y="60539"/>
                  <a:pt x="0" y="39000"/>
                </a:cubicBezTo>
                <a:cubicBezTo>
                  <a:pt x="0" y="17461"/>
                  <a:pt x="17461" y="0"/>
                  <a:pt x="39000" y="0"/>
                </a:cubicBezTo>
                <a:cubicBezTo>
                  <a:pt x="60539" y="0"/>
                  <a:pt x="78000" y="17461"/>
                  <a:pt x="78000" y="39000"/>
                </a:cubicBezTo>
                <a:close/>
              </a:path>
            </a:pathLst>
          </a:custGeom>
          <a:solidFill>
            <a:srgbClr val="FFF42B"/>
          </a:solidFill>
          <a:ln w="64008" cap="rnd" cmpd="sng" algn="ctr">
            <a:solidFill>
              <a:srgbClr val="000000"/>
            </a:solidFill>
            <a:round/>
            <a:headEnd type="none"/>
            <a:tailEnd type="none"/>
          </a:ln>
        </p:spPr>
      </p:sp>
      <p:sp>
        <p:nvSpPr>
          <p:cNvPr id="1489" name="latent representation and attention / 1466 step 9 number"/>
          <p:cNvSpPr txBox="1"/>
          <p:nvPr/>
        </p:nvSpPr>
        <p:spPr>
          <a:xfrm>
            <a:off x="2206047" y="8558784"/>
            <a:ext cx="498234" cy="876452"/>
          </a:xfrm>
          <a:prstGeom prst="rect">
            <a:avLst/>
          </a:prstGeom>
          <a:noFill/>
        </p:spPr>
        <p:txBody>
          <a:bodyPr wrap="none" lIns="0" rIns="0" tIns="0" bIns="0" anchor="t">
            <a:noAutofit/>
          </a:bodyPr>
          <a:lstStyle/>
          <a:p>
            <a:pPr>
              <a:spcBef>
                <a:spcPts val="0"/>
              </a:spcBef>
              <a:spcAft>
                <a:spcPts val="0"/>
              </a:spcAft>
            </a:pPr>
            <a:r>
              <a:rPr sz="5112" b="0" i="0" dirty="0" spc="0">
                <a:solidFill>
                  <a:srgbClr val="000000"/>
                </a:solidFill>
                <a:latin typeface="Liberation Sans"/>
                <a:ea typeface="Liberation Sans"/>
                <a:cs typeface="Liberation Sans"/>
              </a:rPr>
              <a:t>9</a:t>
            </a:r>
          </a:p>
        </p:txBody>
      </p:sp>
      <p:sp>
        <p:nvSpPr>
          <p:cNvPr id="1490" name="latent representation and attention / 1467 step 10 badge"/>
          <p:cNvSpPr/>
          <p:nvPr/>
        </p:nvSpPr>
        <p:spPr>
          <a:xfrm>
            <a:off x="1636776" y="6062472"/>
            <a:ext cx="713232" cy="713232"/>
          </a:xfrm>
          <a:custGeom>
            <a:avLst/>
            <a:gdLst/>
            <a:ahLst/>
            <a:cxnLst/>
            <a:rect l="0" t="0" r="r" b="b"/>
            <a:pathLst>
              <a:path w="78000" h="78000" fill="norm" stroke="1" extrusionOk="0">
                <a:moveTo>
                  <a:pt x="78000" y="39000"/>
                </a:moveTo>
                <a:cubicBezTo>
                  <a:pt x="78000" y="60539"/>
                  <a:pt x="60539" y="78000"/>
                  <a:pt x="39000" y="78000"/>
                </a:cubicBezTo>
                <a:cubicBezTo>
                  <a:pt x="17461" y="78000"/>
                  <a:pt x="0" y="60539"/>
                  <a:pt x="0" y="39000"/>
                </a:cubicBezTo>
                <a:cubicBezTo>
                  <a:pt x="0" y="17461"/>
                  <a:pt x="17461" y="0"/>
                  <a:pt x="39000" y="0"/>
                </a:cubicBezTo>
                <a:cubicBezTo>
                  <a:pt x="60539" y="0"/>
                  <a:pt x="78000" y="17461"/>
                  <a:pt x="78000" y="39000"/>
                </a:cubicBezTo>
                <a:close/>
              </a:path>
            </a:pathLst>
          </a:custGeom>
          <a:solidFill>
            <a:srgbClr val="FFF42B"/>
          </a:solidFill>
          <a:ln w="64008" cap="rnd" cmpd="sng" algn="ctr">
            <a:solidFill>
              <a:srgbClr val="000000"/>
            </a:solidFill>
            <a:round/>
            <a:headEnd type="none"/>
            <a:tailEnd type="none"/>
          </a:ln>
        </p:spPr>
      </p:sp>
      <p:sp>
        <p:nvSpPr>
          <p:cNvPr id="1491" name="latent representation and attention / 1468 step 10 number"/>
          <p:cNvSpPr txBox="1"/>
          <p:nvPr/>
        </p:nvSpPr>
        <p:spPr>
          <a:xfrm>
            <a:off x="1688268" y="6099048"/>
            <a:ext cx="747408" cy="740664"/>
          </a:xfrm>
          <a:prstGeom prst="rect">
            <a:avLst/>
          </a:prstGeom>
          <a:noFill/>
        </p:spPr>
        <p:txBody>
          <a:bodyPr wrap="none" lIns="0" rIns="0" tIns="0" bIns="0" anchor="t">
            <a:noAutofit/>
          </a:bodyPr>
          <a:lstStyle/>
          <a:p>
            <a:pPr>
              <a:spcBef>
                <a:spcPts val="0"/>
              </a:spcBef>
              <a:spcAft>
                <a:spcPts val="0"/>
              </a:spcAft>
            </a:pPr>
            <a:r>
              <a:rPr sz="4320" b="0" i="0" dirty="0" spc="0">
                <a:solidFill>
                  <a:srgbClr val="000000"/>
                </a:solidFill>
                <a:latin typeface="Liberation Sans"/>
                <a:ea typeface="Liberation Sans"/>
                <a:cs typeface="Liberation Sans"/>
              </a:rPr>
              <a:t>10</a:t>
            </a:r>
          </a:p>
        </p:txBody>
      </p:sp>
      <p:sp>
        <p:nvSpPr>
          <p:cNvPr id="1492" name="frame / 1469 outer diagram border"/>
          <p:cNvSpPr/>
          <p:nvPr/>
        </p:nvSpPr>
        <p:spPr>
          <a:xfrm>
            <a:off x="137160" y="128016"/>
            <a:ext cx="17309592" cy="10826496"/>
          </a:xfrm>
          <a:custGeom>
            <a:avLst/>
            <a:gdLst/>
            <a:ahLst/>
            <a:cxnLst/>
            <a:rect l="0" t="0" r="r" b="b"/>
            <a:pathLst>
              <a:path w="1893000" h="1184000" fill="none" stroke="1" extrusionOk="0">
                <a:moveTo>
                  <a:pt x="0" y="0"/>
                </a:moveTo>
                <a:lnTo>
                  <a:pt x="1893000" y="0"/>
                </a:lnTo>
                <a:lnTo>
                  <a:pt x="1893000" y="1184000"/>
                </a:lnTo>
                <a:lnTo>
                  <a:pt x="0" y="1184000"/>
                </a:lnTo>
                <a:close/>
              </a:path>
            </a:pathLst>
          </a:custGeom>
          <a:noFill/>
          <a:ln w="45720" cap="rnd" cmpd="sng" algn="ctr">
            <a:solidFill>
              <a:srgbClr val="000000"/>
            </a:solidFill>
            <a:round/>
            <a:headEnd type="none"/>
            <a:tailEnd type="none"/>
          </a:ln>
        </p:spPr>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REFERENCE_IMAGE_DO_NOT_EVALUATE" descr="Continuous Thought Machines_diagram.jpg"/>
          <p:cNvPicPr>
            <a:picLocks noChangeAspect="1"/>
          </p:cNvPicPr>
          <p:nvPr/>
        </p:nvPicPr>
        <p:blipFill>
          <a:blip r:embed="rId2"/>
          <a:stretch>
            <a:fillRect/>
          </a:stretch>
        </p:blipFill>
        <p:spPr>
          <a:xfrm>
            <a:off x="0" y="0"/>
            <a:ext cx="17474184" cy="1096365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Continuous Thought Machines — editable diagram</dc:title>
  <dc:subject>Editable reconstruction of the supplied reference diagram</dc:subject>
  <dc:creator>OpenAI</dc:creator>
  <cp:keywords>Continuous Thought Machines, CTM, vector, editable, synchronisation</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